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83" r:id="rId27"/>
    <p:sldId id="284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8-22T08:06:22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13132 7849 57 0,'-3'-3'232'0,"-2"-1"11"0,-1-1 7 0,-1-1-101 0,1 0-64 0,0 2-30 0,1-1-16 0,2 2-4 0,1-2 3 15,-1 3 6-15,0-1 12 0,3 0 14 0,-2 0 16 16,1 0 12-16,-1 1 4 0,2 0 1 0,-1 1-8 15,-1 0-14-15,2 1-15 0,0-2-18 0,0 1-15 16,0 1-12-16,0 0-8 0,0-2-8 0,0 2-4 16,0 0-3-16,0 0 1 0,0 0-2 0,2 0-2 15,-1 0 2-15,-1 0-2 0,0 0 4 0,2 0-4 16,-1 2 1-16,-1-1 2 0,0 1 2 0,2-1 2 16,-2 0-2-16,0 1 4 0,2-2 4 0,-1 0 4 15,-1 2 3-15,0-1 4 0,0-1 7 0,0 0 4 16,0 2 4-16,0-1 3 0,0-1 1 0,0 0 4 15,0 0 0-15,0 0 0 0,0 0-2 0,0 0 1 0,0 0-5 16,0 0-4-16,0 0-5 0,0 0-5 0,0 0-3 16,0 0-1-16,0 0-3 0,0 0 0 15,0 0-2-15,0 0 1 0,0 0-1 0,0 0-1 16,0 0 0-16,0 0 6 0,2 0 7 0,-1 0 8 0,-1 0 10 16,0 0 8-16,0 0 0 0,0 0 0 0,2 0-1 15,-2 0-5-15,0 0-6 0,0 0 1 0,0 0 0 16,0 0 3-16,2 0-6 0,-1-1-4 0,-1-1-5 15,0 2-8-15,2-1-5 0,0-1-6 0,-1 0-2 16,1 1 1-16,-1 0 0 0,2-2-3 0,-3 1 2 16,3-1 0-16,-3 3 0 0,0-3 2 0,2 3 0 15,-2-1 3-15,1-1-2 0,-1 0-4 0,2 2 3 16,-2-1-2-16,0 1-1 0,0 0 3 0,0 0 0 16,0 0 0-16,0 0-4 0,0 0 2 0,0 0-1 15,0 0-6-15,0 0-2 0,0 0 1 0,0 0 3 16,0 0-2-16,0 0 2 0,0 1-2 0,0-1-1 15,0 0-1-15,0 0 0 0,0 0-4 0,0 0-1 16,0 2 0-16,0-2 3 0,0 2 2 0,3-2-2 0,-3 1 4 16,3 1 3-16,-1-1-4 0,3 1 1 15,-2-1-1-15,2 1 0 0,2 1-1 0,-2-3-3 0,3 2 5 16,-1 0 3-16,2-2 1 0,-1 3-1 0,0-3 0 16,0 3 3-16,1-3-2 0,-1 2-4 0,0-1 0 15,1-1 0-15,-1 2 0 0,-1-2 0 16,-1 0 1-16,-1 1 2 0,3 1 2 0,-4-2-4 0,1 0 4 15,0 0-3-15,-2 0 0 0,2 0 2 0,-2 0-4 16,0 0 7-16,0 0-1 0,-3 0 4 0,3 0-6 16,-3 0 3-16,2 0 3 0,-2 0-5 0,2 0 1 15,-2 0 1-15,1 0 6 0,-1 0-3 0,0 0-5 16,0 0 3-16,0 0-1 0,0 0-1 0,0 0-2 16,0 0-4-16,0 0 5 0,0 0-1 0,0 0-1 15,0 0-4-15,0 0-2 0,0 0-1 0,0 0 0 16,0 0 0-16,0 0-3 0,0 0 3 0,0 0 6 15,0 0 3-15,0 0-5 0,0 0-1 0,2 0 6 16,-2 0 1-16,0 0-6 0,0 0-3 0,0 0 4 0,0 0 4 16,0 0-2-16,0 0-3 0,0 0 0 15,0 0 3-15,0 0 0 0,0 0-7 0,0 0-3 16,0 0 2-16,0-2 3 0,1 2-4 0,-1 0 1 16,0 0 0-16,0 0 5 0,0 0 2 0,0 0-2 15,0 0 4-15,0 0-1 0,0 0 1 0,0 0-1 0,0 0-3 16,0 0 2-16,0 0-4 0,0 0 4 15,2 0 3-15,-2 0-5 0,0 0 0 0,0 0-1 0,0 0-1 16,0 0 0-16,0 0-2 0,0 0 3 0,0 0 1 16,0 0 0-16,0 0 0 0,0 0-1 0,0 0 8 15,0 0-3-15,0 0-4 0,0 0 1 16,0 0 1-16,2 0-2 0,-2 0-4 0,0 0 2 0,0 0 3 16,0-1 2-16,0 1 0 0,0 0-3 0,0 0 3 15,0 0-3-15,0 0-4 0,0 0 1 0,0 0-4 16,0 0 5-16,1 0-3 0,-1 0 0 0,0 0 5 15,0 0-1-15,0 0 1 0,0 0-1 0,2 0-2 16,-2 0 3-16,0 0-2 0,0 0-7 0,0-2-5 16,0 2-5-16,0 0-13 0,0-1-26 0,0 1-35 15,0-2-52-15,0 2-77 0,0 0-91 0,-2-1-114 16,1-1-84-16,-1 1-21 0,-1-1 33 0,-4 0 66 16,1 0 88-16</inkml:trace>
  <inkml:trace contextRef="#ctx0" brushRef="#br0" timeOffset="616.02">13331 7843 118 0,'0'-3'155'0,"0"2"-43"0,0-2-35 0,0 1-19 0,0-1-1 0,0 0 9 0,2 2 12 16,0-2 19-16,-2 0 17 0,1 0 24 0,1 0 18 15,-1 1 24-15,1-3 22 0,-2 3 27 0,3-1 20 16,-3-2 8-16,3 2 0 0,-3 0-18 0,2 1-26 16,-2 0-32-16,0 0-37 0,3 1-32 0,-3-1-27 15,0 1-16-15,0-1-12 0,0 2-16 0,0 0-9 16,0 0-5-16,0 0-3 0,0 0-7 0,0 2-4 16,-3-2 3-16,3 1-1 0,0 2-4 0,-2 1-1 15,2 1 0-15,-3 3 1 0,0 2-4 0,1 2-1 16,1 2 0-16,-2-1-1 0,1 4 1 0,0-1-1 15,1 4-2-15,-1-1 0 0,0 2 1 0,2 0-5 0,-1 2 3 16,-1-2-1-16,2 1 1 0,0 1 3 0,-1-2 4 16,-2 1 5-16,3-1 3 0,0 0 6 15,-2 0-1-15,2 0 3 0,0 0 0 0,-1-2-2 0,-1 1 2 16,2-2-6-16,0 0-1 0,-1 0-5 0,1-1 0 16,-2-2-7-16,2 1-6 0,0-4 0 0,0 2-2 15,0-2 1-15,0-2-1 0,0 1 5 0,0-2 1 16,0-2 2-16,0 0 1 0,0 0 1 0,0-1-3 15,0-2-3-15,0-1-10 0,0 0-16 0,0 0-9 16,0-1-15-16,0-1-16 0,2-1-10 0,-2 0-10 16,1 0-6-16,-1-1-26 0,2-2-38 0,-1-2-58 15,1 1-77-15,2-1-71 0,1-2-80 0,-2-1-73 16,2 1-6-16,0-2 45 0,1 1 72 0,0-1 83 16</inkml:trace>
  <inkml:trace contextRef="#ctx0" brushRef="#br0" timeOffset="1981.58">13889 7981 210 0,'5'-10'228'0,"2"-1"7"0,0 1-81 0,-2-1-57 0,2 2-27 0,-3-1-4 0,3 2 8 15,0-2 17-15,-2 1 21 0,2 1 15 0,-1-1 18 16,0 2 15-16,0 1 12 0,-1 0 8 15,0 1 17-15,0 0 5 0,-2 3-6 0,0-1-14 0,-1 0-21 16,-1 3-24-16,1-2-38 0,-2 1-27 0,0 1-20 16,0 1-11-16,0 2-6 0,-3 2-7 0,-2 2 1 15,-1 4-1-15,-2 1 4 0,-5 4-6 0,0 2-1 16,-4 0-3-16,1 3-5 0,-3 0-2 0,0 2-9 16,0-1-2-16,-1-1 1 0,1 2 1 0,-3-1 1 15,0-1-7-15,1 0 5 0,-3 0-3 0,2-1-6 16,-1-1 4-16,0-1 1 0,1-1 5 0,-2-2 0 15,2-2 2-15,1 0-1 0,1-2-3 0,0-2 1 16,4 0-3-16,-1-1-1 0,2-2 2 0,3-2 0 0,0 1-3 16,3-2-2-16,0-2-3 0,2 0 1 15,1-1-4-15,1 0 2 0,0-2-3 0,4-1 1 16,1-2 2-16,0-1-2 0,1-1-5 0,2-2 0 16,2-2 4-16,3-1 4 0,0 0-2 0,5-3 5 0,0 2 5 15,0-2-4-15,2 0-5 0,0 1 1 0,-2 2 0 16,3 0 0-16,-3 2-2 0,1 2 4 15,-3-1 2-15,-3 2-4 0,2 2 0 0,-1 0-2 0,-3 3 4 16,-1 0-8-16,1 2 5 0,-1 2 0 0,1 0 5 16,-1 5 2-16,-2 0-3 0,2 2 6 0,-2 2-2 15,1-1-1-15,-3 1-2 0,2 1 0 0,2 0 0 16,-2 0 7-16,0 1-1 0,-1 1 2 0,1-2-2 16,0 1 0-16,0-1 0 0,1 0-8 0,-3 0 2 15,2-2 2-15,3 1 3 0,-1-2 2 0,1 0 2 16,1 0 0-16,4 0-1 0,-2-3-4 0,3 0-1 15,1 0 0-15,2 0-5 0,2-2 2 0,-1 0-6 16,3-1-9-16,0-2-12 0,2-1-24 0,-1 0-29 16,1 0-58-16,-1-1-76 0,2-1-86 0,-4-1-102 15,2-1-100-15,-1-1-29 0,-3-1 22 0,1 0 64 16,-4 2 86-16</inkml:trace>
  <inkml:trace contextRef="#ctx0" brushRef="#br0" timeOffset="2280.81">14321 8280 105 0,'-3'-4'184'0,"-2"2"10"0,0-1-65 0,-1 1-36 0,3 1-7 16,-2-1 19-16,2-1 24 0,1 3 29 0,-1 0 30 15,0-1 19-15,0-1 12 0,1 2-1 0,2 0-3 16,-1 0-15-16,-1 0-17 0,2 0-21 0,0 0-19 0,2 2-18 16,-1-1-18-16,2-1-12 0,1 2-15 15,0-1-13-15,5-1-15 0,0 0-11 0,2 2-12 16,0-2-11-16,3 0-6 0,2 0-8 0,1-2-10 16,-1 2-20-16,3-3-38 0,-3 0-55 0,1 0-78 0,-1 2-81 15,-2-4-78-15,-1 2-81 0,3-1-58 16,-2-1 5-16,0 1 50 0,-1-1 73 0</inkml:trace>
  <inkml:trace contextRef="#ctx0" brushRef="#br0" timeOffset="2880.94">15134 8119 65 0,'6'-6'176'0,"-3"0"6"0,-1 0-58 0,1 0-42 0,0 0-21 0,-1-1 2 15,-1 1 13-15,1 0 16 0,-2 0 13 0,0 0 13 16,0-1 13-16,0 2 12 0,-2-3 12 0,2 2 17 16,-3 0 18-16,2 0 16 0,-3 1 13 0,1 1 0 15,0 0-14-15,-1 1-24 0,-1 0-30 0,0 1-33 16,-1 0-36-16,-1 2-25 0,-2 0-18 0,1 4-12 16,0 0-7-16,-2 1-2 0,0 4 2 0,-3 1 0 15,0 2-1-15,0 3 1 0,2 0 0 0,-1 3-3 0,1-1-2 16,3 1-2-16,-3 0-2 0,4 1-3 15,1-1-1-15,1 0 0 0,4-1-6 0,1-1 0 0,0-1 3 16,1 0-2-16,4-1 1 0,1-2-3 16,2-2 5-16,5 1-5 0,0-3-2 0,4 0-2 0,1 0-9 15,0-2-8-15,3-2-21 0,-2 1-23 16,5-1-36-16,-2-1-54 0,-2 0-61 0,4 0-63 0,0 0-57 16,-1-3-51-16,1 0-48 0,2 0-13 0,-1-3 32 15,-2-3 55-15,3 0 65 0</inkml:trace>
  <inkml:trace contextRef="#ctx0" brushRef="#br0" timeOffset="3147.41">15681 7960 102 0,'12'-36'202'15,"0"0"-4"-15,-3 2-5 0,0 1 11 0,-1 1 24 16,-1 4 39-16,-2 2 40 0,-1 2 26 0,0 3 3 16,-3 3-24-16,4 0-36 0,-5 3-56 0,-2 2-58 0,-1 1-50 15,0 0-33-15,1 1-19 0,-1 2-18 0,0 2-5 16,0-1-8-16,-2 4-5 0,0-1-4 15,-2 2-5-15,0 2-1 0,-1 2-6 0,0 2-2 16,-3 4-4-16,-1 3 0 0,-1 5-3 0,-1 3 1 0,-1 4-1 16,1 4 3-16,1 2 4 0,0 3 2 15,1 4 4-15,-2 1-2 0,3 3 1 0,3 1-4 0,-2 1-9 16,1 1-16-16,4 0-14 0,2 0-22 0,2-3-31 16,1 0-50-16,1-3-62 0,2-1-64 0,1-4-63 15,2-1-52-15,3-3-45 0,1-3-35 0,-1-3 9 16,5-3 47-16,1-3 58 0,0-3 67 0</inkml:trace>
  <inkml:trace contextRef="#ctx0" brushRef="#br0" timeOffset="4263.1">16098 8175 191 0,'11'-17'245'0,"-3"2"26"0,2 2-51 0,-6 1-32 15,0 1-15-15,-3 2 2 0,-1 0 9 16,0 2 6-16,-1-1 10 0,-3 2 4 0,0 0-1 0,-4 2-6 15,0-1-11-15,2 2-19 0,-4 2-27 0,-1-2-25 16,-2 3-22-16,1 3-22 0,-1-2-13 0,0 4-13 16,-1 1-8-16,0 3-10 0,-2 1-5 15,3 2-5-15,-1 2-9 0,0 1 2 0,2 1-4 0,0 2-5 16,4-1 1-16,0 1 2 0,-1-2-2 0,6 0-4 16,0 1 1-16,1-2 6 0,2-1 1 0,0-1-6 15,3-1 1-15,-1-1 4 0,4-2-3 0,2-2-1 16,0-1 5-16,2-1-2 0,2-3-1 0,1-2 1 15,0 0 0-15,2 0 0 0,0-2-9 0,0-3-2 16,1-1-2-16,0 0 2 0,-2-1-3 0,0-4 1 16,1 2 2-16,-3-3 7 0,1-3 0 0,-1 0-1 15,0-1 1-15,-3-2 1 0,2-3-1 0,-3 1-2 16,0-1-1-16,0 3 1 0,0 2 2 0,-4-1-3 16,0 5 2-16,-1 0 2 0,-2 3-1 0,1 2 3 15,0 0-3-15,-2 3 0 0,0 1 0 0,-4 2 0 0,1 4 0 16,0 0 0-16,-3 4 2 0,-2 1 3 0,0 4 2 15,0 1 0-15,2 1 2 0,-2 2 3 16,0 1-2-16,3-1-2 0,0 2-3 0,1-1-1 0,0 1-3 16,2-2 0-16,0-1-2 0,4 0 3 15,2-1 0-15,-1-3 1 0,4 2 3 0,1-3-4 0,1-1 5 16,2-2 0-16,2 0-1 0,2-3-1 0,2-1-1 16,1-1-3-16,4-2-3 0,-2-3 4 0,3 0-1 15,-1-2-1-15,1-1 0 0,-1-1 7 0,0-4 0 16,0 2-4-16,-1-4 2 0,-3-1-3 0,0-1-3 15,2-3 0-15,-1 0-3 0,-4-3 3 0,0 0 1 16,0 0 4-16,-1-1 6 0,-6 1-7 0,0 0 5 16,-2 3 1-16,2 0-2 0,-5 3 2 0,0-1-3 15,-3 3 4-15,0 3-2 0,0 1-3 0,-3 0-2 16,-2 1-3-16,-2 2-1 0,-2 2-2 0,-2 1-1 16,1 3 0-16,-2 0-2 0,-2 1 1 0,3 2-2 15,-2 0-3-15,2 3-3 0,2 0-7 0,-1 2-2 0,5 1-4 16,-1-1 1-16,3 3-3 0,2 1 0 15,1 0 3-15,3 2 2 0,3-1-1 0,0 2-3 16,4 0 1-16,-1 2-1 0,2-1 2 0,2 1 3 0,1 1 2 16,-3 0 5-16,2 0 2 0,1 1 6 15,-3-2-1-15,2-1 2 0,-4 2 3 0,-1-3 1 0,2 0 2 16,-3 0-4-16,-2-1 4 0,0-1 4 0,-2-1 2 16,-1-1 3-16,0-1 8 0,-4-1 0 0,0-1 5 15,-1-1 4-15,0 1 1 0,-2-4-3 0,0 2-5 16,-1-3 0-16,2 2-1 0,-3-4-4 0,4 2-2 15,-2-1 4-15,2-2 0 0,0 0-1 0,1-2-4 16,-1-1 2-16,3 0-5 0,3-1-4 0,0-1-1 16,2-2-3-16,3-1 1 0,3-2-3 0,3-1 2 15,1-1-1-15,4-3 3 0,1-1 4 0,1-2-5 16,4-3 3-16,0 0-5 0,4-3 1 0,-3 0-2 16,3-2 3-16,-2 2 3 0,-2-1-2 0,-1 1 4 15,0 1 2-15,-2-1 5 0,-3 3 7 0,-2 1 0 0,-2 2 6 16,-3 0 0-16,-2 2 0 0,-2 3-4 15,-4-1-9-15,1 2-1 0,-4 2-6 0,-1 0-2 16,-1 2-1-16,-4 0 1 0,-1 4-5 0,0-1 2 16,-6 2-1-16,2 2-1 0,-5 2-1 0,1 1-6 0,0 2 0 15,-2 2-2-15,2 0-5 0,0 2-2 0,1 1 1 16,2 1 3-16,1 1 5 0,1 2-1 16,2 1 3-16,2-1-2 0,2 2-4 0,-1 0 1 15,4 2-4-15,4-1 1 0,-1 1 6 0,2 1-1 0,2-2 0 16,-1 2 5-16,5-1 0 0,-1 1 1 0,-1-2-4 15,4 1 6-15,-4-1 1 0,1-1-5 16,1 0 5-16,-5-1 2 0,2-1-5 0,-1-1 3 0,-1 0 0 16,-2-3-1-16,-1 2-3 0,-1-3-2 0,-4 0 3 15,1 1 2-15,-5-3-4 0,0 0 0 0,-1-1-5 16,-3 1-7-16,1-2-11 0,-4-1-22 0,2 0-42 16,-1-1-84-16,-3-1-114 0,1 1-149 0,2-2-96 15,-1-2-36-15,0 1 16 0,5-2 69 0,2-2 112 16</inkml:trace>
  <inkml:trace contextRef="#ctx0" brushRef="#br0" timeOffset="5046.1">17388 8167 284 0,'12'-3'562'0,"-4"0"55"0,-2-1 27 0,-2 1 15 0,-2 0-252 15,-1-1-185-15,1 2-105 0,-2 0-52 0,0 1-29 0,0-1-10 16,0 1-12-16,0 1-9 0,2-2-1 0,-1 2-2 15,-1-1 2-15,0-1-5 0,4 1-2 0,-3-1 3 16,2 1 0-16,1-3 0 0,0 2-2 0,4-1 3 16,-2-2 0-16,-1 1 2 0,3-2 1 0,-1 0 3 15,0 1-3-15,0-1 1 0,-1-1 3 0,0-1 0 16,-1-2-1-16,1 1 0 0,-1-2 1 0,-2 0 2 16,0 1-5-16,1 1-1 0,-3 0 2 0,1 0-2 15,-2 2 5-15,-2 1-4 0,2 0 0 0,-3 0 3 16,-2 3 0-16,0-2 1 0,-1 4-6 0,-3-1 1 15,-1 2 0-15,-1 2-1 0,-3 2-2 0,1 1-1 16,-2 1 4-16,0 1-3 0,1 4 1 0,-2-1 0 16,2 4-2-16,0-1 0 0,-2 4 0 0,3-1-1 15,-1 4-2-15,3-1 1 0,1 1 1 0,1 1 0 16,1-3-4-16,3 1 5 0,2-1 1 0,2 0-2 16,2-1 2-16,1-2-1 0,3 1 0 0,1-4 4 15,3 2 3-15,2-4 1 0,2 1-1 0,4-4 2 16,2-1 10-16,1 0-2 0,2-5 1 0,-1 1 3 0,4-2 7 15,1-2 6-15,1-2 2 0,2-2 13 0,-1-2 6 16,2 0 4-16,0-4 2 0,0-2 5 16,0-2 0-16,0-2-10 0,-3-2-6 0,1-4-4 0,-1 0-12 15,-1-1-12-15,-2-3-8 0,-2 0 1 0,0 1-1 16,-5-1 7-16,-1 4 5 0,-2 1 8 0,-1 2 6 16,-4 2 2-16,-1 2 3 0,-1 2-4 0,-1 0-4 15,-5 2-7-15,1 0-10 0,-4 3-8 0,1 1-7 16,-4 2-6-16,1-3-5 0,-5 5-5 0,0 0 0 15,-2 1-1-15,0 2-5 0,0 1-11 0,-5 2-6 16,5 1-8-16,-3 1-6 0,3 1-9 0,-3 2-6 16,4 2 6-16,0 1-3 0,2 0 4 0,1 2 5 15,0 0 9-15,4 1 8 0,2 2 4 0,1 1 5 16,0-2 9-16,1 2 5 0,4-1 0 0,0 2-1 16,2-1 3-16,1 0 0 0,2-1-2 0,0 0-3 15,4 0 3-15,-5 1-2 0,7 0 4 0,-3-2 0 16,1 3 2-16,0-3 3 0,0 1 0 0,-1-1 0 0,0-1-1 15,-1 0 5-15,1 0 0 0,-1 0 0 0,0-2 1 16,-3 3 2-16,2-3 3 0,-3 2 1 0,-2-1 6 16,1-3 0-16,-4 3 5 0,0-2 8 0,2 0 10 15,-5 0 3-15,0-1 0 0,-5 1 1 0,0-2-5 16,-1 1-2-16,-2-1-7 0,-2-1-6 0,-2 0-2 16,-3 0-5-16,-2-1-11 0,-3-1-22 0,-1-1-29 15,-3-1-36-15,-1 1-30 0,0-3-36 0,-3-2-70 16,0 1-127-16,0-2-159 0,-2-2-93 0,0-1-39 15,1 0 2-15,-1-3 60 0,4 0 131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8-22T08:11:23.6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6126 6502 100 0,'2'0'222'0,"-2"0"14"0,0 0-34 0,1 0-80 0,-1 0-52 0,0 0-24 0,2 0-22 16,-2-1-9-16,2 1-1 0,-2 0 9 0,0 0 9 15,-2 0 7-15,2 0 10 0,0 0 5 0,0 0 6 16,0 0-3-16,0 0-1 0,0 0-4 0,0 0-5 16,2 0-2-16,-1 0-2 0,-1 0 1 0,0-2 4 15,2 2 6-15,-2 0 10 0,0 0 6 0,0 0 6 16,0 0 4-16,0 0 8 0,0 0 2 0,0 0 4 16,0 0-2-16,0 0 7 0,0 0-3 0,0 0-5 15,0 0-7-15,0 0-12 0,0 0-3 0,0 0-11 0,0 0-8 16,0 0-5-16,0 0-5 0,0 0-2 15,0 0-10-15,0 0-5 0,0 0 0 0,-2 0-7 16,2 0-7-16,0 0-2 0,0 0 6 0,0 0-1 16,0 0-6-16,0 0 1 0,0 0 3 0,0 0 2 0,0 0-1 15,0 0 0-15,0 0 3 0,0 0 2 0,0 0 4 16,0 0 3-16,0 0-4 0,0 0 5 16,0 0 1-16,0 0-5 0,0 0-2 0,0 0 1 0,0 0-3 15,0 0-2-15,0 0-3 0,0 0-2 0,0 0 2 16,0 0-5-16,0 0 4 0,0 0 0 0,0 0-4 15,0 0 2-15,0 0 2 0,0 0 0 0,0 0-3 16,0 0-3-16,2 0 3 0,-2 2-5 0,0-2-2 16,0 0-2-16,0 0 0 0,0 1 0 0,0 1 4 15,0-1 3-15,-2 1-4 0,2 1 2 0,-3 0-6 16,1 1 0-16,1-1 0 0,-1 2 3 0,1-1-5 16,-1 1 3-16,0-3 4 0,1 2 0 0,-1-1-3 15,-1 1-3-15,0 1 6 0,0-1-2 0,0 1 1 16,-2-1 0-16,0 2 5 0,0 0-4 0,-1 0 1 15,-2 0-4-15,2 2 1 0,1-1-7 0,-3-1 3 16,1 2 4-16,0-1-4 0,2-1 8 0,-1 0-6 16,1 0 9-16,2 0-8 0,-3-1 2 0,3-1 2 15,0-1-8-15,1 0 5 0,0 0-5 0,-1-1 5 0,3-1-3 16,0 1 3-16,-1-1 6 0,-1 1 0 16,2-2 1-16,0 1-3 0,0 1 2 0,0-2-8 15,0 0-1-15,0 0-4 0,0 0 5 0,0 0 1 0,0 0 3 16,0 0 5-16,0 0-1 0,0 0 2 0,0 0 0 15,0 0 0-15,0 0-15 0,0 0 2 16,0 0 1-16,2 0-3 0,-1 0 2 0,-1 0 5 0,0 0 5 16,0 0-3-16,2 0 1 0,-1-2 4 15,-1 2-2-15,0 0-4 0,2 0 1 0,-2 0-1 0,0 0 3 16,-2 0-3-16,2 0-2 0,0-1 0 0,0 1 3 16,0 0 1-16,0-2-2 0,0 2-4 0,2-1-1 15,-2 1 0-15,3-2-4 0,-3 1 7 0,2-1 2 16,-1 0-1-16,4 1 3 0,-4 0 3 0,2-2 3 15,1 1-7-15,-1-1 1 0,-1 3 4 0,-1-3-3 16,2 3-5-16,-3-1-4 0,2-1 1 0,1 2-6 16,-3 0 2-16,2-2 4 0,-2 2 1 0,0-1 6 15,0 1 2-15,1-1 2 0,1 1-4 0,0 0-5 16,-2 0 6-16,0 0-5 0,0 0-2 0,0 0 6 16,0 0-1-16,0 0 1 0,0-2-3 0,-2 1-3 15,2 1 4-15,0 0-3 0,0 0 0 0,0 0 0 16,0 0-2-16,0 0 3 0,0 0-1 0,0 0 0 15,2 0 2-15,-2 0 1 0,0 0 0 0,0 0 2 16,2 0-1-16,-2 0-2 0,2 0 0 0,-2 0 0 0,0 0 3 16,0 0-1-16,0 0 0 0,0 0 3 15,0 0-3-15,0 0 5 0,0 0-7 0,0 0 3 16,2 0-3-16,-2 0-1 0,0-2 0 0,1 2-1 0,1-1 3 16,-1-1 6-16,3-1 0 0,0 2 0 0,1-3 0 15,0 2-3-15,1-3-1 0,0-1-4 16,1 1 4-16,-1 1 3 0,2 0 0 0,0-1 1 15,-2-1 0-15,2 0-1 0,-3 2-6 0,4-2-3 0,-1 0 0 16,0 0 0-16,-1 0 3 0,0-2 0 0,1 2 3 16,0-2 6-16,0 3-4 0,1-3 0 0,0 2-3 15,-3 0-1-15,-1 0 1 0,2 0-4 0,-4 2 4 16,2 0 3-16,-3 0-1 0,0 1 1 0,-1 0-4 16,1 1-1-16,-1 1 2 0,-1 0 2 0,2-1-4 15,0 1 2-15,-2 1 2 0,1-2 0 0,1 2-8 16,-2 0 1-16,1 0 3 0,-1 0-5 0,0 0 4 15,0 0 0-15,0 0 3 0,2 0 3 0,-2 0-4 16,0 0-1-16,0 0 1 0,0 0-2 0,0 0 1 16,0 0-4-16,0 0 11 0,0 0-1 0,0 0-3 0,0 0 2 15,0 0-1-15,0 0-1 0,0 0-13 16,0 0 3-16,0 0-1 0,0 0 5 0,0 0-2 16,0 0 3-16,-2 0 13 0,2 0-3 0,0 0-2 15,-1 0-3-15,1 0 1 0,0 0 3 0,0 0-14 0,0 0 4 16,0 0 2-16,0 0-3 0,0 0-1 15,0 0-3-15,0 0 7 0,0 0-2 0,0 0 1 16,0 0 4-16,0 0 2 0,0 0-4 0,0 0 2 0,0 0 2 16,0 0 2-16,0 0-4 0,0 0-2 0,0 0 4 15,0 0-1-15,0 0 0 0,0 0 1 0,0 0 3 16,0 0-2-16,0 0 0 0,0 0-2 16,0 0-3-16,0 0-3 0,0 0-4 0,0 0 4 0,0 0-4 15,0 0 3-15,0 0 2 0,0 0 4 0,0 0 4 16,0 0-2-16,0 0 5 0,0 0 1 0,0 0 1 15,0 0-10-15,0 0 0 0,0 0 1 0,0 0-4 16,0 0-3-16,0 0-1 0,0 0 3 0,0 0 0 16,1 0 3-16,-1 0-1 0,0 0 2 0,0 0 1 15,0 0 3-15,2 0-3 0,-2 0-6 0,0 0 5 16,0 0 2-16,0 0-4 0,0 0 1 0,0 0 2 16,-2 0 1-16,1 0-6 0,1 0 0 0,0 0 3 15,0 0-2-15,0 0 3 0,0 0 0 0,0 0 4 16,0 0 0-16,0 0 0 0,0 0 2 0,0 0-1 15,0 0-6-15,0 0 1 0,0 0-2 0,0 0-2 16,0 0-3-16,0 0 3 0,0 0 3 0,0 0 0 16,0 0 3-16,0 0-1 0,0 0 3 0,1 0-2 15,1 0 4-15,-2 0-1 0,0 0-4 0,0 0-2 0,0 0-1 16,0 0 0-16,0 0-1 0,0 0-7 0,0 0 3 16,0 0 2-16,0 0 3 0,0 0 1 15,0 0 1-15,0 0 9 0,0 0 1 0,0 0 1 16,0 0 0-16,0 0-8 0,0 0-1 0,0 0-1 0,0 0-3 15,0 0 4-15,0 0-5 0,0 0 8 0,-2 0 2 16,1 0-3-16,1 0-2 0,0 0-6 0,0 0 3 16,0 0-3-16,0 0 3 0,-2 0 0 0,2 0 9 15,2 0-2-15,-2 0 6 0,1 0-7 0,1 0-5 16,-2 0 3-16,0 0-5 0,2 0 6 0,-2 0-3 16,0 0 7-16,0 0-1 0,0 0-3 0,2 0 4 15,-2 0 1-15,0 0-5 0,0-1-2 0,0 1 0 16,0 0 1-16,0 0 4 0,0 0-6 0,0 0 0 15,0 0 5-15,0 0 2 0,0 0-1 0,0 0-9 16,0 0 2-16,-2 0 5 0,2 0 2 0,0 0-5 16,0 0-1-16,0 0 2 0,0 0-7 0,0 0 2 15,0 0-1-15,0 0 5 0,0 0 5 0,0 0-6 16,0 0 9-16,0 0-6 0,0 0-7 0,0 0-11 16,0 0 3-16,-2 0 6 0,2 0 2 0,0 0-1 15,0 0 2-15,0 0 11 0,0 0 1 0,0 0-4 16,0 0 5-16,0 0-1 0,2 0 4 0,0 0-6 15,-2 0-6-15,0 0 1 0,0 0-2 0,0 0-2 0,0 0-6 16,0 0 3-16,0 0-2 0,0 0 3 0,0 0-1 16,-2 0-5-16,0 0 2 0,2 0 6 15,0 0 0-15,0 0 2 0,0 0-3 0,0 0 6 0,0 0 0 16,0 0 0-16,0 0 0 0,2 0-2 0,-2 0 5 16,2 0-1-16,-2 0 0 0,0 0-1 0,0 0-4 15,0 0 4-15,0 0-7 0,0 0 4 0,0 0 0 16,0 0-5-16,0 0 10 0,2 0-7 0,-2 0 0 15,0 0-6-15,-2 0 5 0,2 0 1 0,0 0-6 16,0 0 4-16,0 0 3 0,0 0-3 0,0 0 1 16,0 0 1-16,0 0 2 0,0 0 2 0,0 0-1 15,0 0 0-15,0 0-1 0,0 0-3 0,0 0-6 16,0 0 4-16,0 0 3 0,0 0 6 0,0 0-4 16,0 0 4-16,0 0 3 0,0 0-12 0,-2 0 12 15,2 0-1-15,0 0-4 0,0 0-3 0,0 0 0 16,0 0 5-16,0 0-10 0,0 0 3 0,2 0 2 0,-2 0-3 15,0 0 1-15,2 0 0 0,-2 0-1 0,0 0-2 16,0 0 3-16,0 0 5 0,0 0-5 16,0 0-3-16,0 0 5 0,0 0-3 0,0 0 2 0,0 0-1 15,0 0 1-15,0 0 7 0,0 0-1 0,0 0 0 16,0 0-1-16,0 0 0 0,0 0-9 0,0 0 2 16,0 0-2-16,0 0 3 0,0 0 3 0,0 0-1 15,0 0 7-15,0 0-7 0,0 0 2 0,0 0-2 16,0 0 2-16,0 0 1 0,0 0 2 0,0 0 0 15,0 0 4-15,0 0 1 0,0 0-8 0,0 0 2 16,0 0-1-16,0 0-3 0,0 0-2 0,0 0 4 16,0 0 2-16,0 0 0 0,0 0-6 0,0 0 5 15,0 0 4-15,0 0-9 0,0 0-2 0,0 0 0 16,2 0 6-16,-2 0 1 0,0 0-14 0,0 0 7 16,-2 0 7-16,2 0 3 0,0 0-7 0,0 0-1 15,0 0 8-15,0 0 0 0,0 0-12 0,0 0 1 16,0 0 9-16,0 0-1 0,0 0-4 0,-2 0-4 0,2 0 8 15,0 0-5-15,-2 0-6 0,2 0 3 0,0 0 1 16,0 0 5-16,2 0-5 0,-2 0 4 0,0 0 0 16,0 0-5-16,0 0 5 0,2 0-3 0,-2 0 1 15,0 0-3-15,0 0 1 0,0 0 7 0,0 0-5 16,0 0-2-16,0 0 3 0,0 0 3 0,0 0-1 16,0 0-5-16,0 0 3 0,0 0 0 0,0 0-3 15,0 0 6-15,-2 0-6 0,2 0-2 0,0 0-3 16,0 0 8-16,0 0-1 0,0 0-7 0,0 0 8 15,0 0 1-15,0-2 1 0,0 2-3 0,0 0 7 16,0 0-1-16,2 0-5 0,-2 0 2 0,0 0 2 16,0 0-3-16,0 0-2 0,0 0 5 0,0-1 6 15,0 1 0-15,0 0-3 0,0 0 0 0,0 0-1 16,0 0-6-16,0 0-5 0,2 0-1 0,-2 0 5 16,0 0 0-16,0 0 4 0,1 0 1 0,-1 0 3 15,0 0-2-15,0 0-5 0,0 0-2 0,-1 0-3 16,1 0 4-16,0 0 0 0,0 0 3 0,0 0 5 0,0 0-5 15,0 0 1-15,0 0-1 0,0 0 2 0,1 0-3 16,-1 0 1-16,0 0 4 0,0 0-1 0,0 0 1 16,0 0 1-16,-1 0-2 0,1 0-4 0,0 0-1 15,0 0 3-15,0 0-6 0,0 0-1 0,1 0-1 16,-1 0-7-16,0 0 6 0,0 0-2 0,0 0 5 16,0 0-2-16,0 0 0 0,0 0 10 0,0 0-1 15,0 0 2-15,-1 0-7 0,1 0 1 0,0 0 3 16,0 0-3-16,0 0-1 0,0 0-7 0,0 0 2 15,0 0 4-15,0 0-2 0,0 0-4 0,0 0 4 16,0 0 4-16,0 0 5 0,0 0 0 0,0 0-3 16,0 0 2-16,-2 0-2 0,2 0-3 0,0 0-3 15,0 0-2-15,2 0 0 0,-2 0 4 0,0 1-2 0,0-1 2 16,0 0-3-16,0 0 0 0,0 0 3 16,0 0-4-16,0 0 4 0,-2 0-2 0,2 0 3 15,0 0-2-15,0 0 2 0,0 0 3 0,0 0-3 0,0 2 2 16,0-2-2-16,0 0 0 0,0 0 0 0,0 0 2 15,0 0 0-15,0 0-1 0,0 0 3 0,0 0 1 16,0 0-1-16,0 0-6 0,0 0 2 0,0 0-1 16,0 0-6-16,0 0 0 0,0 0 1 0,0 0 6 15,2 0-3-15,-1 0 0 0,-1 0 6 0,0 0 1 16,0 0-5-16,0 0 1 0,0 0 5 0,0 0 0 16,0 0-1-16,0 0-1 0,0 0 5 0,0 0-4 15,-1 0-1-15,1 0-5 0,0 0 2 0,0 0 0 16,0 0-2-16,0 0 1 0,0 0 0 0,0 0 2 15,0 0-6-15,0 0 3 0,0 0 0 0,1 0 0 16,-1 0 0-16,0 0 2 0,0 0 2 0,0 0 4 16,0 0-2-16,0 0-2 0,3 0 0 0,-3-2-2 15,2 2 0-15,-2-1-6 0,0 1 6 0,3 0 0 0,-3-2-3 16,2 2 7-16,-2 0-1 0,1-1 3 16,1 1-7-16,0-2 4 0,-1 2 6 0,1 0-1 15,1-2 5-15,-1 1 3 0,-1 1 7 0,2-1-2 0,-1-1 0 16,-1 1-3-16,2-1-4 0,-1 1 3 0,0 1 0 15,1-3 3-15,-2 3 4 0,3-2-1 0,-3 1 5 16,1-1 3-16,1-1-2 0,-1 2 0 0,-1-1 1 16,2 1 3-16,-1 1 3 0,-1-3 0 0,1 3 3 15,-1 0 2-15,-1-2-2 0,0 1 0 0,2 1-1 16,-2 0-3-16,0 0 0 0,0 0-4 0,0 0-2 16,0 0-5-16,-2 1-7 0,2 1-4 0,-3-1-1 15,0 2-5-15,-4 3-2 0,-2 0 0 0,-2 3-1 16,-3 2-5-16,1 2-8 0,-4-1 3 0,1 3-1 15,-3 2-1-15,-1-1 0 0,2 1 5 0,-2 1-2 16,2 1-1-16,-2-1 3 0,-1 3 1 0,2 0 0 16,-3 0-4-16,2 2 3 0,2-3-4 0,-2 3-1 0,1 0-2 15,1-2 3-15,0 0 4 0,1 1 3 0,-1-1 6 16,0 2-5-16,2-2-2 0,0 0 1 0,-2 0-7 16,2 0 0-16,0 0-2 0,0-3 8 0,0 0 0 15,2-3-2-15,1 0-1 0,2-2 1 0,1 1-1 16,0-4 0-16,3 1 0 0,-2-4 0 0,3 1 6 15,3-4 1-15,-2 2 1 0,3-3-6 0,-1-1-2 16,1 1-2-16,1-2-8 0,1 1-9 0,-2-2-12 16,2-3-7-16,2 0-4 0,1-3-3 0,0-3 0 15,4 0-3-15,-1-3 13 0,3 0 10 0,-1-3 6 16,0 0 2-16,3-2-1 0,-1 1 2 0,-1-2 3 0,2-2-2 16,0 2 3-16,-1-1-1 0,2-2 10 0,1 1 6 15,0-1 2-15,3-2-2 0,-2 3-1 0,3-3 5 16,-1 1-3-16,3 1 5 0,-2-2-7 0,1 4 4 15,2-3 3-15,-2 3-8 0,2-1 6 0,2 1-2 16,-2 1 0-16,2 0 0 0,0 0-3 0,-2 3 7 16,-2 0-6-16,-1 2-5 0,-3 0 7 0,0 3 6 15,-2 1 0-15,0 2-7 0,-3 1 0 0,1-1 2 16,-2 5-8-16,1-1-1 0,-2 0 0 0,-1 3-1 16,1 0 4-16,-1 2-1 0,0 0 2 0,0 1-2 15,-1 2-4-15,-2-1 2 0,2 2-2 0,0 2 1 16,-2-1-2-16,2 1 1 0,-1-1 5 0,-2 2-2 15,1 2 0-15,0-2 2 0,1 1 1 0,-1 2-2 0,-1-1-5 16,1 1 8-16,1 0 2 0,-1 1 1 0,-1 2 1 16,-1 0 0-16,-1 1 5 0,0 2-1 15,0 0-5-15,-1 2-6 0,-1-1 3 0,-1 1 5 0,0 0-1 16,0-1-1-16,2 2 1 0,-1-3 4 0,-1 3-5 16,-1-3-8-16,1-1 5 0,0-1-5 0,1 0-2 15,-1 0 0-15,0 0 0 0,0-2 8 0,0-1-1 16,1-2 2-16,1 1-4 0,-1-3 6 0,1-2 6 15,-1-1 0-15,0-1-4 0,1-1 1 0,-1 1 3 16,2-2-7-16,-3 0-20 0,3 0-21 0,-2 0-26 16,1-3-17-16,-1 1-27 0,2 0-18 0,0-1-3 15,2 0 2-15,-2 0-9 0,-2 0-53 0,1-1-98 16,-3 0-136-16,-2-4-123 0,2 1-61 0,-3-1-7 16,-1-1 49-16,-1 0 115 0</inkml:trace>
  <inkml:trace contextRef="#ctx0" brushRef="#br0" timeOffset="349.73">5936 6852 116 0,'-6'-6'226'0,"0"0"27"0,3 0-40 0,-2 1-34 0,2 1-20 0,1 1-6 0,-1-2-2 16,1 2-3-16,2 2 4 0,-1-2-3 0,-1 3-4 15,2-3-8-15,0 3-14 0,0-2-11 16,0 1-10-16,0-1-10 0,0 2-10 0,0-1-4 16,0 1 1-16,0 0 4 0,0 1 5 0,3-1 16 0,-1 2 7 15,4-1 1-15,4 1-4 0,1-1-12 0,0 1-19 16,6-1-31-16,-1 1-15 0,3-1-12 16,-1-1-7-16,2 3-8 0,1-3-1 0,-2 2 3 15,3-1-4-15,-2-1 5 0,-2 2-7 0,2-2 0 0,-4 0 2 16,0 0-1-16,-2 0 2 0,0 0-9 0,-2 0-6 15,-2 0-1-15,0 0-17 0,-2-2-15 0,0 2-21 16,-2-1-29-16,0 1-39 0,1-2-56 0,-1 2-56 16,-1 0-61-16,3 0-72 0,-4 0-85 0,1 0-18 15,-2-3 26-15,-3 3 51 0,0 0 68 0</inkml:trace>
  <inkml:trace contextRef="#ctx0" brushRef="#br0" timeOffset="2597.65">11897 5359 45 0,'0'0'192'16,"-3"-1"12"-16,3 1-37 0,0-2-42 0,-1 0-26 0,-1 1-8 0,2 1 2 16,0-1 11-16,0 1 8 0,0 0 6 0,0-2 5 15,0 2 0-15,0-1 1 0,0 1-2 0,0 0 0 16,0-2 3-16,0 2 2 0,0 0 6 0,0 0 2 0,0 0-2 16,0 0-4-16,0-1-14 0,0 1-9 0,0 0-12 15,0-2-13-15,0 2-13 0,0 0-9 0,0 0-3 16,0 0-7-16,0 0-9 0,0 0-4 0,0 0-3 15,0 0-3-15,0 0-4 0,0 0-2 0,0 0-1 16,0 0 2-16,0 0-4 0,0 0-3 0,0 0 0 16,0 0-4-16,0 0 0 0,0 0-4 0,0 0-1 15,0 0-2-15,0 0 0 0,0 0-3 0,-2 0 1 16,2 2-6-16,0-2-5 0,-1 1-1 0,-1 2 0 16,-1 0 3-16,1 5 0 0,-4-1 4 0,0 4 3 15,0 1 2-15,-2 3-4 0,-1 0-1 0,0 3 2 16,1 1-1-16,-1 1 1 0,-2 1 1 0,1 0 5 15,1 1-1-15,-2 1-6 0,3-2 1 0,-2 0-2 16,2 0 0-16,-2-2-4 0,1 1 4 0,1-2 4 16,-1 0-2-16,1-2 3 0,0-1-3 0,0 0 2 15,3 0 3-15,-4-1-1 0,3-1-2 0,1-1 1 16,-1 0-2-16,-2-1 1 0,3-1-4 0,0-1 1 16,2-1 3-16,0-1-3 0,0-1 2 0,-1-1 0 0,1 1 1 15,2-2 2-15,-4-1 0 0,4 2 3 0,-1-4-3 16,1 2-5-16,-1 0-1 0,2-3-1 15,0 3 1-15,-2-3-1 0,2 2 1 0,0-1 1 0,0-1 3 16,-1 2-1-16,-1-2-4 0,2 1-4 0,0-1 3 16,0 2 2-16,0-2-1 0,0 0-3 0,0 0 8 15,0 0-3-15,0 0 0 0,0 0-1 0,0 0 1 16,0 0-1-16,-1 0-2 0,-1 0 3 0,2 0 0 16,0 0 0-16,0 0-2 0,0 0 0 0,0 0 2 15,0 0 1-15,0 0-3 0,0 0 2 0,0 0 2 16,0 1-2-16,0-1-2 0,0 0-1 0,0 0 2 15,0 0-1-15,0 0-2 0,0 0 6 0,0 0-3 16,0 0-1-16,0 0 0 0,0 0 2 0,0 0 4 16,0 0-5-16,0 0-1 0,0 0 2 0,0 0-1 15,0 0 0-15,0 0 0 0,0 0-1 0,0 0 2 16,0 0-1-16,0 0 3 0,0 0 0 0,0 0-1 16,0 0 1-16,0 0 0 0,0 0 0 0,0 0-3 15,2 0 0-15,-1 0 2 0,-1 0 0 0,0 0-2 0,0 0 0 16,0 0 1-16,0 0 2 0,0 0-4 15,0 0-1-15,0 0 2 0,0 0-1 0,0 0 1 0,2 0-1 16,-2 0 3-16,0 0-5 0,0 0 4 0,0 0-2 16,0 0 0-16,0 0-2 0,0 0 2 0,0 0 5 15,0 0 0-15,0 0-2 0,0-1 5 0,0 1-1 0,0 0-8 16,0 0 1-16,0 0-3 0,0 0 3 0,0 0-4 16,0 0 2-16,0 0 3 0,0 0-1 0,0 0 0 15,1 0 0-15,-1 0-1 0,0 0 5 0,0 0-3 16,0 0 2-16,0 0-1 0,0 0 2 0,0 0-1 15,0 0-6-15,2 0 2 0,-2 0 3 0,0 0 3 16,0 0-2-16,0 0-2 0,0 0 2 0,0 0 5 0,0 0-3 16,0 0-2-16,0 0 0 0,0-2 1 0,0 2-2 15,0 0-3-15,0 0-2 0,0 0 1 0,0 0 0 16,0 0 1-16,0 0 3 0,0 0 0 0,0 0 4 16,0 0-5-16,0 0 0 0,0 0 6 0,0 0-5 15,0 0 0-15,0 0-4 0,0 0-1 0,0 0 2 0,0 0-4 16,0 0 5-16,0 0-3 0,0 0 0 0,0 0 3 15,0 0 2-15,0 0-1 0,0 0 1 0,0 0 0 16,0 0 4-16,0 0-1 0,0 0-2 0,0 0-1 16,0 0 1-16,0 0 2 0,0 0 2 0,2 0 1 15,-2 0 1-15,1 0 4 0,-1 0-1 0,0 0 0 16,0 0-1-16,0 0-1 0,0 0 1 0,2 0-4 16,-1 0 1-16,-1 0 0 0,0 0 0 0,2-1-3 15,-2 1 2-15,3-2-1 0,-3 2-2 0,1-1-1 16,-1 1 0-16,0-2 0 0,2 2-2 0,-1 0-6 15,-1-3-2-15,0 2-11 0,0-1-10 0,2-1-11 16,-2 0-12-16,0 0-11 0,0 0-21 0,0-1-28 16,0 1-48-16,0 0-69 0,0-2-82 0,0 2-94 15,0 0-101-15,2 2-31 0,-1-2 23 0,1 0 62 16,-2 1 85-16</inkml:trace>
  <inkml:trace contextRef="#ctx0" brushRef="#br0" timeOffset="4763.68">13330 5578 31 0,'1'-1'169'0,"-1"-2"-8"0,2 1-15 0,0 1-5 0,-2-1 2 0,0 1 9 15,0 1 10-15,0-2 12 0,0 2 12 0,0-1 12 16,0 1 12-16,0 0 8 0,0 0 9 0,0 0 0 15,0 0-12-15,-2 0-26 0,2 0-27 0,0 0-26 16,0 0-35-16,0 0-24 0,-2 0-18 0,2 0-11 16,0 0-8-16,0 0-9 0,0 0-2 0,0 0 0 15,0 0-3-15,0 0-2 0,0 0-3 0,0 0-1 16,0 0 1-16,0 0-5 0,0 0-3 0,0 0 1 16,0 0-1-16,0 0-3 0,0 0-2 0,0 0-1 15,0 0-3-15,0 0 4 0,0 0 1 0,0 0-1 16,0 0 0-16,0 0-6 0,0 0 5 0,0 0-5 15,0 0 1-15,0 0-4 0,0 0 0 0,0 0 5 16,0 0-3-16,0 0-1 0,0 0 2 0,0 0 5 16,0 0-4-16,0 0-3 0,0 0 7 0,0 0 4 0,0 0-4 15,0 0 1-15,0 0 0 0,0 0-2 0,0 0-2 16,0 0-1-16,0-2 0 0,0 2-2 16,0 0 4-16,0 0-1 0,0 0-3 0,0 0 0 15,0 0-1-15,0 0 0 0,0 0-2 0,0 0 4 0,0 0 1 16,0 0 0-16,0 0-5 0,2 0 1 0,-2 0 1 15,2 0-2-15,-2 0 2 0,0 0 0 0,0 0 0 16,0 0-1-16,0 0 1 0,0 0 0 0,0 0-3 16,0 0-1-16,0 0 2 0,0 0 3 0,0 0-3 15,0 0 0-15,0 0 2 0,0 0 2 0,0 0-4 16,1 0 1-16,-1 0 0 0,0 0 0 0,0 0 0 16,0 0 1-16,0 0 1 0,0 0 0 0,0 0 0 15,0 0-1-15,0 0 2 0,0 0-4 0,0 0 2 16,0 0 0-16,0 0 2 0,0 0-2 0,0 0-1 15,0 0 6-15,0 0-3 0,0 0-3 0,0 0 1 16,0 0 2-16,0 0-1 0,2 0-4 0,-2 0 2 16,1 0 0-16,-1 0 2 0,0 0-4 0,0 0 3 15,0 0 2-15,2 0 0 0,-2 0 0 0,0 0 0 16,0 0-4-16,2-2 2 0,-1 2 0 0,-1 0 3 16,0-1-1-16,2 1 0 0,-2 0 5 0,0 0-5 15,0 0-1-15,0-1-5 0,0-1 3 0,0 2-2 16,0-3-1-16,-2 2 4 0,2-4 0 0,0 2 2 15,-1-1-1-15,-1-1 1 0,2 1-2 0,-2-1 2 0,1 1-2 16,-1-2 2-16,1 1 1 0,-1-1-1 0,0 0 2 16,1 0-1-16,-1 0 4 0,0 0 3 15,2 0 3-15,-1 0 5 0,-1 0 6 0,1 0 10 0,-2 0 8 16,1 0 4-16,2-1 9 0,-3 1 13 0,3 0 8 16,-1 0 5-16,1 0 4 0,-2 0 8 0,0 0 4 15,2 1-3-15,-1 0 1 0,-1 0 1 0,2 2-2 16,0-2 1-16,-2 2-2 0,2 0-1 0,-1 0-4 15,1 2-2-15,-2-2-7 0,2 1-11 0,-1 2-11 16,1-1-13-16,-2 1-14 0,2 0-15 0,-2 0-7 16,2 1-1-16,0 2 0 0,-1 3 5 0,-1 2 6 15,2 3 8-15,-1 3 2 0,-1 4 2 0,-1 3 0 16,3 1-1-16,-3 6-1 0,3 0 0 0,-1 2 0 16,-3 2-3-16,1 0-2 0,1 2-4 0,1-1-4 15,-2-2-5-15,-1 0-2 0,1 0-1 0,0-1-2 16,0-2-3-16,0-1 0 0,0-1 1 0,0-2-3 0,1-2 1 15,-1-1 0-15,1 2 3 0,-1-4-1 0,1 1-2 16,1-2 1-16,-2-2-2 0,3-1 1 16,-4 0-2-16,4-1 0 0,-4-4 0 0,4 1 1 0,-2-1 0 15,1-2 0-15,-1-1 0 0,2-1 1 0,0-1 3 16,-1-1-3-16,-1-1 2 0,2 0 1 0,0 0-1 16,0-3 0-16,2 2-2 0,-1-2 1 0,-1 0-1 15,0 0 0-15,2-2 1 0,-1 1-2 0,1-3-3 16,-2 2 1-16,4-1 1 0,0-2 0 0,-3 1-4 15,1-1 2-15,1 1 0 0,-1-2-3 0,-1 3-2 16,1-2-1-16,-1 2-1 0,1-1 2 0,0 1 1 16,-1 0 1-16,-1 0 0 0,2 1 1 0,-1-1 0 15,-1 2-1-15,0-1-3 0,2 1-2 0,-2-1 0 0,0 1-1 16,0-1 3-16,0 1 0 0,0 1 1 0,0-2 4 16,0 2 0-16,0 0 1 0,0-1-2 15,0-1-1-15,0 2 2 0,2 0-3 0,-1-2 0 0,-1 1-1 16,0 1-1-16,0 0 0 0,0-1 1 0,0 1-1 15,0 0-1-15,0 0-1 0,0 0 0 0,0 0 3 16,0 0-2-16,0 0 2 0,0 0-1 0,0 0 2 16,0 0 0-16,0 0-2 0,0 0-1 0,0 0 0 15,0 0 3-15,0 0-2 0,0 0 2 0,0 0-1 16,0 0 0-16,0 0 0 0,0 0 0 0,0 0 0 16,0 0 0-16,0 0 2 0,0 0-1 0,0 0 2 15,0 0 0-15,0 0 2 0,0 0 0 0,0 0 1 16,0 0 1-16,0 0-1 0,0 0 2 0,0 0-2 15,0 0-1-15,0 0-1 0,0 0-1 0,0 0-2 16,0 0-4-16,0 0-4 0,0 0-6 0,0 0-7 16,0 0-9-16,0 0-12 0,0 0-14 0,0-2-15 15,0 2-26-15,0 0-32 0,0-1-39 0,0 1-32 0,0 0-29 16,0 0-38-16,0-3-73 0,-3 1-134 16,3-1-139-16,-2-2-53 0,-1 0-6 0,0-3 30 0,1-1 92 15,1 0 166-15</inkml:trace>
  <inkml:trace contextRef="#ctx0" brushRef="#br0" timeOffset="6194.98">15259 3682 151 0,'0'-4'208'0,"0"-4"2"0,-2 2-32 15,2-1-3-15,-1 0 9 0,-1 2 15 0,1-3 15 0,1 3 11 16,-4 0 9-16,4 0-8 0,-1 1-8 0,-1-1-10 16,2 1-19-16,-2-1-22 0,2 1-26 15,-1 1-22-15,1-1-21 0,-2 2-21 0,2-1-12 16,-1 0-6-16,1 1-7 0,0 1-9 0,0-2-3 0,0 1 3 15,0 2-3-15,0-3-2 0,0 3 0 0,0-1 8 16,-2 1 0-16,2-2 3 0,0 2 4 16,0-1 9-16,0 1 4 0,0 0-5 0,0 0 3 0,0 0-8 15,-2 1-9-15,2-1-12 0,0 2-8 0,0-1-5 16,-1 2-4-16,-1 3 3 0,2 2 5 0,-3 2 3 16,0 3 4-16,2 4 8 0,-1 4 3 0,1 2-4 15,-3 2 2-15,1 4 0 0,0 4-1 0,0 0 0 16,1 3-7-16,-1 1-1 0,0 1 0 0,-2-1-4 15,2 1-3-15,1 1-9 0,-1-3 0 0,0 1-4 16,1-2-4-16,1 1-4 0,-1-3-1 0,-1 0 1 16,1-3 0-16,1 0 2 0,-1-3-3 0,1-2 2 15,-1-1-2-15,-1-3-4 0,2-1 2 0,-1-1-3 0,0-2 2 16,2-1 0-16,0-2 5 0,-1-2 1 16,-1-2-3-16,2 1 0 0,0-4 2 0,0 1-4 15,0-1 1-15,0-3-1 0,0 0 1 0,0 0 2 0,0-2-2 16,0-1 2-16,2 1 0 0,-1-2 0 0,-1 0-1 15,2-2 1-15,-2-1-2 0,3-1-1 0,2-1-1 16,-4-1-1-16,2 2-1 0,-1-2 1 0,1 1 1 16,0-2 0-16,-1 1 0 0,1 0 2 0,-1 0-1 15,-1 0-2-15,1 1-2 0,1-1-1 0,2 2 1 16,-5-1-3-16,1 1-6 0,1 1-6 0,-1 0-10 16,1-2-24-16,-2 4-27 0,2-4-28 0,-2 2-23 15,1 0-20-15,-1-1-16 0,2 1 8 0,-2 0 7 16,0-2 18-16,0 2 13 0,0 0 10 0,0-1 0 0,0 1-19 15,0 1-31-15,-2-1-51 0,2 0-57 16,0 0-58-16,0 2-54 0,0-2-59 0,2 1-29 16,-2-1 23-16,1 0 50 0,-1 0 67 0</inkml:trace>
  <inkml:trace contextRef="#ctx0" brushRef="#br0" timeOffset="7294.7">15632 2881 25 0,'1'3'119'0,"2"-3"6"0,-1 2-2 0,1-2-1 0,-1 1-3 0,-1-1 0 16,1 2-1-16,0-2 0 0,-1 0 5 0,1 0 10 15,-2 1 11-15,2-1 15 0,-2 2 11 0,0-2 10 0,0 0 8 16,0 1 6-16,0-1-1 0,0 2-9 16,0-2-15-16,0 0-21 0,-2 0-20 0,2 0-30 0,-2 1-26 15,2-1-14-15,0 0-12 0,0 0-10 0,0 0-11 16,0 0 0-16,0 0 0 0,0 0-3 0,-1 0-2 16,1-1 2-16,-2 1 3 0,2-2-7 0,0 1-4 0,-2 1 0 15,2-3-5-15,-1 3 0 0,1-2 1 0,-2 1-3 16,2-1 4-16,-1 0 2 0,1 1-1 0,-2 0-1 15,0-1-5-15,2 1 3 0,-3-2 1 0,3 1-9 16,-4 1 1-16,4-2-2 0,-2 1 6 0,-1-1 2 16,2 2 3-16,-3-2 2 0,3 0 4 0,-1-2 0 0,-1 2-4 15,1 0 7-15,-1-1-5 0,1 1 1 0,1 0 1 16,-1 0 0-16,1-2 7 0,1 2-14 0,-5 0 8 16,5-1 0-16,-3 1 2 0,3-2 5 0,-1 2 1 15,1-3 11-15,0 2 1 0,0-1 9 0,0-1 3 0,0 2-4 16,0-1 13-16,0 0-3 0,0 1-3 0,0 0 0 15,0 1 2-15,0-2-3 0,0 2-4 0,0 0 4 16,0 0 0-16,0 2-5 0,0-1-8 0,0 1 1 0,0 1-11 16,-2-2-5-16,0 2-10 0,2 0 2 15,0 0-9-15,-1 0-1 0,1 0-8 0,0 2-3 0,0-1 2 16,0 4-7-16,0-1 10 0,0 5 3 16,1 1 8-16,-1 4 9 0,0 4 11 0,0 2 10 0,-1 2 4 15,-1 4-4-15,2 2 9 0,-2 1-2 0,-1 4-9 0,0 0-3 16,1 0-2-16,-2 1-1 0,-1 1-10 0,0-1-6 15,-1 0-1-15,1 0-7 0,-1-1-2 0,-1 0-4 16,1-2 5-16,0 1-1 0,0-2-3 0,-1-2 0 16,2 1-3-16,-2-2 1 0,0-2-2 0,3 1-1 15,-3-2 1-15,2-2 3 0,-1-1 4 0,2 0-4 16,-3-1-8-16,4-2-9 0,-2-2-17 0,3-1-26 16,-2-1-35-16,-1-2-40 0,2-2-47 0,2 1-31 15,-3-4-14-15,1 1-8 0,3-2-8 0,-2-2-47 16,2 0-93-16,-1-2-139 0,1-2-82 0,0 0-30 0,1-4 10 15,-1-2 72-15,2-2 136 0</inkml:trace>
  <inkml:trace contextRef="#ctx0" brushRef="#br0" timeOffset="7694.78">15423 3354 241 0,'-6'-9'263'0,"-2"0"16"0,2-2-50 0,1 0-58 0,0 1-12 0,2-2-1 0,0-1 17 16,1-1 19-16,-1 1 19 0,6-2 5 0,-1 1-10 15,-1 1-14-15,4-2-29 0,0 2-23 0,1 0-33 16,5 1-21-16,-3 2-18 0,3-1-14 0,3 2-4 0,2-1-12 16,1 0-3-16,1 2-10 0,4 0-2 0,-1 1-3 15,1-1-8-15,3 2 0 0,-1 0-5 0,1 2 2 16,0-2-5-16,-1 2 0 0,2 0 2 0,-3 1-5 15,1 2-3-15,-3-1-1 0,-1 1-4 0,0 1 0 0,-3 1-2 16,0 1 9-16,-3 1 6 0,0 1-2 16,-3 1 1-16,1 2-4 0,-2 1-1 0,-3 2-6 0,-1 0-3 15,-1 4 3-15,-2 0 2 0,0 1 1 0,-1 3 3 16,-4-2 1-16,-1 2-1 0,0 0 5 0,-2 2-4 16,0-1 5-16,-3-1 1 0,0 0-2 0,-2-1-5 15,0 1-5-15,-4-2 5 0,1-1-3 0,0 2-4 0,-4-4 1 16,3 1 4-16,-4-1 1 0,-2-1-7 0,2 0-9 15,-4-1-18-15,2-1-37 0,-3 1-77 0,0-1-99 16,-2 1-113-16,0-2-140 0,-2 0-56 0,3 0-4 16,-2-2 53-16,4 2 88 0</inkml:trace>
  <inkml:trace contextRef="#ctx0" brushRef="#br0" timeOffset="8144.02">15818 3453 14 0,'-1'-8'249'0,"-4"-1"27"0,2 0 29 0,0 2-47 0,0-2-40 0,1 1-12 0,0 2 11 16,-1-2 12-16,3 3 6 0,-1-1-11 0,1 0-20 0,1 1-28 15,-1-1-41-15,3 2-35 0,-1-1-27 0,1 2-20 16,2 0-12-16,3 0-8 0,-2 2-3 0,0-2 0 15,3 3-4-15,1 0-5 0,-2 0 1 0,4 3-3 16,-3 1-4-16,0 2-7 0,1 0 1 0,0 3-4 16,0 2 0-16,-2 0 2 0,-1 5-1 0,-1 0 0 0,0 1-2 15,-1 2 5-15,-2 1-4 0,-1-1-5 0,-1-1-1 16,-1 0 8-16,-3 0-3 0,2 0-1 0,-3-1 1 16,1-2 4-16,0-2 3 0,-3-1-2 0,1 0 4 15,0-1 3-15,1-2 5 0,-3-2 2 0,0-1 4 16,0 0-4-16,2-3 4 0,-1-1 1 0,-1-1-4 15,0-2-4-15,2 1-1 0,0-3-2 0,2-3-8 16,2 0-4-16,-1-2-2 0,2-1-2 0,2-1 0 16,-1-4-1-16,6 1 0 0,-3-4-2 0,5-1 2 15,0-3 0-15,0 0-3 0,5-1 0 0,-3-2-4 16,2 1 0-16,1 2-3 0,-1-1-8 0,4 2-12 0,-4 1-19 16,3 1-31-16,-2 1-60 0,0 2-100 0,-3 3-99 15,2 0-103-15,-4 3-89 0,1 2-21 0,-2 1 31 16,0 1 84-16,-4 4 98 0</inkml:trace>
  <inkml:trace contextRef="#ctx0" brushRef="#br0" timeOffset="16702.96">16220 2187 111 0,'1'1'189'0,"-1"-1"-10"0,0 0-57 0,0 1-40 0,2-1-26 0,-2 2-17 0,0-2-2 16,2 0 2-16,-1 0 10 0,-1 0 14 0,2 0 15 15,0 0 19-15,-1 0 9 0,2-2 16 0,1 2 7 0,-1-1 8 16,0 1 2-16,1 0 6 0,1-1 13 0,0 1 9 16,-2-2 7-16,4 2-2 0,-4-1-5 0,3 1-16 15,-3-2-26-15,0 1-26 0,2-1-20 0,-2 1-14 16,0-1-16-16,-1 1-8 0,1-1-3 0,-1 0-5 16,-1 1-5-16,1-2-6 0,0 0-6 0,0 0-3 0,0 0 0 15,0 0-1-15,-1 0-4 0,-1-1 4 0,2-1 9 16,-1 1-1-16,1-3 0 0,0 3-2 0,-1 0 0 15,-1-2-5-15,0 1-2 0,3-1-2 0,-3 0-1 16,0 0-1-16,2 2 1 0,-2-2 5 0,0-1-6 16,0 2-1-16,0-1 0 0,0-2 5 0,0 1 5 0,0 1-4 15,0-2 0-15,0 2 2 0,0-1 1 0,-2-1-3 16,2 2-4-16,0 2 4 0,-3-2 5 0,3 1 0 16,0 1-5-16,-1 1 5 0,1 0 3 0,-2 1-7 15,2 0-4-15,0 1 3 0,-2 1 1 0,2-1-6 16,-1 2-6-16,1 2 1 0,-2 2-1 0,1 2-2 0,-3 7-4 15,-2 2 5-15,0 5 0 0,1 5 2 0,-1 4 4 16,-2 3-2-16,0 2 2 0,0 3-6 0,-2 3 5 16,1 1 1-16,-2 1 2 0,3 1 1 0,-4 2 2 15,2 0 2-15,-1 1-1 0,-1-1-5 0,-1 1-4 16,0-2-3-16,0 2 2 0,1-1-2 0,-4-1 1 0,3 0 3 16,-2-3 3-16,0 0 7 0,0-1-5 0,0-2-3 15,0-3-2-15,0-2-2 0,1-1-6 0,1-3-5 16,-1-2-4-16,3 0-7 0,1-4-18 0,0-2-13 15,0 1-22-15,2-5-29 0,2 0-44 0,-2-2-75 16,3-1-96-16,2-1-91 0,1-4-106 0,1-2-52 0,2-4 11 16,3-1 62-16,0-3 99 0</inkml:trace>
  <inkml:trace contextRef="#ctx0" brushRef="#br0" timeOffset="17052.95">16253 2646 2 0,'0'-25'336'0,"-3"0"46"0,1 1 32 0,-2 0 23 0,1 2-150 0,0-1-94 15,3 2-44-15,0 2-25 0,1-1-5 0,2 1 6 16,3 2 6-16,2 1 4 0,4-1-6 0,1 4-11 0,2-1-20 16,4 2-20-16,2 0-18 0,2 3-14 0,1 2-7 15,-1 1-8-15,3 3-8 0,-4 3 0 0,2 3-3 16,-2 3-7-16,-3 4-6 0,-2 4 0 0,-4 1-5 15,-1 6-6-15,-4 1 4 0,-1 3 0 0,-4 3 4 16,-1 1-3-16,-2 0 9 0,-2 3 1 0,-1-2-5 0,-2 0 1 16,0-2-3-16,0 1 2 0,1-4-5 0,-4 1 2 15,0-4-1-15,2 1 2 0,-2-2 0 0,-5-2-4 16,0-2 1-16,-1-1-4 0,-2-2-3 0,-1-1-5 16,-1-1-15-16,-4-1-13 0,-1-2-31 0,-1-2-37 0,0 1-37 15,1-4-41-15,-3-1-34 0,4-3-33 0,1 0-22 16,1 0-17-16,1-3-18 0,3-1-42 0,2-1-11 15,3-1 22-15,3 0 32 0,2-1 45 0</inkml:trace>
  <inkml:trace contextRef="#ctx0" brushRef="#br0" timeOffset="17685.93">16459 3145 72 0,'-2'6'201'0,"2"0"8"0,-3-3-47 0,3 1-50 0,0 0-28 0,-1-3-12 0,1 2 6 16,0-1 9-16,0-1 16 0,1-1 15 0,-1 2 13 15,2-2 10-15,-1 0 11 0,1 0 12 0,2-2 8 16,1 2 4-16,-2-1 4 0,4-2-6 0,-1 1-12 0,3-1-20 16,-1 0-17-16,2 0-26 0,-2-1-24 15,3 1-17-15,-2-3-12 0,1 1-10 0,2-1-7 0,0 0-1 16,0 0-2-16,-1-1-12 0,2-4-3 0,1 2 0 16,-1-1-3-16,1-2-1 0,0 0-4 0,2-2 6 15,-2 1-2-15,0-2 1 0,-1 3 2 0,-2-2-3 0,2 2 6 16,-2 0 0-16,-3 2 2 0,3 1-2 0,-3 0-2 15,-2 1-1-15,1 1 3 0,0-1-5 0,-2 2-1 16,-2-1 2-16,2 2-3 0,-2-1 2 0,-1 2-3 16,0-2 1-16,-1 1-5 0,1 2-1 0,-1-1 0 15,-1 1 0-15,0 0 0 0,0-1 1 0,0 3 1 0,0-2 2 16,0 2 0-16,0-1-5 0,0 2 0 16,0-1-1-16,0 1-2 0,0 0 0 0,0 0-2 0,-1 0-1 15,-1 1-6-15,2 2 5 0,0 1 3 0,-1 3-2 16,-1 0 3-16,0 4 0 0,-1-1 4 0,0 4-1 15,0 1 0-15,-1 0 0 0,1 1-2 0,2 2 2 0,-4-1-3 16,2-1-4-16,3 1-3 0,-1-1-2 16,1-1 0-16,1-1 7 0,-1 1 2 0,3-3-3 0,2 0 6 15,-4-2-1-15,4-1 3 0,0 0-7 0,0 2 2 16,0-4 5-16,-1 2 0 0,4 0 1 0,-2-2-2 16,-1 1 2-16,2 0-3 0,-3-1 0 0,2 1 2 0,-1-2-1 15,0 0-1-15,-2 0-5 0,2-2 5 0,-2 2-2 16,0-1-9-16,-1-2-12 0,2 0-21 0,0-2-32 15,-1 2-61-15,-2-2-71 0,3 1-74 0,-1-2-71 16,0 0-73-16,2-2-51 0,-2 1 13 0,5-3 47 16,-4 1 69-16</inkml:trace>
  <inkml:trace contextRef="#ctx0" brushRef="#br0" timeOffset="18118.77">17126 3182 32 0,'0'0'262'0,"-2"0"18"0,2 0 13 0,-3 0-75 0,3 0-69 0,-3 0-45 0,1 0-22 0,-1 0-3 16,2 2 2-16,1-2 5 0,-2 0-1 0,-1 0-4 15,3 0-8-15,-1 0-13 0,1 0-9 0,0 0-9 16,0 0-7-16,1 0 2 0,2 0 10 0,-1 0 18 16,1 0 23-16,2-2 21 0,-1 2 14 0,3-1 4 0,-1 0-2 15,3-1-12-15,-1-1-21 0,1 2-19 0,0-4-11 16,-1 2-7-16,1-3-8 0,-2 2-1 0,0-2 0 15,1-2-3-15,-3 1-4 0,2-4-5 0,-3 2-5 16,2-1-3-16,-3-2-6 0,1 0 0 0,-3 0-9 16,3 0 3-16,-4-2-5 0,0 3 2 0,0 0-6 0,0 0 1 15,-4 2 0-15,4 2-1 0,-1-2-2 0,-3 3-4 16,3 0 4-16,-1 1-7 0,-2 1 3 0,2 1-1 16,-1-1 0-16,0 3 2 0,-2 1-3 0,0 0 0 15,0 3-3-15,-4 0 0 0,1 3-1 0,-1 3 2 16,1 2 3-16,-5-1 1 0,2 4 3 0,0-1-2 15,3 2 0-15,-1 2 0 0,1-2 0 0,-2 1 0 0,4-1-1 16,1 2 4-16,2-2 2 0,0 0-5 0,1-1 0 16,1 2-11-16,1-3-8 0,1-1-27 0,2 0-32 15,2-1-48-15,0-1-63 0,5 1-64 0,2-4-59 16,1 1-42-16,4-2-31 0,-1-2-22 0,6 1-1 0,-2-4 38 16,3-1 51-16,1-1 55 0</inkml:trace>
  <inkml:trace contextRef="#ctx0" brushRef="#br0" timeOffset="18886.54">17613 3207 4 0,'16'-7'169'0,"1"0"2"0,-2 1-11 16,0 0-5-16,-2 0-3 0,1 0 3 0,-3 0 3 15,2 0 2-15,-4-1 10 0,-1 2 10 0,-1-1 12 0,0 2 13 16,-2-2 12-16,0 0-1 0,-2 0-6 16,-1 1-22-16,-1-1-28 0,-1 0-35 0,0 2-33 0,-3-1-27 15,1-1-23-15,-4 0-14 0,1 0-6 0,-2 2-5 16,0-1-3-16,-2 2-5 0,1-1 0 0,-3 1 3 15,0 1-5-15,-2 2-1 0,2 0-2 0,0 2 1 16,-2 1 2-16,1 3-4 0,-4 0 0 0,3 1-3 0,0 1 3 16,-1 2-3-16,1 1-2 0,0 1 0 0,1 0 4 15,-2 1 2-15,5 2-3 0,-1-1 4 0,-1 1 0 16,5 1-1-16,-1-1-4 0,3-1 3 0,0 1-2 16,1-2 2-16,3 1-4 0,0-2 1 0,2-2 1 0,1 1 2 15,3-3 0-15,1 2-1 0,4-4 5 0,-2-2 0 16,4 1 1-16,4-5-4 0,-1 0 3 0,3 0-5 15,1-5-3-15,-2 1-2 0,3-2 2 0,1-2 2 16,-5-1-3-16,4-1 2 0,-4-1 3 0,4-2-1 0,-3-3-1 16,0 0-4-16,1-5 0 0,-3 0-4 0,3-3-1 15,0-1 1-15,-5-4-5 0,3-1 0 0,-1-3-1 16,-2-1 1-16,-1-2 2 0,-2 1 0 0,0 1-1 16,-3 1 5-16,-1 1 9 0,-4 3 5 0,0 4 2 15,0 3 1-15,-3 4 2 0,0 1-4 0,-5 2-3 0,1 3-6 16,-3 3-2-16,-1 2-3 0,-3 2 2 0,-2 4-2 15,1 2-2-15,-2 2 6 0,-1 3-2 0,0 2-2 16,0 4 3-16,0 0 4 0,-2 4 0 0,0 2-2 0,4 5 4 16,-4 1-1-16,4 1-3 0,1 4 2 0,-1 0 2 15,4 3-5-15,-2-2-2 0,4 2 2 0,1-2 6 16,1 0-6-16,2-2 0 0,0 1 5 0,2-2 0 16,2-2 2-16,2-1-1 0,0 0 0 0,0-1-1 15,4-4-5-15,-1 2 5 0,2-3-4 0,3-1-3 0,0-2 2 16,3 0 3-16,-1-4 3 0,4 0-4 15,-1-2 0-15,1-1 1 0,1-4-1 0,3-1 2 0,-1-1-5 16,-1-2-4-16,2-2-2 0,-1-1-1 0,-1-1-3 16,0-2-1-16,0-3 1 0,0-2-1 0,0 1 1 15,-3-4 2-15,1 0 3 0,-1-2 2 0,1 1 1 0,-4-1 8 16,1 1 3-16,-3-2-7 0,-1 4 0 16,-1 1 0-16,-2 1 2 0,-1 1-2 0,-1 2-1 0,-2 1 4 15,0 1 2-15,2 1-1 0,-4 2 2 0,2 0-3 16,-3 2-1-16,0-1 0 0,0 1-2 0,-1 1 0 15,-1 1 1-15,-2 2 2 0,-1 0 0 0,2 1-3 0,-2 3 2 16,0 0 1-16,2 2-2 0,-2 2 5 0,-1 1 2 16,3 0 5-16,0 1-8 0,0 1 6 0,-1-2 2 15,4 2-9-15,-3 0-1 0,3 0 0 0,2-1 1 16,-1-1-5-16,1-1-9 0,1 0-5 0,2-1-24 16,0 0-40-16,2-2-68 0,2-2-88 0,-1-1-95 0,2-1-107 15,3-4-75-15,0 0-12 0,1-5 40 0,0-1 74 16</inkml:trace>
  <inkml:trace contextRef="#ctx0" brushRef="#br0" timeOffset="19233.98">18348 2742 3 0,'-19'3'368'0,"2"2"48"0,-4 0 29 0,2 3 15 0,2-1-139 0,0 1-99 0,1 2-53 0,2 1-19 15,1-3-10-15,2 3-6 0,1 1-5 0,6-1-17 16,0-1-31-16,4 1-22 0,0-1-16 0,5-1-10 16,2 0-6-16,2 0-9 0,2-3 2 0,2 0-8 15,4-3-3-15,-1 0 1 0,4-1-5 0,1-2 2 0,-2-2 2 16,1-2-6-16,-1-1 5 0,-1-1-1 0,-1-1 1 16,-1-2-5-16,0-2-1 0,-3-1 4 0,1-3-4 15,-5 0 0-15,-1-1-2 0,0-1 1 0,-2 1 3 0,-3-1 1 16,1 2-2-16,-4 2-2 0,0-1-2 15,-4 3 1-15,0 1-5 0,-4 1-2 0,2 3 2 0,-2 2-2 16,-4 1 4-16,0 3-3 0,-3 0-7 0,2 3-17 16,-4 1-33-16,0 3-55 0,1 1-79 0,-1 1-93 15,-2 2-100-15,5-1-95 0,-2 1-30 0,3 1 27 0,2 1 61 16,0-1 86-16</inkml:trace>
  <inkml:trace contextRef="#ctx0" brushRef="#br0" timeOffset="19650.54">18776 2974 167 0,'4'-6'291'0,"1"0"22"0,-2 0 0 0,0-1-76 0,0-1-46 15,2 1-22-15,-1-2 8 0,0 1 15 0,-3 1 16 16,2-3 4-16,-1 2-8 0,0 0-20 0,-1 1-25 16,-1 1-27-16,0-2-34 0,0 2-25 0,0 2-19 15,-1-3-15-15,-1 5-10 0,-1-3-10 0,0 4-1 16,-5 1-7-16,3 0-1 0,-3 3-5 0,-2 1-4 0,-2 4-1 15,-1 1-4-15,-1 1 8 0,0 2-2 0,-2 3-3 16,3 0 1-16,-1 3 5 0,-2 0 3 0,5 0-9 16,-3 2 1-16,5-2 3 0,-1 0 3 0,1 1-2 0,2-1-5 15,3-1 4-15,0-1 0 0,1 1 2 16,3-3-2-16,0 0-3 0,3 1-3 0,2-1-6 0,3-2-17 16,1-2-28-16,1 0-55 0,1-2-82 0,3 0-90 15,-1-4-91-15,4 1-99 0,-1-2-49 0,5-3 11 16,1 0 62-16,-1-2 81 0</inkml:trace>
  <inkml:trace contextRef="#ctx0" brushRef="#br0" timeOffset="19934.06">19223 2800 181 0,'4'-18'287'0,"1"3"36"0,0 0 2 0,-4 5-46 15,-1-1-23-15,2 2-10 0,-2 1-2 0,0 3-12 16,-2 0-22-16,2 1-32 0,-1 0-31 0,-4 3-34 15,0 1-29-15,1 0-15 0,-3 1-15 0,2 4-7 0,-3 0-9 16,2 2 1-16,-2 1-5 0,0 2-7 0,2 2-1 16,-2 5-2-16,4-1 1 0,-3 4 0 0,1-1 2 15,2 4-4-15,0 1-2 0,-1 0-2 0,4 1-9 16,-1 1-4-16,2-1-1 0,0 1 0 0,0-2 0 16,0 0-3-16,3-2 4 0,2 1-4 0,-4-4-4 0,4 2-5 15,0-3-7-15,0-1-10 0,0-2-19 0,-1-2-32 16,2-2-58-16,1-1-82 0,-2-1-95 0,-1-1-95 15,1-2-100-15,0-3-28 0,-1-3 27 0,0 0 66 16,-1-3 92-16</inkml:trace>
  <inkml:trace contextRef="#ctx0" brushRef="#br0" timeOffset="20116.54">19004 2902 279 0,'-11'-4'427'0,"-1"1"44"15,1 0 33-15,2 0-95 0,0 1-124 0,5 1-104 16,-1-1-67-16,2-1-40 0,3 3-28 0,3 0-17 0,3 0-10 16,5 0-2-16,2 0-7 0,5 0-1 0,2 0-6 15,3 0-15-15,4 0-33 0,2 0-56 0,-1-1-70 16,0 1-75-16,1-2-69 0,-3 2-66 0,0-1-40 16,-4 1 14-16,0 0 51 0,-4 0 60 0</inkml:trace>
  <inkml:trace contextRef="#ctx0" brushRef="#br0" timeOffset="20515.47">19344 3067 28 0,'-1'5'324'16,"-1"-2"45"-16,2 0 34 0,0 0-36 0,0 0-86 0,0-2-79 15,0 1-69-15,0-1-42 0,3-1-26 0,2 0-21 16,3-1-12-16,0 1-5 0,1-2-6 0,5-1 1 15,-1 2 5-15,2-2 15 0,0 0 22 0,0-2 22 0,0-1 16 16,0-1 11-16,0-1 5 0,1-1-7 0,-2-1-17 16,-1-2-15-16,-1 1-13 0,0-1-11 0,-3 2-9 15,-1-2-6-15,-2 0-8 0,-1 1-7 0,-3-1-6 16,-2 2-8-16,0-1-1 0,-2 2-1 0,-3 0-2 0,1 2-2 16,-4-1-5-16,2 1 1 0,-1 1 3 0,-3 1-2 15,1 2 0-15,1 0 3 0,-3 2 6 0,0 1-2 16,3 1-7-16,-3 2-1 0,0 0-2 0,0 2-2 15,3 1-4-15,-3 1 2 0,2 2 1 0,1 2 4 16,1-1 0-16,-2 2 4 0,4 0 0 0,0 2-7 0,2-1 3 16,0 1-1-16,1-1 2 0,-1 1-5 0,3-2-3 15,0 1-3-15,0-2-14 0,3 1-25 0,1-2-32 16,0 1-43-16,1-2-53 0,3 0-58 0,1 0-52 0,3 0-39 16,2-2-40-16,0 2-26 0,5-4-17 15,-1 1 28-15,4-2 46 0,-1-1 52 0</inkml:trace>
  <inkml:trace contextRef="#ctx0" brushRef="#br0" timeOffset="21116.01">20045 3102 140 0,'9'-3'268'0,"4"0"43"16,-5-2-15-16,-4 2-16 0,3-1-13 0,-4-1-13 16,0 1-15-16,-3-2-15 0,0 1-18 0,-3-2-24 0,-2 0-25 15,-1 0-20-15,-1 0-18 0,-3-1-16 0,-2 2-17 16,1 0-12-16,-3-1-9 0,0 1-8 0,-2-1-8 15,0 3-9-15,-1 0-7 0,2 1-8 0,-2 0-5 16,1 1-2-16,1 2-4 0,0 2-3 0,1-1-4 16,0 4 0-16,2-1-4 0,-1 2-3 0,0 2-3 0,4 2 2 15,1-1-1-15,1 2 1 0,0-1-2 0,2 2 0 16,2 0 4-16,3 0-1 0,0 0 2 0,3-1 1 16,0 1 5-16,5-2-3 0,0-1 0 0,0 0 0 15,1-1 6-15,5-1-3 0,-2-1-1 0,3-1 2 16,0-1 3-16,2-2 1 0,-1-2-4 0,1 0-3 0,2-2 2 15,-5-2 2-15,3-1-6 0,1-1 0 16,-2-3 2-16,0 0 1 0,-1-3 0 0,1-1-6 0,1-4 0 16,-2-2 1-16,0-2-4 0,0-3 2 0,0-3-2 0,-2-2 2 15,1-2 0-15,-2-2 3 0,0-2-3 16,2-1-3-16,-1-3 7 0,0 0 0 0,-2 0 2 0,0 0-5 16,0 0-4-16,-2 3 5 0,-2 3 2 0,-1 3 5 15,0 3 3-15,-1 3 4 0,-2 5 7 0,1 2-3 16,-3 4-5-16,1 1-8 0,-1 3-1 0,-1 0-5 0,0 2-3 15,0 5 2-15,0-1-7 0,-3 1 8 16,-2 4-3-16,0 2 0 0,1 1 2 0,-5 2-2 0,2 4 5 16,1 2-8-16,-2 1-2 0,-1 4 2 0,0 1 6 15,1 5 6-15,-2 2 1 0,2 2 0 0,-2 2 6 16,0 1 2-16,1 4-4 0,1-2-6 0,0 2 6 16,-1 1 1-16,1-2-1 0,2 0-5 0,-1 1 2 0,2-2-2 15,-1-1-5-15,3-1 1 0,0-2-3 0,1-3 1 16,1 0-3-16,1-3 2 0,0-1 0 0,1-2-5 15,1-4-12-15,0-1-10 0,1-1-14 0,0-2-11 0,1-2-12 16,-1-1-22-16,2-3-29 0,0 0-58 0,0-1-82 16,1-2-96-16,2-2-99 0,-2-1-84 0,2 0-20 15,0-3 40-15,3 0 78 0,-4 0 98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6-08-22T08:17:44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19961 6955 49 0,'-2'0'228'0,"2"0"15"0,-1-1 0 0,-1-1-77 0,2 1-46 16,0-3-26-16,-1 3-12 0,1 1 1 15,0-1 0-15,0-1 2 0,0 2 3 0,0-1 6 0,0-1 7 16,0 1 9-16,0 1 8 0,0 0 13 0,0-2 14 16,1 2 6-16,-1-1 2 0,0 1-2 0,2-2-8 15,-1 2-19-15,-1-1-22 0,0 1-20 0,0-2-17 16,0 2-18-16,0 0-12 0,0 0-9 0,0 0-3 15,0 0-7-15,0 0-3 0,-1 2-3 0,-2-2-1 16,-1 1-2-16,-1 2-3 0,-4-1 2 0,1 2-1 16,-1-1 1-16,-2 3 3 0,-2-1 0 0,2 1 2 15,-1 1 2-15,-1 1 0 0,-1-2-2 0,1 1-3 16,0 1 0-16,1-3-1 0,0 3-2 0,0-2-3 16,2 0-1-16,-1 0 1 0,2 0-3 0,1 0 1 0,2-1-2 15,-1-1 0-15,1 1 0 0,0-1 3 16,1 1 1-16,2-2-1 0,0 0 2 0,-1 1-1 15,1-2 3-15,1 0-4 0,2 2 0 0,-1-3 0 16,-1 2 0-16,2-1 1 0,2-1 1 0,-1 1-2 0,1-2-1 16,1 3 2-16,2-3 0 0,2 1-1 0,2-1 0 15,0 0 6-15,3 0 0 0,1-1-1 16,0-2 0-16,6 1 2 0,-3-1-4 0,3 0 1 16,-1-2 1-16,0 1-2 0,0 0-1 0,-2-1-1 0,1 1 4 15,-3-1-5-15,0-1 0 0,-2 2 3 16,-1-1 2-16,0 1 0 0,-3-2-3 0,1 3 6 15,-4-2 3-15,3 1 1 0,-4 1 3 0,1-2-1 0,0 2 1 16,-2 0-5-16,-1 0 0 0,0 2-4 0,-2-2-4 16,0 0 7-16,0 0-6 0,0 0 3 0,0 0-2 15,-4 0-3-15,3 0 3 0,-3 1-5 0,1-1 0 16,0 0 1-16,-2 2 0 0,-1-2 1 0,1 1-3 16,1 0-2-16,-1 1 2 0,-2 0-2 0,3 1 0 15,-6-2 1-15,4 2 0 0,0 0 4 0,-3 0 0 16,0 0-2-16,1 0 0 0,-1 2 0 0,1-1 1 15,-5 0-2-15,5 3 1 0,-1-3 5 0,-4 2 0 16,5 0-8-16,-1 0 3 0,0-1 3 0,0 1-3 16,1 0-3-16,-1 0 1 0,1 0 4 0,0 0-2 15,2 0-4-15,-1 0 4 0,0-2 0 0,0 2-1 16,3 0 2-16,-3 0 2 0,2 0 0 0,-2 0-3 16,2-1 1-16,0-1-2 0,0 2 1 0,0-1 0 15,2 1 5-15,-3-2-2 0,3 1 1 0,0-1 1 0,0 1-4 16,0-1-2-16,1 1-3 0,0-2 4 0,1 1-1 15,-1-1 0-15,2 0 0 0,-2 0 1 16,2 0 1-16,0 0-1 0,0 0 3 0,0 0 0 16,0 0-1-16,0 0 1 0,0 0-3 0,0 0 0 0,0 0-3 15,0 0 3-15,2 0-5 0,-2 0 3 0,0-1 2 16,3 1 0-16,-3-2 0 0,4 2-3 0,-3-1 5 16,2 1 0-16,1-2 0 0,-3 1-2 0,2-1 0 15,2 1 3-15,-2-1 0 0,0 1-2 0,0-1-4 16,1 2 3-16,0-3 0 0,0 3 0 0,-3-1 0 15,2 1 0-15,2-2 4 0,-2 2-4 0,0-1 3 16,0 1 0-16,-1 0-5 0,0-2 2 0,-1 1-1 16,2 1 5-16,1-2-4 0,-3 1 1 0,1 1 0 15,-1-2-1-15,1 2 1 0,0 0 0 0,0-1 6 16,0-1-2-16,-2 2 3 0,2 0 0 0,-2 0 0 16,1 0-1-16,-1 0-4 0,0 0-1 0,0 0 0 15,0 0-2-15,0 0 2 0,0 0 1 0,0 0 0 16,0 0 1-16,0 0-2 0,0 0 2 0,0 0-3 15,0 0-1-15,0 0-3 0,0 0 4 0,0 0-2 16,0 0 0-16,0 0 1 0,0 0-1 0,0 0 0 16,2 0-1-16,-2 0 1 0,0 0 0 0,0 0-1 15,0 0 3-15,0 0 3 0,0 0 0 0,0 0-1 0,0 0 1 16,0 0 3-16,0 0-2 0,0 0-5 0,0 0 3 16,0 0-3-16,0 0-1 0,0 0-1 0,0 0 2 15,0 0 0-15,0 0-1 0,0-2 2 16,0 1 1-16,0 1-2 0,1 0 0 0,-1 0 2 0,0 0-2 15,0 0 4-15,0 0-2 0,0 0 0 0,0 0-2 16,0 0-2-16,2 0 1 0,0 0-3 0,-2 0 1 16,0 0-1-16,0 0 0 0,0 0 4 15,0 0 2-15,0 0-2 0,0-1 2 0,0 1-1 0,0 0 2 16,0 0-8-16,0 0-3 0,0 0 4 0,0 0 2 16,0 0 1-16,0 0-1 0,0 0 7 0,0 0-2 15,0 0-3-15,0 0 0 0,0 0 0 0,0 0 2 16,0 0-3-16,0 0 3 0,0 0-1 0,0 0-1 15,0 0 0-15,0 0 1 0,0 0 1 0,0 0-2 16,0 0-2-16,1 0 1 0,-1 0 1 0,0 0-1 16,0 0 0-16,0 0-3 0,0 0 3 0,0 0 2 15,0 0 0-15,0 0-2 0,0 0-1 0,0 0 4 16,0 0-2-16,0 0-1 0,0 0-1 0,0 0 2 16,0 0-1-16,0 0 0 0,0 0-1 0,0 0 2 15,0 0-2-15,2 0 0 0,-2 0 2 0,0 0 1 16,0 0 4-16,0 0-3 0,0 0 1 0,0 0-3 15,1 0 1-15,-1 0-2 0,0 0-3 0,0 0 0 16,0 0 3-16,0 0 3 0,0 0 0 0,0 0 2 0,0 0-3 16,0 0 4-16,0 0-4 0,0 0 0 15,0 0 0-15,0 0-1 0,0 0 1 0,0 0-6 16,0 0 2-16,0 0-2 0,0 0 2 0,0 0-1 0,0 0 3 16,0 0 2-16,0 0-1 0,0 0 0 0,0 0-1 15,0 0 2-15,0 0-1 0,0 0 1 0,0 0 3 16,0 0 1-16,0 0-4 0,0 0-1 0,0 0 1 15,0 0-1-15,0 0-1 0,0 0-2 0,0 0 2 16,0 0 7-16,0 1-4 0,0-1-3 0,0 0-2 16,0 0 7-16,0 0-2 0,0 0-4 0,0 0 0 15,0 0 2-15,0 0 0 0,0 0-2 0,0 0 1 16,0 0-3-16,0 0 2 0,0 0 0 0,0 0 2 16,0 0-3-16,0 0 6 0,0 0 1 0,0 0-3 15,0 0 1-15,0 0 1 0,0 0 1 0,0 0-8 16,0 0 4-16,0 0 0 0,0 0 1 0,0 0 2 15,0 0-1-15,0 0-3 0,0 0 0 0,0 0 1 16,0 0 0-16,0 0-2 0,0 0 3 0,0 0 3 16,0 0-2-16,0 0 2 0,0 0-3 0,0 0-1 0,0 0-3 15,0 0 3-15,0 0-1 0,0 0 1 16,0 0-5-16,0 0 4 0,0 0 0 0,0 0-3 16,0 0 6-16,0 0-3 0,0 0 5 0,0 0-1 15,0 0-2-15,0 0 0 0,0 0-3 0,0 0 1 0,0 0-1 16,0 0-1-16,0 0 2 0,0 0 4 15,0 0-2-15,0 0-1 0,0 0 3 0,0 0 1 16,0 0-1-16,0 0-4 0,0 0 1 0,0 0 0 16,0 0 0-16,0 0-1 0,0 0 0 0,0 0 1 0,0 0-3 15,0 0-1-15,0 0 3 0,0 0 1 0,0 0 0 16,0 0 0-16,0 0 1 0,0 0 2 0,0 0-4 16,0 0-3-16,0 0 1 0,0 0 2 0,0 0 0 15,0 0-3-15,0 0 4 0,0 0-3 0,0 0 2 16,0 0 1-16,0 0 0 0,0 0 1 0,0 0-1 15,0 0 4-15,0 0-2 0,0 0 0 0,0 0-2 16,0 0 1-16,0 0 2 0,0 0-1 0,0 0-2 16,0 0-2-16,0 0 1 0,0 0-1 0,0 0 2 15,0 0-2-15,0 0 2 0,0 0 0 0,0 0-2 16,0 0 1-16,0 0 1 0,0 0-2 0,2 0 0 0,-2 0 4 16,0 0-1-16,0 0 1 0,0 0-2 15,0 0 2-15,0 0 2 0,0 0-2 0,0 0 1 16,0 0-2-16,0 0-3 0,0 0 1 0,2 0-2 15,-2 0 1-15,0 0 1 0,0 0 0 0,0 0 1 16,0 0 0-16,0 0-1 0,0 0-5 0,0 0 6 16,0 0 2-16,0 0 2 0,0 0-4 0,0 0 2 15,0 0 2-15,0 0-3 0,0 0 0 0,0 0-2 0,0 0-2 16,0 0 1-16,0 0 2 0,0 0-4 0,0 0 1 16,0 0 1-16,0 0 3 0,0 0-1 15,0 0 0-15,0 0 0 0,0 0-1 0,0 0-1 16,0 0-1-16,0 0 3 0,0 0 0 0,0 0 0 0,0 0 0 15,0 0 0-15,0 0-3 0,0 0 1 0,0 0 0 16,0 0 4-16,0 0 2 0,0 0 1 0,0 0 1 16,0 0-4-16,0 0-2 0,0 0-6 0,0 0 3 15,0 0 4-15,0 0 2 0,0 0-1 0,0 0-2 16,0 0 0-16,0 0-2 0,0 0-1 0,0 0-2 16,0 0 5-16,0 0 1 0,0 0 4 0,0 0-4 15,0 0-1-15,0 0 0 0,0 0-3 0,0 0 3 16,0 0 0-16,0 0 4 0,0 0-3 0,0 0-1 15,0 0 0-15,0 0-2 0,0 0 2 0,0 0-2 16,0 0 2-16,0 0 1 0,0 0 3 0,0 0-1 16,0 0-4-16,0 0-2 0,0 0 1 0,0 0 0 15,0 0-2-15,0 0 2 0,0 0 1 0,0 0 3 16,0 0-2-16,0 0 2 0,0 0-2 0,0 0 4 16,0 0-3-16,0 0 0 0,0 0 2 0,0 0-3 0,0 0 1 15,1 0-1-15,-1 0 3 0,0 1-2 16,2 1 0-16,-1-2 1 0,-1 0-2 0,2 0-2 15,-2 0-2-15,2 0 3 0,-2 2-4 0,1-1 0 0,-1-1 7 16,3 0 1-16,-3 0 0 0,0 0 0 0,0 0 3 16,0 0-3-16,0 0-3 0,2 0-1 0,-2 0 0 15,0 0 0-15,0 0-1 0,0 0-1 16,0 0 2-16,0 0 3 0,0 0-3 0,0 0-6 0,0 0 4 16,0 0 6-16,0 0 0 0,0 0-3 0,0 0 3 15,0 0 1-15,0 0-1 0,0 0-5 0,0 0-2 16,1 0 0-16,-1 0 4 0,0 0 0 15,0 0 4-15,0 0-4 0,2 0 4 0,-2 0 2 0,0 0-2 16,0 0 2-16,0 0-4 0,1 0 2 0,-1 0-1 16,0 0-1-16,0 0-2 0,2 0-2 0,0 0 2 15,-2 0-1-15,1 0 2 0,1 0-2 0,-1 0 1 16,-1 0 0-16,0 0-1 0,2 2-2 0,-2-2 2 16,0 0 4-16,2 0 2 0,-2 0-1 0,0 0-1 15,0 0 3-15,1 0-1 0,-1 0-6 0,0 0 0 16,0 0 4-16,0 0-3 0,0 0 0 0,0 0 4 15,0 1 0-15,2-1-1 0,-2 0 0 0,0 0 4 16,0 0 0-16,0 0-2 0,0 0-6 0,0 0 2 16,0 0-4-16,0 0 2 0,0 0-1 0,0 0 2 15,0 0 9-15,2 0-4 0,-2 0 2 0,0 0-6 16,0 0 3-16,0 0-1 0,0 0-4 0,0 0 1 16,0 0 0-16,0 0 3 0,0 0 1 0,0 0-3 15,0 0 5-15,0 0-1 0,0 0 3 0,0 0 5 0,0 0 5 16,0 0 5-16,0 0 5 0,0 0 8 15,0 0 1-15,0 0-7 0,0 0-4 0,0 0-5 16,1 0-5-16,-1 0-5 0,0 0-7 0,0 0 0 0,2 0 1 16,-2 0-6-16,1 0 1 0,-1 0 3 0,3 0-2 15,-1 0-1-15,-2 0-1 0,1 0 0 0,1 0 5 16,-1 0-7-16,1 0-1 0,-2 0 6 0,2 0-2 16,-2 0 2-16,0 0-5 0,0 0 2 0,0 0 4 15,0 0-1-15,0 0 3 0,0 0 0 0,0 0 1 16,0 0 2-16,0 0-1 0,0 0-4 0,0 0 0 15,-2 0-1-15,2 0-2 0,0 0 0 0,0 0-2 16,0 0-1-16,0 0-4 0,0 0 0 0,0 2 2 16,0-2-2-16,0 0 2 0,2 1 1 0,-2 1 5 0,1-2 0 15,-1 0 0-15,0 1-2 0,3-1-1 16,-3 2 2-16,2-2-5 0,-2 1 5 0,0-1-2 16,2 0 1-16,-1 1 1 0,-1 1 0 0,0-2 3 15,2 0-5-15,0 0 1 0,-2 0 1 0,0 0 1 0,0 0-5 16,0 0-1-16,0 0 1 0,0 0 1 15,0 0 4-15,0 0-2 0,0 2 2 0,0-2-7 16,0 0-1-16,0 0-5 0,0 0-11 0,0 0-3 0,1-2-7 16,-1 2 1-16,0 0 0 0,0 0 1 0,0 0 2 15,0 0 2-15,0 0 7 0,0-2 2 0,0 2-2 16,0 0-6-16,0 0 0 0,0 0-7 0,0-1-13 16,0 1-16-16,0 0-24 0,0-1-49 0,0-1-83 15,0 1-99-15,0-2-105 0,0-2-108 0,0 2-33 16,3-3 21-16,2 0 71 0,-2 0 97 0</inkml:trace>
  <inkml:trace contextRef="#ctx0" brushRef="#br0" timeOffset="3063.33">25099 5577 28 0,'-1'-5'175'0,"-2"1"24"16,1-1-38-16,0 2-18 0,-1 0-6 0,2 0 5 16,1 0 3-16,-5 0 3 0,5 2 5 0,-1-1 6 15,1-1 12-15,-2 2 10 0,1-1 13 0,1 1 9 16,0-1 0-16,-2 2-12 0,0-1-19 0,2-1-18 15,0 1-28-15,-1-1-24 0,1 1-16 0,-2-1-13 16,2 2-10-16,-2-3-12 0,2 3-10 0,-1-1-2 16,1-1-5-16,-2 1-3 0,2-1 4 0,0 1-2 15,-1-1 3-15,1 1-2 0,-2-1-1 0,2 1 0 16,0-1-3-16,0 2 4 0,0-3-1 0,0 3 4 16,0 0 1-16,0-2 3 0,2 2-1 0,-2-1-1 15,0 1 9-15,0 0 1 0,0 0-1 0,0 0-4 0,0 0-1 16,0 0 3-16,0 0-3 0,0 0-2 0,0 0 1 15,0-1-1-15,0 1 7 0,0 0-1 16,0 0-1-16,0 0-2 0,0 0 4 0,0-2 4 0,0 2-3 16,0 0-1-16,0 0-2 0,0 0-3 0,0 0-9 15,0 0-1-15,0 0-5 0,0 0-2 0,0 0 3 16,0 0 0-16,0 0 4 0,0 0-1 0,0 0 1 16,0 0-2-16,0 0-2 0,0 0-2 0,0 0 0 15,0 0-3-15,0 0 0 0,0 0-1 0,0 0 1 16,0 0 3-16,0 0 1 0,0 0 1 0,0 0-2 15,0 0 2-15,0 0-1 0,0 0 1 0,0 0-3 16,0 0 0-16,0 0 3 0,0 0 0 0,0 0-2 16,0-1-2-16,0 1 0 0,-2 0-3 0,2-2-4 15,-2 2-5-15,2-1-3 0,-1-1-1 0,1 1-2 16,-2-1-3-16,2-1 1 0,-1 1-1 0,1 0 2 16,0 0 0-16,-2 1 0 0,-1 1 1 0,3-2 0 15,0 1-2-15,-1-1 0 0,1 1-1 0,0-1 1 0,-2 1-3 16,1-1-2-16,1 0 1 0,0 1-1 0,0 0-1 15,0 1 0-15,0-2 1 0,0 1-1 16,0-1-1-16,0 1 2 0,0-1-2 0,0 1 1 0,0 1-3 16,-2-3 4-16,0 3 0 0,2-2-2 0,0 1 3 15,0-1 1-15,0 1 0 0,0-1-1 0,0 2 0 16,0-1-1-16,0-2 0 0,0 1 1 0,0 1 2 16,-1-2-1-16,1 0 2 0,0-1-1 0,0 2 0 15,-2-1-3-15,0 0-3 0,2 0 3 0,0 0-3 16,-1-1 1-16,-1 2 0 0,2-1 1 0,0 0 2 15,-1-2-3-15,1 2 0 0,-2 0 0 0,2 0 2 16,-2-1-1-16,2 1 1 0,-1 0 2 0,1 0-1 16,-2-2 3-16,2 2 1 0,-1 0 4 0,1-1 4 15,0 1 1-15,-2-2 4 0,-1 2 0 0,3-1 0 16,0-1-1-16,-1 0-5 0,1 1-1 0,0 1 1 16,-2-1-3-16,0 1 3 0,2-2-5 0,0 2 5 0,0 0 0 15,0 2-1-15,0-2 2 0,0 0 2 0,0 1 6 16,0 0-1-16,0 1 1 0,0 0 1 0,0-1-1 15,0 2-3-15,-1-1-5 0,-1 1-4 16,2 0-3-16,0 0-3 0,0 0-3 0,0 0 0 0,0 0-2 16,0 0 1-16,0 0-1 0,-1 0-3 0,1 0-2 15,0 0-5-15,0 1 4 0,0 1 2 0,-4 0 0 16,4 3 6-16,-3 0-1 0,0 2 4 0,1 1-3 16,-1-1 0-16,0 2-1 0,-1 2-1 0,0-2 1 15,1 3-2-15,2 0 2 0,-3-2-1 0,3 4 1 16,-1-2 1-16,1 0-2 0,-3 1 3 0,3 1-1 15,-1-1 1-15,0 0-1 0,1 3 2 0,-1-3 2 16,1 2-1-16,-2 0 3 0,1-1 0 0,1 1-3 16,-1 0 0-16,1 1-2 0,1-1 0 0,-4 0-3 0,3 0-2 15,1-1 1-15,-3 1-1 0,3-3 0 16,-4 1 1-16,4-1 3 0,-1 1 0 0,-1 0 0 16,0-3 3-16,2 2 0 0,-3 0-2 0,3 0-1 0,-1-1 0 15,-2 1 0-15,1-3-1 0,1 1 1 0,-1 1-1 16,1-2 1-16,-1 0 0 0,0-2 0 15,2 2 3-15,-1-1-1 0,1-1 0 0,0-1-2 0,-2 2 1 16,0-2 0-16,2-2-1 0,0 2-1 0,-1-1 2 16,-1-1-1-16,2-1 0 0,0 1 0 0,-1 0 0 15,1-3 0-15,0 2-2 0,0 0 1 0,0-1 0 16,0-1 2-16,0 1 1 0,0-1 1 0,0-1 1 16,0 1 3-16,0-1 0 0,0 2-3 0,0-2-4 15,0 0-2-15,0 0-8 0,0 0-16 0,0 0-13 16,0-2-18-16,0 2-17 0,1-1-25 0,-1 1-24 15,0-1-29-15,0-1-41 0,0 1-50 0,0-2-42 16,3 0-25-16,-3 0-19 0,4-3-48 0,-4-2-94 16,0 0-121-16,1 1-65 0,-1-2-15 0,-1-1 18 15,-1 1 68-15,-3 0 141 0</inkml:trace>
  <inkml:trace contextRef="#ctx0" brushRef="#br0" timeOffset="8840.89">24508 5710 43 0,'-2'-3'164'0,"-1"-1"-16"0,2 1-23 16,-1 0-10-16,2-1-3 0,-3 2 8 0,3 0 9 16,0-1 13-16,0 2 17 0,0-2 19 15,0 1 17-15,0 1 15 0,0-2 11 0,0 1 9 0,0-1-6 16,0 2-15-16,0-1-17 0,0 1-25 0,0-1-25 16,0 1-28-16,0 1-23 0,0-3-15 0,0 3-17 15,0-2-7-15,0 1-7 0,0 1-4 0,0-2-5 16,0 2 1-16,0 0-4 0,3-2 1 0,-3 2-7 15,0-1-5-15,0 1-1 0,2 0-3 0,-2 0 3 16,1 0-6-16,-1 0-2 0,0 0-3 0,0 0-3 16,2 0-2-16,-2 0-7 0,0 0-2 0,0 0-1 15,0 0 4-15,0 0 5 0,1 0-2 0,-1 1 1 16,2 1 5-16,0 0 0 0,-1 1 1 0,2 0 5 16,2 1 1-16,-1 1 1 0,2 1 1 0,1-2 4 0,-2 2 3 15,3 2-2-15,0-2 10 0,1 1 4 16,1 2 3-16,-2 0 0 0,3 0-1 0,-1 0 1 15,-2 0-4-15,0 0-6 0,1 0-3 0,0 0 0 0,-2 0-2 16,-1-1-3-16,3 1-4 0,-2-2-3 0,-1 2 2 16,1-1-1-16,-1-2-3 0,-2 1 0 15,3 1 9-15,-2-2 1 0,0 1-2 0,-1-2 4 0,2 2 1 16,1-1 4-16,-4 0-5 0,2 0 10 0,0 2-5 16,-2-1-4-16,3-1-1 0,-5 0-3 0,2 2-5 15,1-3-7-15,-1 0 2 0,-1 1-5 0,-1-1-1 16,2-1-2-16,-1 1 3 0,0-1 1 0,-1 1 0 15,-1-3 5-15,0 0 0 0,3 1-2 0,-3 0-7 16,0-1 3-16,2 1 4 0,1 0-2 0,-3-2-1 16,0 1 2-16,1-1 8 0,-1 2 1 0,0-1-5 15,2 1 0-15,-1-2 2 0,-1 1-2 0,0 1-3 16,4-2-4-16,-4-1-1 0,0 3-3 0,1-3-2 16,-1 1 0-16,0 1 2 0,2-2 1 0,0 2 3 0,-2-2-2 15,0 1-4-15,0-1 1 0,0 2 1 16,0-2-1-16,0 0 1 0,1 3-2 0,-1-3 5 15,2 1 0-15,-2 1-3 0,1 1-1 0,-1-2-1 0,2 0 0 16,-2 3-2-16,2-3-2 0,-1 1 1 0,-1 1 1 16,2-2 0-16,-1 2 1 0,-1-1 0 0,0-1-1 15,2 2 1-15,-2-1 1 0,2-1 5 0,0 2-5 16,-2-1 4-16,0 1 1 0,4-2-2 0,-4 1-1 16,1 1-4-16,1-2 4 0,-2 2-2 0,1-3 1 15,-1 3 0-15,0-3-2 0,2 2-1 0,0-2 2 16,-2 1 2-16,0-1-1 0,1 2 4 0,-1-2 2 15,0 0 5-15,0 0-1 0,0 0 1 0,0 0 2 16,0 0 6-16,0 0 4 0,0 0 2 0,0 0 0 16,0 0 0-16,0 0 1 0,2-2-2 0,-2 2-5 15,1-1-2-15,3-1-2 0,-3-3-5 0,4 1-1 0,3-2-2 16,-4 0-6-16,3-1-1 0,1-2 1 0,1 1 2 16,1-2-4-16,-1-1-1 0,4 1 1 0,-1-2-3 15,3-2-3-15,1-1-1 0,1 0 0 0,0-3 3 16,4 2-1-16,-5 1 7 0,1 0 1 0,-1-1-2 15,0 3 3-15,-3 1-4 0,0-2 2 0,-1 3-2 16,-3 0 1-16,4 1 2 0,-5 1-2 0,0 0 1 16,1 0 0-16,-3 0 1 0,2 1-1 0,-3 1-2 15,2-1 3-15,-1 2 0 0,-2 0-2 0,0 0 0 16,0 0-1-16,0 0 0 0,-1 2-1 0,0-1 1 16,1 1 0-16,0-1-5 0,-3 2 3 0,1 0 2 15,-1 2 2-15,1-1 0 0,0-1 0 0,-2 2-1 16,0-1 2-16,0 2 1 0,0-1-4 0,0 1-2 15,0-2 3-15,0 2-2 0,0 0-1 0,0 0 1 16,0 0 3-16,0 0-2 0,0 0-3 0,0 0 3 16,0 0 0-16,0 0-1 0,0 0-2 0,0 0 1 0,0 0 3 15,0 0-1-15,0 0 0 0,0 0-3 0,0 0 5 16,0 0 2-16,0 0-7 0,0 0 1 0,1 0-1 16,-1 0 4-16,0 0-2 0,0 0-4 0,0 0 5 15,0 0 0-15,0 0 1 0,0 0-1 0,0 0 0 16,0 0 0-16,0 0 1 0,0 0 4 0,0 0-2 15,0 0 0-15,0 0 0 0,0 0 2 0,0 0-1 16,0 0-8-16,0 0 0 0,0 0 1 0,0 0 0 16,0 0 2-16,0 0-1 0,0 0 8 0,0 0-3 15,0 0-4-15,0 0-1 0,0 0 0 0,0 0 2 16,0 0-5-16,0 0 5 0,0 0 5 0,0 0 0 16,0 0-3-16,0 0 0 0,0 0 1 0,0 0 0 15,0 0-5-15,0 0-2 0,0 0 0 0,0 0 0 0,0 0 2 16,0 0 0-16,0 0 5 0,0 0 2 15,0 0-2-15,0 0-3 0,0 0-4 0,0 0-1 16,0 0-2-16,0 0 2 0,0 0 2 0,0 0 0 0,0 0 1 16,0 0 3-16,0 0 0 0,0 2-1 0,0-2-6 15,0 0 6-15,0 0 2 0,0 0-3 0,0 0-3 16,0 0 4-16,0 0 2 0,0 1-3 0,0-1-1 16,0 0 0-16,0 0 3 0,0 0-2 0,0 0-2 15,0 0 1-15,0 0-1 0,0 0 0 0,0 0-2 16,0 0 0-16,0 0 3 0,0 0 2 0,0 0-1 15,0 0 0-15,0 0-2 0,0 0 1 0,0 0 1 16,0 0 0-16,0 0 2 0,0 2-1 0,0-2 1 16,0 0-1-16,0 0-3 0,0 0-1 0,0 0-1 15,0 0 0-15,0 1 4 0,0-1 1 0,0 0 2 16,0 0-2-16,0 0 0 0,0 0 3 0,0 0-5 16,0 0 1-16,0 0 0 0,0 0 4 0,0 0-1 15,0 0-4-15,0 0 1 0,0 0 1 0,0 0 0 0,0 0 0 16,0 0 1-16,0 0 0 0,0 0 4 0,0 0-5 15,0 0 1-15,0 0-5 0,0 0 0 16,0 0-2-16,0 0 0 0,0 0 3 0,0 0-3 0,0 0-3 16,0 0 6-16,2 0 3 0,-2 0-3 0,1 0-2 15,-1 0-1-15,0 0 9 0,0 0-4 0,0 0-2 16,0 0 2-16,0 0 1 0,0 0-1 0,0 0-2 16,0 0-1-16,0 0 1 0,0 0-3 0,0 0 5 15,0 0 3-15,0 0-2 0,0 0 0 0,0 0 2 16,0 0 2-16,0 0-7 0,0 0-1 0,0 0 1 15,0 0 2-15,0 0 0 0,0 0 1 0,0 0 6 16,0 0 0-16,0 0-3 0,0 0-1 0,0 2-2 16,0-2-2-16,0 0 2 0,0 0-4 0,0 0 3 0,0 0 2 15,0 0-1-15,0 0 0 0,0 0-1 16,0 0 2-16,0 0-2 0,0 0-2 0,0 0 1 16,0 0 4-16,0 0-6 0,0 0 4 0,0 0 0 0,0 0 4 15,0 0 1-15,0 0-6 0,0 0 2 0,0 0-3 16,0 0 1-16,0 0-1 0,0 0-2 0,0 0 7 15,0 0 1-15,0 0 0 0,0 0-4 16,0 0 2-16,0 0 1 0,0 0-5 0,0 0-3 0,0 0 2 16,0 0 4-16,0 0-2 0,0 0-4 0,0 0 3 15,0 0 2-15,0 0-1 0,0 0 3 0,0 0 1 16,0 0 0-16,0 0-1 0,0 0 1 0,0 0-2 16,0 0-2-16,0 0 1 0,0 0-2 0,0 0 0 15,0 0 1-15,0 0-1 0,0 0-5 0,0 0 5 16,0 0 2-16,0 0 0 0,0 0-3 0,0 0 3 15,0 0 6-15,0 0-4 0,0 0-1 0,0 0-2 16,0 0 8-16,0 0-1 0,0 0-5 0,0 0-1 16,0 0 0-16,0 0 0 0,0 0-4 0,0 0 0 0,0 0 1 15,0 0 3-15,0 0 0 0,0 0 0 16,2 0 1-16,-2 0 1 0,0 0-6 0,0 0 0 16,0 0 5-16,0 0 0 0,0 0 5 0,0 0 1 0,0 0 2 15,0 0-2-15,0 0-5 0,0 0 0 0,0 0-4 16,0 0-3-16,0 0-2 0,0 0 6 0,0 0 1 15,0 0-2-15,0 0 2 0,0 0 2 0,0 0 1 16,0 0-4-16,0 0 2 0,0 0 2 0,0 0-5 16,0 0 2-16,0-2 0 0,0 2 2 0,0 0-2 15,0 0 3-15,0 0 1 0,0 0-4 0,0 0 1 16,0 0 4-16,0 0-2 0,0 0-3 0,0 0-2 16,2 0 1-16,-2 0 1 0,0 0-4 0,0 0 5 15,0 0-1-15,0 0 2 0,0 0-1 0,0 0-1 16,0 0 4-16,0 0-4 0,0 0-3 0,0 0 2 15,0 0-1-15,0 0 1 0,0 0-4 0,0 0 5 16,0 0 1-16,0 0-2 0,0 0 1 0,0 0 1 0,0 0 0 16,0 0-4-16,0 0 2 0,0 0 2 0,0 0-1 15,0 0 1-15,0 0 2 0,0 0-1 16,0 0-1-16,0 0-1 0,0-1 0 0,0 1-1 16,0 0-6-16,0 0 4 0,0 0 2 0,0 0 3 0,0 0-1 15,0 0-1-15,0 0 4 0,0 0 0 0,0 0-1 16,0 0-3-16,0 0 0 0,0 0 1 0,0 0-2 15,0 0-2-15,0 0-3 0,0 0 5 0,0 0-1 16,0 0 2-16,0 0-1 0,0 0 1 0,0 0 5 16,0 0-5-16,0 0-1 0,0 0 0 0,0 0 1 15,0 0 0-15,0 0-3 0,0 0 1 0,0 0 2 16,0 0 0-16,0 0 0 0,0 0 1 0,0 0-1 16,0 0 0-16,0 0 0 0,0 0 1 0,0 0-2 15,0 0-2-15,0 0 3 0,0 0-3 0,0 0 3 16,0 0-1-16,0 1 2 0,0-1 0 0,0 0-6 15,0 0 5-15,0 0 0 0,0 0-1 0,0 0-5 16,0 0 1-16,0 0 4 0,0 0 0 0,0 0 0 0,0 0 2 16,0 0 0-16,0 0-2 0,0 0 2 0,0 0 2 15,0 0-3-15,0 0-1 0,0 0 0 16,0 0 5-16,0 0-4 0,0 0 0 0,0 0-2 0,0 0-3 16,0 0 1-16,0 0-1 0,0 0 4 0,0 0-6 15,0 0 5-15,0 0 1 0,0 0 0 0,0 0-1 16,0 0 0-16,0 0 4 0,0 0 0 0,0 0-1 15,0 0 3-15,0 0 0 0,0 0-3 0,0 0 0 16,0 0-2-16,0 0 1 0,0 0 0 0,0 0-1 16,0 0 3-16,0 0 0 0,0 0-2 0,0 0-1 15,0 0 1-15,0 0-2 0,0 0-1 0,0 0 2 16,0 0 2-16,0 0 0 0,0 0-1 0,0 0 4 16,0 0-2-16,-2 2-2 0,2-2 1 0,0 0 0 0,0 0-2 15,0 0-4-15,0 0 3 0,0 0 1 16,0 0-4-16,0 0 0 0,0 0 6 0,0 0 0 15,0 0-1-15,0 1-2 0,0-1-1 0,0 0-1 16,0 0 2-16,0 0 1 0,0 0 2 0,0 0 2 0,0 0 1 16,0 0-2-16,0 0-5 0,0 0 3 0,0 0-2 15,0 0-2-15,0 0 2 0,0 0 3 16,0 0-1-16,0 0-1 0,0 0-2 0,0 0 0 0,0 0 0 16,0 0 1-16,0 0 3 0,0 0 0 0,0 0 0 15,0 0 0-15,0 0-1 0,0 0-1 0,0 0-1 16,0 0-1-16,0 0 0 0,0 0 4 0,0 0 0 15,0 0-1-15,0 0-2 0,0 0 5 0,0 0 1 16,0 0-6-16,0 0 0 0,0 0 3 0,0 0 1 16,0 0-4-16,0 0 1 0,2 0 0 0,-2 0 0 15,0 0 0-15,0 0-2 0,0 0 3 0,0 0-1 16,0 0 1-16,0 0-1 0,0 0-4 0,0 0 2 16,0 0-5-16,0 0 4 0,0 0 0 0,0 0 4 0,0 0 0 15,0 0-3-15,0 0 4 0,0 0 0 16,0 0 3-16,0 0-6 0,0 0 4 0,0 0 1 15,0 0-2-15,0 0-1 0,0 0 2 0,0 0-2 0,0 0-2 16,0 0 2-16,0 0 3 0,0 0 3 0,0 0-6 16,0 0 1-16,0 0 5 0,0 0-3 0,0 0-2 15,0 0-3-15,0 0 2 0,0 0 0 0,0 0-3 16,0 0 0-16,0 0 3 0,0 0-1 0,0 0 1 16,0 0 0-16,0 0 3 0,0 0-1 0,0 0 0 15,0 0 4-15,0 0-4 0,0 0-3 0,0 0 0 16,0 0 0-16,0 0-4 0,0 0-1 0,0 0 4 15,0 0 3-15,0 0-1 0,0 0 0 0,0 0 0 16,0 0 1-16,0 0-2 0,0-1 1 0,0 1 3 16,0 0 0-16,0 0-1 0,0 0-1 0,0 0 1 15,0 0-5-15,0 0-1 0,0 0 2 0,0 0 0 16,0 0 4-16,0 0 1 0,0 0-1 0,0 0 0 16,0 0-2-16,0 0 2 0,0 0-5 0,0 0-2 15,0 0 2-15,0 0-2 0,0 0 4 0,0 0-1 16,0 0 1-16,0 0 3 0,0 0-2 0,0 0 3 15,0 0-3-15,0 0-3 0,0 0 2 0,0 0-2 0,0 0 1 16,0 0-2-16,0 0 0 0,0 0-2 0,0 0 0 16,0 0-1-16,0 0 0 0,0 0 2 0,0 0 1 15,0 0 0-15,0 0 0 0,0 0 4 0,0 0-1 16,0 0-4-16,0 0 3 0,0 0-2 0,0 0 1 16,0 0-4-16,0 0 1 0,0 0 8 0,0 0-3 15,0 0 1-15,0 0 4 0,0 0 5 0,0 0-7 16,0 0-5-16,0 0 1 0,0 0-1 0,0 0-2 15,0 0-1-15,0 0 2 0,0 0 1 0,0 0-2 16,0 0 2-16,0 0-2 0,0 0-5 0,0 0 2 16,0 0 1-16,0 0 0 0,0 0 1 0,0 0-1 15,0 0-1-15,0 0 0 0,0 0 0 0,0 0-1 16,0 0-1-16,0 0 1 0,0 0 3 0,0 0-1 0,0 0 1 16,0 0-1-16,0 0 5 0,0 0-2 15,0 0-2-15,0 0 3 0,0 0 1 0,0 0 2 16,0 0-2-16,0 0 2 0,0 0 1 0,1 0 2 15,-1 0-2-15,0 0-3 0,0 0 2 0,0 0-5 0,0 0 3 16,0 0-3-16,0 0-2 0,0 0 2 0,0 0 2 16,0 0 7-16,0 0-3 0,0 0 4 0,0 0 1 15,0 0 1-15,0 0-5 0,0 0-3 0,0 0 2 16,0 0-2-16,0 0 2 0,0 0 0 0,0 0 2 16,0 0-3-16,0 0 0 0,0-2 0 0,0 2 3 15,0 0-2-15,2 0-1 0,-2 0 2 0,0 0-1 16,0 0-2-16,0 0 0 0,0 0-1 0,0 0 2 15,0 0-3-15,0 0 3 0,0 0 0 0,0 0-2 16,0 0-1-16,0 0 3 0,1 0-2 0,-1 0 2 16,0 0-1-16,0 0 1 0,0 0 1 0,0 0 5 15,0 0 2-15,0 0-4 0,0 0-1 0,0 0-3 16,0 0 0-16,0 0-7 0,0 0 0 0,0 0 5 0,0 0 0 16,0 0 3-16,0 0-3 0,0 0 1 0,0 0 0 15,0 0-4-15,0 0 3 0,0 0 2 16,0 0 0-16,0 0 2 0,0 0 2 0,0 0-3 0,0 0 0 15,0 0-7-15,0 0 3 0,0 0-1 0,0 0 2 16,0 0 0-16,0 0 0 0,0 0 4 0,0 0-6 16,0-1-4-16,0 1-6 0,0 0 0 0,0 0-3 15,2 0-1-15,-2 0 4 0,0 0-2 0,0 0 2 16,0 0 3-16,0 0 3 0,0 0 1 0,0 0 1 16,0-2 7-16,0 2 3 0,0 0 1 0,0 0-4 15,0 0 0-15,0 0-1 0,0 0 3 0,0 0 1 16,0 0-5-16,0 0 3 0,0 0-2 0,0 0-1 15,0 0-4-15,0 0-2 0,0 0 0 0,0 0 0 16,0 0 1-16,0 0 2 0,0 0-8 0,0 0-5 16,0 0-2-16,0 0-1 0,0 0 0 0,0 0 0 15,0 0 4-15,0 0 2 0,0 0 1 0,0 0 5 16,0 0-4-16,0 0 3 0,0 0-2 0,0 0 6 0,0 0-1 16,0 0-6-16,0 0 2 0,0 0-2 15,0 0 4-15,0 0-2 0,0 0 0 0,0 0-2 16,0 0 5-16,0 0-5 0,0 0-3 0,0 0 2 0,0 0 0 15,0 0 2-15,0 0 1 0,0 0 5 0,0 0 4 16,0 0 0-16,0 0 1 0,0 0 2 0,0 0-2 16,-2 0-6-16,2 0 0 0,0 0 0 0,0 0 4 15,0 0 4-15,0 0-4 0,0 0 5 0,0 0 1 16,0 0-6-16,0 0 3 0,0 0-4 0,0 0 3 16,0 0 0-16,0 0-1 0,0 0 3 0,0 0-4 15,0 0 1-15,0 0-1 0,0 0-3 0,0 0 4 16,0 0 0-16,0 0 1 0,0 0 5 0,0 0-2 15,0 0 3-15,0 0-12 0,0 0 5 0,0 0-2 16,0 0-6-16,0 0 2 0,0 0 4 0,0 0 5 16,0 0-3-16,0 0 1 0,0 0 0 0,0 0 1 15,0 0-1-15,0 0 0 0,0 0 5 0,0 0-1 0,0 0 5 16,0 0-2-16,0 0-1 0,0 0 2 16,0 0-3-16,0 0-3 0,0 0-2 0,0 0 0 15,0 0-3-15,0 0-4 0,0 0-2 0,0 0 9 16,0 0-5-16,0 0 4 0,0 0 3 0,0 0 2 0,0 0-4 15,0 0-3-15,0 0-1 0,0 0 2 0,0 0 2 16,0 0 1-16,0 0-1 0,0 0-1 0,0 0 6 16,0 0-5-16,0 0-3 0,0 0-1 0,0 0 3 15,0 0-3-15,0 0-5 0,0 0 5 0,0 0 4 16,0 0-4-16,0 0-2 0,0 0 3 0,0 0 7 16,0 0-5-16,0 0-2 0,0 0 3 0,0 0 3 15,0 0-3-15,0 0-4 0,0 0-2 0,0 0 1 16,0 0 0-16,0 0-1 0,0 0 2 0,0 0 3 15,0 0 6-15,0 0-3 0,0 0 2 0,0 0 5 16,0 0-1-16,0 0-1 0,0 0-10 0,0 0 2 16,0 0-4-16,0 0 0 0,0 0 5 0,0 0-7 15,0 0 6-15,0 0 0 0,0 0 0 0,0 0-6 0,0 0 1 16,0 0 8-16,0 0-2 0,0 0 1 0,0 0 7 16,0 0-1-16,0 0-2 0,0 0-5 0,0 0 2 15,0 0-2-15,0 0-3 0,0 0 5 0,0 0-2 16,0 0-3-16,0 0-1 0,0 0 3 0,0 0 2 15,0 0-2-15,0 0 4 0,0 0 1 0,0 0 1 16,0 0 1-16,0 0-7 0,0 0 3 0,0 0-6 16,0 0 3-16,0 0-2 0,0 0-2 0,0 0 7 15,0 0-2-15,0 0 6 0,0 0 2 0,0 0-3 16,0 0-6-16,2 0 3 0,-2 0 0 0,0 0-4 16,0 0-1-16,0 0 2 0,0 0 0 0,0 0-8 15,0 0 1-15,0 0 0 0,0 0 3 0,0 0-2 16,0 0 8-16,0 0 5 0,0 0 1 0,0 0-5 15,0 0 0-15,0 0 2 0,0 2-5 0,0-2-3 16,0 0 1-16,0 0 2 0,0 0-4 0,0 0 5 16,0 0 2-16,0 0 3 0,0 0-3 0,0 0-6 15,0 0 3-15,0 0 1 0,0 0-3 0,0 0-4 0,0 0 6 16,0 0 10-16,0 0-3 0,0 0-5 0,0 0 2 16,0 0 3-16,0 0-5 0,0 0-1 0,0 0 3 15,0 0-3-15,0 0 3 0,0 0-1 0,0 0-7 16,0 0 2-16,0 0-3 0,0 0 7 0,0 0-4 15,0 0-1-15,0 0 8 0,0 0-3 0,0 0 2 16,0 0-2-16,0 0 1 0,0 0-1 0,0 0-6 16,0 0 5-16,0 0-5 0,0 0-2 0,0 0 5 15,0 0 1-15,0 0 3 0,0 0-3 0,0 0 3 16,0 0 4-16,0 0 3 0,0 0-4 0,0 0-4 16,0 0 1-16,0 0-2 0,0 0-5 0,0 0-2 15,0 0 0-15,0 0 6 0,0 0 2 0,0 1-3 16,0-1-1-16,0 0-2 0,0 0 4 0,0 0-2 15,0 0-4-15,0 0 7 0,0 0 4 0,0 0 3 16,0 0-1-16,0 0 0 0,0 0-2 0,0 0 0 16,0 0-1-16,0 0-2 0,0 0-2 0,0 0 5 15,0 0 0-15,0 0-4 0,0 0 0 0,0 0-2 16,0 0 3-16,0 0-1 0,0 0 1 0,0 0-1 0,0 0 0 16,0 0 0-16,0 0-1 0,0 0-6 0,0 0 4 15,0 0 0-15,0 0 0 0,0 0 3 0,0 0 4 16,0 0 1-16,0 0-4 0,0 0-1 0,0 0-1 15,0 0 1-15,0 0-7 0,0 0 8 0,0 0-1 16,0 0 3-16,0 0 0 0,0 0-6 0,0 0 7 16,0 0-7-16,0 0 1 0,0 0-2 0,0 0-1 15,0 0 8-15,0 0-7 0,0 0 1 0,0 0-2 16,0 0 6-16,0 0-2 0,0 0-4 0,0 0 4 16,0 0 5-16,0 0 1 0,0 0-6 0,0 0 7 15,0 0-4-15,0 0-2 0,0 0-5 0,0 0 0 16,0 0 1-16,0 0 1 0,0 0 4 0,0 0 3 0,0 0 4 15,0 0-3-15,0 0 0 0,0 0-8 0,0 0 0 16,0 0 0-16,0 0-6 0,0 0 6 16,0 0-1-16,0 0 8 0,0 0-2 0,0 0-1 0,0 0 3 15,0 0 0-15,0 0 0 0,0 0-5 0,0 0-2 16,0 0 2-16,0 0-1 0,0 0 1 0,0 0 3 16,0 0-1-16,0 0 1 0,0 0 0 15,0 0 3-15,0 0-3 0,0 0-2 0,0 0 0 0,0 0-7 16,0 0 1-16,0 0 2 0,0 0 2 0,0 0 0 15,0 0 3-15,0 0 6 0,0 0-1 0,0 0-6 16,0 0-3-16,0 0 2 0,0 0 1 0,0 0-8 16,0 0 4-16,0 0 3 0,0 0 1 0,0 0 0 15,0 0 3-15,0 0 4 0,0 0-4 0,0 0 0 16,0 0-1-16,0 0-4 0,0 0-10 0,0 0 5 0,0 0 6 16,0 0 0-16,0 0 1 0,0 0 3 15,0 0 5-15,0 0-1 0,0 0-6 0,0 0 2 16,0 0-2-16,0 0 3 0,0 0 3 0,0 2-4 15,0-2 4-15,0 0-7 0,0 0-3 0,0 0-1 16,0 0-5-16,0 0 3 0,0 0 2 0,0 0 1 16,0 0 7-16,0 0-7 0,0 0 4 0,0 0-1 0,0 0-2 15,0 0 2-15,0 0-7 0,0 0 14 0,0 0-7 16,0 0 0-16,0 0 3 0,0 0-2 0,0 0 8 16,0 0-14-16,0 0 1 0,0 0 4 0,0 0-1 15,0 0 3-15,0 0-3 0,0 0-1 0,0 0 7 16,0 0 1-16,0 0-3 0,0 0-5 0,0 0-3 15,0 0 7-15,0 0-2 0,0 0-4 0,0 0 4 16,0 0 0-16,0 0 0 0,0 0 2 0,0 0 1 16,0 0 0-16,0 0-3 0,0 0 2 0,0 0 2 15,0 0-2-15,0 0-4 0,0 0-3 0,0 0 3 16,0 0 1-16,0 0-4 0,0 0 4 0,0 0 2 16,0 0 6-16,0 0-4 0,0 0 2 0,0 0 1 15,0 0-10-15,0 0 0 0,0 0-4 0,0 1 4 16,0-1 4-16,0 0-1 0,2 0 2 0,-2 0 3 0,0 0-4 15,0 0 0-15,0 0-6 0,0 0 1 16,0 0 6-16,0 0-5 0,0 0 2 0,0 0 1 16,0 0 4-16,0 0-4 0,0 0 1 0,0 0 5 0,0 0 1 15,0 0-7-15,0 0 1 0,1 0 1 0,-1 0 0 16,0 0-3-16,0 0-4 0,3 0 11 0,-1 0-2 16,-2 0-2-16,0 0 0 0,0 0 0 0,0 0 7 15,0 0-8-15,0 0-2 0,0 0 5 0,0 0-1 16,0 0 5-16,0 0-11 0,0 0 0 0,0 0-1 15,0 0 0-15,0 0 1 0,1 0-1 0,-1 0 6 16,0 0-16-16,0 0-16 0,0 0-19 0,0 0-17 16,0 0-21-16,2 0-13 0,-1 0-6 0,3-1-4 15,-3-1-5-15,1 2-29 0,-1 0-45 0,3-1-81 16,-4 1-82-16,0-2-95 0,0 2-79 0,-2 0-15 16,-3-1 37-16,0 2 78 0,-4 2 98 0</inkml:trace>
  <inkml:trace contextRef="#ctx0" brushRef="#br0" timeOffset="15136.36">21874 9598 80 0,'3'0'193'0,"2"-3"6"0,-5 2-43 0,1-2-38 0,1 1-20 16,-1 0-8-16,1 0 0 0,0 0 5 0,-2-1 10 16,1 2 13-16,1-1 15 0,0-1 19 0,-1 2 18 15,-1-1 14-15,0 0 18 0,2 1 5 0,-1 0-3 0,-1-1-14 16,0 1-16-16,2 1-24 0,0 0-30 15,-2-2-24-15,0 2-20 0,1-1-18 0,-1 1-13 16,0-2-6-16,0 2-10 0,2-1-3 0,-1 1-6 0,-1-2 0 16,0 2-3-16,0-1 1 0,0 1-1 0,2-2-1 15,0 2 0-15,-2 0 0 0,0-2-1 0,2 2-1 16,-2-1-1-16,0 1 2 0,2-1 2 16,0 1-2-16,-2-2-4 0,0 1 1 0,1 1-4 0,-1-2 5 15,2 1-5-15,-2-1 2 0,1 2 0 0,-1-1-2 16,2 1 3-16,-2-2-4 0,0 2 0 0,0 0-1 15,0-1 2-15,0-1-2 0,0 2 5 0,0 0-4 16,0 0 1-16,0 0 2 0,0 0-1 0,0 0 1 16,0 0-4-16,0 0 3 0,0-2-1 0,0 2-3 15,2 0-2-15,-2 0-1 0,0 0-1 0,0 0 1 16,0 0 2-16,0 0 0 0,0 0 3 0,0 0-2 16,0-1 2-16,0 1 1 0,0 0-4 0,1 0-1 15,-1 0 1-15,0 0 1 0,0 0-4 0,2 0-4 16,-1-1 4-16,-1 1 2 0,0 0-1 0,2-3 5 0,-2 3 5 15,2-2 4-15,-2-1 3 0,0 2-1 16,0-1 1-16,0-1-1 0,1 2 4 0,-1-1 3 0,0 1 3 16,0 1 5-16,0-3 4 0,0 3 5 0,0 0-2 15,0-2 5-15,0 2 0 0,0-1 0 0,0 1 1 16,0 0 1-16,0 0-6 0,0 0-3 0,0 0-4 16,0 0-2-16,0 0-3 0,0 0-6 0,0 0 2 15,0 0-3-15,0 1 0 0,-1-1 0 0,1 2-1 16,0-2 0-16,-2 0 0 0,2 1 0 0,-2 1-5 15,2-2-4-15,0 1-2 0,-3 1-3 0,2 2-1 16,-3 2-1-16,0 1 1 0,-2 3 0 0,-1 0-1 16,-1 4 4-16,-2 1 0 0,1 1 0 0,-2 1 1 15,1 2 3-15,-2-1 0 0,1 3-3 0,0 0-3 16,-3-1 0-16,2 1 1 0,-1 1-3 0,0-1 2 16,-1-1 0-16,2 1 0 0,0 0 0 0,-1-2-4 0,0 2 4 15,1-1-1-15,1-1-4 0,-1-1 0 16,2 0 0-16,0-1-1 0,0-1-1 0,1-3-3 0,1 1 6 15,0 0 0-15,0-2-1 0,2-2 2 0,0-2-1 16,1 1 2-16,0-3-4 0,0 0 2 0,2-2 0 16,2 1 0-16,-4-2 1 0,2-1 1 0,3 2 1 15,-2-3 1-15,2 1 1 0,-1-1-1 0,-1-1 0 16,2 0 0-16,0 0-1 0,-1 0-3 0,1 0-3 16,-2 0 0-16,2-3 1 0,-2 3-5 0,2-3 3 15,-1 1 0-15,1 0 2 0,-2 0 0 0,2-1-1 16,-1 2 0-16,1-2 1 0,0 1-2 0,-2-1 1 15,2 0 0-15,-2 0-2 0,2 0 0 0,0 2-1 16,0-1 1-16,0-1-3 0,0 2 0 0,0-2 5 0,0 1 1 16,0 1-3-16,0-2 1 0,0 1 0 0,0 1 1 15,0-1-3-15,-1 1 0 0,1-1 3 16,0 2 0-16,0-1 1 0,0 1-1 0,0-2-1 0,0 2 0 16,0-1-2-16,0 1 3 0,0 0-4 0,1-2-1 15,-1 2 1-15,2-2-1 0,-2 2 0 0,2-1 3 16,-2 1 1-16,0-1 0 0,1 1 1 0,-1-2 0 15,2 2 0-15,-2-1 1 0,1 1 1 0,-1-2-2 16,2 2 0-16,-2 0 0 0,2-1 0 0,-2 1-1 16,1 0-3-16,-1-2 2 0,0 2 2 0,0 0-3 15,0-1 2-15,0 1-2 0,0 0 6 0,0 0 1 16,0 0-3-16,0-2 3 0,0 2-2 0,2-1 0 16,-1 1-3-16,-1 0-2 0,0-2 2 0,2 0-2 15,-2 1 1-15,2 0 1 0,-1-1-2 0,2 1 4 16,-1 1-1-16,-1-2 0 0,2 1-1 0,1-1 0 15,-1 1 1-15,0-1-3 0,2-1 1 0,-2 1 2 16,5 1 0-16,-4 0-1 0,1-2 1 0,0 3-1 0,2-2-1 16,-3 1-2-16,4-1 3 0,-2 1-1 15,-1-1 1-15,3-1 2 0,0 3 0 0,0-3 1 16,1 2-2-16,1-2 2 0,1 1-2 0,0 1-1 0,3-1-1 16,-1-1 0-16,1 0 1 0,2 2 1 0,-2-1 0 15,3 0 3-15,1 0 0 0,-4 0-2 0,3 1 0 16,-1-1-1-16,1 2 1 0,0-3-1 0,-3 3 1 15,0 0 2-15,2-1-1 0,-4 1-2 0,1-2-2 16,0 2 2-16,0-1-2 0,-3 1 0 0,2 0-1 16,-3-2 2-16,2 0 1 0,-1 2-2 0,-2 0 1 15,-2-1 1-15,1 1 3 0,2-1-4 0,-5 1 0 16,3-2 0-16,0 2 2 0,-2-1 0 0,0-1 0 16,0 2 4-16,0-1-2 0,-1-1 0 0,1 1-1 0,1-1 0 15,-1 1-2-15,0-1-2 0,0 0 1 16,0 2 0-16,2-1 1 0,-2 0 0 0,0-1 1 15,-1 1-2-15,1-1 1 0,2 1 1 0,-1-1 0 16,-3 1-1-16,0-1-1 0,0 1 1 0,0 1-2 16,-1-2 3-16,1 2-1 0,-3 0-1 0,4-1 1 15,-4 1 1-15,1-2 1 0,1 2-2 0,-2 0-1 16,1 0 2-16,-1 0-2 0,0 0 1 0,2 0 0 0,1 0-1 16,-3 0-1-16,0 0 1 0,0 0 1 0,0 0 2 15,0 0-3-15,0 0 1 0,0 0 2 0,0 0-1 16,0 0-1-16,0 0 1 0,0 0-1 0,0 0 2 15,0 0 0-15,0 0-1 0,0 0 0 0,0 0-1 16,0 0 3-16,0 0 0 0,0 0-3 0,0 0 1 16,0 0-1-16,0 0-1 0,0 0 2 0,0 0-1 15,0 0 1-15,0 0-1 0,0 0 3 0,0 0 1 16,0 0-3-16,0 0-1 0,0 0 1 0,0-1 0 16,0 1-5-16,0 0 1 0,0 0 2 0,0 0 3 0,0 0-1 15,0 0-1-15,0 0 3 0,0 0-1 16,0 0-2-16,0 0 0 0,0 0-1 0,0 0 3 15,0 0-2-15,1 0 1 0,-1 0-3 0,0 0 1 0,0 0-3 16,0 0 2-16,0 0 2 0,0 0 0 0,0 0 4 16,0 0-3-16,0-2 1 0,0 2 0 15,0 0-2-15,0 0 0 0,2 0-2 0,-2 0 2 0,0 0 2 16,0 0 0-16,0 0-1 0,0 0-1 0,0 0 0 16,0 0 2-16,0 0-1 0,0 0 0 0,0 0-1 15,0 0 0-15,0 0 0 0,0 0-3 16,0 0 3-16,0 0-4 0,0 0 4 0,0 0 1 0,0 0 0 15,0 0 0-15,0 0 1 0,0 0 0 0,0 0-1 16,0 0-2-16,0 0-1 0,0 0 0 0,0 0 1 16,0 0 1-16,0 0-2 0,0 0 3 0,0 0-1 15,0 0 0-15,0 0-1 0,0 0 1 0,0 0 1 16,0 0-2-16,0 0 3 0,0 0 2 0,0 0-4 16,0 0-2-16,0 0-1 0,0 0 3 0,0 0 0 0,0 0-4 15,0 0 4-15,0 0 0 0,0 0 2 16,0 0-1-16,0 0-1 0,0 0 1 0,0 0 1 15,0 0 2-15,0 0-3 0,0 0 1 0,0 0-1 0,0 0-2 16,0 0 0-16,0 0-1 0,0 0 2 0,0 0-1 16,0 0 1-16,0 0 0 0,0 0 2 15,0 0 0-15,0 0-6 0,0 0 3 0,0 0 0 0,0 0 1 16,0 0-5-16,0 0 2 0,0 0 3 0,0 0 0 16,0 0-2-16,0 0 2 0,0 0 0 0,0 0 0 15,0 0-2-15,0 0 1 0,0 0 1 0,0 0-2 16,0 0 2-16,0 0-1 0,0 0 1 0,0 0 0 15,0 0 0-15,0 0 0 0,0 0 0 0,0 0 0 16,0 0 2-16,0 0-1 0,0 0-1 0,0 0-1 16,1 0-2-16,-1 0 3 0,0 0 0 0,0 0-1 15,0 0 1-15,0 0 0 0,0 0 3 0,0 0-5 16,0 0 1-16,0 0 3 0,0 0-4 0,0 0 2 0,0 0 0 16,0 0 3-16,0 0-2 0,0 0-3 0,0 0 3 15,0 0-1-15,0 0 2 0,0 0-2 16,0 0 0-16,0 0 2 0,0 0-1 0,0 0 0 15,0 0-1-15,0 0 1 0,0 0 0 0,0 0-1 0,0 0 0 16,0 0-1-16,0 0 2 0,0 0-1 0,0 0-1 16,0 0 1-16,0 0-1 0,0 0 1 15,0 0-2-15,0 0 2 0,0 0 1 0,0 0-1 0,0 0 0 16,0 0 2-16,0 0 1 0,0 0-3 0,0 0-1 16,0 0 0-16,0 0 1 0,0 0-1 0,0 0-2 15,0 0 2-15,0 0 0 0,0 0 2 0,0 0-2 16,0 0 0-16,0 0 1 0,0 0 2 0,0 0 0 15,0 0-2-15,0 0 3 0,0 0-2 0,0 0 0 16,0 0-1-16,0 0-4 0,0 0 0 0,0 0-1 16,0 0 2-16,0 0 2 0,0 0-1 0,0 0 2 15,0 0 2-15,0 0-2 0,0 0 4 0,0 0 0 16,0 0-1-16,0 0 0 0,0 0-1 0,0 0-2 0,0 0-2 16,0 0-1-16,0 0 0 0,0 0 0 0,0 0 2 15,0 0-2-15,0 0 2 0,0 0 0 16,0 0 0-16,0 0 1 0,0 0 0 0,0 0 5 0,0 0-5 15,0 0 0-15,0 0-1 0,0 0-1 0,0 0 2 16,0 0 1-16,0 0 3 0,0 0 2 0,0 0-6 16,0 0 4-16,0 0-1 0,0 0-5 15,0 0 0-15,0 0-1 0,0 0 0 0,0 0-1 0,0 0 4 16,0 0-1-16,0 0-3 0,0 0 3 0,0 0 1 16,0 0-1-16,0 0 1 0,0 0-4 0,0 0 3 15,0 0-2-15,0 0 3 0,0 0 1 0,0 0-1 16,0 0 6-16,0 0-5 0,0 0 4 0,0 0-3 15,0 0-2-15,0 0 0 0,0 0-3 0,0 0 5 16,0 0-2-16,0 0 0 0,0 0 1 0,0 0-2 16,0 0 0-16,0 0 0 0,0 0 0 0,0 0 2 15,0 0-2-15,0 0 2 0,0 0 1 0,0 0-3 16,0 0 1-16,0 0-5 0,0 0 4 0,0 0-4 0,0 0 4 16,0 0 1-16,0 0 0 0,0 0 2 15,0 0-1-15,0 0 1 0,0 0-2 0,0 0 0 16,0 0-2-16,0 0 3 0,0 0-3 0,0 0-1 0,0 0-1 15,0 0 0-15,0 0 4 0,0 0-1 0,0 0 2 16,0 0 1-16,0 0 0 0,0 0 2 0,0 0-3 16,0 0 1-16,0 0-2 0,0 0 2 0,0 0 1 15,0 0 1-15,0 0-3 0,0 0-3 0,0 0 2 16,2 0-2-16,-2 0 1 0,0 0-2 0,0 0 0 16,0 0 1-16,0 0 0 0,0 0 2 0,0 0 2 15,0 0-1-15,0 0 4 0,0 0-2 0,0 0 1 16,0 0-1-16,0 0-4 0,0 0 1 0,0 0-4 15,0 0 4-15,0 0-2 0,0 0-3 0,0 0 3 16,0 0-1-16,0 0-1 0,0 0 3 0,0 0 1 16,0 0 4-16,0 0-2 0,0 0-1 0,0 0 1 15,0 0 0-15,0 0-2 0,0 0-3 0,0 0 2 16,0 0 1-16,0 0 1 0,0 0 4 0,0 0 0 0,0 0-1 16,0 0-3-16,0 0-1 0,0 0 0 0,0 0-2 15,0 0 1-15,0 0-2 0,0 0 2 16,0 0 2-16,0 0-3 0,0 0 0 0,0 0-2 0,0 0 4 15,0 0 2-15,0 0-2 0,0 0 0 0,0 0 1 16,0 0-2-16,0 0-2 0,0 0 2 0,0 0 2 16,0 0-1-16,0 0-1 0,0 0 1 0,0 0-1 15,0 0-4-15,0 0 2 0,0 0 1 0,0 0 2 16,0 0 1-16,0 0 3 0,0 0 1 0,0 0-3 16,0 0 3-16,0 0-2 0,0 0 0 0,0 0-1 15,0 0 0-15,0 0-1 0,0 0-2 0,0 0-1 16,0 0-2-16,0 0 2 0,0 0 1 0,0 0 1 15,0 0-2-15,0 0-2 0,0 0 4 0,0 0-1 0,0 0 1 16,0 0 0-16,0 0 2 0,0 0 2 16,0 0-3-16,0 0-1 0,0 0 0 0,0 0 1 15,0 0-2-15,0 0-1 0,0 0 1 0,0 0 0 0,0 0-3 16,0 0 0-16,0 0 6 0,0 0-1 0,0 0 1 16,0 0-1-16,0 0 3 0,0 0-4 0,0 0-5 15,0 0 5-15,0 0 1 0,0 0 0 0,0 0-1 16,0 0 3-16,0 0 1 0,0 0-4 0,0 0 0 15,0 0-2-15,0 0 2 0,0 0-1 0,0 0 0 16,0 0 1-16,0 0 0 0,0 0 0 0,0 0-3 16,0 0 4-16,0 0-2 0,0 0 2 0,0 0-1 15,0 0 1-15,0 0-1 0,0 0 0 0,0 0 0 16,0 0-2-16,0 0 1 0,0 0 1 0,0 0 3 16,0 0-3-16,0 0 3 0,0 0-3 0,0 0-1 15,0 0 0-15,0 0 0 0,0 0 2 0,0 0-3 16,0 0 2-16,0 0 1 0,0 0-1 0,0 0 0 15,0 0-2-15,0 0 0 0,0 0 2 0,0 0 0 16,0 0 1-16,0 0 2 0,0 0-1 0,0 0-1 16,0 0-2-16,0 0-1 0,0 0 0 0,0 0 0 15,0 0 3-15,0 0 1 0,0 0 1 0,0 0-2 0,0 0-1 16,0 0 0-16,0 0-2 0,0 0 1 0,0 0 1 16,0 0 0-16,0 0-1 0,0 0 0 0,0 0 1 15,0 0-2-15,0 0 0 0,0 0 1 0,0 0 1 16,0 0 3-16,0 0-2 0,0 0 4 0,0 0-4 15,0 0 3-15,0 0-2 0,0 0-3 0,0 0 4 16,0 0-3-16,0 0 1 0,0 0-3 0,0 0 0 16,0 0-1-16,0 0-1 0,0 0 1 0,0 0 2 15,0 0 1-15,0 0 1 0,0 0 0 0,0 0 0 16,0 0 0-16,0 0-3 0,0 0-3 0,0 0-11 16,0 0-19-16,0 0-31 0,-2 0-34 0,2-1-39 15,0 1-41-15,0-2-24 0,0 2-21 0,-3 0-32 16,-3 0-79-16,2 2-110 0,-5-2-129 0,1 1-55 15,-1-1-7-15,0 2 36 0,-3 1 101 0</inkml:trace>
  <inkml:trace contextRef="#ctx0" brushRef="#br0" timeOffset="16918.16">22464 10816 62 0,'4'-1'158'0,"0"-1"-2"0,-3 1-6 0,2-1-4 0,-1 1-1 0,0-3-3 15,-1 3 0-15,2 0 7 0,1-2 8 0,-3 1 15 16,1-1 14-16,1 0 11 0,-1 2 17 0,0-1 5 16,2 0-5-16,-3 0-14 0,2 0-20 0,-1 1-26 15,0-1-28-15,-1 1-27 0,2-1-20 0,1 2-16 16,-1-3-10-16,0 3-7 0,3-3-6 0,-3 1-1 16,0 0-2-16,2 0 5 0,0-1 5 0,-2 0 7 15,1 0 13-15,-1 2 18 0,1-2 20 0,-1 0 21 16,0 1 24-16,1-1 26 0,-4 2 20 0,1-1 15 15,1-1 6-15,-1 2 0 0,-1-2-9 0,0 1-15 16,0-1-15-16,0 0-19 0,0 0-16 0,0 0-14 16,-1-1-9-16,-1-1-8 0,1 1-6 0,-1-1-5 15,-1 1-4-15,0-2-3 0,-2 1-3 0,2-1-2 16,-2 0-2-16,4 2-1 0,-6-1-2 0,4-1-5 16,-2 1-2-16,-2 1-4 0,2-2-7 0,-2 2-5 0,3-1-5 15,-4 1-6-15,0-1-4 0,2 2-3 16,-2 0-4-16,1 0-4 0,-2 0-1 0,3 0-4 15,-1 2-24-15,1-2-6 0,-1 0 0 0,0 1 0 0,0-1 0 16,3 2 0-16,-3-2 0 0,1 1 0 0,-2 1 0 16,2-2 0-16,-1 1 0 0,-1-1 0 0,2 2 0 15,0-1 0-15,1 0 0 0,0 1 0 0,0 0 0 16,2 1 0-16,0-2 0 0,-1 2 0 0,2 0 0 16,0 0 0-16,-1 0 0 0,2 0 0 0,-1 0 0 15,0 0 0-15,1 0 0 0,-1 0 0 0,1 0 0 16,-1 0 0-16,0 0 0 0,1 0 0 0,1 0 0 0,-2 0 0 15,2 0 0-15,0 0 0 0,0 2 0 16,0-2 0-16,0 0 0 0,0 0 0 0,0 0 0 16,0 0 0-16,0 0 0 0,0 0 0 0,0 0 0 0,2 0 0 15,-2 0 0-15,1 0 0 0,-1 1 0 0,2-1 0 16,-2 0 0-16,2 1 0 0,-1-1 0 0,-1 0 0 16,0 0 0-16,2 2 0 0,-2-2 0 0,1 2 0 15,1-2 0-15,0 1 0 0,-1-1 0 0,-1 0 0 16,3 2 0-16,-3-2 0 0,2 1 0 0,-2-1 0 15,3 2 0-15,2-2 0 0,-4 1 0 0,4-1 0 16,-2 2 0-16,2-2 0 0,-2 0 0 0,2 0 0 0,3 0 0 16,-4 0 0-16,1 0 0 0,0 0 0 15,0 0 0-15,1 0 0 0,0 0 0 0,-1 0 0 16,-2 0 0-16,2 0 0 0,0 0 0 0,0 0 0 0,1 0 0 16,-3 0 0-16,2-2 0 0,-4 2 0 0,3-1 0 15,-1 1 0-15,0 0 0 0,-1 0 0 0,-1-2 0 16,1 2 0-16,-1-1 0 0,1 1 0 0,0 0 0 15,0-2 0-15,-2 2 0 0,0 0 0 0,2 0 0 16,0 0 0-16,-2 0 0 0,0 0 0 0,1 0 0 16,-1 0 0-16,0 0 0 0,2 0 0 0,-1 0 0 15,-1 0 0-15,0 0 0 0,2 0 0 0,0 0 0 0,-2 0 0 16,0 0 0-16,0 0 0 0,0 0 0 0,0 0 0 16,0 0 0-16,1 0 0 0,-1 0 0 0,0 0 0 15,0 0 0-15,0 0 0 0,2 0 0 0,-2 0 0 16,0 0 0-16,0 0 0 0,0 0 0 0,0 0 0 15,0 0 0-15,0 0 0 0,0 0 0 0,0 0 0 16,0 0 0-16,1 0 0 0,-1 0 0 0,0 0 0 16,2 0 0-16,-2 0 0 0,2 0 0 0,-2 0 0 15,0 0 0-15,1 0 0 0,-1 0 0 0,2 0 0 16,-2 2 0-16,1-2 0 0,-1 1 0 0,2 2 0 16,-2 0 0-16,2 3 0 0,-2 2 0 0,-2-1 0 0,0 4 0 15,1 0 0-15,-2 3 0 0,-1 1 0 0,0 0 0 16,-1 2 0-16,0 1 0 0,-3 0 0 0,2 0 0 15,0-1 0-15,-3 3 0 0,0-2 0 0,0 2 0 16,-1-3 0-16,-1 1 0 0,2 2 0 0,-3-2 0 16,0 1 0-16,1-1 0 0,0 0 0 0,-2-1-13 15,0 1 0-15,-1-1-3 0,0 1-3 0,0-2-1 16,1 2 2-16,0-1 4 0,1-2 1 0,1-1 2 16,-2 2 1-16,2-3-3 0,3 1 1 0,-3-2-6 0,3-2-3 15,3 0-4-15,-1 1 2 0,1-4 0 16,-1 1-3-16,2-2-2 0,0-1-2 0,3-3-1 15,-3 3-5-15,4-2 0 0,-3 0 1 0,3-1 1 0,0-1 6 16,-1 1 4-16,1-2 6 0,0 0 6 0,1 0 5 16,-1-2 4-16,3-1 3 0,-1 0-1 15,0 0-1-15,-1 0-1 0,3-1 0 0,-3 1-2 0,2-2 3 16,2 2 2-16,-4-1-1 0,2-1 0 0,-1 2 1 16,1-1 1-16,0-1-1 0,-1 2-1 0,1-1-2 15,-1 1-1-15,1 0 0 0,0-2-4 0,2 0-1 16,-4 1 0-16,2 1-2 0,1-1 1 0,-1-1 1 15,0 1-3-15,0 1 3 0,1 0-2 0,-3 0 5 16,2 0 2-16,3 0-2 0,-3-1 4 0,2 2-2 16,-1 0 3-16,0-1 0 0,1 0-3 0,0 2 3 15,1-1 0-15,0 1 2 0,-1-1-2 0,3 0-1 0,-1 2 2 16,2 0-2-16,-1 0 0 0,1 0 1 0,2 0 1 16,2 0 0-16,1 0 4 0,0 0-2 0,5 0-2 15,-1 0 0-15,4 0-2 0,1 0 0 0,4 0 1 16,-1 0 1-16,4-2 1 0,2 0 1 0,4 1-1 15,-3-2 0-15,2 0 0 0,0 0 0 0,-4-2-1 16,2 1-1-16,-3-1 1 0,-1 1 0 0,-2 0-2 16,-2 0 1-16,-4 0 0 0,-1 1 2 0,-1 0-2 15,-5-2 0-15,-1 2-4 0,1 2-7 0,-4-2-8 16,1 0-13-16,-5 1-6 0,1 1-10 0,-1-1-9 16,-3 1-12-16,2 1-11 0,-1-2-15 0,-1 2-15 15,-1-2-16-15,0 2-24 0,-1-1-25 0,1 1-34 16,0-1-40-16,-2 1-52 0,0 0-39 0,0 0-14 15,0 0-1-15,-4-2-5 0,3 2-33 0,-4-1-56 16,2 1-67-16,-5 0-79 0,2 0-21 0,-1 0 21 16,-2 0 80-16,0 0 123 0</inkml:trace>
  <inkml:trace contextRef="#ctx0" brushRef="#br0" timeOffset="17250.8">22799 10900 49 0,'0'-9'193'0,"0"2"8"16,0-1-19-16,0 2-16 0,0-2-4 0,2 4 9 0,-1-2 18 15,-1 2 22-15,0-1 25 0,2 1 25 0,1 1 10 16,-3 0-4-16,0 0-20 0,1 0-32 0,-1 1-37 16,2-1-43-16,-1 2-33 0,1-1-26 0,0 2-17 15,-2 0-10-15,1 0-6 0,-1 3-3 0,2 0-3 16,0 3 0-16,-2 2 1 0,0 1 4 0,0 3 4 0,0 1 2 15,0 2 12-15,-2 0 3 0,0 3 5 0,1 0 1 16,1 2-3-16,-4-1-4 0,4 2-12 16,-3 0-6-16,2 0-10 0,-2 0-10 0,1 0-8 0,-1 0-4 15,2 0-9-15,-3-2-3 0,3 1-12 0,-3 0-22 16,3-2-19-16,-2-1-22 0,1-1-16 0,0-1-19 16,-1-2-10-16,2-1-11 0,-4 0-37 15,4-3-75-15,-1 0-99 0,1-2-105 0,-3 1-106 0,3 0-33 16,-1-2 21-16,2-2 76 0,-2 2 106 0</inkml:trace>
  <inkml:trace contextRef="#ctx0" brushRef="#br0" timeOffset="17734.09">23093 11056 61 0,'8'-15'312'0,"-2"0"49"0,-2 0 51 15,-3 2-10-15,4-1-41 0,-5 2-22 0,1 0-25 16,-1 2-25-16,2 1-32 0,-2 0-47 0,0 0-57 16,0 3-45-16,0-2-24 0,0 2-16 0,0 2-12 15,0-2-7-15,0 1 1 0,0 2-1 0,1 2-2 16,-1-3-1-16,2 2 3 0,-2 0-2 0,0 1-3 16,0 1-3-16,-2 0 0 0,2 3-2 0,-1-1-3 15,-1 3-3-15,1 3-1 0,-4 1-1 0,4 0-7 16,-1 1-4-16,0 2-5 0,2-1-3 0,0-1-4 15,0 2-6-15,2-1 0 0,1-1-5 0,2 1-1 16,-1-1 0-16,1-1-4 0,3 2-3 0,-1-2-2 16,2 0-1-16,0 0-2 0,1 0-2 0,1 0-1 0,-1-2-1 15,1-1 3-15,1 0 4 0,-1 0 2 16,2 0 2-16,-4 0 4 0,3 0 6 0,-2-1 0 0,0-1-1 16,0 2 2-16,-2-1-5 0,1-1-1 0,-3 0 0 15,1 1 3-15,-1 1-1 0,0-1-2 16,-3-1 7-16,0 2 7 0,1 0-2 0,-3-2-5 0,-1 3 8 15,0-3 3-15,-1 3-4 0,-3 0 0 0,1-1 5 16,0 0 2-16,-4 1-6 0,2 1-1 0,-3-3 2 16,0 3-5-16,-3 0-3 0,0-2-9 0,-1 0-9 15,-5 0-20-15,0 0-18 0,-1 0-19 0,0-2-21 16,-2 2-16-16,-2-3-26 0,2 0-58 0,1-1-95 16,-3-1-114-16,1-1-141 0,4-1-61 0,-1-1-9 15,4-3 48-15,2 3 102 0</inkml:trace>
  <inkml:trace contextRef="#ctx0" brushRef="#br0" timeOffset="17933.28">23125 10994 215 0,'9'-13'450'0,"4"0"83"0,-4 0 57 0,1 3-48 0,1 0-111 0,2-1-95 0,-1 1-101 0,6 1-74 16,-1 0-44-16,0-2-36 0,5 4-19 0,-2-2-14 15,2 0-9-15,0 1-6 0,0-1-10 0,-1 0-5 16,2 0-2-16,-1 2-2 0,-1-2-4 0,-1 1-9 15,1 2-9-15,-3 0-14 0,-1 2-22 0,-4-1-29 16,-1 2-47-16,-3 2-84 0,-2 1-111 0,-4 1-131 16,0 2-103-16,-3 2-39 0,0 2 14 0,-4 2 70 15,-1 2 110-15</inkml:trace>
  <inkml:trace contextRef="#ctx0" brushRef="#br0" timeOffset="18366.41">23853 11194 10 0,'4'-6'283'16,"-3"2"43"-16,1 0 48 0,-1 0-20 0,1 1-36 15,0 0-21-15,-1 2-11 0,1-1-11 0,-1 1-25 16,1 1-31-16,0 0-38 0,-2 0-44 0,0 0-37 16,1 0-24-16,-1 1-13 0,0 1-11 0,0 1-7 15,-1 0-4-15,1 0 0 0,-2 3 1 0,0 0-2 16,-1 1-1-16,-2 2-3 0,1 2 3 0,-2-1-2 15,-1 2-3-15,-1 2 0 0,2-1 2 0,-5 2 3 16,1-2-1-16,-1 4-7 0,-1-2-9 0,1 0-3 16,-2 2-5-16,-1-1-2 0,-1 1-9 0,0-3-3 0,0 3-3 15,1-2-16-15,0 0-15 0,0 0-23 16,-1-2-15-16,3 1-19 0,-1-2-34 0,2-1-72 16,-1-1-119-16,2-1-143 0,0-1-109 0,1-1-45 15,4-3 6-15,-1 1 65 0,3-2 124 0</inkml:trace>
  <inkml:trace contextRef="#ctx0" brushRef="#br0" timeOffset="19499.33">24416 10900 105 0,'0'-1'190'0,"4"-2"-14"0,-4 1-30 0,1-1-24 0,1 2-19 0,-1-1-12 0,1-1-9 15,0 3-4-15,-1-1-1 0,1-1 2 16,1 0 5-16,-1 1 10 0,0 0 11 0,2-1 11 16,-3 1 10-16,-1-1 8 0,3 2 9 0,-3-1 6 0,4-1 1 15,-4 2-1-15,0 0-5 0,1-1-8 0,-1 1-12 16,0 0-17-16,0 0-21 0,0 0-18 0,2 0-15 15,-1 0-15-15,-1 0-16 0,0 0-8 16,0 0-2-16,0 0-4 0,0 0-6 0,0 0-1 0,2 0 2 16,0 0 0-16,-2 0-2 0,0 0 0 0,1 0 3 15,-1 0 3-15,2 0 1 0,-1 0 3 0,1 1 1 16,0-1-2-16,-1 0-2 0,-1 0-1 0,0 0-3 16,3 2-4-16,-1-1 2 0,-2-1 0 0,0 0 4 15,0 0-1-15,0 0-2 0,0 0-2 0,0 0-1 16,0 0 0-16,0 0-3 0,0 0 2 0,0 0 1 15,0 0 1-15,0 0 2 0,1 0-2 0,-1 0 4 16,0 0 0-16,0 0-1 0,2 0 0 0,-1 0 1 16,1 0 2-16,0 0-3 0,-1 0 3 0,-1 0 0 15,3 0 5-15,1-1 1 0,-3-1-1 0,1 2 4 16,0-1-4-16,1-1 0 0,-2 1 1 0,4 1 1 0,-4-4-1 16,2 3-2-16,-3 0 4 0,4-1 2 15,-3-1 0-15,-1 0 0 0,3 0 3 0,-1 0 1 16,0 0-4-16,-1 0 0 0,-1 0-3 0,4-1 5 0,-4-1 3 15,0 1 1-15,1-1 2 0,-1-1 4 16,2 2 4-16,-2-1 2 0,0 1 4 0,-2-1 3 16,2 1 8-16,-1 0 4 0,-1 2 1 0,0-1 0 0,1 0-5 15,-3 1-1-15,0-1-6 0,0 3-6 0,-2 0-3 16,-1 3-11-16,0 0-2 0,1 2-5 0,-2-1-5 16,-3 2 2-16,3 2-6 0,0-1 4 0,-1 2-4 15,1 0 0-15,1 0 1 0,1 2-3 0,-1-2 2 16,1 0-2-16,3 1 1 0,0-1-1 0,0 2-2 15,1-2-3-15,2 0-3 0,0 0 0 0,2 0 0 16,1-2-2-16,0 2-3 0,4-2 3 0,-1 1 3 16,2 0-5-16,0 1 1 0,2-2-3 0,-2 0-3 15,4 0-3-15,0 0-6 0,-1-1-7 0,1 2 0 16,1-2 0-16,-1 1 7 0,2-1 0 0,-3 0 5 16,0 0 5-16,0 0 4 0,-1 0 4 0,-1-2 0 15,0 3 0-15,-1-1 1 0,-3-1 3 0,2 0 1 16,-6 1 1-16,2-1-4 0,1 1 4 0,-4 1-2 0,0-2 0 15,-4 2-3-15,1-1 0 0,0 0 4 16,-3 0-1-16,-1 0 0 0,-2 0 3 0,-1 2-1 16,2-2-1-16,-4 1-1 0,1-1 1 0,-1 2 2 0,-1-3-4 15,0 3 0-15,-1-2 0 0,-1 0-1 0,1 0-2 16,-2 0-13-16,1 1-13 0,0-2-17 0,2 3-17 16,-4-4-17-16,3 2-13 0,-2-3-22 0,-1 0-34 15,1 0-74-15,0-1-114 0,0-2-135 0,2 0-100 16,1 0-28-16,2-2 16 0,2-1 76 0,3 0 122 15</inkml:trace>
  <inkml:trace contextRef="#ctx0" brushRef="#br0" timeOffset="19767">24406 10968 130 0,'6'-13'359'0,"-2"3"59"0,1-2 58 0,0 2-24 0,1-1-62 16,4 1-51-16,-1-1-47 0,2 2-46 0,2 0-44 15,0-2-56-15,2 4-38 0,0-2-27 0,0 0-19 16,1 2-6-16,3-1-2 0,-1 1 5 0,2 1 5 16,1-2 11-16,-1 2 10 0,2-2 3 0,0 3 0 15,1-1-3-15,1-1-15 0,-2 3-15 0,1-2-17 16,-2 2-15-16,3 1-11 0,-2-2-15 0,-2 2-22 16,-1 0-22-16,2 0-24 0,-5 0-19 0,3 2-16 15,-2-1-10-15,0 0 0 0,1 2-5 0,-2 0-19 16,-1 0-49-16,0 4-83 0,-1-1-101 0,-2 1-119 15,0-1-67-15,-3 2-8 0,-3 1 44 0,1 1 86 16</inkml:trace>
  <inkml:trace contextRef="#ctx0" brushRef="#br0" timeOffset="20448.96">25335 11016 164 0,'6'9'212'0,"1"-2"-5"0,-1 2-41 0,2-1-23 0,-2-1-10 16,1 1 4-16,-1-1 10 0,0-1 21 0,0 0 25 15,-2 0 34-15,-1 0 30 0,0 0 11 16,0-2-6-16,-3 0-17 0,3 0-32 0,-3-1-45 0,0 2-41 15,0-3-32-15,0 0-20 0,0 1-11 0,0-1-6 16,0-1 1-16,0 1 3 0,0-1 1 0,0 1 0 16,-1-2 1-16,-1 0 2 0,1 0-6 15,-1-2-7-15,0 1-9 0,1 1-9 0,-1-2-14 0,-1 1-5 16,-1-1-6-16,0 1-7 0,1-3 0 0,0 2 0 16,-2 0-2-16,4-1-1 0,-3-1-2 0,3 1-1 15,-3-3 2-15,3 1 4 0,1-2-2 0,0-1-5 16,1-1 2-16,1 2 2 0,1-2-2 0,1 0-3 15,0 0 1-15,1-1 4 0,2 3-1 0,2-2-1 16,-3 2 0-16,2-2 0 0,0 1-1 0,1 1-1 16,-1 1 4-16,1-2 1 0,0 2-5 0,0 0 2 15,-1 2 3-15,-1 1-4 0,0-2 0 0,0 2-2 16,-1 2 3-16,1 1 2 0,-4 0-3 0,3 0 3 0,-5 3-1 16,2 0 0-16,1 1 0 0,-4 0-1 15,0 3 2-15,-4 0-4 0,3 1 1 0,-2 1 3 16,-2-1 0-16,1 3 1 0,-3 0-1 0,1-1 0 0,-2 1 0 15,-1-1 0-15,0 2 5 0,1-2-1 0,-1 1 4 16,1 0 6-16,0-2-1 0,0 0-3 0,1 0-2 16,0 0 0-16,2-2-7 0,2 1-1 0,-2-1 6 15,4-1 2-15,-2-1-2 0,1-1-1 0,2 1 3 16,0-2-2-16,2 0-1 0,1-2 2 0,2 1 4 16,-1-1 0-16,4-1-4 0,2-1 0 0,-1-1-4 15,1 1-3-15,2-2 0 0,-1-2-2 0,2 2 2 16,1-3 2-16,-1 2 0 0,1-1-6 0,-1-1 4 15,-1 2-2-15,1-1-5 0,-2 1-16 0,2-3-15 16,-4 5-23-16,1-3-25 0,1 1-26 0,-5-1-31 16,1-1-72-16,-4 0-125 0,2 2-148 0,-4-2-102 15,4 1-36-15,-4-1 2 0,1 1 66 0,-1 1 132 16</inkml:trace>
  <inkml:trace contextRef="#ctx0" brushRef="#br0" timeOffset="22131.15">26282 11002 25 0,'-3'-6'256'0,"2"-1"37"0,1-1 38 0,-4 1-42 0,4-1-29 15,0 1-1-15,0-1 17 0,0 1 12 0,2-1-4 16,0 1-17-16,-1-1-33 0,2 1-42 0,-1-1-49 16,2-1-39-16,-1 2-29 0,1-1-19 0,-1 1-12 15,2-1-9-15,0 2-7 0,-1-1-1 0,4 1-7 16,-2 0-5-16,1 0-6 0,-1 1 3 0,1 1-1 15,2 1-1-15,-3 0 4 0,2 0 7 0,0 1 4 16,0 2 2-16,0 0 0 0,0 0 1 0,3 3-2 16,-5 0 1-16,0 2 0 0,3 1 3 0,-2 1 5 15,-1 1 5-15,-1-1-1 0,2 4 2 0,-4-1 0 16,0 2-4-16,-1 0-5 0,-1 2-5 0,-2-1-1 16,-1 2-8-16,-3 0 1 0,0-1-2 0,1 2 1 15,-6-1-1-15,-1 0 3 0,2 2-5 0,-5-2-2 16,-1 1 0-16,-2-1 6 0,1 0 5 0,-3 2 8 0,3-4 6 15,-3 2 11-15,3-1 7 0,-1-1 3 0,0 0-1 16,2 0-5-16,3-1-6 0,-1-2-8 16,2-1-14-16,0 2-7 0,3-4-8 0,0 1-3 0,3-3 1 15,1 0-6-15,0 1 5 0,2-1 0 0,2-3 2 16,2 2 5-16,2-1 8 0,0-2 10 0,3 2 6 16,2-1 8-16,4-2 6 0,0 0 7 0,1 0 1 15,2 0 6-15,2-2 8 0,2 1 4 0,2-1 5 16,1 1 1-16,3 1 3 0,-2-2-1 0,3 1-6 15,-1-1-3-15,3 0-4 0,1 1-6 0,-3 0-3 16,3-1-3-16,-4 1-7 0,3-1-7 0,-2 1-4 16,-2-1-7-16,2 1-7 0,-2-1-7 0,1-1-2 15,-3 1-5-15,-2 0-6 0,1 0-3 0,-2-1-3 16,-2 2-1-16,-1-1-1 0,-2-1-1 0,-1 2 0 16,-3-3 1-16,0 4 1 0,-2-2 1 0,-2 2-1 15,-1-2 0-15,1 1-1 0,-3-1 0 0,1 2-1 0,-4 0 1 16,3-1 1-16,-3-1-1 0,2 2 2 0,-3 0-1 15,2-1 1-15,0-1-5 0,-2 2 1 0,0 0-1 16,1 0-3-16,-1 0-1 0,0 0 0 16,2 0-1-16,-1 0-5 0,-1 0-3 0,0 0-2 0,0 0-3 15,0 0 3-15,0 0-1 0,0 0 2 0,2 0 1 16,-2 0 1-16,0 0-1 0,0 0-3 0,0 0-2 16,0 0 0-16,0 0-2 0,0 0-1 0,0 0 2 15,0 0 1-15,0 0 3 0,0 0 0 0,0 0 4 16,0 0 4-16,0 0 2 0,0 0 3 0,0 2 0 15,0-1 0-15,0-1 2 0,0 0 3 0,0 2-2 16,0-1 0-16,0-1 3 0,0 0 2 0,0 0-2 16,0 0-2-16,0 0 0 0,0 0 0 0,0 0-2 15,0 0 0-15,0 0 2 0,0 0 0 0,2 0-3 16,-2 0 3-16,0 0 1 0,0 0 0 0,0 0-1 16,0 0-1-16,0 0 1 0,0 0-2 0,0 0-1 15,0 0 1-15,0 0 1 0,0 0 1 0,0 0-1 16,0 0 1-16,0 0 0 0,0 0-2 0,0 0-1 0,0 0 2 15,0 0 1-15,0 0 0 0,0 0 0 16,0 2 0-16,0-2 0 0,0 1-1 0,0-1 0 0,-2 2-2 16,0-2-1-16,2 0-2 0,0 1-1 0,0 0-2 15,0-1-4-15,0 0 0 0,0 2 1 0,0-2-1 16,-1 2 2-16,-1-2 0 0,2 1 2 0,0-1-2 16,0 3 2-16,0-3 2 0,0 2-2 0,0-1 1 15,0-1 0-15,0 2 1 0,0-2-2 0,0 1 1 16,0-1-1-16,0 2 2 0,0-2 1 0,0 0 1 15,0 1 1-15,0-1 2 0,0 1-1 0,0-1-3 16,0 0-3-16,0 0-2 0,0 0 1 0,0 0-2 0,0 0-1 16,0 0 3-16,0 0 0 0,0 2 1 0,0-2 1 15,-1 0 1-15,1 0 3 0,0 0 4 16,0 0-1-16,0 2 2 0,0-2-1 0,0 0-1 16,0 0-6-16,0 0-2 0,0 0 3 0,0 0-5 0,0 0 2 15,0 0 5-15,0 1 1 0,0-1 2 0,0 0 0 16,0 0 2-16,0 0 1 0,0 0 0 15,0 0-2-15,0 2 0 0,0-2-1 0,0 1-2 0,0-1-4 16,0 0 0-16,0 0 0 0,0 0 2 0,0 2 2 16,0-2 0-16,0 1 1 0,0-1 1 0,0 2 0 15,0-2-4-15,0 0-1 0,0 0-1 0,0 0 1 16,0 0 3-16,-2 0-1 0,0 0 0 0,2 0-1 16,0 0 3-16,0 0 0 0,0 0-2 0,0 0 2 15,0 1 2-15,0-1-3 0,0 0 2 0,0 0 0 16,0 0-6-16,0 0-1 0,0 0-3 0,0 0 2 15,0 0-2-15,0 0-2 0,0 0 4 0,0 0 2 16,0 0 1-16,0 2 2 0,0-2-3 0,0 0 1 0,0 1 0 16,0-1-1-16,0 0 0 0,0 0-1 0,0 0 2 15,0 0 1-15,0 0-1 0,0 0 2 16,0 0 0-16,0 0 1 0,0 0-2 0,0 1 3 0,0-1-1 16,0 0 1-16,0 0 1 0,0 0 1 0,0 0 0 15,0 0 0-15,2 0 0 0,-2 0-1 0,0 0-4 16,0 0 1-16,0 0-1 0,0 0-2 0,0 0 1 15,0 0 4-15,0 0-2 0,0 0 1 0,0 2-1 16,0-2-1-16,0 0-2 0,0 0-4 0,0 0-2 16,0 0-2-16,0 0-1 0,0 0 3 0,0 0 0 15,0 0 4-15,0 0 0 0,0 0 2 0,0 0 4 16,0 2 3-16,0-2-2 0,0 0 1 0,0 0 2 16,0 0 0-16,0 0-1 0,0 1-3 0,0-1 4 0,0 0-2 15,0 0 0-15,0 0-1 0,0 0-1 16,0 0 2-16,0 0 0 0,0 0-2 0,0 0-1 15,0 0-2-15,0 0 4 0,0 0-7 0,0 0-9 16,0 0-4-16,0 0-8 0,0 0-9 0,0 0-11 0,0 0-5 16,0 0-4-16,0 0 2 0,0 0-1 15,0 0 2-15,0 0-3 0,0 0 1 0,2 0-10 16,-2 0-18-16,0 0-15 0,0 0-13 0,0 0-12 0,0-1-13 16,0 1-6-16,0-2-13 0,0-1-49 0,-2 2-99 15,0-2-114-15,-1 0-131 0,2-2-57 0,-3 2-5 16,1-1 48-16,-2-1 106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2:00.5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1428 714 12626,'0'28'0,"-2"0"0,-1 0 0,-1 0 0,-1 0 0,-1-1 0,-1 0 0,-1 0 0,-1-1 0,-1 1 0,-1-2 0,-2 0 0,0 0 0,-1-1 0,-1 0 0,-1-1 0,-1-1 0,-1 0 0,-1-1 0,0-1 0,-1 0 0,-1-2 0,-1 0 0,0-1 0,-1-1 0,-1-1 0,0-1 0,-1-1 0,0 0 0,-1-2 0,0-1 0,0-1 0,-1-1 0,0-1 0,-1-1 0,1-1 0,-1-1 0,0-1 0,0-1 0,0-2 0,0 0 0,0-2 0,0-1 0,0-1 0,1-1 0,-1-1 0,1-1 0,0-1 0,1-1 0,0-1 0,0-1 0,1-2 0,0 0 0,1-1 0,0-1 0,1-1 0,1-1 0,0-1 0,1 0 0,1-2 0,1 0 0,0-1 0,1-1 0,1 0 0,1-1 0,1-1 0,1 0 0,1-1 0,1 0 0,0 0 0,2-2 0,1 1 0,1-1 0,1 0 0,1 0 0,1-1 0,1 0 0,1 0 0,2 0 0,0 0 0,2 0 0,0 0 0,2 0 0,1 1 0,1-1 0,1 1 0,1 0 0,1 0 0,1 0 0,1 1 0,2 1 0,0-1 0,1 2 0,1-1 0,1 2 0,1 0 0,1 0 0,1 2 0,1 0 0,0 1 0,1 0 0,1 2 0,1 0 0,0 1 0,1 1 0,1 1 0,0 1 0,1 0 0,0 2 0,1 1 0,0 1 0,0 1 0,1 0 0,0 2 0,1 1 0,-1 1 0,1 2 0,0 0 0,0 1 0,0 2 0,0 0 0,0 2 0,0 1 0,0 0 0,-1 2 0,1 1 0,-1 1 0,0 2 0,-1 0 0,0 1 0,0 1 0,-1 1 0,0 2 0,-1 0 0,0 1 0,-1 1 0,-1 1 0,0 1 0,-1 0 0,-1 2 0,-1 0 0,0 1 0,-1 0 0,-1 2 0,-1 0 0,-1 0 0,-1 2 0,-1-1 0,0 2 0,-2-1 0,-1 1 0,-1 1 0,-1 0 0,-1 0 0,-1 0 0,-1 1 0,-1-1 0,-1 1 0,-1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2:04.6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0 342 11337,'4926'-341'0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1:56.2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0 679 184 0 0,'2'-36'641'0'0,"11"-63"1"0"0,-2 25-438 0 0,-5 15-363 0 0,-3-1 1 0 0,-2 0-1 0 0,-3 0 1 0 0,-2 0 0 0 0,-20-92-1 0 0,21 133-237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1:56.6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91 148 0 0,'17'-7'838'0'0,"1"2"0"0"0,24-6 0 0 0,-33 9-679 0 0,-7 2 6 0 0,0 0 0 0 0,-1-1-1 0 0,1 1 1 0 0,0-1 0 0 0,0 1 0 0 0,0-1-1 0 0,-1 0 1 0 0,1 1 0 0 0,0-1-1 0 0,2-2 1 0 0,-3 1 66 0 0,0 0 0 0 0,-1 0 0 0 0,1 0 0 0 0,-1 0 0 0 0,0 0 0 0 0,0 0 0 0 0,1 0 0 0 0,-1 0 1 0 0,-1 0-1 0 0,1 0 0 0 0,0 0 0 0 0,0 0 0 0 0,-1 0 0 0 0,1 0 0 0 0,-1 0 0 0 0,-1-3 0 0 0,-2-15 192 0 0,4 20-422 0 0,-43 12-8510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1:57.7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995 303 4 0 0,'14'-20'2744'0'0,"1"-2"-1101"0"0,-2 13-1145 0 0,-11 8-386 0 0,0-1-1 0 0,0 1 1 0 0,-1-1-1 0 0,1 1 1 0 0,0-1 0 0 0,0 0-1 0 0,-1 0 1 0 0,3-3-1 0 0,-2 1 394 0 0,-1 3-264 0 0,0-1 0 0 0,0 1 0 0 0,0-1 0 0 0,-1 0 0 0 0,1 0 0 0 0,0 1 0 0 0,-1-1 0 0 0,0 0 0 0 0,1 0 0 0 0,-1 1 0 0 0,0-1 0 0 0,0 0 0 0 0,0 0 0 0 0,0-2 0 0 0,-1-1-17 0 0,0 0 0 0 0,0 0-1 0 0,0-1 1 0 0,-1 2 0 0 0,1-1 0 0 0,-1 0 0 0 0,-1 0 0 0 0,1 0 0 0 0,-1 1-1 0 0,1 0 1 0 0,-1-1 0 0 0,-5-4 0 0 0,-5-6 93 0 0,-27-26 1 0 0,28 32-280 0 0,0 0 0 0 0,-1 1 0 0 0,1 0 0 0 0,-1 1 0 0 0,-1 0 0 0 0,0 1 0 0 0,0 1 1 0 0,0 0-1 0 0,0 1 0 0 0,-1 1 0 0 0,1 0 0 0 0,-1 1 0 0 0,0 0 0 0 0,0 1 0 0 0,-24 2 0 0 0,6 1-11 0 0,0 2 0 0 0,1 1 0 0 0,-1 1 0 0 0,1 2 0 0 0,0 2-1 0 0,-31 13 1 0 0,29-9-3 0 0,0 2 0 0 0,1 2 0 0 0,1 1 0 0 0,0 1 0 0 0,2 2-1 0 0,0 1 1 0 0,2 1 0 0 0,-31 33 0 0 0,41-37-16 0 0,1 1 0 0 0,1 0 0 0 0,1 1 0 0 0,1 1 0 0 0,1 0-1 0 0,1 1 1 0 0,1 0 0 0 0,1 1 0 0 0,2 0 0 0 0,0 0 0 0 0,1 1 0 0 0,-4 34 0 0 0,8-17 25 0 0,1-1 0 0 0,2 1 1 0 0,2-1-1 0 0,12 70 1 0 0,-3-56 2 0 0,2-1 1 0 0,42 105-1 0 0,-38-121-10 0 0,2 0-1 0 0,1 0 0 0 0,2-2 1 0 0,38 50-1 0 0,-43-67 22 0 0,-1-1 0 0 0,2 0 0 0 0,1-2 0 0 0,0 0 0 0 0,1-1 0 0 0,1-1 0 0 0,0-1 0 0 0,44 21 0 0 0,-38-23 1 0 0,1-2 0 0 0,0-1 0 0 0,1-2 0 0 0,0 0 0 0 0,0-2 0 0 0,1-1 0 0 0,-1-2-1 0 0,1-1 1 0 0,-1-1 0 0 0,1-1 0 0 0,0-2 0 0 0,-1-1 0 0 0,54-14 0 0 0,-52 9-25 0 0,1-2 0 0 0,-1-1 0 0 0,-1-2 0 0 0,-1-1 0 0 0,0-1 0 0 0,0-1 0 0 0,-2-2 0 0 0,0 0 0 0 0,-2-2 0 0 0,0-1 0 0 0,-1-1 0 0 0,24-31 1 0 0,-9 4 94 0 0,-3-3 0 0 0,-2 0 1 0 0,-2-3-1 0 0,-3 0 0 0 0,-2-2 1 0 0,37-119-1 0 0,-55 145-68 0 0,-2-1 1 0 0,0 0-1 0 0,-3 0 0 0 0,0 0 0 0 0,-3 0 0 0 0,-2-50 1 0 0,-2 60-27 0 0,0 0 1 0 0,-1-1-1 0 0,-1 1 1 0 0,-2 1 0 0 0,0-1-1 0 0,-1 1 1 0 0,-1 0-1 0 0,-1 1 1 0 0,-25-38 0 0 0,20 39-34 0 0,0 1 0 0 0,-1 1 0 0 0,-1 1 0 0 0,-1 0 0 0 0,0 1 1 0 0,-1 1-1 0 0,-1 0 0 0 0,0 2 0 0 0,-1 1 0 0 0,-1 0 0 0 0,1 1 1 0 0,-2 2-1 0 0,0 0 0 0 0,0 1 0 0 0,-32-6 0 0 0,20 9-109 0 0,0 1 0 0 0,0 2 0 0 0,0 2-1 0 0,0 1 1 0 0,0 1 0 0 0,0 2 0 0 0,-53 13-1 0 0,34-2-331 0 0,0 3 1 0 0,1 2-1 0 0,-97 51 0 0 0,131-61-317 0 0,0 1 1 0 0,1 1-1 0 0,-29 26 1 0 0,38-31-152 0 0,1 2-1 0 0,1-1 1 0 0,0 1 0 0 0,0 0-1 0 0,0 1 1 0 0,1-1 0 0 0,1 1 0 0 0,-9 21-1 0 0,4-4-774 0 0,0 2 248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1:58.9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849 371 224 0 0,'0'0'1570'0'0,"23"-2"-603"0"0,-20 1-706 0 0,0 1 1 0 0,0-1-1 0 0,-1 0 1 0 0,1 0-1 0 0,0 0 0 0 0,0-1 1 0 0,-1 1-1 0 0,1-1 1 0 0,-1 1-1 0 0,3-3 0 0 0,-4 2-88 0 0,0 1-1 0 0,0-1 1 0 0,0 0-1 0 0,-1 0 1 0 0,1 1-1 0 0,0-1 0 0 0,-1 0 1 0 0,0 0-1 0 0,1 0 1 0 0,-1 0-1 0 0,0 0 1 0 0,0 1-1 0 0,0-1 1 0 0,0 0-1 0 0,0 0 0 0 0,0 0 1 0 0,-1 0-1 0 0,0-2 1 0 0,-1-6 159 0 0,0 0-1 0 0,-1 0 1 0 0,0 1 0 0 0,-1 0 0 0 0,0-1-1 0 0,0 1 1 0 0,-1 0 0 0 0,0 1 0 0 0,-1 0-1 0 0,0-1 1 0 0,0 2 0 0 0,-1-1 0 0 0,0 1-1 0 0,0 0 1 0 0,-14-10 0 0 0,11 9-301 0 0,-1 1 1 0 0,-1 0-1 0 0,0 1 0 0 0,0 0 1 0 0,0 1-1 0 0,0 0 0 0 0,-1 1 0 0 0,0 1 1 0 0,0 0-1 0 0,0 0 0 0 0,-20-1 1 0 0,0 3-22 0 0,0 1 1 0 0,0 2-1 0 0,0 1 0 0 0,0 2 1 0 0,1 1-1 0 0,-35 11 1 0 0,43-9-5 0 0,0 1 0 0 0,1 1 0 0 0,1 1 0 0 0,-1 1 0 0 0,2 0 0 0 0,-1 2 0 0 0,2 1 1 0 0,-30 27-1 0 0,35-25-7 0 0,0 0-1 0 0,0 1 1 0 0,2 1 0 0 0,0 0 0 0 0,2 1 0 0 0,0 0 0 0 0,1 1-1 0 0,1 0 1 0 0,1 1 0 0 0,1 0 0 0 0,1 0 0 0 0,-7 46 0 0 0,7-17 9 0 0,2 1 0 0 0,3 0 0 0 0,1 0 0 0 0,13 85 0 0 0,-8-104-6 0 0,2 0 0 0 0,0 0 1 0 0,2-1-1 0 0,2 0 0 0 0,1-1 0 0 0,26 51 0 0 0,-25-61 26 0 0,1 0 0 0 0,1 0 0 0 0,0-1 0 0 0,2-1 0 0 0,0-1 0 0 0,1 0 0 0 0,1-2 0 0 0,0 0 0 0 0,35 21 0 0 0,-15-13-2 0 0,2-2 0 0 0,1-2 0 0 0,0-1 0 0 0,1-3-1 0 0,1-1 1 0 0,55 10 0 0 0,-71-20-22 0 0,0 0-1 0 0,0-2 1 0 0,0-1 0 0 0,1-2 0 0 0,-1 0 0 0 0,0-2-1 0 0,1-1 1 0 0,-1-2 0 0 0,0 0 0 0 0,-1-2 0 0 0,36-13-1 0 0,-38 9 9 0 0,0-1 0 0 0,-1 0-1 0 0,-1-2 1 0 0,0-1 0 0 0,-1 0-1 0 0,0-2 1 0 0,-2-1 0 0 0,0 0-1 0 0,-1-2 1 0 0,0 0-1 0 0,-2-1 1 0 0,15-23 0 0 0,-16 19 0 0 0,-2-1-1 0 0,-1-1 1 0 0,-1 0 0 0 0,-2 0 0 0 0,0-1 0 0 0,-2-1 0 0 0,-1 1-1 0 0,-1-1 1 0 0,-2-1 0 0 0,-1 1 0 0 0,-1 0 0 0 0,-2-40-1 0 0,-2 35 52 0 0,-2-1 0 0 0,-1 0 0 0 0,-1 1 0 0 0,-2 0 0 0 0,-2 1-1 0 0,-1 0 1 0 0,-1 0 0 0 0,-2 1 0 0 0,-1 1 0 0 0,-23-35-1 0 0,26 50-30 0 0,-1-1-1 0 0,-1 2 1 0 0,0 0-1 0 0,-1 0 1 0 0,-33-24 0 0 0,4 9-9 0 0,-53-28 1 0 0,-179-88-80 0 0,187 89-521 0 0,34 21-38 0 0,37 22 586 0 0,14 11-385 0 0,0 0-1 0 0,0 0 1 0 0,0 1-1 0 0,0-1 0 0 0,-1 1 1 0 0,1 0-1 0 0,-7-2 1 0 0,9 3 183 0 0,0 1 0 0 0,1 0 1 0 0,-1 0-1 0 0,1 0 0 0 0,-1 1 1 0 0,0-1-1 0 0,1 0 0 0 0,-1 0 0 0 0,1 1 1 0 0,-1-1-1 0 0,1 1 0 0 0,-1-1 1 0 0,1 1-1 0 0,-1 0 0 0 0,1 0 1 0 0,0 0-1 0 0,-1-1 0 0 0,1 1 0 0 0,0 0 1 0 0,0 1-1 0 0,0-1 0 0 0,0 0 1 0 0,0 0-1 0 0,0 0 0 0 0,0 1 1 0 0,0-1-1 0 0,0 0 0 0 0,0 2 0 0 0,-3 4-481 0 0,0 0 0 0 0,1 0 0 0 0,0 0 0 0 0,-3 9-1 0 0,-3 12-650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02.8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 5 356 0 0,'-3'-5'1429'0'0,"35"26"-504"0"0,-26-18-748 0 0,0-1 1 0 0,1 0 0 0 0,-1 0-1 0 0,1 0 1 0 0,11 1 0 0 0,32 16 5294 0 0,-107-16-4126 0 0,56-3-1206 0 0,-1 0 1 0 0,1 0 0 0 0,-1 0-1 0 0,1 1 1 0 0,0-1 0 0 0,-1 0-1 0 0,1 1 1 0 0,0-1 0 0 0,-1 1-1 0 0,1-1 1 0 0,0 1 0 0 0,0 0-1 0 0,-1-1 1 0 0,1 1 0 0 0,0 0 0 0 0,-1 2-1 0 0,31 10 968 0 0,2 1-867 0 0,0-2 0 0 0,44 12 0 0 0,4 1-226 0 0,378 108 139 0 0,10-40 81 0 0,375 94-410 0 0,-216-48 83 0 0,-302-86 12 0 0,-83-16 28 0 0,525 125-186 0 0,-577-115 228 0 0,111 24 16 0 0,-132-32-512 0 0,-156-36-1780 0 0,-59-3-5161 0 0,21-3 5695 0 0,-4 1 184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03.3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731 24 12 0 0,'-28'-3'435'0'0,"-64"-11"1075"0"0,74 11-1346 0 0,-1 1 1 0 0,0 1-1 0 0,-34 2 1 0 0,-23-2 608 0 0,46 1-764 0 0,0 1 0 0 0,0 1 1 0 0,1 1-1 0 0,-46 11 0 0 0,-11 2-294 0 0,0-3-428 0 0,44-8 303 0 0,30-2-849 0 0,6-1 684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07.2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404 2875 256 0 0,'2'-2'85'0'0,"0"-1"0"0"0,0 1 0 0 0,0 0 0 0 0,0-1 0 0 0,0 1-1 0 0,-1-1 1 0 0,1 0 0 0 0,-1 0 0 0 0,1 0 0 0 0,-1 1 0 0 0,0-1 0 0 0,0 0 0 0 0,0-1 0 0 0,-1 1 0 0 0,1 0 0 0 0,-1 0 0 0 0,0 0-1 0 0,0 0 1 0 0,0 0 0 0 0,0 0 0 0 0,0-1 0 0 0,-1 1 0 0 0,1 0 0 0 0,-1 0 0 0 0,0 0 0 0 0,0 0 0 0 0,-2-4 0 0 0,1 2-77 0 0,-1 1 1 0 0,0 0 0 0 0,-1-1 0 0 0,1 1 0 0 0,-1 0 0 0 0,0 1 0 0 0,0-1-1 0 0,0 1 1 0 0,0-1 0 0 0,0 1 0 0 0,-1 1 0 0 0,0-1 0 0 0,1 0 0 0 0,-1 1-1 0 0,0 0 1 0 0,0 0 0 0 0,0 1 0 0 0,0 0 0 0 0,-1-1 0 0 0,1 2-1 0 0,0-1 1 0 0,0 0 0 0 0,-1 1 0 0 0,1 0 0 0 0,0 1 0 0 0,-7 0 0 0 0,-3 1 184 0 0,-1 1 1 0 0,1 1-1 0 0,0 0 1 0 0,1 1-1 0 0,-1 1 1 0 0,1 0 0 0 0,-25 15-1 0 0,-1 9 1692 0 0,33-24-1453 0 0,0 0 1 0 0,-1 0-1 0 0,0-1 0 0 0,1 0 1 0 0,-1 0-1 0 0,-11 4 0 0 0,2-1 580 0 0,15-6-672 0 0,-1 0-1 0 0,1-1 0 0 0,-1 1 0 0 0,0-1 1 0 0,0 0-1 0 0,1 0 0 0 0,-1 0 1 0 0,-4 0 148 0 0,20-11-157 0 0,-6 7-281 0 0,144-95 269 0 0,-76 52-293 0 0,147-85 62 0 0,104-54-47 0 0,-83 49-30 0 0,113-81 73 0 0,136-76 37 0 0,194-22-51 0 0,-218 143-114 0 0,-313 118-14 0 0,-58 20 95 0 0,227-84-29 0 0,-12-24-82 0 0,29-45 208 0 0,-27 14 105 0 0,-16-27-132 0 0,-57-6 33 0 0,-140 106-10 0 0,-100 99-139 0 0,-1 1 0 0 0,1 0 0 0 0,-1 0 0 0 0,1-1 1 0 0,-1 1-1 0 0,0-1 0 0 0,1 1 0 0 0,-1 0 0 0 0,1-1 0 0 0,-1 1 1 0 0,0-1-1 0 0,1 1 0 0 0,-1-1 0 0 0,0 1 0 0 0,0-1 0 0 0,0 1 1 0 0,1-1-1 0 0,-1 1 0 0 0,0-1 0 0 0,0 1 0 0 0,0-1 1 0 0,-9-3-1624 0 0,-6-1-673 0 0,-25-20-6334 0 0,26 17 6886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09.7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1944 767 304 0 0,'5'-8'444'0'0,"0"1"0"0"0,1-1 0 0 0,0 2 1 0 0,1-1-1 0 0,-1 1 0 0 0,10-7 0 0 0,1-2 298 0 0,-12 11-422 0 0,-1-1 0 0 0,0 0 0 0 0,0 0 0 0 0,0 0-1 0 0,-1 0 1 0 0,0-1 0 0 0,0 1 0 0 0,0-1 0 0 0,0 0 0 0 0,2-9 0 0 0,0-6 702 0 0,5-39 1 0 0,-4 15 2261 0 0,-4 37-3182 0 0,-2 0 0 0 0,1-1 1 0 0,-1 1-1 0 0,-1-1 0 0 0,0 1 1 0 0,0 0-1 0 0,0-1 0 0 0,-1 1 1 0 0,0 0-1 0 0,-1 0 1 0 0,0 0-1 0 0,0 0 0 0 0,-1 1 1 0 0,0-1-1 0 0,0 1 0 0 0,-6-8 1 0 0,-2-1-85 0 0,0 1 1 0 0,-1 0-1 0 0,-1 1 0 0 0,0 1 1 0 0,-30-22-1 0 0,21 20 7 0 0,-1 1-1 0 0,-1 1 0 0 0,-52-19 1 0 0,-184-54 64 0 0,206 72-70 0 0,-2 1 0 0 0,-100-8 0 0 0,134 21-23 0 0,0 1 0 0 0,0 1 0 0 0,1 2 0 0 0,-1 0 0 0 0,1 0 0 0 0,0 2 0 0 0,0 1 0 0 0,0 1 0 0 0,-33 18 0 0 0,41-19 3 0 0,2 1 0 0 0,-1 0-1 0 0,1 1 1 0 0,0 0 0 0 0,1 1 0 0 0,-15 15-1 0 0,-52 74 20 0 0,43-48 12 0 0,3 1 0 0 0,-42 95 0 0 0,-34 122-48 0 0,34-76 25 0 0,-46 128 0 0 0,88-216 44 0 0,-21 121-1 0 0,47-186-44 0 0,1 0-1 0 0,2 0 0 0 0,2 0 0 0 0,2 0 0 0 0,1 0 0 0 0,2-1 0 0 0,2 1 1 0 0,1-1-1 0 0,3 0 0 0 0,1 0 0 0 0,1-1 0 0 0,2-1 0 0 0,2 0 0 0 0,2-1 1 0 0,1-1-1 0 0,1-1 0 0 0,43 54 0 0 0,-39-59 1 0 0,2-2 1 0 0,0-1-1 0 0,2-1 0 0 0,0-1 0 0 0,2-2 0 0 0,1-1 1 0 0,0-1-1 0 0,56 26 0 0 0,-54-33 6 0 0,0-1 0 0 0,1-2-1 0 0,0 0 1 0 0,0-3 0 0 0,1-1 0 0 0,54 3 0 0 0,-34-8 9 0 0,1-3 1 0 0,-1-1 0 0 0,79-17-1 0 0,-120 18-16 0 0,57-12 24 0 0,101-31 0 0 0,-66 9-30 0 0,116-44-4 0 0,-197 70 6 0 0,52-22 15 0 0,-1-4 1 0 0,90-56 0 0 0,-123 61 1 0 0,-1-1 0 0 0,-1-3 0 0 0,-2-1 0 0 0,51-62-1 0 0,-45 43 135 0 0,-3-3 0 0 0,64-116-1 0 0,-96 153-118 0 0,-1 0-1 0 0,0 0 0 0 0,-2-1 0 0 0,0 0 0 0 0,-2-1 0 0 0,4-24 0 0 0,-7 24-15 0 0,0 1 0 0 0,-2-1 0 0 0,-3-33 0 0 0,-22-152 1 0 0,-1 11 17 0 0,-17-103 181 0 0,42 296-214 0 0,-34-153 32 0 0,28 131-28 0 0,-2 1-1 0 0,0 0 1 0 0,-2 0 0 0 0,-14-23 0 0 0,15 30-1 0 0,-1 0 0 0 0,-1 1 0 0 0,0 1 1 0 0,-2 0-1 0 0,1 0 0 0 0,-2 2 0 0 0,-18-16 1 0 0,-9-2 15 0 0,13 9-5 0 0,-32-19 1 0 0,1 8-11 0 0,-2 4 0 0 0,-87-30 1 0 0,75 33-46 0 0,-2 3 0 0 0,-1 4 0 0 0,-1 3 1 0 0,0 4-1 0 0,-1 3 0 0 0,0 3 0 0 0,-81 5 0 0 0,106 5 15 0 0,0 2 1 0 0,1 3-1 0 0,0 2 0 0 0,0 2 0 0 0,1 3 0 0 0,0 2 0 0 0,-70 33 1 0 0,89-32 3 0 0,1 1 1 0 0,0 1 0 0 0,2 2 0 0 0,0 1-1 0 0,2 1 1 0 0,0 2 0 0 0,2 1 0 0 0,1 0-1 0 0,1 2 1 0 0,1 1 0 0 0,-21 39 0 0 0,-15 42-9 0 0,-65 169 1 0 0,15-48 67 0 0,-15 40-46 0 0,49-40 5 0 0,38-73-1 0 0,28-94 2 0 0,2 1 0 0 0,3 73 0 0 0,4-95 24 0 0,3 0 0 0 0,16 85 0 0 0,-13-100-20 0 0,2-1 1 0 0,2 1 0 0 0,0-2-1 0 0,2 1 1 0 0,20 33 0 0 0,-19-38-1 0 0,1 0 1 0 0,1 0 0 0 0,1-2-1 0 0,1 0 1 0 0,1 0-1 0 0,26 22 1 0 0,-13-19 27 0 0,1-1 0 0 0,61 33 0 0 0,-75-46-84 0 0,1-1-1 0 0,1-1 1 0 0,0-1-1 0 0,0-1 1 0 0,0-1-1 0 0,41 6 0 0 0,-47-10-358 0 0,-1-1-1 0 0,1-1 0 0 0,0 0 0 0 0,0-1 0 0 0,-1 0 1 0 0,26-9-1 0 0,74-35-8433 0 0,-87 34 6134 0 0,-6 4 1380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29.3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229 414 104 0 0,'2'-1'42'0'0,"0"-1"0"0"0,0 0 0 0 0,-1 0 0 0 0,1 0 0 0 0,-1 0 0 0 0,0 0 0 0 0,1-1 0 0 0,-1 1 0 0 0,0 0 0 0 0,-1-1 0 0 0,1 1 0 0 0,0 0 0 0 0,0-1 0 0 0,-1 1 0 0 0,0-1 0 0 0,1 1 0 0 0,-1-1 0 0 0,0 1 0 0 0,0-1 0 0 0,-1 0 0 0 0,1-2 0 0 0,0-4 540 0 0,-12-3-927 0 0,1-22 979 0 0,8 28-395 0 0,-3-8 39 0 0,-22-2 274 0 0,28 16-496 0 0,0-1 0 0 0,-3-4 1173 0 0,2 5-1173 0 0,1-1 0 0 0,0 1 0 0 0,0 0 0 0 0,-1 0 0 0 0,1 0 0 0 0,-1 0-1 0 0,1 0-23 0 0,-9 0 35 0 0,-13 0-20 0 0,21 0-39 0 0,-24-5 18 0 0,-20 5-5 0 0,44 0 42 0 0,0 0 9 0 0,0 0-1 0 0,1 1 0 0 0,-1-1 0 0 0,0 0 0 0 0,0 0 0 0 0,0 0 0 0 0,0 0 0 0 0,0 0 0 0 0,1 0 0 0 0,-1 0 0 0 0,0 0 0 0 0,0 0 0 0 0,0 0 0 0 0,0 0 0 0 0,0 0 0 0 0,1-1 0 0 0,-1 1 1 0 0,0 0-1 0 0,0-1 0 0 0,0 1 0 0 0,1 0 0 0 0,-1-1 0 0 0,0 1 0 0 0,0-1 0 0 0,1 0 0 0 0,-1 1 0 0 0,0-1 0 0 0,1 1 0 0 0,-1-1 0 0 0,0-1 0 0 0,0 1-46 0 0,0 1 0 0 0,0-1 0 0 0,-1 1 0 0 0,1-1 0 0 0,0 0 0 0 0,0 1 0 0 0,1-1 0 0 0,-1 0 0 0 0,0 0 0 0 0,0 0 0 0 0,0 0 0 0 0,0 1-1 0 0,1-1 1 0 0,-2-2 0 0 0,2 1 74 0 0,0 1-1 0 0,0 0 0 0 0,-1-1 1 0 0,1 1-1 0 0,0 0 1 0 0,-1-1-1 0 0,1 1 0 0 0,-1 0 1 0 0,1-1-1 0 0,-1 1 0 0 0,0 0 1 0 0,1 0-1 0 0,-1 0 0 0 0,0 0 1 0 0,0 0-1 0 0,-2-2 1 0 0,3 1-23 0 0,-1 1 1 0 0,1-1-1 0 0,-1 1 1 0 0,1-1 0 0 0,-1 1-1 0 0,0 0 1 0 0,0-1 0 0 0,0 1-1 0 0,0 0 1 0 0,-1-3 48 0 0,-1 2 196 0 0,1 0 1 0 0,0 0-1 0 0,1 0 0 0 0,-1-1 1 0 0,0 1-1 0 0,1 0 0 0 0,-3-6 1 0 0,4 8-290 0 0,0 0-1 0 0,0-1 1 0 0,0 1 0 0 0,0 0 0 0 0,0-1-1 0 0,0 1 1 0 0,1 0 0 0 0,-1-1 0 0 0,0 1 0 0 0,0 0-1 0 0,0 0 1 0 0,0-1 0 0 0,0 1 0 0 0,1 0-1 0 0,-1 0 1 0 0,0-1 0 0 0,0 1 0 0 0,1 0-1 0 0,-1 0 1 0 0,0 0 0 0 0,0 0 0 0 0,1-1 0 0 0,-1 1-1 0 0,0 0 1 0 0,0 0 0 0 0,1 0 0 0 0,-1 0-1 0 0,0 0 1 0 0,1 0 0 0 0,-1 0 0 0 0,0 0 0 0 0,1 0-1 0 0,-1 0 1 0 0,0 0 0 0 0,1 0 0 0 0,-1 0-1 0 0,0 0 1 0 0,0 0 0 0 0,1 0 0 0 0,-1 0-1 0 0,0 0 1 0 0,1 0 0 0 0,-1 0 0 0 0,0 0 0 0 0,1 1-1 0 0,-1-1 33 0 0,9-16 271 0 0,-6-97 136 0 0,2 108-463 0 0,-6 5-11 0 0,1 0-1 0 0,0 0 1 0 0,0 0 0 0 0,0 0 0 0 0,0 0-1 0 0,0 0 1 0 0,0 0 0 0 0,0 0 0 0 0,0 0-1 0 0,0 0 1 0 0,0 0 0 0 0,0 0-1 0 0,0 1 1 0 0,0-1 0 0 0,0 0 0 0 0,0 0-1 0 0,0 0 1 0 0,0 0 0 0 0,0 0 0 0 0,0 0-1 0 0,0 0 1 0 0,0 0 0 0 0,0 0 0 0 0,0 1-1 0 0,0-1 1 0 0,0 0 0 0 0,0 0-1 0 0,0 0 1 0 0,0 0 0 0 0,0 0 0 0 0,0 0-1 0 0,0 0 1 0 0,0 0 0 0 0,0 0 0 0 0,0 0-1 0 0,0 1 1 0 0,0-1 0 0 0,0 0-1 0 0,0 0 1 0 0,0 0 0 0 0,0 0 0 0 0,0 0-1 0 0,0 0 1 0 0,0 0 0 0 0,1 0 0 0 0,-1 0-1 0 0,0 0 1 0 0,0 0 0 0 0,0 0-1 0 0,0 0 1 0 0,0 0 0 0 0,0 0 0 0 0,0 0-1 0 0,0 0 1 0 0,0 0 0 0 0,0 0 0 0 0,1 0-1 0 0,-1 0 1 0 0,0 0 0 0 0,-1 5-5 0 0,1-1-1 0 0,-1 0 1 0 0,1 0 0 0 0,0 1 0 0 0,0-1 0 0 0,1 0 0 0 0,-1 0-1 0 0,2 6 1 0 0,0 3 38 0 0,3 64 21 0 0,6 51-12 0 0,-1-31-76 0 0,6 32-17 0 0,-13-113 40 0 0,-2-8 22 0 0,1 0-1 0 0,-1 0 1 0 0,1 0 0 0 0,1-1 0 0 0,-1 1-1 0 0,1-1 1 0 0,0 1 0 0 0,1-1 0 0 0,0 0 0 0 0,5 6-1 0 0,-7-9-5 0 0,1-1 0 0 0,-1-1 0 0 0,1 1 0 0 0,0 0 0 0 0,0-1 0 0 0,0 1-1 0 0,0-1 1 0 0,1 0 0 0 0,-1 0 0 0 0,0 0 0 0 0,1-1 0 0 0,0 1 0 0 0,-1-1-1 0 0,1 1 1 0 0,0-1 0 0 0,0-1 0 0 0,-1 1 0 0 0,1 0 0 0 0,0-1 0 0 0,0 0-1 0 0,0 0 1 0 0,0 0 0 0 0,0 0 0 0 0,0-1 0 0 0,-1 0 0 0 0,1 1 0 0 0,0-1-1 0 0,0-1 1 0 0,-1 1 0 0 0,1 0 0 0 0,0-1 0 0 0,-1 0 0 0 0,0 0 0 0 0,1 0-1 0 0,-1 0 1 0 0,0-1 0 0 0,0 1 0 0 0,0-1 0 0 0,0 1 0 0 0,-1-1 0 0 0,1 0-1 0 0,2-4 1 0 0,9-13-2 0 0,0 0-1 0 0,-2-1 0 0 0,0-1 0 0 0,-1 0 1 0 0,-1-1-1 0 0,13-44 0 0 0,-20 52 27 0 0,0 0 0 0 0,2-19 1 0 0,2-14 50 0 0,-2 19-165 0 0,-5 29 54 0 0,0 24-278 0 0,1-9 307 0 0,0 0 0 0 0,1 0 0 0 0,1-1 1 0 0,1 1-1 0 0,6 18 0 0 0,32 70-37 0 0,-33-83 40 0 0,2 0 0 0 0,0-2 1 0 0,1 1-1 0 0,1-1 0 0 0,1-1 0 0 0,0-1 0 0 0,1 0 0 0 0,18 15 0 0 0,-19-19-1 0 0,1-1 1 0 0,0 0-1 0 0,0-1 0 0 0,1-1 1 0 0,1 0-1 0 0,0-1 1 0 0,0-1-1 0 0,0-1 1 0 0,1 0-1 0 0,17 3 0 0 0,-26-8 15 0 0,0 0 0 0 0,0 0-1 0 0,0 0 1 0 0,0-1 0 0 0,0-1-1 0 0,0 0 1 0 0,-1 0 0 0 0,1 0-1 0 0,14-5 1 0 0,-20 4-9 0 0,0 0 0 0 0,1 0-1 0 0,-1 0 1 0 0,0 0 0 0 0,-1 0 0 0 0,1-1 0 0 0,0 1-1 0 0,-1-1 1 0 0,1 0 0 0 0,-1 0 0 0 0,0 0 0 0 0,0 0-1 0 0,0 0 1 0 0,0-1 0 0 0,-1 1 0 0 0,1-1 0 0 0,-1 1-1 0 0,0-1 1 0 0,0 1 0 0 0,1-6 0 0 0,1-10-7 0 0,0-1-1 0 0,0-32 1 0 0,-2 28 13 0 0,-1-47 20 0 0,-16-134 1 0 0,7 127 26 0 0,5-67-74 0 0,5 100 59 0 0,-1 44-51 0 0,0 1 12 0 0,0-2 9 0 0,0 2-3 0 0,-1-2-31 0 0,1 0 33 0 0,0 1-1 0 0,0-1 0 0 0,0 0 0 0 0,0 0 1 0 0,0 1-1 0 0,0-1 0 0 0,0 0 1 0 0,1 0-1 0 0,-1 1 0 0 0,1-1 0 0 0,0-3 1 0 0,0 5 0 0 0,0 0-14 0 0,1 0 1 0 0,-1-1-1 0 0,0 1 1 0 0,1-1-1 0 0,-1 1 1 0 0,0-1-1 0 0,1 1 1 0 0,-1-1-1 0 0,0 0 1 0 0,0 1-1 0 0,0-1 1 0 0,0 0 0 0 0,2-2-1 0 0,1-1 3 0 0,-4 4 1 0 0,1 0 0 0 0,-1-1 0 0 0,0 1 0 0 0,1 0 0 0 0,-1-1 0 0 0,0 1 0 0 0,1 0 0 0 0,-1 0 0 0 0,0-1 0 0 0,1 1 0 0 0,-1 0 0 0 0,1 0 0 0 0,-1 0 0 0 0,1-1 0 0 0,-1 1 0 0 0,1 0-1 0 0,-1 0 1 0 0,1 0 0 0 0,-1 0 0 0 0,0 0 0 0 0,1 0 0 0 0,-1 0 0 0 0,2 0 0 0 0,-2 0 35 0 0,1-1-46 0 0,0 0 7 0 0,-1 0 1 0 0,1 1-1 0 0,0-1 0 0 0,0 0 1 0 0,0 0-1 0 0,0 1 1 0 0,0-1-1 0 0,0 1 0 0 0,0-1 1 0 0,0 1-1 0 0,0-1 1 0 0,0 1-1 0 0,0 0 0 0 0,1-1 1 0 0,-1 1-1 0 0,0 0 1 0 0,0 0-1 0 0,2 0 0 0 0,-2 0 66 0 0,13-6-147 0 0,-13 2 147 0 0,7 3-10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0.6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1 444 0 0,'12'0'6732'0'0,"-12"23"-6977"0"0,11 136 195 0 0,-10-145 50 0 0,12 145 18 0 0,-7-75 0 0 0,-2-47 104 0 0,1-18 297 0 0,-6-48-6475 0 0,-1 23 5038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1.7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8 373 84 0 0,'-1'-1'23'0'0,"1"1"-1"0"0,-1-1 1 0 0,1 1-1 0 0,-1-1 1 0 0,1 1 0 0 0,-1-1-1 0 0,1 1 1 0 0,-1-1 0 0 0,1 0-1 0 0,0 1 1 0 0,-1-1-1 0 0,1 1 1 0 0,0-1 0 0 0,0 0-1 0 0,-1 1 1 0 0,1-1-1 0 0,0 0 1 0 0,0 1 0 0 0,0-1-1 0 0,0 0 1 0 0,0 0 0 0 0,0 1-1 0 0,0-1 1 0 0,0 0-1 0 0,0 1 1 0 0,0-1 0 0 0,1-1-1 0 0,11-16 248 0 0,-1 3 721 0 0,-10 14-951 0 0,0 0 26 0 0,0-1 0 0 0,0 0 0 0 0,0 1-1 0 0,-1-1 1 0 0,1 0 0 0 0,0 0 0 0 0,-1 0 0 0 0,1 0-1 0 0,-1 0 1 0 0,0 1 0 0 0,0-1 0 0 0,0 0 0 0 0,0-2 0 0 0,6-35 407 0 0,-5 30-294 0 0,0-1-1 0 0,1 1 1 0 0,4-11-1 0 0,-1-1-97 0 0,-2 3-122 0 0,-1 0 1 0 0,-1 0-1 0 0,-2-27 1 0 0,1 15 23 0 0,12-15 887 0 0,-12 44-743 0 0,1-1 118 0 0,4-6 386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3.3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109 318 256 0 0,'0'3'2504'0'0,"-6"-15"-2148"0"0,5 11-296 0 0,0 0-1 0 0,0 0 0 0 0,0 0 1 0 0,1 0-1 0 0,-1-1 0 0 0,0 1 0 0 0,1 0 1 0 0,-1 0-1 0 0,1-1 0 0 0,-1 1 1 0 0,1-1-1 0 0,0 1 0 0 0,-1-2 0 0 0,-4-14 298 0 0,4 15-187 0 0,0 0-1 0 0,0 1 0 0 0,1-2 0 0 0,-10-22 5202 0 0,-1 50-4841 0 0,-2 10-559 0 0,-13 37 25 0 0,18-41-28 0 0,2 1 1 0 0,-4 49-1 0 0,9-64 9 0 0,1 0-1 0 0,0 0 1 0 0,1 0-1 0 0,1-1 0 0 0,1 1 1 0 0,8 26-1 0 0,-9-38 39 0 0,0 1 0 0 0,0-1 0 0 0,1 1-1 0 0,0-1 1 0 0,0 0 0 0 0,0 0 0 0 0,1 0-1 0 0,8 9 1 0 0,-11-13 27 0 0,1 1-1 0 0,0 0 0 0 0,0-1 1 0 0,0 1-1 0 0,0-1 1 0 0,0 0-1 0 0,0 0 1 0 0,1 0-1 0 0,-1 0 0 0 0,0 0 1 0 0,1 0-1 0 0,-1 0 1 0 0,0-1-1 0 0,1 1 0 0 0,-1-1 1 0 0,1 0-1 0 0,-1 0 1 0 0,1 0-1 0 0,-1 0 0 0 0,0 0 1 0 0,1 0-1 0 0,-1-1 1 0 0,1 1-1 0 0,3-2 0 0 0,6-3 59 0 0,0 0 0 0 0,0-1 0 0 0,0-1 0 0 0,-1 1 0 0 0,0-2 0 0 0,0 0 0 0 0,-1 0 0 0 0,17-18 0 0 0,-2-3-13 0 0,37-56 1 0 0,4-21 247 0 0,-66 106-347 0 0,0-1-1 0 0,0 1 1 0 0,0-1-1 0 0,1 1 1 0 0,-1 0 0 0 0,0-1-1 0 0,0 1 1 0 0,1 0 0 0 0,-1-1-1 0 0,0 1 1 0 0,0 0 0 0 0,1-1-1 0 0,-1 1 1 0 0,0 0 0 0 0,1 0-1 0 0,-1-1 1 0 0,1 1-1 0 0,-1 0 1 0 0,0 0 0 0 0,1 0-1 0 0,-1-1 1 0 0,1 1 0 0 0,-1 0-1 0 0,0 0 1 0 0,1 0 0 0 0,-1 0-1 0 0,1 0 1 0 0,-1 0 0 0 0,1 0-1 0 0,-1 0 1 0 0,0 0 0 0 0,1 0-1 0 0,-1 0 1 0 0,1 0-1 0 0,-1 0 1 0 0,1 0 0 0 0,-1 0-1 0 0,0 1 1 0 0,1-1 0 0 0,10 18-461 0 0,-5-6 540 0 0,20 34-102 0 0,33 58-37 0 0,-48-87 63 0 0,0-2 0 0 0,1 1 0 0 0,1-1 0 0 0,15 13 0 0 0,-26-26 66 0 0,-1-1 0 0 0,1 0 0 0 0,0 1 0 0 0,0-1 0 0 0,0 0 0 0 0,0 0 0 0 0,1 0 0 0 0,-1 0 0 0 0,0 0 0 0 0,0 0 0 0 0,1-1 0 0 0,-1 1-1 0 0,0-1 1 0 0,0 0 0 0 0,1 1 0 0 0,-1-1 0 0 0,1 0 0 0 0,-1-1 0 0 0,0 1 0 0 0,1 0 0 0 0,-1-1 0 0 0,0 1 0 0 0,0-1 0 0 0,1 1 0 0 0,-1-1-1 0 0,0 0 1 0 0,0 0 0 0 0,0 0 0 0 0,0-1 0 0 0,0 1 0 0 0,0 0 0 0 0,0-1 0 0 0,0 1 0 0 0,0-1 0 0 0,2-2 0 0 0,2-3-23 0 0,0 0 0 0 0,0 0 0 0 0,0 0 0 0 0,-1-1 0 0 0,0 1 0 0 0,-1-1 0 0 0,1 0 1 0 0,2-10-1 0 0,9-29-14 0 0,-2 0 1 0 0,-2-1 0 0 0,6-61 0 0 0,-4-148 58 0 0,-13 247-302 0 0,-1-1 0 0 0,-1 1-1 0 0,0 0 1 0 0,0-1 0 0 0,-1 1-1 0 0,0 0 1 0 0,0 0 0 0 0,-7-14-1 0 0,-32 80-11124 0 0,33-43 10265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4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70 249 224 0 0,'13'2'9483'0'0,"-15"-9"-9566"0"0,-9-26 220 0 0,7 23-96 0 0,1 1 1 0 0,0-1-1 0 0,0 0 1 0 0,0-10-1 0 0,1 11 119 0 0,2 0 0 0 0,-1-1 1 0 0,1 1-1 0 0,1 0 0 0 0,0-1 0 0 0,0 1 0 0 0,3-12 0 0 0,-3 18-150 0 0,1-1 0 0 0,-1 1 0 0 0,1 0 0 0 0,-1 0 0 0 0,1 0-1 0 0,0 0 1 0 0,0 0 0 0 0,1 0 0 0 0,-1 0 0 0 0,0 1 0 0 0,1-1 0 0 0,0 1 0 0 0,-1 0-1 0 0,1 0 1 0 0,0 0 0 0 0,0 0 0 0 0,0 0 0 0 0,0 1 0 0 0,1-1 0 0 0,-1 1 0 0 0,0 0-1 0 0,5-1 1 0 0,5-2-37 0 0,0 2 0 0 0,1 0 0 0 0,-1 0 0 0 0,1 1 0 0 0,-1 1 0 0 0,18 2 0 0 0,-22-1 3 0 0,0 0 1 0 0,0 1 0 0 0,0 0-1 0 0,-1 0 1 0 0,1 1-1 0 0,-1 0 1 0 0,1 1-1 0 0,-1 0 1 0 0,0 0-1 0 0,9 7 1 0 0,-15-10 20 0 0,0 1 0 0 0,-1-1 1 0 0,1 1-1 0 0,0-1 0 0 0,-1 1 0 0 0,0 0 1 0 0,1 0-1 0 0,-1-1 0 0 0,0 1 0 0 0,0 0 1 0 0,0 0-1 0 0,0 0 0 0 0,0 0 0 0 0,0 1 1 0 0,-1-1-1 0 0,1 0 0 0 0,-1 0 0 0 0,1 3 1 0 0,-1 0 2 0 0,0-1 0 0 0,0 0 0 0 0,-1 0 1 0 0,0 0-1 0 0,0 0 0 0 0,0 0 0 0 0,0 0 1 0 0,0 0-1 0 0,-3 5 0 0 0,-4 6 8 0 0,-1-1 0 0 0,0 0 0 0 0,-20 23 0 0 0,26-34-9 0 0,-146 155 114 0 0,27-30-133 0 0,122-128 19 0 0,-2 2 0 0 0,0-1 0 0 0,1 1 0 0 0,-1 0 0 0 0,1 0-1 0 0,-1 0 1 0 0,1 0 0 0 0,0 0 0 0 0,-2 4 0 0 0,3-6 8 0 0,0 1 0 0 0,0-1 0 0 0,0 0 0 0 0,0 0 0 0 0,0 1 0 0 0,0-1 0 0 0,0 0 0 0 0,0 0 0 0 0,0 1 0 0 0,0-1 0 0 0,0 0 0 0 0,1 0 0 0 0,-1 1 0 0 0,0-1 0 0 0,0 0 0 0 0,0 0 0 0 0,0 1 0 0 0,0-1 0 0 0,1 0 0 0 0,-1 0 0 0 0,0 0 0 0 0,0 0 0 0 0,0 1 0 0 0,1-1 0 0 0,-1 0 0 0 0,0 0 0 0 0,0 0 0 0 0,1 0 0 0 0,-1 0 0 0 0,0 1 0 0 0,18 1 533 0 0,27-4-131 0 0,-1-1-1 0 0,1-3 1 0 0,45-11-1 0 0,130-43-199 0 0,-215 58-194 0 0,122-42-1572 0 0,-124 43 1206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5.8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104 501 120 0 0,'-2'-3'143'0'0,"1"0"1"0"0,-1 0-1 0 0,1 0 1 0 0,0 0-1 0 0,0-1 0 0 0,0 1 1 0 0,0 0-1 0 0,1-1 1 0 0,-1 1-1 0 0,1 0 0 0 0,0-1 1 0 0,0-4-1 0 0,-3-14 205 0 0,-3-1 368 0 0,4 18-407 0 0,0 0 1 0 0,1-1-1 0 0,0 1 0 0 0,0-1 0 0 0,0-6 1 0 0,-8-27 846 0 0,-19-49 3004 0 0,23 68-3033 0 0,-12-27 1 0 0,9 28-402 0 0,2 5-355 0 0,4 18-306 0 0,4 28-294 0 0,-1-13 264 0 0,1 11-12 0 0,8 45-1 0 0,-7-54-7 0 0,2 6-27 0 0,1 0 0 0 0,1-1-1 0 0,1 0 1 0 0,1 0-1 0 0,1 0 1 0 0,1-1 0 0 0,2-1-1 0 0,1 0 1 0 0,0 0 0 0 0,21 24-1 0 0,-25-37 35 0 0,0 0 0 0 0,1-1 0 0 0,1 0 1 0 0,0 0-1 0 0,0-1 0 0 0,0-1 0 0 0,1 0 0 0 0,1-1 0 0 0,-1 0 0 0 0,1-1 0 0 0,0-1 0 0 0,1 0 0 0 0,-1-1 1 0 0,17 3-1 0 0,-19-6 17 0 0,-1-1 1 0 0,0 0-1 0 0,0-1 1 0 0,0 0-1 0 0,1 0 1 0 0,-1-1-1 0 0,0-1 1 0 0,13-4-1 0 0,-16 4-25 0 0,0 0 0 0 0,0-1 0 0 0,-1 0 0 0 0,1 0-1 0 0,-1-1 1 0 0,0 1 0 0 0,0-2 0 0 0,-1 1 0 0 0,1-1-1 0 0,-1 0 1 0 0,7-9 0 0 0,-5 5-1 0 0,-1-1 0 0 0,0 0 1 0 0,-1-1-1 0 0,0 1 0 0 0,-1-1 1 0 0,0 0-1 0 0,-1 0 0 0 0,2-14 0 0 0,1-8-6 0 0,-2 0 0 0 0,-2-1-1 0 0,-1 0 1 0 0,-1 1 0 0 0,-2-1-1 0 0,-2 1 1 0 0,-11-56 0 0 0,9 73-83 0 0,-1-7-66 0 0,6 24 132 0 0,-3 3-384 0 0,5 16 371 0 0,0 0-1 0 0,1 0 0 0 0,8 24 0 0 0,-8-33 17 0 0,5 21 14 0 0,3 0-1 0 0,20 45 1 0 0,-22-58-11 0 0,0 0 0 0 0,2-1 0 0 0,0 0 0 0 0,1-1 1 0 0,17 19-1 0 0,-22-29 31 0 0,0 0 1 0 0,1 0-1 0 0,0-1 1 0 0,0 0-1 0 0,0 0 1 0 0,0-1-1 0 0,1 0 0 0 0,-1 0 1 0 0,1-1-1 0 0,0-1 1 0 0,0 1-1 0 0,1-1 1 0 0,-1-1-1 0 0,0 0 1 0 0,1 0-1 0 0,-1-1 0 0 0,0 0 1 0 0,10-1-1 0 0,-11 0 5 0 0,-1 0 0 0 0,0-1-1 0 0,0 1 1 0 0,0-1 0 0 0,0-1 0 0 0,0 0-1 0 0,0 0 1 0 0,-1 0 0 0 0,0 0-1 0 0,1-1 1 0 0,-1 0 0 0 0,0-1 0 0 0,-1 1-1 0 0,1-1 1 0 0,8-10 0 0 0,-7 7-15 0 0,-1-2 0 0 0,0 1 1 0 0,0 0-1 0 0,-1-1 0 0 0,0 0 1 0 0,0-1-1 0 0,-1 1 0 0 0,-1-1 1 0 0,4-16-1 0 0,6-47-7 0 0,-4 1 0 0 0,0-135 1 0 0,-12 176-12 0 0,2 26-179 0 0,0-1-1 0 0,-1 1 1 0 0,0 0 0 0 0,0-1 0 0 0,-4-6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6.6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419 159 432 0 0,'-1'-1'199'0'0,"-1"0"1"0"0,1 0-1 0 0,0 1 1 0 0,-1-1-1 0 0,1 0 1 0 0,0-1-1 0 0,0 1 1 0 0,-1 0-1 0 0,1 0 1 0 0,0 0-1 0 0,0-1 0 0 0,0 1 1 0 0,1-1-1 0 0,-1 1 1 0 0,0 0-1 0 0,0-1 1 0 0,1 0-1 0 0,-1 1 1 0 0,1-1-1 0 0,0 1 0 0 0,-1-1 1 0 0,1-2-1 0 0,0 1 39 0 0,-1 1 0 0 0,1-1-1 0 0,1 0 1 0 0,-1 0 0 0 0,0 0-1 0 0,1 0 1 0 0,-1 1 0 0 0,1-1-1 0 0,0 0 1 0 0,0 1 0 0 0,2-6-1 0 0,1 2-78 0 0,1-1-1 0 0,0 1 1 0 0,0 0 0 0 0,1 0-1 0 0,-1 0 1 0 0,1 1-1 0 0,0 0 1 0 0,1 0-1 0 0,-1 1 1 0 0,1-1-1 0 0,0 2 1 0 0,10-5 0 0 0,-11 5 16 0 0,1 0 0 0 0,0 0 1 0 0,0 1-1 0 0,0 1 0 0 0,0-1 1 0 0,0 1-1 0 0,0 0 1 0 0,0 0-1 0 0,0 1 0 0 0,0 0 1 0 0,1 0-1 0 0,-1 1 0 0 0,12 3 1 0 0,-17-4-161 0 0,1 1 0 0 0,-1-1 0 0 0,0 1 0 0 0,0 0 0 0 0,0 0 1 0 0,1 0-1 0 0,-1 0 0 0 0,0 0 0 0 0,0 1 0 0 0,-1-1 0 0 0,1 0 0 0 0,0 1 0 0 0,0 0 0 0 0,-1-1 1 0 0,1 1-1 0 0,-1 0 0 0 0,3 3 0 0 0,-4-3 12 0 0,1-1 0 0 0,-1 1 0 0 0,1 0 0 0 0,-1 0 0 0 0,0-1 0 0 0,0 1 0 0 0,0 0 0 0 0,0 0 0 0 0,0 0 0 0 0,0-1 0 0 0,0 1 0 0 0,-1 0 0 0 0,1 0 0 0 0,-1-1 0 0 0,1 1 0 0 0,-1 0 0 0 0,-1 2 0 0 0,-4 6 84 0 0,-1 0-1 0 0,0 0 1 0 0,0-1-1 0 0,-1-1 1 0 0,-12 12-1 0 0,13-13-134 0 0,-11 10 68 0 0,-41 27 1 0 0,-6 6-71 0 0,65-50 24 0 0,-1 0-1 0 0,1 0 1 0 0,0 0 0 0 0,0 0-1 0 0,0 0 1 0 0,0 1 0 0 0,-1-1 0 0 0,1 0-1 0 0,0 0 1 0 0,0 0 0 0 0,0 0-1 0 0,0 0 1 0 0,0 1 0 0 0,-1-1 0 0 0,1 0-1 0 0,0 0 1 0 0,0 0 0 0 0,0 0-1 0 0,0 1 1 0 0,0-1 0 0 0,0 0-1 0 0,0 0 1 0 0,0 0 0 0 0,0 0 0 0 0,0 1-1 0 0,0-1 1 0 0,0 0 0 0 0,0 0-1 0 0,0 0 1 0 0,0 1 0 0 0,0-1 0 0 0,0 0-1 0 0,0 0 1 0 0,0 0 0 0 0,0 1-1 0 0,0-1 1 0 0,0 0 0 0 0,0 0 0 0 0,0 0-1 0 0,1 1 1 0 0,9 2-31 0 0,18-3 14 0 0,-24 0-4 0 0,3 0 15 0 0,-1 0 0 0 0,1 0 1 0 0,0 0-1 0 0,0 1 1 0 0,0 0-1 0 0,-1 0 0 0 0,1 1 1 0 0,-1 0-1 0 0,1 0 1 0 0,-1 1-1 0 0,1-1 0 0 0,-1 2 1 0 0,0-1-1 0 0,-1 0 1 0 0,1 1-1 0 0,0 0 0 0 0,5 6 1 0 0,-8-6 20 0 0,1 1 0 0 0,-1 0 0 0 0,0 0 1 0 0,0 0-1 0 0,-1 0 0 0 0,1 0 0 0 0,-1 1 0 0 0,-1-1 0 0 0,1 1 1 0 0,-1-1-1 0 0,1 1 0 0 0,-2 0 0 0 0,1-1 0 0 0,-1 1 0 0 0,0 0 1 0 0,0 0-1 0 0,-2 11 0 0 0,1-11 18 0 0,0 1 0 0 0,-1 0 1 0 0,0-1-1 0 0,0 1 0 0 0,0-1 0 0 0,-1 1 0 0 0,0-1 0 0 0,0 0 1 0 0,-1 0-1 0 0,0-1 0 0 0,0 1 0 0 0,0-1 0 0 0,-1 1 0 0 0,-9 8 1 0 0,-2-3 13 0 0,0-1 0 0 0,0 0 0 0 0,-1-2 1 0 0,0 1-1 0 0,-34 10 0 0 0,11-7-8 0 0,-67 11 1 0 0,42-15-236 0 0,-103 0 1 0 0,134-11-466 0 0,16-4-2126 0 0,54-42-7501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13.9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 0 36 0 0,'11'7'10664'0'0,"-13"-7"-10623"0"0,1-1 0 0 0,0 1 0 0 0,-1 0 0 0 0,1-1 0 0 0,-1 1 0 0 0,1 0 0 0 0,-1 0 0 0 0,1 0-1 0 0,0 0 1 0 0,-1 1 0 0 0,1-1 0 0 0,-1 0 0 0 0,1 1 0 0 0,0-1 0 0 0,-1 0 0 0 0,1 1 0 0 0,0 0 0 0 0,-2 0 0 0 0,3-1-12 0 0,0 0 0 0 0,0 1 0 0 0,-1-1 0 0 0,1 0 0 0 0,0 0 0 0 0,0 0 0 0 0,0 1 0 0 0,0-1 0 0 0,0 0-1 0 0,0 0 1 0 0,0 1 0 0 0,0-1 0 0 0,0 0 0 0 0,0 0 0 0 0,0 0 0 0 0,0 1 0 0 0,0-1 0 0 0,0 0 0 0 0,0 0 0 0 0,0 1 0 0 0,0-1 0 0 0,0 0 0 0 0,0 0 0 0 0,1 0 0 0 0,-1 1 0 0 0,0-1 0 0 0,0 0 0 0 0,0 0 0 0 0,0 0 0 0 0,0 0 0 0 0,0 1 0 0 0,1-1 0 0 0,-1 0 0 0 0,0 0 0 0 0,0 0 0 0 0,0 0 0 0 0,0 0 0 0 0,1 1 0 0 0,-1-1 0 0 0,0 0 0 0 0,0 0 0 0 0,1 0 0 0 0,-1 0 0 0 0,0 0 0 0 0,18 9 684 0 0,22 4-235 0 0,-2-6-388 0 0,0-2 0 0 0,1-2 0 0 0,0-1 0 0 0,43-3 0 0 0,38 1-69 0 0,340 50-43 0 0,35 19 43 0 0,-426-64 87 0 0,85-4 0 0 0,71-16-135 0 0,-10 0-4 0 0,376 16-5 0 0,-451 8 4 0 0,70 11 84 0 0,108 8-59 0 0,30 0 19 0 0,123-23-19 0 0,-324-5-807 0 0,-193-15-7590 0 0,26 7 5476 0 0,6 3 1251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15.7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2199 245 20 0 0,'4'-1'152'0'0,"-1"-1"1"0"0,0 1-1 0 0,1 0 1 0 0,-1-1-1 0 0,0 1 0 0 0,0-1 1 0 0,0 0-1 0 0,0 0 1 0 0,0 0-1 0 0,0-1 0 0 0,-1 1 1 0 0,1-1-1 0 0,-1 0 0 0 0,1 1 1 0 0,-1-1-1 0 0,0 0 1 0 0,2-4-1 0 0,-3 4-42 0 0,0 0-1 0 0,0 0 1 0 0,0 0-1 0 0,0 0 1 0 0,-1 0-1 0 0,1 0 1 0 0,-1 0 0 0 0,0 0-1 0 0,0 0 1 0 0,0 0-1 0 0,0 0 1 0 0,-1-1-1 0 0,1 1 1 0 0,-1 0-1 0 0,0 0 1 0 0,0 0 0 0 0,0 1-1 0 0,0-1 1 0 0,0 0-1 0 0,-3-3 1 0 0,0-2 58 0 0,0 1-1 0 0,-1 1 1 0 0,0-1 0 0 0,0 1 0 0 0,-1-1 0 0 0,0 2-1 0 0,0-1 1 0 0,0 1 0 0 0,-9-7 0 0 0,3 5 80 0 0,0 1-1 0 0,-1 0 1 0 0,0 0 0 0 0,-23-6 0 0 0,5 4 232 0 0,0 1 0 0 0,0 2 0 0 0,-63-2 0 0 0,-96 14 1804 0 0,124-1-1935 0 0,1 3 1 0 0,0 3-1 0 0,-79 26 0 0 0,93-21-282 0 0,2 2 0 0 0,0 3 0 0 0,2 1 0 0 0,-68 46 0 0 0,52-27 79 0 0,-112 99 0 0 0,64-31-31 0 0,-108 140 1 0 0,147-156-21 0 0,3 4 0 0 0,-60 116 0 0 0,116-188-82 0 0,-108 210-3 0 0,100-186-13 0 0,1 0 1 0 0,-24 100-1 0 0,39-127 10 0 0,2 0 0 0 0,0 0-1 0 0,1 0 1 0 0,2 1 0 0 0,0-1 0 0 0,2 0-1 0 0,0 1 1 0 0,1-1 0 0 0,2 0 0 0 0,0-1 0 0 0,2 1-1 0 0,0-1 1 0 0,2 0 0 0 0,0-1 0 0 0,1 0-1 0 0,1 0 1 0 0,1-1 0 0 0,1-1 0 0 0,1 0 0 0 0,0-1-1 0 0,2 0 1 0 0,0-1 0 0 0,28 22 0 0 0,42 26-1 0 0,4-3 0 0 0,2-5 0 0 0,144 66 0 0 0,-178-98 30 0 0,0-2 0 0 0,1-2 0 0 0,110 21 0 0 0,-88-28-19 0 0,1-4 0 0 0,115-1 0 0 0,268-12 72 0 0,-366 9-97 0 0,-56-3 25 0 0,45-2 0 0 0,-74-2-8 0 0,-1 0 0 0 0,1-1 0 0 0,-1 0 0 0 0,1-1 0 0 0,-1-1 0 0 0,0 0 0 0 0,19-9 0 0 0,2-6-3 0 0,-1 0 0 0 0,0-3 0 0 0,-2 0 0 0 0,35-32 0 0 0,-26 15-2 0 0,0-2 0 0 0,41-57-1 0 0,6-27-16 0 0,85-163-1 0 0,-126 205 1 0 0,6-9 10 0 0,43-112 1 0 0,-75 152-15 0 0,-2-1 0 0 0,-3 0 0 0 0,17-107 0 0 0,-21 65 21 0 0,-3-116-1 0 0,-10 161-2 0 0,-1-1 0 0 0,-3 1 0 0 0,-2 0 0 0 0,-15-50 0 0 0,8 47-4 0 0,-3 2-1 0 0,-37-77 0 0 0,39 95-3 0 0,-3 2 1 0 0,-27-38-1 0 0,38 59-4 0 0,-1 0 1 0 0,0 0-1 0 0,0 1 1 0 0,-1 0-1 0 0,0 1 0 0 0,-1 0 1 0 0,1 1-1 0 0,-2 0 1 0 0,-21-10-1 0 0,-123-36 68 0 0,131 46-7 0 0,-42-19-14 0 0,52 19-46 0 0,-2 1 0 0 0,1 0 0 0 0,-1 1-1 0 0,0 0 1 0 0,-17-1 0 0 0,-149-23 21 0 0,166 28-146 0 0,-78-6 428 0 0,85 7-532 0 0,0 1 1 0 0,1-1 0 0 0,-1 2-1 0 0,0-1 1 0 0,0 1 0 0 0,1 1-1 0 0,-13 4 1 0 0,21-7 86 0 0,1 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16.9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21 60 0 0,'-28'29'6587'0'0,"28"-29"-6517"0"0,16 10 1671 0 0,-13-8-1430 0 0,26 18 1053 0 0,-2-10-316 0 0,0-1 0 0 0,46 9 1 0 0,-62-15-983 0 0,34 4 158 0 0,0-2 1 0 0,1-2-1 0 0,69-5 0 0 0,-35 1-103 0 0,700-17 648 0 0,-374-23-622 0 0,-313 30-110 0 0,579-52-32 0 0,-546 62-78 0 0,-106 7 769 0 0,-10-3-1882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17.8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49 800 0 0,'-3'-3'511'0'0,"0"-1"1"0"0,0 1-1 0 0,0-1 0 0 0,1 0 1 0 0,-3-5-1 0 0,-10-13 2777 0 0,14 23-3236 0 0,1 0-1 0 0,0 0 1 0 0,0-1-1 0 0,0 1 1 0 0,0 0-1 0 0,0 0 1 0 0,1-1-1 0 0,-1 1 1 0 0,0 0-1 0 0,0 0 1 0 0,0-1 0 0 0,1 1-1 0 0,-1 0 1 0 0,0 0-1 0 0,1-1 1 0 0,-1 1-1 0 0,0 0 1 0 0,1-1-1 0 0,-1 1 1 0 0,1-1 0 0 0,-1 1-1 0 0,1 0 1 0 0,0 0-1 0 0,15 20 771 0 0,6-5-243 0 0,0-1 1 0 0,1 0-1 0 0,0-2 1 0 0,1-1-1 0 0,32 12 1 0 0,1 2-26 0 0,174 60 305 0 0,-100-42-605 0 0,14-2-151 0 0,-105-32-92 0 0,-13-5 0 0 0,1-1-1 0 0,-1-1 1 0 0,40-1 0 0 0,-31-2 1 0 0,40 6 1 0 0,-28 0 182 0 0,-50-3-217 0 0,-1-1 3 0 0,1 1 0 0 0,-1-1 0 0 0,0 0 0 0 0,0 1 0 0 0,0-1 0 0 0,-5 2 0 0 0,1 1 1 0 0,-88 65 10 0 0,-39 47 63 0 0,-74 94 6 0 0,20 6 26 0 0,82-89-88 0 0,28-35 291 0 0,20-23-2159 0 0,19-25-4408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20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754 60 568 0 0,'6'-59'13469'0'0,"-8"70"-13731"0"0,-1 10 294 0 0,1 1 0 0 0,1-1 1 0 0,2 38-1 0 0,0-10 1 0 0,2-14-29 0 0,0 0-1 0 0,9 36 0 0 0,-6-40 0 0 0,0 1 14 0 0,1 1 0 0 0,2-1-1 0 0,2-1 1 0 0,22 49 0 0 0,-27-69-5 0 0,2-1 1 0 0,-1 0-1 0 0,1 0 0 0 0,1-1 1 0 0,0 0-1 0 0,0-1 0 0 0,14 10 1 0 0,-16-13-3 0 0,0 0 0 0 0,1-1 1 0 0,0 0-1 0 0,0-1 1 0 0,0 0-1 0 0,0 0 0 0 0,1-1 1 0 0,-1 0-1 0 0,13 2 0 0 0,-8-3 0 0 0,1 1-1 0 0,0-2 1 0 0,-1 0-1 0 0,1-1 1 0 0,17-3-1 0 0,-11 0-11 0 0,-1-2 0 0 0,0 0-1 0 0,0-1 1 0 0,-1-1-1 0 0,0-1 1 0 0,-1 0 0 0 0,27-20-1 0 0,8-10-20 0 0,45-46 0 0 0,-65 56 2 0 0,-8 8 42 0 0,-1-2 1 0 0,-1 0-1 0 0,28-39 1 0 0,-31 23 136 0 0,-13 23-32 0 0,-4 12-97 0 0,-2 1 0 0 0,1 0 0 0 0,0 0 0 0 0,-1 0 0 0 0,1 0 0 0 0,-1-1 0 0 0,0 1 0 0 0,0-6 0 0 0,-1-3 70 0 0,1 12-93 0 0,-16 5-74 0 0,-3 6 49 0 0,1 1 0 0 0,1 1-1 0 0,0 0 1 0 0,1 1 0 0 0,0 1 0 0 0,-16 20 0 0 0,-74 107 9 0 0,68-81 54 0 0,2 2 0 0 0,-36 85 0 0 0,-36 143 74 0 0,-40 205-61 0 0,118-391-57 0 0,-107 268 71 0 0,106-309-74 0 0,-3-2-1 0 0,-74 102 1 0 0,104-159 5 0 0,-48 64 55 0 0,47-63-53 0 0,-1 1 0 0 0,-1-1 1 0 0,1 0-1 0 0,-1 0 0 0 0,0-1 0 0 0,-1 1 0 0 0,-11 5 0 0 0,13-9 0 0 0,-1 0 0 0 0,0 0 0 0 0,0-1 0 0 0,0 0 0 0 0,0 0-1 0 0,0-1 1 0 0,0 1 0 0 0,0-1 0 0 0,0-1 0 0 0,0 0 0 0 0,0 0 0 0 0,0 0-1 0 0,0-1 1 0 0,1 0 0 0 0,-1 0 0 0 0,0 0 0 0 0,-9-6 0 0 0,-8-4-20 0 0,2-1 0 0 0,-1-1 0 0 0,-26-23 0 0 0,26 18-9 0 0,1 0-1 0 0,0-2 0 0 0,2-1 0 0 0,0-1 0 0 0,2 0 1 0 0,0-1-1 0 0,-14-28 0 0 0,20 30-472 0 0,1-1-1 0 0,1 0 1 0 0,-9-33-1 0 0,14 35-835 0 0,0 1 1 0 0,2-1-1 0 0,0-1 0 0 0,0-27 1 0 0,4-10-2469 0 0,1 31 2235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21.8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576 21 316 0 0,'-6'-20'6295'0'0,"-1"26"-6201"0"0,6-5-155 0 0,-88 87 3090 0 0,-21 21-1901 0 0,-12 10-967 0 0,22-24 122 0 0,17-17 191 0 0,26-36 888 0 0,58-47-774 0 0,9-13-225 0 0,17-25-411 0 0,-1 12 59 0 0,42-41 1 0 0,3 10-20 0 0,48-47-25 0 0,-38 32 128 0 0,-63 60-33 0 0,18-16 14 0 0,-33 31-78 0 0,-1 1 0 0 0,1-1 0 0 0,0 0 0 0 0,0 1 0 0 0,0 0 0 0 0,0-1 0 0 0,0 1 0 0 0,0 0 0 0 0,1 1 0 0 0,-1-1 0 0 0,0 1 0 0 0,4-1 0 0 0,23-1 46 0 0,-25 1-28 0 0,1 1 1 0 0,0 0 0 0 0,0-1 0 0 0,0 2 0 0 0,-1-1 0 0 0,1 1-1 0 0,0 0 1 0 0,10 3 0 0 0,-7 0-20 0 0,0 0 0 0 0,0 1 1 0 0,0 0-1 0 0,0 1 0 0 0,-1 0 0 0 0,0 1 0 0 0,0-1 0 0 0,0 1 1 0 0,-1 1-1 0 0,0 0 0 0 0,8 11 0 0 0,7 13-21 0 0,29 60 0 0 0,-27-47 19 0 0,25 52 14 0 0,-26-51 6 0 0,42 67-1 0 0,-57-101 16 0 0,0-1 0 0 0,1 0-1 0 0,14 13 1 0 0,0 4 47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8.4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186 127 408 0 0,'8'-19'3378'0'0,"-6"14"-3035"0"0,0 0 0 0 0,0 0 0 0 0,-1 0 1 0 0,0 0-1 0 0,0 0 0 0 0,0 0 0 0 0,0-9 0 0 0,0-20 1987 0 0,-1 28-1735 0 0,0 5-524 0 0,0 0 0 0 0,0 0 0 0 0,1 1 0 0 0,-1-1 1 0 0,0 0-1 0 0,0 0 0 0 0,0 1 0 0 0,-1-1 0 0 0,1 0 0 0 0,0 1 1 0 0,0-1-1 0 0,0 0 0 0 0,0 0 0 0 0,-1 1 0 0 0,1-1 1 0 0,0 0-1 0 0,-1 1 0 0 0,1-1 0 0 0,0 0 0 0 0,-1 1 1 0 0,1-1-1 0 0,-1 1 0 0 0,1-1 0 0 0,-2 0 0 0 0,1 1-55 0 0,1 0-1 0 0,-1 0 0 0 0,0 0 0 0 0,0 0 0 0 0,1 0 0 0 0,-1 1 1 0 0,0-1-1 0 0,1 0 0 0 0,-1 1 0 0 0,0-1 0 0 0,1 0 0 0 0,-1 1 0 0 0,0-1 1 0 0,1 1-1 0 0,-1-1 0 0 0,1 1 0 0 0,-1-1 0 0 0,1 1 0 0 0,-1 0 1 0 0,-27 36-348 0 0,27-35 439 0 0,-17 27 33 0 0,2 1 0 0 0,1 1 0 0 0,2 0-1 0 0,-11 39 1 0 0,-25 134 93 0 0,45-185-212 0 0,-12 87 28 0 0,14-90-15 0 0,2-1 0 0 0,-1 1 0 0 0,2 0 0 0 0,4 26 0 0 0,-4-37 3 0 0,-1-1 0 0 0,1 1 0 0 0,0-1 0 0 0,1 1 0 0 0,-1-1 0 0 0,1 0 0 0 0,0 0 0 0 0,0 1 0 0 0,0-1 0 0 0,1 0 0 0 0,-1-1 0 0 0,1 1 0 0 0,0 0 0 0 0,0-1 0 0 0,0 0 0 0 0,1 0 0 0 0,-1 1 0 0 0,1-2 0 0 0,-1 1 0 0 0,1 0 0 0 0,0-1 0 0 0,0 0 0 0 0,0 0 0 0 0,1 0 0 0 0,-1 0 0 0 0,0-1 0 0 0,1 0 0 0 0,-1 0 0 0 0,1 0 0 0 0,5 0 0 0 0,-2 0-18 0 0,1-1 0 0 0,-1 0 1 0 0,1-1-1 0 0,-1 0 0 0 0,1 0 0 0 0,-1-1 0 0 0,0 0 0 0 0,0-1 0 0 0,0 1 0 0 0,0-2 0 0 0,0 1 0 0 0,0-1 0 0 0,-1 0 0 0 0,0 0 1 0 0,0-1-1 0 0,0 0 0 0 0,0-1 0 0 0,11-11 0 0 0,5-9-5 0 0,-1-1 1 0 0,-1-1-1 0 0,24-43 1 0 0,0 1 56 0 0,0 0-192 0 0,-45 78 59 0 0,-1-1 0 0 0,1 1 0 0 0,0 0 0 0 0,1 9 0 0 0,0 4 49 0 0,6 120 17 0 0,-4-118 1 0 0,1-1-1 0 0,0 0 0 0 0,2 0 1 0 0,10 26-1 0 0,-14-45 13 0 0,-1 0 1 0 0,0-1-1 0 0,1 1 0 0 0,-1-1 0 0 0,1 1 0 0 0,0-1 0 0 0,0 0 1 0 0,0 0-1 0 0,0 0 0 0 0,0 0 0 0 0,0 0 0 0 0,1 0 0 0 0,-1 0 1 0 0,0-1-1 0 0,1 1 0 0 0,0-1 0 0 0,4 2 0 0 0,-1-1 1 0 0,-1-1 0 0 0,1 0 0 0 0,-1 0-1 0 0,1 0 1 0 0,-1-1 0 0 0,1 0 0 0 0,0 0 0 0 0,10-2 0 0 0,-3 0-4 0 0,0-1 1 0 0,0-1-1 0 0,0 0 1 0 0,-1 0-1 0 0,0-1 1 0 0,0-1-1 0 0,15-9 1 0 0,-17 8-8 0 0,0-1 1 0 0,-1-1 0 0 0,0 1 0 0 0,0-1-1 0 0,-1-1 1 0 0,0 0 0 0 0,0 0 0 0 0,-1 0-1 0 0,-1-1 1 0 0,6-12 0 0 0,6-16 3 0 0,19-65 1 0 0,-31 84-10 0 0,9-35 7 0 0,10-72 1 0 0,-5 22-11 0 0,-14 63 250 0 0,-6 24-1418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9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338 30 112 0 0,'8'-9'2636'0'0,"8"-7"-374"0"0,-15 15-2246 0 0,-1 1-1 0 0,1-1 0 0 0,-1 1 1 0 0,1 0-1 0 0,-1 0 0 0 0,1-1 1 0 0,-1 1-1 0 0,1 0 1 0 0,-1 0-1 0 0,1-1 0 0 0,-1 1 1 0 0,1 0-1 0 0,-1 0 1 0 0,1 0-1 0 0,-1 0 0 0 0,1 0 1 0 0,0 0-1 0 0,-1 0 0 0 0,1 0 1 0 0,-1 0-1 0 0,1 0 1 0 0,-1 0-1 0 0,1 0 0 0 0,-1 0 1 0 0,1 1-1 0 0,0-1 1 0 0,-1 0-1 0 0,1 0 0 0 0,-1 1 1 0 0,1-1-1 0 0,0 1 1 0 0,-1 1 2 0 0,1 0 1 0 0,-1 0 0 0 0,0 1 0 0 0,0-1-1 0 0,0 0 1 0 0,0 0 0 0 0,0 0 0 0 0,-1 0-1 0 0,1 1 1 0 0,0-1 0 0 0,-1 0 0 0 0,0 0-1 0 0,0 0 1 0 0,1 0 0 0 0,-2 2 0 0 0,-10 20 250 0 0,-1 0 0 0 0,0 0 0 0 0,-2-1 1 0 0,-1-1-1 0 0,0-1 0 0 0,-2 0 1 0 0,0-1-1 0 0,-1-1 0 0 0,-38 29 0 0 0,-89 45 2877 0 0,142-90-3125 0 0,0-1 0 0 0,0 1 0 0 0,0 0 0 0 0,0 0 0 0 0,0 1 0 0 0,-3 4 0 0 0,7-8-31 0 0,40 12 853 0 0,112 10 52 0 0,47 4-1350 0 0,-175-25-24 0 0,67 1-1311 0 0,-79-3 729 0 0,-1 0-1 0 0,0-1 1 0 0,14-3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39.5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247 67 292 0 0,'3'-59'5150'0'0,"-3"59"-5126"0"0,0-1 0 0 0,0 1 0 0 0,0 0-1 0 0,0-1 1 0 0,0 1 0 0 0,0 0-1 0 0,0 0 1 0 0,0-1 0 0 0,0 1-1 0 0,0 0 1 0 0,0 0 0 0 0,1-1 0 0 0,-1 1-1 0 0,0 0 1 0 0,0 0 0 0 0,0-1-1 0 0,0 1 1 0 0,0 0 0 0 0,1 0-1 0 0,-1-1 1 0 0,0 1 0 0 0,0 0 0 0 0,0 0-1 0 0,1 0 1 0 0,-1-1 0 0 0,0 1-1 0 0,0 0 1 0 0,0 0 0 0 0,1 0-1 0 0,-1 0 1 0 0,0 0 0 0 0,1 0 0 0 0,-1-1-1 0 0,0 1 1 0 0,0 0 0 0 0,1 0-1 0 0,-1 0 1 0 0,0 0 0 0 0,0 0-1 0 0,1 0 1 0 0,-1 0 0 0 0,0 0 0 0 0,1 0-1 0 0,-1 0 1 0 0,0 0 0 0 0,0 0-1 0 0,1 1 1 0 0,-1-1 0 0 0,0 0-1 0 0,0 0 1 0 0,1 0 0 0 0,-1 0 0 0 0,0 0-1 0 0,0 1 1 0 0,1-1 0 0 0,-1 0-1 0 0,0 0 1 0 0,0 0 0 0 0,0 0-1 0 0,1 1 1 0 0,-1-1 0 0 0,14 12 1496 0 0,-11-8-1303 0 0,-1 0 0 0 0,0 0 0 0 0,0 0 0 0 0,-1 0-1 0 0,1 0 1 0 0,-1 0 0 0 0,0 0 0 0 0,0 1 0 0 0,0-1 0 0 0,-1 0 0 0 0,0 1 0 0 0,0 6-1 0 0,-5 60 984 0 0,4-64-1067 0 0,-46 229 945 0 0,23-138-981 0 0,-8 33 61 0 0,-6-2 0 0 0,-68 153 0 0 0,78-211-602 0 0,17-42-3160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55.8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163 474 484 0 0,'0'0'530'0'0,"17"-7"263"0"0,-21-1-1368 0 0,0 2 989 0 0,1-1 0 0 0,0 1-1 0 0,0-1 1 0 0,0 1-1 0 0,-3-14 1 0 0,16-34 9978 0 0,-10 53-10266 0 0,-8-28-350 0 0,6 24 452 0 0,-2-12-132 0 0,1 1 0 0 0,1 0 0 0 0,0-1 0 0 0,2-23 0 0 0,-9-115 337 0 0,-5 226-513 0 0,-23 116 223 0 0,-40 288-350 0 0,73-429 202 0 0,2 0-1 0 0,2 0 0 0 0,11 81 0 0 0,-9-107 10 0 0,-2-16 4 0 0,0 0 0 0 0,0 0 0 0 0,0 0 0 0 0,1 0 0 0 0,0-1 0 0 0,-1 1 0 0 0,1 0 0 0 0,0 0 0 0 0,1-1 0 0 0,-1 1 0 0 0,1-1 0 0 0,2 5 0 0 0,-4-8-8 0 0,1 0 1 0 0,0 0-1 0 0,0 0 1 0 0,-1 0-1 0 0,1 0 0 0 0,0 0 1 0 0,0 0-1 0 0,-1 0 0 0 0,1 0 1 0 0,0 0-1 0 0,0 0 0 0 0,0 0 1 0 0,-1 0-1 0 0,1 0 0 0 0,0-1 1 0 0,-1 1-1 0 0,1 0 1 0 0,0-1-1 0 0,-1 1 0 0 0,1 0 1 0 0,0-1-1 0 0,-1 1 0 0 0,1-1 1 0 0,-1 1-1 0 0,1-1 0 0 0,0 0 1 0 0,0 0-1 0 0,20-21-1 0 0,-17 18 7 0 0,10-11-6 0 0,-2 0 0 0 0,0 0 1 0 0,-1-1-1 0 0,15-28 0 0 0,28-75-3 0 0,-26 55 66 0 0,-11 25-17 0 0,-8 16-44 0 0,1 1 1 0 0,1 0-1 0 0,1 1 1 0 0,0 0-1 0 0,2 1 0 0 0,19-23 1 0 0,-26 36-18 0 0,1 0 1 0 0,-1 0-1 0 0,1 0 1 0 0,11-6-1 0 0,-17 12 13 0 0,-1 0-1 0 0,1 0 1 0 0,0 0-1 0 0,0 0 1 0 0,-1 0-1 0 0,1 0 1 0 0,0 1-1 0 0,0-1 1 0 0,0 1-1 0 0,0 0 1 0 0,0-1-1 0 0,0 1 1 0 0,0 0-1 0 0,0 0 1 0 0,0 0-1 0 0,0 0 1 0 0,0 0-1 0 0,0 1 1 0 0,-1-1-1 0 0,1 1 1 0 0,0-1-1 0 0,0 1 0 0 0,0 0 1 0 0,0-1-1 0 0,0 1 1 0 0,-1 0-1 0 0,1 0 1 0 0,2 3-1 0 0,4 4-7 0 0,-1 1 0 0 0,-1 0 0 0 0,0 0 0 0 0,0 1 0 0 0,0-1 0 0 0,-2 1 0 0 0,1 1-1 0 0,3 10 1 0 0,5 12-9 0 0,-3-12 8 0 0,5 13-47 0 0,35 57 1 0 0,-44-82 58 0 0,0 0-1 0 0,1-1 1 0 0,0 1-1 0 0,0-1 1 0 0,1-1 0 0 0,0 0-1 0 0,0 0 1 0 0,1 0-1 0 0,0-1 1 0 0,18 9-1 0 0,-21-12 11 0 0,0-2 0 0 0,1 1 0 0 0,-1-1 0 0 0,1 0 0 0 0,-1 0 0 0 0,0-1-1 0 0,1 1 1 0 0,-1-1 0 0 0,1-1 0 0 0,-1 0 0 0 0,1 1 0 0 0,-1-2 0 0 0,0 1 0 0 0,1-1-1 0 0,10-5 1 0 0,0 0-3 0 0,0-1 0 0 0,-1-1-1 0 0,0 0 1 0 0,19-15-1 0 0,-22 13 12 0 0,0-1 0 0 0,-1 1 0 0 0,0-2 0 0 0,-1 0 0 0 0,-1 0 0 0 0,0-1 0 0 0,-1 0 0 0 0,-1-1 0 0 0,0 0 0 0 0,0 0 0 0 0,-2-1 0 0 0,0 0 0 0 0,4-17-1 0 0,-4 9 1 0 0,-1 0 0 0 0,-1-1 0 0 0,-2 1 0 0 0,0-1-1 0 0,-1 1 1 0 0,-2-1 0 0 0,0 1 0 0 0,-7-35-1 0 0,-2 22-7 0 0,-1 1-1 0 0,-1 1 0 0 0,-26-50 0 0 0,-7-21-7 0 0,12 8-253 0 0,11 155-11409 0 0,13-24 9182 0 0,1-12 1376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57.5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152 82 224 0 0,'0'0'661'0'0,"46"13"8356"0"0,-49-29-8491 0 0,4 14-476 0 0,1 1 1 0 0,-1-1-1 0 0,0 0 1 0 0,1 0 0 0 0,-1 0-1 0 0,0 0 1 0 0,0-1-1 0 0,-1 1 1 0 0,1 0 0 0 0,0 0-1 0 0,-1-1 1 0 0,1 1 0 0 0,0-4-1 0 0,2-10 510 0 0,-1 12-370 0 0,-2 2-74 0 0,0 1 1 0 0,1-1-1 0 0,-1 0 1 0 0,1 0-1 0 0,-1 0 1 0 0,1 1-1 0 0,0-1 0 0 0,0 0 1 0 0,0 0-1 0 0,0 1 1 0 0,0-1-1 0 0,0 1 0 0 0,2-3 1 0 0,-3 6-102 0 0,0 0-1 0 0,1 0 1 0 0,-1 1 0 0 0,0-1-1 0 0,0 0 1 0 0,0 0 0 0 0,0 0-1 0 0,-1 0 1 0 0,1 0 0 0 0,0 0-1 0 0,-1 0 1 0 0,0 0 0 0 0,0 2-1 0 0,-2 4 58 0 0,-14 83 213 0 0,-55 164-1 0 0,32-157-272 0 0,34-86 2 0 0,0-1 1 0 0,0-1-1 0 0,-1 1 1 0 0,-1-1-1 0 0,0 0 1 0 0,-12 12-1 0 0,-2-7 2 0 0,21-15-17 0 0,1 0 1 0 0,0 0 0 0 0,0 0 0 0 0,0 1 0 0 0,-1-1 0 0 0,1 0 0 0 0,0 0 0 0 0,0 0 0 0 0,0 0 0 0 0,-1 0 0 0 0,1 0 0 0 0,0 0-1 0 0,0 0 1 0 0,-1 0 0 0 0,1 0 0 0 0,0-1 0 0 0,0 1 0 0 0,0 0 0 0 0,-1 0 0 0 0,1 0 0 0 0,0 0 0 0 0,0 0 0 0 0,0 0 0 0 0,-1 0 0 0 0,1 0-1 0 0,0-1 1 0 0,0 1 0 0 0,0 0 0 0 0,0 0 0 0 0,0 0 0 0 0,-1 0 0 0 0,1-1 0 0 0,0 1 0 0 0,0 0 0 0 0,0-16-8 0 0,7-11-13 0 0,2 1 0 0 0,0 0 0 0 0,2 1 0 0 0,17-31 0 0 0,-6 12-25 0 0,12-31 25 0 0,36-71 37 0 0,-66 139-15 0 0,14-24-50 0 0,-18 31 47 0 0,0-1 1 0 0,0 1-1 0 0,1-1 1 0 0,-1 1-1 0 0,0-1 0 0 0,1 1 1 0 0,-1-1-1 0 0,0 1 1 0 0,1 0-1 0 0,-1-1 1 0 0,1 1-1 0 0,-1 0 0 0 0,1-1 1 0 0,-1 1-1 0 0,1 0 1 0 0,-1-1-1 0 0,1 1 1 0 0,-1 0-1 0 0,1 0 0 0 0,-1 0 1 0 0,1-1-1 0 0,-1 1 1 0 0,1 0-1 0 0,0 0 1 0 0,-1 0-1 0 0,1 0 0 0 0,-1 0 1 0 0,1 0-1 0 0,-1 0 1 0 0,1 0-1 0 0,0 0 1 0 0,-1 0-1 0 0,1 1 0 0 0,-1-1 1 0 0,1 0-1 0 0,-1 0 1 0 0,1 1-1 0 0,-1-1 1 0 0,1 0-1 0 0,-1 0 0 0 0,1 1 1 0 0,-1-1-1 0 0,1 0 1 0 0,-1 1-1 0 0,0-1 1 0 0,1 1-1 0 0,17 23 54 0 0,-2 1 1 0 0,0 1-1 0 0,15 35 1 0 0,11 19 4 0 0,-28-56-37 0 0,1 0-1 0 0,1-1 1 0 0,30 31 0 0 0,-38-45-20 0 0,0-2-1 0 0,1 1 0 0 0,0-1 0 0 0,1 0 1 0 0,-1-1-1 0 0,1 0 0 0 0,0-1 0 0 0,1 0 1 0 0,-1 0-1 0 0,1-1 0 0 0,15 3 0 0 0,-7-3 11 0 0,0-2-1 0 0,0 0 1 0 0,0-1 0 0 0,0-1-1 0 0,0-1 1 0 0,0-1-1 0 0,0 0 1 0 0,0-2 0 0 0,0 0-1 0 0,20-7 1 0 0,-30 7 0 0 0,0 1 1 0 0,0-1-1 0 0,0-1 1 0 0,0 0 0 0 0,-1 0-1 0 0,0-1 1 0 0,0 0-1 0 0,0 0 1 0 0,0-1 0 0 0,-1 0-1 0 0,-1 0 1 0 0,1-1 0 0 0,8-12-1 0 0,-9 10-5 0 0,-1-1-1 0 0,0 1 1 0 0,0-1 0 0 0,-1 0-1 0 0,0-1 1 0 0,-1 1 0 0 0,0-1-1 0 0,-1 1 1 0 0,-1-1-1 0 0,0 0 1 0 0,0-12 0 0 0,-1 12-9 0 0,-1-1 1 0 0,0 1 0 0 0,0 0-1 0 0,-1 0 1 0 0,-1 0 0 0 0,-7-19 0 0 0,9 27-2 0 0,-1 0 1 0 0,1 0 0 0 0,-1 0 0 0 0,-1 1 0 0 0,1-1 0 0 0,0 1 0 0 0,-1-1 0 0 0,0 1-1 0 0,1 0 1 0 0,-2 0 0 0 0,1 0 0 0 0,0 0 0 0 0,0 1 0 0 0,-1-1 0 0 0,1 1 0 0 0,-1 0-1 0 0,0 0 1 0 0,0 0 0 0 0,0 0 0 0 0,0 1 0 0 0,0 0 0 0 0,-7-2 0 0 0,9 3 3 0 0,-1-1 0 0 0,1 1 1 0 0,0 0-1 0 0,0 0 0 0 0,0 0 0 0 0,0 0 1 0 0,-1 1-1 0 0,1-1 0 0 0,0 0 1 0 0,0 1-1 0 0,0 0 0 0 0,0-1 1 0 0,0 1-1 0 0,0 0 0 0 0,0 0 0 0 0,0 0 1 0 0,0 0-1 0 0,0 1 0 0 0,-2 1 1 0 0,2 0-4 0 0,-1 0 0 0 0,1 0 0 0 0,0 0 0 0 0,-1 0 0 0 0,2 0 1 0 0,-1 1-1 0 0,0-1 0 0 0,1 1 0 0 0,-1-1 0 0 0,0 6 0 0 0,-1 3 4 0 0,1-1 0 0 0,1 1-1 0 0,0-1 1 0 0,0 1 0 0 0,1 0-1 0 0,2 14 1 0 0,5 31 36 0 0,23 86 0 0 0,-25-125-36 0 0,0-1 1 0 0,1 0-1 0 0,1-1 1 0 0,1 1-1 0 0,0-1 0 0 0,1-1 1 0 0,1 1-1 0 0,1-2 1 0 0,14 18-1 0 0,-20-28-52 0 0,0 1 1 0 0,1-1-1 0 0,-1 0 1 0 0,1 0-1 0 0,0-1 1 0 0,0 1-1 0 0,0-1 1 0 0,1-1-1 0 0,-1 1 0 0 0,10 1 1 0 0,4 1-1371 0 0,1-1-1 0 0,22 0 1 0 0,-30-4 225 0 0,0 0 1 0 0,0-1-1 0 0,0-1 0 0 0,0 0 0 0 0,-1-1 0 0 0,19-6 0 0 0,-16 3 225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58.1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1 249 152 0 0,'6'-15'488'0'0,"1"0"0"0"0,-2 0 0 0 0,0 0 0 0 0,5-28-1 0 0,-7 25 116 0 0,1 1-1 0 0,1 0 1 0 0,9-21-1 0 0,-10 30-199 0 0,-1 2 156 0 0,-1 0 1 0 0,1 0 0 0 0,0 1-1 0 0,1-1 1 0 0,14-12 2082 0 0,-19 27-1505 0 0,0 2-864 0 0,-5 48 255 0 0,3 1 0 0 0,3-1 0 0 0,9 80-1 0 0,-8-128-518 0 0,0 1 0 0 0,0-1 0 0 0,1 0 0 0 0,0 1 0 0 0,1-1 0 0 0,0 0 0 0 0,0 0 0 0 0,2 0-1 0 0,-1-1 1 0 0,8 13 0 0 0,-11-22-8 0 0,0 0 0 0 0,0 0-1 0 0,1 0 1 0 0,-1 0-1 0 0,0-1 1 0 0,1 1 0 0 0,-1 0-1 0 0,1-1 1 0 0,-1 1 0 0 0,1-1-1 0 0,-1 1 1 0 0,1-1 0 0 0,0 0-1 0 0,-1 0 1 0 0,1 1-1 0 0,-1-1 1 0 0,1 0 0 0 0,0 0-1 0 0,-1-1 1 0 0,1 1 0 0 0,-1 0-1 0 0,1-1 1 0 0,-1 1-1 0 0,1 0 1 0 0,-1-1 0 0 0,1 0-1 0 0,2-1 1 0 0,5-2-13 0 0,1 0 0 0 0,16-10 0 0 0,-16 7 6 0 0,-1 0-1 0 0,0 0 1 0 0,0-1-1 0 0,0-1 1 0 0,-1 1-1 0 0,11-15 1 0 0,34-63 4 0 0,-13 20-14 0 0,-40 65 16 0 0,0 1 1 0 0,0 0-1 0 0,0-1 0 0 0,0 1 1 0 0,1 0-1 0 0,-1-1 0 0 0,0 1 1 0 0,0 0-1 0 0,0 0 0 0 0,1-1 1 0 0,-1 1-1 0 0,0 0 0 0 0,0 0 1 0 0,1-1-1 0 0,-1 1 1 0 0,0 0-1 0 0,0 0 0 0 0,1 0 1 0 0,-1 0-1 0 0,0-1 0 0 0,1 1 1 0 0,-1 0-1 0 0,0 0 0 0 0,1 0 1 0 0,-1 0-1 0 0,0 0 0 0 0,1 0 1 0 0,-1 0-1 0 0,0 0 0 0 0,1 0 1 0 0,-1 0-1 0 0,0 0 0 0 0,1 0 1 0 0,-1 0-1 0 0,0 0 0 0 0,1 0 1 0 0,-1 0-1 0 0,1 0 0 0 0,6 15 21 0 0,2 30 18 0 0,-8-37-33 0 0,1 6 2 0 0,1 0 1 0 0,1-1 0 0 0,0 1-1 0 0,0-1 1 0 0,2 0 0 0 0,-1 0-1 0 0,2 0 1 0 0,13 20 0 0 0,-14-25 5 0 0,0 0 0 0 0,1-1 1 0 0,0 1-1 0 0,1-1 0 0 0,-1-1 1 0 0,1 0-1 0 0,1 0 1 0 0,-1 0-1 0 0,1-1 0 0 0,0 0 1 0 0,0-1-1 0 0,17 6 0 0 0,-10-5 10 0 0,0-1 0 0 0,1 0 0 0 0,-1-1 0 0 0,0-1 0 0 0,1-1 0 0 0,0-1 0 0 0,-1 0 0 0 0,1-1 0 0 0,-1 0 0 0 0,25-6 0 0 0,-32 4-8 0 0,0 1-1 0 0,1-1 0 0 0,-1-1 0 0 0,0 0 1 0 0,-1 0-1 0 0,1-1 0 0 0,-1 0 0 0 0,1 0 1 0 0,-2-1-1 0 0,1 0 0 0 0,-1 0 0 0 0,1-1 0 0 0,-2 0 1 0 0,1 0-1 0 0,-1 0 0 0 0,0-1 0 0 0,-1 0 1 0 0,0-1-1 0 0,5-9 0 0 0,-3-1-13 0 0,0 0 1 0 0,-2-1-1 0 0,0 0 0 0 0,-1-1 1 0 0,-1 1-1 0 0,-1-1 0 0 0,-1 1 0 0 0,-1-1 1 0 0,0 1-1 0 0,-5-30 0 0 0,-2 14-113 0 0,4 23-13 0 0,-1 0 1 0 0,-8-19-1 0 0,10 26-436 0 0,-1 0-1 0 0,-1 0 0 0 0,1 1 1 0 0,-5-7-1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58.6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96 49 436 0 0,'-15'0'1051'0'0,"3"0"-174"0"0,1 0 0 0 0,-1 1 1 0 0,-18 3-1 0 0,15 2 978 0 0,23-2-70 0 0,15-1-359 0 0,-11-3-1264 0 0,43-3 414 0 0,-1-2-1 0 0,0-2 0 0 0,71-19 1 0 0,-86 13-1775 0 0,-15 0-2373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2:58.8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1 284 0 0,'-6'11'3640'0'0,"16"-4"-3028"0"0,32 6 714 0 0,-26-10-1138 0 0,-1-1 1 0 0,29 0 0 0 0,-31-2-891 0 0,0-1 1 0 0,-1 0-1 0 0,1-1 1 0 0,15-4-1 0 0,-16 1-353 0 0,-1 0 46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0.8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269 326 268 0 0,'-44'-50'2176'0'0,"1"1"459"0"0,21 12 317 0 0,20 32-2545 0 0,-14-29 2261 0 0,-9-17 323 0 0,25 51-2987 0 0,-1 0 0 0 0,1 0 1 0 0,0-1-1 0 0,0 1 1 0 0,-1 0-1 0 0,1 0 1 0 0,0 0-1 0 0,0 0 0 0 0,-1 0 1 0 0,1 0-1 0 0,0 0 1 0 0,-1 0-1 0 0,1 0 0 0 0,0 0 1 0 0,-1 0-1 0 0,1 0 1 0 0,0 0-1 0 0,0 0 0 0 0,-1 0 1 0 0,1 0-1 0 0,0 0 1 0 0,-1 0-1 0 0,1 0 0 0 0,0 0 1 0 0,0 0-1 0 0,-1 0 1 0 0,1 1-1 0 0,0-1 1 0 0,0 0-1 0 0,-1 0 0 0 0,1 0 1 0 0,0 0-1 0 0,0 1 1 0 0,0-1-1 0 0,-1 0 0 0 0,1 0 1 0 0,0 1-1 0 0,0-1 1 0 0,0 0-1 0 0,0 0 0 0 0,-1 1 1 0 0,1-1-1 0 0,0 0 1 0 0,0 0-1 0 0,0 1 1 0 0,0-1-1 0 0,0 0 0 0 0,0 1 1 0 0,0-1-1 0 0,-9 19 56 0 0,-6 27 60 0 0,-13 47 38 0 0,9-1-126 0 0,4 0-1 0 0,3 0 0 0 0,5 1 1 0 0,7 138-1 0 0,0-228-33 0 0,4 37-32 0 0,-3-38 31 0 0,-1 1 0 0 0,0-1 0 0 0,1 0 0 0 0,-1 0 0 0 0,1 0 0 0 0,0 0 0 0 0,0 0-1 0 0,0 0 1 0 0,0 0 0 0 0,0 0 0 0 0,0 0 0 0 0,0 0 0 0 0,0 0 0 0 0,3 1 0 0 0,-3-2 3 0 0,0-1 0 0 0,0 0 0 0 0,0 1 0 0 0,0-1 0 0 0,1 0 0 0 0,-1 0 0 0 0,0 0-1 0 0,0 0 1 0 0,0 0 0 0 0,0 0 0 0 0,1 0 0 0 0,-1 0 0 0 0,0 0 0 0 0,0-1 0 0 0,0 1 0 0 0,0 0 0 0 0,0-1 0 0 0,1 1 0 0 0,-1-1 0 0 0,0 0 0 0 0,1 0-1 0 0,25-18-18 0 0,-19 13 5 0 0,15-13-31 0 0,0-1 1 0 0,-1-1-1 0 0,24-29 0 0 0,52-77-45 0 0,-48 61 116 0 0,-24 32-3 0 0,-10 10-28 0 0,1 1-1 0 0,2 1 1 0 0,0 1 0 0 0,1 1-1 0 0,31-24 1 0 0,-51 43 6 0 0,1 0 0 0 0,0 1 0 0 0,0-1 1 0 0,0 0-1 0 0,0 1 0 0 0,0-1 0 0 0,0 0 0 0 0,0 1 1 0 0,0 0-1 0 0,0-1 0 0 0,0 1 0 0 0,0-1 0 0 0,0 1 1 0 0,0 0-1 0 0,0 0 0 0 0,1 0 0 0 0,-1 0 0 0 0,0 0 1 0 0,0 0-1 0 0,0 0 0 0 0,0 0 0 0 0,0 0 1 0 0,0 0-1 0 0,1 1 0 0 0,-1-1 0 0 0,0 0 0 0 0,0 1 1 0 0,0-1-1 0 0,0 1 0 0 0,0-1 0 0 0,0 1 0 0 0,0-1 1 0 0,0 1-1 0 0,-1 0 0 0 0,1 0 0 0 0,0-1 0 0 0,0 1 1 0 0,0 0-1 0 0,-1 0 0 0 0,1 0 0 0 0,0 0 1 0 0,-1 0-1 0 0,1 0 0 0 0,-1 0 0 0 0,1 0 0 0 0,-1 0 1 0 0,0 0-1 0 0,1 1 0 0 0,2 8 15 0 0,0 0 0 0 0,-1 0 0 0 0,-1-1-1 0 0,2 16 1 0 0,-2-14-12 0 0,2 22 0 0 0,2 0 1 0 0,1-1-1 0 0,2 0 0 0 0,1 0 0 0 0,2-1 0 0 0,21 46 0 0 0,-25-64-2 0 0,1 0-1 0 0,0-1 1 0 0,0 0-1 0 0,1 0 1 0 0,0-1 0 0 0,1 0-1 0 0,1-1 1 0 0,0 0-1 0 0,0 0 1 0 0,0-1 0 0 0,2-1-1 0 0,-1 0 1 0 0,1-1-1 0 0,0 0 1 0 0,0-1-1 0 0,1 0 1 0 0,14 3 0 0 0,-13-5 9 0 0,1-1 0 0 0,-1 0 0 0 0,1-1 1 0 0,0-1-1 0 0,-1-1 0 0 0,1 0 1 0 0,0-1-1 0 0,-1 0 0 0 0,1-1 0 0 0,-1-1 1 0 0,1-1-1 0 0,21-8 0 0 0,-25 8-2 0 0,-1-1 0 0 0,0 0 1 0 0,0-1-1 0 0,-1-1 0 0 0,0 1 0 0 0,0-2 0 0 0,0 1 0 0 0,-1-1 1 0 0,0-1-1 0 0,0 1 0 0 0,-1-2 0 0 0,0 1 0 0 0,-1-1 0 0 0,0 0 0 0 0,-1-1 1 0 0,8-15-1 0 0,-3-3 6 0 0,-1 0 1 0 0,-2-1 0 0 0,0 0-1 0 0,-2 0 1 0 0,3-47 0 0 0,-6 18-16 0 0,-10-114 0 0 0,2 121-6 0 0,-12-53-1 0 0,14 90 2 0 0,-1 0 1 0 0,-1 0-1 0 0,0 1 0 0 0,-1-1 0 0 0,0 1 1 0 0,-1 1-1 0 0,-1-1 0 0 0,-11-14 0 0 0,17 25-38 0 0,0 0-1 0 0,0 1 1 0 0,0-1-1 0 0,-1 1 0 0 0,1 0 1 0 0,-1 0-1 0 0,0 0 1 0 0,0 0-1 0 0,1 0 1 0 0,-1 0-1 0 0,0 1 0 0 0,0 0 1 0 0,-1-1-1 0 0,1 1 1 0 0,0 0-1 0 0,0 0 0 0 0,-1 1 1 0 0,1-1-1 0 0,0 1 1 0 0,-5 0-1 0 0,4 0-182 0 0,1 1 0 0 0,-1 0 0 0 0,1 0 0 0 0,0 0 0 0 0,-1 0 0 0 0,1 0 0 0 0,0 1 0 0 0,0 0 0 0 0,0-1 0 0 0,0 1 0 0 0,0 0 0 0 0,0 1 0 0 0,0-1 0 0 0,1 0 0 0 0,-1 1 0 0 0,1 0 0 0 0,0-1 0 0 0,0 1 0 0 0,-3 5 0 0 0,-2 3-1173 0 0,0 1 0 0 0,1 0 0 0 0,0 1 0 0 0,-5 18 1 0 0,5-3-72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1.3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13 132 792 0 0,'6'-4'645'0'0,"-1"0"-1"0"0,1 0 0 0 0,-1 0 1 0 0,0-1-1 0 0,0 0 1 0 0,-1 0-1 0 0,1 0 1 0 0,-1 0-1 0 0,4-7 1 0 0,13-15 733 0 0,-14 18-566 0 0,1-1 0 0 0,-2 0 0 0 0,7-12 679 0 0,-14 23-1465 0 0,-1-1-1 0 0,0 1 1 0 0,0 0-1 0 0,1 0 1 0 0,-1 0-1 0 0,1 0 1 0 0,-1 0-1 0 0,1 0 1 0 0,-1 1-1 0 0,1-1 1 0 0,0 0-1 0 0,-1 1 1 0 0,1-1-1 0 0,-1 3 1 0 0,-12 19 92 0 0,1 1 0 0 0,1 0 1 0 0,1 1-1 0 0,1 1 1 0 0,1 0-1 0 0,-10 52 1 0 0,16-60-98 0 0,0 0 0 0 0,1 1 0 0 0,1-1 0 0 0,1 1 0 0 0,0-1 0 0 0,1 1 0 0 0,1-1 0 0 0,1 0 0 0 0,1 1 0 0 0,10 30 0 0 0,-12-44-19 0 0,0 0 0 0 0,1 0 1 0 0,-1-1-1 0 0,1 1 1 0 0,0-1-1 0 0,0 1 0 0 0,0-1 1 0 0,1 0-1 0 0,-1 0 0 0 0,1 0 1 0 0,0-1-1 0 0,0 1 1 0 0,1-1-1 0 0,-1 0 0 0 0,1 0 1 0 0,-1 0-1 0 0,1-1 0 0 0,0 0 1 0 0,0 0-1 0 0,6 2 1 0 0,-6-3 12 0 0,-1-1 0 0 0,1 1 0 0 0,0-1 0 0 0,-1 0 0 0 0,1 0 1 0 0,0 0-1 0 0,-1-1 0 0 0,1 1 0 0 0,0-1 0 0 0,-1-1 0 0 0,1 1 1 0 0,-1 0-1 0 0,0-1 0 0 0,1 0 0 0 0,-1 0 0 0 0,0 0 0 0 0,0-1 1 0 0,0 1-1 0 0,0-1 0 0 0,-1 0 0 0 0,1 0 0 0 0,-1-1 0 0 0,4-3 1 0 0,0-1 0 0 0,-1-1-1 0 0,0 1 1 0 0,-1-1 0 0 0,0 0 0 0 0,0-1 0 0 0,-1 1 0 0 0,0-1-1 0 0,-1 0 1 0 0,0 0 0 0 0,3-16 0 0 0,-2-4-12 0 0,-1 0 1 0 0,0-41-1 0 0,-4 56-6 0 0,0-1 0 0 0,0 1-1 0 0,-1 0 1 0 0,-1-1 0 0 0,-1 1 0 0 0,-6-18 0 0 0,8 29-59 0 0,1-1 1 0 0,-1 0 0 0 0,0 1 0 0 0,-1-1-1 0 0,1 1 1 0 0,-1 0 0 0 0,0-1 0 0 0,0 1-1 0 0,0 0 1 0 0,-1 1 0 0 0,1-1-1 0 0,-1 1 1 0 0,0 0 0 0 0,0-1 0 0 0,0 2-1 0 0,0-1 1 0 0,-1 0 0 0 0,1 1 0 0 0,-1 0-1 0 0,1 0 1 0 0,-1 0 0 0 0,-8-1 0 0 0,11 3-222 0 0,0 0 0 0 0,-1 0 0 0 0,1 0 1 0 0,0 0-1 0 0,0 1 0 0 0,0-1 1 0 0,0 1-1 0 0,0-1 0 0 0,0 1 1 0 0,-1 0-1 0 0,1 0 0 0 0,1 0 1 0 0,-4 1-1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1.6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107 167 648 0 0,'-3'-26'1726'0'0,"-10"-34"1"0"0,11 50-1185 0 0,-2 0 0 0 0,1 0 0 0 0,-1 1 0 0 0,-1-1 1 0 0,0 1-1 0 0,-7-11 0 0 0,12 20-531 0 0,0-1-1 0 0,-1 1 1 0 0,1 0 0 0 0,0 0-1 0 0,0 0 1 0 0,0 0 0 0 0,-1 0-1 0 0,1-1 1 0 0,0 1 0 0 0,0 0-1 0 0,-1 0 1 0 0,1 0 0 0 0,0 0-1 0 0,0 0 1 0 0,-1 0 0 0 0,1 0-1 0 0,0 0 1 0 0,-1 0 0 0 0,1 0-1 0 0,0 0 1 0 0,0 0 0 0 0,-1 0-1 0 0,1 0 1 0 0,0 0 0 0 0,0 0-1 0 0,-1 0 1 0 0,1 0 0 0 0,0 0-1 0 0,0 0 1 0 0,-1 1 0 0 0,1-1-1 0 0,0 0 1 0 0,0 0 0 0 0,0 0-1 0 0,-1 0 1 0 0,1 1 0 0 0,0-1-1 0 0,0 0 1 0 0,0 0 0 0 0,-1 0-1 0 0,1 1 1 0 0,0-1 0 0 0,0 0-1 0 0,0 0 1 0 0,0 0 0 0 0,0 1-1 0 0,0-1 1 0 0,0 0 0 0 0,-1 0-1 0 0,1 1 1 0 0,0-1 0 0 0,0 0-1 0 0,0 1 1 0 0,0-1 0 0 0,0 0 0 0 0,0 1-1 0 0,-6 18 257 0 0,5-17-200 0 0,-8 42 678 0 0,2 0 0 0 0,2 1 0 0 0,0 49 0 0 0,0-13-10 0 0,-2 198 109 0 0,23-93-4275 0 0,-15-177 2597 0 0,1 0 1 0 0,0 0 0 0 0,6 15 0 0 0,-7-21 522 0 0,0 0 0 0 0,1 0-1 0 0,-1-1 1 0 0,0 1 0 0 0,1 0 0 0 0,0-1 0 0 0,0 0-1 0 0,0 1 1 0 0,0-1 0 0 0,0 0 0 0 0,0 0-1 0 0,0 0 1 0 0,1 0 0 0 0,-1 0 0 0 0,4 1-1 0 0,5 2-757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2.3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111 761 528 0 0,'119'-30'3183'0'0,"-100"24"-2542"0"0,0 0-1 0 0,-1-2 1 0 0,-1-1-1 0 0,22-12 1 0 0,-35 18-486 0 0,-1 1 0 0 0,1-1 0 0 0,0 0 0 0 0,-1 0 0 0 0,0-1 0 0 0,0 1 0 0 0,0-1 0 0 0,0 0-1 0 0,0 1 1 0 0,-1-1 0 0 0,4-7 0 0 0,-5 7-7 0 0,1 0 0 0 0,-1 1 0 0 0,-1-1 0 0 0,1 0-1 0 0,0 0 1 0 0,-1 1 0 0 0,0-1 0 0 0,0 0 0 0 0,0 0-1 0 0,0 0 1 0 0,0 0 0 0 0,-1 1 0 0 0,0-1 0 0 0,0 0-1 0 0,0 0 1 0 0,0 1 0 0 0,-1-1 0 0 0,1 1 0 0 0,-1-1-1 0 0,0 1 1 0 0,-4-6 0 0 0,3 4-77 0 0,-1 0 1 0 0,0 1-1 0 0,0-1 0 0 0,0 1 1 0 0,-1 0-1 0 0,0 0 0 0 0,1 0 1 0 0,-1 1-1 0 0,-1-1 1 0 0,1 1-1 0 0,0 1 0 0 0,-1-1 1 0 0,0 1-1 0 0,1 0 0 0 0,-1 0 1 0 0,0 0-1 0 0,0 1 0 0 0,0 0 1 0 0,0 0-1 0 0,0 0 0 0 0,0 1 1 0 0,0 0-1 0 0,0 0 0 0 0,-1 1 1 0 0,1 0-1 0 0,0 0 0 0 0,-11 4 1 0 0,5-2-61 0 0,1 1 0 0 0,-1 1 0 0 0,1 0 0 0 0,0 1 0 0 0,1 0 0 0 0,-1 1 1 0 0,1 0-1 0 0,0 0 0 0 0,1 1 0 0 0,0 0 0 0 0,0 1 0 0 0,-14 19 0 0 0,15-16 7 0 0,0 1 0 0 0,1-1-1 0 0,0 2 1 0 0,1-1-1 0 0,1 1 1 0 0,0 0 0 0 0,1 0-1 0 0,1 0 1 0 0,0 1-1 0 0,-1 19 1 0 0,3-26-19 0 0,0 0 1 0 0,1 0-1 0 0,1 0 0 0 0,-1 0 0 0 0,1 0 1 0 0,1 0-1 0 0,-1 0 0 0 0,1 0 1 0 0,0 0-1 0 0,1-1 0 0 0,0 1 0 0 0,0-1 1 0 0,1 0-1 0 0,0 0 0 0 0,0 0 1 0 0,1-1-1 0 0,0 1 0 0 0,0-1 0 0 0,0 0 1 0 0,10 8-1 0 0,-11-11 4 0 0,0 0-1 0 0,0 0 1 0 0,1 0-1 0 0,-1-1 1 0 0,1 0-1 0 0,-1 0 1 0 0,1 0-1 0 0,0-1 1 0 0,-1 1-1 0 0,1-1 1 0 0,0 0-1 0 0,0-1 1 0 0,0 1-1 0 0,0-1 1 0 0,6 0-1 0 0,-3-1 7 0 0,0 0 0 0 0,-1-1 0 0 0,1 0 0 0 0,-1 0 0 0 0,1 0 0 0 0,-1-1-1 0 0,0 0 1 0 0,0-1 0 0 0,7-4 0 0 0,0-2-1 0 0,0 0 0 0 0,-1 0 0 0 0,-1-1 0 0 0,0-1 0 0 0,0 0 0 0 0,-2-1 0 0 0,1 0 0 0 0,12-22 0 0 0,-4-1-7 0 0,-2 0 0 0 0,-1-1 0 0 0,-3-1 0 0 0,0 0 0 0 0,-3-1 0 0 0,11-77 0 0 0,-13 34 5 0 0,-3 1-1 0 0,-8-115 0 0 0,2 161 31 0 0,2 23-46 0 0,-2-1 1 0 0,-2-24-1 0 0,3 37 9 0 0,0 0 0 0 0,0 0 0 0 0,0 0 1 0 0,-1 0-1 0 0,1 0 0 0 0,0 0 0 0 0,0 0 0 0 0,0 0 0 0 0,0 0 0 0 0,0 0 0 0 0,0 0 0 0 0,0 0 0 0 0,0 0 0 0 0,0 0 0 0 0,0 0 0 0 0,0 0 0 0 0,0 0 0 0 0,0 0 0 0 0,-1 0 0 0 0,1 0 0 0 0,0 0 0 0 0,0 0 0 0 0,0 0 1 0 0,0 0-1 0 0,0 0 0 0 0,0 0 0 0 0,0 0 0 0 0,0 0 0 0 0,0 0 0 0 0,0 0 0 0 0,0 0 0 0 0,0 0 0 0 0,0 0 0 0 0,-1 0 0 0 0,1 0 0 0 0,0 0 0 0 0,0 0 0 0 0,0 0 0 0 0,0-1 0 0 0,0 1 0 0 0,0 0 0 0 0,0 0 1 0 0,0 0-1 0 0,0 0 0 0 0,0 0 0 0 0,0 0 0 0 0,0 0 0 0 0,0 0 0 0 0,0 0 0 0 0,0 0 0 0 0,0 0 0 0 0,0 0 0 0 0,0 0 0 0 0,0-1 0 0 0,0 1 0 0 0,0 0 0 0 0,0 0 0 0 0,0 0 0 0 0,0 0 0 0 0,0 0 0 0 0,-3 10-1 0 0,-2 12 26 0 0,-38 407 521 0 0,36-223-515 0 0,8-173-53 0 0,2-1 1 0 0,1 0 0 0 0,1 0-1 0 0,13 42 1 0 0,-14-60-106 0 0,2 0 0 0 0,-1 0 0 0 0,2 0 0 0 0,0-1 0 0 0,0 0 0 0 0,2 0 0 0 0,16 20 0 0 0,-19-27-344 0 0,0 0 0 0 0,0 0 0 0 0,1-1 0 0 0,0 0 0 0 0,0 0 0 0 0,11 5 1 0 0,-12-7-373 0 0,1 0 0 0 0,0-1 0 0 0,-1 0 1 0 0,1 0-1 0 0,0 0 0 0 0,0-1 0 0 0,0 0 1 0 0,11 0-1 0 0,2-1-739 0 0,0 0 247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2.9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 0 620 0 0,'-14'1'1365'0'0,"-9"4"245"0"0,22-5-1533 0 0,0 0 1 0 0,0 1-1 0 0,1-1 0 0 0,-1 0 1 0 0,1 1-1 0 0,-1-1 0 0 0,0 1 0 0 0,1-1 1 0 0,-1 1-1 0 0,1-1 0 0 0,-1 1 1 0 0,1-1-1 0 0,-1 1 0 0 0,1-1 1 0 0,-1 1-1 0 0,1 0 0 0 0,0-1 0 0 0,-1 1 1 0 0,1 0-1 0 0,0-1 0 0 0,0 1 1 0 0,-1 0-1 0 0,1-1 0 0 0,0 1 1 0 0,0 0-1 0 0,0 0 0 0 0,0-1 0 0 0,0 1 1 0 0,0 0-1 0 0,0 0 0 0 0,0-1 1 0 0,0 1-1 0 0,0 0 0 0 0,0-1 1 0 0,1 1-1 0 0,-1 0 0 0 0,0-1 0 0 0,0 1 1 0 0,1 0-1 0 0,-1-1 0 0 0,1 1 1 0 0,-1 0-1 0 0,0-1 0 0 0,1 1 0 0 0,-1-1 1 0 0,1 1-1 0 0,-1-1 0 0 0,2 2 1 0 0,0-1 157 0 0,-1 1 1 0 0,1 0 0 0 0,0-1 0 0 0,0 1 0 0 0,0-1-1 0 0,0 0 1 0 0,0 0 0 0 0,0 0 0 0 0,1 0 0 0 0,-1 0-1 0 0,0 0 1 0 0,4 0 0 0 0,33 6 1274 0 0,-25-5-1082 0 0,45 5 423 0 0,101-1-1 0 0,-68-5-668 0 0,-81-1-182 0 0,300 7-238 0 0,-310-6 77 0 0,0-1 1 0 0,0 0 0 0 0,0 0-1 0 0,0 0 1 0 0,1 0 0 0 0,-1 0-1 0 0,0 0 1 0 0,0-1 0 0 0,0 1 0 0 0,0 0-1 0 0,0 0 1 0 0,0-1 0 0 0,0 1-1 0 0,0-1 1 0 0,0 1 0 0 0,0-1-1 0 0,0 1 1 0 0,0-1 0 0 0,-1 0-1 0 0,2 0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4.4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246 182 664 0 0,'-6'-25'2234'0'0,"-12"-31"0"0"0,-2 9 3410 0 0,20 46-5599 0 0,-7 20 1479 0 0,-8 38-591 0 0,9-34-601 0 0,-52 214 520 0 0,20-74-591 0 0,2 25-177 0 0,12-55-91 0 0,10-45 74 0 0,12-76 50 0 0,1-4 57 0 0,0-18-84 0 0,3-1-105 0 0,0 0 0 0 0,0 1 0 0 0,1-1 0 0 0,0 0 0 0 0,7-13 0 0 0,-8 21 14 0 0,32-86-21 0 0,86-201-214 0 0,-86 217 150 0 0,83-128 1 0 0,-98 173 75 0 0,2 2 1 0 0,1 0-1 0 0,0 1 1 0 0,2 2-1 0 0,1 0 1 0 0,36-25-1 0 0,-53 43 31 0 0,1 0 0 0 0,-1 0 0 0 0,1 0 0 0 0,0 1 0 0 0,0 0 0 0 0,16-4 0 0 0,-23 8-18 0 0,0-1 0 0 0,0 1 0 0 0,0 0 0 0 0,0-1 0 0 0,0 1 0 0 0,0 0 0 0 0,0 0 0 0 0,0 0 0 0 0,0 1 0 0 0,0-1 1 0 0,0 0-1 0 0,0 1 0 0 0,0-1 0 0 0,0 1 0 0 0,0 0 0 0 0,-1 0 0 0 0,1 0 0 0 0,0 0 0 0 0,0 0 0 0 0,0 0 0 0 0,-1 0 1 0 0,1 0-1 0 0,-1 1 0 0 0,1-1 0 0 0,-1 0 0 0 0,1 1 0 0 0,-1 0 0 0 0,0-1 0 0 0,0 1 0 0 0,0 0 0 0 0,0-1 0 0 0,0 1 1 0 0,0 0-1 0 0,0 0 0 0 0,-1 0 0 0 0,1 0 0 0 0,-1 0 0 0 0,1 2 0 0 0,7 39 35 0 0,-3 0-1 0 0,-1 1 1 0 0,-3-1-1 0 0,-3 46 1 0 0,0-6-11 0 0,3 12-36 0 0,-13 349 204 0 0,-2 50-121 0 0,14-445-60 0 0,16 186 16 0 0,0-59-16 0 0,-2 136-260 0 0,-9-201 189 0 0,4 69 61 0 0,-7-159-37 0 0,1 1 0 0 0,1 0 1 0 0,1-1-1 0 0,13 36 0 0 0,-17-53 29 0 0,1 0 0 0 0,0-1 0 0 0,0 1 0 0 0,0-1 0 0 0,1 0-1 0 0,-1 1 1 0 0,1-1 0 0 0,0 0 0 0 0,0 0 0 0 0,0-1 0 0 0,0 1 0 0 0,0-1 0 0 0,1 1 0 0 0,6 2 0 0 0,-4-2 5 0 0,0-1 0 0 0,0 0 1 0 0,0 0-1 0 0,0 0 1 0 0,1-1-1 0 0,-1 0 0 0 0,1 0 1 0 0,11-1-1 0 0,-7 0 5 0 0,0-1 0 0 0,0-1 0 0 0,-1 0 0 0 0,1 0 0 0 0,0-1 0 0 0,-1 0 0 0 0,0-1 0 0 0,1 0 0 0 0,-2-1 0 0 0,20-11 0 0 0,150-136 155 0 0,-72 57-133 0 0,-69 62-3 0 0,-1-1-1 0 0,47-56 1 0 0,-78 81-515 0 0,1-1 0 0 0,-2-1 0 0 0,1 1 1 0 0,-2-1-1 0 0,1 0 0 0 0,4-21 0 0 0,-4 15-2691 0 0,0 1-1 0 0,9-16 1 0 0,-8 19 1496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7.0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232 376 228 0 0,'8'-5'5626'0'0,"3"-1"-4857"0"0,-7 4-411 0 0,-3 2-235 0 0,1 0 1 0 0,-1-1-1 0 0,1 1 1 0 0,-1 0 0 0 0,1-1-1 0 0,-1 1 1 0 0,0-1-1 0 0,1 1 1 0 0,-1-1-1 0 0,0 0 1 0 0,1 1 0 0 0,-1-1-1 0 0,2-2 1 0 0,-3 3-64 0 0,1 0 0 0 0,-1-1 0 0 0,1 1 0 0 0,-1-1 0 0 0,1 1 0 0 0,-1-1 0 0 0,0 1 0 0 0,1-1 0 0 0,-1 1 0 0 0,0-1 0 0 0,1 0 1 0 0,-1 1-1 0 0,0-1 0 0 0,1 1 0 0 0,-1-1 0 0 0,0 0 0 0 0,0 1 0 0 0,0-1 0 0 0,0 0 0 0 0,0 1 0 0 0,0-1 0 0 0,0 0 0 0 0,0 1 0 0 0,0-1 0 0 0,0 0 1 0 0,0 1-1 0 0,0-1 0 0 0,0 0 0 0 0,-1 1 0 0 0,1-1 0 0 0,-1 0 0 0 0,-6-10 157 0 0,6 10-209 0 0,0 0-1 0 0,-1-1 0 0 0,1 1 0 0 0,0-1 1 0 0,0 0-1 0 0,1 1 0 0 0,-1-1 1 0 0,0 0-1 0 0,0 0 0 0 0,1 1 1 0 0,-1-1-1 0 0,1 0 0 0 0,-1 0 0 0 0,1 0 1 0 0,-3-3 852 0 0,-16-19 551 0 0,6-6-1173 0 0,11 6-256 0 0,-4-45 369 0 0,6 65-310 0 0,0 0 0 0 0,0-1 1 0 0,0 1-1 0 0,0 0 0 0 0,1-1 0 0 0,0 1 1 0 0,0 0-1 0 0,0 0 0 0 0,0-1 0 0 0,1 1 0 0 0,-1 0 1 0 0,1 0-1 0 0,0 1 0 0 0,0-1 0 0 0,1 0 1 0 0,-1 1-1 0 0,1-1 0 0 0,3-3 0 0 0,0-1 34 0 0,1 1-1 0 0,0-1 1 0 0,0 1-1 0 0,1 0 0 0 0,10-8 1 0 0,-14 13-73 0 0,1 0 1 0 0,-1 0-1 0 0,0 0 1 0 0,1 1-1 0 0,-1 0 1 0 0,1-1-1 0 0,-1 2 1 0 0,1-1-1 0 0,-1 0 0 0 0,1 1 1 0 0,0 0-1 0 0,-1 0 1 0 0,1 0-1 0 0,6 2 1 0 0,0-1 4 0 0,-1 0 1 0 0,1 1-1 0 0,-1 1 0 0 0,1 0 1 0 0,-1 0-1 0 0,0 1 1 0 0,0 0-1 0 0,0 1 1 0 0,-1 0-1 0 0,1 0 0 0 0,-1 1 1 0 0,-1 1-1 0 0,1-1 1 0 0,-1 1-1 0 0,0 1 1 0 0,-1-1-1 0 0,1 2 0 0 0,-2-1 1 0 0,1 1-1 0 0,8 14 1 0 0,4 13 33 0 0,-2 0 1 0 0,-1 1-1 0 0,15 52 0 0 0,22 120 5 0 0,-50-197-44 0 0,55 345 31 0 0,-42-117-19 0 0,-25 91-24 0 0,3-273-5 0 0,-3 0-1 0 0,-2-1 0 0 0,-2 0 1 0 0,-3-1-1 0 0,-3 0 0 0 0,-45 93 0 0 0,49-120-7 0 0,-1-1-1 0 0,-2 0 1 0 0,0-2-1 0 0,-39 42 0 0 0,44-54 21 0 0,-1 0-1 0 0,-1-1 1 0 0,0-1-1 0 0,0-1 1 0 0,-1 0-1 0 0,-1-1 1 0 0,0-1-1 0 0,0 0 1 0 0,-24 8-1 0 0,32-15 1 0 0,0 1 1 0 0,0-1-1 0 0,0 0 0 0 0,0-1 1 0 0,-1 0-1 0 0,1-1 0 0 0,0 0 0 0 0,-1 0 1 0 0,1-1-1 0 0,0 0 0 0 0,0-1 1 0 0,0 0-1 0 0,0 0 0 0 0,-10-5 0 0 0,7 2 6 0 0,1 0-1 0 0,0-1 0 0 0,1-1 0 0 0,0 1 0 0 0,0-2 0 0 0,0 0 1 0 0,1 0-1 0 0,0 0 0 0 0,1-1 0 0 0,-10-12 0 0 0,9 7-11 0 0,1 1 0 0 0,0-1 0 0 0,1 0-1 0 0,1-1 1 0 0,0 0 0 0 0,1 0-1 0 0,0 0 1 0 0,1 0 0 0 0,1-1-1 0 0,1 1 1 0 0,0-1 0 0 0,1 0 0 0 0,0 0-1 0 0,3-22 1 0 0,1 2-17 0 0,2 0-1 0 0,2 0 1 0 0,1 0 0 0 0,1 1-1 0 0,18-40 1 0 0,-19 56 27 0 0,0 0 1 0 0,2 1-1 0 0,0 0 0 0 0,1 1 0 0 0,0 0 1 0 0,2 1-1 0 0,0 0 0 0 0,0 1 0 0 0,2 1 1 0 0,21-18-1 0 0,-18 20-13 0 0,1 0 0 0 0,1 1 0 0 0,0 1 0 0 0,0 1 0 0 0,29-8 0 0 0,110-23-21 0 0,-113 30 47 0 0,-1 0-6 0 0,63-16-4 0 0,-102 25-14 0 0,1 0 1 0 0,0 1 0 0 0,0 0 0 0 0,0 0 0 0 0,-1 0-1 0 0,1 1 1 0 0,0 0 0 0 0,0 0 0 0 0,-1 0-1 0 0,12 5 1 0 0,24 4-97 0 0,-10-4-2 0 0,-2-1-949 0 0,-9-3-2751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8.1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538 235 8 0 0,'0'-1'90'0'0,"31"-40"2297"0"0,27-48-1 0 0,-31 46-639 0 0,0 2 1279 0 0,-14 23-1332 0 0,-9 17-1025 0 0,-7 12-378 0 0,-24 63 575 0 0,-120 301 70 0 0,10-38-789 0 0,-141 249-89 0 0,201-432-8 0 0,77-153-47 0 0,0 0-1 0 0,0 0 0 0 0,-1 0 0 0 0,1 0 1 0 0,-1 0-1 0 0,1-1 0 0 0,-1 1 0 0 0,1 0 1 0 0,-1 0-1 0 0,1 0 0 0 0,-1-1 0 0 0,0 1 1 0 0,1 0-1 0 0,-1-1 0 0 0,0 1 0 0 0,0 0 1 0 0,0-1-1 0 0,1 1 0 0 0,-1-1 0 0 0,0 0 1 0 0,-2 1-1 0 0,3-1-1 0 0,-1 0 1 0 0,1 0-1 0 0,-1-1 1 0 0,0 1-1 0 0,1 0 1 0 0,-1-1 0 0 0,1 1-1 0 0,-1 0 1 0 0,1-1-1 0 0,-1 1 1 0 0,1-1-1 0 0,-1 1 1 0 0,1-1-1 0 0,-1 1 1 0 0,1-1-1 0 0,0 1 1 0 0,-1-1-1 0 0,1 0 1 0 0,0 1 0 0 0,-1-1-1 0 0,1 1 1 0 0,0-1-1 0 0,0 0 1 0 0,0 1-1 0 0,-1-1 1 0 0,1 0-1 0 0,0 1 1 0 0,0-2-1 0 0,-1-7-13 0 0,0-1-1 0 0,1 1 1 0 0,-1 0-1 0 0,2-1 1 0 0,0 1-1 0 0,0 0 1 0 0,0-1-1 0 0,1 1 1 0 0,0 0-1 0 0,5-10 1 0 0,-3 7-6 0 0,1 1 0 0 0,0 0 0 0 0,1 0 0 0 0,0 0 0 0 0,0 1 0 0 0,1-1 0 0 0,11-11 0 0 0,-12 17 12 0 0,0 0 0 0 0,1 0-1 0 0,-1 1 1 0 0,1-1 0 0 0,0 2 0 0 0,0-1 0 0 0,0 1-1 0 0,0 0 1 0 0,1 0 0 0 0,-1 1 0 0 0,1 0 0 0 0,0 0-1 0 0,-1 1 1 0 0,1 0 0 0 0,0 0 0 0 0,9 1 0 0 0,15 1 71 0 0,1 1 1 0 0,49 10-1 0 0,-65-9-29 0 0,234 33 262 0 0,-233-34-300 0 0,149 13 35 0 0,-133-13-80 0 0,0-2 0 0 0,63-9 0 0 0,-88 7 2 0 0,0 0-1 0 0,0 0 0 0 0,0 0 0 0 0,0-1 1 0 0,-1-1-1 0 0,0 1 0 0 0,9-6 1 0 0,-14 7-257 0 0,1-1 1 0 0,-1 1-1 0 0,0-1 1 0 0,0 1-1 0 0,-1-1 1 0 0,1 0-1 0 0,0 0 1 0 0,-1 0-1 0 0,0 0 1 0 0,0 0-1 0 0,0-1 1 0 0,0 1-1 0 0,0-1 1 0 0,-1 1-1 0 0,1-1 1 0 0,-1 0-1 0 0,0 0 1 0 0,1-5-1 0 0,-2 6-191 0 0,0 0-1 0 0,-1 1 0 0 0,1-1 0 0 0,-1 0 1 0 0,1 1-1 0 0,-1-1 0 0 0,0 1 0 0 0,0-1 1 0 0,0 1-1 0 0,0-1 0 0 0,0 1 0 0 0,-1 0 1 0 0,-2-4-1 0 0,-2-2-803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08.9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108 133 360 0 0,'-7'-3'595'0'0,"0"1"0"0"0,-1 0 0 0 0,1 0 1 0 0,-16 0-1 0 0,-8-3 767 0 0,6-4 3309 0 0,39 13-2642 0 0,152 3 464 0 0,-58-6-2128 0 0,207 8 229 0 0,-76-3-334 0 0,274 4 62 0 0,-4-42-443 0 0,14-50 17 0 0,-321 55 118 0 0,-158 25-65 0 0,0 1 0 0 0,69 7 0 0 0,-108-5-71 0 0,0 0 0 0 0,0 0 0 0 0,-1 1 0 0 0,1-1 0 0 0,-1 1 0 0 0,1 0 0 0 0,-1 0 1 0 0,5 4-1 0 0,-69-14-11258 0 0,44 3 9925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10.7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725 160 112 0 0,'0'-2'146'0'0,"0"0"0"0"0,0 0 0 0 0,1-1 0 0 0,-1 1 0 0 0,1 0 0 0 0,0 0 0 0 0,0 0 0 0 0,0 0 0 0 0,0 0 0 0 0,0 0 0 0 0,0 0 0 0 0,0 0 0 0 0,1 0 0 0 0,2-3 0 0 0,28-23 450 0 0,-5 5 193 0 0,-24 20-522 0 0,-1 0 1 0 0,1 0-1 0 0,-1 0 1 0 0,0-1-1 0 0,0 1 1 0 0,0-1-1 0 0,-1 1 1 0 0,1-1-1 0 0,-1 0 1 0 0,2-3-1 0 0,0-26 5707 0 0,11 38-4408 0 0,12 26-1132 0 0,-12-7-385 0 0,-1 0 0 0 0,-2 1 0 0 0,0 1 0 0 0,-1 0 0 0 0,-1 0-1 0 0,-2 1 1 0 0,-1 0 0 0 0,-1 0 0 0 0,-1 0 0 0 0,0 40 0 0 0,-4 239 13 0 0,-28 72-47 0 0,27-374-15 0 0,-27 178-59 0 0,21-148 30 0 0,-2 0 0 0 0,-1-1 1 0 0,-18 40-1 0 0,10-34-15 0 0,-42 68 1 0 0,52-95 30 0 0,-1 0 0 0 0,0-1 1 0 0,0 0-1 0 0,-2-1 0 0 0,1 0 1 0 0,-1 0-1 0 0,0-1 0 0 0,-1-1 1 0 0,-18 10-1 0 0,5-6 0 0 0,-1-1 0 0 0,0-2 0 0 0,-1 0 0 0 0,0-2 0 0 0,-54 8 0 0 0,31-10 17 0 0,0-2 0 0 0,-71-5-1 0 0,111 2-1 0 0,-1 0 0 0 0,1-2-1 0 0,-1 1 1 0 0,1-1-1 0 0,-1-1 1 0 0,1 0 0 0 0,0 0-1 0 0,0-1 1 0 0,1 0 0 0 0,-1-1-1 0 0,1 0 1 0 0,0 0-1 0 0,-11-9 1 0 0,14 8 6 0 0,0 0-1 0 0,0 0 0 0 0,1-1 1 0 0,-1 0-1 0 0,1 0 1 0 0,1-1-1 0 0,-1 0 1 0 0,2 1-1 0 0,-1-1 1 0 0,1-1-1 0 0,0 1 1 0 0,0 0-1 0 0,1-1 1 0 0,0 1-1 0 0,1-1 1 0 0,0 0-1 0 0,0 1 1 0 0,1-1-1 0 0,0 0 1 0 0,1 0-1 0 0,-1 1 1 0 0,2-1-1 0 0,-1 0 1 0 0,1 1-1 0 0,1-1 1 0 0,3-8-1 0 0,-3 6-4 0 0,1 0 0 0 0,0 0 1 0 0,1 1-1 0 0,0 0 0 0 0,0 0 0 0 0,1 0 0 0 0,1 0 1 0 0,0 1-1 0 0,0 0 0 0 0,0 1 0 0 0,1-1 0 0 0,0 2 1 0 0,1-1-1 0 0,0 1 0 0 0,0 0 0 0 0,1 1 0 0 0,-1 0 1 0 0,21-9-1 0 0,2 4 19 0 0,0 0 0 0 0,0 2 0 0 0,55-8 1 0 0,104-2 82 0 0,-149 16-76 0 0,253-11 147 0 0,-113 2-110 0 0,-168 10-2 0 0,-7 2 4 0 0,-1-1-1 0 0,0 1 1 0 0,0-2-1 0 0,0 1 0 0 0,9-4 1 0 0,-6 6-213 0 0,-7 0-257 0 0,-6-1-115 0 0,3 0 436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12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240 330 76 0 0,'0'-3'209'0'0,"1"-1"0"0"0,-1 1-1 0 0,1 0 1 0 0,0-1 0 0 0,0 1 0 0 0,0 0-1 0 0,0 0 1 0 0,1 0 0 0 0,-1 0 0 0 0,1 0-1 0 0,0 0 1 0 0,0 0 0 0 0,0 0 0 0 0,3-3-1 0 0,-2 2 567 0 0,0 0 0 0 0,0 0-1 0 0,-1 0 1 0 0,5-9 0 0 0,-6 7 102 0 0,1 0 1 0 0,-1 0-1 0 0,-1 0 1 0 0,1 0-1 0 0,-1 0 1 0 0,-1-11-1 0 0,2-23 4 0 0,3 21-699 0 0,7-29 245 0 0,-63 180 263 0 0,-25 74-473 0 0,23-66-200 0 0,17-47-97 0 0,17-46-46 0 0,2 0 0 0 0,-21 88 0 0 0,38-131 127 0 0,1 0 0 0 0,-1 1-1 0 0,1-1 1 0 0,0 0-1 0 0,0 1 1 0 0,0-1-1 0 0,0 0 1 0 0,1 1 0 0 0,0-1-1 0 0,0 0 1 0 0,0 0-1 0 0,2 5 1 0 0,-2-7-2 0 0,0-1 1 0 0,0 0-1 0 0,0 1 1 0 0,0-1-1 0 0,0 0 1 0 0,0 0-1 0 0,0 0 0 0 0,1 0 1 0 0,-1 0-1 0 0,0 0 1 0 0,0 0-1 0 0,1 0 1 0 0,-1 0-1 0 0,1-1 1 0 0,-1 1-1 0 0,1 0 0 0 0,-1-1 1 0 0,1 0-1 0 0,-1 1 1 0 0,1-1-1 0 0,0 0 1 0 0,-1 0-1 0 0,1 1 0 0 0,-1-1 1 0 0,1 0-1 0 0,0-1 1 0 0,-1 1-1 0 0,1 0 1 0 0,-1 0-1 0 0,1-1 1 0 0,0 1-1 0 0,-1-1 0 0 0,1 1 1 0 0,-1-1-1 0 0,3-1 1 0 0,8-5-19 0 0,0 0 0 0 0,0 0 0 0 0,-1-1 1 0 0,0-1-1 0 0,0 1 0 0 0,-1-2 0 0 0,0 0 1 0 0,11-15-1 0 0,3 0-15 0 0,123-137-37 0 0,-115 127 60 0 0,-31 33 12 0 0,0 1-1 0 0,0-1 1 0 0,1 1-1 0 0,-1-1 1 0 0,1 1-1 0 0,-1 0 1 0 0,1 0-1 0 0,0 0 1 0 0,-1 0 0 0 0,1 0-1 0 0,0 0 1 0 0,0 0-1 0 0,0 0 1 0 0,0 1-1 0 0,2-2 1 0 0,-3 3 0 0 0,0-1 0 0 0,1 0 1 0 0,-1 0-1 0 0,0 1 0 0 0,0-1 0 0 0,0 1 0 0 0,0-1 1 0 0,0 1-1 0 0,0-1 0 0 0,0 1 0 0 0,0-1 1 0 0,0 1-1 0 0,0 0 0 0 0,0 0 0 0 0,0 0 1 0 0,-1-1-1 0 0,1 1 0 0 0,0 0 0 0 0,-1 0 0 0 0,1 0 1 0 0,0 0-1 0 0,-1 0 0 0 0,1 0 0 0 0,-1 0 1 0 0,1 0-1 0 0,-1 1 0 0 0,0 0 0 0 0,23 55 114 0 0,-12-27-53 0 0,1 0 1 0 0,26 45-1 0 0,-27-58-57 0 0,0-1 0 0 0,0 0 0 0 0,2-1 1 0 0,0-1-1 0 0,0 1 0 0 0,1-2 0 0 0,17 12 1 0 0,-22-19 21 0 0,0 0 0 0 0,0 0 1 0 0,1-1-1 0 0,0-1 1 0 0,0 0-1 0 0,0 0 0 0 0,1-1 1 0 0,-1 0-1 0 0,1-1 0 0 0,0 0 1 0 0,0-1-1 0 0,-1 0 1 0 0,1 0-1 0 0,13-2 0 0 0,-14 0-17 0 0,0 0-1 0 0,0-1 0 0 0,0 0 1 0 0,0-1-1 0 0,0 0 0 0 0,-1-1 1 0 0,1 0-1 0 0,-1 0 0 0 0,0-1 0 0 0,14-9 1 0 0,-11 5-6 0 0,-1-1-1 0 0,1 0 1 0 0,-2-1 0 0 0,1 0 0 0 0,-1-1 0 0 0,11-17-1 0 0,2-10 1 0 0,-2-1 0 0 0,-2-1-1 0 0,25-75 1 0 0,-24 54-9 0 0,-3-1 0 0 0,-3 0 1 0 0,11-129-1 0 0,-23 155 10 0 0,-3-51 1 0 0,0 74-69 0 0,0 0 1 0 0,-2-1-1 0 0,1 1 1 0 0,-2 0 0 0 0,0 1-1 0 0,-10-22 1 0 0,14 33 28 0 0,-1 0-1 0 0,0 0 1 0 0,0 0 0 0 0,0 1-1 0 0,0-1 1 0 0,-1 0 0 0 0,1 1-1 0 0,0-1 1 0 0,-1 1-1 0 0,1-1 1 0 0,-1 1 0 0 0,1 0-1 0 0,-1 0 1 0 0,0 0 0 0 0,0 0-1 0 0,1 0 1 0 0,-1 0 0 0 0,0 0-1 0 0,0 0 1 0 0,-3 0-1 0 0,2 1-166 0 0,0 0-1 0 0,0 0 0 0 0,0 0 0 0 0,0 0 0 0 0,0 0 1 0 0,1 1-1 0 0,-1 0 0 0 0,0-1 0 0 0,0 1 0 0 0,0 0 1 0 0,1 0-1 0 0,-6 3 0 0 0,-1 2-855 0 0,-1 1 0 0 0,0 0 0 0 0,1 0 0 0 0,1 1-1 0 0,-1 0 1 0 0,-7 10 0 0 0,-3 5-908 0 0,2 2 273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12.6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151 196 660 0 0,'14'-5'1061'0'0,"0"-1"0"0"0,-1-1 0 0 0,1 0 0 0 0,-2-1 0 0 0,24-18 0 0 0,-29 20-537 0 0,0 0 1 0 0,0 0-1 0 0,-1-1 0 0 0,0 0 1 0 0,0-1-1 0 0,-1 1 0 0 0,0-1 1 0 0,0 0-1 0 0,-1 0 0 0 0,6-16 1 0 0,-10 23-484 0 0,1 0 0 0 0,-1 0 1 0 0,1 0-1 0 0,-1 0 0 0 0,0-1 1 0 0,0 1-1 0 0,1 0 0 0 0,-1 0 1 0 0,0-1-1 0 0,0 1 0 0 0,0 0 0 0 0,0 0 1 0 0,-1-1-1 0 0,1 1 0 0 0,0 0 1 0 0,0 0-1 0 0,-1 0 0 0 0,1-1 1 0 0,-1 1-1 0 0,1 0 0 0 0,-1 0 0 0 0,1 0 1 0 0,-2-1-1 0 0,0 0-20 0 0,1 1 0 0 0,0 0 0 0 0,-1 0 0 0 0,1 1 0 0 0,-1-1 0 0 0,1 0-1 0 0,-1 0 1 0 0,0 1 0 0 0,1-1 0 0 0,-1 1 0 0 0,0 0 0 0 0,0-1 0 0 0,1 1 0 0 0,-4 0 0 0 0,-5 0 15 0 0,1 0 0 0 0,-1 1 0 0 0,0 1 1 0 0,-14 3-1 0 0,13-1-16 0 0,0-1 0 0 0,0 2 0 0 0,1 0 0 0 0,0 0 0 0 0,0 0 1 0 0,0 2-1 0 0,1-1 0 0 0,-16 14 0 0 0,3 2-36 0 0,1 0 1 0 0,-20 26 0 0 0,37-43 15 0 0,0 1 0 0 0,0 0 0 0 0,0 0 0 0 0,1 0 0 0 0,0 0 0 0 0,0 0 0 0 0,0 1 0 0 0,1 0 0 0 0,0-1 0 0 0,0 1 1 0 0,1 0-1 0 0,0 0 0 0 0,-1 11 0 0 0,3-13 1 0 0,-1-1 1 0 0,1 0 0 0 0,-1 1-1 0 0,1-1 1 0 0,0 0 0 0 0,1 0-1 0 0,-1 1 1 0 0,1-1-1 0 0,0-1 1 0 0,0 1 0 0 0,0 0-1 0 0,0 0 1 0 0,1-1 0 0 0,0 1-1 0 0,-1-1 1 0 0,1 0 0 0 0,0 1-1 0 0,1-2 1 0 0,-1 1-1 0 0,0 0 1 0 0,1-1 0 0 0,6 4-1 0 0,-3-2 5 0 0,1 0 0 0 0,0-1-1 0 0,0 1 1 0 0,0-2-1 0 0,1 1 1 0 0,-1-1 0 0 0,0-1-1 0 0,1 1 1 0 0,0-2 0 0 0,-1 1-1 0 0,1-1 1 0 0,-1 0 0 0 0,1-1-1 0 0,0 0 1 0 0,-1 0-1 0 0,1-1 1 0 0,-1 0 0 0 0,11-4-1 0 0,-9 2 5 0 0,0-1 0 0 0,-1 1-1 0 0,1-2 1 0 0,-1 1 0 0 0,0-2-1 0 0,0 1 1 0 0,-1-1 0 0 0,0 0-1 0 0,0-1 1 0 0,0 0 0 0 0,-1 0-1 0 0,0-1 1 0 0,-1 0 0 0 0,6-11-1 0 0,-5 8 0 0 0,0-1-1 0 0,-1 0 1 0 0,-1 0-1 0 0,0 0 0 0 0,-1-1 1 0 0,4-24-1 0 0,-7 33-91 0 0,0 0 0 0 0,-1-1 0 0 0,0 1 0 0 0,0-1 0 0 0,-1 1 0 0 0,1 0 0 0 0,-1-1 0 0 0,0 1 0 0 0,-1 0 0 0 0,1 0 0 0 0,-1-1 0 0 0,0 1 0 0 0,0 0 0 0 0,-1 1 0 0 0,1-1 0 0 0,-1 0 0 0 0,0 1 0 0 0,-1 0 0 0 0,1-1 0 0 0,-8-6 0 0 0,3 5-1697 0 0,3 4 890 0 0,1-1 0 0 0,-1 1 0 0 0,1 0 0 0 0,-1 0 0 0 0,1 1 0 0 0,-8-3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12.9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275 80 484 0 0,'2'-13'1396'0'0,"1"-1"1"0"0,0 1-1 0 0,1 0 0 0 0,7-14 0 0 0,-53 117 1954 0 0,-27 35-1769 0 0,27-52-1126 0 0,-65 158-1 0 0,106-228-483 0 0,-10 25-44 0 0,-10 54 0 0 0,19-74-415 0 0,1 1-1 0 0,0-1 1 0 0,0 1-1 0 0,1 0 1 0 0,0-1 0 0 0,1 1-1 0 0,0-1 1 0 0,0 1 0 0 0,1-1-1 0 0,0 1 1 0 0,4 8-1 0 0,-5-15 160 0 0,0 0 0 0 0,0 0 0 0 0,1 0 1 0 0,-1 0-1 0 0,1 0 0 0 0,-1 0 0 0 0,1 0 0 0 0,0-1 0 0 0,-1 1 0 0 0,1-1 0 0 0,0 1 0 0 0,0-1 0 0 0,0 0 0 0 0,0 0 0 0 0,5 2 0 0 0,4 0-837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13.7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273 1156 144 0 0,'7'-1'507'0'0,"0"-1"1"0"0,0 0-1 0 0,0 0 0 0 0,0 0 1 0 0,0 0-1 0 0,-1-1 0 0 0,11-7 1 0 0,-14 8-359 0 0,0-1 1 0 0,1 1 0 0 0,-2-1 0 0 0,1 0-1 0 0,0 0 1 0 0,0 0 0 0 0,-1-1-1 0 0,0 1 1 0 0,0 0 0 0 0,0-1-1 0 0,0 0 1 0 0,0 1 0 0 0,-1-1 0 0 0,1 0-1 0 0,0-4 1 0 0,0-4 105 0 0,1 0 0 0 0,-2-1 0 0 0,0 1 1 0 0,0 0-1 0 0,-1 0 0 0 0,-1-1 0 0 0,-3-17 0 0 0,3 24-103 0 0,0-1 1 0 0,-1 0-1 0 0,1 1 0 0 0,-2-1 0 0 0,1 1 0 0 0,-1 0 0 0 0,0-1 0 0 0,0 1 0 0 0,-1 0 0 0 0,0 1 1 0 0,0-1-1 0 0,0 1 0 0 0,0 0 0 0 0,-11-10 0 0 0,10 13-14 0 0,0-1-1 0 0,0 0 1 0 0,0 1-1 0 0,-1 0 1 0 0,1 0 0 0 0,-1 1-1 0 0,1-1 1 0 0,-1 1 0 0 0,1 0-1 0 0,-1 1 1 0 0,0-1-1 0 0,1 1 1 0 0,-1 0 0 0 0,0 1-1 0 0,1-1 1 0 0,-1 1 0 0 0,-10 3-1 0 0,-1 1 39 0 0,0 0-1 0 0,0 2 1 0 0,0 0-1 0 0,-20 11 1 0 0,28-13-148 0 0,0 1 0 0 0,1 0 0 0 0,0 0 0 0 0,0 1 0 0 0,0 0 0 0 0,1 0 0 0 0,0 1 0 0 0,1 0 0 0 0,-1 0 0 0 0,1 0 0 0 0,1 1 0 0 0,-8 15 0 0 0,12-21-25 0 0,-1 2 0 0 0,0-1 0 0 0,1 0 0 0 0,0 0-1 0 0,0 0 1 0 0,0 1 0 0 0,1-1 0 0 0,0 0 0 0 0,-1 1 0 0 0,1-1 0 0 0,1 0 0 0 0,-1 1 0 0 0,1-1 0 0 0,0 0-1 0 0,0 1 1 0 0,0-1 0 0 0,0 0 0 0 0,1 0 0 0 0,-1 0 0 0 0,1 0 0 0 0,0 0 0 0 0,0 0 0 0 0,1-1 0 0 0,-1 1-1 0 0,1-1 1 0 0,0 0 0 0 0,0 1 0 0 0,0-1 0 0 0,0 0 0 0 0,1-1 0 0 0,5 5 0 0 0,-2-2 4 0 0,1 0 0 0 0,1 0 1 0 0,-1-1-1 0 0,0 0 0 0 0,1-1 0 0 0,0 0 1 0 0,0 0-1 0 0,0-1 0 0 0,0 0 0 0 0,0-1 1 0 0,1 0-1 0 0,-1 0 0 0 0,0-1 1 0 0,1 0-1 0 0,-1 0 0 0 0,0-1 0 0 0,0-1 1 0 0,13-3-1 0 0,-6 1-8 0 0,-1-2 0 0 0,1 0 0 0 0,-1 0 0 0 0,-1-1 0 0 0,1-1 1 0 0,-1-1-1 0 0,-1 0 0 0 0,0-1 0 0 0,20-18 0 0 0,11-17-23 0 0,-2-1 0 0 0,36-54 0 0 0,63-110 27 0 0,-129 192-11 0 0,40-64 55 0 0,60-128 0 0 0,-93 166 20 0 0,-1-1 0 0 0,-2-1 1 0 0,-3 0-1 0 0,15-92 0 0 0,-27 132-60 0 0,-1 4-9 0 0,1 0 0 0 0,-1 0 0 0 0,0-1 0 0 0,0 1 0 0 0,0 0 0 0 0,0-1 0 0 0,0 1 0 0 0,-1-4 0 0 0,1 6 2 0 0,0 0 0 0 0,0-1-1 0 0,0 1 1 0 0,-1 0-1 0 0,1 0 1 0 0,0 0 0 0 0,0 0-1 0 0,0-1 1 0 0,0 1-1 0 0,-1 0 1 0 0,1 0-1 0 0,0 0 1 0 0,0 0 0 0 0,0 0-1 0 0,-1 0 1 0 0,1-1-1 0 0,0 1 1 0 0,0 0 0 0 0,0 0-1 0 0,-1 0 1 0 0,1 0-1 0 0,0 0 1 0 0,0 0-1 0 0,-1 0 1 0 0,1 0 0 0 0,0 0-1 0 0,0 0 1 0 0,-1 0-1 0 0,1 0 1 0 0,0 0 0 0 0,0 0-1 0 0,-1 1 1 0 0,-14 8 6 0 0,-8 12 99 0 0,2 2 0 0 0,0 0 0 0 0,1 1-1 0 0,-24 39 1 0 0,17-23 49 0 0,-17 22 129 0 0,4 2-1 0 0,-53 114 1 0 0,73-133-240 0 0,3 1 0 0 0,1 1 0 0 0,3 0 0 0 0,2 1 0 0 0,-6 55 0 0 0,13-70-148 0 0,3 0-1 0 0,0 0 1 0 0,3 0 0 0 0,9 59-1 0 0,-9-77-251 0 0,2 0-1 0 0,0 0 0 0 0,0-1 1 0 0,2 1-1 0 0,-1-1 1 0 0,2-1-1 0 0,0 1 0 0 0,1-1 1 0 0,0 0-1 0 0,0-1 0 0 0,2 0 1 0 0,17 18-1 0 0,19-19-9686 0 0,-37-16 8531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32.1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169 436 392 0 0,'3'-31'7895'0'0,"-6"-72"-3051"0"0,-3 18-4026 0 0,5 50-467 0 0,-10-59 0 0 0,9 83-285 0 0,0 0-1 0 0,-1 0 1 0 0,0 0-1 0 0,-1 1 1 0 0,-5-13-1 0 0,8 23-63 0 0,1-1 0 0 0,0 0 0 0 0,-1 0 0 0 0,1 1-1 0 0,0-1 1 0 0,-1 1 0 0 0,1-1 0 0 0,-1 0 0 0 0,1 1 0 0 0,-1-1 0 0 0,0 1 0 0 0,1-1-1 0 0,-1 1 1 0 0,0 0 0 0 0,1-1 0 0 0,-1 1 0 0 0,0 0 0 0 0,1-1 0 0 0,-1 1 0 0 0,0 0-1 0 0,0 0 1 0 0,1-1 0 0 0,-1 1 0 0 0,0 0 0 0 0,0 0 0 0 0,1 0 0 0 0,-1 0 0 0 0,0 0-1 0 0,0 0 1 0 0,1 0 0 0 0,-1 0 0 0 0,0 1 0 0 0,0-1 0 0 0,1 0 0 0 0,-1 0 0 0 0,0 1-1 0 0,0-1 1 0 0,1 0 0 0 0,-1 1 0 0 0,1-1 0 0 0,-1 1 0 0 0,0-1 0 0 0,1 0 0 0 0,-1 1 0 0 0,1 0-1 0 0,-1-1 1 0 0,1 1 0 0 0,-1-1 0 0 0,1 1 0 0 0,-1 0 0 0 0,0 0 0 0 0,-2 4 6 0 0,-1 0 1 0 0,1 0 0 0 0,-1 0 0 0 0,1 0-1 0 0,-3 8 1 0 0,-8 26 24 0 0,2 1 0 0 0,2 0 0 0 0,-8 63 0 0 0,1 127 7 0 0,18-119-45 0 0,17 118 0 0 0,-10-142-45 0 0,-7-84 48 0 0,-1 4-10 0 0,0 0 0 0 0,1-1 0 0 0,0 0 0 0 0,0 1 0 0 0,1-1 1 0 0,0 1-1 0 0,5 10 0 0 0,-6-17 11 0 0,0 1 0 0 0,0-1 1 0 0,0 0-1 0 0,0 1 1 0 0,-1-1-1 0 0,1 0 0 0 0,0 0 1 0 0,0 0-1 0 0,0 0 0 0 0,0 0 1 0 0,0 0-1 0 0,0 0 0 0 0,0 0 1 0 0,0 0-1 0 0,0 0 0 0 0,0 0 1 0 0,0-1-1 0 0,0 1 1 0 0,0 0-1 0 0,0-1 0 0 0,0 1 1 0 0,-1-1-1 0 0,1 1 0 0 0,1-1 1 0 0,24-14-15 0 0,-25 14 15 0 0,17-11 8 0 0,-1-1 0 0 0,-1-1 0 0 0,0 0 0 0 0,15-19 0 0 0,51-69-96 0 0,86-155-46 0 0,-138 209 173 0 0,-29 47-41 0 0,0-1 0 0 0,0 0 0 0 0,0 1-1 0 0,0-1 1 0 0,0 1 0 0 0,1-1 0 0 0,-1 1-1 0 0,1 0 1 0 0,-1 0 0 0 0,1-1 0 0 0,-1 1-1 0 0,3-1 1 0 0,-4 2 3 0 0,1 0-1 0 0,0 0 1 0 0,-1 0 0 0 0,1 0-1 0 0,0 0 1 0 0,-1 0 0 0 0,1 0-1 0 0,0 0 1 0 0,-1 1 0 0 0,1-1-1 0 0,-1 0 1 0 0,1 0 0 0 0,0 1-1 0 0,-1-1 1 0 0,1 0-1 0 0,-1 1 1 0 0,1-1 0 0 0,-1 0-1 0 0,1 1 1 0 0,-1-1 0 0 0,1 1-1 0 0,-1-1 1 0 0,1 1 0 0 0,-1-1-1 0 0,1 1 1 0 0,-1-1 0 0 0,0 1-1 0 0,1 0 1 0 0,-1-1-1 0 0,0 1 1 0 0,0-1 0 0 0,1 1-1 0 0,-1 0 1 0 0,0-1 0 0 0,0 1-1 0 0,0 1 1 0 0,7 19 52 0 0,6 42 0 0 0,2 3 1 0 0,-9-43-57 0 0,2 0-1 0 0,1-1 1 0 0,1 0 0 0 0,24 41 0 0 0,-27-53-1 0 0,1 1 1 0 0,0-1-1 0 0,0-1 1 0 0,1 0-1 0 0,0 0 1 0 0,1 0-1 0 0,0-1 0 0 0,1-1 1 0 0,-1 0-1 0 0,1 0 1 0 0,12 4-1 0 0,-3-2 17 0 0,1-1 0 0 0,-1-1 0 0 0,35 7 0 0 0,-42-12-4 0 0,-1-1 1 0 0,1 0-1 0 0,0 0 1 0 0,0-1 0 0 0,-1-1-1 0 0,1 0 1 0 0,20-4-1 0 0,-26 3 5 0 0,0 0 0 0 0,0-1 0 0 0,-1 1 0 0 0,1-1 0 0 0,-1 0 0 0 0,1-1 0 0 0,-1 0 0 0 0,0 0 0 0 0,-1 0 0 0 0,1 0 0 0 0,-1-1 0 0 0,0 0 0 0 0,0 0 0 0 0,0-1 0 0 0,6-8 0 0 0,-6 6-10 0 0,-1-1-1 0 0,0 1 1 0 0,0-1-1 0 0,-1 0 1 0 0,0 0-1 0 0,0 0 1 0 0,-1 0-1 0 0,0 0 1 0 0,-1-1-1 0 0,0 1 1 0 0,0-13-1 0 0,-5-156 45 0 0,-13-88-65 0 0,14 227 26 0 0,2 28-76 0 0,0-1-1 0 0,-1 1 0 0 0,-1-1 0 0 0,0 1 1 0 0,-1 0-1 0 0,0 0 0 0 0,-6-11 0 0 0,10 22 42 0 0,0 0 0 0 0,0 0 0 0 0,0 0 0 0 0,0-1-1 0 0,0 1 1 0 0,-1 0 0 0 0,-1-1-471 0 0,2 1 470 0 0,0 0 1 0 0,0 0 0 0 0,0 0 0 0 0,-1 0 0 0 0,1 0 0 0 0,0 0-1 0 0,0 0 1 0 0,0 0 0 0 0,0 0 0 0 0,0 0 0 0 0,-1 0-1 0 0,1 0 1 0 0,0 0 0 0 0,0 0 0 0 0,0 0 0 0 0,0 0 0 0 0,-8 12-1719 0 0,-1 11-1090 0 0,-9 47-4532 0 0,13-47 5992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32.9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248 173 124 0 0,'69'-67'3799'0'0,"-27"17"-1616"0"0,0-6 2123 0 0,-62 101-606 0 0,-7 19-3831 0 0,9-26 381 0 0,-19 38-122 0 0,3-7-81 0 0,-78 122 0 0 0,94-169-57 0 0,-1 0 0 0 0,-1-2 1 0 0,-27 22-1 0 0,21-19 4 0 0,23-20 7 0 0,-15 12 21 0 0,16-15-11 0 0,10-10-6 0 0,-1 3-8 0 0,0 0 0 0 0,0 1 0 0 0,1 0 0 0 0,0 0 0 0 0,0 1 0 0 0,0-1 0 0 0,1 2 0 0 0,-1 0 1 0 0,1 0-1 0 0,13-4 0 0 0,14-3-15 0 0,48-7-1 0 0,-70 15 19 0 0,19-1 22 0 0,0 1 1 0 0,63 4-1 0 0,-35 0 10 0 0,148 9-38 0 0,3 0-78 0 0,-189-10-83 0 0,74-2 260 0 0,-84 1-746 0 0,0-1-1 0 0,21-6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33.8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126 65 600 0 0,'-7'-12'984'0'0,"-16"-22"732"0"0,22 33-1618 0 0,0-1-1 0 0,-1 1 0 0 0,1-1 0 0 0,0 1 0 0 0,-1 0 0 0 0,1 0 0 0 0,-1-1 0 0 0,1 1 0 0 0,-1 0 0 0 0,1 1 0 0 0,-1-1 0 0 0,0 0 0 0 0,0 0 0 0 0,1 1 0 0 0,-1-1 0 0 0,0 1 0 0 0,-2-1 0 0 0,3 1-66 0 0,0 0 1 0 0,1 1-1 0 0,-1-1 0 0 0,0 0 0 0 0,1 1 0 0 0,-1-1 1 0 0,0 0-1 0 0,1 1 0 0 0,-1-1 0 0 0,1 1 0 0 0,-1-1 1 0 0,1 1-1 0 0,-1-1 0 0 0,1 1 0 0 0,-1-1 0 0 0,1 1 1 0 0,0 0-1 0 0,-1-1 0 0 0,1 1 0 0 0,0 0 0 0 0,0-1 1 0 0,-1 1-1 0 0,1 0 0 0 0,0-1 0 0 0,0 1 0 0 0,0 0 1 0 0,0-1-1 0 0,0 2 0 0 0,-3 30 826 0 0,1-15-281 0 0,-8 104 2776 0 0,6-42-1761 0 0,-5 18-461 0 0,-16 207-249 0 0,24 40-568 0 0,4-291-307 0 0,5 87 15 0 0,4-47-15 0 0,-11-78 21 0 0,-2-14-24 0 0,1 1 1 0 0,0-1 0 0 0,0 0-1 0 0,0 0 1 0 0,0 1 0 0 0,0-1-1 0 0,0 0 1 0 0,0 0 0 0 0,1 1-1 0 0,-1-1 1 0 0,0 0 0 0 0,1 0-1 0 0,-1 0 1 0 0,1 0 0 0 0,-1 0-1 0 0,1 1 1 0 0,-1-1 0 0 0,2 1-1 0 0,-1-2 0 0 0,0 0-1 0 0,-1 1 1 0 0,1-1-1 0 0,0 0 0 0 0,0 0 1 0 0,0 0-1 0 0,0 1 1 0 0,0-1-1 0 0,0 0 0 0 0,0 0 1 0 0,0-1-1 0 0,0 1 1 0 0,0 0-1 0 0,0 0 1 0 0,-1 0-1 0 0,1-1 0 0 0,0 1 1 0 0,0 0-1 0 0,0-1 1 0 0,0 1-1 0 0,0-1 0 0 0,-1 1 1 0 0,1-1-1 0 0,0 1 1 0 0,0-1-1 0 0,-1 1 1 0 0,1-1-1 0 0,-1 0 0 0 0,1 1 1 0 0,0-1-1 0 0,-1 0 1 0 0,1-1-1 0 0,7-4 29 0 0,-6 6-34 0 0,0-1 0 0 0,1 0 0 0 0,-1 1 0 0 0,0-1 0 0 0,1 1 0 0 0,-1 0 0 0 0,0 0 0 0 0,1 0 0 0 0,-1 0 0 0 0,1 0 0 0 0,-1 0 0 0 0,0 1 0 0 0,1-1 0 0 0,-1 1 0 0 0,0 0 0 0 0,4 1 0 0 0,30 11 42 0 0,-35-12-42 0 0,-1 1-5 0 0,1-2-8 0 0,0 0 13 0 0,1 1 1 0 0,-1-1 0 0 0,1 1-1 0 0,-1-1 1 0 0,0 1 0 0 0,1-1 0 0 0,-1 1-1 0 0,0 0 1 0 0,0 0 0 0 0,1 0-1 0 0,-1 0 1 0 0,1 1 0 0 0,3 0-259 0 0,7 1 428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38.9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240 15 252 0 0,'29'8'11059'0'0,"-14"-11"-8422"0"0,-7-7-2503 0 0,-3 6-103 0 0,0 0 76 0 0,-9 2 79 0 0,3 2-173 0 0,-13 19 122 0 0,-7 25-26 0 0,2 1-1 0 0,-25 91 1 0 0,28-81-98 0 0,-79 271-35 0 0,90-308 17 0 0,-2-1 0 0 0,1 0 1 0 0,-19 31-1 0 0,25-47 4 0 0,0-1-1 0 0,-1 1 1 0 0,1 0 0 0 0,-1 0-1 0 0,1 0 1 0 0,-1-1 0 0 0,1 1-1 0 0,-1 0 1 0 0,0 0 0 0 0,1-1-1 0 0,-1 1 1 0 0,0-1 0 0 0,0 1-1 0 0,1-1 1 0 0,-1 1 0 0 0,0-1-1 0 0,0 1 1 0 0,0-1 0 0 0,0 1-1 0 0,0-1 1 0 0,1 0 0 0 0,-1 0 0 0 0,0 0-1 0 0,0 1 1 0 0,0-1 0 0 0,0 0-1 0 0,0 0 1 0 0,0 0 0 0 0,0 0-1 0 0,-1-1 1 0 0,1 1-2 0 0,-1-1-1 0 0,1 0 1 0 0,0 0 0 0 0,0 0 0 0 0,0 0-1 0 0,-1-1 1 0 0,1 1 0 0 0,0 0-1 0 0,0 0 1 0 0,1-1 0 0 0,-1 1 0 0 0,0 0-1 0 0,0-1 1 0 0,1 1 0 0 0,-1-1 0 0 0,1 1-1 0 0,-1-3 1 0 0,-1-4-9 0 0,1-1 1 0 0,1 0-1 0 0,0 0 1 0 0,0 0-1 0 0,0 1 1 0 0,4-18-1 0 0,-3 22 8 0 0,8-45-55 0 0,3 1 1 0 0,2 1-1 0 0,1 0 1 0 0,44-87 0 0 0,-52 119 52 0 0,1 1-1 0 0,17-24 1 0 0,-21 34 6 0 0,-1-1 1 0 0,1 1-1 0 0,0 0 0 0 0,0 0 0 0 0,0 0 0 0 0,0 1 0 0 0,1 0 0 0 0,-1 0 1 0 0,1 0-1 0 0,0 0 0 0 0,8-3 0 0 0,-10 5 8 0 0,-1 1 1 0 0,1 0-1 0 0,-1-1 1 0 0,0 1-1 0 0,1 0 1 0 0,-1 0-1 0 0,1 1 0 0 0,-1-1 1 0 0,1 1-1 0 0,-1-1 1 0 0,0 1-1 0 0,1-1 1 0 0,-1 1-1 0 0,0 0 0 0 0,0 0 1 0 0,0 1-1 0 0,1-1 1 0 0,-1 0-1 0 0,0 1 1 0 0,-1-1-1 0 0,1 1 0 0 0,0-1 1 0 0,0 1-1 0 0,-1 0 1 0 0,3 3-1 0 0,4 5 53 0 0,-1 1-1 0 0,0-1 1 0 0,8 19-1 0 0,-11-21-39 0 0,30 64 109 0 0,-24-47-127 0 0,1 0 0 0 0,1-1 0 0 0,2-1 1 0 0,17 24-1 0 0,-25-40-1 0 0,1 0 1 0 0,0-1-1 0 0,0 0 0 0 0,1 0 0 0 0,0-1 1 0 0,0 0-1 0 0,0 0 0 0 0,0-1 0 0 0,1 0 1 0 0,0 0-1 0 0,0-1 0 0 0,0 0 0 0 0,0-1 1 0 0,0 0-1 0 0,1 0 0 0 0,-1-1 0 0 0,1 0 1 0 0,12-1-1 0 0,-5 0-8 0 0,0-1 1 0 0,0-1 0 0 0,0-1 0 0 0,0 0-1 0 0,0-1 1 0 0,-1-1 0 0 0,0 0 0 0 0,0-1-1 0 0,21-12 1 0 0,-24 10-4 0 0,0-1 0 0 0,0 0 0 0 0,-1-1 0 0 0,-1 0 0 0 0,0-1 0 0 0,0-1 0 0 0,-1 0 0 0 0,-1 0 0 0 0,0 0 0 0 0,0-1 0 0 0,-1-1 0 0 0,-1 0 0 0 0,9-22 0 0 0,-9 20 21 0 0,-1 0 0 0 0,0 0 0 0 0,-1 0 0 0 0,-1-1 0 0 0,-1 0 0 0 0,0 1 0 0 0,0-30 0 0 0,-3 45-10 0 0,0 1 0 0 0,1-1 0 0 0,-1 0 1 0 0,0 1-1 0 0,0-1 0 0 0,-1 0 0 0 0,1 1 0 0 0,0-1 0 0 0,0 0 0 0 0,0 1 1 0 0,0-1-1 0 0,0 1 0 0 0,-1-1 0 0 0,1 0 0 0 0,0 1 0 0 0,-1-1 0 0 0,1 1 1 0 0,0-1-1 0 0,-1 1 0 0 0,1-1 0 0 0,0 1 0 0 0,-1-1 0 0 0,1 1 0 0 0,-1-1 1 0 0,1 1-1 0 0,-1 0 0 0 0,1-1 0 0 0,-1 1 0 0 0,0-1 0 0 0,-1 1 1 0 0,1 0-1 0 0,0 0 0 0 0,-1 0 1 0 0,1 0-1 0 0,0 0 0 0 0,-1 0 0 0 0,1 1 1 0 0,0-1-1 0 0,-1 0 0 0 0,1 0 1 0 0,0 1-1 0 0,0-1 0 0 0,-2 2 1 0 0,-3 1-1 0 0,1 0 1 0 0,-1 0 0 0 0,1 1 0 0 0,0 0 0 0 0,-6 5-1 0 0,-2 5 7 0 0,0 1 0 0 0,2 1-1 0 0,-1 0 1 0 0,2 0 0 0 0,0 1-1 0 0,-13 32 1 0 0,18-36-3 0 0,0 0 0 0 0,2-1 0 0 0,-1 2 0 0 0,1-1 0 0 0,1 0 0 0 0,0 0 0 0 0,1 1-1 0 0,1-1 1 0 0,0 1 0 0 0,3 22 0 0 0,-2-30-10 0 0,1-1 1 0 0,-1 0-1 0 0,1 0 0 0 0,0 0 0 0 0,0 0 0 0 0,1 0 0 0 0,-1 0 0 0 0,1 0 0 0 0,0-1 1 0 0,1 1-1 0 0,-1-1 0 0 0,8 7 0 0 0,-4-5-22 0 0,0 0 0 0 0,1-1 0 0 0,0 1 0 0 0,0-2 0 0 0,0 1 0 0 0,17 5 0 0 0,3-1-1277 0 0,0-1 1 0 0,1-1-1 0 0,47 4 1 0 0,-60-10-161 0 0,0-1 1 0 0,0 0-1 0 0,-1-1 1 0 0,17-3-1 0 0,-12 0 247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39.6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75 126 408 0 0,'4'-18'1660'0'0,"1"0"0"0"0,1 0-1 0 0,15-30 1 0 0,-14 36 373 0 0,-13 27-284 0 0,-3 10-546 0 0,-24 77 659 0 0,-5 19-1393 0 0,28-76-420 0 0,2 1 1 0 0,1 0 0 0 0,0 85 0 0 0,7-129-52 0 0,0 0 1 0 0,0 0-1 0 0,0 0 1 0 0,1 0-1 0 0,-1-1 0 0 0,0 1 1 0 0,1 0-1 0 0,-1 0 1 0 0,1 0-1 0 0,1 3 1 0 0,-1-5 1 0 0,-1 1 1 0 0,1-1-1 0 0,-1 0 1 0 0,1 1-1 0 0,-1-1 1 0 0,1 1-1 0 0,-1-1 1 0 0,1 0-1 0 0,-1 0 1 0 0,1 1-1 0 0,-1-1 1 0 0,1 0-1 0 0,0 0 1 0 0,-1 0-1 0 0,1 1 1 0 0,-1-1-1 0 0,1 0 1 0 0,0 0-1 0 0,-1 0 1 0 0,1 0-1 0 0,0 0 1 0 0,-1 0-1 0 0,1 0 1 0 0,-1 0-1 0 0,1-1 1 0 0,0 1-1 0 0,-1 0 1 0 0,1 0-1 0 0,-1 0 1 0 0,1-1-1 0 0,0 1 1 0 0,-1 0-1 0 0,1-1 1 0 0,-1 1-1 0 0,1 0 1 0 0,0-2-1 0 0,17-10-19 0 0,0-2 0 0 0,0 0-1 0 0,-2-1 1 0 0,29-33-1 0 0,7-7-29 0 0,11-13 10 0 0,11-10 32 0 0,-67 71 3 0 0,-5 5 20 0 0,0 0 0 0 0,0 0 0 0 0,0 0 1 0 0,1 1-1 0 0,-1-1 0 0 0,0 0 0 0 0,5-1 1 0 0,-7 3-12 0 0,1 0 0 0 0,-1 0 0 0 0,1 0 0 0 0,0 0 0 0 0,-1 0 0 0 0,1 0 0 0 0,0 0 0 0 0,-1 0 0 0 0,1 0 0 0 0,-1 1 0 0 0,1-1 0 0 0,0 0 0 0 0,-1 0 0 0 0,1 1 0 0 0,-1-1 0 0 0,1 0 0 0 0,-1 1 0 0 0,1-1 0 0 0,-1 0 0 0 0,1 1 0 0 0,-1-1 0 0 0,1 1 0 0 0,-1-1 0 0 0,1 1 0 0 0,-1-1 0 0 0,0 1 0 0 0,1-1 0 0 0,-1 1 0 0 0,0 0 0 0 0,0-1 0 0 0,1 1 0 0 0,-1-1 0 0 0,0 1 1 0 0,0 0-1 0 0,0-1 0 0 0,0 1 0 0 0,0 0 0 0 0,0 0 0 0 0,13 48 118 0 0,-11-38-123 0 0,1 1 1 0 0,0-1-1 0 0,1 0 0 0 0,0 0 0 0 0,0 0 1 0 0,1 0-1 0 0,13 18 0 0 0,-13-21 4 0 0,0 0 0 0 0,1 0 1 0 0,0-1-1 0 0,1 0 0 0 0,-1-1 0 0 0,1 1 0 0 0,1-1 0 0 0,-1-1 1 0 0,1 1-1 0 0,0-1 0 0 0,0-1 0 0 0,1 1 0 0 0,-1-1 0 0 0,1-1 1 0 0,9 3-1 0 0,-1-2 5 0 0,1 0 1 0 0,-1-1 0 0 0,0-1 0 0 0,1-1 0 0 0,-1 0-1 0 0,1-1 1 0 0,-1-1 0 0 0,1-1 0 0 0,-1-1-1 0 0,0 0 1 0 0,0-1 0 0 0,18-6 0 0 0,-24 6 14 0 0,0-1 0 0 0,0 0 0 0 0,-1 0 1 0 0,0-1-1 0 0,0 0 0 0 0,0-1 0 0 0,0 0 1 0 0,-1-1-1 0 0,-1 0 0 0 0,1 0 0 0 0,-1-1 0 0 0,0 0 1 0 0,-1 0-1 0 0,0-1 0 0 0,-1 0 0 0 0,0 0 1 0 0,0 0-1 0 0,6-18 0 0 0,-7 13 13 0 0,0-1-1 0 0,-1 1 1 0 0,-1-1-1 0 0,-1 0 1 0 0,0 0-1 0 0,-1 0 1 0 0,0 0-1 0 0,-1-1 1 0 0,-3-17 0 0 0,1 25-133 0 0,1 1 1 0 0,-1-1-1 0 0,-1 1 1 0 0,1 0 0 0 0,-2 0-1 0 0,1 0 1 0 0,-1 0-1 0 0,0 1 1 0 0,0-1 0 0 0,-1 1-1 0 0,0 0 1 0 0,-1 0 0 0 0,1 1-1 0 0,-1 0 1 0 0,-1 0-1 0 0,1 0 1 0 0,-1 1 0 0 0,-12-8-1 0 0,-3 1-2769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47.9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 0 56 0 0,'0'0'403'0'0,"-1"29"4382"0"0,-4-25-3947 0 0,0 0-1 0 0,-1 0 1 0 0,1-1-1 0 0,-8 4 0 0 0,6-4-202 0 0,1 0 0 0 0,-1 1 0 0 0,1 0 0 0 0,-7 6 0 0 0,12-10-605 0 0,1 0-1 0 0,0 0 0 0 0,0 0 0 0 0,-1 1 0 0 0,1-1 0 0 0,0 0 0 0 0,0 0 0 0 0,0 0 0 0 0,0 0 0 0 0,-1 1 0 0 0,1-1 0 0 0,0 0 0 0 0,0 0 0 0 0,0 0 0 0 0,0 1 0 0 0,0-1 0 0 0,0 0 0 0 0,0 0 0 0 0,-1 1 0 0 0,1-1 0 0 0,0 0 0 0 0,0 0 0 0 0,0 1 0 0 0,0-1 0 0 0,0 0 0 0 0,0 0 0 0 0,0 1 0 0 0,0-1 0 0 0,0 0 0 0 0,0 0 0 0 0,0 1 0 0 0,1-1 0 0 0,-1 0 0 0 0,0 0 0 0 0,0 0 0 0 0,0 1 0 0 0,0-1 0 0 0,0 0 0 0 0,0 0 0 0 0,0 1 0 0 0,1-1 0 0 0,-1 0 0 0 0,0 0 0 0 0,0 0 1 0 0,0 0-1 0 0,1 1 0 0 0,-1-1 0 0 0,0 0 0 0 0,0 0 0 0 0,20 7 375 0 0,35-2-515 0 0,-49-4 221 0 0,58 0-112 0 0,94-10 0 0 0,-50 1-210 0 0,-21-1-625 0 0,-31 0-3151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48.3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 0 24 0 0,'-24'32'8506'0'0,"25"-31"-8377"0"0,8 5 1698 0 0,5 1-1307 0 0,0-2-1 0 0,0 1 0 0 0,1-2 0 0 0,0 0 1 0 0,0 0-1 0 0,30 2 0 0 0,181 14-227 0 0,-67-4-289 0 0,-139-14-252 0 0,25 2 503 0 0,-43-4-622 0 0,0 1-1 0 0,1-1 0 0 0,-1-1 1 0 0,1 1-1 0 0,-1 0 1 0 0,0-1-1 0 0,0 1 0 0 0,1-1 1 0 0,-1 1-1 0 0,0-1 1 0 0,0 0-1 0 0,0 0 0 0 0,4-3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49.4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284 163 452 0 0,'-1'-8'349'0'0,"0"-1"0"0"0,-1 0 0 0 0,0 1 0 0 0,0-1 1 0 0,-6-12-1 0 0,-3-14 794 0 0,8 21-471 0 0,2 9-209 0 0,1 0 1 0 0,-1 1-1 0 0,0-1 1 0 0,0 1-1 0 0,-1 0 0 0 0,0-1 1 0 0,1 1-1 0 0,-6-8 1 0 0,7 12-417 0 0,-1-1 1 0 0,1 1-1 0 0,-1 0 0 0 0,1 0 1 0 0,0 0-1 0 0,-1 0 0 0 0,1 0 1 0 0,-1 0-1 0 0,1 0 1 0 0,-1 0-1 0 0,1 0 0 0 0,-1 0 1 0 0,1 0-1 0 0,0 0 1 0 0,-1 0-1 0 0,1 0 0 0 0,-1 0 1 0 0,1 0-1 0 0,-1 1 0 0 0,1-1 1 0 0,0 0-1 0 0,-1 0 1 0 0,1 0-1 0 0,-1 1 0 0 0,1-1 1 0 0,0 0-1 0 0,-1 1 1 0 0,1-1-1 0 0,0 0 0 0 0,-1 1 1 0 0,1-1-1 0 0,0 0 0 0 0,0 1 1 0 0,-1-1-1 0 0,1 0 1 0 0,0 1-1 0 0,-12 18 496 0 0,10-15-314 0 0,-15 24 581 0 0,1 1 0 0 0,-19 50 0 0 0,-15 67-366 0 0,30-86-311 0 0,2-1-94 0 0,3 1-1 0 0,2 0 1 0 0,2 1 0 0 0,-2 73 0 0 0,12-121-31 0 0,1 1-1 0 0,0-1 1 0 0,1 0-1 0 0,0 0 1 0 0,1 1-1 0 0,1-1 1 0 0,0 0-1 0 0,0-1 1 0 0,2 1-1 0 0,9 21 1 0 0,-12-31-7 0 0,-1-1 1 0 0,1 0-1 0 0,0 0 0 0 0,0 1 0 0 0,0-1 1 0 0,0 0-1 0 0,0-1 0 0 0,0 1 1 0 0,1 0-1 0 0,-1-1 0 0 0,1 1 0 0 0,-1-1 1 0 0,1 0-1 0 0,-1 0 0 0 0,1 0 1 0 0,4 1-1 0 0,-2-1 1 0 0,0 0 0 0 0,0-1 0 0 0,1 1 0 0 0,-1-1 0 0 0,0 0-1 0 0,0-1 1 0 0,1 1 0 0 0,6-3 0 0 0,2-1-8 0 0,-1 0-1 0 0,1-1 0 0 0,-1-1 1 0 0,0 0-1 0 0,21-14 0 0 0,-24 12-8 0 0,1 0-1 0 0,-1-1 0 0 0,-1-1 0 0 0,1 1 0 0 0,-2-2 1 0 0,1 1-1 0 0,-1-1 0 0 0,-1 0 0 0 0,0-1 0 0 0,6-15 1 0 0,2-5-16 0 0,-2-2 0 0 0,14-55 0 0 0,-13 24 120 0 0,-19 88-53 0 0,1-1-1 0 0,1 1 1 0 0,2 0 0 0 0,0 0-1 0 0,3 37 1 0 0,0-42-13 0 0,1-1 0 0 0,0 1 0 0 0,10 28 1 0 0,-10-37-16 0 0,1 0 0 0 0,0 0 1 0 0,0-1-1 0 0,1 1 0 0 0,0-1 1 0 0,0-1-1 0 0,14 16 0 0 0,-16-20-6 0 0,2 1-1 0 0,-1-1 1 0 0,0 0-1 0 0,1 0 0 0 0,-1 0 1 0 0,1 0-1 0 0,0-1 1 0 0,0 0-1 0 0,0 0 0 0 0,0 0 1 0 0,0 0-1 0 0,7 0 1 0 0,-3-1 4 0 0,-1 0 0 0 0,1 0 0 0 0,0-1 0 0 0,0 0 0 0 0,0-1 0 0 0,17-3 1 0 0,-12 0-3 0 0,0 1 1 0 0,-1-2 0 0 0,0 0 0 0 0,0-1-1 0 0,0 0 1 0 0,-1 0 0 0 0,0-2 0 0 0,0 0-1 0 0,15-12 1 0 0,-20 12-1 0 0,1 0 0 0 0,-1-1 0 0 0,-1 0 1 0 0,0 0-1 0 0,0 0 0 0 0,-1-1 0 0 0,0 1 0 0 0,0-1 0 0 0,-1-1 1 0 0,0 1-1 0 0,-1-1 0 0 0,2-11 0 0 0,2-19 3 0 0,4-77 0 0 0,-9 93-7 0 0,3-57-23 0 0,-3-1-1 0 0,-3 1 1 0 0,-20-127 0 0 0,21 204-55 0 0,-1 1 0 0 0,0 0 0 0 0,0-1 0 0 0,-1 1 0 0 0,-2-7 0 0 0,4 11 47 0 0,0-1-1 0 0,-1 1 1 0 0,1 0-1 0 0,0 0 1 0 0,0-1-1 0 0,0 1 0 0 0,-1 0 1 0 0,1 0-1 0 0,0-1 1 0 0,0 1-1 0 0,-1 0 1 0 0,1 0-1 0 0,0 0 1 0 0,0 0-1 0 0,-1 0 1 0 0,1-1-1 0 0,0 1 1 0 0,-1 0-1 0 0,1 0 1 0 0,0 0-1 0 0,-1 0 1 0 0,1 0-1 0 0,0 0 1 0 0,0 0-1 0 0,-1 0 1 0 0,1 0-1 0 0,0 0 1 0 0,-1 0-1 0 0,1 0 0 0 0,-1 0 1 0 0,-12 13-1404 0 0,6 1-220 0 0,0 0 0 0 0,0 0 1 0 0,1 1-1 0 0,1 0 0 0 0,-6 27 0 0 0,5-12 271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49.9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366 128 624 0 0,'7'-4'371'0'0,"-1"1"0"0"0,1 0 0 0 0,-1-1 0 0 0,0 0 0 0 0,0-1 0 0 0,-1 1 0 0 0,10-11 0 0 0,32-40 1673 0 0,-44 52-1872 0 0,6-9 233 0 0,3-3 2101 0 0,-19 29-141 0 0,-53 101-101 0 0,-79 129-1268 0 0,120-217-1050 0 0,-1 0-1 0 0,-1-1 1 0 0,-1-1 0 0 0,-1-1 0 0 0,-1-1 0 0 0,-36 25 0 0 0,45-36 17 0 0,-4 1-20 0 0,0 0 1 0 0,-28 14 0 0 0,62-33 30 0 0,1 1 0 0 0,-1 0 0 0 0,1 1 0 0 0,31-3 0 0 0,76 0 77 0 0,-34 3-38 0 0,8 0-79 0 0,40-4-2019 0 0,-116 5 466 0 0,-1-1 0 0 0,26-8 0 0 0,-40 11 1013 0 0,-1-1-1 0 0,0 0 1 0 0,0-1-1 0 0,0 1 1 0 0,0-1-1 0 0,0 0 0 0 0,6-5 1 0 0,0-2-675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0.2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244 23 488 0 0,'-20'-23'10150'0'0,"12"204"-8361"0"0,-2-93-504 0 0,-21 91 0 0 0,-25 47-5305 0 0,39-169 1473 0 0,-47 104 0 0 0,38-106-1319 0 0,15-30 2353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0.7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272 156 868 0 0,'-37'-146'9385'0'0,"37"145"-9334"0"0,0 1 0 0 0,0-1 0 0 0,0 1 1 0 0,-1 0-1 0 0,1-1 0 0 0,0 1 0 0 0,0-1 0 0 0,0 1 0 0 0,-1-1 0 0 0,1 1 1 0 0,0 0-1 0 0,0-1 0 0 0,-1 1 0 0 0,1 0 0 0 0,0-1 0 0 0,-1 1 0 0 0,1 0 1 0 0,0-1-1 0 0,-1 1 0 0 0,1 0 0 0 0,0 0 0 0 0,-1-1 0 0 0,1 1 1 0 0,-1 0-1 0 0,1 0 0 0 0,-1 0 0 0 0,1 0 0 0 0,-1-1 0 0 0,-13 7 787 0 0,-14 21-149 0 0,22-22-504 0 0,-13 15-91 0 0,1 1 0 0 0,1 0 1 0 0,0 1-1 0 0,2 0 0 0 0,0 2 1 0 0,2 0-1 0 0,1 0 0 0 0,1 1 0 0 0,0 1 1 0 0,2 0-1 0 0,-8 37 0 0 0,16-56-93 0 0,0-1 0 0 0,0 1-1 0 0,1-1 1 0 0,0 1 0 0 0,0-1 0 0 0,1 1-1 0 0,-1-1 1 0 0,1 0 0 0 0,1 1-1 0 0,-1-1 1 0 0,1 0 0 0 0,0 1 0 0 0,0-1-1 0 0,1 0 1 0 0,6 10 0 0 0,-5-11 2 0 0,0 0 1 0 0,0 0 0 0 0,1-1-1 0 0,-1 1 1 0 0,1-1 0 0 0,0-1 0 0 0,0 1-1 0 0,0-1 1 0 0,1 1 0 0 0,-1-2-1 0 0,1 1 1 0 0,0 0 0 0 0,0-1-1 0 0,0 0 1 0 0,0-1 0 0 0,9 2-1 0 0,-4-1-2 0 0,0 0-1 0 0,1-1 1 0 0,-1-1-1 0 0,1 0 1 0 0,-1 0-1 0 0,1-1 1 0 0,-1 0-1 0 0,0-1 1 0 0,1-1-1 0 0,-1 0 1 0 0,0 0-1 0 0,-1-1 1 0 0,1 0-1 0 0,0-1 1 0 0,-1 0-1 0 0,0-1 1 0 0,0 0-1 0 0,-1 0 1 0 0,0-1-1 0 0,0-1 1 0 0,0 1-1 0 0,-1-2 1 0 0,0 1-1 0 0,-1-1 1 0 0,0 0-1 0 0,0 0 1 0 0,-1-1 0 0 0,6-11-1 0 0,-5 8 4 0 0,-1-1 1 0 0,0 1-1 0 0,-1-1 0 0 0,-1 0 1 0 0,0-1-1 0 0,-1 1 1 0 0,0-1-1 0 0,-1 0 0 0 0,-1 1 1 0 0,0-24-1 0 0,-2 33 9 0 0,0 1 0 0 0,0-1-1 0 0,0 1 1 0 0,-1 0 0 0 0,1 0 0 0 0,-1 0-1 0 0,0 0 1 0 0,-1 0 0 0 0,1 0 0 0 0,-1 0 0 0 0,1 1-1 0 0,-1-1 1 0 0,-6-5 0 0 0,6 7-157 0 0,0-1 0 0 0,0 1 1 0 0,0 0-1 0 0,0 0 0 0 0,0 0 0 0 0,0 1 1 0 0,-6-3-1 0 0,6 3-233 0 0,1 0 0 0 0,0 1 0 0 0,-1-1-1 0 0,1 1 1 0 0,-1 0 0 0 0,1 0 0 0 0,0 0 0 0 0,-1 0 0 0 0,1 0 0 0 0,-1 0 0 0 0,1 1 0 0 0,-3 0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1.0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172 222 732 0 0,'16'-77'2559'0'0,"11"-49"3635"0"0,-26 123-6014 0 0,2-13 1848 0 0,-7 23-1525 0 0,-31 59-305 0 0,3 2 0 0 0,3 1-1 0 0,2 1 1 0 0,4 1 0 0 0,3 1-1 0 0,4 1 1 0 0,2 1 0 0 0,-4 80-1 0 0,17-79-1477 0 0,2-68 705 0 0,0 0-1 0 0,0 1 0 0 0,0-1 1 0 0,1 0-1 0 0,0 0 1 0 0,0 1-1 0 0,6 11 1 0 0,-6-16 251 0 0,0-1-1 0 0,0 1 1 0 0,0-1 0 0 0,0 0 0 0 0,0 0 0 0 0,0 0-1 0 0,1 0 1 0 0,-1 0 0 0 0,1 0 0 0 0,-1-1-1 0 0,1 1 1 0 0,0-1 0 0 0,-1 0 0 0 0,1 0 0 0 0,0 0-1 0 0,0 0 1 0 0,0 0 0 0 0,6 0 0 0 0,7 2-751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1.6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206 737 36 0 0,'14'-3'566'0'0,"1"-1"0"0"0,-1 0 1 0 0,0-1-1 0 0,0-1 0 0 0,0 0 0 0 0,-1-1 0 0 0,22-14 1 0 0,-29 16-387 0 0,0 0 1 0 0,-1 1-1 0 0,0-2 1 0 0,0 1-1 0 0,-1-1 1 0 0,1 1 0 0 0,-1-1-1 0 0,-1 0 1 0 0,1-1-1 0 0,-1 1 1 0 0,0-1 0 0 0,0 1-1 0 0,-1-1 1 0 0,0 0-1 0 0,0 0 1 0 0,0 0 0 0 0,-1 0-1 0 0,0-9 1 0 0,0 8 140 0 0,-1 0 0 0 0,0-1 1 0 0,0 1-1 0 0,-1 0 1 0 0,0 0-1 0 0,0 0 0 0 0,-1 0 1 0 0,-3-9-1 0 0,4 14-206 0 0,-1 0 0 0 0,1 0 1 0 0,-1 0-1 0 0,0 0 0 0 0,0 0 0 0 0,0 0 1 0 0,0 0-1 0 0,0 1 0 0 0,0-1 1 0 0,-1 1-1 0 0,1 0 0 0 0,-1-1 0 0 0,0 1 1 0 0,0 0-1 0 0,0 1 0 0 0,0-1 0 0 0,0 0 1 0 0,0 1-1 0 0,0 0 0 0 0,-1-1 0 0 0,-4 0 1 0 0,1 1-76 0 0,0 1 1 0 0,0 0 0 0 0,0 0-1 0 0,0 0 1 0 0,0 0-1 0 0,0 1 1 0 0,0 1 0 0 0,0-1-1 0 0,1 1 1 0 0,-1 0 0 0 0,0 1-1 0 0,1-1 1 0 0,-1 1 0 0 0,-10 8-1 0 0,-1 0-3 0 0,1 0 0 0 0,1 2 0 0 0,-28 27 0 0 0,28-24-23 0 0,1 1 1 0 0,1 1-1 0 0,1 1 0 0 0,0 0 0 0 0,-13 28 1 0 0,21-37-16 0 0,0 0 0 0 0,1 0-1 0 0,0 1 1 0 0,1 0 0 0 0,0 0 0 0 0,0 0 0 0 0,1 0 0 0 0,1 0 0 0 0,0 0 0 0 0,1 1 0 0 0,0-1 0 0 0,2 20 0 0 0,0-25 0 0 0,-1-1 0 0 0,0 0 0 0 0,1 0 0 0 0,0 0-1 0 0,0 0 1 0 0,1 0 0 0 0,-1 0 0 0 0,1 0 0 0 0,0-1 0 0 0,0 1 0 0 0,1-1 0 0 0,-1 0 0 0 0,1 0 0 0 0,0 0 0 0 0,7 4-1 0 0,-5-4 6 0 0,0 0-1 0 0,1-1 0 0 0,-1 0 0 0 0,1 0 0 0 0,-1-1 0 0 0,1 1 0 0 0,0-2 0 0 0,0 1 1 0 0,0-1-1 0 0,13 1 0 0 0,-8-2 1 0 0,0 0 1 0 0,0-1-1 0 0,-1 0 0 0 0,1 0 1 0 0,0-2-1 0 0,-1 1 1 0 0,0-2-1 0 0,1 1 0 0 0,-1-2 1 0 0,0 1-1 0 0,-1-2 0 0 0,1 1 1 0 0,-1-1-1 0 0,10-8 1 0 0,-8 2-7 0 0,0 0 0 0 0,0-1 0 0 0,-1 0 0 0 0,-1 0 0 0 0,0-1 0 0 0,13-27 0 0 0,-4 4 11 0 0,21-64 0 0 0,-18 31-6 0 0,-2-1 1 0 0,-4-2-1 0 0,-3 0 1 0 0,5-103-1 0 0,-13 28 283 0 0,-5 148-286 0 0,0 0 0 0 0,0 0 1 0 0,0 0-1 0 0,0-1 0 0 0,0 1 0 0 0,0 0 0 0 0,1 0 0 0 0,-1 0 1 0 0,0 0-1 0 0,0-1 0 0 0,0 1 0 0 0,0 0 0 0 0,0 0 0 0 0,-1 0 1 0 0,1-1-1 0 0,0 1 0 0 0,0 0 0 0 0,0 0 0 0 0,0 0 1 0 0,0 0-1 0 0,0-1 0 0 0,0 1 0 0 0,0 0 0 0 0,0 0 0 0 0,0 0 1 0 0,0 0-1 0 0,-1 0 0 0 0,1-1 0 0 0,0 1 0 0 0,0 0 0 0 0,0 0 1 0 0,0 0-1 0 0,0 0 0 0 0,-1 0 0 0 0,1 0 0 0 0,0 0 1 0 0,0 0-1 0 0,0-1 0 0 0,0 1 0 0 0,-1 0 0 0 0,1 0 0 0 0,-7 6 24 0 0,-6 13 41 0 0,7-2-1 0 0,0-1 0 0 0,1 1 0 0 0,1 0 0 0 0,-3 22 0 0 0,-3 75 212 0 0,8-80-188 0 0,-15 184 367 0 0,17-212-446 0 0,-5 52-66 0 0,3 0 0 0 0,10 110 0 0 0,-7-159-58 0 0,0-1 1 0 0,1 1 0 0 0,1-1-1 0 0,-1 0 1 0 0,2 1 0 0 0,-1-2-1 0 0,1 1 1 0 0,0 0 0 0 0,0-1-1 0 0,1 1 1 0 0,0-1 0 0 0,1 0-1 0 0,-1-1 1 0 0,1 1 0 0 0,0-1-1 0 0,13 9 1 0 0,-12-10-486 0 0,1 0-1 0 0,0-1 1 0 0,0 0-1 0 0,1-1 1 0 0,-1 1 0 0 0,1-1-1 0 0,0-1 1 0 0,0 0-1 0 0,0 0 1 0 0,10 0 0 0 0,10 0-2269 0 0,44-5 0 0 0,-33-1 1510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2.2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86 88 220 0 0,'-19'-5'3546'0'0,"1"2"0"0"0,-31-2 697 0 0,69 12-2573 0 0,7-5-1378 0 0,0-1 1 0 0,0-1-1 0 0,51-7 0 0 0,3-1-177 0 0,-23 5-45 0 0,110-20 0 0 0,-167 24-69 0 0,-1-1-1 0 0,1 0 1 0 0,0 0 0 0 0,0-1 0 0 0,-1 1 0 0 0,1 0-1 0 0,0 0 1 0 0,0 0 0 0 0,-1 0 0 0 0,1-1 0 0 0,0 1 0 0 0,-1 0-1 0 0,1-1 1 0 0,0 1 0 0 0,-1 0 0 0 0,1-1 0 0 0,0 1 0 0 0,-1-1-1 0 0,1 1 1 0 0,-1-1 0 0 0,1 1 0 0 0,-1-1 0 0 0,1 1 0 0 0,-1-1-1 0 0,0 0 1 0 0,1 0 0 0 0,-1 0-124 0 0,-1 0-1 0 0,0 0 0 0 0,0 0 1 0 0,0 0-1 0 0,1 1 0 0 0,-1-1 1 0 0,0 0-1 0 0,0 0 1 0 0,0 1-1 0 0,0-1 0 0 0,0 1 1 0 0,-1-1-1 0 0,1 1 1 0 0,0-1-1 0 0,0 1 0 0 0,-2-1 1 0 0,-70-19-10549 0 0,58 17 9194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5.1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159 250 132 0 0,'-2'-5'140'0'0,"0"0"0"0"0,1 0 1 0 0,-1 0-1 0 0,1 0 0 0 0,-1-6 0 0 0,-4-14 729 0 0,4 20-370 0 0,1 1-1 0 0,0-1 0 0 0,0 0 1 0 0,5-26 5797 0 0,-5 40-5830 0 0,0 0 1 0 0,-1 0-1 0 0,0 0 0 0 0,-6 16 1 0 0,-1 2-15 0 0,-11 71 85 0 0,-13 139 0 0 0,-2 19-511 0 0,10-148 41 0 0,20-91-19 0 0,5-16-2 0 0,2-12-49 0 0,114-423-716 0 0,-104 396 706 0 0,1 0-1 0 0,3 1 0 0 0,0 1 1 0 0,3 1-1 0 0,30-45 0 0 0,-34 58 9 0 0,2 1 1 0 0,0 1-1 0 0,1 0 0 0 0,1 2 0 0 0,1 0 1 0 0,1 1-1 0 0,0 1 0 0 0,46-26 1 0 0,-48 32 2 0 0,30-10 1 0 0,-43 17-5 0 0,1 1 0 0 0,0 1 0 0 0,0-1-1 0 0,0 1 1 0 0,0 0 0 0 0,0 0 0 0 0,0 1 0 0 0,10 1 0 0 0,-14-1 6 0 0,0 1 0 0 0,1 0 0 0 0,-1 0 0 0 0,0 0 0 0 0,0 1 1 0 0,0-1-1 0 0,0 1 0 0 0,0 0 0 0 0,0-1 0 0 0,0 1 0 0 0,-1 0 1 0 0,1 1-1 0 0,-1-1 0 0 0,1 0 0 0 0,-1 1 0 0 0,0-1 1 0 0,0 1-1 0 0,0 0 0 0 0,0 0 0 0 0,-1 0 0 0 0,1 0 0 0 0,-1 0 1 0 0,0 0-1 0 0,0 0 0 0 0,0 0 0 0 0,0 1 0 0 0,0 3 0 0 0,3 10 47 0 0,-2 1-1 0 0,0 0 1 0 0,-1 32-1 0 0,-1-37-24 0 0,-20 229 188 0 0,0-1-110 0 0,20-193-84 0 0,5 159-2 0 0,55 181-46 0 0,-45-312 59 0 0,-3 1 0 0 0,1 128-1 0 0,-13-183-25 0 0,6 182 42 0 0,-3-153-31 0 0,9 72-62 0 0,2-43 60 0 0,-12-75-10 0 0,0 0 0 0 0,0 0 0 0 0,0-1-1 0 0,1 1 1 0 0,-1-1 0 0 0,1 0-1 0 0,0 0 1 0 0,0 0 0 0 0,1 0 0 0 0,-1 0-1 0 0,1 0 1 0 0,6 3 0 0 0,-8-4 2 0 0,1-1 0 0 0,0 0 0 0 0,0 0 0 0 0,-1 0 0 0 0,2 0 0 0 0,-1-1 0 0 0,0 1 0 0 0,0-1 0 0 0,0 0 0 0 0,1 0 0 0 0,-1 0 0 0 0,0 0 0 0 0,1 0 0 0 0,-1-1 0 0 0,1 0 0 0 0,-1 0 0 0 0,1 0 0 0 0,-1 0 0 0 0,1 0 0 0 0,-1-1 0 0 0,1 1 0 0 0,-1-1 0 0 0,0 0 0 0 0,1 0 0 0 0,-1 0 1 0 0,0-1-1 0 0,0 1 0 0 0,0-1 0 0 0,4-2 0 0 0,28-16-22 0 0,-1-1 1 0 0,-2-3 0 0 0,0 0-1 0 0,-1-2 1 0 0,50-55 0 0 0,-60 54-479 0 0,-1 0 0 0 0,-1-2 1 0 0,-1 0-1 0 0,22-52 1 0 0,-38 77 307 0 0,21-50-2846 0 0,-18 40 1280 0 0,-1-1 1 0 0,0 1 0 0 0,4-28-1 0 0,-6 27 697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6.9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571 495 108 0 0,'-4'-3'125'0'0,"1"-1"1"0"0,1 1-1 0 0,-1-1 0 0 0,1 0 0 0 0,-4-6 1 0 0,-8-13 216 0 0,4 8-129 0 0,1 0-1 0 0,1 0 1 0 0,0-1-1 0 0,1 0 0 0 0,-8-28 1 0 0,10 28 14 0 0,1 0 0 0 0,0 0 0 0 0,1 0 0 0 0,1 0-1 0 0,1-1 1 0 0,0 1 0 0 0,1-1 0 0 0,1 1 0 0 0,1-1 0 0 0,0 1 0 0 0,6-23 0 0 0,-4 22 130 0 0,-2 8-18 0 0,0 1 0 0 0,0-1-1 0 0,1 1 1 0 0,0 0 0 0 0,6-12 0 0 0,-8 18-303 0 0,1 0 0 0 0,-1 0 0 0 0,0 0 0 0 0,1 1 0 0 0,-1-1 1 0 0,1 1-1 0 0,0-1 0 0 0,-1 1 0 0 0,1 0 0 0 0,0-1 0 0 0,0 1 0 0 0,0 0 0 0 0,0 0 1 0 0,0 0-1 0 0,0 1 0 0 0,0-1 0 0 0,0 0 0 0 0,0 1 0 0 0,0-1 0 0 0,1 1 1 0 0,-1 0-1 0 0,0 0 0 0 0,0 0 0 0 0,0 0 0 0 0,1 0 0 0 0,-1 0 0 0 0,2 1 0 0 0,3 0 67 0 0,0 1-1 0 0,-1-1 1 0 0,1 1-1 0 0,-1 1 1 0 0,0-1-1 0 0,0 1 1 0 0,0 0-1 0 0,0 1 1 0 0,0-1-1 0 0,0 1 1 0 0,-1 0 0 0 0,0 0-1 0 0,0 1 1 0 0,0 0-1 0 0,0 0 1 0 0,-1 0-1 0 0,6 10 1 0 0,-1 0 184 0 0,0 1 1 0 0,-1 0 0 0 0,-1 0 0 0 0,-1 1 0 0 0,7 27 0 0 0,-1 14 32 0 0,-3 0 0 0 0,3 75 0 0 0,-5-43-278 0 0,1-11-41 0 0,5 46 31 0 0,-5 217 0 0 0,-14-241-1 0 0,-28 144 0 0 0,26-207-15 0 0,-2-1 1 0 0,-1 0-1 0 0,-2 0 1 0 0,-2-2-1 0 0,-33 60 1 0 0,39-80-11 0 0,-1 0 1 0 0,-1 0-1 0 0,0-1 1 0 0,-1 0-1 0 0,-1-1 1 0 0,0-1-1 0 0,0 0 1 0 0,-2 0-1 0 0,1-2 1 0 0,-1 0-1 0 0,-1 0 1 0 0,0-2-1 0 0,0 0 1 0 0,-24 8-1 0 0,20-9-1 0 0,-1-2 0 0 0,1 0-1 0 0,-1-2 1 0 0,-1 0 0 0 0,1-1-1 0 0,-33-2 1 0 0,41-1-7 0 0,0 0 0 0 0,0-1 0 0 0,0 0 1 0 0,0-1-1 0 0,0-1 0 0 0,1 0 0 0 0,0-1 0 0 0,-1 0 0 0 0,2-1 1 0 0,-1 0-1 0 0,-18-14 0 0 0,24 16-3 0 0,1-1 1 0 0,0 1-1 0 0,0-1 1 0 0,1-1-1 0 0,-1 1 1 0 0,1 0-1 0 0,1-1 0 0 0,-1 0 1 0 0,1 0-1 0 0,0 0 1 0 0,-5-13-1 0 0,5 9-5 0 0,1 0-1 0 0,0-1 0 0 0,0 1 1 0 0,1 0-1 0 0,1-1 1 0 0,0 1-1 0 0,1-13 1 0 0,3-3-23 0 0,1-1 1 0 0,1 1-1 0 0,1 1 1 0 0,2-1-1 0 0,14-31 1 0 0,-13 36 12 0 0,1 0 1 0 0,1 1-1 0 0,1 0 0 0 0,0 1 1 0 0,2 0-1 0 0,0 1 1 0 0,23-20-1 0 0,-12 15-199 0 0,0 2 1 0 0,2 1-1 0 0,1 1 0 0 0,41-21 1 0 0,73-22-2683 0 0,-102 47 874 0 0,1 3 0 0 0,1 1 0 0 0,59-6 0 0 0,-79 14 1126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7.8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426 83 392 0 0,'-1'-6'247'0'0,"1"0"0"0"0,-1 0 0 0 0,-1 1 0 0 0,1-1-1 0 0,-1 0 1 0 0,0 1 0 0 0,-4-9 0 0 0,-2-4 655 0 0,10 7 1046 0 0,-1 13-1742 0 0,0-1 0 0 0,0 1 0 0 0,0-1 0 0 0,0 1 1 0 0,0 0-1 0 0,0-1 0 0 0,-1 1 0 0 0,1 0 0 0 0,0 0 1 0 0,0 3-1 0 0,0 19 732 0 0,-1 0-1 0 0,-1-1 1 0 0,-1 1 0 0 0,-9 46 0 0 0,3-28-478 0 0,-19 111 238 0 0,-26 75-485 0 0,39-184-168 0 0,-1-1-1 0 0,-2 0 1 0 0,-41 70 0 0 0,13-40 61 0 0,-59 73-1 0 0,83-122-93 0 0,15-18-4 0 0,1 0 0 0 0,-1 0 0 0 0,1 1-1 0 0,1 0 1 0 0,-8 12 0 0 0,11-17 3 0 0,5-7-14 0 0,0-1 0 0 0,1 0 0 0 0,-2 0 0 0 0,1 0 0 0 0,5-13 0 0 0,1-2-7 0 0,-2 8 7 0 0,-1 0 0 0 0,-1-1 0 0 0,0 1 0 0 0,0-2 0 0 0,-2 1 0 0 0,5-22 0 0 0,-8 28 1 0 0,1-1 0 0 0,0 0 0 0 0,0 0 0 0 0,0 1 0 0 0,5-10 0 0 0,-6 15 1 0 0,0 1 0 0 0,0 0 0 0 0,0 0-1 0 0,0 1 1 0 0,0-1 0 0 0,1 0 0 0 0,-1 0 0 0 0,1 1-1 0 0,-1-1 1 0 0,1 0 0 0 0,-1 1 0 0 0,1-1-1 0 0,0 1 1 0 0,0 0 0 0 0,0 0 0 0 0,0 0 0 0 0,0 0-1 0 0,0 0 1 0 0,0 0 0 0 0,0 0 0 0 0,0 1-1 0 0,0-1 1 0 0,0 1 0 0 0,1-1 0 0 0,1 1 0 0 0,34 2 27 0 0,0 2 0 0 0,53 11 0 0 0,-11 0 24 0 0,425 40-95 0 0,-429-48 50 0 0,-67-7-7 0 0,6 3-33 0 0,1-2 0 0 0,0 0 1 0 0,0-1-1 0 0,0 0 0 0 0,-1-2 1 0 0,1 0-1 0 0,20-5 0 0 0,-35 7-16 0 0,-1 0 0 0 0,1 0 0 0 0,-1 0 0 0 0,1 0-1 0 0,-1-1 1 0 0,1 1 0 0 0,-1 0 0 0 0,1 0 0 0 0,-1-1-1 0 0,1 1 1 0 0,-1-1 0 0 0,1 1 0 0 0,-1 0 0 0 0,1-1 0 0 0,-1 1-1 0 0,0-1 1 0 0,1 1 0 0 0,-1-1 0 0 0,0 1 0 0 0,0-1 0 0 0,1 1-1 0 0,-1-1 1 0 0,0 1 0 0 0,0-1 0 0 0,1 1 0 0 0,-1-1-1 0 0,0 1 1 0 0,0-1 0 0 0,0 0 0 0 0,0 1 0 0 0,0-1 0 0 0,0 0-1 0 0,-1-1-277 0 0,1 0 0 0 0,-1 0-1 0 0,0 0 1 0 0,0 0 0 0 0,1 0-1 0 0,-1 1 1 0 0,-1-1-1 0 0,1 0 1 0 0,0 1 0 0 0,-2-3-1 0 0,-36-29-6448 0 0,28 28 5583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3:58.7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 30 236 0 0,'-68'-24'3036'0'0,"102"32"205"0"0,-4-2-1699 0 0,54 9 1650 0 0,45 0-1016 0 0,87-5-1688 0 0,-155-7-242 0 0,490 8 174 0 0,275-27-98 0 0,-549 4-316 0 0,539-19-95 0 0,-734 29 113 0 0,117-5-23 0 0,-178 6-218 0 0,24-3 554 0 0,-33 4-1306 0 0,-87 19-8657 0 0,38-12 7186 0 0,17-4 1354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0.1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389 263 12 0 0,'0'-2'56'0'0,"0"-1"1"0"0,-1 1-1 0 0,1 0 0 0 0,-1 0 1 0 0,1 0-1 0 0,-1 0 0 0 0,0 0 1 0 0,0 0-1 0 0,0 0 0 0 0,0 0 1 0 0,0 1-1 0 0,-1-1 0 0 0,1 0 1 0 0,0 0-1 0 0,-1 1 0 0 0,1-1 1 0 0,-1 1-1 0 0,0-1 0 0 0,1 1 1 0 0,-4-2-1 0 0,2 1 15 0 0,1 1 1 0 0,-1-1-1 0 0,1 0 0 0 0,0 0 0 0 0,0 0 0 0 0,0-1 1 0 0,0 1-1 0 0,0 0 0 0 0,1-1 0 0 0,-1 1 1 0 0,1-1-1 0 0,-1 0 0 0 0,0-3 0 0 0,-10-29 1306 0 0,8 26-1057 0 0,1 0 1 0 0,0 1-1 0 0,1-1 1 0 0,0 0-1 0 0,1 0 0 0 0,-1-16 1 0 0,-7-49 3820 0 0,9 74-4118 0 0,17 7 115 0 0,-2 9 218 0 0,-1 1-1 0 0,-1 0 0 0 0,-1 1 0 0 0,0 0 1 0 0,-1 0-1 0 0,14 35 0 0 0,-1-4-33 0 0,132 272 18 0 0,-113-216-299 0 0,35 127-1 0 0,-66-183-37 0 0,-2 0 0 0 0,-2 1-1 0 0,-2 0 1 0 0,-3 1 0 0 0,-1-1 0 0 0,-3 0 0 0 0,-2 1 0 0 0,-3-1 0 0 0,-1 0-1 0 0,-18 60 1 0 0,17-85-12 0 0,-1 1 0 0 0,-2-1 0 0 0,0-1 0 0 0,-2 0 0 0 0,0-1 0 0 0,-2 0 0 0 0,-34 41 0 0 0,26-38-12 0 0,-1-2 0 0 0,-48 38 1 0 0,44-41 15 0 0,-33 17 0 0 0,52-32 1 0 0,-2-1 1 0 0,1 0 0 0 0,0 0 0 0 0,-1-2-1 0 0,0 1 1 0 0,0-1 0 0 0,0-1 0 0 0,0 0-1 0 0,0 0 1 0 0,0-1 0 0 0,-1-1 0 0 0,1 1-1 0 0,-1-2 1 0 0,1 0 0 0 0,0 0 0 0 0,0-1-1 0 0,0-1 1 0 0,0 0 0 0 0,0 0 0 0 0,0-1-1 0 0,1 0 1 0 0,-1-1 0 0 0,1 0 0 0 0,0-1-1 0 0,1 0 1 0 0,-1 0 0 0 0,1-1 0 0 0,1 0-1 0 0,-11-11 1 0 0,14 12 1 0 0,-1 0 0 0 0,1 0 0 0 0,1 0 0 0 0,-1-1 0 0 0,1 0 0 0 0,0 1 0 0 0,1-1 0 0 0,0-1 0 0 0,0 1 0 0 0,0 0 0 0 0,-2-13 0 0 0,3 8 2 0 0,1 0 0 0 0,0 0 0 0 0,0 0 0 0 0,2 1 0 0 0,-1-1 0 0 0,1 0 0 0 0,4-14 0 0 0,-1 6-1 0 0,2 1 0 0 0,1-1-1 0 0,0 1 1 0 0,1 0-1 0 0,1 0 1 0 0,1 1-1 0 0,1 1 1 0 0,21-28 0 0 0,-12 22-15 0 0,1 1 0 0 0,1 1 0 0 0,1 0 1 0 0,27-17-1 0 0,108-59-13 0 0,187-110 110 0 0,-298 174-71 0 0,67-42 1210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1.5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149 329 352 0 0,'0'-100'2515'0'0,"0"21"2836"0"0,-6 102-3519 0 0,-71 247 1475 0 0,63-214-3143 0 0,-2 10-152 0 0,3 0 1 0 0,3 1 0 0 0,-3 109-1 0 0,18-141-60 0 0,-5-33 47 0 0,0 0 1 0 0,1 0-1 0 0,-1 0 0 0 0,1 0 1 0 0,0 0-1 0 0,0 0 0 0 0,0 0 0 0 0,0-1 1 0 0,0 1-1 0 0,0 0 0 0 0,0-1 1 0 0,0 1-1 0 0,1 0 0 0 0,1 1 1 0 0,-2-3-2 0 0,1 0 1 0 0,-1 1 0 0 0,0-1 0 0 0,1 0 0 0 0,-1 0 0 0 0,1 0-1 0 0,-1 0 1 0 0,0 0 0 0 0,1 0 0 0 0,-1-1 0 0 0,0 1-1 0 0,1 0 1 0 0,-1-1 0 0 0,0 1 0 0 0,1-1 0 0 0,-1 1 0 0 0,0-1-1 0 0,0 0 1 0 0,1 0 0 0 0,-1 1 0 0 0,0-1 0 0 0,0 0 0 0 0,1-1-1 0 0,26-23-49 0 0,-27 24 48 0 0,26-29-20 0 0,-2-1 1 0 0,0-1-1 0 0,23-43 0 0 0,46-81 191 0 0,-94 155-167 0 0,0 1 0 0 0,0-1 1 0 0,1 1-1 0 0,-1-1 0 0 0,0 1 0 0 0,1-1 0 0 0,-1 1 0 0 0,0-1 0 0 0,1 1 0 0 0,-1 0 1 0 0,0-1-1 0 0,1 1 0 0 0,-1-1 0 0 0,1 1 0 0 0,-1 0 0 0 0,1-1 0 0 0,-1 1 1 0 0,1 0-1 0 0,-1 0 0 0 0,1-1 0 0 0,-1 1 0 0 0,1 0 0 0 0,0 0 0 0 0,-1 0 0 0 0,1 0 1 0 0,-1 0-1 0 0,1-1 0 0 0,-1 1 0 0 0,1 0 0 0 0,0 0 0 0 0,-1 1 0 0 0,1-1 0 0 0,-1 0 1 0 0,1 0-1 0 0,-1 0 0 0 0,1 0 0 0 0,0 0 0 0 0,-1 1 0 0 0,1-1 0 0 0,-1 0 0 0 0,1 0 1 0 0,-1 1-1 0 0,1-1 0 0 0,-1 0 0 0 0,0 1 0 0 0,1-1 0 0 0,-1 1 0 0 0,1-1 0 0 0,-1 0 1 0 0,0 1-1 0 0,1-1 0 0 0,-1 1 0 0 0,0-1 0 0 0,1 1 0 0 0,-1-1 0 0 0,0 2 0 0 0,4 5 34 0 0,0 0 0 0 0,-1 0 0 0 0,3 12 0 0 0,-1-8-7 0 0,7 17-1 0 0,1 0 0 0 0,1-2-1 0 0,23 32 1 0 0,-28-45-22 0 0,2-1 1 0 0,0 1-1 0 0,0-2 0 0 0,1 0 0 0 0,0 0 0 0 0,1-1 1 0 0,26 16-1 0 0,-22-17 16 0 0,1-1 0 0 0,0-1-1 0 0,0 0 1 0 0,1-1 0 0 0,-1-1 0 0 0,1-1 0 0 0,0-1 0 0 0,21 2-1 0 0,-24-4 9 0 0,-1-1 0 0 0,1-1-1 0 0,0 0 1 0 0,-1 0-1 0 0,1-2 1 0 0,-1 0 0 0 0,1-1-1 0 0,-1 0 1 0 0,0-1-1 0 0,20-11 1 0 0,-27 13-15 0 0,-1-2 0 0 0,-1 1 0 0 0,1-1 1 0 0,-1 0-1 0 0,0 0 0 0 0,0-1 0 0 0,0 0 0 0 0,-1 0 0 0 0,0 0 1 0 0,0-1-1 0 0,-1 0 0 0 0,6-9 0 0 0,-5 4-6 0 0,0 0 0 0 0,0-1-1 0 0,-2 1 1 0 0,1-1 0 0 0,-1 0 0 0 0,1-25 0 0 0,-3 2 0 0 0,-2-1 1 0 0,-1 2 0 0 0,-2-1-1 0 0,-13-57 1 0 0,1 33-29 0 0,-3 0 1 0 0,-2 1-1 0 0,-3 1 1 0 0,-36-63-1 0 0,25 60-118 0 0,10 17-2980 0 0,33 91-6064 0 0,-5-30 7986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2.1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479 138 584 0 0,'5'-3'392'0'0,"0"-1"0"0"0,0 0 0 0 0,-1-1 0 0 0,1 1 0 0 0,-1-1-1 0 0,0 0 1 0 0,0 0 0 0 0,-1 0 0 0 0,1-1 0 0 0,2-5 0 0 0,1-5 909 0 0,-1 0 0 0 0,6-23 1 0 0,-12 38-1268 0 0,0 1-1 0 0,0 0 1 0 0,0 0 0 0 0,1-1-1 0 0,-1 1 1 0 0,0 0 0 0 0,0 0 0 0 0,0-1-1 0 0,0 1 1 0 0,0 0 0 0 0,0-1 0 0 0,0 1-1 0 0,0 0 1 0 0,0-1 0 0 0,0 1-1 0 0,0 0 1 0 0,0-1 0 0 0,0 1 0 0 0,0 0-1 0 0,0 0 1 0 0,0-1 0 0 0,0 1 0 0 0,0 0-1 0 0,0-1 1 0 0,0 1 0 0 0,-1 0 0 0 0,1 0-1 0 0,0-1 1 0 0,0 1 0 0 0,-1-1-1 0 0,-7 6 499 0 0,-8 13-66 0 0,-97 136 1075 0 0,-14 18-1193 0 0,32-64-247 0 0,77-90-88 0 0,0-1 0 0 0,-1-1 1 0 0,-1 0-1 0 0,-1-1 0 0 0,-42 21 0 0 0,37-25 110 0 0,18-7 29 0 0,27-6-152 0 0,202-13-133 0 0,-83 8-2177 0 0,0-9-4537 0 0,-112 8 4449 0 0,-12 5 1352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2.4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91 39 680 0 0,'-4'-5'600'0'0,"0"1"-1"0"0,0 0 1 0 0,0 0 0 0 0,-1 0 0 0 0,-6-4-1 0 0,9 7-367 0 0,0-1-1 0 0,0 1 0 0 0,0 0 0 0 0,0 0 0 0 0,0 1 0 0 0,0-1 1 0 0,0 0-1 0 0,0 1 0 0 0,0-1 0 0 0,-3 0 0 0 0,4 2-151 0 0,-1-1-1 0 0,1 1 1 0 0,0-1-1 0 0,0 1 1 0 0,-1 0-1 0 0,1 0 1 0 0,0-1-1 0 0,0 1 1 0 0,0 0 0 0 0,0 0-1 0 0,0 0 1 0 0,0 0-1 0 0,0 0 1 0 0,0 0-1 0 0,0 1 1 0 0,0-1-1 0 0,0 0 1 0 0,1 0-1 0 0,-1 1 1 0 0,1-1-1 0 0,-1 0 1 0 0,1 1-1 0 0,-1-1 1 0 0,1 0-1 0 0,-1 3 1 0 0,-6 38 1325 0 0,5 185 1821 0 0,3-119-3153 0 0,15 125-3473 0 0,-9-165-561 0 0,-7-64 3472 0 0,0 0 0 0 0,0 0 0 0 0,0 0 0 0 0,0 0 0 0 0,0-1 0 0 0,-1 1 1 0 0,0 0-1 0 0,0 0 0 0 0,-2 5 0 0 0,1-4-522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2.9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232 64 340 0 0,'-9'-22'1915'0'0,"8"20"-1684"0"0,0-1-1 0 0,0 1 1 0 0,1-1 0 0 0,-1 1 0 0 0,-1 0 0 0 0,1-1 0 0 0,0 1-1 0 0,0 0 1 0 0,-1 0 0 0 0,0 0 0 0 0,1 0 0 0 0,-1 0-1 0 0,0 0 1 0 0,0 1 0 0 0,0-1 0 0 0,0 0 0 0 0,0 1 0 0 0,0 0-1 0 0,-5-3 1 0 0,6 4-160 0 0,-1 0 0 0 0,1 0 0 0 0,-1 0 0 0 0,0 1 0 0 0,1-1-1 0 0,-1 0 1 0 0,1 1 0 0 0,-1-1 0 0 0,1 1 0 0 0,-1-1 0 0 0,1 1-1 0 0,-1 0 1 0 0,1 0 0 0 0,-1-1 0 0 0,1 1 0 0 0,0 0 0 0 0,0 0 0 0 0,-1 0-1 0 0,1 1 1 0 0,-1 0 0 0 0,-23 27 648 0 0,4 6-214 0 0,2 1 0 0 0,1 1 0 0 0,3 0 0 0 0,0 1 0 0 0,3 1 0 0 0,-11 50 0 0 0,20-76-467 0 0,1 0 1 0 0,0 0-1 0 0,1 0 0 0 0,0 0 0 0 0,1 0 0 0 0,1 0 1 0 0,0 0-1 0 0,0 0 0 0 0,7 23 0 0 0,-7-31-33 0 0,1 1-1 0 0,0-1 1 0 0,0 0-1 0 0,1 0 1 0 0,0 0-1 0 0,-1 0 1 0 0,2-1-1 0 0,-1 1 1 0 0,0-1 0 0 0,1 0-1 0 0,0 0 1 0 0,0 0-1 0 0,0 0 1 0 0,0-1-1 0 0,1 1 1 0 0,0-1-1 0 0,-1 0 1 0 0,1-1-1 0 0,0 1 1 0 0,0-1-1 0 0,1 0 1 0 0,-1 0 0 0 0,0-1-1 0 0,1 1 1 0 0,8 0-1 0 0,-5-1 8 0 0,0 0 0 0 0,1-1 0 0 0,-1 0-1 0 0,0-1 1 0 0,1 1 0 0 0,-1-2 0 0 0,0 1 0 0 0,14-6-1 0 0,-18 6 6 0 0,0-1 0 0 0,0-1-1 0 0,0 1 1 0 0,0-1 0 0 0,0 1-1 0 0,0-1 1 0 0,-1-1 0 0 0,0 1-1 0 0,1-1 1 0 0,-1 1 0 0 0,-1-1-1 0 0,1-1 1 0 0,-1 1 0 0 0,1 0-1 0 0,4-9 1 0 0,1-4-8 0 0,-2-1 0 0 0,1 0-1 0 0,-2 0 1 0 0,0-1 0 0 0,-1 1 0 0 0,-2-1 0 0 0,1 0-1 0 0,0-25 1 0 0,-3 22 1 0 0,-1 1-1 0 0,0-1 0 0 0,-2 0 1 0 0,-8-41-1 0 0,8 55-59 0 0,-1 0-1 0 0,1 0 1 0 0,-2 0 0 0 0,1 0-1 0 0,-1 1 1 0 0,0-1 0 0 0,-1 1 0 0 0,1 0-1 0 0,-2 0 1 0 0,1 1 0 0 0,-1-1-1 0 0,0 1 1 0 0,0 1 0 0 0,0-1-1 0 0,-12-7 1 0 0,14 10-408 0 0,-1 1 1 0 0,0-1-1 0 0,0 1 0 0 0,0-1 0 0 0,-9-1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3.3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224 128 580 0 0,'5'-29'3021'0'0,"1"1"0"0"0,14-43 0 0 0,-23 92-314 0 0,-1 15-1954 0 0,-26 86-64 0 0,-56 146 1 0 0,-13 49-1097 0 0,91-285 135 0 0,-13 65-1889 0 0,19-85 1035 0 0,1 0 1 0 0,1 1-1 0 0,1 15 1 0 0,0-25 865 0 0,-1-1-1 0 0,1 0 1 0 0,0 1 0 0 0,0-1 0 0 0,0 0-1 0 0,0 0 1 0 0,1 0 0 0 0,-1 0-1 0 0,0 0 1 0 0,1 0 0 0 0,0 0-1 0 0,-1 0 1 0 0,1 0 0 0 0,0-1 0 0 0,0 1-1 0 0,0-1 1 0 0,0 1 0 0 0,0-1-1 0 0,0 0 1 0 0,0 0 0 0 0,4 1-1 0 0,8 4-836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04.0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313 1123 280 0 0,'16'-10'1192'0'0,"0"0"-1"0"0,26-22 1 0 0,-37 27-960 0 0,0 0 1 0 0,0-1 0 0 0,0 0-1 0 0,-1 1 1 0 0,0-2 0 0 0,0 1-1 0 0,0 0 1 0 0,-1-1 0 0 0,0 0-1 0 0,3-10 1 0 0,-3 8-11 0 0,-1 0 0 0 0,0 0 0 0 0,-1 0 0 0 0,0 0 0 0 0,0-1 1 0 0,-1 1-1 0 0,0 0 0 0 0,-1 0 0 0 0,0-1 0 0 0,0 1 0 0 0,-5-14 0 0 0,5 19-157 0 0,0 0-1 0 0,-1 1 0 0 0,1-1 0 0 0,-1 1 1 0 0,0-1-1 0 0,0 1 0 0 0,-1-1 1 0 0,1 1-1 0 0,0 0 0 0 0,-1 0 0 0 0,0 0 1 0 0,0 1-1 0 0,0-1 0 0 0,0 1 1 0 0,0-1-1 0 0,-1 1 0 0 0,1 0 0 0 0,-1 0 1 0 0,1 1-1 0 0,-1-1 0 0 0,0 1 1 0 0,1 0-1 0 0,-1 0 0 0 0,0 0 1 0 0,0 0-1 0 0,0 0 0 0 0,0 1 0 0 0,-7 0 1 0 0,-1 1 49 0 0,0 0 0 0 0,-1 1 0 0 0,1 1 0 0 0,1 0 0 0 0,-1 0 0 0 0,0 2 0 0 0,1-1 0 0 0,0 1 0 0 0,0 1 0 0 0,0 0 0 0 0,-17 13 0 0 0,9-5 69 0 0,1 0-1 0 0,1 1 0 0 0,1 1 0 0 0,0 1 0 0 0,-19 26 0 0 0,26-31-155 0 0,1 1 0 0 0,0 0-1 0 0,1 0 1 0 0,0 1 0 0 0,1 0-1 0 0,0 0 1 0 0,1 1 0 0 0,-4 18-1 0 0,9-30-26 0 0,-1 0 0 0 0,1 0 0 0 0,0 0 1 0 0,0 0-1 0 0,0-1 0 0 0,0 1 0 0 0,0 0 0 0 0,1 0 0 0 0,-1 0 0 0 0,1 0 0 0 0,0-1 0 0 0,0 1 0 0 0,0 0 0 0 0,0-1 0 0 0,0 1 0 0 0,1-1 0 0 0,2 4 0 0 0,-1-2 1 0 0,0-1-1 0 0,0 0 0 0 0,0 0 0 0 0,0-1 0 0 0,1 1 1 0 0,-1-1-1 0 0,1 1 0 0 0,0-1 0 0 0,0 0 0 0 0,6 2 1 0 0,1-1-1 0 0,0 0-1 0 0,0 0 1 0 0,0-1 0 0 0,0-1 0 0 0,1 0 0 0 0,-1-1 0 0 0,0 0 0 0 0,12-1 0 0 0,-9-1 2 0 0,-1 0 0 0 0,0-2-1 0 0,0 1 1 0 0,0-1 0 0 0,-1-1 0 0 0,1-1 0 0 0,-1 1-1 0 0,17-12 1 0 0,-12 5 4 0 0,-1 0-1 0 0,-1-1 0 0 0,0-1 1 0 0,26-30-1 0 0,-5-5 15 0 0,-2-1 0 0 0,47-96 0 0 0,-74 133-17 0 0,36-74 7 0 0,-5-2 0 0 0,-3-1 0 0 0,-4-2-1 0 0,33-166 1 0 0,-41 100 290 0 0,-23 155-294 0 0,0 0-1 0 0,0 1 1 0 0,0-1 0 0 0,0 0 0 0 0,0 1 0 0 0,0-1 0 0 0,-1 0 0 0 0,1 1 0 0 0,-1-1 0 0 0,-2-4 0 0 0,3 6-5 0 0,-1 0 0 0 0,1 1 0 0 0,-1-1 0 0 0,1 1 0 0 0,-1-1 1 0 0,0 1-1 0 0,1-1 0 0 0,-1 1 0 0 0,0-1 0 0 0,1 1 0 0 0,-1-1 0 0 0,0 1 0 0 0,1 0 0 0 0,-1 0 1 0 0,0-1-1 0 0,0 1 0 0 0,1 0 0 0 0,-1 0 0 0 0,0 0 0 0 0,0 0 0 0 0,0 0 0 0 0,1 0 0 0 0,-1 0 1 0 0,0 0-1 0 0,0 0 0 0 0,1 0 0 0 0,-1 0 0 0 0,0 0 0 0 0,0 1 0 0 0,1-1 0 0 0,-1 0 0 0 0,0 1 1 0 0,0-1-1 0 0,1 0 0 0 0,-1 1 0 0 0,0-1 0 0 0,1 1 0 0 0,-1-1 0 0 0,1 1 0 0 0,-1-1 1 0 0,0 2-1 0 0,-4 2 6 0 0,-1 1 0 0 0,1 0 1 0 0,1 0-1 0 0,-1 1 1 0 0,1-1-1 0 0,0 1 0 0 0,0 0 1 0 0,-5 11-1 0 0,-22 54 51 0 0,-7 49 52 0 0,5 1 0 0 0,5 2 1 0 0,-13 138-1 0 0,30-177-85 0 0,3 0 0 0 0,4 89 0 0 0,5-158-25 0 0,1-1 1 0 0,0 0 0 0 0,0 1 0 0 0,2-1-1 0 0,0-1 1 0 0,0 1 0 0 0,1 0-1 0 0,1-1 1 0 0,9 16 0 0 0,-11-22-13 0 0,1 1 0 0 0,1-1 0 0 0,-1 0 0 0 0,1 0 0 0 0,1-1 0 0 0,-1 1 0 0 0,1-1 0 0 0,0-1 0 0 0,0 1 0 0 0,1-1 0 0 0,0-1-1 0 0,0 1 1 0 0,0-1 0 0 0,0-1 0 0 0,15 5 0 0 0,-11-4-149 0 0,0-2-1 0 0,0 1 0 0 0,0-2 0 0 0,0 0 0 0 0,0 0 1 0 0,1-1-1 0 0,16-2 0 0 0,-24 1-279 0 0,1 0 0 0 0,0 0 1 0 0,-1-1-1 0 0,0 0 0 0 0,1 0 1 0 0,-1 0-1 0 0,9-5 0 0 0,-11 4-257 0 0,1 0-1 0 0,0 0 1 0 0,-1 0-1 0 0,0 0 1 0 0,1-1-1 0 0,-1 1 1 0 0,0-1-1 0 0,-1 0 1 0 0,1 1-1 0 0,2-8 1 0 0,1-1-744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15.0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490 5 72 0 0,'-9'10'1526'0'0,"0"-8"-1095"0"0,0 1-1 0 0,1-2 1 0 0,-1 0 0 0 0,0 0-1 0 0,0 0 1 0 0,0-1 0 0 0,0 0-1 0 0,1-1 1 0 0,-1 0 0 0 0,-11-3-1 0 0,16 4-171 0 0,1-1-1 0 0,-1 0 0 0 0,0 1 0 0 0,0 0 1 0 0,1 0-1 0 0,-1 0 0 0 0,0 0 1 0 0,0 1-1 0 0,1 0 0 0 0,-1-1 0 0 0,0 1 1 0 0,1 0-1 0 0,-1 1 0 0 0,1-1 1 0 0,-1 1-1 0 0,1-1 0 0 0,-1 1 1 0 0,1 0-1 0 0,0 1 0 0 0,0-1 0 0 0,0 0 1 0 0,0 1-1 0 0,1-1 0 0 0,-1 1 1 0 0,1 0-1 0 0,-4 6 0 0 0,6-8-244 0 0,-1 0 0 0 0,1 0-1 0 0,0 0 1 0 0,0 0 0 0 0,0 0-1 0 0,0 0 1 0 0,0 0 0 0 0,0 1-1 0 0,0-1 1 0 0,0 0 0 0 0,1 0-1 0 0,-1 0 1 0 0,0 0 0 0 0,1 0-1 0 0,-1 0 1 0 0,1 0 0 0 0,-1 0 0 0 0,1 0-1 0 0,-1 0 1 0 0,1 0 0 0 0,0 0-1 0 0,-1-1 1 0 0,1 1 0 0 0,0 0-1 0 0,0 0 1 0 0,0 0 0 0 0,0-1-1 0 0,0 1 1 0 0,1 0 0 0 0,30 18 184 0 0,3-5-66 0 0,0-3 0 0 0,74 15 0 0 0,-57-15-96 0 0,270 48 114 0 0,-149-30-94 0 0,16 8-60 0 0,-58-10-19 0 0,231 20-1 0 0,118-38 188 0 0,29 24-23 0 0,-498-32-136 0 0,344 55 62 0 0,-41-4-36 0 0,-184-37-8 0 0,165 21 21 0 0,189 23-18 0 0,-397-53-39 0 0,357 32-45 0 0,-334-29 42 0 0,-1-5 0 0 0,1-4-1 0 0,140-18 1 0 0,-184 10 4 0 0,346-25-47 0 0,86 61 17 0 0,-25 3-81 0 0,-219-16 178 0 0,-217-15-49 0 0,0-1 0 0 0,1-2 0 0 0,56-12 0 0 0,-29 4 75 0 0,-38 6-58 0 0,1 1-1 0 0,-1 2 1 0 0,1 1 0 0 0,-1 1-1 0 0,1 2 1 0 0,48 8 0 0 0,-67-8-21 0 0,-6-2-4 0 0,-1 0 1 0 0,0 1-1 0 0,1-1 0 0 0,-1 1 1 0 0,0 0-1 0 0,1-1 1 0 0,-1 1-1 0 0,0 0 0 0 0,0 0 1 0 0,0 1-1 0 0,0-1 0 0 0,0 0 1 0 0,0 1-1 0 0,0-1 1 0 0,0 1-1 0 0,2 3 0 0 0,-3-3 20 0 0,2 7-42 0 0,-3-9 65 0 0,-27 2 15 0 0,-286-58 10 0 0,117 15-33 0 0,-105-13 85 0 0,-120 45-117 0 0,267 10-24 0 0,-552-39 29 0 0,675 35-4 0 0,-67-5-20 0 0,-324-22 4 0 0,116 31-2 0 0,118 3-10 0 0,186-4 24 0 0,-294-5-27 0 0,46 4-18 0 0,9 0 110 0 0,182-2-48 0 0,0-3 0 0 0,-63-14 0 0 0,-386-96 37 0 0,151 44-67 0 0,209 44 10 0 0,-28-4-2 0 0,-229-55-23 0 0,300 59 29 0 0,-112-15-1 0 0,85 28-9 0 0,-220 4-1 0 0,229 9 8 0 0,-119 3 2 0 0,-38 7 39 0 0,265-7-38 0 0,-213 21 56 0 0,179-14-49 0 0,28-6-10 0 0,0 1 1 0 0,-31 10-1 0 0,23-6-26 0 0,-2 1-23 0 0,27-6 33 0 0,14-1 12 0 0,344 7-71 0 0,-56-20-57 0 0,119 3 82 0 0,-349 13 42 0 0,237 21 71 0 0,-132-4-67 0 0,417 75 113 0 0,-91-7-139 0 0,-261-53 13 0 0,165 43 8 0 0,-203-49 2 0 0,-137-22-1 0 0,93 6 10 0 0,-118-4-41 0 0,-38-10 48 0 0,-29 0-1 0 0,-37-4 18 0 0,0-3-1 0 0,-78-17 1 0 0,21 2-37 0 0,-99-10-115 0 0,-473-88 68 0 0,257 25 39 0 0,-4 31-19 0 0,267 50 51 0 0,-203 12-1 0 0,240 10 5 0 0,-142 3 31 0 0,271-11-30 0 0,9 0-23 0 0,-1 0 0 0 0,1 0-1 0 0,-1 1 1 0 0,1-1 0 0 0,-1 0 0 0 0,1 0 0 0 0,-1 0 0 0 0,1 0 0 0 0,-1 0 0 0 0,1 0 0 0 0,-1 0 0 0 0,0 0 0 0 0,1 0 0 0 0,-1 0 0 0 0,1 0 0 0 0,-1-1 0 0 0,1 1 0 0 0,-1 0 0 0 0,1 0-1 0 0,-1 0 1 0 0,1-1 0 0 0,-1 1 0 0 0,1 0 0 0 0,-1-1 0 0 0,1 1 0 0 0,0 0 0 0 0,-1-1 0 0 0,2-17-297 0 0,1 2 487 0 0,-2 16-170 0 0,0-1-1 0 0,0 1 1 0 0,0 0-1 0 0,0 0 0 0 0,0-1 1 0 0,0 1-1 0 0,0 0 1 0 0,0-1-1 0 0,0 1 1 0 0,0 0-1 0 0,0 0 1 0 0,0-1-1 0 0,0 1 0 0 0,-1 0 1 0 0,1 0-1 0 0,0 0 1 0 0,0-1-1 0 0,0 1 1 0 0,0 0-1 0 0,-1 0 1 0 0,1 0-1 0 0,0-1 0 0 0,0 1 1 0 0,0 0-1 0 0,-1 0 1 0 0,1 0-1 0 0,0 0 1 0 0,0 0-1 0 0,0-1 1 0 0,-1 1-1 0 0,1 0 0 0 0,0 0 1 0 0,0 0-1 0 0,-1 0 1 0 0,0 0 307 0 0,1-1-224 0 0,0 1 0 0 0,0-1 0 0 0,0 1 0 0 0,0-1 0 0 0,0 0 0 0 0,0 1 0 0 0,1-1 0 0 0,-1 1 0 0 0,0-1 0 0 0,0 1 0 0 0,1-1 0 0 0,-1 1 0 0 0,0-1 1 0 0,1 1-1 0 0,0-2 188 0 0,-1 2-188 0 0,1 0 0 0 0,-1-1 0 0 0,1 1 0 0 0,-1 0 0 0 0,1-1 0 0 0,-1 1 0 0 0,1 0 0 0 0,0 0 0 0 0,-1-1 0 0 0,2 1 0 0 0,-2 0-102 0 0,6 18 184 0 0,-6-18-206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45.2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271 16 84 0 0,'38'41'15321'0'0,"-44"-48"-15222"0"0,0 1-37 0 0,-34-17 131 0 0,31 19-167 0 0,1 1 0 0 0,0 0-1 0 0,-1 0 1 0 0,0 1-1 0 0,1 0 1 0 0,-1 1 0 0 0,0 0-1 0 0,0 0 1 0 0,0 1-1 0 0,0 0 1 0 0,0 0 0 0 0,-9 2-1 0 0,14-1-35 0 0,0 1 1 0 0,0-1-1 0 0,0 1 0 0 0,0 0 1 0 0,0 0-1 0 0,0 0 0 0 0,1 0 1 0 0,-1 0-1 0 0,1 1 0 0 0,-1 0 1 0 0,1 0-1 0 0,0 0 0 0 0,0 0 1 0 0,0 0-1 0 0,1 0 0 0 0,-1 1 1 0 0,1-1-1 0 0,-1 1 0 0 0,0 4 1 0 0,-5 6 20 0 0,2 1 0 0 0,0 0 0 0 0,-7 27 0 0 0,3 0 6 0 0,1 1-1 0 0,3 1 1 0 0,1-1 0 0 0,3 1 0 0 0,1 0-1 0 0,6 53 1 0 0,0-56-3 0 0,2 0 0 0 0,1 0 0 0 0,26 70 0 0 0,-2-34-16 0 0,-17-46-1 0 0,32 47 0 0 0,-33-57 1 0 0,2-1 0 0 0,34 35 1 0 0,-34-41 0 0 0,34 24 0 0 0,-37-30 2 0 0,-1-1 0 0 0,17 7 0 0 0,-16-9 1 0 0,1 0 0 0 0,0-1 0 0 0,0 0 0 0 0,16 2 0 0 0,-14-5 1 0 0,-1 0 1 0 0,0 0-1 0 0,1-2 0 0 0,-1 1 0 0 0,0-2 1 0 0,26-6-1 0 0,-26 4 1 0 0,0-1-1 0 0,0 0 1 0 0,25-14-1 0 0,-25 11-1 0 0,0-1 0 0 0,0 0 0 0 0,-1-2 0 0 0,0 1 0 0 0,-1-2 0 0 0,0 0 0 0 0,-1 0 0 0 0,0-1 0 0 0,-1-1 0 0 0,-1 0 0 0 0,0 0 0 0 0,-1-1 0 0 0,0-1 0 0 0,-1 1 0 0 0,-1-1 0 0 0,0 0 0 0 0,-2-1 0 0 0,8-32 0 0 0,-10 33 10 0 0,-1-1-1 0 0,-1 1 0 0 0,-1-1 0 0 0,0 0 0 0 0,-1 1 0 0 0,-1-1 0 0 0,0 1 0 0 0,-1-1 0 0 0,-1 1 0 0 0,-1 0 0 0 0,0 1 0 0 0,-1-1 0 0 0,-9-17 0 0 0,-12-17 29 0 0,-3 1 0 0 0,-52-66 0 0 0,60 86-35 0 0,-21-26 41 0 0,23 31 3 0 0,1 0 0 0 0,-19-33 1 0 0,36 53-59 0 0,-1 1 1 0 0,1-1-1 0 0,-1 1 1 0 0,0 0-1 0 0,0-1 1 0 0,0 1-1 0 0,0 1 1 0 0,0-1-1 0 0,-1 0 1 0 0,1 1-1 0 0,-1-1 0 0 0,-5-1 1 0 0,6 2-87 0 0,-1 1 0 0 0,1 0-1 0 0,-1-1 1 0 0,1 1 0 0 0,-1 1 0 0 0,0-1 0 0 0,1 1 0 0 0,-1-1-1 0 0,0 1 1 0 0,0 0 0 0 0,1 0 0 0 0,-1 1 0 0 0,0-1 0 0 0,1 1-1 0 0,-1 0 1 0 0,0 0 0 0 0,1 0 0 0 0,-1 0 0 0 0,1 0 0 0 0,-1 1-1 0 0,1 0 1 0 0,0 0 0 0 0,-4 2 0 0 0,-11 17-1751 0 0,15-16 1212 0 0,0 0-1 0 0,1 1 1 0 0,-1-1 0 0 0,2 0 0 0 0,-3 11-1 0 0,-2 29-3309 0 0,7-17 1851 0 0,1-5 598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46.0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35 141 80 0 0,'3'-7'1754'0'0,"-1"-6"-235"0"0,-1 5-1101 0 0,-1 3-393 0 0,1-17 693 0 0,0-7 1151 0 0,-6 10 977 0 0,-2 3-577 0 0,-8-4 292 0 0,15 20-2553 0 0,-1 0-1 0 0,1-1 1 0 0,0 1 0 0 0,0 0 0 0 0,0 0 0 0 0,0 0 0 0 0,0 0 0 0 0,-1 0 0 0 0,1 0 0 0 0,0 0 0 0 0,0-1 0 0 0,0 1 0 0 0,0 0 0 0 0,-1 0 0 0 0,1 0 0 0 0,0 0-1 0 0,0 0 1 0 0,0 0 0 0 0,-1 0 0 0 0,1 0 0 0 0,0 0 0 0 0,0 0 0 0 0,0 0 0 0 0,0 0 0 0 0,-1 0 0 0 0,1 0 0 0 0,0 0 0 0 0,0 0 0 0 0,0 0 0 0 0,-1 0-1 0 0,1 0 1 0 0,0 1 0 0 0,0-1 0 0 0,0 0 0 0 0,0 0 0 0 0,-1 0 0 0 0,1 0 0 0 0,0 0 0 0 0,0 0 0 0 0,0 0 0 0 0,0 1 0 0 0,0-1 0 0 0,0 0 0 0 0,-1 0 0 0 0,-3 13 85 0 0,1 24-188 0 0,2-27 128 0 0,2 181 65 0 0,2-79-26 0 0,9 129 108 0 0,-2-69-123 0 0,2-29-74 0 0,0-20 55 0 0,-9-84 17 0 0,16 68 0 0 0,-17-87-222 0 0,-10-44-4977 0 0,7 17 4153 0 0,0 0 0 0 0,1-1 1 0 0,0 1-1 0 0,0 0 0 0 0,1 0 0 0 0,1-8 0 0 0,3-8-575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47.3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295 191 324 0 0,'16'-27'2146'0'0,"-10"18"-1325"0"0,0-2 0 0 0,0 1-1 0 0,-1-1 1 0 0,-2-43 6449 0 0,-6 53-7086 0 0,-43-18 626 0 0,37 16-761 0 0,0 1 1 0 0,0 0-1 0 0,0 1 1 0 0,0 0-1 0 0,-1 1 1 0 0,-10 0-1 0 0,14 1-54 0 0,0-1 0 0 0,-1 1 0 0 0,1 1 0 0 0,0-1 0 0 0,0 1 0 0 0,0 0 0 0 0,0 0 0 0 0,0 1 0 0 0,1 0 0 0 0,-1 0-1 0 0,1 0 1 0 0,0 1 0 0 0,-1-1 0 0 0,2 1 0 0 0,-1 1 0 0 0,0-1 0 0 0,-6 9 0 0 0,0 4 9 0 0,0-1 0 0 0,1 2 0 0 0,1-1 0 0 0,1 2 0 0 0,1-1 0 0 0,0 1 0 0 0,-6 31 0 0 0,2 2 76 0 0,-5 87-1 0 0,14-86-65 0 0,5 83 1 0 0,2-93-10 0 0,1 1 1 0 0,2-2-1 0 0,2 1 1 0 0,23 61-1 0 0,-27-91 3 0 0,0 1 0 0 0,1-1 0 0 0,0 0 0 0 0,1-1 0 0 0,1 0-1 0 0,0 0 1 0 0,0-1 0 0 0,1 0 0 0 0,1 0 0 0 0,0-1 0 0 0,0-1 0 0 0,1 0-1 0 0,0 0 1 0 0,0-1 0 0 0,16 7 0 0 0,-12-8 12 0 0,-1-1 0 0 0,1 0 0 0 0,0-1-1 0 0,0-1 1 0 0,1 0 0 0 0,-1-1 0 0 0,1-1 0 0 0,0-1 0 0 0,-1 0-1 0 0,1-1 1 0 0,0-1 0 0 0,0 0 0 0 0,17-5 0 0 0,-14 2 16 0 0,1-1 1 0 0,0-2 0 0 0,-1 0 0 0 0,0-1-1 0 0,-1 0 1 0 0,0-2 0 0 0,31-21 0 0 0,-38 22-29 0 0,0 0 1 0 0,-1-1 0 0 0,-1 0 0 0 0,1-1 0 0 0,-2 0 0 0 0,0-1 0 0 0,0 0 0 0 0,-1 0 0 0 0,0-1 0 0 0,-1 0 0 0 0,-1-1 0 0 0,5-14 0 0 0,-3 3-4 0 0,-1-1 0 0 0,-2 0 0 0 0,-1-1 0 0 0,-1 1 0 0 0,-1-1 0 0 0,-1 0 0 0 0,-4-34 0 0 0,-5-17 22 0 0,-22-89 1 0 0,21 127-11 0 0,-2 1 0 0 0,-1 0-1 0 0,-2 1 1 0 0,-2 0 0 0 0,-2 1 0 0 0,-27-43-1 0 0,37 68 2 0 0,-1 1-1 0 0,0-1 0 0 0,-11-9 1 0 0,16 17-104 0 0,-1-1 0 0 0,0 1-1 0 0,-1 0 1 0 0,1 0 0 0 0,-1 0 0 0 0,1 1 0 0 0,-1 0 0 0 0,-10-4 0 0 0,14 7-35 0 0,1 0-1 0 0,-1 0 1 0 0,0 0 0 0 0,0 0 0 0 0,0 1-1 0 0,0-1 1 0 0,1 1 0 0 0,-1-1 0 0 0,0 1-1 0 0,0-1 1 0 0,1 1 0 0 0,-1 0 0 0 0,0 0-1 0 0,1 0 1 0 0,-1 0 0 0 0,1 0 0 0 0,-1 0-1 0 0,1 0 1 0 0,-1 1 0 0 0,1-1-1 0 0,0 1 1 0 0,-2 2 0 0 0,-27 37-3413 0 0,29-39 3341 0 0,-6 12-913 0 0,0-1 1 0 0,1 1-1 0 0,0 0 0 0 0,2 1 0 0 0,-6 25 0 0 0,4-7-155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48.5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115 235 784 0 0,'2'-21'11304'0'0,"-9"9"-10848"0"0,0 0 0 0 0,0 0 0 0 0,1 0-1 0 0,1-1 1 0 0,-8-26 0 0 0,13 37-462 0 0,-1-1 0 0 0,1 1 0 0 0,0-1 0 0 0,-1 1 1 0 0,1-1-1 0 0,1 1 0 0 0,-1 0 0 0 0,0-1 0 0 0,0 1 1 0 0,1-1-1 0 0,0 1 0 0 0,-1-1 0 0 0,1 1 0 0 0,0 0 1 0 0,0 0-1 0 0,0-1 0 0 0,3-3 0 0 0,-1 3 1 0 0,0-1 0 0 0,0 1-1 0 0,0 0 1 0 0,1 0 0 0 0,-1 0 0 0 0,1 0 0 0 0,0 1-1 0 0,0 0 1 0 0,5-3 0 0 0,5-1 1 0 0,1 1 0 0 0,0 0 0 0 0,0 1-1 0 0,25-4 1 0 0,-18 5-17 0 0,0 0-1 0 0,0 2 0 0 0,0 0 0 0 0,26 3 0 0 0,-41-1 16 0 0,1 0 0 0 0,-1 1-1 0 0,0-1 1 0 0,0 1-1 0 0,0 1 1 0 0,0-1 0 0 0,0 1-1 0 0,0 1 1 0 0,-1-1 0 0 0,1 1-1 0 0,-1 0 1 0 0,0 0-1 0 0,0 1 1 0 0,-1 0 0 0 0,1 0-1 0 0,4 6 1 0 0,-4-3 10 0 0,0 1 0 0 0,0 0 0 0 0,0 0-1 0 0,-1 0 1 0 0,-1 1 0 0 0,1 0 0 0 0,-2 0 0 0 0,1 0 0 0 0,-2 0 0 0 0,1 0 0 0 0,-1 1-1 0 0,-1-1 1 0 0,0 1 0 0 0,0 0 0 0 0,-1-1 0 0 0,-2 21 0 0 0,0-19 6 0 0,-1 0 1 0 0,0 0-1 0 0,0-1 1 0 0,-1 0-1 0 0,-1 1 1 0 0,0-1-1 0 0,0-1 0 0 0,-1 1 1 0 0,-1-1-1 0 0,1 0 1 0 0,-2-1-1 0 0,1 1 1 0 0,-1-1-1 0 0,-17 13 1 0 0,-35 25 34 0 0,-91 52 0 0 0,-5 4 121 0 0,138-91-147 0 0,14-10-28 0 0,0 0-1 0 0,1 0 1 0 0,-1 0-1 0 0,1 0 1 0 0,0 1-1 0 0,0-1 1 0 0,0 1-1 0 0,0 0 1 0 0,0 0-1 0 0,1 0 1 0 0,-1 0-1 0 0,-1 4 1 0 0,4-6 8 0 0,0-1 0 0 0,0 1 1 0 0,0-1-1 0 0,0 0 1 0 0,0 1-1 0 0,0-1 0 0 0,0 1 1 0 0,0-1-1 0 0,0 1 0 0 0,0-1 1 0 0,0 0-1 0 0,0 1 0 0 0,1-1 1 0 0,-1 1-1 0 0,0-1 1 0 0,0 0-1 0 0,0 1 0 0 0,1-1 1 0 0,-1 1-1 0 0,0-1 0 0 0,1 0 1 0 0,-1 1-1 0 0,0-1 1 0 0,1 0-1 0 0,-1 0 0 0 0,0 1 1 0 0,1-1-1 0 0,-1 0 0 0 0,1 0 1 0 0,-1 0-1 0 0,0 1 1 0 0,1-1-1 0 0,-1 0 0 0 0,1 0 1 0 0,-1 0-1 0 0,1 0 0 0 0,-1 0 1 0 0,0 0-1 0 0,1 0 0 0 0,-1 0 1 0 0,2 0-1 0 0,21 1-3 0 0,-21-1 3 0 0,63-3-11 0 0,1-3 1 0 0,74-18-1 0 0,-23 3 3 0 0,145-23 64 0 0,62-9 16 0 0,-222 40-79 0 0,109 0-1 0 0,-210 13 44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25.7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303 114 136 0 0,'-22'-16'2099'0'0,"-27"-42"9941"0"0,51 55-11946 0 0,0 0-1 0 0,0 0 1 0 0,1 0 0 0 0,-1 0-1 0 0,1 1 1 0 0,0-1-1 0 0,5-3 1 0 0,-4 4-71 0 0,-1 0 1 0 0,1 0-1 0 0,0 1 1 0 0,0 0-1 0 0,0-1 1 0 0,0 1-1 0 0,0 0 1 0 0,0 1-1 0 0,0-1 1 0 0,0 1-1 0 0,0 0 0 0 0,1 0 1 0 0,-1 0-1 0 0,0 0 1 0 0,0 1-1 0 0,0 0 1 0 0,0-1-1 0 0,0 2 1 0 0,0-1-1 0 0,0 0 1 0 0,0 1-1 0 0,6 3 0 0 0,15 13 100 0 0,-14-10-92 0 0,0 0-1 0 0,-1 0 1 0 0,0 1 0 0 0,-1 0-1 0 0,12 14 1 0 0,13 29 102 0 0,-2 2-1 0 0,-3 1 1 0 0,43 113 0 0 0,-54-117-29 0 0,-1 1 0 0 0,-4 0 0 0 0,14 102 0 0 0,-20-80-21 0 0,-4 0 0 0 0,-7 96 0 0 0,-2-109 2 0 0,-3-1 1 0 0,-2 0-1 0 0,-2 0 1 0 0,-37 96-1 0 0,22-88-32 0 0,-3 0-1 0 0,-3-2 0 0 0,-63 91 0 0 0,-7-15 167 0 0,85-119-165 0 0,-1-1 0 0 0,0-1 0 0 0,-46 35-1 0 0,60-52-40 0 0,0 0 0 0 0,0-1 0 0 0,0 1 0 0 0,0-1 0 0 0,-1-1 0 0 0,1 1 0 0 0,-1-1 0 0 0,0 0 0 0 0,-9 1-1 0 0,13-3-6 0 0,0 1 0 0 0,0-1 0 0 0,0 0 0 0 0,0 0 0 0 0,0 0 0 0 0,0-1-1 0 0,1 1 1 0 0,-1-1 0 0 0,0 0 0 0 0,0 1 0 0 0,0-1 0 0 0,1 0-1 0 0,-1-1 1 0 0,0 1 0 0 0,1 0 0 0 0,-1-1 0 0 0,1 0 0 0 0,-1 1 0 0 0,1-1-1 0 0,0 0 1 0 0,0 0 0 0 0,0 0 0 0 0,0-1 0 0 0,-3-3 0 0 0,-2-6-4 0 0,1-1 0 0 0,0 0 0 0 0,0 0 1 0 0,1 0-1 0 0,1-1 0 0 0,0 0 0 0 0,1 1 0 0 0,-1-20 1 0 0,0-16-88 0 0,2-51 0 0 0,2 67 33 0 0,1 7 40 0 0,0 0-1 0 0,2 0 0 0 0,1 0 1 0 0,1 1-1 0 0,1-1 0 0 0,1 1 1 0 0,2 1-1 0 0,13-29 1 0 0,-8 25 15 0 0,1 1 0 0 0,2 1 0 0 0,0 1 1 0 0,2 0-1 0 0,0 1 0 0 0,37-33 1 0 0,-12 16-193 0 0,2 2 1 0 0,1 3 0 0 0,3 1-1 0 0,0 2 1 0 0,92-42 0 0 0,-132 71-379 0 0,-1 1 0 0 0,1 1 0 0 0,0 0 1 0 0,0 0-1 0 0,-1 1 0 0 0,12-1 0 0 0,46-8-10269 0 0,-55 5 9282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27.1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486 207 236 0 0,'-20'-72'5640'0'0,"-17"6"6940"0"0,37 65-12417 0 0,-1-1-122 0 0,-1 0 1 0 0,1 0-1 0 0,0 1 1 0 0,-1-1-1 0 0,1 1 0 0 0,-1-1 1 0 0,1 1-1 0 0,-1 0 0 0 0,0 0 1 0 0,0-1-1 0 0,1 1 0 0 0,-5-1 1 0 0,-6-6 115 0 0,-20-30 692 0 0,32 37-853 0 0,0 1 1 0 0,0 0 0 0 0,-1 0-1 0 0,1 0 1 0 0,0 0 0 0 0,0 0-1 0 0,0 0 1 0 0,0 0 0 0 0,0 0 0 0 0,0 0-1 0 0,0 0 1 0 0,0 0 0 0 0,-1 0-1 0 0,1 0 1 0 0,0 0 0 0 0,0 0 0 0 0,0 0-1 0 0,0 0 1 0 0,0 0 0 0 0,0 0-1 0 0,0 0 1 0 0,-1 0 0 0 0,1 0-1 0 0,0 0 1 0 0,0 0 0 0 0,0 0 0 0 0,0 0-1 0 0,0 0 1 0 0,0 0 0 0 0,0 0-1 0 0,-1 0 1 0 0,1 0 0 0 0,0 0 0 0 0,0 0-1 0 0,0 0 1 0 0,0 0 0 0 0,0 0-1 0 0,0 0 1 0 0,0 1 0 0 0,0-1 0 0 0,0 0-1 0 0,-1 0 1 0 0,1 0 0 0 0,0 0-1 0 0,0 0 1 0 0,0 0 0 0 0,-3 10-90 0 0,0 18 14 0 0,2-17 49 0 0,-33 276 32 0 0,-12 80 107 0 0,-95 235 26 0 0,131-575-150 0 0,7-22 50 0 0,1-1 1 0 0,0 1 0 0 0,0 0 0 0 0,0 0-1 0 0,1 0 1 0 0,0 0 0 0 0,-1 6 0 0 0,2-10-34 0 0,0-1 1 0 0,0 0 0 0 0,0 0 0 0 0,0 0 0 0 0,0 1-1 0 0,0-1 1 0 0,0 0 0 0 0,0 0 0 0 0,0 0 0 0 0,0 0 0 0 0,0 1-1 0 0,-1-1 1 0 0,1 0 0 0 0,0 0 0 0 0,0 0 0 0 0,0 0-1 0 0,0 1 1 0 0,0-1 0 0 0,0 0 0 0 0,-1 0 0 0 0,1 0 0 0 0,0 0-1 0 0,0 0 1 0 0,0 0 0 0 0,0 0 0 0 0,-1 0 0 0 0,1 1 0 0 0,0-1-1 0 0,0 0 1 0 0,0 0 0 0 0,-1 0 0 0 0,1 0 0 0 0,0 0-1 0 0,0 0 1 0 0,0 0 0 0 0,-1 0 0 0 0,1 0 0 0 0,0 0 0 0 0,0 0-1 0 0,-1 0 1 0 0,-12-4-62 0 0,-10-7-55 0 0,16 6 81 0 0,-1-1 1 0 0,1 1-1 0 0,-13-14 1 0 0,18 17 20 0 0,0-1 0 0 0,1 1 0 0 0,-1-1 0 0 0,0 0 0 0 0,1 1 1 0 0,-1-1-1 0 0,1 0 0 0 0,0 0 0 0 0,0 0 0 0 0,0 0 0 0 0,0 0 0 0 0,1 0 0 0 0,-1 0 0 0 0,0-5 0 0 0,1 6 4 0 0,0 1 0 0 0,0-1-1 0 0,0 1 1 0 0,0 0-1 0 0,0-1 1 0 0,1 1-1 0 0,-1-1 1 0 0,0 1 0 0 0,1 0-1 0 0,-1-1 1 0 0,1 1-1 0 0,-1 0 1 0 0,1-1-1 0 0,0 1 1 0 0,0 0 0 0 0,-1 0-1 0 0,1-1 1 0 0,0 1-1 0 0,0 0 1 0 0,0 0-1 0 0,0 0 1 0 0,0 0 0 0 0,0 0-1 0 0,1 1 1 0 0,-1-1-1 0 0,0 0 1 0 0,0 0-1 0 0,1 1 1 0 0,1-2 0 0 0,4 1 2 0 0,-1 0 1 0 0,0 0-1 0 0,1 0 1 0 0,-1 1-1 0 0,12 1 1 0 0,-2-1 26 0 0,317 26 81 0 0,-46 0 22 0 0,60-32-32 0 0,-87-1-33 0 0,-145 4-21 0 0,-114 3-18 0 0,-62-3-12456 0 0,15 6 7987 0 0,16 0 2427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28.1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324 590 496 0 0,'-7'-1'546'0'0,"1"0"-1"0"0,0 0 1 0 0,-1-1-1 0 0,1 0 1 0 0,-11-4-1 0 0,-12-4-41 0 0,21 7-408 0 0,-100-21 1848 0 0,87 21-1364 0 0,12 1 149 0 0,-1 0 0 0 0,0 1 0 0 0,0 0-1 0 0,1 0 1 0 0,-1 1 0 0 0,0 1 0 0 0,0-1 0 0 0,-14 4 0 0 0,17-2 402 0 0,12-4-550 0 0,12-2-330 0 0,21 1 214 0 0,0-1-1 0 0,50-11 1 0 0,-24 3-20 0 0,374-36 488 0 0,-294 35-743 0 0,1596-213 1311 0 0,-688 66-1712 0 0,-588 115-213 0 0,-423 41 465 0 0,65 4-109 0 0,-102 1-415 0 0,-36 9-4765 0 0,16-6 3414 0 0,-75 25-7588 0 0,63-17 7688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29.9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380 155 228 0 0,'-18'-17'12154'0'0,"16"18"-11839"0"0,-13-1 237 0 0,14 0-427 0 0,-1 0 0 0 0,0 0 0 0 0,0 0 0 0 0,0 0 0 0 0,0-1 0 0 0,1 1 0 0 0,-1-1 0 0 0,0 1 0 0 0,0-1 0 0 0,1 0 0 0 0,-1 0 0 0 0,0 0 0 0 0,1 0 0 0 0,-1 0 0 0 0,1 0 0 0 0,-1 0 0 0 0,1 0 0 0 0,-1-1 0 0 0,0 0 0 0 0,-3-3 52 0 0,4 3-93 0 0,-1-1 0 0 0,1 0 1 0 0,0 1-1 0 0,0-1 0 0 0,0 0 0 0 0,0 0 0 0 0,0 0 0 0 0,1 1 0 0 0,0-1 1 0 0,-1 0-1 0 0,1 0 0 0 0,0 0 0 0 0,0 0 0 0 0,1-3 0 0 0,-1 2 120 0 0,0 1-48 0 0,1 1 0 0 0,-1-1 1 0 0,1 1-1 0 0,-1-1 1 0 0,1 1-1 0 0,0 0 0 0 0,0-1 1 0 0,0 1-1 0 0,0 0 0 0 0,2-3 1 0 0,-2 3-105 0 0,1 0 0 0 0,-1 0 1 0 0,0 0-1 0 0,0-1 0 0 0,0 1 0 0 0,0 0 1 0 0,-1 0-1 0 0,1-1 0 0 0,-1 1 0 0 0,1-3 0 0 0,-1 4-44 0 0,1 0-1 0 0,-1 0 0 0 0,0 0 0 0 0,1 1 0 0 0,-1-1 0 0 0,1 0 0 0 0,-1 1 1 0 0,1-1-1 0 0,0 0 0 0 0,-1 1 0 0 0,1-1 0 0 0,0 1 0 0 0,-1-1 0 0 0,1 1 1 0 0,0-1-1 0 0,-1 1 0 0 0,1-1 0 0 0,0 1 0 0 0,0 0 0 0 0,0-1 0 0 0,0 1 0 0 0,-1 0 1 0 0,1 0-1 0 0,0 0 0 0 0,0-1 0 0 0,1 1 0 0 0,-1 0-54 0 0,22 5-49 0 0,-12 0 140 0 0,0 0-1 0 0,-1 1 1 0 0,0 0 0 0 0,0 1 0 0 0,0 0 0 0 0,-1 0-1 0 0,0 1 1 0 0,-1 0 0 0 0,14 16 0 0 0,5 11-2 0 0,27 46 0 0 0,-51-77-39 0 0,41 68 28 0 0,-4 2-1 0 0,-3 2 1 0 0,-3 2-1 0 0,-4 0 1 0 0,-3 2-1 0 0,-3 1 1 0 0,-5 1-1 0 0,11 92 1 0 0,10 233 15 0 0,-38-340-74 0 0,-2 0 0 0 0,-4 0 0 0 0,-3 0 1 0 0,-15 70-1 0 0,14-105 13 0 0,-2 0 0 0 0,0-1 1 0 0,-3 0-1 0 0,0-1 0 0 0,-33 52 1 0 0,35-64-4 0 0,-1 0-1 0 0,-1-2 1 0 0,-1 1 0 0 0,0-2 0 0 0,-1 0 0 0 0,-1-1 0 0 0,0 0 0 0 0,-1-1-1 0 0,-1-1 1 0 0,-21 12 0 0 0,26-19 2 0 0,1 0 1 0 0,-1 0-1 0 0,0-1 0 0 0,0-1 1 0 0,0 0-1 0 0,0 0 0 0 0,-1-2 0 0 0,1 0 1 0 0,-1 0-1 0 0,1-1 0 0 0,-1-1 1 0 0,1 0-1 0 0,-1-1 0 0 0,1 0 1 0 0,0-1-1 0 0,0-1 0 0 0,0 0 0 0 0,-20-9 1 0 0,11 2 1 0 0,1-1 1 0 0,-1-1 0 0 0,2 0 0 0 0,0-2-1 0 0,1 0 1 0 0,0-2 0 0 0,1 0-1 0 0,1 0 1 0 0,-21-28 0 0 0,28 31 6 0 0,0 1 1 0 0,1-2-1 0 0,1 1 0 0 0,0-1 1 0 0,1 0-1 0 0,-6-20 0 0 0,10 24 11 0 0,0 1-1 0 0,1-1 0 0 0,1 0 0 0 0,0 0 0 0 0,0 1 0 0 0,1-1 0 0 0,0 0 0 0 0,1 0 1 0 0,0 0-1 0 0,5-17 0 0 0,1 1 11 0 0,2 1 0 0 0,1 0 0 0 0,1 0 0 0 0,1 1 0 0 0,1 1 0 0 0,1 0 0 0 0,2 1-1 0 0,0 1 1 0 0,1 0 0 0 0,1 1 0 0 0,1 1 0 0 0,1 1 0 0 0,1 0 0 0 0,0 2 0 0 0,40-25 0 0 0,-23 22-550 0 0,0 2 1 0 0,2 1-1 0 0,73-21 0 0 0,-39 14-3059 0 0,-2-6-6785 0 0,-56 22 8505 0 0,2 1 337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0.9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66 551 120 0 0,'30'-24'2958'0'0,"48"-51"0"0"0,-72 69-2769 0 0,2-2 534 0 0,-1 0-1 0 0,-1 0 1 0 0,0 0 0 0 0,10-17-1 0 0,-14 21-335 0 0,0 0 0 0 0,0-1 0 0 0,0 0 1 0 0,-1 1-1 0 0,0-1 0 0 0,0 0 0 0 0,0 1 0 0 0,0-1 0 0 0,-1 0 0 0 0,0 0 0 0 0,0 0 0 0 0,-1-6 0 0 0,0 3-106 0 0,1 2-89 0 0,0 0-1 0 0,-1 0 1 0 0,0 1-1 0 0,-1-1 1 0 0,1 0-1 0 0,-1 1 1 0 0,0-1-1 0 0,0 1 0 0 0,-1 0 1 0 0,1 0-1 0 0,-1-1 1 0 0,0 2-1 0 0,-5-7 1 0 0,6 9-114 0 0,0 0 0 0 0,1 0 0 0 0,-1 0 0 0 0,0 1 0 0 0,0-1 0 0 0,0 1 0 0 0,0-1 0 0 0,0 1 0 0 0,0 0 0 0 0,0 0 0 0 0,-1 0 0 0 0,1 0 0 0 0,0 0 0 0 0,-1 0 0 0 0,1 1 0 0 0,-1-1 0 0 0,1 1 0 0 0,-3-1 0 0 0,3 1-64 0 0,-1 1-1 0 0,1-1 0 0 0,0 1 1 0 0,0-1-1 0 0,-1 1 1 0 0,1 0-1 0 0,0 0 1 0 0,0 0-1 0 0,0 0 0 0 0,0 0 1 0 0,0 1-1 0 0,0-1 1 0 0,1 1-1 0 0,-1-1 0 0 0,0 1 1 0 0,1-1-1 0 0,-1 1 1 0 0,1 0-1 0 0,-3 3 0 0 0,-6 11 32 0 0,1 0 0 0 0,1 0-1 0 0,0 0 1 0 0,1 1 0 0 0,1 1-1 0 0,-6 23 1 0 0,-15 113 388 0 0,21-112-321 0 0,-7 59-86 0 0,0 150-1 0 0,13-205-69 0 0,5 137-244 0 0,-5-181 246 0 0,0 0 0 0 0,0 1 0 0 0,1-1 0 0 0,-1 0 0 0 0,0 0 0 0 0,1 0 0 0 0,0 0 0 0 0,-1 0 0 0 0,1-1 0 0 0,0 1-1 0 0,0 0 1 0 0,0 0 0 0 0,0 0 0 0 0,0-1 0 0 0,3 3 0 0 0,-3-3 23 0 0,0-1 1 0 0,0 1-1 0 0,1-1 0 0 0,-1 1 1 0 0,0-1-1 0 0,0 1 0 0 0,1-1 0 0 0,-1 0 1 0 0,0 0-1 0 0,1 0 0 0 0,-1 0 1 0 0,0 0-1 0 0,1 0 0 0 0,-1 0 0 0 0,0 0 1 0 0,1 0-1 0 0,-1-1 0 0 0,0 1 1 0 0,0 0-1 0 0,1-1 0 0 0,-1 1 1 0 0,0-1-1 0 0,0 0 0 0 0,3-1 0 0 0,15-10-9 0 0,0-1 0 0 0,0-1 0 0 0,-1-1 0 0 0,-1 0 0 0 0,29-34 0 0 0,-19 21-24 0 0,63-72-189 0 0,51-49 152 0 0,-107 118 147 0 0,9-8-29 0 0,66-48 1 0 0,-92 75-26 0 0,-14 9 8 0 0,0 0 0 0 0,1 0 0 0 0,0 0 1 0 0,0 1-1 0 0,0-1 0 0 0,0 1 0 0 0,0 0 0 0 0,0 0 0 0 0,0 0 1 0 0,1 1-1 0 0,-1 0 0 0 0,6-1 0 0 0,-9 2-4 0 0,0 0 0 0 0,0 1 0 0 0,1-1-1 0 0,-1 1 1 0 0,0 0 0 0 0,0-1 0 0 0,0 1 0 0 0,0 0 0 0 0,0 0-1 0 0,0-1 1 0 0,0 1 0 0 0,0 0 0 0 0,0 0 0 0 0,0 0-1 0 0,-1 0 1 0 0,1 0 0 0 0,1 2 0 0 0,12 22 56 0 0,-12-21-58 0 0,39 80 93 0 0,-8-16-115 0 0,3-1 0 0 0,51 70 0 0 0,-77-123 14 0 0,0-1 0 0 0,2 0 0 0 0,0-1 1 0 0,0 0-1 0 0,1-1 0 0 0,0-1 0 0 0,1 0 0 0 0,0-1 0 0 0,19 10 0 0 0,-25-15-5 0 0,1-1-1 0 0,0 1 1 0 0,-1-2-1 0 0,1 1 1 0 0,0-1-1 0 0,1-1 1 0 0,-1 1-1 0 0,0-2 1 0 0,0 1-1 0 0,1-1 1 0 0,-1 0-1 0 0,0-1 1 0 0,0 0-1 0 0,1-1 1 0 0,-1 0-1 0 0,0 0 1 0 0,0-1-1 0 0,10-5 1 0 0,-3 1 45 0 0,-1-1 0 0 0,0-1 0 0 0,0-1 0 0 0,-1 1 0 0 0,0-2 0 0 0,-1 0 0 0 0,0-1 0 0 0,-1 0 0 0 0,-1-1 0 0 0,0 0 1 0 0,13-20-1 0 0,-12 12 43 0 0,0 0 1 0 0,-2-1 0 0 0,-1 0 0 0 0,0 0-1 0 0,-2-1 1 0 0,0 0 0 0 0,5-40-1 0 0,2-48 116 0 0,-5 0-1 0 0,-9-172 0 0 0,-3 251-266 0 0,-1 1 0 0 0,-2 0 0 0 0,-1 0 1 0 0,-13-33-1 0 0,18 58-227 0 0,0 1 1 0 0,-1-1 0 0 0,0 0-1 0 0,0 1 1 0 0,0-1-1 0 0,-6-6 1 0 0,9 11 149 0 0,-1 1 1 0 0,1-1-1 0 0,-1 0 0 0 0,0 0 1 0 0,1 1-1 0 0,-1-1 0 0 0,0 0 1 0 0,0 1-1 0 0,1-1 0 0 0,-1 1 1 0 0,0-1-1 0 0,0 1 1 0 0,0-1-1 0 0,0 1 0 0 0,0 0 1 0 0,1-1-1 0 0,-1 1 0 0 0,0 0 1 0 0,0 0-1 0 0,0-1 0 0 0,0 1 1 0 0,0 0-1 0 0,0 0 1 0 0,0 0-1 0 0,0 0 0 0 0,0 0 1 0 0,0 1-1 0 0,0-1 0 0 0,0 0 1 0 0,0 0-1 0 0,0 1 0 0 0,0-1 1 0 0,0 0-1 0 0,0 1 1 0 0,1-1-1 0 0,-1 1 0 0 0,0-1 1 0 0,0 1-1 0 0,0-1 0 0 0,1 1 1 0 0,-1 0-1 0 0,0-1 0 0 0,1 1 1 0 0,-1 0-1 0 0,1 0 1 0 0,-1-1-1 0 0,0 1 0 0 0,1 0 1 0 0,-1 2-1 0 0,-5 8-1524 0 0,0 1 0 0 0,1 0-1 0 0,0 1 1 0 0,-5 25 0 0 0,9-35 1498 0 0,-6 30-1381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1.4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271 94 400 0 0,'8'-12'2166'0'0,"0"-1"0"0"0,7-16 0 0 0,12-10 5985 0 0,-27 47-7958 0 0,-21 108 161 0 0,10-72-297 0 0,-3 0 0 0 0,-2-1 0 0 0,-1-1 0 0 0,-3 0 0 0 0,-36 59 0 0 0,46-84-62 0 0,-1 0 1 0 0,0-1-1 0 0,-1-1 0 0 0,-1 0 0 0 0,0 0 1 0 0,-1-1-1 0 0,-19 14 0 0 0,14-13 52 0 0,13-11-29 0 0,0 1 0 0 0,0 0 0 0 0,-13 6 0 0 0,147-26-60 0 0,44-2 167 0 0,50-7-3933 0 0,-201 21 1700 0 0,-17 3 1528 0 0,-1 0 0 0 0,1 0 0 0 0,0-1 0 0 0,-1 1 1 0 0,0-1-1 0 0,1 0 0 0 0,-1 0 0 0 0,1 0 1 0 0,-1-1-1 0 0,0 1 0 0 0,0-1 0 0 0,0 0 1 0 0,5-3-1 0 0,-1-1-761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1.7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286 80 992 0 0,'-18'-16'2619'0'0,"11"8"-1569"0"0,0 1-1 0 0,-1 1 1 0 0,0 0 0 0 0,0 0-1 0 0,-16-9 1 0 0,14 9 753 0 0,9 5-1533 0 0,-1 0 1 0 0,1 0-1 0 0,-1 0 0 0 0,1 0 0 0 0,-1 0 1 0 0,1 1-1 0 0,-1-1 0 0 0,0 0 1 0 0,1 1-1 0 0,-1-1 0 0 0,-2 1 0 0 0,3 2-201 0 0,-1 0-1 0 0,1 0 1 0 0,0 1-1 0 0,-1-1 1 0 0,1 1 0 0 0,1-1-1 0 0,-1 1 1 0 0,-1 4-1 0 0,-19 115 312 0 0,-7 165 1 0 0,11-85-374 0 0,4-107-706 0 0,-5 0 0 0 0,-34 108 0 0 0,40-148-2386 0 0,9-20-4572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2.3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41 164 784 0 0,'23'-95'7113'0'0,"-21"87"-5879"0"0,1-1 0 0 0,1 1 0 0 0,5-11 0 0 0,9-6 1234 0 0,-26 35-2220 0 0,1-1 1 0 0,-1 1-1 0 0,2 1 1 0 0,-1-1-1 0 0,1 1 1 0 0,1 0-1 0 0,0 1 1 0 0,1-1-1 0 0,-5 19 1 0 0,-1 6-26 0 0,2 1 0 0 0,-4 45-1 0 0,9-55-217 0 0,2-1 0 0 0,2 37 0 0 0,-1-56-21 0 0,0-1 0 0 0,1 1 0 0 0,1 0 0 0 0,-1-1 1 0 0,1 1-1 0 0,0-1 0 0 0,0 1 0 0 0,1-1 0 0 0,-1 0 0 0 0,2 0 0 0 0,-1 0 0 0 0,1-1 0 0 0,-1 1 0 0 0,9 8 0 0 0,-9-11-16 0 0,-1-1 0 0 0,1 0 0 0 0,0-1-1 0 0,0 1 1 0 0,-1 0 0 0 0,1-1 0 0 0,0 1 0 0 0,0-1-1 0 0,1 0 1 0 0,-1 0 0 0 0,0 0 0 0 0,0-1-1 0 0,0 1 1 0 0,1-1 0 0 0,4 1 0 0 0,-2-2-8 0 0,-1 1 0 0 0,1-1 0 0 0,0 0 0 0 0,-1-1 0 0 0,1 1 0 0 0,-1-1 0 0 0,1 0 1 0 0,5-4-1 0 0,4-2 37 0 0,-1-1 1 0 0,0-1-1 0 0,-1 0 1 0 0,0 0-1 0 0,12-14 1 0 0,-16 14 34 0 0,0 0 0 0 0,-1 0-1 0 0,-1-1 1 0 0,1 0 0 0 0,-2-1 0 0 0,0 1 0 0 0,0-1 0 0 0,-1 0 0 0 0,0-1-1 0 0,4-17 1 0 0,-7 22-33 0 0,-1-1-1 0 0,1 1 1 0 0,-1 0-1 0 0,-1-1 0 0 0,1 1 1 0 0,-1-1-1 0 0,-1 1 1 0 0,0-1-1 0 0,0 1 1 0 0,-1 0-1 0 0,1-1 0 0 0,-2 1 1 0 0,1 0-1 0 0,-1 0 1 0 0,-1 0-1 0 0,1 1 1 0 0,-7-9-1 0 0,7 11-63 0 0,-1 0 0 0 0,0 1 1 0 0,0 0-1 0 0,-1 0 0 0 0,1 0 0 0 0,-1 0 0 0 0,0 1 0 0 0,-8-5 1 0 0,10 7-129 0 0,1 0 1 0 0,-1 0 0 0 0,0 0 0 0 0,0 0-1 0 0,0 0 1 0 0,0 0 0 0 0,0 1 0 0 0,-4-1-1 0 0,5 1-136 0 0,1 0-1 0 0,-1 0 0 0 0,0 1 1 0 0,1-1-1 0 0,-1 0 0 0 0,0 1 1 0 0,1-1-1 0 0,-1 1 0 0 0,0-1 0 0 0,1 1 1 0 0,-1 0-1 0 0,-5 4-989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2.7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0 163 168 0 0,'13'-38'3715'0'0,"14"-71"1"0"0,-27 108-3600 0 0,0 0 0 0 0,0 1-1 0 0,0-1 1 0 0,1 0 0 0 0,-1 0 0 0 0,0 0 0 0 0,0 1 0 0 0,1-1 0 0 0,-1 0 0 0 0,1 0 0 0 0,-1 1 0 0 0,1-1 0 0 0,-1 0 0 0 0,1 1 0 0 0,-1-1-1 0 0,1 0 1 0 0,0 1 0 0 0,-1-1 0 0 0,1 1 0 0 0,0-1 0 0 0,0 0 0 0 0,0 1-50 0 0,-1 0 1 0 0,1 0-1 0 0,-1 1 0 0 0,1-1 0 0 0,-1 0 1 0 0,0 0-1 0 0,1 0 0 0 0,-1 0 0 0 0,1 0 1 0 0,-1 1-1 0 0,1-1 0 0 0,-1 0 1 0 0,0 0-1 0 0,1 1 0 0 0,-1-1 0 0 0,1 0 1 0 0,-1 1-1 0 0,0-1 0 0 0,1 0 1 0 0,-1 1-1 0 0,0-1 0 0 0,0 1 0 0 0,1-1 1 0 0,-1 1-1 0 0,0-1 0 0 0,0 0 0 0 0,0 1 1 0 0,1-1-1 0 0,-1 1 0 0 0,0-1 1 0 0,0 1-1 0 0,0-1 0 0 0,0 1 0 0 0,0-1 1 0 0,0 1-1 0 0,0-1 0 0 0,0 1 1 0 0,0 0-1 0 0,5 44 959 0 0,-1 0 1 0 0,-4 65-1 0 0,-15 91-617 0 0,9-150-508 0 0,1-18-620 0 0,2 1 0 0 0,1 0 0 0 0,4 42-1 0 0,-2-75 415 0 0,0 1 0 0 0,0 0 0 0 0,0-1 0 0 0,0 1 0 0 0,1-1 0 0 0,-1 1 0 0 0,1 0 0 0 0,-1-1 0 0 0,1 1 0 0 0,-1-1 0 0 0,1 1 0 0 0,0-1 0 0 0,0 1 0 0 0,32 15-6425 0 0,-21-17 5381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3.3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167 903 364 0 0,'7'-5'504'0'0,"-1"-1"-1"0"0,1 0 1 0 0,-1 0-1 0 0,0-1 1 0 0,0 0-1 0 0,-1 0 1 0 0,0 0-1 0 0,0-1 1 0 0,-1 1-1 0 0,0-1 1 0 0,0 0-1 0 0,-1-1 1 0 0,0 1-1 0 0,2-11 1 0 0,-3 12-38 0 0,-1 0 0 0 0,0 0 0 0 0,-1-1 0 0 0,1 1 0 0 0,-1 0 0 0 0,-1 0 0 0 0,1 0-1 0 0,-1 0 1 0 0,-4-14 0 0 0,3 15-153 0 0,0 1-1 0 0,-1-1 0 0 0,1 1 0 0 0,-1 0 0 0 0,0-1 0 0 0,0 1 0 0 0,-8-8 0 0 0,10 12-299 0 0,-1 0 0 0 0,0-1 0 0 0,0 1 0 0 0,0 0 0 0 0,0 0-1 0 0,0 0 1 0 0,0 0 0 0 0,0 1 0 0 0,0-1 0 0 0,0 1-1 0 0,0-1 1 0 0,0 1 0 0 0,0 0 0 0 0,-1-1 0 0 0,1 1 0 0 0,0 0-1 0 0,0 0 1 0 0,0 1 0 0 0,0-1 0 0 0,-1 0 0 0 0,1 1 0 0 0,0-1-1 0 0,0 1 1 0 0,0 0 0 0 0,0 0 0 0 0,0 0 0 0 0,0 0-1 0 0,-2 2 1 0 0,-6 2 1 0 0,1 0 0 0 0,0 1-1 0 0,0 0 1 0 0,-9 9-1 0 0,9-8 5 0 0,1 1-1 0 0,0-1 0 0 0,1 1 0 0 0,0 0 0 0 0,0 1 1 0 0,1-1-1 0 0,0 1 0 0 0,0 1 0 0 0,1-1 1 0 0,1 1-1 0 0,-1 0 0 0 0,2 0 0 0 0,-1 0 0 0 0,1 1 1 0 0,-2 13-1 0 0,4-15-20 0 0,0 1 1 0 0,1 0 0 0 0,0-1-1 0 0,1 1 1 0 0,2 16-1 0 0,-2-23-20 0 0,0 1 0 0 0,1 0 0 0 0,-1 0 0 0 0,1-1 0 0 0,0 1 0 0 0,0-1 0 0 0,0 0 0 0 0,0 0 0 0 0,0 1 0 0 0,1-1 0 0 0,0-1 0 0 0,0 1 0 0 0,-1 0 0 0 0,2-1 0 0 0,-1 1 0 0 0,6 3 0 0 0,-6-4 9 0 0,0-1 0 0 0,0 1-1 0 0,0-1 1 0 0,0 0-1 0 0,0 0 1 0 0,0 0 0 0 0,0 0-1 0 0,0-1 1 0 0,1 1-1 0 0,-1-1 1 0 0,0 0 0 0 0,0 0-1 0 0,1 0 1 0 0,-1 0 0 0 0,0 0-1 0 0,4-2 1 0 0,-1 1 1 0 0,-1-1 1 0 0,0 0 0 0 0,0 0 0 0 0,0-1-1 0 0,0 1 1 0 0,0-1 0 0 0,-1 0 0 0 0,8-7 0 0 0,2-4-14 0 0,0 0 0 0 0,-2-1 0 0 0,1 0 0 0 0,11-22 0 0 0,-6 7 33 0 0,-1-2-1 0 0,-1 0 0 0 0,-2-1 1 0 0,-2 0-1 0 0,-1-1 0 0 0,8-39 0 0 0,-1-22 86 0 0,5-97-1 0 0,-16-47 221 0 0,-8 180-198 0 0,-1 52-106 0 0,-4 14-14 0 0,-3 13-2 0 0,2 6 1 0 0,1 0-1 0 0,2 0 1 0 0,-2 41-1 0 0,5 84 25 0 0,2-72-6 0 0,11 187-96 0 0,-6-167-384 0 0,-3-66-1010 0 0,1-1-1 0 0,1 1 1 0 0,20 61 0 0 0,-23-90 1076 0 0,-1-1 1 0 0,1 1-1 0 0,0-1 0 0 0,0 1 1 0 0,0-1-1 0 0,0 0 0 0 0,0 0 1 0 0,1 0-1 0 0,0 0 0 0 0,-1-1 1 0 0,1 1-1 0 0,0-1 1 0 0,1 1-1 0 0,-1-1 0 0 0,0 0 1 0 0,0 0-1 0 0,1-1 0 0 0,6 4 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4.2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 0 532 0 0,'-11'15'2646'0'0,"-49"47"7324"0"0,59-61-9907 0 0,1-1-1 0 0,-1 1 1 0 0,1-1 0 0 0,0 1 0 0 0,-1-1 0 0 0,1 1-1 0 0,0 0 1 0 0,-1-1 0 0 0,1 1 0 0 0,0-1-1 0 0,0 1 1 0 0,0 0 0 0 0,0-1 0 0 0,-1 1-1 0 0,1 0 1 0 0,0-1 0 0 0,0 1 0 0 0,0 0 0 0 0,0-1-1 0 0,0 1 1 0 0,1 0 0 0 0,-1-1 0 0 0,0 1-1 0 0,0-1 1 0 0,0 1 0 0 0,1 0 0 0 0,-1-1 0 0 0,0 1-1 0 0,0-1 1 0 0,1 1 0 0 0,-1 0 0 0 0,1-1-1 0 0,-1 1 1 0 0,0-1 0 0 0,1 1 0 0 0,-1-1-1 0 0,1 1 1 0 0,-1-1 0 0 0,2 1 0 0 0,83-3 312 0 0,39-8-322 0 0,157-7-445 0 0,-210 5-2094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4:34.9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105 1 64 0 0,'-12'3'1052'0'0,"1"0"1"0"0,-1 1-1 0 0,1 0 0 0 0,0 1 0 0 0,1 1 1 0 0,-1 0-1 0 0,-15 11 3084 0 0,30-14-3466 0 0,7 3-253 0 0,0-1 0 0 0,0-1 1 0 0,1 0-1 0 0,-1 0 0 0 0,1-1 0 0 0,0 0 1 0 0,12 0-1 0 0,11 1-397 0 0,41-1 0 0 0,296-1 373 0 0,-166 11-249 0 0,-189-11-112 0 0,-17-2-22 0 0,0 0-1 0 0,1 0 0 0 0,-1 0 1 0 0,1 1-1 0 0,-1-1 0 0 0,0 0 0 0 0,1 1 1 0 0,-1-1-1 0 0,1 0 0 0 0,-1 0 1 0 0,0 1-1 0 0,0-1 0 0 0,1 0 0 0 0,-1 1 1 0 0,0-1-1 0 0,0 1 0 0 0,1-1 1 0 0,-1 0-1 0 0,0 1 0 0 0,0-1 1 0 0,0 1-1 0 0,1-1 0 0 0,-1 1 0 0 0,0-1 1 0 0,0 1-1 0 0,0-1 0 0 0,0 0 1 0 0,0 2-1 0 0,7-3-164 0 0,-7 1 148 0 0,0 0-1 0 0,0 0 0 0 0,0 0 1 0 0,-1 0-1 0 0,1-1 0 0 0,0 1 1 0 0,0 0-1 0 0,0 0 0 0 0,0 0 1 0 0,0 0-1 0 0,0 0 0 0 0,0 0 1 0 0,0 0-1 0 0,0 0 0 0 0,0 0 1 0 0,0 0-1 0 0,-1 0 0 0 0,1 0 1 0 0,0 0-1 0 0,0-1 0 0 0,0 1 1 0 0,0 0-1 0 0,0 0 0 0 0,0 0 1 0 0,0 0-1 0 0,0 0 0 0 0,0 0 1 0 0,0 0-1 0 0,0 0 0 0 0,0 0 1 0 0,0-1-1 0 0,0 1 0 0 0,0 0 1 0 0,0 0-1 0 0,0 0 0 0 0,0 0 1 0 0,0 0-1 0 0,0 0 0 0 0,0 0 1 0 0,0 0-1 0 0,0-1 0 0 0,0 1 1 0 0,0 0-1 0 0,0 0 0 0 0,1 0 1 0 0,-1 0-1 0 0,0 0 0 0 0,0 0 1 0 0,0 0-1 0 0,0 0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0.9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96 185 84 0 0,'-32'5'13763'0'0,"5"-17"-13027"0"0,25 11-718 0 0,0-1-1 0 0,1 0 0 0 0,-1 1 0 0 0,1-1 1 0 0,-1 0-1 0 0,1 0 0 0 0,0 0 0 0 0,-1 0 1 0 0,1 0-1 0 0,0 0 0 0 0,0 0 0 0 0,0-1 1 0 0,1 1-1 0 0,-1 0 0 0 0,1 0 1 0 0,-1-1-1 0 0,1-3 0 0 0,-3-6-2 0 0,-1 0 4 0 0,-5-25 200 0 0,9 35-206 0 0,-1 0 0 0 0,1 0 1 0 0,0 0-1 0 0,0 0 0 0 0,0 0 0 0 0,0 0 0 0 0,1 0 1 0 0,-1 0-1 0 0,1 0 0 0 0,-1 0 0 0 0,1 0 0 0 0,-1 1 0 0 0,1-1 1 0 0,0 0-1 0 0,2-2 0 0 0,-1 0 22 0 0,0 1-29 0 0,-1 1 1 0 0,1-1-1 0 0,0 0 1 0 0,0 1-1 0 0,-1 0 1 0 0,2-1-1 0 0,-1 1 0 0 0,0 0 1 0 0,0 0-1 0 0,1 0 1 0 0,-1 0-1 0 0,1 1 1 0 0,0-1-1 0 0,-1 1 1 0 0,1-1-1 0 0,0 1 0 0 0,0 0 1 0 0,0 0-1 0 0,0 0 1 0 0,0 1-1 0 0,0-1 1 0 0,0 1-1 0 0,0-1 1 0 0,5 1-1 0 0,10 1-16 0 0,1 1 1 0 0,-1 1-1 0 0,0 0 0 0 0,0 1 1 0 0,0 1-1 0 0,-1 1 0 0 0,0 0 1 0 0,0 2-1 0 0,0 0 0 0 0,-1 0 1 0 0,0 2-1 0 0,0 0 0 0 0,-2 0 1 0 0,20 19-1 0 0,5 7-9 0 0,-3 1 0 0 0,-1 2 1 0 0,55 81-1 0 0,-60-75 34 0 0,-3 1 0 0 0,-1 2 0 0 0,-3 0 0 0 0,-1 2 0 0 0,-3 0 0 0 0,-2 2 0 0 0,11 56 0 0 0,-17-52 15 0 0,-3 0 0 0 0,-2 1 0 0 0,-3 98 0 0 0,-5-129 1 0 0,0-1 0 0 0,-2 0-1 0 0,-1 0 1 0 0,-16 48 0 0 0,12-50-1 0 0,-1 0-1 0 0,-22 37 1 0 0,18-38 21 0 0,-1-1 0 0 0,0 0 1 0 0,-2-2-1 0 0,0 0 0 0 0,-1 0 0 0 0,-1-2 0 0 0,-1 0 1 0 0,-27 17-1 0 0,33-26-28 0 0,0 0-1 0 0,0-1 1 0 0,-1 0-1 0 0,0-1 1 0 0,0-1-1 0 0,0 0 1 0 0,-27 4 0 0 0,28-8-6 0 0,1 0 0 0 0,-1 0 0 0 0,1-2 1 0 0,0 1-1 0 0,-26-6 0 0 0,27 3-5 0 0,0 0 0 0 0,1 0 1 0 0,0-1-1 0 0,0-1 0 0 0,0 0 0 0 0,0-1 0 0 0,1 0 0 0 0,0 0 1 0 0,0-1-1 0 0,1 0 0 0 0,-18-17 0 0 0,21 17-14 0 0,0-1-1 0 0,0 1 1 0 0,0-1-1 0 0,1 0 1 0 0,0-1-1 0 0,1 1 1 0 0,0-1-1 0 0,0 0 1 0 0,1 0 0 0 0,0 0-1 0 0,1 0 1 0 0,0-1-1 0 0,0 1 1 0 0,1-1-1 0 0,0-14 1 0 0,1-11-24 0 0,3 0 1 0 0,1 0-1 0 0,2 0 0 0 0,1 1 1 0 0,1 0-1 0 0,2 0 0 0 0,2 1 1 0 0,16-33-1 0 0,-21 52 20 0 0,0 1 0 0 0,2 0-1 0 0,0 1 1 0 0,0 0 0 0 0,1 0-1 0 0,0 1 1 0 0,19-15 0 0 0,8-4-2 0 0,43-25 0 0 0,-56 39-8 0 0,2 2 1 0 0,-1 1-1 0 0,2 1 1 0 0,34-10-1 0 0,-48 18-312 0 0,1 1 1 0 0,-1 1-1 0 0,1 1 0 0 0,0 0 1 0 0,15 1-1 0 0,-3 0-3646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1.7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390 117 576 0 0,'3'-6'587'0'0,"-1"0"1"0"0,1 0-1 0 0,-1 0 0 0 0,2-8 0 0 0,1-12 491 0 0,-5 26-1067 0 0,1-4 282 0 0,10-44 9272 0 0,-23 75-9463 0 0,-12 61 91 0 0,-25 182 0 0 0,32-161-135 0 0,5-35-56 0 0,-1 15 9 0 0,-48 167 0 0 0,46-212 8 0 0,-1 0 1 0 0,-3-1 0 0 0,-1-1-1 0 0,-3-1 1 0 0,-30 43 0 0 0,50-80-18 0 0,-1 1 1 0 0,1-1 0 0 0,-1 0-1 0 0,0 0 1 0 0,0 0 0 0 0,0 0-1 0 0,-9 4 1 0 0,12-7 3 0 0,0-1 0 0 0,0 1 0 0 0,-1-1 0 0 0,1 1 0 0 0,0-1 0 0 0,0 0 0 0 0,0 1 1 0 0,0-1-1 0 0,-1 0 0 0 0,1 0 0 0 0,0 0 0 0 0,0 0 0 0 0,0 0 0 0 0,-1 0 0 0 0,1-1 0 0 0,0 1 0 0 0,0 0 0 0 0,0 0 0 0 0,0-1 0 0 0,-1 1 0 0 0,1-1 0 0 0,0 1 0 0 0,0-1 0 0 0,0 0 0 0 0,0 1 0 0 0,0-1 0 0 0,0 0 0 0 0,0 0 0 0 0,1 1 1 0 0,-1-1-1 0 0,0 0 0 0 0,0 0 0 0 0,0 0 0 0 0,1 0 0 0 0,-1 0 0 0 0,1 0 0 0 0,-1 0 0 0 0,1 0 0 0 0,-1-1 0 0 0,1 1 0 0 0,-1-2 0 0 0,0 0-11 0 0,0 1 0 0 0,0-1 0 0 0,0 1 0 0 0,0-1 0 0 0,1 1 0 0 0,-1-1 0 0 0,1 0 0 0 0,0 1 0 0 0,-1-1 0 0 0,1 0 0 0 0,1 1 0 0 0,-1-1 0 0 0,0 0 0 0 0,1 1 0 0 0,-1-1 0 0 0,1 0 0 0 0,1-4 0 0 0,0 3 6 0 0,0 1 0 0 0,1-1 0 0 0,-1 1 0 0 0,1 0 0 0 0,-1-1 1 0 0,1 1-1 0 0,0 0 0 0 0,0 1 0 0 0,0-1 0 0 0,6-3 0 0 0,2-1-5 0 0,0 2 0 0 0,0-1 0 0 0,1 1 0 0 0,0 1 1 0 0,0 0-1 0 0,21-4 0 0 0,42-3 27 0 0,0 4 1 0 0,0 2-1 0 0,80 7 1 0 0,227 32 49 0 0,-162-10-99 0 0,-155-15-120 0 0,-42-4-426 0 0,46 1 1 0 0,-59-2-864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3.0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83 168 0 0,'3'-13'10584'0'0,"-2"13"-10478"0"0,113-6 3304 0 0,-20 0-2745 0 0,506 3 235 0 0,-200 15-844 0 0,254-3 5 0 0,0-27 0 0 0,-554 15-60 0 0,65-3 15 0 0,82-5 34 0 0,-33 2-37 0 0,-122 5-83 0 0,47-3-10 0 0,133-7-20 0 0,-90 11 52 0 0,-154 3 46 0 0,73 0-21 0 0,48 7-5 0 0,-122-5 26 0 0,-18-2 3 0 0,0 0 0 0 0,1 1 0 0 0,-1 0 0 0 0,0 1 0 0 0,0 0 0 0 0,12 4 0 0 0,4 1-7 0 0,-22-5 146 0 0,-3-2-122 0 0,0 0-1 0 0,0 0 0 0 0,0 0 1 0 0,0 1-1 0 0,0-1 0 0 0,0 0 0 0 0,0 0 1 0 0,1 0-1 0 0,-1 0 0 0 0,0 0 1 0 0,0 1-1 0 0,0-1 0 0 0,0 0 1 0 0,1 0-1 0 0,-1 0 0 0 0,0 0 1 0 0,0 0-1 0 0,0 0 0 0 0,1 0 1 0 0,-1 0-1 0 0,0 1 0 0 0,0-1 1 0 0,0 0-1 0 0,1 0 0 0 0,-1 0 0 0 0,0 0 1 0 0,0 0-1 0 0,0 0 0 0 0,1 0 1 0 0,-1 0-1 0 0,0 0 0 0 0,0-1 1 0 0,0 1-1 0 0,1 0 0 0 0,-1 0 1 0 0,0 0-1 0 0,0 0 0 0 0,0 0 1 0 0,1 0-1 0 0,-1 0 0 0 0,0 0 1 0 0,0 0-1 0 0,0-1 0 0 0,0 1 0 0 0,1 0 1 0 0,-1 0-1 0 0,0 0 0 0 0,0 0 1 0 0,0-1-1 0 0,0 1 0 0 0,0 0 1 0 0,0 0-1 0 0,0 0 0 0 0,1-1 1 0 0,-1 1-1 0 0,0 0 0 0 0,0 0 1 0 0,0-1 44 0 0,-11 2-1822 0 0,1 1 70 0 0,0 0-1 0 0,0 0 0 0 0,-1 1 0 0 0,-15 7 1 0 0,0-1-1075 0 0,1-1 839 0 0,-3 2 344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5.3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421 333 120 0 0,'-3'-79'10912'0'0,"-13"76"-9531"0"0,1 0-529 0 0,0-2 381 0 0,10 6-1098 0 0,5-1-122 0 0,0 0 0 0 0,-1 0 0 0 0,1 0 0 0 0,0 0 0 0 0,-1 1 0 0 0,1-1 0 0 0,0 0 0 0 0,-1 0 0 0 0,1 0 0 0 0,0 0-1 0 0,-1 0 1 0 0,1 0 0 0 0,-1 0 0 0 0,1 0 0 0 0,0 0 0 0 0,-1 0 0 0 0,1 0 0 0 0,0-1 0 0 0,-1 1 0 0 0,1 0 0 0 0,0 0 0 0 0,-1 0 0 0 0,1 0 0 0 0,0 0-1 0 0,-1-1 1 0 0,1 1 0 0 0,0 0 0 0 0,0 0 0 0 0,-1-1 0 0 0,1 1 0 0 0,0 0 0 0 0,0 0 0 0 0,-1-1 0 0 0,1 1 0 0 0,0 0 0 0 0,0-1 0 0 0,0 1 0 0 0,0 0-1 0 0,-1 0 1 0 0,1-1 0 0 0,0 1 0 0 0,0-1 0 0 0,0 1 0 0 0,-30-23 104 0 0,22 13-45 0 0,0-1 0 0 0,0 1 0 0 0,1-1-1 0 0,1-1 1 0 0,-9-20 0 0 0,-6-9 178 0 0,18 36-154 0 0,1-1 0 0 0,-1 0 0 0 0,1 0-1 0 0,0 0 1 0 0,1 0 0 0 0,-1 0 0 0 0,0-11 0 0 0,2 15-35 0 0,0 0-1 0 0,0 0 1 0 0,0 0 0 0 0,1-1 0 0 0,-1 1-1 0 0,1 0 1 0 0,-1 0 0 0 0,1 0-1 0 0,0 0 1 0 0,0 0 0 0 0,2-4 0 0 0,-1 6-46 0 0,-1 0 1 0 0,1-1-1 0 0,0 1 1 0 0,0 0 0 0 0,-1 0-1 0 0,1 0 1 0 0,0 0-1 0 0,-1 1 1 0 0,1-1-1 0 0,0 0 1 0 0,0 1 0 0 0,-1-1-1 0 0,1 1 1 0 0,-1 0-1 0 0,1-1 1 0 0,-1 1 0 0 0,1 0-1 0 0,-1 0 1 0 0,1 0-1 0 0,1 1 1 0 0,33 23-82 0 0,-10-4-5 0 0,-2 1-1 0 0,-1 2 1 0 0,35 43-1 0 0,48 87 65 0 0,-47-60-49 0 0,-5 2 1 0 0,65 159 0 0 0,-14 53-139 0 0,-89-244 199 0 0,13 94 0 0 0,-24-107-45 0 0,-3 0 0 0 0,-5 55 1 0 0,2-101 39 0 0,-2 32-39 0 0,-1 0 1 0 0,-2 1-1 0 0,-16 51 1 0 0,-22 39-162 0 0,22-73 146 0 0,-2-1 0 0 0,-3-1-1 0 0,-1-1 1 0 0,-43 55 0 0 0,56-87 65 0 0,-2-2 1 0 0,0 0-1 0 0,-1-1 1 0 0,0 0-1 0 0,-2-2 0 0 0,0 0 1 0 0,-1-2-1 0 0,0 0 0 0 0,-37 16 1 0 0,30-16-11 0 0,0-1 1 0 0,-1-2 0 0 0,-53 12 0 0 0,64-18 12 0 0,-1-2 0 0 0,0 0 0 0 0,0-1 1 0 0,-1 0-1 0 0,1-2 0 0 0,0 0 1 0 0,-21-5-1 0 0,34 5 6 0 0,1-1 1 0 0,-1 1-1 0 0,1-1 1 0 0,-1 0 0 0 0,1-1-1 0 0,-1 1 1 0 0,1-1-1 0 0,0 0 1 0 0,0-1-1 0 0,1 1 1 0 0,-1-1-1 0 0,1 0 1 0 0,0 0-1 0 0,-7-8 1 0 0,7 5-11 0 0,-1 0 0 0 0,1 0-1 0 0,0 0 1 0 0,1-1 0 0 0,-1 0 0 0 0,2 0 0 0 0,-1 0 0 0 0,1 0-1 0 0,-2-12 1 0 0,2 3 0 0 0,1-1-1 0 0,1 1 1 0 0,0 0-1 0 0,1-1 1 0 0,1 1-1 0 0,1 0 1 0 0,0 0-1 0 0,2 0 1 0 0,7-21-1 0 0,6-4 38 0 0,2 1 1 0 0,1 1-1 0 0,3 2 0 0 0,1 0 0 0 0,58-68 1 0 0,-44 64-39 0 0,3 0 1 0 0,57-43-1 0 0,101-62-82 0 0,-58 45 90 0 0,-63 44-513 0 0,-26 21-1585 0 0,-23 18-1993 0 0,0 1-1 0 0,33-14 0 0 0,-43 24 2578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6.3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208 237 164 0 0,'24'-77'1032'0'0,"-6"16"319"0"0,-3 22 460 0 0,-7 17 1087 0 0,-1 6 713 0 0,-2 4-1341 0 0,-5 12-2243 0 0,0 0 1 0 0,1 0 0 0 0,-1 0 0 0 0,0 0-1 0 0,0 0 1 0 0,0-1 0 0 0,0 1 0 0 0,1 0-1 0 0,-1 0 1 0 0,0 0 0 0 0,0 0 0 0 0,0-1-1 0 0,0 1 1 0 0,0 0 0 0 0,0 0 0 0 0,1 0-1 0 0,-1-1 1 0 0,0 1 0 0 0,0 0 0 0 0,0 0-1 0 0,0 0 1 0 0,0-1 0 0 0,0 1 0 0 0,0 0-1 0 0,0 0 1 0 0,0-1 0 0 0,0 1 0 0 0,0 0 0 0 0,0 0-1 0 0,0 0 1 0 0,0-1 0 0 0,0 1 0 0 0,0 0-1 0 0,0 0 1 0 0,-1-1 0 0 0,1 1 0 0 0,0 0-1 0 0,0 0 1 0 0,0 0 0 0 0,0 0 0 0 0,0-1-1 0 0,0 1 1 0 0,-1 0 0 0 0,1 0 0 0 0,0 0-1 0 0,0 0 1 0 0,0-1 0 0 0,0 1 0 0 0,-1 0-1 0 0,1 0 1 0 0,0 0 0 0 0,0 0 0 0 0,0 0-1 0 0,-1 0 1 0 0,1 0 0 0 0,0 0 0 0 0,0 0-1 0 0,-1 0 1 0 0,1 0 0 0 0,0 0 0 0 0,0 0 0 0 0,0 0-1 0 0,-1 0 1 0 0,1 0 0 0 0,0 0 0 0 0,0 0-1 0 0,-1 0 1 0 0,1 0 0 0 0,0 0 0 0 0,-16 7 37 0 0,5 4-54 0 0,1 0 0 0 0,0 0 0 0 0,1 1 0 0 0,0 0 0 0 0,-12 23 1 0 0,-29 73 133 0 0,30-61-73 0 0,-4 11-33 0 0,2 1 1 0 0,3 1-1 0 0,2 0 1 0 0,3 2-1 0 0,-7 68 0 0 0,17-80-51 0 0,1 0 0 0 0,3 0-1 0 0,2 1 1 0 0,2-1 0 0 0,2-1-1 0 0,24 93 1 0 0,-19-108-17 0 0,1-1 1 0 0,2 0-1 0 0,1-1 1 0 0,2-1-1 0 0,1 0 1 0 0,1-1-1 0 0,2-1 1 0 0,28 31-1 0 0,-44-54 32 0 0,-1-1-1 0 0,1-1 1 0 0,1 1-1 0 0,-1-1 1 0 0,0 0 0 0 0,1 0-1 0 0,0 0 1 0 0,0-1 0 0 0,0 0-1 0 0,0 0 1 0 0,1-1-1 0 0,-1 1 1 0 0,1-2 0 0 0,-1 1-1 0 0,1 0 1 0 0,0-1-1 0 0,0-1 1 0 0,0 1 0 0 0,-1-1-1 0 0,1 0 1 0 0,0-1-1 0 0,0 1 1 0 0,0-1 0 0 0,-1-1-1 0 0,1 1 1 0 0,0-1-1 0 0,-1 0 1 0 0,1-1 0 0 0,-1 0-1 0 0,0 0 1 0 0,8-5-1 0 0,3-2 20 0 0,-1-2-1 0 0,-1 0 1 0 0,1-1 0 0 0,-2 0-1 0 0,0-2 1 0 0,-1 1-1 0 0,0-2 1 0 0,-1 1-1 0 0,-1-2 1 0 0,0 0-1 0 0,-1 0 1 0 0,10-26-1 0 0,-4 3 17 0 0,-1-2-1 0 0,-2 1 0 0 0,-2-2 0 0 0,9-68 0 0 0,-15 58 7 0 0,-2 0 0 0 0,-2 0 0 0 0,-9-84 0 0 0,-3 56 95 0 0,-36-129 0 0 0,37 176-77 0 0,-1 1-1 0 0,-2 1 1 0 0,-20-37-1 0 0,23 52-66 0 0,0-1-1 0 0,-1 1 1 0 0,-1 1 0 0 0,-1 0-1 0 0,-1 1 1 0 0,-27-25 0 0 0,36 36-60 0 0,-1 0 0 0 0,0 0 1 0 0,0 0-1 0 0,-1 1 1 0 0,1-1-1 0 0,-1 1 1 0 0,1 1-1 0 0,-1 0 0 0 0,0 0 1 0 0,0 0-1 0 0,0 1 1 0 0,-11-1-1 0 0,14 1-150 0 0,0 2 0 0 0,0-1-1 0 0,0 0 1 0 0,0 1 0 0 0,-1 0-1 0 0,1 0 1 0 0,0 0 0 0 0,1 0 0 0 0,-8 4-1 0 0,7-3-239 0 0,1 0-1 0 0,-1 1 1 0 0,1-1-1 0 0,0 1 1 0 0,0-1-1 0 0,0 1 1 0 0,1 0-1 0 0,-1 0 1 0 0,1 0-1 0 0,-1 1 1 0 0,-2 4-1 0 0,1-1-450 0 0,1 0 0 0 0,-1 1 0 0 0,1-1-1 0 0,0 1 1 0 0,1-1 0 0 0,-2 10-1 0 0,-1 9-604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7.1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353 272 956 0 0,'-22'-10'4359'0'0,"10"4"-2979"0"0,3 2-813 0 0,6 3-405 0 0,1-1 0 0 0,-1 1 0 0 0,0-1-1 0 0,1 0 1 0 0,-1 1 0 0 0,1-1 0 0 0,0 0 0 0 0,0 0 0 0 0,-3-4 0 0 0,3 3 25 0 0,0 0 1 0 0,0 0 0 0 0,0 0 0 0 0,1-1 0 0 0,0 1 0 0 0,-1 0-1 0 0,1-1 1 0 0,1 1 0 0 0,-1-1 0 0 0,0 1 0 0 0,0-6 0 0 0,1 0 246 0 0,0 0 1 0 0,1 0 0 0 0,2-15 0 0 0,5-8 268 0 0,-7 27-653 0 0,1 0 0 0 0,-1 0 0 0 0,2 0 0 0 0,-1 0 0 0 0,0 0 0 0 0,1 0 0 0 0,0 1 0 0 0,0-1 1 0 0,0 1-1 0 0,1 0 0 0 0,0 0 0 0 0,0 0 0 0 0,0 0 0 0 0,0 1 0 0 0,8-6 0 0 0,-5 5-22 0 0,0 0 1 0 0,0 1-1 0 0,0 0 1 0 0,1 0-1 0 0,-1 1 1 0 0,1 0-1 0 0,-1 0 1 0 0,1 1-1 0 0,0 0 1 0 0,12 0-1 0 0,-12 1-24 0 0,0 0 1 0 0,0 1-1 0 0,0 0 0 0 0,0 0 0 0 0,-1 1 0 0 0,1 0 0 0 0,0 1 1 0 0,-1-1-1 0 0,1 1 0 0 0,8 5 0 0 0,-11-5-4 0 0,-1 0 0 0 0,1 0-1 0 0,-1 1 1 0 0,0-1 0 0 0,0 1 0 0 0,0 0 0 0 0,0 0 0 0 0,-1 0-1 0 0,1 1 1 0 0,-1-1 0 0 0,0 1 0 0 0,-1 0 0 0 0,1 0-1 0 0,-1 0 1 0 0,3 7 0 0 0,-3-4 5 0 0,0 0 0 0 0,0 1 0 0 0,-1-1 0 0 0,0 0 0 0 0,-1 1 0 0 0,0-1-1 0 0,0 0 1 0 0,-1 1 0 0 0,0-1 0 0 0,-3 15 0 0 0,0-11 2 0 0,0 0-1 0 0,-1 0 1 0 0,0 0 0 0 0,-1-1-1 0 0,0 0 1 0 0,-11 14 0 0 0,-7 6 17 0 0,-2-2 1 0 0,-2-1-1 0 0,-47 39 1 0 0,-2-8 116 0 0,-157 90 1 0 0,174-113-42 0 0,60-36-99 0 0,-1 0-1 0 0,0 1 0 0 0,0-1 1 0 0,0 1-1 0 0,1-1 1 0 0,-1 1-1 0 0,0-1 1 0 0,1 1-1 0 0,-1-1 1 0 0,0 1-1 0 0,1 0 0 0 0,-1-1 1 0 0,1 1-1 0 0,-1 0 1 0 0,1 0-1 0 0,-1-1 1 0 0,0 2-1 0 0,2-2 2 0 0,-1 1 0 0 0,0-1 0 0 0,0 0 0 0 0,1 0 0 0 0,-1 1 0 0 0,0-1 0 0 0,0 0 0 0 0,1 1 0 0 0,-1-1 0 0 0,0 0 0 0 0,1 0-1 0 0,-1 0 1 0 0,0 0 0 0 0,1 1 0 0 0,-1-1 0 0 0,0 0 0 0 0,1 0 0 0 0,-1 0 0 0 0,0 0 0 0 0,1 0 0 0 0,-1 0 0 0 0,1 0 0 0 0,-1 0 0 0 0,0 0 0 0 0,1 0 0 0 0,0 0 0 0 0,39-2 135 0 0,-31 1-110 0 0,511-56 698 0 0,-331 32-417 0 0,58-16-607 0 0,-174 28 14 0 0,-52 9 1 0 0,-1 0 0 0 0,0-2 1 0 0,27-11-1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7.9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 57 548 0 0,'-11'-18'9339'0'0,"51"20"-7110"0"0,127 7-764 0 0,191-14-1 0 0,-258 1-1318 0 0,95-12-104 0 0,-46 2-317 0 0,-131 14 65 0 0,-13 1 28 0 0,0-1-1 0 0,-1 0 1 0 0,1 0-1 0 0,-1 0 1 0 0,1-1-1 0 0,-1 1 1 0 0,1-1-1 0 0,-1 0 1 0 0,0 0-1 0 0,1-1 1 0 0,-1 1-1 0 0,6-4 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8.3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47 632 0 0,'-30'-38'10766'0'0,"28"30"-10132"0"0,20 26 1052 0 0,-10-2-1540 0 0,0 1 0 0 0,-1 0 0 0 0,-1 0 0 0 0,8 32 0 0 0,0-2-49 0 0,39 159-25 0 0,5 17-18 0 0,-43-179-297 0 0,1 9-1078 0 0,3-1-1 0 0,36 73 1 0 0,-45-94-5103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8.7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76 131 572 0 0,'-70'-121'6795'0'0,"65"112"-5742"0"0,8 13-178 0 0,10 16 196 0 0,47 94 2090 0 0,32 56-2482 0 0,15-4-474 0 0,-78-126-1089 0 0,1-2 0 0 0,37 36-1 0 0,16 3-9058 0 0,-78-72 8872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29.0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718 68 172 0 0,'-6'-67'10153'0'0,"5"69"-9942"0"0,-1 1 1 0 0,1-1-1 0 0,-1 1 0 0 0,1-1 0 0 0,-1 0 1 0 0,0 0-1 0 0,0 0 0 0 0,0 0 1 0 0,-3 3-1 0 0,-2 1 69 0 0,-76 80 772 0 0,-101 98-864 0 0,19-51-895 0 0,46-40-2338 0 0,9 9-4541 0 0,96-86 6190 0 0,4 0 212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0.3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368 135 40 0 0,'-5'-7'655'0'0,"-1"0"-1"0"0,0 1 1 0 0,0 0-1 0 0,-8-7 1 0 0,-17-17 1326 0 0,26 24-1563 0 0,-1 1 0 0 0,1 0 0 0 0,-1 0 0 0 0,0 0 0 0 0,-11-6 0 0 0,-16-16 5341 0 0,34 27-5730 0 0,9-2 351 0 0,13 4-398 0 0,-1 6 41 0 0,-2 2-1 0 0,1 0 1 0 0,-1 1 0 0 0,-1 1-1 0 0,0 1 1 0 0,31 27 0 0 0,-16-10 6 0 0,-3 0 1 0 0,0 2 0 0 0,48 67-1 0 0,-49-55 10 0 0,-2 2 0 0 0,-3 1 0 0 0,-1 2-1 0 0,-3 0 1 0 0,20 63 0 0 0,-22-42-19 0 0,-3 1 0 0 0,-3 0 0 0 0,-3 1 0 0 0,-3 0 0 0 0,-3 1 0 0 0,-11 138 0 0 0,-5-123-18 0 0,-3 0-1 0 0,-52 159 1 0 0,60-225 3 0 0,-1-1 0 0 0,-1 0 0 0 0,-1-1 0 0 0,-1 0 0 0 0,-1-1 1 0 0,0 0-1 0 0,-2-1 0 0 0,-20 23 0 0 0,18-25 1 0 0,-1-1 1 0 0,0 0-1 0 0,0-2 1 0 0,-2 0-1 0 0,1-1 0 0 0,-2-1 1 0 0,0 0-1 0 0,0-2 1 0 0,0 0-1 0 0,-1-2 0 0 0,-1 0 1 0 0,1-1-1 0 0,-37 5 1 0 0,40-9 4 0 0,-1 0 0 0 0,0-1 0 0 0,0 0 0 0 0,0-2 0 0 0,-26-4 0 0 0,35 3 6 0 0,1 0 1 0 0,-1-1-1 0 0,1 0 0 0 0,0-1 1 0 0,0 0-1 0 0,0 0 1 0 0,0-1-1 0 0,1 0 0 0 0,0-1 1 0 0,0 0-1 0 0,0 0 0 0 0,-7-8 1 0 0,9 8-4 0 0,1 0 0 0 0,0 0 0 0 0,0 0 0 0 0,0-1 0 0 0,1 1 0 0 0,0-1 0 0 0,1 0 0 0 0,-1 0 0 0 0,1-1 0 0 0,0 1 0 0 0,1-1 0 0 0,0 1 0 0 0,-2-14 0 0 0,3 10-14 0 0,1 0 1 0 0,0-1-1 0 0,1 1 0 0 0,0 0 1 0 0,1 0-1 0 0,0-1 0 0 0,0 1 1 0 0,7-16-1 0 0,7-10-2 0 0,2 0 0 0 0,2 2 0 0 0,1 0 0 0 0,30-37 0 0 0,-46 64 14 0 0,44-58-18 0 0,60-60 0 0 0,-37 52 7 0 0,133-105 0 0 0,-180 159-5 0 0,2 0 1 0 0,1 1-1 0 0,0 2 0 0 0,43-20 0 0 0,-19 17-106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1.2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455 147 604 0 0,'0'0'116'0'0,"-2"-10"781"0"0,0 1-1 0 0,-1-1 1 0 0,0 1 0 0 0,-1-1-1 0 0,-6-11 1 0 0,9 19-799 0 0,0 1 0 0 0,0 0 1 0 0,0-1-1 0 0,0 1 0 0 0,0 0 0 0 0,0-1 0 0 0,0 1 1 0 0,-1 0-1 0 0,1 0 0 0 0,0 0 0 0 0,-1 0 0 0 0,1 0 0 0 0,-1 1 1 0 0,1-1-1 0 0,-1 0 0 0 0,-1 0 0 0 0,1 1-84 0 0,0 0 0 0 0,0 0 0 0 0,0 0 0 0 0,0 0 0 0 0,0 0-1 0 0,0 1 1 0 0,0-1 0 0 0,0 1 0 0 0,0-1 0 0 0,0 1 0 0 0,1 0 0 0 0,-1-1-1 0 0,0 1 1 0 0,0 0 0 0 0,1 0 0 0 0,-1 0 0 0 0,-2 3 0 0 0,-3 2 209 0 0,0 0 1 0 0,0 1-1 0 0,1-1 1 0 0,0 2-1 0 0,0-1 1 0 0,1 1-1 0 0,0-1 1 0 0,-6 14-1 0 0,-3 10 747 0 0,-10 32 0 0 0,4-9-237 0 0,-88 252 486 0 0,77-214-1161 0 0,0 3-3 0 0,4 1 0 0 0,-16 112 1 0 0,37-164-39 0 0,1 0 0 0 0,3 0 0 0 0,1 0 0 0 0,3 1 0 0 0,1-1 0 0 0,2 0 0 0 0,15 55 0 0 0,-12-69-9 0 0,1-1 0 0 0,1-1 0 0 0,2 0 1 0 0,1 0-1 0 0,1-1 0 0 0,1-1 0 0 0,28 37 0 0 0,-32-50 0 0 0,1 0 0 0 0,0 0 0 0 0,1-1 1 0 0,0-1-1 0 0,1 0 0 0 0,0-1 0 0 0,0 0 0 0 0,1-1 0 0 0,1-1 0 0 0,0 0 0 0 0,0-1 0 0 0,0-1 0 0 0,1 0 1 0 0,25 4-1 0 0,-29-7 7 0 0,0-1-1 0 0,0-1 1 0 0,0 0 0 0 0,1-1 0 0 0,-1 0 0 0 0,0-1 0 0 0,0 0 0 0 0,0-1 0 0 0,0-1 0 0 0,0 0 0 0 0,-1-1 0 0 0,1 0-1 0 0,-1-1 1 0 0,0 0 0 0 0,0-1 0 0 0,-1 0 0 0 0,1-1 0 0 0,-1 0 0 0 0,-1-1 0 0 0,0 0 0 0 0,0-1 0 0 0,0 0 0 0 0,-1 0-1 0 0,14-20 1 0 0,0-5 5 0 0,-2 0-1 0 0,-1-1 0 0 0,-2-2 0 0 0,-2 1 1 0 0,-1-2-1 0 0,14-53 0 0 0,-7-1-38 0 0,16-150 0 0 0,-29 162 74 0 0,-4 0-1 0 0,-7-130 1 0 0,-1 177-35 0 0,-1 0 0 0 0,-2 0 0 0 0,-2 0 0 0 0,0 1 0 0 0,-2 0 0 0 0,-2 1 1 0 0,-1 0-1 0 0,-1 1 0 0 0,-19-30 0 0 0,-66-83 24 0 0,-68-61-102 0 0,158 194 20 0 0,0 1-1 0 0,-1 0 1 0 0,0 0 0 0 0,-21-13 0 0 0,24 18-166 0 0,1 0 1 0 0,-1 1-1 0 0,1 0 0 0 0,-1 1 0 0 0,0-1 1 0 0,-9-1-1 0 0,15 4-118 0 0,-1 0 1 0 0,0-1-1 0 0,1 1 1 0 0,-1 0-1 0 0,0 0 1 0 0,1 0-1 0 0,-1 1 1 0 0,0-1-1 0 0,1 0 1 0 0,-1 1-1 0 0,0-1 1 0 0,1 1-1 0 0,-1-1 1 0 0,1 1-1 0 0,-1 0 1 0 0,1-1-1 0 0,-24 40-6756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2.1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52 395 900 0 0,'-1'-11'3359'0'0,"0"9"-3272"0"0,1 0 0 0 0,0 0 0 0 0,0 0 0 0 0,0 0 0 0 0,0 1 0 0 0,0-1 0 0 0,1 0 1 0 0,-1 0-1 0 0,0 0 0 0 0,1 1 0 0 0,0-1 0 0 0,0-3 0 0 0,8-12 416 0 0,16-25 1 0 0,7-12 994 0 0,-11 6 344 0 0,27-53 1719 0 0,-43 93-3537 0 0,0 2-1 0 0,0-1 0 0 0,1 0 1 0 0,0 1-1 0 0,0 0 1 0 0,0 0-1 0 0,1 1 1 0 0,0 0-1 0 0,0 0 0 0 0,0 1 1 0 0,1 0-1 0 0,-1 0 1 0 0,1 0-1 0 0,0 1 0 0 0,0 0 1 0 0,1 1-1 0 0,11-3 1 0 0,-13 4-32 0 0,-1 0 1 0 0,1 0 0 0 0,0 0-1 0 0,0 1 1 0 0,0 0-1 0 0,0 0 1 0 0,0 1 0 0 0,0-1-1 0 0,0 2 1 0 0,0-1 0 0 0,0 1-1 0 0,-1 0 1 0 0,1 0 0 0 0,-1 1-1 0 0,1 0 1 0 0,-1 0-1 0 0,0 1 1 0 0,0-1 0 0 0,0 1-1 0 0,-1 1 1 0 0,9 7 0 0 0,-10-7 13 0 0,0 0 0 0 0,-1 0 0 0 0,1 0 0 0 0,-1 0 0 0 0,0 0 0 0 0,-1 1-1 0 0,1-1 1 0 0,-1 1 0 0 0,0 0 0 0 0,-1 0 0 0 0,1 0 0 0 0,0 7 0 0 0,-2-3 15 0 0,1-1-1 0 0,-2 1 1 0 0,1-1-1 0 0,-1 1 0 0 0,-1-1 1 0 0,1 1-1 0 0,-5 11 0 0 0,0-5 13 0 0,0 0 1 0 0,-1-1-1 0 0,-1 1 0 0 0,0-1 0 0 0,-1-1 0 0 0,0 0 0 0 0,-2 0 0 0 0,-14 16 0 0 0,6-13 28 0 0,1 0 0 0 0,-2-2 0 0 0,-41 26 0 0 0,-71 29 319 0 0,45-26-191 0 0,70-35-177 0 0,11-7-11 0 0,1 0-1 0 0,0 0 1 0 0,0 1 0 0 0,0 0-1 0 0,1 0 1 0 0,-1 0 0 0 0,1 1-1 0 0,-1-1 1 0 0,1 1 0 0 0,-5 7-1 0 0,9-11 1 0 0,0 1-1 0 0,0-1 0 0 0,0 1 0 0 0,0-1 1 0 0,0 0-1 0 0,0 1 0 0 0,0-1 0 0 0,1 1 1 0 0,-1-1-1 0 0,0 1 0 0 0,0-1 0 0 0,1 1 1 0 0,-1-1-1 0 0,0 0 0 0 0,0 1 0 0 0,1-1 1 0 0,-1 1-1 0 0,0-1 0 0 0,1 0 0 0 0,-1 0 0 0 0,1 1 1 0 0,-1-1-1 0 0,0 0 0 0 0,1 1 0 0 0,-1-1 1 0 0,1 0-1 0 0,-1 0 0 0 0,1 0 0 0 0,-1 0 1 0 0,1 0-1 0 0,-1 1 0 0 0,1-1 0 0 0,-1 0 1 0 0,2 0-1 0 0,17 4 55 0 0,10-2 1 0 0,1-2 1 0 0,-1 0 0 0 0,44-8-1 0 0,-12 1 24 0 0,171-5 197 0 0,4-1-176 0 0,-161 6-127 0 0,85-20-1 0 0,-139 23-142 0 0,-1-2 0 0 0,-1 0 1 0 0,1-1-1 0 0,31-16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5:33.3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1 242 15030,'4000'-241'0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4.6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310 286 256 0 0,'0'-33'1306'0'0,"6"-40"1"0"0,7-11 1277 0 0,-11 49-188 0 0,-2 31-1842 0 0,-1-1 0 0 0,1 1 0 0 0,1-1 0 0 0,-1 1 0 0 0,1-1 0 0 0,0 1 1 0 0,1-5-1 0 0,-2 8-462 0 0,0 0 1 0 0,1 0 0 0 0,-1 0-1 0 0,1 0 1 0 0,-1-1 0 0 0,1 1-1 0 0,-1 0 1 0 0,1 0 0 0 0,0 0-1 0 0,0 1 1 0 0,-1-1 0 0 0,1 0-1 0 0,0 0 1 0 0,0 0 0 0 0,0 0-1 0 0,0 1 1 0 0,0-1-1 0 0,0 1 1 0 0,0-1 0 0 0,0 0-1 0 0,0 1 1 0 0,0 0 0 0 0,0-1-1 0 0,1 1 1 0 0,-1 0 0 0 0,1-1-1 0 0,2 1-88 0 0,1 1-1 0 0,-1-1 0 0 0,0 1 1 0 0,0-1-1 0 0,1 2 0 0 0,4 1 1 0 0,-6-3 64 0 0,12 6-35 0 0,0 0-1 0 0,-1 1 0 0 0,0 1 0 0 0,0 0 0 0 0,-1 1 0 0 0,0 0 1 0 0,0 1-1 0 0,-1 1 0 0 0,0 0 0 0 0,-1 0 0 0 0,0 1 0 0 0,14 20 1 0 0,0 5-26 0 0,-1 1 0 0 0,-2 1 0 0 0,21 52 0 0 0,-12-12-19 0 0,-3 0 0 0 0,-3 2 0 0 0,-4 0 0 0 0,-4 1 0 0 0,13 154-1 0 0,-28-197 13 0 0,-2 0 0 0 0,-2-1 0 0 0,-1 1 0 0 0,-2-1 0 0 0,-2 0 0 0 0,-1 0 0 0 0,-2 0 0 0 0,-1-1-1 0 0,-3-1 1 0 0,0 0 0 0 0,-34 58 0 0 0,35-75-11 0 0,0-1 0 0 0,-2 0 0 0 0,0 0-1 0 0,-1-2 1 0 0,0 0 0 0 0,-2 0 0 0 0,-36 24 0 0 0,27-24-27 0 0,0 0 0 0 0,-1-2 0 0 0,-1-1 0 0 0,0-2 0 0 0,-40 11 0 0 0,55-18 36 0 0,-1-1 0 0 0,0-1 0 0 0,0 0 0 0 0,0-1 0 0 0,-1 0 0 0 0,1-1 0 0 0,0-1 0 0 0,0 0 0 0 0,0-1 0 0 0,0-1 0 0 0,-24-8 0 0 0,29 8 8 0 0,1-1-1 0 0,0 0 1 0 0,1 0 0 0 0,-1-1-1 0 0,1-1 1 0 0,0 1-1 0 0,0-1 1 0 0,1 0 0 0 0,0-1-1 0 0,0 0 1 0 0,0 0 0 0 0,1 0-1 0 0,0-1 1 0 0,0 0-1 0 0,1 0 1 0 0,0-1 0 0 0,0 0-1 0 0,1 1 1 0 0,-3-12-1 0 0,4 11 8 0 0,1 0 0 0 0,0 0-1 0 0,1 0 1 0 0,0-1 0 0 0,0 1-1 0 0,1 0 1 0 0,0 0 0 0 0,1 0 0 0 0,0-1-1 0 0,0 1 1 0 0,1 0 0 0 0,1 0-1 0 0,-1 0 1 0 0,1 1 0 0 0,1-1-1 0 0,-1 1 1 0 0,1-1 0 0 0,1 1-1 0 0,0 0 1 0 0,7-9 0 0 0,7-7-21 0 0,1 0 1 0 0,1 2 0 0 0,1 1 0 0 0,46-35-1 0 0,1 4 55 0 0,2 4 0 0 0,2 2 0 0 0,104-47 0 0 0,-129 71-158 0 0,132-64-1852 0 0,-130 50-6919 0 0,-34 23 6075 0 0,-6 6 1393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5.5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373 214 520 0 0,'-31'-60'10145'0'0,"-7"-37"-5809"0"0,35 84-4107 0 0,2 9-125 0 0,-1-1 1 0 0,1 0 0 0 0,-1 0-1 0 0,1 1 1 0 0,-1-1-1 0 0,0 1 1 0 0,-4-7-1 0 0,5 11-104 0 0,1 0 0 0 0,0 0 0 0 0,0 0 0 0 0,-1 0-1 0 0,1 0 1 0 0,0 0 0 0 0,-1 0 0 0 0,1 0 0 0 0,0 0 0 0 0,0 0 0 0 0,-1 0 0 0 0,1 0-1 0 0,0 0 1 0 0,-1 0 0 0 0,1 0 0 0 0,0 0 0 0 0,0 0 0 0 0,-1 0 0 0 0,1 0-1 0 0,0 0 1 0 0,0 0 0 0 0,-1 1 0 0 0,1-1 0 0 0,0 0 0 0 0,0 0 0 0 0,-1 0 0 0 0,1 0-1 0 0,0 1 1 0 0,0-1 0 0 0,0 0 0 0 0,-1 0 0 0 0,1 1 0 0 0,0-1 0 0 0,0 0-1 0 0,-9 12-15 0 0,6-8 14 0 0,-16 25 38 0 0,1 0 0 0 0,1 1 0 0 0,-24 59 1 0 0,-24 104 160 0 0,49-143-181 0 0,-6 20-25 0 0,2 2 0 0 0,4 0 0 0 0,-11 123 0 0 0,26-184-9 0 0,1 0 1 0 0,0 1 0 0 0,0-1-1 0 0,2 0 1 0 0,-1 0 0 0 0,1 0-1 0 0,1 0 1 0 0,7 18 0 0 0,-9-27 24 0 0,-1 0-1 0 0,1 0 1 0 0,0-1 0 0 0,1 1-1 0 0,-1 0 1 0 0,0-1 0 0 0,0 1-1 0 0,1-1 1 0 0,-1 0 0 0 0,0 1-1 0 0,1-1 1 0 0,0 0 0 0 0,-1 0 0 0 0,1 0-1 0 0,0 0 1 0 0,-1 0 0 0 0,1 0-1 0 0,0 0 1 0 0,0-1 0 0 0,2 1-1 0 0,0 0 11 0 0,0-1-1 0 0,0 0 0 0 0,-1 0 0 0 0,1 0 1 0 0,0 0-1 0 0,-1-1 0 0 0,1 0 1 0 0,-1 1-1 0 0,1-1 0 0 0,4-2 0 0 0,5-3 44 0 0,-1 0 0 0 0,0 0-1 0 0,0-2 1 0 0,18-13 0 0 0,-4 0-27 0 0,-2-1 0 0 0,-1-1 0 0 0,29-36 0 0 0,52-85-117 0 0,-79 108 51 0 0,36-64-288 0 0,-57 99 287 0 0,-1 8-14 0 0,2 14-30 0 0,-4-18 73 0 0,5 25 53 0 0,2-2-1 0 0,1 1 1 0 0,1-1-1 0 0,1 0 1 0 0,1-1-1 0 0,1-1 1 0 0,29 41-1 0 0,-31-50-6 0 0,1-1 1 0 0,1 0-1 0 0,0-1 0 0 0,1 0 0 0 0,0-1 1 0 0,1-1-1 0 0,0 0 0 0 0,1-1 0 0 0,0-1 1 0 0,1 0-1 0 0,0-1 0 0 0,28 9 0 0 0,-37-15 102 0 0,0 0 1 0 0,0 0-1 0 0,1-1 0 0 0,-1 0 0 0 0,0 0 0 0 0,1-1 0 0 0,-1 0 0 0 0,0 0 1 0 0,1-1-1 0 0,-1-1 0 0 0,0 1 0 0 0,0-1 0 0 0,0 0 0 0 0,0-1 0 0 0,0 0 1 0 0,0 0-1 0 0,-1-1 0 0 0,1 0 0 0 0,9-7 0 0 0,-3 0-80 0 0,-1-1 1 0 0,0 0-1 0 0,-1 0 0 0 0,0-1 1 0 0,-1-1-1 0 0,0 0 0 0 0,-1 0 0 0 0,10-21 1 0 0,5-15-164 0 0,-1 0 0 0 0,-3-2 0 0 0,-2-1 1 0 0,17-78-1 0 0,-25 86 9 0 0,18-102 56 0 0,-27 132-225 0 0,-1 0 0 0 0,0 1 0 0 0,-2-1 0 0 0,0 0 1 0 0,0 0-1 0 0,-1 1 0 0 0,-8-28 0 0 0,9 39 77 0 0,0 1 0 0 0,0-1-1 0 0,0 1 1 0 0,-1-1 0 0 0,1 1 0 0 0,-1-1-1 0 0,1 1 1 0 0,-1 0 0 0 0,0 0 0 0 0,0 0-1 0 0,0 0 1 0 0,0 0 0 0 0,0 0 0 0 0,-1 0-1 0 0,1 1 1 0 0,-1-1 0 0 0,1 1 0 0 0,-1 0-1 0 0,1 0 1 0 0,-1 0 0 0 0,1 0 0 0 0,-1 0 0 0 0,0 0-1 0 0,0 1 1 0 0,0-1 0 0 0,1 1 0 0 0,-4 0-1 0 0,-2 0-886 0 0,-1 0-1 0 0,1 1 1 0 0,0 0-1 0 0,0 0 1 0 0,0 1-1 0 0,0 0 1 0 0,0 1-1 0 0,-9 3 1 0 0,-2 2-826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6.1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671 11 728 0 0,'18'-10'8266'0'0,"-21"34"-4847"0"0,-2-9-3257 0 0,0 1 0 0 0,-1-1 0 0 0,-1 0-1 0 0,0 0 1 0 0,-1-1 0 0 0,0 0 0 0 0,-1-1 0 0 0,-1 1 0 0 0,0-2-1 0 0,-1 0 1 0 0,0 0 0 0 0,-19 15 0 0 0,9-10-147 0 0,0-2 0 0 0,-1-1-1 0 0,-1 0 1 0 0,0-2 0 0 0,-1 0 0 0 0,-49 15 0 0 0,-181 53 402 0 0,233-74-360 0 0,8-2-26 0 0,-1 0 1 0 0,1 1-1 0 0,-18 9 1 0 0,31-14-33 0 0,0 1 0 0 0,-1-1 1 0 0,1 0-1 0 0,0 0 0 0 0,-1 0 1 0 0,1 0-1 0 0,0 0 0 0 0,0 0 1 0 0,0 1-1 0 0,-1-1 0 0 0,1 0 1 0 0,0 0-1 0 0,0 0 0 0 0,-1 1 1 0 0,1-1-1 0 0,0 0 0 0 0,0 0 1 0 0,0 0-1 0 0,0 1 0 0 0,0-1 1 0 0,-1 0-1 0 0,1 0 0 0 0,0 1 1 0 0,0-1-1 0 0,0 0 0 0 0,0 1 1 0 0,0-1-1 0 0,0 0 0 0 0,0 0 1 0 0,0 1-1 0 0,0-1 0 0 0,0 0 1 0 0,0 1-1 0 0,0-1 0 0 0,0 0 1 0 0,0 0-1 0 0,0 1 0 0 0,0-1 0 0 0,0 0 1 0 0,1 0-1 0 0,-1 1 0 0 0,0-1 1 0 0,0 0-1 0 0,0 0 0 0 0,0 1 1 0 0,0-1-1 0 0,1 0 0 0 0,16 10-20 0 0,27 3-19 0 0,328 39-255 0 0,-188-32 224 0 0,-47-8-344 0 0,-111-11-1260 0 0,1-1 1 0 0,-1-1-1 0 0,31-6 1 0 0,-49 5 189 0 0,0 0 0 0 0,0-1 0 0 0,13-5 0 0 0,-13 2 33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6.4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43 100 0 0,'4'-16'2084'0'0,"-4"14"-1748"0"0,0 1 1 0 0,1-1-1 0 0,-1 0 0 0 0,1 0 0 0 0,-1 1 0 0 0,1-1 0 0 0,-1 0 1 0 0,1 1-1 0 0,3-6 1008 0 0,-2 4-1007 0 0,-1 3-234 0 0,-1 0 1 0 0,1 0-1 0 0,-1-1 1 0 0,1 1-1 0 0,-1 0 1 0 0,1 0-1 0 0,-1 0 1 0 0,1 0 0 0 0,-1 0-1 0 0,1-1 1 0 0,-1 1-1 0 0,1 0 1 0 0,0 0-1 0 0,-1 1 1 0 0,10 4 1967 0 0,-10-4-1968 0 0,0-1 1 0 0,1 1-1 0 0,-1-1 1 0 0,0 1-1 0 0,0-1 1 0 0,0 1-1 0 0,1-1 1 0 0,-1 2-1 0 0,9 21 1340 0 0,4 36-1086 0 0,-3 0 0 0 0,-3 0 0 0 0,-2 1 0 0 0,-5 102 1 0 0,-2-114-512 0 0,3-1 1 0 0,8 68-1 0 0,8-26-3319 0 0,-15-83 2915 0 0,-2-4 172 0 0,0 0 0 0 0,0 0 0 0 0,1-1 0 0 0,-1 1 0 0 0,1 0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7.0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219 45 608 0 0,'-6'-41'10140'0'0,"-11"51"-8520"0"0,-14 18-934 0 0,1 2 1 0 0,-31 39-1 0 0,51-58-661 0 0,2 1 1 0 0,0 1-1 0 0,0-1 1 0 0,2 1-1 0 0,-1 1 0 0 0,1-1 1 0 0,1 1-1 0 0,1 0 0 0 0,-6 28 1 0 0,9-36-20 0 0,1 0 0 0 0,-1 0 0 0 0,1 0 0 0 0,1 0 0 0 0,-1 0 0 0 0,1-1 0 0 0,0 1-1 0 0,0 0 1 0 0,0 0 0 0 0,1-1 0 0 0,0 1 0 0 0,0-1 0 0 0,1 1 0 0 0,0-1 0 0 0,-1 0 0 0 0,2 0 0 0 0,-1 0 0 0 0,0 0 0 0 0,1-1 0 0 0,8 8 0 0 0,-5-6 26 0 0,1 0 0 0 0,-1 0 0 0 0,1-1 0 0 0,1-1 0 0 0,-1 1 0 0 0,1-1 0 0 0,-1-1 0 0 0,1 1 0 0 0,0-2 0 0 0,0 1 0 0 0,1-1-1 0 0,12 1 1 0 0,1 0 14 0 0,0-2 1 0 0,0 0-1 0 0,-1-2 0 0 0,1 0 0 0 0,29-6 0 0 0,-40 4-37 0 0,1 0 0 0 0,-1-1 0 0 0,0 0 0 0 0,-1-1 0 0 0,1 0 0 0 0,-1-1 0 0 0,0 0 0 0 0,0-1 0 0 0,-1 0 0 0 0,0-1-1 0 0,11-10 1 0 0,-9 6-8 0 0,0-1-1 0 0,-1 0 0 0 0,-1-1 1 0 0,0 0-1 0 0,0-1 0 0 0,-2 0 1 0 0,0 0-1 0 0,0-1 0 0 0,-2 0 1 0 0,0-1-1 0 0,-1 1 0 0 0,0-1 1 0 0,-1 0-1 0 0,-1 0 0 0 0,1-33 1 0 0,-4 46-6 0 0,0-1 0 0 0,0 1 1 0 0,0-1-1 0 0,-1 1 1 0 0,0-1-1 0 0,0 1 0 0 0,0-1 1 0 0,0 1-1 0 0,-1 0 0 0 0,0 0 1 0 0,0 0-1 0 0,0 0 0 0 0,0 0 1 0 0,-1 0-1 0 0,1 0 1 0 0,-1 1-1 0 0,0-1 0 0 0,0 1 1 0 0,-5-5-1 0 0,2 4-18 0 0,0 1 1 0 0,0-1-1 0 0,0 1 0 0 0,-1 0 0 0 0,1 1 1 0 0,-1-1-1 0 0,0 1 0 0 0,0 1 1 0 0,0-1-1 0 0,1 1 0 0 0,-15-1 0 0 0,-6 2-538 0 0,0 0 0 0 0,0 2 0 0 0,1 1 0 0 0,-46 10-1 0 0,49-6-2765 0 0,0 0-1 0 0,-42 20 1 0 0,53-22 1734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7.5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253 134 592 0 0,'0'-134'14149'0'0,"-3"145"-14075"0"0,-43 109 287 0 0,-56 168-104 0 0,70-155-242 0 0,7 1 0 0 0,5 1 0 0 0,-3 146 0 0 0,23-92-711 0 0,-1-171-177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5:38.3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515 1085 860 0 0,'7'-9'1031'0'0,"-2"3"-81"0"0,1 0 0 0 0,-2-1-1 0 0,1 1 1 0 0,-1-1 0 0 0,5-9-1 0 0,-1-1 45 0 0,-3 7-338 0 0,-1-1 0 0 0,0 1 0 0 0,0 0 0 0 0,2-14 0 0 0,-3 11-351 0 0,-1-1-1 0 0,-1 1 1 0 0,0-1-1 0 0,-1 0 1 0 0,0 1-1 0 0,-1-1 1 0 0,-3-15 0 0 0,3 23-298 0 0,0 1 1 0 0,-1-1-1 0 0,0 1 1 0 0,0-1-1 0 0,-1 1 1 0 0,0 0-1 0 0,1 0 1 0 0,-2 0-1 0 0,1 1 1 0 0,0-1-1 0 0,-1 1 1 0 0,0-1-1 0 0,0 1 1 0 0,0 0-1 0 0,-1 1 1 0 0,1-1-1 0 0,-1 1 1 0 0,0 0-1 0 0,-8-4 1 0 0,0 2 6 0 0,0 0 1 0 0,0 1-1 0 0,-1 0 0 0 0,1 1 0 0 0,-1 1 1 0 0,0 0-1 0 0,0 1 0 0 0,1 0 0 0 0,-1 1 1 0 0,0 1-1 0 0,0 0 0 0 0,0 1 1 0 0,-19 4-1 0 0,15-1 17 0 0,0 0 1 0 0,0 2-1 0 0,0 0 1 0 0,1 0 0 0 0,0 2-1 0 0,0 0 1 0 0,1 1-1 0 0,1 1 1 0 0,-20 16-1 0 0,24-17-21 0 0,0 2 0 0 0,1-1 0 0 0,0 1 0 0 0,1 1-1 0 0,0-1 1 0 0,1 2 0 0 0,1-1 0 0 0,0 1 0 0 0,0 0-1 0 0,2 1 1 0 0,-8 26 0 0 0,11-30-8 0 0,0-1-1 0 0,0 1 1 0 0,1-1 0 0 0,1 1-1 0 0,0 0 1 0 0,0-1-1 0 0,1 1 1 0 0,0-1 0 0 0,1 1-1 0 0,0-1 1 0 0,0 1 0 0 0,2-1-1 0 0,-1 0 1 0 0,1 0 0 0 0,0 0-1 0 0,1-1 1 0 0,0 0-1 0 0,7 9 1 0 0,-7-12 5 0 0,0 0-1 0 0,1 0 1 0 0,0-1 0 0 0,0 0-1 0 0,0 0 1 0 0,1 0 0 0 0,-1-1-1 0 0,1 0 1 0 0,0 0-1 0 0,0-1 1 0 0,1 0 0 0 0,11 4-1 0 0,3-1 21 0 0,1-1 0 0 0,46 3 0 0 0,-49-7-13 0 0,0 0-1 0 0,0-2 0 0 0,0-1 1 0 0,-1 0-1 0 0,1-1 1 0 0,-1-2-1 0 0,1 0 0 0 0,-1 0 1 0 0,0-2-1 0 0,20-10 0 0 0,-13 3-5 0 0,0 0 0 0 0,-2-2 0 0 0,1-1 0 0 0,-2 0 0 0 0,0-2 0 0 0,24-26 0 0 0,10-18 19 0 0,-3-3 0 0 0,-2-3 0 0 0,-3-1 0 0 0,-4-2-1 0 0,-3-3 1 0 0,38-90 0 0 0,-64 125 117 0 0,-1-1 0 0 0,-2 0 0 0 0,10-52 0 0 0,-19 71-126 0 0,-2 1-1 0 0,0-1 0 0 0,-1 0 1 0 0,-1 0-1 0 0,-1 0 0 0 0,-1 0 1 0 0,-1 1-1 0 0,-6-27 0 0 0,6 38-30 0 0,-8-26-24 0 0,10 35 28 0 0,1-1 1 0 0,-1 0 0 0 0,0 1 0 0 0,0-1 0 0 0,0 1 0 0 0,0 0 0 0 0,0-1 0 0 0,0 1 0 0 0,0 0-1 0 0,0-1 1 0 0,0 1 0 0 0,0 0 0 0 0,-1 0 0 0 0,1 0 0 0 0,-1 0 0 0 0,1 0 0 0 0,-3-1-1 0 0,3 2 6 0 0,-1 0-1 0 0,1 1 0 0 0,-1-1 0 0 0,1 0 0 0 0,-1 0 0 0 0,1 1 0 0 0,0-1 0 0 0,-1 1 0 0 0,1-1 0 0 0,-1 1 0 0 0,1-1 0 0 0,0 1 1 0 0,0 0-1 0 0,-1 0 0 0 0,1 0 0 0 0,0-1 0 0 0,-1 3 0 0 0,-21 18 56 0 0,-3 9 98 0 0,2 1-1 0 0,1 1 1 0 0,1 1 0 0 0,2 1-1 0 0,1 0 1 0 0,-21 55 0 0 0,14-15 12 0 0,2 1 1 0 0,-17 98-1 0 0,29-109-145 0 0,-5 100-1 0 0,16-129-17 0 0,2 1-1 0 0,1-1 1 0 0,1 0 0 0 0,12 51-1 0 0,-10-70-58 0 0,0-1 0 0 0,1 1 0 0 0,0-1 0 0 0,1-1 0 0 0,1 1-1 0 0,0-1 1 0 0,1 0 0 0 0,1-1 0 0 0,0 0 0 0 0,0-1 0 0 0,1 0 0 0 0,1-1 0 0 0,0 0-1 0 0,1-1 1 0 0,14 10 0 0 0,-10-10-442 0 0,0 0-1 0 0,1 0 1 0 0,0-2 0 0 0,37 12-1 0 0,-35-14-787 0 0,1-2 0 0 0,0 0 0 0 0,1-1 0 0 0,32 0 0 0 0,17-4-3388 0 0,-38-3 2706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3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441 184 132 0 0,'20'13'13373'0'0,"-30"-14"-13345"0"0,0 0 0 0 0,0-1 0 0 0,0 0 0 0 0,1-1 0 0 0,-1 0 0 0 0,1 0-1 0 0,-1-1 1 0 0,-13-8 0 0 0,-24-9 443 0 0,45 21-443 0 0,0-1 1 0 0,0 0-1 0 0,1 0 1 0 0,-1 0-1 0 0,0 0 1 0 0,0 0-1 0 0,1 0 1 0 0,-1 0 0 0 0,1-1-1 0 0,-1 1 1 0 0,1 0-1 0 0,0-1 1 0 0,-1 0-1 0 0,1 1 1 0 0,0-1-1 0 0,0 0 1 0 0,0 1 0 0 0,0-1-1 0 0,0 0 1 0 0,0 0-1 0 0,1 0 1 0 0,-1-2-1 0 0,0-1 50 0 0,0 0-1 0 0,1 0 1 0 0,0 0-1 0 0,0 1 0 0 0,0-1 1 0 0,1 0-1 0 0,2-9 1 0 0,-1 5-6 0 0,-2 5-34 0 0,0 1 0 0 0,1 0 0 0 0,0 0-1 0 0,0 0 1 0 0,0 0 0 0 0,0 0-1 0 0,0 0 1 0 0,0 1 0 0 0,1-1 0 0 0,-1 0-1 0 0,1 1 1 0 0,0-1 0 0 0,4-4-1 0 0,-5 6-23 0 0,0 0-1 0 0,-1 1 1 0 0,1-1-1 0 0,0 0 1 0 0,0 1-1 0 0,0-1 1 0 0,0 0-1 0 0,0 1 1 0 0,0 0-1 0 0,0-1 1 0 0,0 1-1 0 0,0-1 1 0 0,0 1-1 0 0,0 0 0 0 0,0 0 1 0 0,0-1-1 0 0,0 1 1 0 0,0 0-1 0 0,0 0 1 0 0,1 0-1 0 0,-1 0 1 0 0,0 1-1 0 0,0-1 1 0 0,0 0-1 0 0,1 1 1 0 0,2 1-22 0 0,0 0 1 0 0,0 0 0 0 0,-1 1-1 0 0,1-1 1 0 0,-1 1 0 0 0,4 3-1 0 0,17 18 7 0 0,0 2-1 0 0,-2 0 0 0 0,-1 1 1 0 0,-1 1-1 0 0,-1 1 1 0 0,24 51-1 0 0,68 197 133 0 0,-63-125-238 0 0,27 164-1 0 0,-62-254 144 0 0,-3 2-1 0 0,-3-1 0 0 0,-2 1 0 0 0,-4 0 1 0 0,-6 70-1 0 0,1-96-21 0 0,-2 0 1 0 0,-2-1-1 0 0,-1 0 0 0 0,-2 0 1 0 0,-2-1-1 0 0,-1 0 1 0 0,-2-1-1 0 0,-1-1 0 0 0,-39 58 1 0 0,30-55 33 0 0,-3-1 0 0 0,-1-2 1 0 0,-2-1-1 0 0,-55 45 0 0 0,62-58-1 0 0,-1-2 0 0 0,-1 0 0 0 0,0-2 0 0 0,-1-1 0 0 0,-1-2 0 0 0,-1 0 0 0 0,-41 11 0 0 0,63-22-22 0 0,1-1 0 0 0,-1 0 0 0 0,0 0 0 0 0,0 0 1 0 0,0-1-1 0 0,1 0 0 0 0,-1-1 0 0 0,0 0 0 0 0,0 0 1 0 0,1 0-1 0 0,-11-4 0 0 0,14 3-17 0 0,0 1 0 0 0,0-1 0 0 0,0 0 0 0 0,0 0 0 0 0,0 0 0 0 0,0-1 0 0 0,0 0 0 0 0,1 1 0 0 0,0-1 0 0 0,-1 0 0 0 0,1 0-1 0 0,0-1 1 0 0,1 1 0 0 0,-1-1 0 0 0,0 0 0 0 0,1 1 0 0 0,0-1 0 0 0,0 0 0 0 0,0 0 0 0 0,0 0 0 0 0,-1-6 0 0 0,1-4 40 0 0,0 0 0 0 0,0 0 0 0 0,1-1 0 0 0,1 1 0 0 0,1 0 0 0 0,0-1 0 0 0,1 1 0 0 0,0 0-1 0 0,1 0 1 0 0,0 0 0 0 0,10-22 0 0 0,7-13 65 0 0,48-82 1 0 0,-57 110-99 0 0,22-32 8 0 0,1 2 0 0 0,3 1-1 0 0,2 2 1 0 0,62-58 0 0 0,67-56-7 0 0,-137 136 1 0 0,0 2 0 0 0,2 0 0 0 0,60-31 0 0 0,-85 51-12 0 0,0 0 0 0 0,0 1 0 0 0,0 0 0 0 0,1 1 0 0 0,15-3 0 0 0,-16 3 16 0 0,-7 2-16 0 0,0-1 1 0 0,0 1-1 0 0,-1-1 1 0 0,1 1-1 0 0,0 0 1 0 0,0 0-1 0 0,-1-1 1 0 0,1 1-1 0 0,0 0 1 0 0,0 0-1 0 0,-1 0 1 0 0,1 0-1 0 0,0 0 0 0 0,0 0 1 0 0,0 0-1 0 0,-1 0 1 0 0,1 0-1 0 0,0 0 1 0 0,0 0-1 0 0,0 1 1 0 0,-1-1-1 0 0,1 0 1 0 0,0 1-1 0 0,0-1 1 0 0,-1 0-1 0 0,1 1 1 0 0,0-1-1 0 0,-1 1 0 0 0,1-1 1 0 0,0 2-1 0 0,-1-2-1 0 0,0 0-1 0 0,1 0 0 0 0,-1 0 1 0 0,0 0-1 0 0,0 0 0 0 0,0 0 1 0 0,0 0-1 0 0,1 0 0 0 0,-1 0 1 0 0,0 1-1 0 0,0-1 0 0 0,0 0 0 0 0,0 0 1 0 0,1 0-1 0 0,-1 0 0 0 0,0 0 1 0 0,0 0-1 0 0,0 0 0 0 0,0 0 1 0 0,1 0-1 0 0,-1 0 0 0 0,0 0 1 0 0,0 0-1 0 0,0 0 0 0 0,0 0 0 0 0,1-1 1 0 0,-1 1-1 0 0,0 0 0 0 0,0 0 1 0 0,0 0-1 0 0,0 0 0 0 0,1 0 1 0 0,-1 0-1 0 0,0 0 0 0 0,0 0 1 0 0,0-1-1 0 0,0 1 0 0 0,0 0 1 0 0,0 0-1 0 0,0 0 0 0 0,1 0 0 0 0,-1 0 1 0 0,0-1-1 0 0,0 1 0 0 0,0 0 1 0 0,0 0-1 0 0,0 0 0 0 0,0 0 1 0 0,0-1-1 0 0,0 1 0 0 0,0 0 1 0 0,0 0-1 0 0,5-11-989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4.1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29 101 144 0 0,'-3'-4'378'0'0,"-1"-1"-1"0"0,1 1 1 0 0,1-1 0 0 0,-1 1 0 0 0,1-1-1 0 0,0 0 1 0 0,0 0 0 0 0,0 0-1 0 0,0 0 1 0 0,1 0 0 0 0,0 0-1 0 0,0 0 1 0 0,1 0 0 0 0,-1-1 0 0 0,7-20 3459 0 0,-5 25-3693 0 0,-1 1-57 0 0,1 0 0 0 0,-1 0 0 0 0,1 0 1 0 0,-1 0-1 0 0,1 0 0 0 0,-1 0 0 0 0,1 0 0 0 0,-1 0 1 0 0,1 0-1 0 0,-1 1 0 0 0,1-1 0 0 0,-1 0 0 0 0,1 0 1 0 0,-1 0-1 0 0,4 3 697 0 0,-4-2-696 0 0,1-1-1 0 0,-1 1 0 0 0,0-1 0 0 0,0 0 0 0 0,1 2 0 0 0,4 8 258 0 0,1 1-1 0 0,-2-1 0 0 0,1 1 0 0 0,4 21 1 0 0,0-1-50 0 0,4 7-89 0 0,20 59 139 0 0,13 50-159 0 0,-18-49-164 0 0,-12-31-5 0 0,0 11-27 0 0,2 43-26 0 0,-12-57 11 0 0,-3 0-1 0 0,-8 110 0 0 0,-7-102 51 0 0,6-44-14 0 0,1-10-7 0 0,3-8 14 0 0,-1 0-1 0 0,-8 18 1 0 0,10-26-12 0 0,1-1 1 0 0,-1 0 0 0 0,1 1-1 0 0,-1-1 1 0 0,0 1-1 0 0,1-1 1 0 0,-1 0-1 0 0,0 1 1 0 0,0-1-1 0 0,0 0 1 0 0,0 0-1 0 0,0 0 1 0 0,-1 0-1 0 0,1 0 1 0 0,0 0-1 0 0,0 0 1 0 0,-1 0-1 0 0,1 0 1 0 0,0-1-1 0 0,-1 1 1 0 0,1-1-1 0 0,-1 1 1 0 0,1-1-1 0 0,-1 1 1 0 0,1-1 0 0 0,-1 0-1 0 0,1 1 1 0 0,-3-1-1 0 0,3 0-7 0 0,0-1 0 0 0,0 1 0 0 0,0 0 0 0 0,0-1 1 0 0,0 1-1 0 0,0-1 0 0 0,0 1 0 0 0,0-1 0 0 0,0 1 0 0 0,0-1 0 0 0,0 0 0 0 0,0 1 0 0 0,1-1 0 0 0,-1 0 1 0 0,0 0-1 0 0,0 0 0 0 0,1 0 0 0 0,-1 1 0 0 0,1-1 0 0 0,-1 0 0 0 0,0 0 0 0 0,1 0 0 0 0,-1-1 0 0 0,1-1-1 0 0,-1 1 0 0 0,1-1 0 0 0,0 1 0 0 0,-1 0-1 0 0,1-1 1 0 0,0 1 0 0 0,1-1 0 0 0,-1 1 0 0 0,0 0-1 0 0,1-4 1 0 0,1 0 6 0 0,0 0 0 0 0,0 0-1 0 0,1 0 1 0 0,0 0-1 0 0,0 0 1 0 0,0 1 0 0 0,4-6-1 0 0,-1 4 1 0 0,1 1-1 0 0,0-1 1 0 0,0 2-1 0 0,0-1 1 0 0,1 1-1 0 0,0 0 1 0 0,0 1-1 0 0,0-1 1 0 0,0 2-1 0 0,1-1 1 0 0,11-2-1 0 0,11-2 21 0 0,58-7 1 0 0,-75 13-6 0 0,23-2 4 0 0,-1 2 1 0 0,56 4 0 0 0,73 16-66 0 0,-135-15 45 0 0,347 51-745 0 0,-373-53 538 0 0,37 3-928 0 0,-6-11-6358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4.8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174 198 448 0 0,'-173'-12'7748'0'0,"339"13"-2097"0"0,15 4-4378 0 0,214 1-1416 0 0,1046-70 649 0 0,-580-49-328 0 0,-810 104-279 0 0,98-3 0 0 0,-143 14-168 0 0,-11 2-16 0 0,-10 3-541 0 0,-75 13-6780 0 0,29-9 3505 0 0,29-6 2513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5.8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439 376 228 0 0,'-14'-8'528'0'0,"0"-2"0"0"0,0 1 0 0 0,-15-16 0 0 0,24 20-395 0 0,0 0 0 0 0,1 0 1 0 0,0 0-1 0 0,0-1 0 0 0,0 1 0 0 0,0-1 0 0 0,1 0 1 0 0,0 0-1 0 0,1 0 0 0 0,-1 0 0 0 0,-1-9 0 0 0,3 7 211 0 0,0-1-1 0 0,1 1 0 0 0,0-1 0 0 0,0 0 1 0 0,1 1-1 0 0,0-1 0 0 0,3-8 0 0 0,3-34 2607 0 0,-7 43-2542 0 0,0 0 0 0 0,1 0 0 0 0,0 0-1 0 0,1 0 1 0 0,0 1 0 0 0,0-1 0 0 0,0 0 0 0 0,1 1 0 0 0,0 0-1 0 0,1 0 1 0 0,7-12 0 0 0,-10 18-408 0 0,0-1 0 0 0,0 1 1 0 0,0 0-1 0 0,0 0 0 0 0,0 0 0 0 0,0 0 0 0 0,0 0 1 0 0,0 0-1 0 0,1 0 0 0 0,-1 0 0 0 0,0 0 0 0 0,1 1 1 0 0,-1-1-1 0 0,0 1 0 0 0,1-1 0 0 0,-1 1 0 0 0,1-1 1 0 0,-1 1-1 0 0,1 0 0 0 0,-1 0 0 0 0,1-1 0 0 0,-1 1 1 0 0,3 0-1 0 0,-1 1 2 0 0,0 0 0 0 0,0 0-1 0 0,0 0 1 0 0,0 0 0 0 0,0 0 0 0 0,0 1 0 0 0,0-1 0 0 0,-1 1 0 0 0,1 0-1 0 0,4 3 1 0 0,4 5 11 0 0,0 1 0 0 0,-1 0-1 0 0,15 22 1 0 0,10 18-6 0 0,-2 2-1 0 0,-2 1 1 0 0,-3 1 0 0 0,25 70-1 0 0,-28-54-21 0 0,-3 1 0 0 0,-3 1 0 0 0,-4 1 0 0 0,11 132 0 0 0,-25-169 16 0 0,-1 0-1 0 0,-3 1 1 0 0,-1-1 0 0 0,-1 0 0 0 0,-2-1-1 0 0,-2 1 1 0 0,-2-2 0 0 0,0 1-1 0 0,-3-1 1 0 0,-1-1 0 0 0,-1-1-1 0 0,-2 0 1 0 0,-1-1 0 0 0,-2-1 0 0 0,-29 34-1 0 0,39-52 6 0 0,0-1-1 0 0,-2-1 1 0 0,1 0-1 0 0,-2 0 1 0 0,1-2-1 0 0,-1 1 1 0 0,-1-2-1 0 0,1 0 1 0 0,-2 0-1 0 0,1-2 1 0 0,-1 0-1 0 0,-24 6 1 0 0,20-7-4 0 0,0-1 0 0 0,0-1 0 0 0,-1-1 1 0 0,1-1-1 0 0,-1-1 0 0 0,1-1 1 0 0,-1 0-1 0 0,1-2 0 0 0,-38-9 0 0 0,49 10-1 0 0,1-1 0 0 0,0 0 0 0 0,0-1-1 0 0,1 1 1 0 0,-1-2 0 0 0,1 1 0 0 0,0-1-1 0 0,0 0 1 0 0,0 0 0 0 0,0-1 0 0 0,-10-12 0 0 0,14 14-1 0 0,-1-1 1 0 0,1 0 0 0 0,0 0-1 0 0,0 0 1 0 0,1 0 0 0 0,-1 0-1 0 0,1-1 1 0 0,0 1 0 0 0,1-1-1 0 0,-1 1 1 0 0,1-1 0 0 0,0 0-1 0 0,1 1 1 0 0,-1-1 0 0 0,1 0-1 0 0,0 0 1 0 0,0 0 0 0 0,3-8-1 0 0,1-4 8 0 0,1 1-1 0 0,1 0 1 0 0,1 0-1 0 0,0 0 1 0 0,1 1-1 0 0,1 1 1 0 0,1-1-1 0 0,0 1 0 0 0,1 1 1 0 0,0 0-1 0 0,1 0 1 0 0,21-17-1 0 0,17-11 13 0 0,1 2 0 0 0,65-37 0 0 0,-56 38-47 0 0,-46 29-8 0 0,66-42-377 0 0,-2-4 0 0 0,84-78 0 0 0,-138 106-1016 0 0,-3 2-1565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6.6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157 531 344 0 0,'-1'-24'1204'0'0,"-2"0"1"0"0,0-1-1 0 0,-1 1 1 0 0,-2 1-1 0 0,-10-31 0 0 0,2 11 853 0 0,6 21-700 0 0,5 14-791 0 0,2 3-254 0 0,0 0-1 0 0,0 1 1 0 0,-1-1 0 0 0,0 1-1 0 0,0 0 1 0 0,0-1 0 0 0,-3-3-1 0 0,4 8-302 0 0,1 0-1 0 0,0 0 0 0 0,-1 0 0 0 0,1 0 0 0 0,-1 0 1 0 0,1 0-1 0 0,0 0 0 0 0,-1 0 0 0 0,1 0 0 0 0,0 0 1 0 0,-1 0-1 0 0,1 0 0 0 0,0 1 0 0 0,-1-1 1 0 0,1 0-1 0 0,0 0 0 0 0,-1 0 0 0 0,1 0 0 0 0,0 1 1 0 0,-1-1-1 0 0,1 0 0 0 0,0 0 0 0 0,0 1 0 0 0,-1-1 1 0 0,1 0-1 0 0,0 0 0 0 0,0 1 0 0 0,0-1 1 0 0,-1 0-1 0 0,1 1 0 0 0,0-1 0 0 0,0 0 0 0 0,0 1 1 0 0,-7 11 45 0 0,-8 46 66 0 0,2 0 0 0 0,3 0 0 0 0,-3 69 0 0 0,7-66-57 0 0,1-19-61 0 0,3 0 1 0 0,1 0-1 0 0,2 0 1 0 0,2 0-1 0 0,1 0 0 0 0,15 58 1 0 0,-18-98 0 0 0,-1-1 1 0 0,0 1 0 0 0,1-1 0 0 0,-1 0-1 0 0,1 1 1 0 0,0-1 0 0 0,-1 1 0 0 0,1-1-1 0 0,0 0 1 0 0,0 0 0 0 0,0 1 0 0 0,0-1 0 0 0,0 0-1 0 0,0 0 1 0 0,0 0 0 0 0,0 0 0 0 0,1 0-1 0 0,-1 0 1 0 0,0 0 0 0 0,0-1 0 0 0,1 1-1 0 0,-1 0 1 0 0,1-1 0 0 0,-1 1 0 0 0,3 0-1 0 0,-1-1-3 0 0,-1 0 0 0 0,1 0-1 0 0,-1 0 1 0 0,0-1-1 0 0,1 1 1 0 0,-1-1 0 0 0,0 1-1 0 0,1-1 1 0 0,-1 0 0 0 0,0 0-1 0 0,0 0 1 0 0,1 0 0 0 0,-1 0-1 0 0,0 0 1 0 0,0 0-1 0 0,1-2 1 0 0,13-11-11 0 0,0 0 0 0 0,-2 0 0 0 0,1-1 0 0 0,-2-1 0 0 0,12-18 1 0 0,0-5 8 0 0,23-49 1 0 0,10-12 74 0 0,-49 87-72 0 0,0 1 0 0 0,1 0 0 0 0,21-20 0 0 0,-30 31 0 0 0,0 0 1 0 0,0 0 0 0 0,0 0-1 0 0,0 1 1 0 0,0-1-1 0 0,0 0 1 0 0,0 1-1 0 0,0-1 1 0 0,0 1 0 0 0,0-1-1 0 0,0 1 1 0 0,0 0-1 0 0,0-1 1 0 0,0 1 0 0 0,0 0-1 0 0,1 0 1 0 0,-1 0-1 0 0,0 0 1 0 0,0 0 0 0 0,0 0-1 0 0,0 0 1 0 0,1 0-1 0 0,-1 0 1 0 0,0 0 0 0 0,0 1-1 0 0,0-1 1 0 0,0 0-1 0 0,0 1 1 0 0,0-1 0 0 0,0 1-1 0 0,0-1 1 0 0,0 1-1 0 0,0 0 1 0 0,0-1 0 0 0,0 1-1 0 0,0 0 1 0 0,0 0-1 0 0,0 0 1 0 0,-1-1 0 0 0,1 1-1 0 0,0 0 1 0 0,-1 0-1 0 0,1 0 1 0 0,0 2 0 0 0,4 5-10 0 0,-1 0 0 0 0,1 1-1 0 0,-2-1 1 0 0,4 13 0 0 0,-5-15-1 0 0,6 15-31 0 0,4 16 32 0 0,2-1-1 0 0,30 58 1 0 0,-38-84 12 0 0,0-1 0 0 0,0 1 0 0 0,1-1 0 0 0,0-1 0 0 0,1 1 0 0 0,0-1 1 0 0,0-1-1 0 0,0 1 0 0 0,1-2 0 0 0,1 1 0 0 0,-1-1 0 0 0,1 0 0 0 0,20 8 0 0 0,-13-9-4 0 0,0 0-1 0 0,0-2 1 0 0,1 0-1 0 0,-1-1 1 0 0,1 0-1 0 0,0-2 1 0 0,-1 0-1 0 0,1-1 1 0 0,-1-1-1 0 0,1 0 1 0 0,-1-1-1 0 0,1-1 1 0 0,-1-1-1 0 0,18-7 1 0 0,-10 2 4 0 0,-1-1 1 0 0,0-1 0 0 0,0-1-1 0 0,-1-1 1 0 0,-1-1 0 0 0,-1-1 0 0 0,0-1-1 0 0,33-34 1 0 0,-40 33 4 0 0,0 0 0 0 0,-1-1 0 0 0,-1 0 0 0 0,-1-1 0 0 0,-1 0 0 0 0,0 0 1 0 0,-2-1-1 0 0,10-34 0 0 0,-7 12 38 0 0,-3-1 0 0 0,-1 0 0 0 0,2-61 1 0 0,-8 91-31 0 0,-1-1 1 0 0,0 1-1 0 0,-1 0 1 0 0,-1 0-1 0 0,0 0 1 0 0,-1 0-1 0 0,0 1 1 0 0,-1-1-1 0 0,-1 1 1 0 0,0 0 0 0 0,-1 0-1 0 0,0 0 1 0 0,-1 1-1 0 0,0 0 1 0 0,-1 0-1 0 0,-1 1 1 0 0,1 0-1 0 0,-2 0 1 0 0,0 1-1 0 0,-17-14 1 0 0,-10-5 80 0 0,24 20-318 0 0,0 1-1 0 0,-22-10 1 0 0,34 17 87 0 0,0 1-1 0 0,1 0 0 0 0,-1 0 1 0 0,0 0-1 0 0,0 0 1 0 0,0 0-1 0 0,0 0 1 0 0,0 0-1 0 0,0 0 1 0 0,0 0-1 0 0,0 0 1 0 0,0 0-1 0 0,0 0 0 0 0,0 1 1 0 0,0-1-1 0 0,1 0 1 0 0,-1 1-1 0 0,0-1 1 0 0,0 1-1 0 0,0-1 1 0 0,1 1-1 0 0,-1-1 1 0 0,0 1-1 0 0,0 0 0 0 0,1-1 1 0 0,-1 1-1 0 0,1 0 1 0 0,-1 0-1 0 0,0-1 1 0 0,1 1-1 0 0,-1 0 1 0 0,1 0-1 0 0,0 0 1 0 0,-1-1-1 0 0,1 1 0 0 0,0 0 1 0 0,-1 0-1 0 0,1 1 1 0 0,-9 38-6992 0 0,6-25 5468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7.2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0 114 84 0 0,'4'-15'1313'0'0,"15"-44"1235"0"0,7 20 2085 0 0,-26 39-4582 0 0,5 8 1305 0 0,1 15 138 0 0,-6-21-1314 0 0,34 262 2714 0 0,-14-78-2750 0 0,-13-139-126 0 0,-1 4-94 0 0,24 92 0 0 0,-27-136-182 0 0,-1 1-1 0 0,1 0 1 0 0,0-1-1 0 0,1 1 1 0 0,-1-1-1 0 0,8 9 1 0 0,-10-15-33 0 0,11 9-2328 0 0,-11-9 2328 0 0,1-1-1 0 0,0 1 1 0 0,-1 0 0 0 0,1-1 0 0 0,0 1 0 0 0,-1-1 0 0 0,1 0 0 0 0,0 0 0 0 0,0 1 0 0 0,-1-1 0 0 0,1 0 0 0 0,0-1 0 0 0,0 1 0 0 0,-1 0 0 0 0,1 0 0 0 0,0-1 0 0 0,-1 1 0 0 0,1-1 0 0 0,0 1 0 0 0,-1-1 0 0 0,1 0 0 0 0,-1 0 0 0 0,1 0 0 0 0,-1 0 0 0 0,2-1 0 0 0,6-3-1146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7.8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139 64 112 0 0,'-2'-5'853'0'0,"0"-2"-63"0"0,0 0 0 0 0,-1 0 0 0 0,0 0 1 0 0,0 1-1 0 0,-1 0 0 0 0,0 0 0 0 0,-5-7 1 0 0,9 13-734 0 0,-1 0 1 0 0,1 0 0 0 0,-1 0 0 0 0,1 1 0 0 0,-1-1-1 0 0,1 0 1 0 0,0 0 0 0 0,-1 0 0 0 0,1 0-1 0 0,-1 1 1 0 0,1-1 0 0 0,-1 0 0 0 0,1 0 0 0 0,-1 1-1 0 0,1-1 1 0 0,0 0 0 0 0,-1 1 0 0 0,1-1-1 0 0,0 0 1 0 0,-1 1 0 0 0,1-1 0 0 0,0 0 0 0 0,-1 1-1 0 0,1 0 1 0 0,-12 15 581 0 0,9-12-413 0 0,-5 11 217 0 0,0 0 0 0 0,0 0 0 0 0,2 1 0 0 0,0 0 0 0 0,-5 23 0 0 0,3-15 9 0 0,1 1-40 0 0,1 0 0 0 0,-5 32 0 0 0,10-49-376 0 0,0 0-1 0 0,1 1 1 0 0,0-1 0 0 0,0 1 0 0 0,1-1 0 0 0,0 0 0 0 0,0 1 0 0 0,1-1 0 0 0,0 0 0 0 0,7 15 0 0 0,-8-20-27 0 0,0-1 0 0 0,1 1 0 0 0,0 0 0 0 0,0-1 0 0 0,0 1 0 0 0,0-1 0 0 0,0 0 0 0 0,0 0 0 0 0,1 0 0 0 0,-1 0 0 0 0,1 0 0 0 0,-1 0 1 0 0,1-1-1 0 0,0 1 0 0 0,3 1 0 0 0,-1-1 4 0 0,0-1 0 0 0,1 0 1 0 0,-1 0-1 0 0,0 0 0 0 0,0-1 1 0 0,0 1-1 0 0,1-1 0 0 0,7-1 1 0 0,-1-1 27 0 0,-1 0 0 0 0,0 0 0 0 0,0-1 1 0 0,-1-1-1 0 0,1 0 0 0 0,0 0 0 0 0,19-12 0 0 0,-22 10-9 0 0,0 0 0 0 0,0-1 0 0 0,0 0 0 0 0,0-1 0 0 0,-1 1 0 0 0,-1-1 0 0 0,1-1 0 0 0,-1 1 0 0 0,-1-1 0 0 0,1 0 0 0 0,6-18 0 0 0,-9 22-28 0 0,-1-1 0 0 0,0 0-1 0 0,0 0 1 0 0,-1 0 0 0 0,0 1 0 0 0,0-1 0 0 0,0-1 0 0 0,-1 1 0 0 0,0 0 0 0 0,0 0-1 0 0,0 0 1 0 0,-1 0 0 0 0,0 0 0 0 0,0 0 0 0 0,0 0 0 0 0,-1 0 0 0 0,0 1 0 0 0,0-1-1 0 0,0 0 1 0 0,-1 1 0 0 0,-5-9 0 0 0,4 10-5 0 0,1 1 0 0 0,-1 0 1 0 0,1 0-1 0 0,-1 0 0 0 0,0 0 0 0 0,0 1 0 0 0,0-1 0 0 0,0 1 1 0 0,-1 0-1 0 0,1 0 0 0 0,0 1 0 0 0,-1-1 0 0 0,0 1 1 0 0,1 0-1 0 0,-1 0 0 0 0,0 1 0 0 0,1-1 0 0 0,-1 1 0 0 0,0 0 1 0 0,0 1-1 0 0,-8 0 0 0 0,-3 2-95 0 0,0 0 0 0 0,0 0 0 0 0,1 2 0 0 0,-1 0-1 0 0,-16 8 1 0 0,25-10-184 0 0,-26 13-896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8.1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30 169 240 0 0,'5'-13'1108'0'0,"-1"-1"0"0"0,0 0 0 0 0,-1 0 0 0 0,0 0-1 0 0,-1-1 1 0 0,-1 1 0 0 0,0-1 0 0 0,-2-21 0 0 0,2 35-931 0 0,-1 0-1 0 0,0 0 1 0 0,0 0 0 0 0,0 0-1 0 0,0-1 1 0 0,0 1 0 0 0,0 0-1 0 0,-1 0 1 0 0,1 0 0 0 0,0 0-1 0 0,-1 0 1 0 0,1 0 0 0 0,-1 0-1 0 0,1-1 1 0 0,-1 1 0 0 0,0-1-1 0 0,1 3-141 0 0,-1-1 0 0 0,0 1 0 0 0,1-1 0 0 0,-1 1 0 0 0,1 0 0 0 0,-1-1-1 0 0,1 1 1 0 0,0-1 0 0 0,-1 1 0 0 0,1 0 0 0 0,0-1 0 0 0,-1 1 0 0 0,1 0-1 0 0,0 0 1 0 0,0-1 0 0 0,-1 1 0 0 0,1 0 0 0 0,0-1 0 0 0,0 1 0 0 0,0 0 0 0 0,0 0-1 0 0,0-1 1 0 0,0 1 0 0 0,1 1 0 0 0,-14 104 408 0 0,-14 186-247 0 0,25-249-406 0 0,8 78-1 0 0,-4-105-188 0 0,1 0-1 0 0,0 0 0 0 0,1-1 0 0 0,1 1 1 0 0,1-1-1 0 0,0 0 0 0 0,0-1 1 0 0,12 18-1 0 0,-15-27 23 0 0,1 0 1 0 0,0-1-1 0 0,1 1 1 0 0,-1-1-1 0 0,1 0 1 0 0,-1 0-1 0 0,1-1 1 0 0,0 1-1 0 0,1-1 1 0 0,-1 0-1 0 0,1 0 0 0 0,-1-1 1 0 0,8 3-1 0 0,-2-2-270 0 0,0 0-1 0 0,0-1 1 0 0,0 0-1 0 0,0-1 1 0 0,1 0-1 0 0,16-1 1 0 0,-1-2-232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8.7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213 809 176 0 0,'28'-15'1011'0'0,"62"-40"1833"0"0,-79 48-2221 0 0,-1-1 0 0 0,0-1 0 0 0,0 0 0 0 0,-1 0 0 0 0,0-1 0 0 0,7-11 0 0 0,-14 19-464 0 0,-1 0 1 0 0,1 0-1 0 0,-1-1 0 0 0,0 1 0 0 0,0-1 0 0 0,0 1 1 0 0,0-1-1 0 0,-1 1 0 0 0,1-1 0 0 0,0 1 1 0 0,-1-1-1 0 0,0 0 0 0 0,0 1 0 0 0,0-1 0 0 0,0 1 1 0 0,0-1-1 0 0,0 0 0 0 0,-1 1 0 0 0,1-1 1 0 0,-1 1-1 0 0,0-1 0 0 0,0 1 0 0 0,0-1 0 0 0,0 1 1 0 0,0-1-1 0 0,0 1 0 0 0,-1 0 0 0 0,1 0 0 0 0,-1 0 1 0 0,-2-3-1 0 0,1 2-89 0 0,0-1-1 0 0,-1 1 1 0 0,1 0 0 0 0,-1 1-1 0 0,0-1 1 0 0,1 0-1 0 0,-1 1 1 0 0,0 0 0 0 0,0 0-1 0 0,-1 0 1 0 0,1 1 0 0 0,0-1-1 0 0,-1 1 1 0 0,1 0 0 0 0,-1 0-1 0 0,-7 0 1 0 0,-1 2-40 0 0,-1 0-1 0 0,1 2 1 0 0,0-1-1 0 0,-1 1 1 0 0,1 1-1 0 0,0 0 1 0 0,1 1 0 0 0,-1 1-1 0 0,1 0 1 0 0,0 0-1 0 0,0 1 1 0 0,1 1-1 0 0,-20 16 1 0 0,17-12 9 0 0,2 0 0 0 0,-1 1 0 0 0,2 0 0 0 0,0 1 0 0 0,0 0 0 0 0,1 1 0 0 0,1 0 0 0 0,1 0 0 0 0,0 1 0 0 0,-8 22 0 0 0,15-34-34 0 0,0 0-1 0 0,0 0 0 0 0,0 0 0 0 0,0 0 1 0 0,0 0-1 0 0,1 1 0 0 0,0-1 0 0 0,0 0 1 0 0,0 0-1 0 0,0 0 0 0 0,1 0 0 0 0,0 1 0 0 0,0-1 1 0 0,0 0-1 0 0,0 0 0 0 0,0 0 0 0 0,1 0 1 0 0,0-1-1 0 0,0 1 0 0 0,0 0 0 0 0,0-1 1 0 0,1 1-1 0 0,-1-1 0 0 0,1 0 0 0 0,0 0 0 0 0,0 0 1 0 0,0 0-1 0 0,0 0 0 0 0,0-1 0 0 0,1 1 1 0 0,-1-1-1 0 0,1 0 0 0 0,0 0 0 0 0,-1 0 1 0 0,1 0-1 0 0,0-1 0 0 0,0 0 0 0 0,0 0 1 0 0,0 0-1 0 0,1 0 0 0 0,-1 0 0 0 0,5-1 0 0 0,4 1-26 0 0,-1-1 0 0 0,1-1 0 0 0,-1 0 0 0 0,1-1-1 0 0,-1 0 1 0 0,1-1 0 0 0,-1 0 0 0 0,0-1-1 0 0,0 0 1 0 0,-1-1 0 0 0,1 0 0 0 0,-1-1 0 0 0,0 0-1 0 0,-1-1 1 0 0,19-15 0 0 0,-15 9 27 0 0,-1 0 0 0 0,-1-1 0 0 0,0 0 0 0 0,0-1 0 0 0,-2 0 0 0 0,0-1 0 0 0,-1 0 0 0 0,0-1 0 0 0,-1 0 0 0 0,6-21 0 0 0,3-14-7 0 0,-4-1 0 0 0,15-106 0 0 0,-15-112 44 0 0,-13 251-16 0 0,-1 0 1 0 0,-2 0-1 0 0,-8-38 1 0 0,11 56-29 0 0,-1-1 1 0 0,0 1-1 0 0,1 0 0 0 0,-1 1 1 0 0,0-1-1 0 0,0 0 1 0 0,0 0-1 0 0,0 0 1 0 0,0 0-1 0 0,0 1 1 0 0,-1-1-1 0 0,1 0 0 0 0,-2-1 1 0 0,2 3 0 0 0,1 0 0 0 0,0 0-1 0 0,-1 0 1 0 0,1 0 0 0 0,0-1 0 0 0,-1 1 0 0 0,1 0 0 0 0,0 0 0 0 0,-1 0-1 0 0,1 0 1 0 0,0 0 0 0 0,-1 0 0 0 0,1 0 0 0 0,-1 0 0 0 0,1 0 0 0 0,0 0 0 0 0,-1 0-1 0 0,1 0 1 0 0,0 0 0 0 0,-1 1 0 0 0,1-1 0 0 0,0 0 0 0 0,-1 0 0 0 0,1 0-1 0 0,0 0 1 0 0,-1 1 0 0 0,-10 14-2 0 0,7 1 42 0 0,0-1 1 0 0,1 1 0 0 0,1 0-1 0 0,1 0 1 0 0,0 0 0 0 0,1 24-1 0 0,1-20 2 0 0,5 129 158 0 0,37 208 0 0 0,-40-331-476 0 0,2-1 1 0 0,0 0-1 0 0,2 0 0 0 0,1 0 1 0 0,12 26-1 0 0,-18-48 59 0 0,0 0-1 0 0,0 0 0 0 0,0 0 0 0 0,0 0 0 0 0,0 0 1 0 0,0-1-1 0 0,5 4 0 0 0,-4-4-273 0 0,-1 0-1 0 0,1 0 1 0 0,0 0-1 0 0,-1-1 1 0 0,1 1-1 0 0,0-1 1 0 0,0 0 0 0 0,0 0-1 0 0,0 0 1 0 0,0 0-1 0 0,0-1 1 0 0,0 1 0 0 0,0-1-1 0 0,1 1 1 0 0,-1-1-1 0 0,0 0 1 0 0,0-1 0 0 0,0 1-1 0 0,0 0 1 0 0,0-1-1 0 0,1 0 1 0 0,3-1-1 0 0,4-3-782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9.2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 1 156 0 0,'-2'10'11136'0'0,"28"-1"-9517"0"0,-13-5-839 0 0,30 2-287 0 0,1-2 0 0 0,85-3 0 0 0,-65-2-787 0 0,-57 1 136 0 0,-1-1-1 0 0,0 0 1 0 0,1 0 0 0 0,-1-1-1 0 0,7-2 1 0 0,11-3-2522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19.8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17 804 0 0,'15'7'4660'0'0,"-11"-6"-4194"0"0,35 1 2220 0 0,-11-2-1212 0 0,-7 3-291 0 0,1-2 0 0 0,24-2 0 0 0,84-15 19 0 0,-43 4-978 0 0,-21 11 7 0 0,-35 1-146 0 0,5 4 585 0 0,-23-1-1433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5.0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161 85 596 0 0,'-13'-8'1408'0'0,"-5"-3"-156"0"0,7 5-1034 0 0,7 4-120 0 0,1 1 1 0 0,0-1-1 0 0,-1 1 1 0 0,1 0-1 0 0,-1 0 1 0 0,-4 0-1 0 0,-41 1 2012 0 0,26 1 2592 0 0,23-1-4621 0 0,-1 0 1 0 0,0 0-1 0 0,1 0 1 0 0,-1 0-1 0 0,0 0 0 0 0,1 0 1 0 0,-1 0-1 0 0,0 0 1 0 0,1 0-1 0 0,-1 0 1 0 0,1 0-1 0 0,-1-1 0 0 0,0 1 1 0 0,1 0-1 0 0,-1 0 1 0 0,1 0-1 0 0,-1-1 0 0 0,0 1 1 0 0,1 0-1 0 0,-1-1 1 0 0,1 1-1 0 0,-1-1 0 0 0,1 1 1 0 0,-1-1-1 0 0,1 1 1 0 0,0-1-1 0 0,-1 1 0 0 0,1-1 1 0 0,-1 1-1 0 0,1-1 1 0 0,0 0-1 0 0,0 0-31 0 0,0 0 0 0 0,0 1 0 0 0,0-1-1 0 0,0 0 1 0 0,1 0 0 0 0,-1 1 0 0 0,0-1 0 0 0,1 0-1 0 0,-1 0 1 0 0,0 1 0 0 0,1-1 0 0 0,-1 0 0 0 0,1 1 0 0 0,-1-1-1 0 0,1 1 1 0 0,0-1 0 0 0,-1 0 0 0 0,1 1 0 0 0,0-1 0 0 0,-1 1-1 0 0,1 0 1 0 0,1-1 0 0 0,6-4-15 0 0,0 1 0 0 0,0 1 1 0 0,1-1-1 0 0,-1 2 0 0 0,1-1 0 0 0,0 1 0 0 0,0 0 0 0 0,0 1 0 0 0,0 0 1 0 0,0 0-1 0 0,0 1 0 0 0,0 0 0 0 0,0 1 0 0 0,0 0 0 0 0,0 1 1 0 0,-1-1-1 0 0,1 2 0 0 0,15 5 0 0 0,-10-3-9 0 0,0 2-1 0 0,-1-1 1 0 0,0 2-1 0 0,0 0 1 0 0,-1 0-1 0 0,0 1 1 0 0,0 1-1 0 0,-1 0 1 0 0,-1 0-1 0 0,17 22 1 0 0,8 16 28 0 0,-3 2 0 0 0,26 55 0 0 0,42 111 27 0 0,-68-138-63 0 0,40 152 0 0 0,-58-172-34 0 0,-4 0 0 0 0,-2 1 0 0 0,1 88 0 0 0,-10-116 11 0 0,-1 1-1 0 0,-1 0 1 0 0,-2-1-1 0 0,-2 0 1 0 0,-1 0-1 0 0,-1-1 1 0 0,-1 0 0 0 0,-26 52-1 0 0,22-57 12 0 0,0 0-1 0 0,-1-1 1 0 0,-2-1 0 0 0,0-1-1 0 0,-2 0 1 0 0,0-1 0 0 0,-1-2-1 0 0,-2 0 1 0 0,1 0 0 0 0,-27 15-1 0 0,42-30-3 0 0,-1-1-1 0 0,0 1 0 0 0,0-1 0 0 0,0 0 0 0 0,0-1 0 0 0,0 1 0 0 0,0-1 0 0 0,-1-1 0 0 0,1 0 1 0 0,-1 0-1 0 0,0 0 0 0 0,1-1 0 0 0,-1 0 0 0 0,1 0 0 0 0,-1-1 0 0 0,1 0 0 0 0,-1 0 0 0 0,1-1 1 0 0,-1 0-1 0 0,1-1 0 0 0,0 1 0 0 0,0-1 0 0 0,0 0 0 0 0,0-1 0 0 0,1 0 0 0 0,-1 0 0 0 0,1 0 1 0 0,0-1-1 0 0,0 0 0 0 0,1 0 0 0 0,-1-1 0 0 0,1 1 0 0 0,0-1 0 0 0,1 0 0 0 0,0-1 0 0 0,0 1 1 0 0,0-1-1 0 0,0 1 0 0 0,1-1 0 0 0,0 0 0 0 0,-3-12 0 0 0,3 2 1 0 0,-1-1 0 0 0,2 1-1 0 0,0-1 1 0 0,1 0 0 0 0,1 1-1 0 0,1-1 1 0 0,1 0 0 0 0,3-20-1 0 0,7-17-16 0 0,22-65-1 0 0,-21 81 18 0 0,2 1 0 0 0,1 1 0 0 0,2 0 0 0 0,1 1 0 0 0,3 1 0 0 0,0 1 0 0 0,2 1 1 0 0,42-45-1 0 0,14 6 5 0 0,-64 59-94 0 0,2 1 0 0 0,0 0-1 0 0,0 2 1 0 0,1 0 0 0 0,0 1-1 0 0,0 1 1 0 0,40-10 0 0 0,-34 12-1191 0 0,-1 2 0 0 0,1 1 0 0 0,41-1 0 0 0,41-1-6705 0 0,-78 5 6428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5.5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257 79 116 0 0,'-28'-35'3145'0'0,"18"20"-2174"0"0,3 6-585 0 0,-3-11 1150 0 0,14 35-46 0 0,5 29-133 0 0,-2 0 1 0 0,-1 0-1 0 0,-2 79 1 0 0,-24 133-145 0 0,12-199-1158 0 0,-3-1 0 0 0,-2 0 1 0 0,-3-1-1 0 0,-1 0 1 0 0,-4-1-1 0 0,-1-1 1 0 0,-41 67-1 0 0,50-92-5 0 0,11-23-34 0 0,-1 1 1 0 0,1-1-1 0 0,-1 1 0 0 0,0-1 0 0 0,-1 0 1 0 0,-7 9-1 0 0,46-62 35 0 0,-29 42-43 0 0,1 1-1 0 0,0 0 0 0 0,0 0 0 0 0,1 0 0 0 0,-1 1 1 0 0,1 0-1 0 0,0 0 0 0 0,0 1 0 0 0,0 0 0 0 0,0 0 0 0 0,1 1 1 0 0,11-1-1 0 0,13-2 16 0 0,64 1 0 0 0,-47 3-12 0 0,187-11-21 0 0,237-6-1635 0 0,-443 18-636 0 0,48 6 0 0 0,-67-4 927 0 0,0 1 1 0 0,-1 0-1 0 0,1 0 0 0 0,11 6 1 0 0,-14-4 186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6.3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233 96 80 0 0,'-61'18'1199'0'0,"-13"5"-486"0"0,55-16-440 0 0,11-5 51 0 0,0 1 0 0 0,0 1 1 0 0,-11 6-1 0 0,15-8-116 0 0,1 0 207 0 0,-1 1 0 0 0,0-1 0 0 0,1 1 0 0 0,-1 0 0 0 0,-5 7 0 0 0,9-10-331 0 0,-1 1-1 0 0,1 0 1 0 0,-1 0-1 0 0,1 0 1 0 0,-1-1-1 0 0,1 1 1 0 0,0 0-1 0 0,-1 0 1 0 0,1 0-1 0 0,0 0 1 0 0,0 0-1 0 0,-1 0 1 0 0,1 0-1 0 0,0 0 1 0 0,0 0-1 0 0,0 0 0 0 0,0 0 1 0 0,1-1-1 0 0,-1 1 1 0 0,0 0-1 0 0,0 0 1 0 0,0 0-1 0 0,1 0 1 0 0,-1 0-1 0 0,0 0 1 0 0,1 0-1 0 0,-1-1 1 0 0,1 1-1 0 0,-1 0 1 0 0,1 0-1 0 0,-1-1 1 0 0,1 1-1 0 0,0 0 0 0 0,-1 0 1 0 0,1-1-1 0 0,1 2 1 0 0,1 0 154 0 0,1 0 1 0 0,-1 0-1 0 0,1 0 0 0 0,0 0 1 0 0,0 0-1 0 0,0 0 0 0 0,0-1 1 0 0,0 0-1 0 0,0 0 1 0 0,0 0-1 0 0,0-1 0 0 0,6 1 1 0 0,54-1 984 0 0,-49-1-1030 0 0,304-26 971 0 0,-92 5-793 0 0,285-8-167 0 0,66-5-105 0 0,-10-22 38 0 0,-215 19-131 0 0,-301 32-32 0 0,278-16 81 0 0,-321 22-45 0 0,0 0 0 0 0,-1 1 0 0 0,1 0 0 0 0,15 4 0 0 0,-23-5-17 0 0,-1 1 1 0 0,0-1-1 0 0,1 0 0 0 0,-1 1 0 0 0,1-1 1 0 0,-1 0-1 0 0,0 1 0 0 0,1-1 0 0 0,-1 0 0 0 0,0 1 1 0 0,1-1-1 0 0,-1 0 0 0 0,0 1 0 0 0,0-1 1 0 0,0 1-1 0 0,1-1 0 0 0,-1 1 0 0 0,0-1 1 0 0,0 1-1 0 0,0-1 0 0 0,0 0 0 0 0,0 1 1 0 0,0-1-1 0 0,0 1 0 0 0,0-1 0 0 0,0 1 1 0 0,0-1-1 0 0,0 1 0 0 0,0-1 0 0 0,0 1 0 0 0,0-1 1 0 0,0 1-1 0 0,0-1 0 0 0,-1 1 0 0 0,1-1 1 0 0,0 0-1 0 0,0 1 0 0 0,0-1 0 0 0,-1 1 1 0 0,1-1-1 0 0,0 0 0 0 0,-1 1 0 0 0,1-1 1 0 0,-1 1-1 0 0,-13 14-370 0 0,14-15 340 0 0,-2 2-22 0 0,0-1 0 0 0,0 0 0 0 0,0 0 0 0 0,1 0-1 0 0,-2 0 1 0 0,1 0 0 0 0,0 0 0 0 0,0 0 0 0 0,0-1 0 0 0,0 1 0 0 0,0-1 0 0 0,-1 1-1 0 0,1-1 1 0 0,0 0 0 0 0,0 0 0 0 0,-4 0 0 0 0,-40-9-5541 0 0,8 1-976 0 0,26 5 5135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7.2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149 216 84 0 0,'-20'-26'2277'0'0,"7"9"-637"0"0,-19-29 0 0 0,29 40-1252 0 0,0 0 1 0 0,0 0-1 0 0,1 0 0 0 0,0 0 1 0 0,0 0-1 0 0,0 0 1 0 0,1-1-1 0 0,0 1 0 0 0,-1-12 1 0 0,1 2 1145 0 0,1 14-1239 0 0,-1-1 0 0 0,1 0 0 0 0,0 0 0 0 0,0 1 0 0 0,0-1 0 0 0,0 0 1 0 0,1 0-1 0 0,0-3 0 0 0,0 5-276 0 0,-1 1 0 0 0,0-1 0 0 0,1 0 1 0 0,0 1-1 0 0,-1-1 0 0 0,1 0 1 0 0,-1 1-1 0 0,1-1 0 0 0,0 1 1 0 0,-1-1-1 0 0,1 1 0 0 0,0 0 0 0 0,0-1 1 0 0,-1 1-1 0 0,1 0 0 0 0,0-1 1 0 0,0 1-1 0 0,0 0 0 0 0,0 0 0 0 0,-1 0 1 0 0,1 0-1 0 0,0 0 0 0 0,0-1 1 0 0,0 2-1 0 0,0-1 0 0 0,-1 0 1 0 0,1 0-1 0 0,0 0 0 0 0,0 0 0 0 0,0 0 1 0 0,-1 1-1 0 0,1-1 0 0 0,1 1 1 0 0,3 2 16 0 0,1 0 1 0 0,-1 0-1 0 0,0 1 1 0 0,0 0 0 0 0,0 0-1 0 0,0 0 1 0 0,-1 0-1 0 0,0 1 1 0 0,7 9-1 0 0,-9-11-19 0 0,33 39 40 0 0,-2 2 0 0 0,-3 2 1 0 0,-1 1-1 0 0,35 80 0 0 0,-29-44-71 0 0,-5 1-1 0 0,-3 2 1 0 0,24 136-1 0 0,-41-162 12 0 0,-4 1 0 0 0,-2-1 0 0 0,-2 1-1 0 0,-3 0 1 0 0,-3 0 0 0 0,-13 68 0 0 0,8-86 5 0 0,-2-1-1 0 0,-1 0 1 0 0,-3-1 0 0 0,-20 41 0 0 0,23-58-3 0 0,-2 0 0 0 0,0 0 1 0 0,-1-2-1 0 0,-1 0 0 0 0,-2-1 0 0 0,0 0 1 0 0,-32 27-1 0 0,46-45 4 0 0,0 1-1 0 0,0-1 1 0 0,0 0 0 0 0,-1-1 0 0 0,1 1-1 0 0,-1-1 1 0 0,1 0 0 0 0,-1 0-1 0 0,0 0 1 0 0,0-1 0 0 0,0 1-1 0 0,0-1 1 0 0,0-1 0 0 0,0 1 0 0 0,-1-1-1 0 0,1 1 1 0 0,0-1 0 0 0,0-1-1 0 0,0 1 1 0 0,0-1 0 0 0,-1 0 0 0 0,1 0-1 0 0,0-1 1 0 0,1 1 0 0 0,-1-1-1 0 0,0 0 1 0 0,0 0 0 0 0,1-1-1 0 0,-1 0 1 0 0,1 1 0 0 0,0-1 0 0 0,0-1-1 0 0,0 1 1 0 0,0-1 0 0 0,0 1-1 0 0,-5-9 1 0 0,1 2 9 0 0,1 1 0 0 0,1-1-1 0 0,0-1 1 0 0,0 1 0 0 0,1-1 0 0 0,0 0-1 0 0,1 0 1 0 0,0 0 0 0 0,1-1 0 0 0,0 0 0 0 0,-2-15-1 0 0,4 11-4 0 0,1 0 0 0 0,0 0-1 0 0,1 0 1 0 0,1 0-1 0 0,0 1 1 0 0,1-1 0 0 0,9-28-1 0 0,-2 19-16 0 0,0 1 0 0 0,2 0 0 0 0,1 0 0 0 0,0 1 0 0 0,2 1 0 0 0,1 0 0 0 0,0 1 0 0 0,2 1-1 0 0,38-34 1 0 0,-16 22-245 0 0,1 1 0 0 0,2 3 1 0 0,51-26-1 0 0,145-51-8190 0 0,-170 82 4767 0 0,-35 14 2205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7.7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380 217 896 0 0,'0'-11'1292'0'0,"-1"0"-1"0"0,0-1 1 0 0,-3-13-1 0 0,-8-13 1235 0 0,9 29-2055 0 0,-1 0 0 0 0,0 0 1 0 0,0 0-1 0 0,-1 1 0 0 0,0-1 0 0 0,0 2 0 0 0,-1-1 1 0 0,0 0-1 0 0,-13-11 0 0 0,16 16-430 0 0,0 1 1 0 0,0-1-1 0 0,0 1 0 0 0,-1 0 0 0 0,1 0 1 0 0,0 1-1 0 0,-1-1 0 0 0,1 1 0 0 0,-1-1 1 0 0,1 1-1 0 0,-1 0 0 0 0,0 0 0 0 0,0 1 1 0 0,1-1-1 0 0,-1 1 0 0 0,0 0 0 0 0,0 0 1 0 0,0 0-1 0 0,1 0 0 0 0,-1 1 0 0 0,0 0 1 0 0,0 0-1 0 0,1 0 0 0 0,-1 0 1 0 0,1 0-1 0 0,-1 1 0 0 0,-4 2 0 0 0,0 1-14 0 0,0 0-1 0 0,0 1 1 0 0,0 0 0 0 0,1 0-1 0 0,0 1 1 0 0,0 0-1 0 0,1 0 1 0 0,-1 1-1 0 0,2 0 1 0 0,-1 0 0 0 0,-6 13-1 0 0,-2 9 90 0 0,-21 63 0 0 0,25-62-87 0 0,-2 3-23 0 0,2 1 1 0 0,2 0 0 0 0,1 0 0 0 0,2 1 0 0 0,2-1-1 0 0,0 1 1 0 0,3 0 0 0 0,1 0 0 0 0,2 0 0 0 0,9 49-1 0 0,-7-66-14 0 0,0 0-1 0 0,1 0 0 0 0,1-1 1 0 0,16 31-1 0 0,-20-43 6 0 0,1 1 0 0 0,0-2 1 0 0,0 1-1 0 0,0 0 0 0 0,1-1 0 0 0,0 1 0 0 0,0-1 0 0 0,1-1 1 0 0,-1 1-1 0 0,1-1 0 0 0,0 0 0 0 0,0 0 0 0 0,0-1 1 0 0,0 1-1 0 0,1-2 0 0 0,8 4 0 0 0,-5-3 0 0 0,0-2 0 0 0,-1 1 0 0 0,1-1 0 0 0,0 0 0 0 0,0-1-1 0 0,0 0 1 0 0,0-1 0 0 0,0 0 0 0 0,-1 0 0 0 0,1-1 0 0 0,17-6 0 0 0,-14 3 6 0 0,0 0-1 0 0,0-2 1 0 0,-1 1-1 0 0,0-2 1 0 0,-1 0-1 0 0,0 0 1 0 0,17-16 0 0 0,-6 1 36 0 0,-2 0 1 0 0,-1-1 0 0 0,-1-1-1 0 0,-1-1 1 0 0,-1-1 0 0 0,24-54-1 0 0,-27 47-21 0 0,-1 0-1 0 0,-2-1 0 0 0,-1-1 0 0 0,-2 0 1 0 0,-2 0-1 0 0,-1 0 0 0 0,-1 0 0 0 0,-4-41 1 0 0,1 67-7 0 0,-1 0 1 0 0,0-1 0 0 0,-1 1-1 0 0,-1 0 1 0 0,1 0-1 0 0,-1 0 1 0 0,-1 1 0 0 0,0-1-1 0 0,0 1 1 0 0,-1 0-1 0 0,-11-17 1 0 0,12 22-38 0 0,0-1 1 0 0,0 1-1 0 0,-1-1 1 0 0,1 1-1 0 0,-1 1 0 0 0,0-1 1 0 0,0 1-1 0 0,0-1 1 0 0,0 2-1 0 0,0-1 0 0 0,-1 0 1 0 0,1 1-1 0 0,-1 0 1 0 0,0 0-1 0 0,0 1 0 0 0,0 0 1 0 0,0 0-1 0 0,0 0 1 0 0,0 1-1 0 0,0 0 0 0 0,-9 0 1 0 0,11 1-223 0 0,0-1 1 0 0,1 1 0 0 0,-1 0-1 0 0,1 0 1 0 0,-1 0-1 0 0,1 1 1 0 0,-1-1-1 0 0,1 1 1 0 0,0 0 0 0 0,0 0-1 0 0,-1 0 1 0 0,1 0-1 0 0,1 1 1 0 0,-1-1 0 0 0,0 1-1 0 0,1-1 1 0 0,-1 1-1 0 0,-3 6 1 0 0,3-4-437 0 0,0 0-1 0 0,0 0 0 0 0,1 0 1 0 0,0 1-1 0 0,0-1 1 0 0,0 1-1 0 0,0 0 1 0 0,1-1-1 0 0,0 1 1 0 0,0 0-1 0 0,1 7 1 0 0,0 8-856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8.2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263 204 860 0 0,'30'-55'5951'0'0,"3"-34"1261"0"0,-32 85-7182 0 0,0 1 1 0 0,0-1-1 0 0,1 0 0 0 0,0 1 0 0 0,0-1 1 0 0,0 1-1 0 0,0 0 0 0 0,0-1 0 0 0,1 1 0 0 0,0 0 1 0 0,-1 0-1 0 0,1 1 0 0 0,0-1 0 0 0,5-3 0 0 0,-6 5-15 0 0,0 0-1 0 0,1 0 0 0 0,-1 0 0 0 0,0 0 0 0 0,1 0 0 0 0,-1 1 0 0 0,1-1 0 0 0,-1 1 1 0 0,1 0-1 0 0,-1-1 0 0 0,1 1 0 0 0,0 0 0 0 0,-1 0 0 0 0,1 1 0 0 0,-1-1 0 0 0,1 1 1 0 0,-1-1-1 0 0,1 1 0 0 0,-1 0 0 0 0,0 0 0 0 0,1 0 0 0 0,2 1 0 0 0,0 1-18 0 0,0-1-1 0 0,0 1 1 0 0,-1 0-1 0 0,1 1 0 0 0,-1-1 1 0 0,0 1-1 0 0,0 0 1 0 0,0 0-1 0 0,0 0 0 0 0,-1 0 1 0 0,1 0-1 0 0,-1 1 1 0 0,-1 0-1 0 0,1 0 0 0 0,3 6 1 0 0,-4-4 5 0 0,-1 0 1 0 0,1-1 0 0 0,-1 1 0 0 0,0 0-1 0 0,0-1 1 0 0,-1 1 0 0 0,0 0-1 0 0,0 0 1 0 0,-1 0 0 0 0,0-1-1 0 0,-2 8 1 0 0,-1 2 6 0 0,-1 0 0 0 0,-1 0-1 0 0,-1-1 1 0 0,0 0 0 0 0,-1 0-1 0 0,-1 0 1 0 0,0-1 0 0 0,0-1 0 0 0,-15 16-1 0 0,-19 14 20 0 0,-1-3 0 0 0,-3-1 0 0 0,-83 54 0 0 0,103-75 58 0 0,1 0 1 0 0,1 2 0 0 0,-26 27-1 0 0,50-47-82 0 0,1 1-1 0 0,-1-1 1 0 0,1 1-1 0 0,-1-1 1 0 0,1 0-1 0 0,-1 1 1 0 0,1-1-1 0 0,-1 1 1 0 0,1 0-1 0 0,-1-1 1 0 0,1 1-1 0 0,-1-1 1 0 0,1 1-1 0 0,0-1 1 0 0,0 1-1 0 0,-1 0 0 0 0,1-1 1 0 0,0 1-1 0 0,0 0 1 0 0,0-1-1 0 0,-1 1 1 0 0,1 0-1 0 0,0 0 1 0 0,0-1-1 0 0,0 1 1 0 0,0 0-1 0 0,0-1 1 0 0,1 1-1 0 0,-1 0 1 0 0,0-1-1 0 0,0 1 1 0 0,0 0-1 0 0,0-1 1 0 0,1 1-1 0 0,-1 0 1 0 0,0-1-1 0 0,1 1 0 0 0,-1-1 1 0 0,1 1-1 0 0,-1 0 1 0 0,0-1-1 0 0,1 1 1 0 0,-1-1-1 0 0,1 1 1 0 0,0-1-1 0 0,-1 0 1 0 0,1 1-1 0 0,-1-1 1 0 0,1 0-1 0 0,-1 1 1 0 0,1-1-1 0 0,0 0 1 0 0,-1 1-1 0 0,1-1 1 0 0,0 0-1 0 0,-1 0 1 0 0,1 0-1 0 0,0 0 0 0 0,1 0 1 0 0,5 2-2 0 0,0-1 1 0 0,0 0-1 0 0,-1-1 1 0 0,14 0-1 0 0,79-12 5 0 0,0-4 0 0 0,96-28 0 0 0,-70 8-563 0 0,-107 29-295 0 0,0 0 0 0 0,-1-2 0 0 0,0 1 0 0 0,28-21 0 0 0,52-40-8196 0 0,-80 54 7696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8.7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80 67 572 0 0,'-30'-22'2401'0'0,"-20"0"7594"0"0,65 33-8612 0 0,-4-8-1237 0 0,1 0-1 0 0,0 0 1 0 0,-1-1-1 0 0,1-1 1 0 0,20 0 0 0 0,63-6-30 0 0,-55 2-29 0 0,87-6-70 0 0,394-16-1419 0 0,-516 25 1139 0 0,32-1-1189 0 0,-15-3-1198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9.0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 84 376 0 0,'-7'-4'784'0'0,"0"0"0"0"0,0-1 0 0 0,1 0 0 0 0,-8-7 0 0 0,12 11-492 0 0,0-1 1 0 0,0 0 0 0 0,0 0 0 0 0,0-1-1 0 0,1 1 1 0 0,-1 0 0 0 0,1-1-1 0 0,0 1 1 0 0,-1-1 0 0 0,1 1-1 0 0,0-1 1 0 0,0 1 0 0 0,1-1-1 0 0,-1 0 1 0 0,4-15 2326 0 0,-2 18-2546 0 0,10 5 1462 0 0,10 19-469 0 0,-14-9-973 0 0,0-1 0 0 0,-2 1 0 0 0,0 0-1 0 0,-1 0 1 0 0,0 1 0 0 0,-1 0 0 0 0,1 26-1 0 0,3 6 5 0 0,1 29-57 0 0,-2 139 0 0 0,-6-166-112 0 0,1-3-229 0 0,-2 54-823 0 0,0-90 106 0 0,0 1 1 0 0,-1-1 0 0 0,0 0 0 0 0,-1 0-1 0 0,0 0 1 0 0,-8 16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9.3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 94 68 0 0,'-60'-93'10314'0'0,"60"92"-10281"0"0,11 8 976 0 0,13 10-1 0 0,95 94 883 0 0,-76-68-2170 0 0,68 52 0 0 0,-69-60-1302 0 0,-2-2-1593 0 0,-25-22-182 0 0,-7-6 1678 0 0,10 4 0 0 0,-12-7 452 0 0,0-1 178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29.5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546 115 732 0 0,'4'-28'945'0'0,"-2"18"-319"0"0,-1-1 0 0 0,1 1-1 0 0,-2-1 1 0 0,0 1 0 0 0,-1-15 0 0 0,1 24-569 0 0,0 1 1 0 0,0 0 0 0 0,0-1-1 0 0,-1 1 1 0 0,1-1-1 0 0,0 1 1 0 0,0-1-1 0 0,0 1 1 0 0,-1 0 0 0 0,1-1-1 0 0,0 1 1 0 0,-1-1-1 0 0,1 1 1 0 0,0 0 0 0 0,-1-1-1 0 0,1 1 1 0 0,0 0-1 0 0,-1 0 1 0 0,1-1-1 0 0,-1 1 1 0 0,1 0 0 0 0,0 0-1 0 0,-1 0 1 0 0,1-1-1 0 0,-1 1 1 0 0,1 0-1 0 0,-1 0 1 0 0,1 0 0 0 0,-1 0-1 0 0,1 0 1 0 0,-1 0-1 0 0,1 0 1 0 0,-1 0-1 0 0,1 0 1 0 0,0 0 0 0 0,-1 0-1 0 0,1 0 1 0 0,-1 0-1 0 0,1 0 1 0 0,-1 1 0 0 0,1-1-1 0 0,-1 0 1 0 0,1 0-1 0 0,-1 1 1 0 0,-22 12 1171 0 0,20-11-1009 0 0,-46 33 1704 0 0,-63 61 0 0 0,45-37-1564 0 0,-1-1-674 0 0,-6 6-2178 0 0,-1-2-3536 0 0,30-31 2559 0 0,24-18 2144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4.0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271 278 120 0 0,'-25'-8'1357'0'0,"1"-1"0"0"0,-44-23-1 0 0,57 27-722 0 0,-1 0 0 0 0,1 1 0 0 0,-24-5 0 0 0,2 1 1850 0 0,30 7-2259 0 0,0 0 0 0 0,-1-1 0 0 0,1 1 1 0 0,0 0-1 0 0,0-1 0 0 0,1 1 1 0 0,-1-1-1 0 0,0 0 0 0 0,0 0 1 0 0,1 0-1 0 0,0-1 0 0 0,-1 1 1 0 0,1-1-1 0 0,0 1 0 0 0,-3-5 1 0 0,4 5-167 0 0,0 0 0 0 0,0 0 1 0 0,1 0-1 0 0,-1 0 0 0 0,1 0 1 0 0,-1 0-1 0 0,1 0 1 0 0,0-1-1 0 0,-1 1 0 0 0,1 0 1 0 0,0 0-1 0 0,1 0 0 0 0,-1 0 1 0 0,0-1-1 0 0,1 1 0 0 0,-1 0 1 0 0,1 0-1 0 0,-1 0 1 0 0,1 0-1 0 0,0 0 0 0 0,0 0 1 0 0,0 0-1 0 0,0 0 0 0 0,2-2 1 0 0,6-9 104 0 0,0-2 4 0 0,1 0 0 0 0,21-23 0 0 0,-28 36-157 0 0,-1-1 0 0 0,1 1 0 0 0,-1-1 0 0 0,1 1 0 0 0,0 0 0 0 0,-1 0 0 0 0,1 0 1 0 0,0 1-1 0 0,0-1 0 0 0,1 1 0 0 0,-1-1 0 0 0,0 1 0 0 0,0 0 0 0 0,1 0 0 0 0,-1 0 0 0 0,1 1 0 0 0,-1-1 0 0 0,1 1 0 0 0,-1 0 0 0 0,6 0 0 0 0,-6 1-5 0 0,1 1 1 0 0,-1-1-1 0 0,1 0 0 0 0,-1 1 0 0 0,1 0 0 0 0,-1 0 0 0 0,0 0 0 0 0,1 0 0 0 0,-1 1 0 0 0,-1-1 1 0 0,1 1-1 0 0,0-1 0 0 0,4 6 0 0 0,3 6-15 0 0,16 27 1 0 0,-11-18 9 0 0,12 24 4 0 0,-1 1 0 0 0,20 54 0 0 0,9 17-71 0 0,-4-20-115 0 0,64 122-438 0 0,-102-195 435 0 0,0 0 1 0 0,-1 0-1 0 0,-2 1 1 0 0,-1 1-1 0 0,9 41 1 0 0,-16-55 102 0 0,0 0-1 0 0,0 1 1 0 0,-1 0-1 0 0,-1-1 1 0 0,-1 1-1 0 0,0-1 1 0 0,0 1-1 0 0,-2-1 1 0 0,0 1-1 0 0,0-1 1 0 0,-2 0-1 0 0,-8 20 1 0 0,1-9 6 0 0,-1-1 1 0 0,-1 0-1 0 0,0-1 0 0 0,-2-1 1 0 0,-1-1-1 0 0,-23 24 1 0 0,32-36-3 0 0,0-1 0 0 0,-1 1 0 0 0,0-2 0 0 0,-1 1 0 0 0,0-1 0 0 0,0 0 0 0 0,0-1 0 0 0,-1 0 0 0 0,-18 6 0 0 0,17-7 147 0 0,-1-2 1 0 0,0 0-1 0 0,1 0 1 0 0,-16 0 0 0 0,21-2 97 0 0,1-2 1 0 0,-1 1-1 0 0,1-1 1 0 0,-1 0-1 0 0,1 0 1 0 0,0 0-1 0 0,0-1 1 0 0,-1 0-1 0 0,1 0 1 0 0,-7-5 0 0 0,4 3-19 0 0,1 0 1 0 0,0-1-1 0 0,1 0 0 0 0,-1-1 1 0 0,1 0-1 0 0,0 0 1 0 0,1 0-1 0 0,-1-1 1 0 0,1 0-1 0 0,-9-14 1 0 0,13 17-132 0 0,-1-1-1 0 0,2 1 1 0 0,-1 0-1 0 0,0 0 1 0 0,1-1 0 0 0,0 1-1 0 0,0-1 1 0 0,0 1-1 0 0,1-1 1 0 0,-1 1 0 0 0,1-1-1 0 0,0 0 1 0 0,0 1 0 0 0,1-1-1 0 0,0 1 1 0 0,-1-1-1 0 0,2 1 1 0 0,-1-1 0 0 0,0 1-1 0 0,1 0 1 0 0,0-1-1 0 0,0 1 1 0 0,4-7 0 0 0,12-16-23 0 0,1 1 0 0 0,1 0 0 0 0,1 1 0 0 0,1 2 0 0 0,33-28 0 0 0,135-92-335 0 0,-144 110 90 0 0,-31 22 141 0 0,79-61-1466 0 0,-61 44-829 0 0,22-11-5623 0 0,-41 31 6494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4.7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472 388 132 0 0,'0'-25'1483'0'0,"1"2"108"0"0,-1 0-1 0 0,-5-32 1 0 0,4 50-1264 0 0,0-1 0 0 0,0 1 1 0 0,0 0-1 0 0,-1 0 0 0 0,0 0 1 0 0,0 0-1 0 0,0 0 0 0 0,-1 0 0 0 0,1 1 1 0 0,-1-1-1 0 0,0 1 0 0 0,-1 0 0 0 0,1-1 1 0 0,-1 2-1 0 0,-7-8 0 0 0,9 10-229 0 0,0 0 0 0 0,0-1-1 0 0,0 1 1 0 0,0 0 0 0 0,0 0 0 0 0,-1 1 0 0 0,1-1-1 0 0,0 0 1 0 0,-1 1 0 0 0,1-1 0 0 0,0 1 0 0 0,-1 0-1 0 0,1 0 1 0 0,0 0 0 0 0,-1 0 0 0 0,-3 1-1 0 0,2 0 1 0 0,-1 0-1 0 0,0 0 1 0 0,1 1-1 0 0,-1 0 1 0 0,1 0-1 0 0,-1 0 1 0 0,-6 5-1 0 0,-2 3 27 0 0,1 0 1 0 0,-1 1-1 0 0,-18 22 0 0 0,-3 10-4 0 0,1 2-1 0 0,2 1 1 0 0,3 1 0 0 0,-36 80 0 0 0,47-90-97 0 0,2 0 1 0 0,-20 78-1 0 0,31-96-34 0 0,1-1 1 0 0,1 0-1 0 0,0 1 0 0 0,2-1 0 0 0,0 1 0 0 0,0 0 0 0 0,2-1 0 0 0,7 33 0 0 0,-7-43 1 0 0,1-1-1 0 0,-1 1 0 0 0,2 0 0 0 0,-1 0 0 0 0,1-1 0 0 0,0 0 0 0 0,0 0 1 0 0,1 0-1 0 0,0 0 0 0 0,0-1 0 0 0,1 0 0 0 0,0 0 0 0 0,0 0 0 0 0,0-1 0 0 0,1 0 1 0 0,8 5-1 0 0,-4-4-8 0 0,0-1 1 0 0,0 0-1 0 0,0-1 1 0 0,1 0 0 0 0,-1-1-1 0 0,1 0 1 0 0,0-1-1 0 0,0 0 1 0 0,0-1-1 0 0,18 0 1 0 0,-3-1 10 0 0,0-2 0 0 0,1 0 0 0 0,-1-2 0 0 0,0-1 0 0 0,-1-2 0 0 0,1 0 0 0 0,-1-2 0 0 0,32-15 0 0 0,-43 17 35 0 0,-1-1 0 0 0,1 0 0 0 0,-2-2 0 0 0,1 1 0 0 0,-1-2 0 0 0,-1 1 0 0 0,0-2 0 0 0,0 0 0 0 0,-1 0 0 0 0,-1-1 0 0 0,0 0 0 0 0,0-1 0 0 0,-2 0 0 0 0,14-30 0 0 0,-7 6 5 0 0,-2-1-1 0 0,-2-1 1 0 0,-1 1 0 0 0,-2-2 0 0 0,-2 1 0 0 0,-2-1-1 0 0,-1 0 1 0 0,-2 0 0 0 0,-2 0 0 0 0,-2 0 0 0 0,-2 0-1 0 0,-1 1 1 0 0,-15-51 0 0 0,16 76-34 0 0,0 0 1 0 0,-1 1-1 0 0,-1 0 1 0 0,0 0-1 0 0,0 0 1 0 0,-2 1-1 0 0,0 1 0 0 0,0-1 1 0 0,-19-18-1 0 0,19 23-39 0 0,0 0-1 0 0,-1 1 1 0 0,0 0 0 0 0,0 1-1 0 0,0 0 1 0 0,-1 0 0 0 0,0 1-1 0 0,0 1 1 0 0,0 0 0 0 0,-1 0-1 0 0,1 1 1 0 0,-1 0 0 0 0,-13 0-1 0 0,15 1-269 0 0,-1 2 1 0 0,0-1-1 0 0,1 1 0 0 0,-1 1 0 0 0,0 0 0 0 0,1 1 0 0 0,-1 0 0 0 0,-12 4 0 0 0,19-5-78 0 0,1 0 1 0 0,-1 1-1 0 0,0 0 0 0 0,1 0 0 0 0,0 0 1 0 0,-1 0-1 0 0,1 0 0 0 0,0 1 1 0 0,0-1-1 0 0,0 1 0 0 0,1 0 0 0 0,-1 0 1 0 0,1 0-1 0 0,-1 0 0 0 0,1 0 0 0 0,0 1 1 0 0,0-1-1 0 0,1 1 0 0 0,-1-1 1 0 0,1 1-1 0 0,-1 0 0 0 0,1-1 0 0 0,0 1 1 0 0,1 0-1 0 0,-2 7 0 0 0,2 7-995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5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45 109 728 0 0,'3'-99'12408'0'0,"1"91"-11599"0"0,-2 6-655 0 0,-3 9-76 0 0,-41 188 732 0 0,38-174-806 0 0,1 0 0 0 0,1 0 0 0 0,1 1 0 0 0,1-1 1 0 0,3 29-1 0 0,24 105-158 0 0,-22-128 77 0 0,0 2 27 0 0,-2 1 1 0 0,-2 0 0 0 0,-1 30 0 0 0,0-20-186 0 0,8-2-750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0.6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288 473 36 0 0,'-5'-9'279'0'0,"0"0"1"0"0,1 0-1 0 0,0-1 0 0 0,1 0 1 0 0,0 0-1 0 0,0 0 0 0 0,1 0 1 0 0,-2-20-1 0 0,-5-23 677 0 0,-14-23 864 0 0,-16-35 4141 0 0,38 109-5819 0 0,-4-11 414 0 0,0-1 0 0 0,1 0 0 0 0,0 1 0 0 0,1-2 0 0 0,-2-27 0 0 0,5 42-551 0 0,0-1 1 0 0,0 1-1 0 0,0-1 0 0 0,0 1 0 0 0,0-1 0 0 0,1 0 0 0 0,-1 1 0 0 0,0-1 1 0 0,0 1-1 0 0,1-1 0 0 0,-1 1 0 0 0,0-1 0 0 0,1 1 0 0 0,-1 0 0 0 0,0-1 0 0 0,1 1 1 0 0,-1-1-1 0 0,0 1 0 0 0,1 0 0 0 0,-1-1 0 0 0,1 1 0 0 0,-1 0 0 0 0,1-1 0 0 0,-1 1 1 0 0,1 0-1 0 0,-1 0 0 0 0,1-1 0 0 0,0 1 0 0 0,-1 0 0 0 0,1 0 0 0 0,-1 0 1 0 0,1 0-1 0 0,-1 0 0 0 0,1 0 0 0 0,-1 0 0 0 0,1 0 0 0 0,0 0 0 0 0,-1 0 0 0 0,1 0 1 0 0,-1 0-1 0 0,1 0 0 0 0,-1 0 0 0 0,1 1 0 0 0,-1-1 0 0 0,2 1 0 0 0,24 9 131 0 0,-19-4-95 0 0,1 0 0 0 0,-1 0-1 0 0,-1 0 1 0 0,1 1-1 0 0,-1 0 1 0 0,-1 0-1 0 0,9 13 1 0 0,30 61 119 0 0,-35-61-115 0 0,33 72-10 0 0,-5 2-1 0 0,-3 2 1 0 0,-5 1-1 0 0,-4 1 1 0 0,14 122-1 0 0,-28-118-66 0 0,-4 0-1 0 0,-4 0 1 0 0,-18 161 0 0 0,11-229 47 0 0,-1 0 1 0 0,-2-1-1 0 0,-2 1 1 0 0,-1-1-1 0 0,-18 40 1 0 0,21-56-34 0 0,-2-1 1 0 0,0 0-1 0 0,0 0 1 0 0,-2-1-1 0 0,0 0 1 0 0,-1-1-1 0 0,0 0 1 0 0,-1-1 0 0 0,0 0-1 0 0,-1-1 1 0 0,-24 15-1 0 0,30-22 12 0 0,-1-1-1 0 0,1 0 1 0 0,-1-1 0 0 0,0 0-1 0 0,0 0 1 0 0,0-1 0 0 0,-1 0-1 0 0,1-1 1 0 0,-1 0 0 0 0,1 0-1 0 0,0-1 1 0 0,-1-1 0 0 0,1 1-1 0 0,-1-1 1 0 0,-9-3 0 0 0,11 3-1 0 0,1-1 0 0 0,-1 0 0 0 0,0-1 1 0 0,1 0-1 0 0,0 0 0 0 0,-1-1 0 0 0,1 1 1 0 0,0-1-1 0 0,1-1 0 0 0,-1 0 0 0 0,1 0 0 0 0,0 0 1 0 0,0 0-1 0 0,1-1 0 0 0,-1 0 0 0 0,1 0 1 0 0,1-1-1 0 0,-5-7 0 0 0,4 4 3 0 0,1-1-1 0 0,0 0 1 0 0,1 0 0 0 0,1 0 0 0 0,0 0-1 0 0,0 0 1 0 0,1 0 0 0 0,0-1-1 0 0,1 1 1 0 0,1 0 0 0 0,-1-1 0 0 0,2 1-1 0 0,0 0 1 0 0,0 0 0 0 0,5-15-1 0 0,5-10-16 0 0,1 1-1 0 0,2 1 1 0 0,25-42-1 0 0,-23 47-1 0 0,2 0 0 0 0,0 2 0 0 0,44-47 0 0 0,-18 30-102 0 0,57-44 0 0 0,-58 52-33 0 0,20-16-2959 0 0,3 7-6870 0 0,-56 39 8552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1.1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388 166 112 0 0,'-4'-6'382'0'0,"0"1"0"0"0,0 0 1 0 0,-1 0-1 0 0,1 0 0 0 0,-1 0 0 0 0,0 1 0 0 0,0 0 1 0 0,-1 0-1 0 0,1 0 0 0 0,-1 1 0 0 0,0 0 0 0 0,0 0 1 0 0,-10-3-1 0 0,12 5-242 0 0,0 0 1 0 0,0 0-1 0 0,-1 0 1 0 0,1 1-1 0 0,0-1 1 0 0,0 1-1 0 0,0 0 1 0 0,-1 1-1 0 0,1-1 1 0 0,0 1-1 0 0,0-1 1 0 0,0 1-1 0 0,0 1 1 0 0,0-1-1 0 0,0 0 1 0 0,0 1-1 0 0,0 0 1 0 0,0 0-1 0 0,0 0 1 0 0,1 1-1 0 0,-1-1 1 0 0,-3 5-1 0 0,-4 4 155 0 0,0 0 0 0 0,1 1-1 0 0,1 0 1 0 0,0 1 0 0 0,1 0 0 0 0,-11 23-1 0 0,3-1 533 0 0,-16 55 0 0 0,9-18-381 0 0,4 2-1 0 0,3 0 0 0 0,-10 111 1 0 0,25-167-429 0 0,1-1 1 0 0,0 1-1 0 0,1-1 0 0 0,1 0 1 0 0,1 0-1 0 0,0 0 1 0 0,1 0-1 0 0,13 32 1 0 0,-14-42-11 0 0,0-1 0 0 0,0 0 0 0 0,1 0 0 0 0,0 0 0 0 0,0 0 1 0 0,0 0-1 0 0,1-1 0 0 0,0 0 0 0 0,0 0 0 0 0,0 0 0 0 0,1-1 0 0 0,-1 0 0 0 0,1 0 1 0 0,0 0-1 0 0,0 0 0 0 0,1-1 0 0 0,-1 0 0 0 0,1-1 0 0 0,-1 1 0 0 0,1-1 0 0 0,0-1 1 0 0,0 1-1 0 0,0-1 0 0 0,11 0 0 0 0,-7 0 9 0 0,-1-1 0 0 0,1 0 0 0 0,-1-1 0 0 0,1 0 0 0 0,-1-1 0 0 0,1 0 0 0 0,-1-1 0 0 0,0 0 0 0 0,0 0 0 0 0,0-1 0 0 0,0 0 0 0 0,-1-1 0 0 0,1 0 0 0 0,-1-1 0 0 0,-1 0 0 0 0,1 0 0 0 0,-1-1 0 0 0,0 0 1 0 0,0 0-1 0 0,-1-1 0 0 0,0 0 0 0 0,-1 0 0 0 0,1-1 0 0 0,-2 0 0 0 0,10-17 0 0 0,-6 4-3 0 0,0 0 0 0 0,-1-1 0 0 0,-2 0 0 0 0,0 0 0 0 0,-1-1 0 0 0,-2 1 0 0 0,0-1 0 0 0,-1-25 0 0 0,-3-16-19 0 0,-16-112-1 0 0,11 136 16 0 0,-2 1 0 0 0,-2-1 0 0 0,-17-43 0 0 0,19 62-4 0 0,-2 0 1 0 0,0 0 0 0 0,-2 1 0 0 0,0 1 0 0 0,-1 0 0 0 0,-31-34-1 0 0,36 45-54 0 0,0 1 0 0 0,-16-10 0 0 0,22 16 37 0 0,0 0 0 0 0,0 1 0 0 0,0-1 0 0 0,0 1 0 0 0,0 0 0 0 0,0 0 0 0 0,-1 0 0 0 0,1 0 0 0 0,-1 0 0 0 0,1 0 0 0 0,-1 1 0 0 0,1-1 0 0 0,-1 1 1 0 0,1 0-1 0 0,-1 0 0 0 0,1 0 0 0 0,-1 0 0 0 0,-2 0 0 0 0,3 1-91 0 0,1 0 1 0 0,0 0-1 0 0,0 1 1 0 0,-1-1-1 0 0,1 0 1 0 0,0 0-1 0 0,0 1 1 0 0,0-1-1 0 0,1 0 1 0 0,-1 1 0 0 0,0-1-1 0 0,0 1 1 0 0,1-1-1 0 0,-1 1 1 0 0,1 0-1 0 0,-1-1 1 0 0,1 1-1 0 0,0 0 1 0 0,-1-1-1 0 0,1 4 1 0 0,0 34-3217 0 0,13 57-4219 0 0,-7-66 6128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1.6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183 234 504 0 0,'-22'-23'5285'0'0,"17"17"-3964"0"0,0 0 0 0 0,-5-11 1 0 0,7 12-966 0 0,1-1 1 0 0,0 0 0 0 0,0 0-1 0 0,0 0 1 0 0,1 0 0 0 0,0 0 0 0 0,0 0-1 0 0,0 0 1 0 0,1-8 0 0 0,0 4-243 0 0,1-1 1 0 0,0 1-1 0 0,0-1 1 0 0,5-14-1 0 0,-5 22-100 0 0,-1 1-1 0 0,1-1 0 0 0,0 1 0 0 0,0-1 0 0 0,0 1 0 0 0,0-1 0 0 0,0 1 0 0 0,0 0 1 0 0,1 0-1 0 0,-1 0 0 0 0,1 0 0 0 0,0 0 0 0 0,0 0 0 0 0,-1 0 0 0 0,1 0 0 0 0,0 1 0 0 0,1-1 1 0 0,-1 1-1 0 0,0-1 0 0 0,0 1 0 0 0,1 0 0 0 0,-1 0 0 0 0,4-2 0 0 0,-4 3-7 0 0,0 0-1 0 0,-1 1 1 0 0,1-1 0 0 0,0 0-1 0 0,-1 0 1 0 0,1 1-1 0 0,0-1 1 0 0,-1 1 0 0 0,1-1-1 0 0,-1 1 1 0 0,1 0-1 0 0,0 0 1 0 0,-1 0-1 0 0,0-1 1 0 0,1 2 0 0 0,-1-1-1 0 0,0 0 1 0 0,1 0-1 0 0,-1 0 1 0 0,0 0-1 0 0,0 1 1 0 0,0-1 0 0 0,1 3-1 0 0,21 36 55 0 0,-22-37-60 0 0,2 5 3 0 0,0 0-1 0 0,-1 0 0 0 0,0 0 0 0 0,0 0 0 0 0,-1 0 1 0 0,0 0-1 0 0,0 0 0 0 0,-1 1 0 0 0,0-1 0 0 0,-1 0 1 0 0,0 0-1 0 0,0 1 0 0 0,-1-1 0 0 0,0 0 0 0 0,0 0 1 0 0,0 0-1 0 0,-1-1 0 0 0,-1 1 0 0 0,-8 14 1 0 0,-6 7 87 0 0,-1-1 0 0 0,-2 0 0 0 0,-33 35 0 0 0,39-47 19 0 0,-5 6 43 0 0,5-6 31 0 0,-20 25 1 0 0,32-37-164 0 0,0 1-1 0 0,1-1 1 0 0,-1 1 0 0 0,1-1 0 0 0,0 1 0 0 0,0 0 0 0 0,0 0 0 0 0,1-1-1 0 0,-1 1 1 0 0,1 0 0 0 0,-1 10 0 0 0,3-13-19 0 0,-1 0-1 0 0,1 0 1 0 0,-1 0-1 0 0,1 1 1 0 0,0-1 0 0 0,0 0-1 0 0,0 0 1 0 0,0 0-1 0 0,0 0 1 0 0,0 0 0 0 0,1-1-1 0 0,-1 1 1 0 0,1 0-1 0 0,-1-1 1 0 0,1 1 0 0 0,-1 0-1 0 0,1-1 1 0 0,0 0-1 0 0,0 1 1 0 0,0-1-1 0 0,0 0 1 0 0,0 0 0 0 0,0 0-1 0 0,0-1 1 0 0,4 2-1 0 0,5 2-2 0 0,0-1 0 0 0,0 0 0 0 0,20 2 0 0 0,11-1-8 0 0,1-2 0 0 0,55-5 0 0 0,83-17-5 0 0,-46 4-484 0 0,-48 3-1105 0 0,-32-2-2808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2.8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114 330 308 0 0,'-31'1'1100'0'0,"-37"7"1"0"0,53-5 295 0 0,29-1-403 0 0,29-3 308 0 0,62-4 1855 0 0,-34 5 322 0 0,-59 0-2666 0 0,8-6-208 0 0,6-1-185 0 0,12 5-239 0 0,52-9 1 0 0,-21 2-117 0 0,287-23 212 0 0,181-1 70 0 0,17-1-236 0 0,-429 22-137 0 0,176-42 0 0 0,-24-19 16 0 0,-208 54 0 0 0,0 2-1 0 0,110-10 0 0 0,-172 26 15 0 0,0 0 0 0 0,1 1 0 0 0,-1 0 0 0 0,0 1 0 0 0,1 0 0 0 0,13 3 0 0 0,-21-4 3 0 0,1 0 0 0 0,0 0 0 0 0,0 0 0 0 0,-1 1 1 0 0,1-1-1 0 0,0 0 0 0 0,-1 1 0 0 0,1-1 0 0 0,0 0 0 0 0,-1 1 0 0 0,1-1 0 0 0,0 0 0 0 0,-1 1 0 0 0,1-1 0 0 0,-1 1 1 0 0,1-1-1 0 0,-1 1 0 0 0,1 0 0 0 0,-1-1 0 0 0,0 1 0 0 0,1 0 0 0 0,-1-1 0 0 0,1 1 0 0 0,-1 0 0 0 0,0-1 0 0 0,0 1 1 0 0,1 0-1 0 0,-1-1 0 0 0,0 1 0 0 0,0 0 0 0 0,0 0 0 0 0,0-1 0 0 0,0 1 0 0 0,0 0 0 0 0,0 0 0 0 0,0-1 0 0 0,0 1 1 0 0,0 0-1 0 0,0-1 0 0 0,-1 1 0 0 0,1 0 0 0 0,0 0 0 0 0,-1 0 0 0 0,-1 2 34 0 0,-1-1 0 0 0,0 0 0 0 0,1 0 0 0 0,-1 0-1 0 0,0-1 1 0 0,0 1 0 0 0,0-1 0 0 0,0 1 0 0 0,0-1 0 0 0,0 0 0 0 0,-6 1 0 0 0,-1 2 55 0 0,0 1-24 0 0,9-4-181 0 0,0-1 0 0 0,0 1 1 0 0,0 0-1 0 0,0-1 0 0 0,0 1 0 0 0,0-1 1 0 0,0 1-1 0 0,0-1 0 0 0,-1 0 0 0 0,1 1 1 0 0,0-1-1 0 0,0 0 0 0 0,-1 0 1 0 0,1 0-1 0 0,0 0 0 0 0,0 0 0 0 0,-1 0 1 0 0,1 0-1 0 0,0-1 0 0 0,0 1 0 0 0,-3-1 1 0 0,-5-1-1855 0 0,0 0 1 0 0,-1 0-1 0 0,-17 1 1 0 0,-10 1-1888 0 0,15 2 2271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7.3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165 65 408 0 0,'-36'-14'2031'0'0,"10"5"-822"0"0,18 6-782 0 0,1 2 0 0 0,0-1 0 0 0,-1 1 1 0 0,1 0-1 0 0,-1 0 0 0 0,1 1 0 0 0,-44 5 7180 0 0,59-4-7229 0 0,39 5-17 0 0,4 1-148 0 0,142 3 250 0 0,2 1-182 0 0,447-24-271 0 0,-467 8-620 0 0,-175 5 579 0 0,1 0 1 0 0,-1 0-1 0 0,1 0 1 0 0,0 0-1 0 0,-1 0 1 0 0,1 0-1 0 0,-1 0 1 0 0,1 0 0 0 0,0 0-1 0 0,-1 0 1 0 0,1 0-1 0 0,-1 0 1 0 0,1 0-1 0 0,0 0 1 0 0,-1-1-1 0 0,1 1 1 0 0,-1 0-1 0 0,1 0 1 0 0,-1-1-1 0 0,1 1 1 0 0,-1 0 0 0 0,1-1-1 0 0,-1 1 1 0 0,1 0-1 0 0,-1-1 1 0 0,1 1-1 0 0,0-2 1 0 0,-1 1-125 0 0,-1 1 1 0 0,1-1 0 0 0,0 0-1 0 0,-1 0 1 0 0,1 1 0 0 0,-1-1-1 0 0,-6-6-1388 0 0,-31-14-5839 0 0,16 13 4178 0 0,10 1 1974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7.7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 31 452 0 0,'-1'-2'359'0'0,"1"-1"1"0"0,-1 1-1 0 0,0 0 0 0 0,1-1 0 0 0,-1 1 1 0 0,0 0-1 0 0,-1 0 0 0 0,1 0 0 0 0,0 0 1 0 0,-1 0-1 0 0,1 0 0 0 0,-4-3 0 0 0,-4 24 1545 0 0,3-2-1143 0 0,2 0 0 0 0,0 0 0 0 0,1 0 0 0 0,-1 33 0 0 0,5 75 1684 0 0,0-96-2090 0 0,6 63 337 0 0,27 128 1 0 0,7 67-3080 0 0,-43-236-746 0 0,2-48 2705 0 0,-1 0 0 0 0,1-1 0 0 0,-1 1-1 0 0,1 0 1 0 0,-1 0 0 0 0,0-1 0 0 0,0 1 0 0 0,0 0-1 0 0,-1-1 1 0 0,1 1 0 0 0,-1-1 0 0 0,1 1 0 0 0,-1-1-1 0 0,0 0 1 0 0,-2 3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8.0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54 48 0 0,'-1'-3'413'0'0,"-1"-1"1"0"0,1 1-1 0 0,0 0 0 0 0,-1-1 1 0 0,0 1-1 0 0,0 0 0 0 0,0 0 0 0 0,-3-4 1 0 0,-9-14 2459 0 0,15 25-2554 0 0,0-1-1 0 0,1 1 1 0 0,-1-1-1 0 0,1 1 1 0 0,0-1-1 0 0,0 0 1 0 0,0 0-1 0 0,0 0 1 0 0,0 0-1 0 0,1-1 1 0 0,0 1-1 0 0,4 4 1 0 0,1 0 224 0 0,175 172 2963 0 0,10 10-3358 0 0,-63-44-1890 0 0,-45-46-3916 0 0,-40-55 309 0 0,-33-34 3967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38.2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689 76 76 0 0,'-3'-9'465'0'0,"0"1"0"0"0,0-1 0 0 0,-1 0 0 0 0,-8-11 0 0 0,12 18-399 0 0,-1 1 0 0 0,0-1 0 0 0,0 1 1 0 0,0 0-1 0 0,0 0 0 0 0,0 0 0 0 0,0-1 1 0 0,0 1-1 0 0,0 0 0 0 0,0 0 0 0 0,0 1 1 0 0,-1-1-1 0 0,1 0 0 0 0,0 0 0 0 0,-1 0 1 0 0,1 1-1 0 0,-1-1 0 0 0,1 1 0 0 0,-1-1 1 0 0,1 1-1 0 0,-1 0 0 0 0,1-1 0 0 0,-1 1 1 0 0,1 0-1 0 0,-1 0 0 0 0,1 0 0 0 0,-1 0 1 0 0,1 0-1 0 0,-1 1 0 0 0,1-1 0 0 0,-1 0 1 0 0,1 1-1 0 0,-1-1 0 0 0,1 1 0 0 0,-1-1 1 0 0,0 2-1 0 0,-12 7 236 0 0,0 0 0 0 0,1 1 1 0 0,0 0-1 0 0,1 1 0 0 0,-12 13 0 0 0,-51 68 478 0 0,14-16-409 0 0,-104 90-980 0 0,-9-13-3852 0 0,157-138 3775 0 0,-16 14-490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1.2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712 186 212 0 0,'-6'5'7085'0'0,"5"-5"-7001"0"0,0 0 0 0 0,0-1 0 0 0,0 1 1 0 0,0 0-1 0 0,0-1 0 0 0,0 1 0 0 0,0-1 0 0 0,0 1 1 0 0,0-1-1 0 0,0 1 0 0 0,0-1 0 0 0,0 0 1 0 0,0 1-1 0 0,1-1 0 0 0,-1 0 0 0 0,0 0 0 0 0,0-1 1 0 0,-14-15 213 0 0,-8-14 1107 0 0,19 27-1109 0 0,0 0 1 0 0,1 0 0 0 0,-1 0 0 0 0,1-1-1 0 0,0 1 1 0 0,1-1 0 0 0,-3-6 0 0 0,1 3-95 0 0,2-1 1 0 0,-1 0-1 0 0,1 0 0 0 0,1 0 1 0 0,0 0-1 0 0,0-15 1 0 0,1 23-180 0 0,0 0 0 0 0,0 1 0 0 0,0-1 0 0 0,1 0 0 0 0,-1 1 1 0 0,0-1-1 0 0,1 1 0 0 0,-1-1 0 0 0,0 0 0 0 0,1 1 1 0 0,-1-1-1 0 0,0 1 0 0 0,1-1 0 0 0,-1 1 0 0 0,1-1 0 0 0,-1 1 1 0 0,1 0-1 0 0,0-1 0 0 0,-1 1 0 0 0,1 0 0 0 0,-1-1 0 0 0,1 1 1 0 0,0 0-1 0 0,-1 0 0 0 0,1-1 0 0 0,0 1 0 0 0,1 0 0 0 0,-2 0-35 0 0,18 26-180 0 0,14 35 728 0 0,57 79 1 0 0,6 11-456 0 0,-57-81-81 0 0,45 117 0 0 0,-45-83 4 0 0,-4 3-1 0 0,-5 0 1 0 0,17 128-1 0 0,-42-186 14 0 0,-2 0 1 0 0,-2 0-1 0 0,-3-1 0 0 0,-1 1 0 0 0,-3 0 0 0 0,-2-1 0 0 0,-2 0 0 0 0,-29 79 0 0 0,-12 31-35 0 0,-37 96 20 0 0,82-237-3 0 0,-1-1 1 0 0,0 0 0 0 0,-2-1-1 0 0,0 0 1 0 0,0 0-1 0 0,-1-1 1 0 0,-1 0 0 0 0,-1-1-1 0 0,-21 18 1 0 0,21-22-13 0 0,0 0 0 0 0,0-1 0 0 0,0 0 0 0 0,-1-1-1 0 0,0-1 1 0 0,0 0 0 0 0,-1-1 0 0 0,0 0 0 0 0,0-1 0 0 0,0-1 0 0 0,-24 2 0 0 0,2-3 3 0 0,-1-1-1 0 0,0-3 1 0 0,1 0-1 0 0,-51-11 1 0 0,60 7 3 0 0,0-1 0 0 0,1-2 0 0 0,0 0 0 0 0,0-2 0 0 0,1-1 0 0 0,-32-20 0 0 0,47 26 1 0 0,1-2-1 0 0,0 1 0 0 0,0-1 0 0 0,1-1 0 0 0,0 0 1 0 0,0 0-1 0 0,1-1 0 0 0,0 1 0 0 0,1-2 0 0 0,0 1 1 0 0,1-1-1 0 0,0 0 0 0 0,1-1 0 0 0,0 1 0 0 0,0-1 1 0 0,2 0-1 0 0,-1 0 0 0 0,2-1 0 0 0,-1 1 0 0 0,2-1 1 0 0,0 1-1 0 0,0-1 0 0 0,1 1 0 0 0,2-18 0 0 0,1 8 3 0 0,0 1 0 0 0,1-1-1 0 0,2 1 1 0 0,0 1-1 0 0,1-1 1 0 0,1 1 0 0 0,1 0-1 0 0,1 1 1 0 0,19-30-1 0 0,-9 23-5 0 0,0 1-1 0 0,1 0 0 0 0,1 2 0 0 0,2 0 1 0 0,47-34-1 0 0,82-45-21 0 0,-20 14 0 0 0,-61 41 27 0 0,113-54-1 0 0,-172 95 5 0 0,0 0 0 0 0,0 0 0 0 0,0 1 0 0 0,1 1 0 0 0,0 0 0 0 0,0 1 0 0 0,0 0 0 0 0,21 0 0 0 0,-28 3 5 0 0,0 1-1 0 0,0 0 0 0 0,-1 1 0 0 0,1-1 0 0 0,0 2 0 0 0,0-1 0 0 0,-1 1 0 0 0,1 0 0 0 0,-1 0 1 0 0,0 0-1 0 0,6 5 0 0 0,-6-3-101 0 0,-15-12-669 0 0,5 5-22 0 0,1 0-1 0 0,-1 1 1 0 0,0 0 0 0 0,0-1-1 0 0,0 1 1 0 0,0 1 0 0 0,0-1-1 0 0,-7 0 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2.5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84 132 360 0 0,'-3'-5'271'0'0,"0"-1"1"0"0,1 1-1 0 0,0-1 0 0 0,0 0 0 0 0,0 1 1 0 0,-2-11-1 0 0,-28-66 11807 0 0,30 85-12454 0 0,-1 4 472 0 0,1 0 0 0 0,0 1-1 0 0,0 0 1 0 0,0-1 0 0 0,1 1 0 0 0,0 0-1 0 0,0 15 1 0 0,-1 12 73 0 0,-7 106 156 0 0,7-85-279 0 0,-2 281 117 0 0,4-221 0 0 0,3-106-144 0 0,17-26-782 0 0,-7-2-2369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4.1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138 326 492 0 0,'3'-19'2457'0'0,"-1"17"-2333"0"0,-1 0 1 0 0,0 1-1 0 0,0-1 1 0 0,0 0-1 0 0,52-25 11229 0 0,-54 21-11598 0 0,-3-1 325 0 0,-1-1-30 0 0,0 0 0 0 0,0-1 0 0 0,1 1 0 0 0,1-1 0 0 0,0 0 0 0 0,0 0 0 0 0,0 0 0 0 0,1 0 0 0 0,0 0 0 0 0,0-13 0 0 0,1 15 33 0 0,-2 7-37 0 0,-7 15-26 0 0,-7 23-4 0 0,-45 147 167 0 0,51-145-147 0 0,2 2-1 0 0,-6 66 0 0 0,15-101-33 0 0,-1 0 0 0 0,1 0 1 0 0,1 0-1 0 0,0 0 0 0 0,0 0 1 0 0,0 0-1 0 0,1 0 0 0 0,0 0 1 0 0,0-1-1 0 0,1 1 0 0 0,-1-1 1 0 0,2 1-1 0 0,-1-1 0 0 0,1 0 1 0 0,4 6-1 0 0,-2-5 2 0 0,0-1 0 0 0,0 0 1 0 0,0 0-1 0 0,1-1 0 0 0,0 1 0 0 0,0-1 1 0 0,0-1-1 0 0,1 1 0 0 0,0-1 0 0 0,0-1 1 0 0,14 5-1 0 0,-7-3-18 0 0,0-1 1 0 0,1-1-1 0 0,-1 0 1 0 0,1-1-1 0 0,0-1 1 0 0,-1 0-1 0 0,1-1 1 0 0,0-1-1 0 0,29-5 1 0 0,-37 4 8 0 0,0 0 1 0 0,0 0 0 0 0,-1-1-1 0 0,1 0 1 0 0,-1 0 0 0 0,0-1-1 0 0,0 0 1 0 0,0 0 0 0 0,0-1-1 0 0,-1 1 1 0 0,1-2 0 0 0,-1 1 0 0 0,-1-1-1 0 0,1 1 1 0 0,-1-2 0 0 0,0 1-1 0 0,0 0 1 0 0,-1-1 0 0 0,1 0-1 0 0,-2 0 1 0 0,4-8 0 0 0,-2 1 2 0 0,-1 0 1 0 0,-1 0-1 0 0,0 0 1 0 0,-1 0 0 0 0,0-1-1 0 0,-1 1 1 0 0,-1 0-1 0 0,-3-28 1 0 0,-4-8-8 0 0,-17-59-1 0 0,15 71 9 0 0,-1-5-2 0 0,-22-56 0 0 0,25 81 2 0 0,-1 1 0 0 0,0 0 0 0 0,-1 0 0 0 0,-1 1 1 0 0,-21-26-1 0 0,29 40 0 0 0,0-1 1 0 0,0 1-1 0 0,0 0 1 0 0,0 0-1 0 0,0 1 1 0 0,-1-1 0 0 0,1 0-1 0 0,-1 1 1 0 0,1 0-1 0 0,-1-1 1 0 0,0 1-1 0 0,0 0 1 0 0,1 0-1 0 0,-1 0 1 0 0,0 1-1 0 0,0-1 1 0 0,0 1-1 0 0,0 0 1 0 0,0-1 0 0 0,0 1-1 0 0,1 1 1 0 0,-1-1-1 0 0,0 0 1 0 0,0 1-1 0 0,0-1 1 0 0,0 1-1 0 0,0 0 1 0 0,1 0-1 0 0,-6 2 1 0 0,-3 3-29 0 0,-1 1 1 0 0,1 0-1 0 0,0 0 1 0 0,1 2-1 0 0,-13 11 0 0 0,-19 17-318 0 0,-33 30-2099 0 0,29-19-4421 0 0,44-45 6328 0 0,0 0 0 0 0,0 0 1 0 0,0 1-1 0 0,0-1 1 0 0,1 1-1 0 0,-2 4 1 0 0,-3 7-955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4.9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261 57 60 0 0,'-48'-48'10959'0'0,"33"45"-8957"0"0,7 1-1844 0 0,-47-1 1055 0 0,44 3-1078 0 0,10 0-122 0 0,-1 0 1 0 0,1 1 0 0 0,0-1-1 0 0,0 1 1 0 0,-1-1-1 0 0,1 1 1 0 0,0-1 0 0 0,0 1-1 0 0,0 0 1 0 0,0 0 0 0 0,0-1-1 0 0,0 1 1 0 0,0 0-1 0 0,0 0 1 0 0,0 0 0 0 0,0 0-1 0 0,-1 2 1 0 0,-12 19 123 0 0,3 4-31 0 0,0 1 0 0 0,2 0 0 0 0,-9 45 0 0 0,-8 87 117 0 0,25-151-215 0 0,-7 78 57 0 0,4 111 0 0 0,4-144-64 0 0,3 34-2367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5.8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325 1 84 0 0,'-7'4'421'0'0,"-1"-1"-1"0"0,1 0 1 0 0,-13 4-1 0 0,-12 4 1038 0 0,6-1-456 0 0,0-1 0 0 0,-51 9 1 0 0,-5 1 1005 0 0,76-17-1609 0 0,4-2-201 0 0,-1 0 0 0 0,1 1 0 0 0,0-1 0 0 0,-1 1 0 0 0,1 0 1 0 0,0-1-1 0 0,0 1 0 0 0,0 0 0 0 0,0 0 0 0 0,0 0 0 0 0,0 1 0 0 0,0-1 1 0 0,-3 3-1 0 0,5-3-136 0 0,0-1 0 0 0,1 1 1 0 0,-1-1-1 0 0,1 1 1 0 0,-1-1-1 0 0,1 1 0 0 0,-1-1 1 0 0,1 0-1 0 0,-1 1 0 0 0,1-1 1 0 0,0 0-1 0 0,-1 1 1 0 0,1-1-1 0 0,-1 0 0 0 0,1 0 1 0 0,0 1-1 0 0,-1-1 0 0 0,1 0 1 0 0,0 0-1 0 0,-1 0 1 0 0,2 0-1 0 0,18 3 367 0 0,-17-3-273 0 0,54 5 227 0 0,-1-3 0 0 0,86-7 0 0 0,-62 1-233 0 0,997-9 1164 0 0,-495 11-934 0 0,273-21-329 0 0,-320 6 19 0 0,-493 16-66 0 0,47-2-33 0 0,0 4 0 0 0,117 15 0 0 0,-194-14 23 0 0,23 5-14 0 0,-33-7 21 0 0,-1 1 0 0 0,1-1 0 0 0,0 1 0 0 0,-1 0 0 0 0,1 0 0 0 0,0-1 0 0 0,-1 1 0 0 0,1 0-1 0 0,-1 1 1 0 0,1-1 0 0 0,-1 0 0 0 0,0 0 0 0 0,0 1 0 0 0,1-1 0 0 0,0 2 0 0 0,-2 1-15 0 0,0-1 0 0 0,-1 0-1 0 0,1 1 1 0 0,-1-1 0 0 0,0 0 0 0 0,1 1 0 0 0,-2-1 0 0 0,1 0 0 0 0,0 0-1 0 0,-1 0 1 0 0,1 0 0 0 0,-1 0 0 0 0,-3 4 0 0 0,2-5-182 0 0,0-1 1 0 0,1 1-1 0 0,-1-1 1 0 0,0 1 0 0 0,0-1-1 0 0,-1 0 1 0 0,1 0-1 0 0,0 0 1 0 0,0-1-1 0 0,0 1 1 0 0,-1-1-1 0 0,1 0 1 0 0,0 0-1 0 0,-5 0 1 0 0,-55-7-6324 0 0,37 4 3689 0 0,1 0 983 0 0,-1 1 296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6.6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259 307 652 0 0,'-11'-25'1096'0'0,"2"-1"0"0"0,1-1 0 0 0,0 1 0 0 0,3-1 0 0 0,-5-42 0 0 0,9 64-758 0 0,1-1 0 0 0,0 1 1 0 0,0 0-1 0 0,1 0 0 0 0,0 0 0 0 0,-1-1 1 0 0,2 1-1 0 0,-1 0 0 0 0,1 0 0 0 0,-1 0 1 0 0,4-5-1 0 0,-4 7-187 0 0,1 0 1 0 0,0 1-1 0 0,-1-1 1 0 0,1 1-1 0 0,0 0 1 0 0,0-1-1 0 0,0 1 1 0 0,1 0-1 0 0,-1 0 1 0 0,0 0-1 0 0,1 1 1 0 0,-1-1-1 0 0,1 0 1 0 0,0 1-1 0 0,-1 0 1 0 0,1 0-1 0 0,0 0 1 0 0,0 0-1 0 0,0 0 1 0 0,4-1-1 0 0,1 2-110 0 0,-1 0 0 0 0,1 0 0 0 0,-1 0 0 0 0,1 1 0 0 0,-1 0-1 0 0,0 1 1 0 0,0 0 0 0 0,1 0 0 0 0,-1 0 0 0 0,0 1 0 0 0,-1 0 0 0 0,1 0 0 0 0,0 1 0 0 0,-1-1 0 0 0,0 2 0 0 0,0-1-1 0 0,9 8 1 0 0,6 9 42 0 0,0 1 0 0 0,-1 1 0 0 0,17 25-1 0 0,-30-38-40 0 0,20 27 31 0 0,-2 3 0 0 0,38 80-1 0 0,22 94-9 0 0,-56-130-73 0 0,-5 1-1 0 0,18 107 1 0 0,-36-152-50 0 0,-1 1 0 0 0,-3-1 0 0 0,-1 1 0 0 0,-2 0 0 0 0,-1 0 0 0 0,-3-1 0 0 0,-10 46 0 0 0,6-57 31 0 0,0-1 0 0 0,-2 0-1 0 0,-1-1 1 0 0,-2 0 0 0 0,0-1 0 0 0,-2 0 0 0 0,0-1 0 0 0,-36 39 0 0 0,30-39 19 0 0,-2-1 0 0 0,-1-2 0 0 0,0 0 0 0 0,-2-2 1 0 0,0-1-1 0 0,-1-1 0 0 0,-50 23 0 0 0,63-34 9 0 0,0-1 0 0 0,-1-1-1 0 0,1-1 1 0 0,-1 0 0 0 0,0-1 0 0 0,0 0-1 0 0,-1-2 1 0 0,1 0 0 0 0,0 0-1 0 0,-21-3 1 0 0,28 1 9 0 0,1-1-1 0 0,-1 1 0 0 0,1-1 0 0 0,-1-1 1 0 0,1 0-1 0 0,0 0 0 0 0,0 0 1 0 0,0-1-1 0 0,1 0 0 0 0,-1-1 0 0 0,1 0 1 0 0,0 0-1 0 0,0 0 0 0 0,1-1 1 0 0,-1 0-1 0 0,1 0 0 0 0,1-1 1 0 0,-1 1-1 0 0,1-1 0 0 0,-8-14 0 0 0,7 6 15 0 0,0 0-1 0 0,0 0 1 0 0,2-1 0 0 0,0 0-1 0 0,1 0 1 0 0,0 0-1 0 0,1 0 1 0 0,1 0-1 0 0,0-1 1 0 0,2 1-1 0 0,3-26 1 0 0,0 10-4 0 0,3 0 1 0 0,0 1 0 0 0,2 0-1 0 0,23-56 1 0 0,-19 61-6 0 0,1-1 0 0 0,0 2 1 0 0,2 0-1 0 0,1 0 0 0 0,1 2 0 0 0,1 0 1 0 0,1 1-1 0 0,1 1 0 0 0,1 1 0 0 0,1 1 1 0 0,0 1-1 0 0,2 1 0 0 0,0 1 0 0 0,0 1 1 0 0,44-17-1 0 0,-5 6-153 0 0,109-28 0 0 0,-11 18-3233 0 0,-134 31 841 0 0,0 1 0 0 0,0 1 0 0 0,39 2 0 0 0,-41 3 996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7.4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337 558 380 0 0,'-10'-14'1255'0'0,"1"-1"0"0"0,0-1-1 0 0,1 0 1 0 0,0 0 0 0 0,-7-23 0 0 0,5 5 1929 0 0,-9-60 0 0 0,16 82-2744 0 0,-3 10-50 0 0,5 3-360 0 0,-1 0-1 0 0,1 1 0 0 0,0-1 0 0 0,0 0 0 0 0,-1 1 0 0 0,1-1 0 0 0,0 1 0 0 0,0-1 0 0 0,0 1 0 0 0,0 1 0 0 0,-20 40 429 0 0,-29 84 0 0 0,20-42-110 0 0,11-38-140 0 0,-8 17 90 0 0,4 1 0 0 0,-19 82 1 0 0,41-142-297 0 0,-4 21 25 0 0,-3 42 1 0 0,7-61-48 0 0,1 1 0 0 0,0-1 0 0 0,1 1 0 0 0,0-1 0 0 0,0 1 0 0 0,0-1 0 0 0,1 0 1 0 0,0 1-1 0 0,1-1 0 0 0,4 10 0 0 0,-5-14-10 0 0,-1 0 0 0 0,1-1 0 0 0,0 1 0 0 0,-1-1 0 0 0,1 0 0 0 0,0 0 0 0 0,0 1 0 0 0,1-1 0 0 0,-1 0 0 0 0,0-1 0 0 0,1 1 0 0 0,-1 0 0 0 0,1-1 0 0 0,0 1 0 0 0,-1-1 0 0 0,1 0 0 0 0,0 0 0 0 0,3 1 0 0 0,-1-2-14 0 0,0 1 0 0 0,0-1 0 0 0,0 0 0 0 0,-1 0 1 0 0,1 0-1 0 0,0-1 0 0 0,0 0 0 0 0,-1 1 1 0 0,1-2-1 0 0,6-1 0 0 0,5-4-20 0 0,-1 0 0 0 0,1-1 0 0 0,-2-1 1 0 0,1-1-1 0 0,15-13 0 0 0,-11 7 78 0 0,0-1 1 0 0,-2-1 0 0 0,0 0 0 0 0,27-40-1 0 0,44-91 179 0 0,-18 26-138 0 0,-53 90 19 0 0,-15 26-24 0 0,1 0 1 0 0,1 0 0 0 0,-1 1 0 0 0,8-10 0 0 0,-11 16-49 0 0,0 0 1 0 0,0 0-1 0 0,0 0 1 0 0,0-1 0 0 0,0 1-1 0 0,0 0 1 0 0,0 0-1 0 0,1 0 1 0 0,-1 0 0 0 0,0 0-1 0 0,0-1 1 0 0,0 1 0 0 0,0 0-1 0 0,0 0 1 0 0,1 0-1 0 0,-1 0 1 0 0,0 0 0 0 0,0 0-1 0 0,0 0 1 0 0,0 0-1 0 0,1 0 1 0 0,-1 0 0 0 0,0 0-1 0 0,0 0 1 0 0,0 0-1 0 0,0 0 1 0 0,1 0 0 0 0,-1 0-1 0 0,0 0 1 0 0,0 0 0 0 0,0 0-1 0 0,0 0 1 0 0,1 0-1 0 0,-1 0 1 0 0,0 0 0 0 0,0 0-1 0 0,0 0 1 0 0,0 0-1 0 0,1 0 1 0 0,-1 0 0 0 0,0 0-1 0 0,0 1 1 0 0,0-1 0 0 0,0 0-1 0 0,1 0 1 0 0,3 11 34 0 0,0 14-26 0 0,-4-24-9 0 0,3 49 32 0 0,-2-22-35 0 0,1-1 1 0 0,2 0-1 0 0,10 43 1 0 0,-12-62-2 0 0,1 0 0 0 0,0-1 0 0 0,1 1 0 0 0,-1-1 0 0 0,1 0 0 0 0,0 0 0 0 0,1 0 0 0 0,0 0 0 0 0,0-1 0 0 0,1 0 0 0 0,-1 0 0 0 0,1 0 0 0 0,0-1 0 0 0,1 0 0 0 0,-1 0 0 0 0,13 6 0 0 0,-3-4-61 0 0,0 0-1 0 0,1-1 1 0 0,0-1-1 0 0,0-1 1 0 0,0 0-1 0 0,1-1 1 0 0,-1-1-1 0 0,1-1 1 0 0,31-1-1 0 0,-24-1 47 0 0,1-2-1 0 0,-1-1 1 0 0,0 0-1 0 0,0-2 0 0 0,-1-1 1 0 0,29-12-1 0 0,-36 11 149 0 0,-1 0-1 0 0,1-1 1 0 0,-1-1-1 0 0,-1 0 1 0 0,0-1 0 0 0,-1-1-1 0 0,0 0 1 0 0,0-1-1 0 0,-2-1 1 0 0,1 0-1 0 0,-2 0 1 0 0,0-1 0 0 0,-1-1-1 0 0,0 0 1 0 0,-1 0-1 0 0,-1-1 1 0 0,-1 0-1 0 0,7-21 1 0 0,5-27-9 0 0,-4 0 0 0 0,-2-1-1 0 0,-3 0 1 0 0,-3-1 0 0 0,-2-89 0 0 0,-5 144-137 0 0,0 0 1 0 0,-1 0-1 0 0,-1 0 0 0 0,0 0 1 0 0,0 0-1 0 0,-1 0 1 0 0,-5-13-1 0 0,6 21-40 0 0,0 0 0 0 0,0 1 0 0 0,0-1 0 0 0,0 1 0 0 0,0-1 0 0 0,-1 1 0 0 0,0 0 0 0 0,1 0 0 0 0,-1 0 0 0 0,0 0 0 0 0,-1 0 0 0 0,1 1 0 0 0,0-1 0 0 0,-1 1 0 0 0,1 0 0 0 0,-1 0 0 0 0,0 0 0 0 0,0 1-1 0 0,0-1 1 0 0,0 1 0 0 0,0 0 0 0 0,0 0 0 0 0,-7-1 0 0 0,0 2-223 0 0,-1 0-1 0 0,1 0 0 0 0,0 1 1 0 0,0 0-1 0 0,0 1 0 0 0,0 1 1 0 0,0-1-1 0 0,-15 7 0 0 0,9-2-936 0 0,0 1 0 0 0,0 1 0 0 0,1 0 1 0 0,-19 15-1 0 0,27-18 216 0 0,0 1 0 0 0,1 0 0 0 0,-1 1 0 0 0,1 0 0 0 0,1 0 0 0 0,-10 15 0 0 0,1 4-812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47.9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135 21 684 0 0,'31'-17'8571'0'0,"-22"14"-7506"0"0,-8 3-966 0 0,-1 1 0 0 0,1-1 0 0 0,0 1 100 0 0,-1-1-100 0 0,1 1 0 0 0,-1-1 0 0 0,0 1 0 0 0,1-1 0 0 0,-1 1 0 0 0,0 0 0 0 0,1-1 0 0 0,-1 1 0 0 0,0-1 0 0 0,0 1 0 0 0,0 0 0 0 0,0-1 0 0 0,1 1 0 0 0,-1 0 0 0 0,0-1 0 0 0,0 1 0 0 0,0-1 0 0 0,0 1 0 0 0,0 0 1 0 0,0-1-1 0 0,-1 1 0 0 0,1 0 0 0 0,0 0 0 0 0,-3 23 599 0 0,3-24-635 0 0,-10 55 284 0 0,-3-1 0 0 0,-20 55-1 0 0,-51 99-487 0 0,76-189 131 0 0,1 0 1 0 0,-9 40-1 0 0,14-50-12 0 0,0 0 0 0 0,1 1 1 0 0,0-1-1 0 0,1 1 1 0 0,0 0-1 0 0,0-1 1 0 0,1 1-1 0 0,3 12 0 0 0,0-7-63 0 0,-2-8-28 0 0,-1-1 1 0 0,1 0-1 0 0,0 0 1 0 0,4 7-1 0 0,0-7-1137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50.1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212 65 104 0 0,'3'-2'390'0'0,"0"0"1"0"0,0 1-1 0 0,0 0 0 0 0,0-1 0 0 0,1 1 1 0 0,-1 0-1 0 0,0 1 0 0 0,0-1 0 0 0,1 0 1 0 0,-1 1-1 0 0,54 12 10444 0 0,-63-10-11005 0 0,-3-34 140 0 0,3 15 96 0 0,6 16-59 0 0,0 1 0 0 0,0-1-1 0 0,0 0 1 0 0,-1 0 0 0 0,1 0 0 0 0,0 0 0 0 0,-1 1-1 0 0,1-1 1 0 0,0 0 0 0 0,-1 0 0 0 0,1 1 0 0 0,-1-1-1 0 0,1 0 1 0 0,-1 1 0 0 0,0-1 0 0 0,1 0 0 0 0,-1 1 0 0 0,0-1-1 0 0,1 1 1 0 0,-1-1 0 0 0,0 1 0 0 0,0 0 0 0 0,1-1-1 0 0,-1 1 1 0 0,0 0 0 0 0,0-1 0 0 0,0 1 0 0 0,-1 0-1 0 0,0 0 0 0 0,-1 0-1 0 0,1 0 0 0 0,0 1 1 0 0,0-1-1 0 0,0 1 0 0 0,0 0 1 0 0,0-1-1 0 0,0 1 0 0 0,0 0 1 0 0,0 0-1 0 0,-2 2 0 0 0,-5 4 13 0 0,1-1 0 0 0,0 1 0 0 0,-14 15-1 0 0,-7 15-8 0 0,2 1 0 0 0,1 1 0 0 0,1 1 0 0 0,3 1-1 0 0,-31 80 1 0 0,51-117-11 0 0,1 1 0 0 0,-1 0 0 0 0,1 0 0 0 0,0 0 0 0 0,0 0 1 0 0,0 0-1 0 0,1 0 0 0 0,0 1 0 0 0,0-1 0 0 0,0 0 0 0 0,1 0 0 0 0,0 6 0 0 0,0-9 2 0 0,0 1 0 0 0,0-1 0 0 0,1 1 0 0 0,-1-1 0 0 0,0 1-1 0 0,1-1 1 0 0,-1 0 0 0 0,1 1 0 0 0,0-1 0 0 0,0 0 0 0 0,0 0 0 0 0,0 0 0 0 0,0 0 0 0 0,0-1-1 0 0,0 1 1 0 0,1-1 0 0 0,-1 1 0 0 0,1-1 0 0 0,-1 0 0 0 0,1 0 0 0 0,-1 0 0 0 0,1 0 0 0 0,3 1-1 0 0,14 2-5 0 0,0-1 1 0 0,0-1-1 0 0,0 0 0 0 0,1-2 0 0 0,-1 0 0 0 0,23-3 0 0 0,-15-1-28 0 0,-1-1 0 0 0,0-1 1 0 0,51-19-1 0 0,-64 19 37 0 0,0 0 1 0 0,-1-1-1 0 0,0 0 1 0 0,-1-2-1 0 0,0 1 0 0 0,0-1 1 0 0,0-1-1 0 0,11-13 1 0 0,-16 16 1 0 0,-1 0 1 0 0,0-1-1 0 0,0 0 1 0 0,-1-1 0 0 0,0 1-1 0 0,-1-1 1 0 0,1 0-1 0 0,-2 0 1 0 0,1 0 0 0 0,-1-1-1 0 0,-1 1 1 0 0,0-1-1 0 0,1-12 1 0 0,-2 18-5 0 0,-1 1 0 0 0,0 0 0 0 0,0-1 1 0 0,0 1-1 0 0,0 0 0 0 0,-1 0 0 0 0,1-1 0 0 0,-1 1 0 0 0,0 0 0 0 0,0 0 1 0 0,0 0-1 0 0,0 0 0 0 0,0 0 0 0 0,-1 0 0 0 0,1 0 0 0 0,-1 0 0 0 0,0 0 1 0 0,0 1-1 0 0,-3-3 0 0 0,2 2-1 0 0,0 0 0 0 0,-1 1 0 0 0,1 0-1 0 0,-1 0 1 0 0,0 0 0 0 0,0 0 0 0 0,0 0 0 0 0,0 1 0 0 0,0 0 0 0 0,0 0 0 0 0,0 0 0 0 0,-9-1-1 0 0,-1 2-117 0 0,0 0-1 0 0,0 0 1 0 0,0 1-1 0 0,0 1 0 0 0,0 1 1 0 0,0 0-1 0 0,-23 8 0 0 0,17-4-518 0 0,-28 12-2895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50.4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89 110 244 0 0,'2'-11'1193'0'0,"-2"0"1"0"0,0 0-1 0 0,-2-20 0 0 0,-2-14 6277 0 0,0 53-6556 0 0,-2 14-510 0 0,-65 507 561 0 0,67-342-3361 0 0,5-112-2458 0 0,-1-71 4326 0 0,0-1-1 0 0,0 1 1 0 0,1 0-1 0 0,-1-1 1 0 0,1 1 0 0 0,0-1-1 0 0,0 1 1 0 0,0-1-1 0 0,0 1 1 0 0,4 6-1 0 0,1-5-658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6:51.1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425 1005 204 0 0,'7'-7'1009'0'0,"0"-1"1"0"0,-1 0-1 0 0,0 0 1 0 0,-1-1-1 0 0,6-10 1 0 0,-9 15-617 0 0,0-1 1 0 0,0 1-1 0 0,-1-1 1 0 0,0 0-1 0 0,0 0 1 0 0,0 1-1 0 0,0-1 1 0 0,-1 0-1 0 0,0 0 1 0 0,0 0-1 0 0,0 1 1 0 0,-1-1-1 0 0,0-6 1 0 0,-1 5-295 0 0,0 1 1 0 0,0 0-1 0 0,0-1 1 0 0,-1 1-1 0 0,0 0 1 0 0,0 1-1 0 0,0-1 1 0 0,0 0-1 0 0,-1 1 1 0 0,0 0-1 0 0,0-1 1 0 0,0 2-1 0 0,0-1 1 0 0,-1 0-1 0 0,1 1 1 0 0,-1 0-1 0 0,0 0 1 0 0,0 0-1 0 0,0 1 1 0 0,0-1-1 0 0,-1 1 1 0 0,1 1-1 0 0,-9-3 1 0 0,5 2-73 0 0,0 0 0 0 0,0 1-1 0 0,0 0 1 0 0,0 0 0 0 0,0 1 0 0 0,0 0 0 0 0,0 0 0 0 0,0 1 0 0 0,0 0-1 0 0,0 1 1 0 0,0 0 0 0 0,0 1 0 0 0,1 0 0 0 0,-10 4 0 0 0,-5 7 26 0 0,0 0 1 0 0,2 1 0 0 0,0 2-1 0 0,0 0 1 0 0,2 1-1 0 0,0 1 1 0 0,1 1 0 0 0,-23 33-1 0 0,38-48-50 0 0,0-1 0 0 0,0 1 0 0 0,0 0 0 0 0,1 0 0 0 0,0 0 0 0 0,0 0 0 0 0,0 0 0 0 0,1 1 0 0 0,-2 6 0 0 0,3-10-7 0 0,-1 0 0 0 0,1 0 0 0 0,0 0 0 0 0,0 0 0 0 0,0 0 0 0 0,0 0 0 0 0,1 0 1 0 0,-1 0-1 0 0,1 0 0 0 0,-1 0 0 0 0,1 0 0 0 0,-1 0 0 0 0,1 0 0 0 0,0 0 0 0 0,0-1 0 0 0,0 1 1 0 0,0 0-1 0 0,0-1 0 0 0,1 1 0 0 0,-1-1 0 0 0,0 1 0 0 0,1-1 0 0 0,-1 1 0 0 0,1-1 0 0 0,-1 0 1 0 0,1 0-1 0 0,0 0 0 0 0,0 0 0 0 0,2 1 0 0 0,4 1-20 0 0,0 0 0 0 0,1-1 0 0 0,-1 0-1 0 0,1-1 1 0 0,-1 0 0 0 0,1 0 0 0 0,-1-1 0 0 0,1 0 0 0 0,0 0-1 0 0,-1-1 1 0 0,1 0 0 0 0,-1-1 0 0 0,1 0 0 0 0,-1 0-1 0 0,0-1 1 0 0,0 0 0 0 0,9-4 0 0 0,-2 0 18 0 0,0-1 1 0 0,-1 0-1 0 0,1-2 0 0 0,-2 1 1 0 0,1-2-1 0 0,-1 1 1 0 0,21-25-1 0 0,1-8 3 0 0,-2-2 1 0 0,-3-1-1 0 0,37-71 0 0 0,57-158-39 0 0,-101 217 60 0 0,-3-1 1 0 0,-3-2 0 0 0,11-64 0 0 0,-18 51 77 0 0,-10 67-81 0 0,1 0 1 0 0,-2-1 0 0 0,1 1-1 0 0,-1 0 1 0 0,0 0 0 0 0,0 0-1 0 0,-1 0 1 0 0,-3-8 0 0 0,5 15-14 0 0,0-1 0 0 0,0 1 0 0 0,0 0 1 0 0,0-1-1 0 0,-1 1 0 0 0,1 0 0 0 0,0 0 0 0 0,0-1 1 0 0,0 1-1 0 0,-1 0 0 0 0,1-1 0 0 0,0 1 0 0 0,-1 0 1 0 0,1 0-1 0 0,0 0 0 0 0,0-1 0 0 0,-1 1 0 0 0,1 0 1 0 0,0 0-1 0 0,-1 0 0 0 0,1 0 0 0 0,0 0 0 0 0,-1 0 1 0 0,1-1-1 0 0,0 1 0 0 0,-1 0 0 0 0,1 0 0 0 0,-1 0 1 0 0,1 0-1 0 0,0 0 0 0 0,-1 0 0 0 0,0 1 0 0 0,-13 7 61 0 0,-7 15 62 0 0,-16 44 132 0 0,-33 80 0 0 0,-18 77-9 0 0,63-157-193 0 0,7-18-12 0 0,-19 86 0 0 0,32-107-61 0 0,0 1-1 0 0,2-1 1 0 0,2 1 0 0 0,2 48 0 0 0,0-68-44 0 0,1 0 0 0 0,0 0-1 0 0,1 1 1 0 0,0-1 0 0 0,0-1 0 0 0,1 1 0 0 0,0 0 0 0 0,0-1 0 0 0,1 0 0 0 0,0 0 0 0 0,1 0 0 0 0,-1-1 0 0 0,1 1-1 0 0,1-2 1 0 0,0 1 0 0 0,0-1 0 0 0,0 0 0 0 0,1 0 0 0 0,15 9 0 0 0,-10-8-592 0 0,-1-1 0 0 0,1 0 0 0 0,1 0 0 0 0,-1-2 0 0 0,20 5 0 0 0,-19-6-864 0 0,-1-1 0 0 0,1-1-1 0 0,0 0 1 0 0,-1 0 0 0 0,22-3-1 0 0,-15-1 152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26.3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 5 8 0 0,'-6'13'14804'0'0,"-5"-15"-14379"0"0,-2-13-2096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27.5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130 136 532 0 0,'-9'-8'1847'0'0,"6"5"-1509"0"0,0 1-1 0 0,0-1 1 0 0,0 1 0 0 0,0-1-1 0 0,0 1 1 0 0,-7-3-1 0 0,6 3-24 0 0,0 1-1 0 0,-1 0 0 0 0,1 1 0 0 0,0-1 0 0 0,-9 0 0 0 0,-45-11 7333 0 0,84-5-6980 0 0,-23 14-654 0 0,1 1-1 0 0,0 1 0 0 0,-1-1 0 0 0,1 1 0 0 0,0-1 0 0 0,0 1 0 0 0,0 0 1 0 0,0 0-1 0 0,1 1 0 0 0,-1-1 0 0 0,0 1 0 0 0,0 0 0 0 0,0 0 0 0 0,0 1 1 0 0,0-1-1 0 0,0 1 0 0 0,0 0 0 0 0,1 0 0 0 0,-2 0 0 0 0,1 0 0 0 0,5 3 1 0 0,-3-2 0 0 0,-1 1 1 0 0,1 0 0 0 0,-1 1 0 0 0,1-1 0 0 0,-1 1 0 0 0,-1 0 0 0 0,1 0 0 0 0,0 1 0 0 0,-1-1 0 0 0,0 1 0 0 0,0 0 0 0 0,0 0 0 0 0,4 8 0 0 0,0 5-3 0 0,-1 0-1 0 0,0 0 1 0 0,-2 1-1 0 0,0 0 1 0 0,-1 0-1 0 0,0 0 1 0 0,-2 1-1 0 0,-1-1 1 0 0,0 23-1 0 0,-3-8 5 0 0,-1 0 1 0 0,-1 0-1 0 0,-2 0 0 0 0,-15 48 0 0 0,14-61 38 0 0,-1 0-1 0 0,-1-1 0 0 0,-21 38 1 0 0,26-49-58 0 0,4-8 11 0 0,0 0 1 0 0,-1-1-1 0 0,1 1 0 0 0,0 0 0 0 0,-1 0 1 0 0,1 0-1 0 0,0 0 0 0 0,-1-1 0 0 0,1 1 1 0 0,-1 0-1 0 0,1 0 0 0 0,-1-1 0 0 0,0 1 1 0 0,1 0-1 0 0,-1-1 0 0 0,0 1 1 0 0,-1 1-1 0 0,2-23 110 0 0,17-15-114 0 0,0 1 1 0 0,2 1 0 0 0,2 1-1 0 0,30-38 1 0 0,26-41 48 0 0,-53 74-62 0 0,15-25 55 0 0,-3-1 0 0 0,39-95-1 0 0,-73 155-34 0 0,-1 1-1 0 0,0-1 0 0 0,0 0 1 0 0,0 0-1 0 0,0 0 0 0 0,-1-4 0 0 0,0 8-6 0 0,0-1 0 0 0,0 1 0 0 0,0 0 0 0 0,0-1-1 0 0,0 1 1 0 0,0 0 0 0 0,0 0 0 0 0,0-1 0 0 0,0 1-1 0 0,0 0 1 0 0,0 0 0 0 0,0-1 0 0 0,0 1 0 0 0,0 0 0 0 0,-1 0-1 0 0,1-1 1 0 0,0 1 0 0 0,0 0 0 0 0,0 0 0 0 0,0 0-1 0 0,-1-1 1 0 0,1 1 0 0 0,0 0 0 0 0,0 0 0 0 0,0 0 0 0 0,-1 0-1 0 0,1-1 1 0 0,0 1 0 0 0,0 0 0 0 0,-1 0 0 0 0,1 0-1 0 0,0 0 1 0 0,-1 0 0 0 0,-15 7 14 0 0,7 1-13 0 0,1 0-1 0 0,-1 1 1 0 0,1-1-1 0 0,1 2 1 0 0,-1-1-1 0 0,2 1 0 0 0,-1 0 1 0 0,-6 15-1 0 0,-2 9-18 0 0,-15 45 0 0 0,21-49 15 0 0,1 0-1 0 0,1 0 0 0 0,1 0 1 0 0,-2 62-1 0 0,8-71-4 0 0,1 1 0 0 0,0 0 0 0 0,2-1 0 0 0,0 0 0 0 0,2 1 0 0 0,0-1 0 0 0,16 39 0 0 0,-14-47 10 0 0,0 0-1 0 0,0 0 1 0 0,1 0-1 0 0,1-1 1 0 0,0-1-1 0 0,0 1 1 0 0,1-2-1 0 0,15 13 1 0 0,-8-9-134 0 0,0-1 0 0 0,32 17 0 0 0,-46-28-105 0 0,0-1-1 0 0,0 1 0 0 0,0-1 0 0 0,1 0 0 0 0,-1 0 0 0 0,0-1 1 0 0,1 1-1 0 0,-1-1 0 0 0,1 1 0 0 0,-1-1 0 0 0,0 0 0 0 0,1 0 1 0 0,-1-1-1 0 0,1 1 0 0 0,-1-1 0 0 0,0 0 0 0 0,5-1 0 0 0,2-2-1744 0 0,-1 0-1 0 0,1 0 1 0 0,-1-1-1 0 0,11-7 0 0 0,-11 6 632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8:28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15101,'151'699'0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8:31.2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1434 717 15285,'0'29'0,"-2"-1"0,-1 0 0,0 0 0,-2-1 0,-1 1 0,-1-1 0,-2 0 0,0 0 0,-1-1 0,-1 0 0,-2-1 0,0 0 0,-1-1 0,-1 0 0,-1-1 0,-1-1 0,-1 0 0,-1-1 0,-1-1 0,0 0 0,-1-1 0,-1-1 0,0-1 0,-1-1 0,-1-1 0,0-1 0,-1-1 0,0 0 0,-1-2 0,0-1 0,-1-1 0,0 0 0,0-2 0,-1-1 0,1-1 0,-1-2 0,0 0 0,0-1 0,-1-2 0,1 0 0,0-2 0,0-1 0,0 0 0,1-2 0,-1-1 0,1-1 0,0-2 0,0 0 0,1-1 0,0-1 0,1-2 0,0 0 0,1-1 0,0-1 0,1-1 0,1-1 0,0-1 0,1-1 0,1-1 0,0 0 0,1-1 0,1-1 0,1 0 0,1-1 0,1-1 0,1 0 0,1-1 0,0 0 0,2-1 0,1 0 0,1-1 0,0 0 0,2 0 0,1-1 0,1 1 0,2-1 0,0 0 0,1 0 0,2-1 0,0 1 0,2 0 0,1 0 0,0 0 0,2 1 0,1-1 0,1 1 0,2 0 0,0 0 0,1 1 0,1 0 0,2 1 0,0 0 0,1 1 0,1 0 0,1 1 0,1 1 0,1 0 0,1 1 0,1 1 0,0 0 0,1 1 0,1 1 0,0 1 0,1 1 0,1 1 0,0 1 0,1 1 0,0 0 0,1 2 0,0 1 0,1 1 0,0 0 0,0 2 0,1 1 0,-1 1 0,1 2 0,0 0 0,0 1 0,0 2 0,1 0 0,-1 2 0,0 1 0,0 0 0,-1 2 0,1 1 0,-1 1 0,0 2 0,0 0 0,-1 1 0,0 1 0,-1 2 0,0 0 0,-1 1 0,0 1 0,-1 1 0,-1 1 0,0 1 0,-1 1 0,-1 1 0,0 0 0,-1 1 0,-1 1 0,-1 0 0,-1 1 0,-1 1 0,-1 0 0,-1 1 0,0 0 0,-2 1 0,-1 0 0,-1 1 0,0 0 0,-2 0 0,-1 1 0,-1-1 0,-2 1 0,0 0 0,-1 0 0,-2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8:33.9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11082,'2213'0'0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36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719 206 412 0 0,'1'-12'1722'0'0,"3"-6"148"0"0,-2 15-1590 0 0,-1 0 0 0 0,-1 0 0 0 0,1 0 0 0 0,0-1 0 0 0,-1 1 0 0 0,1 0 0 0 0,-1-1 0 0 0,0 1 0 0 0,0 0 0 0 0,-1 0 0 0 0,0-7 0 0 0,0 7-41 0 0,0 0 1 0 0,0 0-1 0 0,-1 0 1 0 0,1 0-1 0 0,-1 1 1 0 0,0-1-1 0 0,1 0 1 0 0,-1 1-1 0 0,-3-4 0 0 0,0 2 17 0 0,1 0-1 0 0,0 1 1 0 0,-1 0-1 0 0,1 0 0 0 0,-1 0 1 0 0,0 0-1 0 0,0 1 0 0 0,-8-3 1 0 0,1 1 91 0 0,-1 1-1 0 0,1 0 1 0 0,-1 1 0 0 0,0 0 0 0 0,-20 0 0 0 0,24 3-284 0 0,0 0 0 0 0,1 0 0 0 0,-1 1 0 0 0,0 0 0 0 0,1 1 0 0 0,0 0 0 0 0,-1 0 0 0 0,1 1 0 0 0,1 0 0 0 0,-10 6 0 0 0,-11 8 110 0 0,-33 29-1 0 0,49-38-123 0 0,-26 23-4 0 0,2 2 0 0 0,2 1-1 0 0,0 2 1 0 0,-30 44 0 0 0,44-51-6 0 0,0 0 0 0 0,2 2 1 0 0,1 0-1 0 0,-20 55 0 0 0,27-56-16 0 0,1 2-1 0 0,1-1 0 0 0,2 1 1 0 0,1 0-1 0 0,2 0 0 0 0,1 1 0 0 0,2-1 1 0 0,1 1-1 0 0,10 61 0 0 0,-2-54-34 0 0,2 0 0 0 0,2-1 0 0 0,29 63-1 0 0,-23-65 37 0 0,2-2-1 0 0,2 0 0 0 0,1-1 0 0 0,31 34 0 0 0,71 71 149 0 0,-105-121-141 0 0,1 0 0 0 0,1-1 0 0 0,0-2 0 0 0,39 22 0 0 0,-46-32-13 0 0,0 1 0 0 0,0-2-1 0 0,0 0 1 0 0,0-1 0 0 0,1-1-1 0 0,0 0 1 0 0,0-1 0 0 0,17-1-1 0 0,3-1 15 0 0,1-2 0 0 0,56-9 1 0 0,-35 1 102 0 0,0-3 0 0 0,-1-2 1 0 0,57-23-1 0 0,-95 30-70 0 0,0-1 0 0 0,0-1-1 0 0,-1 0 1 0 0,0-2 0 0 0,-1 0 0 0 0,-1-1 0 0 0,0-1 0 0 0,0-1-1 0 0,-2 0 1 0 0,0-1 0 0 0,21-29 0 0 0,-15 13 47 0 0,-1 0 0 0 0,-2-2-1 0 0,20-47 1 0 0,-22 38-30 0 0,-2 0-1 0 0,-1-1 0 0 0,10-71 1 0 0,-12 44 2 0 0,6-77 70 0 0,-18-101-10 0 0,0 224-107 0 0,-1 0-1 0 0,-2 0 0 0 0,0 0 1 0 0,-2 1-1 0 0,0-1 0 0 0,-2 2 1 0 0,-1-1-1 0 0,-1 1 0 0 0,0 0 1 0 0,-2 1-1 0 0,-1 0 0 0 0,-22-28 0 0 0,21 34-55 0 0,-1 1-1 0 0,0 0 0 0 0,-2 1 1 0 0,1 1-1 0 0,-2 1 0 0 0,-22-13 1 0 0,10 9-151 0 0,-1 1 1 0 0,-1 2-1 0 0,-37-11 0 0 0,25 14 84 0 0,-1 1 0 0 0,-1 2 0 0 0,-47 0 0 0 0,49 6 28 0 0,1 2-1 0 0,-81 13 0 0 0,82-2 17 0 0,23-6 121 0 0,15-5-76 0 0,0 1 1 0 0,0-1-1 0 0,1 0 0 0 0,-1 1 1 0 0,0 0-1 0 0,1 0 0 0 0,-1 0 1 0 0,-3 3-1 0 0,-5-2 69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39:15.7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0 169 8368,'971'-169'0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39.4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154 494 280 0 0,'-3'-25'606'0'0,"1"0"0"0"0,2 0 0 0 0,0 0 0 0 0,8-46 0 0 0,-5 44 100 0 0,1 1 412 0 0,-2 20-493 0 0,-1-1 0 0 0,0 1 0 0 0,0 0 0 0 0,-1-1 0 0 0,0 1 0 0 0,0-1 0 0 0,0 1 0 0 0,-1-1 0 0 0,-1-9 0 0 0,1 15-565 0 0,1 1 1 0 0,0-1-1 0 0,0 0 1 0 0,-1 0 0 0 0,1 0-1 0 0,0 0 1 0 0,-1 0-1 0 0,1 1 1 0 0,-1-1-1 0 0,1 0 1 0 0,-1 0 0 0 0,0 1-1 0 0,1-1 1 0 0,-1 0-1 0 0,0 1 1 0 0,1-1-1 0 0,-1 1 1 0 0,0-1 0 0 0,0 1-1 0 0,1-1 1 0 0,-1 1-1 0 0,0-1 1 0 0,0 1-1 0 0,0 0 1 0 0,0-1 0 0 0,0 1-1 0 0,0 0 1 0 0,1 0-1 0 0,-1 0 1 0 0,0 0-1 0 0,0 0 1 0 0,0 0 0 0 0,0 0-1 0 0,0 0 1 0 0,0 0-1 0 0,0 0 1 0 0,0 0-1 0 0,0 1 1 0 0,0-1 0 0 0,1 0-1 0 0,-1 1 1 0 0,0-1-1 0 0,0 0 1 0 0,0 1-1 0 0,1-1 1 0 0,-1 1 0 0 0,0 0-1 0 0,0-1 1 0 0,1 1-1 0 0,-2 0 1 0 0,-2 3-53 0 0,-1 0 1 0 0,1 1-1 0 0,0-1 0 0 0,0 0 1 0 0,1 1-1 0 0,-1 0 1 0 0,-2 6-1 0 0,-8 17 38 0 0,3 0 0 0 0,0 1 1 0 0,1 1-1 0 0,-7 41 0 0 0,-8 124 33 0 0,21-146-66 0 0,2 0 1 0 0,3-1-1 0 0,1 1 0 0 0,3 0 0 0 0,2-1 1 0 0,2 0-1 0 0,2-1 0 0 0,28 76 0 0 0,-39-122-12 0 0,1 1-1 0 0,-1 0 0 0 0,1 0 1 0 0,0-1-1 0 0,0 1 1 0 0,0 0-1 0 0,0-1 0 0 0,0 1 1 0 0,0-1-1 0 0,0 1 0 0 0,0-1 1 0 0,1 1-1 0 0,-1-1 0 0 0,0 0 1 0 0,1 0-1 0 0,-1 0 0 0 0,1 0 1 0 0,0 0-1 0 0,-1 0 1 0 0,1 0-1 0 0,0 0 0 0 0,0-1 1 0 0,-1 1-1 0 0,1-1 0 0 0,3 1 1 0 0,-2-1-1 0 0,0 0 0 0 0,-1-1 0 0 0,1 1 0 0 0,0-1 0 0 0,-1 0 0 0 0,1 0 0 0 0,-1 0 0 0 0,0 0 0 0 0,1-1 0 0 0,-1 1 1 0 0,0 0-1 0 0,1-1 0 0 0,-1 0 0 0 0,0 0 0 0 0,0 1 0 0 0,-1-1 0 0 0,4-3 0 0 0,11-16-17 0 0,0 0 0 0 0,-1 0-1 0 0,0-2 1 0 0,16-37 0 0 0,33-102-44 0 0,-13 31-11 0 0,-48 124 69 0 0,5-12 0 0 0,19-33-1 0 0,-24 47 6 0 0,0 1-1 0 0,1-1 1 0 0,-1 1-1 0 0,1 0 0 0 0,-1 0 1 0 0,1 0-1 0 0,1 1 1 0 0,-1-1-1 0 0,0 1 1 0 0,1 0-1 0 0,-1 1 1 0 0,8-4-1 0 0,-8 5-3 0 0,-1 0 1 0 0,1 0-1 0 0,0 1 1 0 0,0-1-1 0 0,0 1 1 0 0,-1 0-1 0 0,1 0 1 0 0,0 1-1 0 0,0-1 1 0 0,0 1-1 0 0,-1 0 0 0 0,1 0 1 0 0,0 0-1 0 0,-1 0 1 0 0,1 0-1 0 0,-1 1 1 0 0,1 0-1 0 0,-1 0 1 0 0,0 0-1 0 0,1 0 1 0 0,-1 0-1 0 0,0 1 0 0 0,4 4 1 0 0,7 7 6 0 0,-1 0-1 0 0,-1 0 1 0 0,15 22 0 0 0,-25-33-1 0 0,76 119 58 0 0,20 27-43 0 0,-85-133-20 0 0,73 91 40 0 0,-76-96-26 0 0,1 0-1 0 0,1-1 1 0 0,0-1-1 0 0,0 1 1 0 0,0-2-1 0 0,26 14 1 0 0,-34-21-8 0 0,-1 1 1 0 0,1-1-1 0 0,-1 0 1 0 0,1 0-1 0 0,-1 0 1 0 0,1 0-1 0 0,-1-1 1 0 0,1 1-1 0 0,0-1 1 0 0,0 0-1 0 0,-1 0 1 0 0,1 0-1 0 0,0-1 1 0 0,-1 1-1 0 0,1-1 1 0 0,0 0-1 0 0,-1 0 1 0 0,1 0-1 0 0,-1 0 1 0 0,0-1-1 0 0,1 1 1 0 0,-1-1-1 0 0,0 0 1 0 0,0 0-1 0 0,6-5 1 0 0,-3 1 3 0 0,-1 0 1 0 0,0 0-1 0 0,0 0 0 0 0,0-1 1 0 0,-1 1-1 0 0,0-1 1 0 0,-1-1-1 0 0,1 1 0 0 0,-1 0 1 0 0,0-1-1 0 0,1-9 1 0 0,3-11-7 0 0,-2 0 1 0 0,-2 0-1 0 0,0-1 1 0 0,-2-34-1 0 0,-14-116 1 0 0,-5 71 0 0 0,-49-164 0 0 0,55 228-60 0 0,-2 1 0 0 0,-1 0 0 0 0,-3 2 1 0 0,-35-62-1 0 0,53 101-43 0 0,-1 0-1 0 0,0 0 1 0 0,-1 0 0 0 0,1 1 0 0 0,0-1 0 0 0,-1 1-1 0 0,1-1 1 0 0,0 1 0 0 0,-1-1 0 0 0,0 1 0 0 0,1 0 0 0 0,-1-1-1 0 0,0 1 1 0 0,0 0 0 0 0,0 0 0 0 0,1 1 0 0 0,-5-2-1 0 0,6 2-9 0 0,-1 0 0 0 0,0 0 1 0 0,1 0-1 0 0,-1 0 0 0 0,0 0 0 0 0,0 0 0 0 0,1 1 0 0 0,-1-1 0 0 0,0 0 0 0 0,1 0 0 0 0,-1 1 0 0 0,0-1 0 0 0,1 0 0 0 0,-1 1 0 0 0,1-1 0 0 0,-1 1 0 0 0,1-1 0 0 0,-1 1 0 0 0,0 0 0 0 0,-10 21-2065 0 0,4 2 623 0 0,2 1-1 0 0,1-1 1 0 0,0 1-1 0 0,1 49 1 0 0,3-43 606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39.9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1 164 56 0 0,'17'-100'4820'0'0,"2"36"3691"0"0,-15 74-7481 0 0,-1 21-1240 0 0,-3-28 468 0 0,8 133 131 0 0,9 84-248 0 0,-8-150-195 0 0,-1-18-208 0 0,-2 1 1 0 0,-2 104 0 0 0,-6-145-658 0 0,1-1 0 0 0,-2 1 1 0 0,-3 10-1 0 0,-8 13-6219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41.3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127 184 432 0 0,'-1'-7'597'0'0,"0"0"0"0"0,-1 0 0 0 0,1 0 0 0 0,-2 1 0 0 0,-14-26 3209 0 0,17 32-3779 0 0,-5 12 793 0 0,-2 14-3 0 0,-16 184 2842 0 0,3-11-2801 0 0,18-183-843 0 0,-1-1 0 0 0,-1 1 0 0 0,0 0-1 0 0,-1-1 1 0 0,-9 19 0 0 0,4-21-3 0 0,9-13-13 0 0,1 0 1 0 0,0 0-1 0 0,0 0 0 0 0,-1 0 1 0 0,1 0-1 0 0,0 0 1 0 0,0 0-1 0 0,0-1 0 0 0,-1 1 1 0 0,1 0-1 0 0,0 0 1 0 0,0 0-1 0 0,0 0 0 0 0,0-1 1 0 0,-1 1-1 0 0,1 0 1 0 0,0 0-1 0 0,0 0 1 0 0,0-1-1 0 0,0 1 0 0 0,0 0 1 0 0,0 0-1 0 0,-1-1 1 0 0,1 1-1 0 0,0 0 0 0 0,0 0 1 0 0,0-1-1 0 0,0 1 1 0 0,0 0-1 0 0,0 0 1 0 0,0-1-1 0 0,0 1 0 0 0,1-25-35 0 0,4-2-51 0 0,1-1 0 0 0,2 1 0 0 0,18-45 1 0 0,-5 16-111 0 0,-14 36 125 0 0,7-26-46 0 0,3 1 0 0 0,1 1 0 0 0,34-58-1 0 0,-51 101 124 0 0,0 0 0 0 0,-1 0 0 0 0,1 0 0 0 0,-1 0 0 0 0,1 0 0 0 0,0 0 0 0 0,0 0 0 0 0,0 0 0 0 0,0 0 0 0 0,0 0 0 0 0,0 1-1 0 0,0-1 1 0 0,0 0 0 0 0,0 1 0 0 0,0-1 0 0 0,0 1 0 0 0,0-1 0 0 0,0 1 0 0 0,1-1 0 0 0,-1 1 6 0 0,0 0 0 0 0,0 0 1 0 0,0 1-1 0 0,0-1 0 0 0,0 0 1 0 0,-1 0-1 0 0,1 1 0 0 0,0-1 1 0 0,0 0-1 0 0,0 1 0 0 0,-1-1 1 0 0,1 1-1 0 0,0-1 0 0 0,0 1 1 0 0,-1-1-1 0 0,1 1 0 0 0,0 0 1 0 0,-1-1-1 0 0,1 1 0 0 0,0 0 0 0 0,3 6 73 0 0,0 0 0 0 0,0 1 0 0 0,0-1 0 0 0,3 13 0 0 0,-3-10-75 0 0,22 65 181 0 0,19 40 34 0 0,-39-102-200 0 0,0-1 0 0 0,1 0 0 0 0,1-1 1 0 0,0 0-1 0 0,1 0 0 0 0,19 19 0 0 0,-21-23-17 0 0,2-1 0 0 0,-1 0 1 0 0,1 0-1 0 0,0-1 0 0 0,0 0 0 0 0,0 0 0 0 0,1-1 0 0 0,-1 0 1 0 0,1-1-1 0 0,0 0 0 0 0,0-1 0 0 0,1 0 0 0 0,-1 0 1 0 0,0-1-1 0 0,1 0 0 0 0,-1-1 0 0 0,19-2 0 0 0,-9-1-8 0 0,-1-1 0 0 0,0-1 0 0 0,0 0 0 0 0,0-2 0 0 0,-1 0 0 0 0,0-1 0 0 0,0-1 0 0 0,25-17 0 0 0,-26 15 7 0 0,0-1 1 0 0,-1-1-1 0 0,0-1 0 0 0,-1 0 1 0 0,0-1-1 0 0,-2 0 0 0 0,0-2 1 0 0,0 1-1 0 0,-2-2 1 0 0,15-26-1 0 0,-23 37-2 0 0,0 1 0 0 0,0-1 0 0 0,-1 0 0 0 0,1 0-1 0 0,-2 0 1 0 0,1 0 0 0 0,-1 0 0 0 0,0 0 0 0 0,0 0 0 0 0,-1-11 0 0 0,-1 12-8 0 0,0 0 0 0 0,0 1 0 0 0,0-1 0 0 0,-1 0 1 0 0,0 1-1 0 0,0 0 0 0 0,0-1 0 0 0,-1 1 0 0 0,1 0 1 0 0,-1 0-1 0 0,-1 1 0 0 0,1-1 0 0 0,-7-7 0 0 0,-3-3 46 0 0,-16-15-49 0 0,27 29 8 0 0,0-1 0 0 0,0 1 1 0 0,0-1-1 0 0,0 1 0 0 0,0 0 1 0 0,0 0-1 0 0,-1 0 0 0 0,1 0 1 0 0,0 0-1 0 0,-1 1 1 0 0,1-1-1 0 0,-1 1 0 0 0,-4-1 1 0 0,6 1-1 0 0,0 0 1 0 0,0 1 0 0 0,0-1 0 0 0,1 0 0 0 0,-1 1-1 0 0,0-1 1 0 0,0 1 0 0 0,0-1 0 0 0,0 1-1 0 0,1-1 1 0 0,-1 1 0 0 0,0 0 0 0 0,0-1 0 0 0,1 1-1 0 0,-1 0 1 0 0,1 0 0 0 0,-1-1 0 0 0,1 1-1 0 0,-1 0 1 0 0,1 0 0 0 0,-1 0 0 0 0,1 0 0 0 0,-1 1-1 0 0,-8 26 74 0 0,7-20-46 0 0,-1 6 10 0 0,0 0 0 0 0,1 1 0 0 0,0-1 0 0 0,1 1-1 0 0,1 0 1 0 0,2 26 0 0 0,21 89 114 0 0,-22-126-149 0 0,4 18 4 0 0,1 0 0 0 0,1 0 0 0 0,1 0 0 0 0,16 28 0 0 0,-19-39-27 0 0,1-1-1 0 0,0-1 0 0 0,1 1 0 0 0,0-1 1 0 0,0 0-1 0 0,1 0 0 0 0,1-1 1 0 0,-1 0-1 0 0,1-1 0 0 0,16 11 0 0 0,-20-16-18 0 0,0 1 1 0 0,0-2-1 0 0,0 1 0 0 0,1 0 0 0 0,-1-1 0 0 0,0 0 0 0 0,1 0 1 0 0,-1-1-1 0 0,0 1 0 0 0,1-1 0 0 0,-1 0 0 0 0,1-1 1 0 0,-1 0-1 0 0,0 1 0 0 0,1-1 0 0 0,-1-1 0 0 0,0 1 0 0 0,0-1 1 0 0,0 0-1 0 0,6-3 0 0 0,9-6-170 0 0,-1 0-1 0 0,0-1 1 0 0,25-21 0 0 0,-36 27 128 0 0,9-9-17 0 0,0 0-1 0 0,-1-1 0 0 0,-1-1 0 0 0,-1 0 0 0 0,21-33 0 0 0,48-102 605 0 0,-66 105 161 0 0,-15 47-369 0 0,0 6-99 0 0,1 16 10 0 0,-1-6-89 0 0,51 169 351 0 0,-46-166-470 0 0,1 0-1 0 0,1 0 0 0 0,1-1 1 0 0,0 0-1 0 0,1-1 1 0 0,1 0-1 0 0,19 20 0 0 0,-29-34 1 0 0,1-1 0 0 0,-1 1-1 0 0,1-1 1 0 0,-1 0-1 0 0,1 0 1 0 0,0 0 0 0 0,0 0-1 0 0,5 2 1 0 0,-6-4-1 0 0,-1 0 0 0 0,0 1-1 0 0,1-1 1 0 0,-1 0 0 0 0,1 0 0 0 0,-1 0 0 0 0,0 0 0 0 0,1 0 0 0 0,-1 0 0 0 0,1 0 0 0 0,-1-1 0 0 0,0 1-1 0 0,1 0 1 0 0,-1-1 0 0 0,0 1 0 0 0,1-1 0 0 0,-1 0 0 0 0,0 1 0 0 0,0-1 0 0 0,1 0 0 0 0,-1 0 0 0 0,0 0-1 0 0,2-1 1 0 0,10-12 5 0 0,0-1 0 0 0,-1 0-1 0 0,-1 0 1 0 0,0-1-1 0 0,-1 0 1 0 0,9-22 0 0 0,15-36 59 0 0,-4-2 0 0 0,-2-1 0 0 0,30-145 0 0 0,-56 216-39 0 0,-1-1-1 0 0,0 1 0 0 0,-1-1 0 0 0,1 0 1 0 0,-2-11-1 0 0,1 16-88 0 0,-1 0 0 0 0,1 0 0 0 0,0 1 1 0 0,-1-1-1 0 0,0 0 0 0 0,1 0 0 0 0,-1 1 0 0 0,0-1 1 0 0,0 1-1 0 0,0-1 0 0 0,0 1 0 0 0,0-1 0 0 0,0 1 1 0 0,0-1-1 0 0,0 1 0 0 0,-1 0 0 0 0,1 0 0 0 0,-1-1 1 0 0,1 1-1 0 0,0 0 0 0 0,-1 1 0 0 0,0-1 0 0 0,1 0 1 0 0,-1 0-1 0 0,-3 0 0 0 0,-4-1-1573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42.7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0 494 28 0 0,'0'0'527'0'0,"23"-8"432"0"0,37-40 1491 0 0,-60 47-2350 0 0,18-4 847 0 0,26-2-1774 0 0,14-6 388 0 0,-56 12 440 0 0,0 1 1 0 0,1 0-1 0 0,-1-1 0 0 0,0 0 0 0 0,1 1 1 0 0,-1-1-1 0 0,0 0 0 0 0,0 0 1 0 0,0 0-1 0 0,3-2 0 0 0,-4 2 96 0 0,1 0 0 0 0,0 0 0 0 0,0 0 0 0 0,0 0 0 0 0,-1 0 0 0 0,1 1 0 0 0,0-1 0 0 0,0 1 0 0 0,4-1 0 0 0,-6 1-81 0 0,0-1-1 0 0,0 1 1 0 0,0 0-1 0 0,0 0 1 0 0,0 0 0 0 0,0 0-1 0 0,0 0 1 0 0,0 0-1 0 0,0-1 1 0 0,0 1-1 0 0,0 0 1 0 0,0 0 0 0 0,0 0-1 0 0,0 0 1 0 0,0 0-1 0 0,0 0 1 0 0,0-1-1 0 0,0 1 1 0 0,0 0 0 0 0,0 0-1 0 0,0 0 1 0 0,0 0-1 0 0,0 0 1 0 0,0-1-1 0 0,0 1 1 0 0,0 0 0 0 0,0 0-1 0 0,0 0 1 0 0,0 0-1 0 0,0 0 1 0 0,-1 0-1 0 0,1 0 1 0 0,0-1 0 0 0,0 1-1 0 0,0 0 1 0 0,0 0-1 0 0,0 0 1 0 0,0 0 0 0 0,0 0-1 0 0,0 0 1 0 0,-1 0-1 0 0,1 0 1 0 0,0 0-1 0 0,0 0 1 0 0,0 0 0 0 0,0 0-1 0 0,0 0 1 0 0,-1 0-1 0 0,1 0 1 0 0,0 0-1 0 0,0 0 1 0 0,0 0 0 0 0,0 0-1 0 0,0 0 1 0 0,-1 0-1 0 0,-6-5 235 0 0,3 4-202 0 0,1 0 1 0 0,-1 1-1 0 0,1-1 1 0 0,-1 1-1 0 0,1 0 1 0 0,-1 0 0 0 0,-6 1-1 0 0,-10 0-35 0 0,20-1-8 0 0,-1 0 3 0 0,-1 0 184 0 0,33 16 4399 0 0,-23-6-4059 0 0,-1 1 0 0 0,-1 0 0 0 0,0 1 0 0 0,9 23 0 0 0,12 22-410 0 0,-9-32-78 0 0,1 0 1 0 0,1-1-1 0 0,1-1 1 0 0,2-1-1 0 0,0-1 1 0 0,33 24-1 0 0,-51-41-24 0 0,-1-1 1 0 0,1 1-1 0 0,0-1 0 0 0,0 0 0 0 0,0 0 1 0 0,1-1-1 0 0,-1 1 0 0 0,1-1 0 0 0,-1 0 0 0 0,1-1 1 0 0,7 2-1 0 0,-10-3-6 0 0,1 0 1 0 0,-1 0-1 0 0,1-1 1 0 0,0 1-1 0 0,-1-1 1 0 0,1 0-1 0 0,-1 0 1 0 0,1 0-1 0 0,-1 0 1 0 0,0-1-1 0 0,1 1 0 0 0,-1-1 1 0 0,0 0-1 0 0,0 0 1 0 0,0 0-1 0 0,0 0 1 0 0,0-1-1 0 0,-1 1 1 0 0,4-4-1 0 0,90-100 50 0 0,-84 90-48 0 0,0-1 0 0 0,0-1 1 0 0,-2 0-1 0 0,16-36 0 0 0,-12 17-7 0 0,-2 0-1 0 0,-2-1 1 0 0,-1-1-1 0 0,-2 1 1 0 0,-2-1 0 0 0,-1-1-1 0 0,-3-64 1 0 0,-1 103-11 0 0,-6-55 28 0 0,5 52-43 0 0,0-1 0 0 0,0 0 1 0 0,0 0-1 0 0,-1 1 1 0 0,0-1-1 0 0,0 1 0 0 0,0-1 1 0 0,0 1-1 0 0,-4-4 1 0 0,5 6-101 0 0,0 1 1 0 0,0 0 0 0 0,0 0-1 0 0,-1 0 1 0 0,1 0 0 0 0,0 0-1 0 0,-1 0 1 0 0,1 0 0 0 0,-1 0-1 0 0,1 0 1 0 0,-1 1 0 0 0,0-1-1 0 0,1 0 1 0 0,-1 1 0 0 0,0 0-1 0 0,1-1 1 0 0,-1 1-1 0 0,0 0 1 0 0,1 0 0 0 0,-1 0-1 0 0,0 0 1 0 0,0 0 0 0 0,1 0-1 0 0,-1 1 1 0 0,0-1 0 0 0,1 0-1 0 0,-1 1 1 0 0,0-1 0 0 0,1 1-1 0 0,-1 0 1 0 0,1 0 0 0 0,-1-1-1 0 0,-1 3 1 0 0,-1-1-557 0 0,1 0 0 0 0,0 1-1 0 0,-1 0 1 0 0,1-1 0 0 0,-5 8-1347 0 0,5-7 1347 0 0,1 0 0 0 0,-1 1 0 0 0,1 0 0 0 0,-2 5 0 0 0,1-1-505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43.2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169 500 472 0 0,'-73'-99'3891'0'0,"4"5"-302"0"0,65 89-3364 0 0,1-1-1 0 0,0 0 1 0 0,0 0 0 0 0,0 0-1 0 0,1-1 1 0 0,0 1 0 0 0,0-1-1 0 0,1 1 1 0 0,0-1 0 0 0,0 0-1 0 0,0 1 1 0 0,1-1-1 0 0,0 0 1 0 0,0 1 0 0 0,1-1-1 0 0,0 0 1 0 0,0 1 0 0 0,0-1-1 0 0,1 1 1 0 0,0-1 0 0 0,4-7-1 0 0,-2 4-140 0 0,1 1 0 0 0,1 0 0 0 0,0 0 0 0 0,0 0 0 0 0,0 1 0 0 0,1 0-1 0 0,1 0 1 0 0,-1 1 0 0 0,1 0 0 0 0,0 0 0 0 0,1 1 0 0 0,16-10 0 0 0,-12 9-71 0 0,0 0-1 0 0,0 1 1 0 0,0 0 0 0 0,1 1 0 0 0,0 1 0 0 0,22-4 0 0 0,-30 7 0 0 0,1 0 0 0 0,-1 1 0 0 0,0 0 0 0 0,1 1 0 0 0,-1-1 0 0 0,0 1 0 0 0,1 0 0 0 0,-1 1 0 0 0,0-1 0 0 0,0 1 1 0 0,0 0-1 0 0,0 1 0 0 0,-1 0 0 0 0,1 0 0 0 0,0 0 0 0 0,-1 0 0 0 0,8 7 0 0 0,-3 0 7 0 0,1 0 1 0 0,-2 0-1 0 0,1 1 1 0 0,-1 1-1 0 0,-1-1 1 0 0,0 1-1 0 0,-1 1 0 0 0,0 0 1 0 0,-1-1-1 0 0,7 24 1 0 0,-4-7-19 0 0,-2 0 1 0 0,-1 0-1 0 0,-1 0 0 0 0,1 34 1 0 0,-6-46 23 0 0,0 0 1 0 0,-1 0-1 0 0,-1-1 1 0 0,-1 1 0 0 0,0 0-1 0 0,-1-1 1 0 0,-11 29-1 0 0,3-15-986 0 0,-2-1-1 0 0,-1 0 0 0 0,-22 30 0 0 0,26-43-1312 0 0,1 1 1 0 0,1 0-1 0 0,-9 21 1 0 0,12-21 930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43.7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12 32 0 0,'1'2'404'0'0,"-1"1"0"0"0,1-1-1 0 0,-1 1 1 0 0,0-1 0 0 0,0 1 0 0 0,0 0 0 0 0,0-1-1 0 0,-1 1 1 0 0,1-1 0 0 0,-1 1 0 0 0,1-1-1 0 0,-1 1 1 0 0,0-1 0 0 0,0 1 0 0 0,-2 2 0 0 0,2 0 1 0 0,-1-1 1 0 0,1 0 0 0 0,-1 0-1 0 0,1 1 1 0 0,0 5 0 0 0,0 14 771 0 0,0-20-1023 0 0,0 0 0 0 0,1 1-1 0 0,-1-1 1 0 0,1 1 0 0 0,0-1 0 0 0,1 0 0 0 0,-1 1-1 0 0,1-1 1 0 0,0 0 0 0 0,0 1 0 0 0,0-1 0 0 0,0 0 0 0 0,1 0-1 0 0,3 6 1 0 0,-5-9-124 0 0,0-1 0 0 0,1 1 0 0 0,-1-1 0 0 0,1 1 1 0 0,-1 0-1 0 0,1-1 0 0 0,0 1 0 0 0,-1-1 0 0 0,1 1 0 0 0,-1-1 0 0 0,1 0 0 0 0,0 1 0 0 0,0-1 0 0 0,-1 0 0 0 0,1 1 1 0 0,0-1-1 0 0,-1 0 0 0 0,1 0 0 0 0,0 0 0 0 0,0 1 0 0 0,0-1 0 0 0,-1 0 0 0 0,1 0 0 0 0,0 0 0 0 0,0 0 0 0 0,1-1 1 0 0,0 1-6 0 0,0-1 1 0 0,0 0 0 0 0,-1 0 0 0 0,1 0 0 0 0,0 0 0 0 0,-1 0-1 0 0,1 0 1 0 0,0-1 0 0 0,-1 1 0 0 0,2-2 0 0 0,3-3 36 0 0,-2 0 0 0 0,1 0 1 0 0,-1-1-1 0 0,6-9 0 0 0,-10 14-38 0 0,1 1 1 0 0,0-1-1 0 0,-1 1 0 0 0,1 0 0 0 0,-1-1 0 0 0,1 0 1 0 0,-1 1-1 0 0,0-1 0 0 0,0 1 0 0 0,0-1 0 0 0,0 1 0 0 0,0-3 1 0 0,0 4-11 0 0,0-1 0 0 0,0 1 0 0 0,0-1 0 0 0,-1 0 0 0 0,1 1 0 0 0,0-1 0 0 0,0 1 0 0 0,-1-1 0 0 0,1 1 0 0 0,0 0 0 0 0,-1-1 0 0 0,1 1 0 0 0,0-1 0 0 0,-1 1 1 0 0,1-1-1 0 0,-1 1 0 0 0,1 0 0 0 0,-1-1 0 0 0,1 1 0 0 0,-1 0 0 0 0,1 0 0 0 0,-1-1 0 0 0,0 1 0 0 0,0 0-2 0 0,-1-1-1 0 0,0 1 1 0 0,1 0 0 0 0,-1 0-1 0 0,0 0 1 0 0,1 1 0 0 0,-1-1-1 0 0,0 0 1 0 0,1 1 0 0 0,-1-1-1 0 0,0 1 1 0 0,1-1 0 0 0,-1 1-1 0 0,1 0 1 0 0,-1-1 0 0 0,1 1-1 0 0,-1 0 1 0 0,1 0 0 0 0,0 0-1 0 0,-3 3 1 0 0,-2 1 12 0 0,1 0 0 0 0,0 1 0 0 0,0 0 1 0 0,0 0-1 0 0,0 0 0 0 0,1 1 0 0 0,-4 8 0 0 0,6-12-20 0 0,1 1 1 0 0,0-1-1 0 0,0 1 1 0 0,0-1-1 0 0,0 0 0 0 0,0 1 1 0 0,1 0-1 0 0,-1-1 0 0 0,1 1 1 0 0,0-1-1 0 0,0 1 0 0 0,0-1 1 0 0,1 1-1 0 0,0 0 0 0 0,-1-1 1 0 0,1 1-1 0 0,2 5 0 0 0,-2-8-3 0 0,0 1 0 0 0,0-1 0 0 0,0 0 0 0 0,0 1 1 0 0,0-1-1 0 0,0 0 0 0 0,0 0 0 0 0,0 0 0 0 0,0 0 0 0 0,1 0 0 0 0,-1 0 0 0 0,0-1 0 0 0,1 1 0 0 0,-1 0 0 0 0,1-1 0 0 0,-1 1 0 0 0,0 0 0 0 0,1-1 0 0 0,0 0 0 0 0,-1 1 0 0 0,1-1 0 0 0,-1 0 0 0 0,1 0 0 0 0,-1 0 0 0 0,1 0 0 0 0,-1 0 0 0 0,1 0 0 0 0,-1-1 0 0 0,1 1 0 0 0,-1 0 0 0 0,1-1 0 0 0,2 0 0 0 0,4-2 7 0 0,1 0 0 0 0,-1 0 0 0 0,0-1 0 0 0,10-6 0 0 0,-12 7-5 0 0,-1-1 1 0 0,0 1-1 0 0,0-1 1 0 0,0 0-1 0 0,0-1 1 0 0,-1 1-1 0 0,0-1 1 0 0,0 0-1 0 0,0 0 1 0 0,0 0-1 0 0,-1 0 0 0 0,0-1 1 0 0,0 0-1 0 0,3-6 1 0 0,-5 7-4 0 0,1 0 0 0 0,-1 0-1 0 0,-1 0 1 0 0,1-1 0 0 0,-1 1 0 0 0,0 0 0 0 0,0 0 0 0 0,0-1-1 0 0,-1 1 1 0 0,1 0 0 0 0,-1 0 0 0 0,-1 0 0 0 0,1 0 0 0 0,-1 0 0 0 0,0 0-1 0 0,0 0 1 0 0,-4-7 0 0 0,3 8-172 0 0,1 1-1 0 0,-1-1 1 0 0,1 1-1 0 0,-1 0 1 0 0,0 0-1 0 0,-1 0 1 0 0,1 0-1 0 0,0 1 1 0 0,-7-5-1 0 0,-38-16-7108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53.5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257 42 128 0 0,'-65'-16'40'0'0,"-1"6"-68"0"0,0 0-16 0 0,6 5-32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40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 2241 136 0 0,'26'-13'14694'0'0,"-72"29"-13994"0"0,55-25-657 0 0,7 3-32 0 0,-2-1-1 0 0,1 0 1 0 0,-1-2-1 0 0,16-11 0 0 0,-7 5-14 0 0,71-35 204 0 0,-38 21-141 0 0,-48 25-46 0 0,-5 3-11 0 0,0-1 0 0 0,0 1 0 0 0,0-1-1 0 0,0 0 1 0 0,0 0 0 0 0,0 0 0 0 0,0-1 0 0 0,3-3-1 0 0,-2 1 8 0 0,0 2 0 0 0,1-1 0 0 0,-1 0 0 0 0,1 1 0 0 0,0 0 0 0 0,9-4-1 0 0,0-1-61 0 0,29-17 111 0 0,-39 22-42 0 0,5-2 11 0 0,1 0 0 0 0,0 0 0 0 0,0 1 0 0 0,0 0 0 0 0,16-4 0 0 0,-18 4-37 0 0,-2 0 41 0 0,-6 4-30 0 0,0 0-1 0 0,0 0 1 0 0,1 0-1 0 0,-1 0 1 0 0,0 0-1 0 0,0 0 1 0 0,0 0-1 0 0,0 0 1 0 0,0 0-1 0 0,0 0 1 0 0,0 0-1 0 0,0 0 1 0 0,0 0-1 0 0,0 0 1 0 0,1 0-1 0 0,-1 0 1 0 0,0 0-1 0 0,0 0 1 0 0,0 0-1 0 0,0 0 1 0 0,0 0-1 0 0,0 0 1 0 0,0 0-1 0 0,0 0 1 0 0,0 0-1 0 0,0 0 1 0 0,1 0-1 0 0,-1 0 1 0 0,0 0-1 0 0,0 0 1 0 0,0 0-1 0 0,0 0 1 0 0,0 1-1 0 0,0-1 1 0 0,0 0-1 0 0,0 0 1 0 0,0 0-1 0 0,0 0 1 0 0,0 0-1 0 0,0 0 1 0 0,0 0-1 0 0,0 0 1 0 0,0 0-1 0 0,0 0 1 0 0,0 1-1 0 0,0-1 1 0 0,0 0-1 0 0,0 0 1 0 0,0 0-1 0 0,0 0 1 0 0,0 0-1 0 0,0 0 1 0 0,0 0-1 0 0,0 1 1 0 0,0-1-7 0 0,-1 2 5 0 0,-1-1-1 0 0,0 0 0 0 0,1 0 1 0 0,-1 0-1 0 0,0 0 0 0 0,1 0 1 0 0,-1 0-1 0 0,0-1 0 0 0,-3 2 1 0 0,-25 12-61 0 0,15-6 85 0 0,-1 0 1 0 0,-17 4-1 0 0,21-6 28 0 0,8-6 164 0 0,9-10 228 0 0,1 4 56 0 0,8-12 3127 0 0,-14 18-3596 0 0,0 0-10 0 0,0 0 1 0 0,0 0 0 0 0,0 0-1 0 0,1 0 1 0 0,-1 0 0 0 0,0 0 0 0 0,0 0-1 0 0,0 0 1 0 0,0 0 0 0 0,1-1 145 0 0,-1 1-146 0 0,0 0 1 0 0,0 0 0 0 0,0 0-1 0 0,0 0 1 0 0,0 0 0 0 0,0-1 0 0 0,0 1-1 0 0,0 0 1 0 0,0 0 0 0 0,1 0 0 0 0,-1 0-1 0 0,0 0 1 0 0,0 0 0 0 0,0-1-1 0 0,0 1 1 0 0,0 0 0 0 0,0 0 0 0 0,0 0-1 0 0,0 0 1 0 0,0 0 0 0 0,0 0-1 0 0,-1-1 1 0 0,1 1 0 0 0,0 0 0 0 0,0 0-1 0 0,0 0 1 0 0,0 0 0 0 0,0 0 0 0 0,0 0-1 0 0,0-1 1 0 0,0 1 28 0 0,6 3-1051 0 0,-6-3 991 0 0,1 0-59 0 0,7-6-573 0 0,-7 5 642 0 0,1-1 0 0 0,0 1 1 0 0,0-1-1 0 0,0 1 1 0 0,1 0-1 0 0,-1 0 1 0 0,0 0-1 0 0,0 0 0 0 0,0 0 1 0 0,1 1-1 0 0,4-2 1 0 0,3-1-52 0 0,49-17 40 0 0,-41 15 7 0 0,196-65-277 0 0,-151 47 236 0 0,80-44 1 0 0,-4 1-67 0 0,-27 14 14 0 0,102-38 172 0 0,-77 36-60 0 0,44-16 14 0 0,-64 26-50 0 0,38-15 71 0 0,247-103 330 0 0,-293 115-354 0 0,590-273 237 0 0,-90-37-29 0 0,-144 24 46 0 0,-465 333-279 0 0,24-20 17 0 0,1 1 1 0 0,1 1 0 0 0,40-20-1 0 0,-38 18-81 0 0,-22 16 24 0 0,7-3 282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41.1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1232 197 248 0 0,'-4'-17'1330'0'0,"-5"-23"933"0"0,2 15-1012 0 0,5 19-911 0 0,0 0 1 0 0,-1 1-1 0 0,1-1 1 0 0,-1 1 0 0 0,0 0-1 0 0,-1-1 1 0 0,1 1-1 0 0,-7-6 1 0 0,4 5-35 0 0,0 1 1 0 0,0 0 0 0 0,0 1-1 0 0,-1-1 1 0 0,0 1 0 0 0,1 0-1 0 0,-2 1 1 0 0,1 0-1 0 0,-14-4 1 0 0,4 2-12 0 0,0 2 1 0 0,0 1-1 0 0,-1 0 0 0 0,1 1 0 0 0,-1 0 1 0 0,1 2-1 0 0,-21 2 0 0 0,8 2-62 0 0,1 2 0 0 0,-53 17-1 0 0,-55 32 86 0 0,98-40-270 0 0,2 1 64 0 0,1 0 0 0 0,1 2 0 0 0,-59 44 1 0 0,74-48-71 0 0,2 1 1 0 0,-1 1 0 0 0,2 1 0 0 0,0 1-1 0 0,2 0 1 0 0,0 1 0 0 0,-17 28-1 0 0,-8 25 58 0 0,3 2-1 0 0,3 1 1 0 0,4 2-1 0 0,-35 137 1 0 0,59-186-85 0 0,-43 233 15 0 0,45-226-16 0 0,1-1 0 0 0,2 0 0 0 0,2 1 1 0 0,1-1-1 0 0,10 52 0 0 0,-9-74-12 0 0,1 0-1 0 0,1 0 0 0 0,0-1 0 0 0,0 1 1 0 0,2-1-1 0 0,-1-1 0 0 0,1 1 1 0 0,1-1-1 0 0,0 0 0 0 0,1-1 0 0 0,0 0 1 0 0,0 0-1 0 0,17 13 0 0 0,-1-5-10 0 0,0-1 1 0 0,1-1-1 0 0,0-1 0 0 0,56 23 0 0 0,-56-29 21 0 0,1 0 0 0 0,-1-2 0 0 0,1-1 0 0 0,48 4-1 0 0,-32-8 32 0 0,0-1 0 0 0,58-7-1 0 0,-52 0-37 0 0,0-4 0 0 0,0-1 0 0 0,-1-2 0 0 0,79-34 0 0 0,-53 15 17 0 0,117-71 1 0 0,-162 84-24 0 0,0-1-1 0 0,-2-1 1 0 0,0-2-1 0 0,-1-1 1 0 0,-2-1 0 0 0,31-39-1 0 0,-29 29 15 0 0,-2-1-1 0 0,-2-1 0 0 0,-2-1 1 0 0,-1 0-1 0 0,-1-2 0 0 0,17-61 1 0 0,-20 43 14 0 0,11-77 0 0 0,-19 79-1 0 0,-3-1 1 0 0,-2 0-1 0 0,-7-70 0 0 0,2 98-6 0 0,-2 0-1 0 0,-1 1 1 0 0,-14-45-1 0 0,12 52 13 0 0,-1 0 0 0 0,0 0 0 0 0,-1 1-1 0 0,-2 1 1 0 0,0 0 0 0 0,-1 0 0 0 0,0 2-1 0 0,-30-30 1 0 0,25 30-2 0 0,-2 1 0 0 0,0 1 1 0 0,-43-25-1 0 0,-73-23-26 0 0,111 52-9 0 0,15 6 10 0 0,0 1 0 0 0,-1 0 0 0 0,-14-4 0 0 0,21 7-38 0 0,0 1-1 0 0,0 0 1 0 0,1-1-1 0 0,-1 1 1 0 0,0 0-1 0 0,0 1 1 0 0,0-1-1 0 0,1 1 1 0 0,-1 0-1 0 0,0 0 0 0 0,1 0 1 0 0,-1 0-1 0 0,-6 3 1 0 0,-5 4-977 0 0,0 0 0 0 0,1 1 0 0 0,-27 20 0 0 0,37-25 417 0 0,0 0-1 0 0,0 0 1 0 0,1 0-1 0 0,-1 0 1 0 0,1 1-1 0 0,0-1 1 0 0,0 1-1 0 0,1 0 1 0 0,0-1-1 0 0,-1 1 1 0 0,2 1-1 0 0,-1-1 1 0 0,0 0-1 0 0,1 0 1 0 0,0 1-1 0 0,0 7 1 0 0,0 10-1091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43.0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228 70 216 0 0,'-12'-6'322'0'0,"0"0"0"0"0,0 1 0 0 0,-18-5 0 0 0,1 1 197 0 0,13 4-111 0 0,1 0-1 0 0,-20-2 1 0 0,-10 3 4755 0 0,44 4-5038 0 0,-1 0 1 0 0,0 0 0 0 0,1 0 0 0 0,-1-1-1 0 0,0 1 1 0 0,1-1 0 0 0,-1 1-1 0 0,1-1 1 0 0,-1 0 0 0 0,1 1-1 0 0,-2-2 1 0 0,3 2-111 0 0,-1 0-1 0 0,1 0 0 0 0,0 0 1 0 0,0 0-1 0 0,0 0 0 0 0,0-1 1 0 0,0 1-1 0 0,0 0 1 0 0,0 0-1 0 0,0 0 0 0 0,0 0 1 0 0,0 0-1 0 0,0 0 0 0 0,-1 0 1 0 0,1 0-1 0 0,0 0 1 0 0,0 0-1 0 0,0 0 0 0 0,0-1 1 0 0,0 1-1 0 0,0 0 1 0 0,0 0-1 0 0,0 0 0 0 0,0 0 1 0 0,0 0-1 0 0,0 0 0 0 0,0 0 1 0 0,0-1-1 0 0,0 1 1 0 0,0 0-1 0 0,0 0 0 0 0,0 0 1 0 0,0 0-1 0 0,0 0 0 0 0,0 0 1 0 0,0 0-1 0 0,0 0 1 0 0,0 0-1 0 0,0-1 0 0 0,1 1 1 0 0,-1 0-1 0 0,0 0 1 0 0,0 0-1 0 0,0 0 0 0 0,0 0 1 0 0,0 0-1 0 0,0 0 0 0 0,0 0 1 0 0,0 0-1 0 0,0 0 1 0 0,0 0-1 0 0,0 0 0 0 0,1-1 1 0 0,14-1 251 0 0,-2 3 252 0 0,1 1 0 0 0,-1 0 1 0 0,0 1-1 0 0,0 0 1 0 0,-1 1-1 0 0,25 10 0 0 0,-2 2-387 0 0,37 24-1 0 0,223 161 155 0 0,-241-162-282 0 0,32 23 2 0 0,277 217 62 0 0,-224-156 16 0 0,-63-60-81 0 0,138 124-1 0 0,-185-160 64 0 0,49 34 0 0 0,-14-13 51 0 0,3 5-54 0 0,37 31-75 0 0,-97-79 29 0 0,0 1 0 0 0,1-1 0 0 0,15 8 0 0 0,3-2 15 0 0,29 10-1 0 0,45 2 151 0 0,25 4-83 0 0,-59-14-129 0 0,169 28 122 0 0,41 10 88 0 0,-37-8-198 0 0,-188-38 48 0 0,0-2 0 0 0,52-4 0 0 0,-27 0-6 0 0,-50 0-34 0 0,-14 1 36 0 0,0-1 1 0 0,1 2-1 0 0,-1 0 0 0 0,0 0 1 0 0,19 5-1 0 0,-7 2-6 0 0,0 1 0 0 0,0 1 0 0 0,44 25 1 0 0,34 18 18 0 0,-145-51-1476 0 0,-16 0-2788 0 0,46 0 2086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44.8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1416 168 144 0 0,'10'-2'353'0'0,"0"0"0"0"0,0 0 0 0 0,13 1 0 0 0,55-7 11462 0 0,-89-16-10900 0 0,5 17-869 0 0,1 1 1 0 0,-2-1-1 0 0,1 1 0 0 0,-1 0 1 0 0,0 0-1 0 0,0 1 0 0 0,0 0 1 0 0,-1 0-1 0 0,0 0 0 0 0,0 1 1 0 0,-15-5-1 0 0,2 2-16 0 0,0 1 0 0 0,-30-4 0 0 0,5 1 65 0 0,0 0 41 0 0,0 2 1 0 0,-1 1 0 0 0,0 3-1 0 0,-61 3 1 0 0,63 6 62 0 0,1 1 0 0 0,1 3 0 0 0,-51 17 0 0 0,83-24-161 0 0,-28 11 151 0 0,1 0 1 0 0,0 3 0 0 0,1 1 0 0 0,1 2 0 0 0,1 1 0 0 0,-52 42 0 0 0,41-25 328 0 0,-65 69 1 0 0,19 1 133 0 0,65-72-579 0 0,1 0 0 0 0,2 2 1 0 0,2 0-1 0 0,1 2 0 0 0,2 0 0 0 0,2 1 1 0 0,-18 63-1 0 0,29-75-68 0 0,2 0 0 0 0,0 0 0 0 0,2 0 0 0 0,2 0 0 0 0,0 1 0 0 0,2-1 0 0 0,1 0 0 0 0,1 0 0 0 0,2 0 0 0 0,1-1 0 0 0,1 1 0 0 0,1-2 0 0 0,2 1 0 0 0,0-1 0 0 0,2-1 0 0 0,18 27 0 0 0,-19-35-2 0 0,2 0 0 0 0,0 0 0 0 0,1-2 1 0 0,1 0-1 0 0,0 0 0 0 0,1-2 0 0 0,21 14 0 0 0,-11-10 34 0 0,1-2 1 0 0,1-1-1 0 0,0-1 0 0 0,40 12 1 0 0,14-3 169 0 0,1-3-1 0 0,153 15 1 0 0,-184-29-183 0 0,0-3-1 0 0,0-2 0 0 0,1-2 0 0 0,-1-3 0 0 0,0-2 1 0 0,99-24-1 0 0,-124 20-27 0 0,-1 0-1 0 0,0-2 1 0 0,-1-1-1 0 0,0-1 1 0 0,-1-1 0 0 0,0-2-1 0 0,-1 0 1 0 0,-1-1-1 0 0,-1-2 1 0 0,-1 0 0 0 0,24-29-1 0 0,-4-3-15 0 0,-1-2 1 0 0,-3-2-1 0 0,54-111 0 0 0,-73 132 21 0 0,-3-1 0 0 0,0-1 1 0 0,-3 0-1 0 0,-1-1 0 0 0,-1 0 0 0 0,5-58 1 0 0,-13 74-3 0 0,-1 1 0 0 0,-1-1 0 0 0,-1 1 0 0 0,-1-1 0 0 0,-1 1 0 0 0,-1 0 1 0 0,0 0-1 0 0,-2 0 0 0 0,-1 0 0 0 0,0 1 0 0 0,-1 0 0 0 0,-2 1 0 0 0,-14-25 1 0 0,6 18-12 0 0,0 2 0 0 0,-2 0 1 0 0,-1 1-1 0 0,0 1 0 0 0,-2 1 1 0 0,0 1-1 0 0,-1 1 1 0 0,-32-18-1 0 0,25 19 15 0 0,-1 0 0 0 0,-1 3 0 0 0,-1 1 0 0 0,0 1 0 0 0,-1 2 0 0 0,-56-11 0 0 0,53 15-17 0 0,0 2 1 0 0,-73 1 0 0 0,86 5 8 0 0,-1 2-1 0 0,1 0 1 0 0,0 2-1 0 0,0 0 1 0 0,-30 12 0 0 0,51-15-4 0 0,1 0 0 0 0,-1 0 1 0 0,1 0-1 0 0,0 0 1 0 0,-1 1-1 0 0,1-1 1 0 0,0 1-1 0 0,1 0 1 0 0,-1 0-1 0 0,-3 6 1 0 0,-11 9-28 0 0,10-11-115 0 0,6-6 154 0 0,0 0 1 0 0,0 0-1 0 0,0 0 1 0 0,0 0-1 0 0,0 0 0 0 0,0 0 1 0 0,0 0-1 0 0,-1-1 1 0 0,1 1-1 0 0,0-1 1 0 0,0 1-1 0 0,-1-1 0 0 0,1 1 1 0 0,0-1-1 0 0,-1 0 1 0 0,1 1-1 0 0,0-1 0 0 0,-1 0 1 0 0,1 0-1 0 0,0 0 1 0 0,-1 0-1 0 0,-2-1 1 0 0,-218-9 62 0 0,134 6 806 0 0,45 2-2933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47.0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91 208 0 0,'3'-24'423'0'0,"-2"22"-343"0"0,0-1 0 0 0,0 1-1 0 0,0 0 1 0 0,0-1 0 0 0,0 1-1 0 0,1 0 1 0 0,-1 0 0 0 0,1 0-1 0 0,0 0 1 0 0,1-1 0 0 0,24-14 716 0 0,-5 8-593 0 0,-1 0 43 0 0,-15 5-66 0 0,-13 2-73 0 0,4 2-72 0 0,0 1 0 0 0,0-1 0 0 0,0 1 0 0 0,0 0-1 0 0,0 0 1 0 0,0 1 0 0 0,0-1 0 0 0,1 0 0 0 0,-1 1 0 0 0,0 0-1 0 0,1-1 1 0 0,-1 1 0 0 0,1 0 0 0 0,0 1 0 0 0,-1-1 0 0 0,-2 4-1 0 0,-2 3 11 0 0,0 0-1 0 0,0 1 0 0 0,-6 11 0 0 0,11-16-16 0 0,1-1 1 0 0,-1 1-1 0 0,1 0 1 0 0,0 0-1 0 0,1 0 1 0 0,-1 0-1 0 0,1 0 1 0 0,0 0-1 0 0,0 0 0 0 0,0 0 1 0 0,1 0-1 0 0,1 6 1 0 0,0 22 398 0 0,0-31-347 0 0,-1 0 0 0 0,0 1-1 0 0,1-1 1 0 0,-1 0 0 0 0,1 0 0 0 0,0 0 0 0 0,0 0 0 0 0,0 0 0 0 0,2 1-1 0 0,-3-2-43 0 0,5 4 713 0 0,-29-5 376 0 0,20-2-917 0 0,-1 1 0 0 0,0 1 0 0 0,1-1 0 0 0,-1 0 0 0 0,0 1 0 0 0,-22 8 5575 0 0,33-4-5664 0 0,0 1 0 0 0,0-2 0 0 0,1 1 0 0 0,9 2 0 0 0,432 186 698 0 0,-95-38-595 0 0,45 2 154 0 0,-39 2 132 0 0,-242-102-362 0 0,194 84-19 0 0,58 26 67 0 0,-101-30-142 0 0,-205-97-102 0 0,5 2 122 0 0,118 47 186 0 0,-155-70 72 0 0,0 1 0 0 0,0 1-1 0 0,53 48 1 0 0,-47-37-313 0 0,51 33 10 0 0,-50-38 18 0 0,40 36 1 0 0,-74-58-1 0 0,1 3-126 0 0,-18-8-503 0 0,-6-3-600 0 0,-35-9-2555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48.2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1061 426 180 0 0,'4'-6'606'0'0,"0"-1"0"0"0,0 0 1 0 0,0 1-1 0 0,0-1 0 0 0,-1 0 0 0 0,-1-1 1 0 0,1 1-1 0 0,-1 0 0 0 0,0-1 0 0 0,1-12 0 0 0,-3 15-320 0 0,1-1 0 0 0,-1 0 0 0 0,-1 1-1 0 0,1-1 1 0 0,-1 1 0 0 0,0-1 0 0 0,0 1-1 0 0,-1 0 1 0 0,0-1 0 0 0,0 1 0 0 0,0 0-1 0 0,0 0 1 0 0,-1 0 0 0 0,0 1 0 0 0,-4-7-1 0 0,0 3-49 0 0,1 1 0 0 0,-1-1 0 0 0,-1 1-1 0 0,1 1 1 0 0,-1 0 0 0 0,0 0-1 0 0,-1 0 1 0 0,1 1 0 0 0,-19-8 0 0 0,12 8-118 0 0,0 0 1 0 0,1 1 0 0 0,-1 0 0 0 0,-1 2 0 0 0,-27-3 0 0 0,-5 6-50 0 0,0 2 0 0 0,1 1 1 0 0,-55 13-1 0 0,91-15 8 0 0,-19 4-24 0 0,1 2-1 0 0,0 1 0 0 0,0 0 0 0 0,1 3 0 0 0,0 0 0 0 0,1 1 1 0 0,1 2-1 0 0,0 1 0 0 0,1 1 0 0 0,1 1 0 0 0,1 1 1 0 0,0 1-1 0 0,1 1 0 0 0,1 1 0 0 0,2 1 0 0 0,0 1 0 0 0,1 0 1 0 0,2 2-1 0 0,0-1 0 0 0,2 2 0 0 0,1 0 0 0 0,-19 56 0 0 0,14-16-32 0 0,2 1-1 0 0,4 1 0 0 0,3 1 0 0 0,2-1 1 0 0,5 113-1 0 0,4-129-11 0 0,7 88 8 0 0,-6-121-3 0 0,1-1-1 0 0,0 1 1 0 0,2-1 0 0 0,0 0-1 0 0,9 19 1 0 0,-4-17-6 0 0,1 0 0 0 0,1-1 0 0 0,0-1 0 0 0,2 0 0 0 0,0-1 1 0 0,1-1-1 0 0,1 0 0 0 0,0-1 0 0 0,2-1 0 0 0,-1-1 0 0 0,37 21 0 0 0,-2-6 56 0 0,1-3-1 0 0,1-2 1 0 0,85 24-1 0 0,-70-28 83 0 0,1-3 0 0 0,1-3 0 0 0,0-3 0 0 0,125 2 0 0 0,-76-18-19 0 0,-98 3-82 0 0,1-2 0 0 0,-1-1 0 0 0,0 0 0 0 0,-1-2 0 0 0,1-1 0 0 0,-1 0 0 0 0,-1-2 0 0 0,0 0 0 0 0,0-1 0 0 0,30-23 0 0 0,-29 17-14 0 0,0-1 1 0 0,-1-2-1 0 0,-1 0 1 0 0,0-1-1 0 0,-2-1 1 0 0,-1-1-1 0 0,0 0 1 0 0,18-36-1 0 0,24-62-131 0 0,43-128 1 0 0,-86 208 72 0 0,-2 0 1 0 0,-2-1 0 0 0,-1-1-1 0 0,-3 0 1 0 0,6-87 0 0 0,-16 100 29 0 0,0 1 0 0 0,-2-1 0 0 0,-1 0 0 0 0,-2 1 0 0 0,-1 0 1 0 0,-1 0-1 0 0,-20-42 0 0 0,-110-182 0 0 0,125 229 10 0 0,-7-8-1 0 0,-1 2 0 0 0,-2 1 0 0 0,-30-29 1 0 0,32 36-14 0 0,-2 1 1 0 0,-1 0 0 0 0,0 2-1 0 0,-46-25 1 0 0,51 33 7 0 0,-1 1-1 0 0,0 0 0 0 0,-1 2 1 0 0,0 1-1 0 0,-1 1 1 0 0,1 0-1 0 0,-25-2 0 0 0,30 7-82 0 0,0 0-1 0 0,-1 2 0 0 0,1 0 1 0 0,-1 0-1 0 0,1 2 0 0 0,0 0 0 0 0,0 1 1 0 0,0 0-1 0 0,-17 8 0 0 0,22-7-167 0 0,1 0 0 0 0,-1 1 0 0 0,1 1 0 0 0,0-1 0 0 0,0 2 0 0 0,1-1 0 0 0,0 2 0 0 0,1-1 0 0 0,-1 1 0 0 0,2 1-1 0 0,-1 0 1 0 0,-12 19 0 0 0,17-22-575 0 0,1 0-1 0 0,0 0 1 0 0,0 1-1 0 0,0 0 1 0 0,1-1-1 0 0,0 1 1 0 0,1 0-1 0 0,-1 0 1 0 0,2 0-1 0 0,-1 0 1 0 0,1 0-1 0 0,0 0 1 0 0,1 0-1 0 0,2 15 0 0 0,2-5-592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50.0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133 1605 156 0 0,'-17'7'726'0'0,"0"2"0"0"0,-17 10 0 0 0,29-15-703 0 0,-1 0-1 0 0,1 1 1 0 0,0-1-1 0 0,0 1 0 0 0,1 0 1 0 0,-1 1-1 0 0,1-1 0 0 0,-6 12 1 0 0,7-13-28 0 0,1 1 1 0 0,0 0 0 0 0,0-1 0 0 0,0 1 0 0 0,1 0 0 0 0,-2 9 0 0 0,3-13 64 0 0,0 1 1 0 0,0-1 0 0 0,0 0-1 0 0,0 1 1 0 0,0-1 0 0 0,0 0-1 0 0,0 0 1 0 0,0 1 0 0 0,0-1-1 0 0,1 0 1 0 0,-1 0 0 0 0,0 1-1 0 0,1-1 1 0 0,-1 0 0 0 0,1 0-1 0 0,-1 0 1 0 0,1 0 0 0 0,0 0-1 0 0,0 0 1 0 0,-1 0 0 0 0,1 0-1 0 0,0 0 1 0 0,0 0 0 0 0,0 0-1 0 0,0 0 1 0 0,0-1-1 0 0,0 1 1 0 0,0 0 0 0 0,0-1-1 0 0,0 1 1 0 0,0 0 0 0 0,3 0-1 0 0,-2-1 166 0 0,1 0 0 0 0,-1 1 0 0 0,1-1 0 0 0,-1-1 0 0 0,1 1 0 0 0,-1 0 0 0 0,1 0 0 0 0,-1-1 0 0 0,1 0 0 0 0,-1 1 0 0 0,1-1 0 0 0,2-1 1 0 0,32-17 2437 0 0,-24 12-1797 0 0,118-67 2883 0 0,-64 35-3493 0 0,-5 8-80 0 0,2 2 0 0 0,110-32 0 0 0,-7 3 5 0 0,116-33 113 0 0,-48 19-88 0 0,-164 46-197 0 0,175-58 49 0 0,314-54-107 0 0,-468 118 50 0 0,255-63-38 0 0,-294 66 28 0 0,-1-1 0 0 0,-1-3 0 0 0,-1-2 0 0 0,68-43 0 0 0,131-106 18 0 0,-130 93 48 0 0,65-30 1 0 0,-113 70-80 0 0,0-1 23 0 0,-1-1-30 0 0,123-52-1 0 0,-179 87 32 0 0,36-13 18 0 0,-1-1 0 0 0,49-31 0 0 0,-73 38-49 0 0,37-14 0 0 0,2-2-7 0 0,-47 21 50 0 0,-10 5-4 0 0,-1 0 1 0 0,1 0-1 0 0,10-9 0 0 0,-12 8-41 0 0,-4 3 35 0 0,0 0-1 0 0,0-1 1 0 0,0 1-1 0 0,1 0 0 0 0,-1 0 1 0 0,0 0-1 0 0,1 0 1 0 0,-1 0-1 0 0,1 0 1 0 0,-1 1-1 0 0,4-2 1 0 0,1 0 233 0 0,-5 2-242 0 0,0-1 0 0 0,1 1 0 0 0,-1-1 0 0 0,0 1 0 0 0,1-1 0 0 0,-1 1 0 0 0,0 0 0 0 0,1 0 0 0 0,-1 0 0 0 0,0 0 0 0 0,1 0 0 0 0,-1 0 0 0 0,0 0 0 0 0,1 0 0 0 0,-1 0 0 0 0,0 1 0 0 0,1-1 0 0 0,-1 0-1 0 0,0 1 1 0 0,1-1 0 0 0,-1 1 0 0 0,0 0 0 0 0,2 1 0 0 0,5 7-123 0 0,-7-8 49 0 0,1 0 0 0 0,-1 1 0 0 0,0-1 0 0 0,0 0 0 0 0,-1 0 0 0 0,1 0 0 0 0,0 1 0 0 0,0-1 0 0 0,-1 0-1 0 0,1 1 1 0 0,0-1 0 0 0,-1 1 0 0 0,1-1 0 0 0,-1 0 0 0 0,0 1 0 0 0,0-1 0 0 0,1 1 0 0 0,-1 2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52.4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154 9 8 0 0,'-5'-6'1133'0'0,"5"6"-1094"0"0,0 0 1 0 0,-1-1-1 0 0,1 1 0 0 0,0 0 0 0 0,0 0 0 0 0,0 0 0 0 0,-1-1 0 0 0,1 1 1 0 0,0 0-1 0 0,0 0 0 0 0,-1 0 0 0 0,1 0 0 0 0,0 0 0 0 0,0-1 1 0 0,-1 1-1 0 0,1 0 0 0 0,0 0 0 0 0,-1 0 0 0 0,1 0 0 0 0,0 0 0 0 0,0 0 1 0 0,-1 0-1 0 0,1 0 0 0 0,0 0 0 0 0,-1 0 0 0 0,1 0 0 0 0,0 0 1 0 0,0 0-1 0 0,-1 0 0 0 0,1 0 0 0 0,0 1 0 0 0,0-1 0 0 0,-1 0 0 0 0,1 0 1 0 0,-9 2-158 0 0,-21 3 162 0 0,15-4 94 0 0,0 2 1 0 0,-42 32 9739 0 0,57-35-9795 0 0,-13 0 690 0 0,16-2-390 0 0,24-1-199 0 0,-18 3-111 0 0,47-9 87 0 0,22-2-31 0 0,43 4 20 0 0,155-5 86 0 0,-268 12-228 0 0,853 18 456 0 0,-168 9-364 0 0,-604-25-69 0 0,580 47 78 0 0,-443-28-112 0 0,-47-2 13 0 0,52 4-16 0 0,-132-14-233 0 0,-117-16-2209 0 0,4 1 147 0 0,-32-9-5678 0 0,35 12 6432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53.2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702 111 792 0 0,'-2'-13'1084'0'0,"-2"0"0"0"0,0 1-1 0 0,-6-16 1 0 0,8 25-825 0 0,1 0 1 0 0,-1 0 0 0 0,1 0-1 0 0,-1 1 1 0 0,0-1-1 0 0,0 0 1 0 0,0 1-1 0 0,0-1 1 0 0,0 1-1 0 0,-1 0 1 0 0,1 0-1 0 0,-1 0 1 0 0,1 0 0 0 0,-1 0-1 0 0,0 0 1 0 0,0 1-1 0 0,0 0 1 0 0,-5-3-1 0 0,5 4-227 0 0,1 0 0 0 0,0 0 0 0 0,-1 0 0 0 0,1 1 0 0 0,0-1 0 0 0,-1 0 0 0 0,1 1 0 0 0,0 0 0 0 0,-1-1 0 0 0,1 1 0 0 0,0 0 1 0 0,0 0-1 0 0,0 0 0 0 0,0 0 0 0 0,0 1 0 0 0,0-1 0 0 0,0 1 0 0 0,0-1 0 0 0,0 1 0 0 0,1 0 0 0 0,-1-1 0 0 0,0 1 0 0 0,0 2 0 0 0,-4 4-11 0 0,0 0 0 0 0,0 1 0 0 0,2-1 0 0 0,-6 12 0 0 0,4-5 94 0 0,0 1-1 0 0,1 0 0 0 0,0 1 1 0 0,2-1-1 0 0,0 1 1 0 0,1 0-1 0 0,0 0 0 0 0,2 0 1 0 0,0 0-1 0 0,1 0 1 0 0,0 0-1 0 0,1 0 0 0 0,2-1 1 0 0,5 22-1 0 0,-4-23-54 0 0,0 0 0 0 0,1 0 0 0 0,1-1 0 0 0,1 0 0 0 0,0 0 0 0 0,0-1 0 0 0,1 0 0 0 0,1 0 0 0 0,0-1 0 0 0,1 0 0 0 0,0-1 0 0 0,1 0 0 0 0,0-1 1 0 0,1 0-1 0 0,19 10 0 0 0,-17-11-44 0 0,0-2 1 0 0,1 0 0 0 0,0-1-1 0 0,1 0 1 0 0,-1-1 0 0 0,1-1-1 0 0,0-1 1 0 0,0 0 0 0 0,0-1 0 0 0,0-1-1 0 0,0-1 1 0 0,21-2 0 0 0,-19 0 6 0 0,1-2 1 0 0,-1 0-1 0 0,0-1 1 0 0,0-1 0 0 0,0-1-1 0 0,-1 0 1 0 0,0-1-1 0 0,-1-1 1 0 0,0-1 0 0 0,23-17-1 0 0,-22 13 50 0 0,0-1 0 0 0,-1-1-1 0 0,0-1 1 0 0,25-33 0 0 0,-33 38-34 0 0,-1-1-1 0 0,0 1 1 0 0,-1-1 0 0 0,-1-1-1 0 0,0 1 1 0 0,0-1 0 0 0,-2 0 0 0 0,6-26-1 0 0,-4 4 45 0 0,-11 58-80 0 0,0 1-1 0 0,2-1 1 0 0,-1 35-1 0 0,1-11-5 0 0,-73 431-41 0 0,60-397 59 0 0,-36 165-29 0 0,-9 47-11 0 0,44-202 86 0 0,-3-1-1 0 0,-5-1 0 0 0,-62 149 0 0 0,77-214-7 0 0,-2-2 0 0 0,0 0-1 0 0,-1 0 1 0 0,-1-1 0 0 0,-30 32 0 0 0,34-41-25 0 0,0-2 0 0 0,-1 0 0 0 0,0 0 0 0 0,-1-1 1 0 0,1 0-1 0 0,-2-1 0 0 0,1 0 0 0 0,-1-1 0 0 0,0 0 0 0 0,0-2 1 0 0,-20 6-1 0 0,15-6-35 0 0,0-2 0 0 0,-1 0 0 0 0,1 0 0 0 0,-1-2 0 0 0,0 0 0 0 0,1-1 0 0 0,-1-1 0 0 0,1-1 0 0 0,-25-7 0 0 0,19 2 40 0 0,0-1 0 0 0,0 0 1 0 0,1-2-1 0 0,0-1 0 0 0,1-1 0 0 0,-27-19 1 0 0,17 6-435 0 0,1-1 1 0 0,1-1 0 0 0,1-2-1 0 0,2-1 1 0 0,1-1 0 0 0,1-1-1 0 0,2-1 1 0 0,-26-51-1 0 0,43 72-566 0 0,1 0 0 0 0,0 0 0 0 0,0-1 0 0 0,2 0 0 0 0,-1 0 0 0 0,2 0 0 0 0,0 0 0 0 0,1 0 0 0 0,0-25 0 0 0,3 3-669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54.0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355 501 612 0 0,'1'-34'1093'0'0,"1"0"-1"0"0,2 0 1 0 0,9-34 0 0 0,-5 33 1371 0 0,16-38 0 0 0,-21 65-2034 0 0,0-6 1569 0 0,-4 14-1959 0 0,1 0 1 0 0,-1 0 0 0 0,0 0-1 0 0,0 0 1 0 0,0 1 0 0 0,0-1-1 0 0,1 0 1 0 0,-1 0-1 0 0,0 0 1 0 0,0 1 0 0 0,1-1-1 0 0,-1 1 1 0 0,0-1 0 0 0,0 0-1 0 0,1 1 1 0 0,-1-1 0 0 0,0 1-1 0 0,1-1 1 0 0,-1 1 0 0 0,0 0-1 0 0,-44 33 171 0 0,-62 61-1 0 0,55-47-140 0 0,-102 93 209 0 0,142-132-263 0 0,9-6-2 0 0,-1 0 1 0 0,0 0-1 0 0,1 1 0 0 0,0-1 0 0 0,-6 7 1 0 0,9-9-3 0 0,9-10-6 0 0,58-57-17 0 0,-3-3-1 0 0,62-87 1 0 0,-116 142 1 0 0,34-44 105 0 0,101-102 1 0 0,-141 157-94 0 0,0 0 0 0 0,0 0 0 0 0,0 0 0 0 0,0 0 0 0 0,0 0 0 0 0,1 1-1 0 0,0 0 1 0 0,-1 0 0 0 0,1 0 0 0 0,5-1 0 0 0,-8 3 2 0 0,0-1 0 0 0,0 1 0 0 0,0 0-1 0 0,0 0 1 0 0,0 0 0 0 0,1 0 0 0 0,-1 1 0 0 0,0-1 0 0 0,-1 0-1 0 0,1 1 1 0 0,0-1 0 0 0,0 1 0 0 0,0 0 0 0 0,0 0-1 0 0,0 0 1 0 0,0 0 0 0 0,-1 0 0 0 0,1 0 0 0 0,0 0-1 0 0,-1 0 1 0 0,1 1 0 0 0,-1-1 0 0 0,0 1 0 0 0,1-1 0 0 0,-1 1-1 0 0,0-1 1 0 0,2 4 0 0 0,8 17 41 0 0,-1 1-1 0 0,-1 0 1 0 0,-1 0-1 0 0,11 49 1 0 0,-8-26-12 0 0,2 6-4 0 0,3 0 0 0 0,2-1-1 0 0,2-1 1 0 0,3-1 0 0 0,45 75 0 0 0,-38-94 170 0 0,-29-30-188 0 0,-2-4-859 0 0,0 0 12 0 0,0 0 1 0 0,-8-20-3344 0 0,-6-6-2140 0 0,7 19 4755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58.6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0 346 72 0 0,'14'-27'2768'0'0,"-11"20"-2632"0"0,0 0 0 0 0,0 0 0 0 0,1 1 0 0 0,0-1 0 0 0,1 1 0 0 0,-1 0 0 0 0,10-9 0 0 0,0 2 466 0 0,-1-1 0 0 0,0 0-1 0 0,-1-1 1 0 0,-1 0 0 0 0,0-1-1 0 0,-1 0 1 0 0,14-32-1 0 0,-22 42-228 0 0,0-1-1 0 0,-1 1 1 0 0,0-1-1 0 0,0 1 1 0 0,-1-1-1 0 0,1 1 1 0 0,-1-1-1 0 0,-2-12 1 0 0,0-11 2092 0 0,2 30-2448 0 0,0-1-1 0 0,0 1 0 0 0,0 0 1 0 0,0 0-1 0 0,0 0 1 0 0,0 0-1 0 0,0-1 0 0 0,0 1 1 0 0,0 0-1 0 0,0 0 0 0 0,0 0 1 0 0,0 0-1 0 0,0-1 0 0 0,0 1 1 0 0,0 0-1 0 0,0 0 1 0 0,0 0-1 0 0,0-1 0 0 0,0 1 1 0 0,-1 0-1 0 0,1 0 0 0 0,0 0 1 0 0,0 0-1 0 0,0 0 1 0 0,0-1-1 0 0,0 1 0 0 0,0 0 1 0 0,0 0-1 0 0,-1 0 0 0 0,1 0 1 0 0,0 0-1 0 0,0 0 0 0 0,0 0 1 0 0,0 0-1 0 0,-1-1 1 0 0,1 1-1 0 0,0 0 0 0 0,0 0 1 0 0,0 0-1 0 0,0 0 0 0 0,-1 0 1 0 0,1 0-1 0 0,0 0 1 0 0,0 0-1 0 0,0 0 0 0 0,-1 0 1 0 0,1 0-1 0 0,0 0 0 0 0,0 0 1 0 0,0 0-1 0 0,0 0 0 0 0,-1 0 1 0 0,1 1-1 0 0,0-1 1 0 0,0 0-1 0 0,0 0 0 0 0,0 0 1 0 0,-1 0-1 0 0,1 0 0 0 0,0 0 1 0 0,0 0-1 0 0,0 0 0 0 0,0 1 1 0 0,0-1-1 0 0,-1 0 1 0 0,-16 17 155 0 0,-16 27-265 0 0,18-16 127 0 0,2 1 0 0 0,0 0 0 0 0,2 1 0 0 0,-12 51 0 0 0,19-67-10 0 0,0 5-26 0 0,1 1 1 0 0,1-1 0 0 0,1 0-1 0 0,1 1 1 0 0,2 25-1 0 0,0 11 3 0 0,-2-38 16 0 0,2-1 1 0 0,0 0-1 0 0,1 0 1 0 0,0-1-1 0 0,1 1 1 0 0,1-1-1 0 0,1 1 1 0 0,0-2-1 0 0,14 25 0 0 0,-19-39-9 0 0,0 0-1 0 0,0-1 0 0 0,0 1 0 0 0,0 0 0 0 0,0-1 0 0 0,0 1 0 0 0,0-1 0 0 0,1 1 1 0 0,-1-1-1 0 0,0 0 0 0 0,0 0 0 0 0,0 1 0 0 0,1-1 0 0 0,-1 0 0 0 0,0 0 0 0 0,0 0 0 0 0,0 0 1 0 0,1-1-1 0 0,-1 1 0 0 0,0 0 0 0 0,0 0 0 0 0,0-1 0 0 0,1 1 0 0 0,-1 0 0 0 0,0-1 0 0 0,0 0 1 0 0,0 1-1 0 0,1-2 0 0 0,36-17 10 0 0,-16 4-5 0 0,-1-2-1 0 0,0 0 1 0 0,-2-1-1 0 0,0 0 1 0 0,0-2-1 0 0,-2-1 0 0 0,25-38 1 0 0,-33 48-5 0 0,0-1 0 0 0,1 1 1 0 0,11-9-1 0 0,-11 10-56 0 0,0-1 0 0 0,15-19 0 0 0,-18 18 72 0 0,2 1-12 0 0,-9 11-14 0 0,1 0-1 0 0,0 1 1 0 0,-1-1-1 0 0,1 0 0 0 0,0 1 1 0 0,-1-1-1 0 0,1 1 1 0 0,-1-1-1 0 0,1 1 1 0 0,-1-1-1 0 0,1 1 0 0 0,-1 0 1 0 0,1-1-1 0 0,-1 1 1 0 0,0 0-1 0 0,1-1 1 0 0,-1 1-1 0 0,0 0 1 0 0,1-1-1 0 0,-1 1 0 0 0,0 1 1 0 0,31 76-1 0 0,-24-55-5 0 0,2 0 0 0 0,20 38-1 0 0,-28-61 11 0 0,11 23-17 0 0,2-1 0 0 0,0-1 1 0 0,2-1-1 0 0,34 37 0 0 0,-41-50 46 0 0,0 0-1 0 0,1-1 1 0 0,0 0-1 0 0,0 0 1 0 0,0-1-1 0 0,1-1 1 0 0,0 0-1 0 0,0 0 1 0 0,0-1-1 0 0,12 2 1 0 0,-17-5 12 0 0,0 0 1 0 0,0-1 0 0 0,0 1 0 0 0,0-1 0 0 0,0 0-1 0 0,0-1 1 0 0,-1 1 0 0 0,1-1 0 0 0,0-1 0 0 0,-1 1 0 0 0,0-1-1 0 0,1 1 1 0 0,-1-2 0 0 0,0 1 0 0 0,-1 0 0 0 0,1-1 0 0 0,4-4-1 0 0,-1 0-18 0 0,-1 1 0 0 0,1-1-1 0 0,-2 0 1 0 0,1-1-1 0 0,-1 0 1 0 0,0 0-1 0 0,-1 0 1 0 0,7-18-1 0 0,-1-10 40 0 0,-2 0-1 0 0,-1-1 0 0 0,-2 0 1 0 0,-2 0-1 0 0,-1-71 0 0 0,-3 102-53 0 0,0-29 261 0 0,-6-52 1 0 0,4 80-265 0 0,0 1 0 0 0,0 0 0 0 0,-1 0 0 0 0,-6-13 0 0 0,-2-6 2 0 0,9 20 11 0 0,2 5-28 0 0,0 1 0 0 0,0-1 0 0 0,0 1-1 0 0,0-1 1 0 0,0 0 0 0 0,-1 1 0 0 0,1-1 0 0 0,0 1 0 0 0,0-1 0 0 0,0 1 0 0 0,-1-1 0 0 0,1 1 0 0 0,0-1 0 0 0,-1 1 0 0 0,1-1 0 0 0,0 1 0 0 0,-1 0 0 0 0,1-1 0 0 0,-1 1 0 0 0,1 0 0 0 0,0-1 0 0 0,-1 1 0 0 0,1 0-1 0 0,-1-1 1 0 0,1 1 0 0 0,-2 0 0 0 0,-4-2-104 0 0,5 1 29 0 0,5 1-127 0 0,-4 0 220 0 0,3-1-21 0 0,-3 1 12 0 0,0 0 0 0 0,0 0 0 0 0,1 0 1 0 0,-1 0-1 0 0,0 0 0 0 0,0 0 0 0 0,1 0 1 0 0,-1 0-1 0 0,0 0 0 0 0,0 0 0 0 0,0 0 1 0 0,1 0-1 0 0,-1 0 0 0 0,0 0 0 0 0,0 0 1 0 0,0 0-1 0 0,1-1 0 0 0,-1 1 0 0 0,0 0 1 0 0,0 0-1 0 0,0 0 0 0 0,1 0 0 0 0,-1 0 0 0 0,0-1 1 0 0,0 1-1 0 0,0 0 0 0 0,0 0 0 0 0,0 0 1 0 0,0-1-1 0 0,1 1 0 0 0,-1 0 0 0 0,0 0 1 0 0,0-1-1 0 0,-4 2 88 0 0,7-2-180 0 0,-2 1 49 0 0,1-3-310 0 0,0 0-77 0 0,-8 1-79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8:59.4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123 0 292 0 0,'-2'8'13547'0'0,"-1"13"-13151"0"0,-5 1-185 0 0,2 0 0 0 0,-6 33-1 0 0,9-39-146 0 0,-14 131 398 0 0,13-123-460 0 0,-7 34 56 0 0,3 0-1 0 0,-1 62 1 0 0,8-87 57 0 0,-8 39-1 0 0,5-39-10 0 0,-2 42-1 0 0,6-64-82 0 0,-1 0-1 0 0,-5 18 1 0 0,4-18 5 0 0,0 0 0 0 0,-1 19 0 0 0,3-30-16 0 0,0 1 0 0 0,0-1 0 0 0,0 0-1 0 0,1 1 1 0 0,-1-1 0 0 0,0 1 0 0 0,0-1 0 0 0,0 0 0 0 0,0 1-1 0 0,0-1 1 0 0,0 1 0 0 0,0-1 0 0 0,0 0 0 0 0,0 1 0 0 0,0-1-1 0 0,-1 0 1 0 0,1 1 0 0 0,0-1 0 0 0,0 1 0 0 0,0-1-1 0 0,0 0 1 0 0,-1 1 0 0 0,1-1 0 0 0,0 0 0 0 0,0 1 0 0 0,0-1-1 0 0,-1 0 1 0 0,1 0 0 0 0,0 1 0 0 0,-1-1 0 0 0,1 0 0 0 0,0 0-1 0 0,-1 1 1 0 0,1-1 0 0 0,0 0 0 0 0,-1 0 0 0 0,1 0 0 0 0,-1 0-27 0 0,8-5-138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01.0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112 339 212 0 0,'-13'-31'1475'0'0,"1"3"-426"0"0,-3 6 1080 0 0,-5-8 289 0 0,16 17-1513 0 0,-1 1 0 0 0,-1-1 1 0 0,0 1-1 0 0,-10-15 1 0 0,2 12 103 0 0,14 14-963 0 0,22 58 498 0 0,51 218-66 0 0,-37-126-464 0 0,-33-141 53 0 0,0 0 1 0 0,0 0 0 0 0,0-1 0 0 0,1 1-1 0 0,7 11 1 0 0,-9-16-9 0 0,1 0 0 0 0,-1 0 0 0 0,1 0 0 0 0,-1 0 0 0 0,1 0 0 0 0,0-1 0 0 0,0 0 0 0 0,0 1 0 0 0,0-1 0 0 0,0 0 0 0 0,0 0 0 0 0,1-1 0 0 0,-1 1 0 0 0,7 1 0 0 0,-7-3-44 0 0,1 0-1 0 0,-1 0 1 0 0,0 0-1 0 0,0 0 1 0 0,1-1-1 0 0,-1 1 1 0 0,0-1-1 0 0,0 0 1 0 0,0 0-1 0 0,0 0 1 0 0,0 0-1 0 0,0-1 1 0 0,0 1-1 0 0,0-1 1 0 0,-1 0-1 0 0,1 1 1 0 0,0-1-1 0 0,-1-1 1 0 0,0 1-1 0 0,1 0 1 0 0,2-5-1 0 0,4-3-13 0 0,-1 0-1 0 0,-1-1 1 0 0,1 0-1 0 0,5-12 1 0 0,-1-3 21 0 0,-1 0-1 0 0,-2-1 1 0 0,0 0 0 0 0,-2-1-1 0 0,7-50 1 0 0,-7 7 5 0 0,-2-79 1 0 0,-14 71 90 0 0,9 87-126 0 0,3 106-78 0 0,34 126 1 0 0,-33-221 90 0 0,1 0 0 0 0,0-1 0 0 0,1 1 0 0 0,1-1 0 0 0,1-1 0 0 0,0 0 0 0 0,1 0 0 0 0,22 30 0 0 0,-29-45-1 0 0,0 1 0 0 0,0-1 0 0 0,0 0 1 0 0,0 1-1 0 0,1-1 0 0 0,-1 0 0 0 0,1 0 0 0 0,-1-1 1 0 0,1 1-1 0 0,0 0 0 0 0,0-1 0 0 0,0 0 0 0 0,0 0 1 0 0,0 0-1 0 0,0 0 0 0 0,0 0 0 0 0,0 0 0 0 0,0-1 1 0 0,0 1-1 0 0,0-1 0 0 0,0 0 0 0 0,1 0 1 0 0,-1 0-1 0 0,0-1 0 0 0,3 0 0 0 0,-2 0 12 0 0,0-1-1 0 0,0 0 1 0 0,0 0-1 0 0,0 0 1 0 0,0 0-1 0 0,0 0 1 0 0,-1-1-1 0 0,1 0 0 0 0,-1 0 1 0 0,0 0-1 0 0,0 0 1 0 0,0 0-1 0 0,0-1 1 0 0,-1 1-1 0 0,1-1 1 0 0,-1 1-1 0 0,3-7 1 0 0,5-16-11 0 0,0-2 1 0 0,-2 1-1 0 0,-1-2 1 0 0,6-55-1 0 0,-13 84-5 0 0,27-235 72 0 0,-24 206-54 0 0,-1 17-13 0 0,-1 0 0 0 0,0 0 0 0 0,0 0 0 0 0,-2 0 1 0 0,-1-16-1 0 0,-17-27-325 0 0,17 45 184 0 0,-3-10-2465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02.4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59 196 76 0 0,'5'-4'9053'0'0,"-5"3"-8977"0"0,-6-10 1441 0 0,-20-13-205 0 0,21 20-796 0 0,3 3-425 0 0,0-1-1 0 0,0 1 0 0 0,1-1 0 0 0,-1 1 0 0 0,0-1 0 0 0,0 0 0 0 0,1 1 0 0 0,-1-1 0 0 0,1 0 1 0 0,0 0-1 0 0,-1 0 0 0 0,1 0 0 0 0,0-1 0 0 0,0 1 0 0 0,0 0 0 0 0,1 0 0 0 0,-1-1 0 0 0,1 1 0 0 0,-1 0 1 0 0,1-1-1 0 0,-1 1 0 0 0,1 0 0 0 0,0-1 0 0 0,0 1 0 0 0,1-1 0 0 0,-1 1 0 0 0,1-4 0 0 0,0 3-86 0 0,0 0 0 0 0,1 1-1 0 0,-1-1 1 0 0,1 1 0 0 0,-1-1-1 0 0,1 1 1 0 0,0 0-1 0 0,0 0 1 0 0,0-1 0 0 0,0 1-1 0 0,0 1 1 0 0,0-1 0 0 0,5-2-1 0 0,33-20-14 0 0,-27 18 7 0 0,0 1 1 0 0,1 0-1 0 0,0 1 0 0 0,0 0 1 0 0,0 2-1 0 0,1-1 1 0 0,-1 1-1 0 0,0 1 1 0 0,1 1-1 0 0,-1 0 0 0 0,1 1 1 0 0,-1 0-1 0 0,1 2 1 0 0,-1-1-1 0 0,0 2 1 0 0,0 0-1 0 0,0 0 1 0 0,-1 1-1 0 0,1 1 0 0 0,-1 0 1 0 0,-1 1-1 0 0,24 16 1 0 0,-34-21 6 0 0,1 1 1 0 0,-1-1-1 0 0,0 1 1 0 0,1-1-1 0 0,-1 1 1 0 0,0 0 0 0 0,-1 0-1 0 0,1 0 1 0 0,0 0-1 0 0,-1 0 1 0 0,0 0-1 0 0,0 0 1 0 0,0 0 0 0 0,0 1-1 0 0,0-1 1 0 0,0 0-1 0 0,-1 1 1 0 0,0-1-1 0 0,0 1 1 0 0,0-1-1 0 0,0 0 1 0 0,0 1 0 0 0,-1-1-1 0 0,1 1 1 0 0,-1-1-1 0 0,0 0 1 0 0,0 0-1 0 0,0 1 1 0 0,-3 3-1 0 0,-1 5 12 0 0,-1 0 0 0 0,0 0 0 0 0,-1 0-1 0 0,-1-1 1 0 0,0-1 0 0 0,-10 12 0 0 0,0-4 56 0 0,0-1 0 0 0,0-1 0 0 0,-28 18 1 0 0,-66 35 112 0 0,63-41-192 0 0,35-18-15 0 0,12-8 24 0 0,0 0 0 0 0,-1 0 0 0 0,1-1 0 0 0,-1 1 0 0 0,1-1 0 0 0,-1 1 0 0 0,0-1 0 0 0,-5 2 0 0 0,7-3 66 0 0,7 3 13 0 0,32-16-36 0 0,384-86 112 0 0,-185 48-167 0 0,-75 5 177 0 0,-138 38-14 0 0,-1-2 0 0 0,-1 0 0 0 0,0-2 0 0 0,36-24 0 0 0,-40 25 34 0 0,-3 2 218 0 0,-104-4-14234 0 0,80 12 12694 0 0,-8-2-606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07.9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132 248 56 0 0,'3'-29'13018'0'0,"0"26"-12870"0"0,0 0 1 0 0,-1 0 0 0 0,0 0-1 0 0,0-1 1 0 0,3-6-1 0 0,10-25 81 0 0,-14 31-204 0 0,0 0-1 0 0,0 0 1 0 0,0 0 0 0 0,1 0-1 0 0,-1 0 1 0 0,4-5 0 0 0,5-15 71 0 0,2-14 192 0 0,-14 38-258 0 0,-8 8-1 0 0,-9 23-72 0 0,1-4 26 0 0,-13 49 19 0 0,2 1 1 0 0,5 1-1 0 0,-25 135 0 0 0,41-167 2 0 0,3 0-1 0 0,0 53 1 0 0,5-98-3 0 0,-1 1 0 0 0,1-1 0 0 0,0 0 0 0 0,0 0 1 0 0,0 1-1 0 0,0-1 0 0 0,0 0 0 0 0,0 0 0 0 0,0 1 0 0 0,1-1 0 0 0,-1 0 0 0 0,0 0 1 0 0,1 0-1 0 0,-1 1 0 0 0,1-1 0 0 0,-1 0 0 0 0,1 0 0 0 0,-1 0 0 0 0,1 0 0 0 0,0 0 0 0 0,0 0 1 0 0,0 0-1 0 0,-1 0 0 0 0,1 0 0 0 0,0 0 0 0 0,2 1 0 0 0,-1-2 1 0 0,1 0 0 0 0,-1 0 0 0 0,1 0 0 0 0,-1-1 0 0 0,0 1 0 0 0,1 0 0 0 0,-1-1 0 0 0,0 0 0 0 0,0 1 0 0 0,1-1-1 0 0,-1 0 1 0 0,4-2 0 0 0,12-7-2 0 0,1 0-1 0 0,-1-1 0 0 0,-1-1 0 0 0,0 0 0 0 0,-1-1 0 0 0,22-23 0 0 0,76-99 0 0 0,-100 117-4 0 0,100-132 9 0 0,-109 142-19 0 0,8-12-51 0 0,-13 20 66 0 0,0-1 0 0 0,1 1 0 0 0,-1-1 0 0 0,0 1 0 0 0,1-1 0 0 0,-1 1 0 0 0,1-1 0 0 0,-1 1 0 0 0,0 0 0 0 0,1-1 0 0 0,-1 1 0 0 0,1 0 0 0 0,-1-1 0 0 0,1 1 0 0 0,-1 0 0 0 0,1 0 0 0 0,0-1 0 0 0,-1 1 0 0 0,1 0 0 0 0,-1 0 0 0 0,1 0 0 0 0,-1 0 0 0 0,1 0 0 0 0,0 0 0 0 0,-1 0 0 0 0,2 0 0 0 0,-1 3 0 0 0,1 0 1 0 0,-1-1-1 0 0,0 1 0 0 0,0 0 1 0 0,0 1-1 0 0,0-1 0 0 0,0 0 1 0 0,0 4-1 0 0,0 0 10 0 0,7 27-8 0 0,1-2 0 0 0,1 1 0 0 0,2-1 0 0 0,2-1 0 0 0,0 0 0 0 0,2-1 0 0 0,32 45 0 0 0,-35-58-15 0 0,0-1 1 0 0,1-1-1 0 0,25 22 1 0 0,-33-33 12 0 0,0 1 0 0 0,0-1 1 0 0,0-1-1 0 0,0 1 0 0 0,1-1 0 0 0,0 0 0 0 0,-1 0 0 0 0,1-1 1 0 0,0 0-1 0 0,0 0 0 0 0,1-1 0 0 0,-1 0 0 0 0,12 1 0 0 0,-14-2 7 0 0,1-1-1 0 0,0 1 0 0 0,0-1 0 0 0,0 0 0 0 0,0-1 0 0 0,-1 1 0 0 0,1-1 1 0 0,-1 0-1 0 0,1 0 0 0 0,-1-1 0 0 0,0 0 0 0 0,7-4 0 0 0,-5 1 7 0 0,0 0 0 0 0,0 0 0 0 0,-1 0 0 0 0,0-1 0 0 0,0 0-1 0 0,0 0 1 0 0,5-11 0 0 0,4-10 2 0 0,-2 0 0 0 0,-1-1 1 0 0,13-50-1 0 0,-17 55-47 0 0,45-202-13 0 0,-46 189 65 0 0,38-160 247 0 0,-36 154-239 0 0,-9 43-147 0 0,-2-3 194 0 0,4-5 318 0 0,3 8-153 0 0,-8-2-473 0 0,1 0-182 0 0,9 1 357 0 0,53-7-49 0 0,-41 6 111 0 0,-19 2-13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09.5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510 182 340 0 0,'-11'-30'1986'0'0,"2"19"-917"0"0,9 10-954 0 0,-1-1 0 0 0,0 1 0 0 0,0 0 0 0 0,0-1 0 0 0,0 1 0 0 0,0 0 0 0 0,0 0 0 0 0,0 0 0 0 0,0 0 0 0 0,-1 0 0 0 0,-1-2 0 0 0,3 3-106 0 0,-3-2 516 0 0,3 2-493 0 0,1 0-1 0 0,-1 0 0 0 0,0 0 1 0 0,0 0-1 0 0,0 0 0 0 0,1 0 0 0 0,-1 0 1 0 0,0 0-1 0 0,0 0 0 0 0,1 0 0 0 0,-1 0 1 0 0,0 0-1 0 0,0 0 0 0 0,0 0 0 0 0,1 0 1 0 0,-1 0-1 0 0,0 0 0 0 0,0-1 0 0 0,0 1 1 0 0,0 0-1 0 0,1 0 0 0 0,-1 0 0 0 0,0 0 1 0 0,0-1-1 0 0,0 1 0 0 0,0 0 0 0 0,0 0 1 0 0,0 0-1 0 0,1 0 0 0 0,-1-1 1 0 0,0 1-1 0 0,0 0 0 0 0,0 0 0 0 0,0 0 1 0 0,0-2 300 0 0,1 1-330 0 0,1 1-1 0 0,-1-1 1 0 0,0 0 0 0 0,1 0 0 0 0,-1 0-1 0 0,0 0 1 0 0,0 0 0 0 0,0 0-1 0 0,0 0 1 0 0,0-1 0 0 0,0 1-1 0 0,0 0 1 0 0,1-3 0 0 0,14-23-12 0 0,-15 25 17 0 0,24-53 147 0 0,-21 43 160 0 0,-4 12-309 0 0,-1 0-1 0 0,1 0 1 0 0,0 0-1 0 0,0 0 1 0 0,0 0 0 0 0,0 0-1 0 0,0 0 1 0 0,0 0 0 0 0,0 0-1 0 0,-1 0 1 0 0,1 0 0 0 0,0 0-1 0 0,0 0 1 0 0,0 0 0 0 0,0 0-1 0 0,0 0 1 0 0,0 0 0 0 0,-1 0-1 0 0,1 0 1 0 0,0 0 0 0 0,0 0-1 0 0,0-1 1 0 0,0 1 0 0 0,0 0-1 0 0,0 0 1 0 0,0 0 0 0 0,0 0-1 0 0,-1 0 1 0 0,1 0 0 0 0,0 0-1 0 0,0 0 1 0 0,0 0 0 0 0,0 0-1 0 0,0-1 1 0 0,0 1 0 0 0,0 0-1 0 0,0 0 1 0 0,0 0 0 0 0,0 0-1 0 0,0 0 1 0 0,0 0 0 0 0,0 0-1 0 0,0-1 1 0 0,0 1 0 0 0,0 0-1 0 0,0 0 1 0 0,0 0 0 0 0,0 0-1 0 0,0 0 1 0 0,0 0 0 0 0,0-1-1 0 0,0 1 1 0 0,0 0 0 0 0,0 0-1 0 0,0 0 1 0 0,0 0 0 0 0,0 0-1 0 0,0 0 1 0 0,0 0 0 0 0,0-1-1 0 0,0 1 1 0 0,0 0 0 0 0,-24 25 38 0 0,-38 47-1 0 0,40-44 165 0 0,-43 42 0 0 0,-31 21 413 0 0,-45 39 392 0 0,29-35-600 0 0,102-86-417 0 0,5-4 200 0 0,18-6-60 0 0,8-2-121 0 0,43-7-12 0 0,93-2 0 0 0,23 17-1500 0 0,193 30 0 0 0,-306-25-240 0 0,30 9-1157 0 0,-80-19 1041 0 0,-20 0 1340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10.0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490 68 568 0 0,'-10'-12'1205'0'0,"6"6"-610"0"0,-1 0 0 0 0,1 1-1 0 0,0-2 1 0 0,-4-8 0 0 0,6 13-456 0 0,0 1 0 0 0,1-1 0 0 0,-1 1 0 0 0,0-1 0 0 0,0 1 0 0 0,0 0 0 0 0,0 0 0 0 0,0 0 0 0 0,0 0 0 0 0,0 0 0 0 0,0 1 0 0 0,-1-1 0 0 0,1 1 0 0 0,0-1 0 0 0,0 1 0 0 0,-1 0 0 0 0,1 0 0 0 0,0 0 0 0 0,0 0 0 0 0,-1 0 0 0 0,1 0 0 0 0,0 0-1 0 0,-1 1 1 0 0,-3 1 0 0 0,-4 6-37 0 0,1-1 0 0 0,0 2 0 0 0,0 0 0 0 0,1 0-1 0 0,0 0 1 0 0,1 1 0 0 0,0 0 0 0 0,1 0-1 0 0,-8 15 1 0 0,-5 16 297 0 0,-15 48-1 0 0,34-88-397 0 0,-60 231 740 0 0,14-46 352 0 0,-45 112 399 0 0,85-281-1448 0 0,4-12-34 0 0,0 0-1 0 0,0 1 0 0 0,1-1 0 0 0,-1 1 0 0 0,1-1 1 0 0,0 8-1 0 0,1-13-41 0 0,-29-44-9410 0 0,21 29 6871 0 0,2 5 1484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12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0 410 380 0 0,'2'0'87'0'0,"-1"0"-1"0"0,1 1 1 0 0,-1-1 0 0 0,1 0-1 0 0,-1 0 1 0 0,1 0 0 0 0,-1 0-1 0 0,1 0 1 0 0,-1 0 0 0 0,1 0-1 0 0,-1 0 1 0 0,1-1 0 0 0,-1 1-1 0 0,1-1 1 0 0,-1 1 0 0 0,2-2-1 0 0,28-10 342 0 0,-29 11-353 0 0,19-10 492 0 0,-1-1 0 0 0,0-1 0 0 0,-1-1 0 0 0,27-24 0 0 0,-30 23-8 0 0,0-2 0 0 0,-1 0 0 0 0,-1-1 1 0 0,22-35-1 0 0,-28 37 392 0 0,-1-1 1 0 0,-1 1-1 0 0,9-33 1 0 0,-11 34 69 0 0,-4 5 560 0 0,-6 28-1569 0 0,-4 36 10 0 0,-5 34 0 0 0,7 18-13 0 0,5-1 0 0 0,20 205 0 0 0,7-167-37 0 0,-19-124 20 0 0,1 1 0 0 0,0-1 0 0 0,2 0 0 0 0,0 0 1 0 0,12 19-1 0 0,-19-35 9 0 0,1-1 0 0 0,-1 0 0 0 0,1 0 1 0 0,-1 0-1 0 0,1 0 0 0 0,0 0 0 0 0,0 0 1 0 0,0 0-1 0 0,0 0 0 0 0,0-1 0 0 0,0 1 1 0 0,1-1-1 0 0,-1 0 0 0 0,0 1 0 0 0,1-1 0 0 0,-1 0 1 0 0,1 0-1 0 0,-1-1 0 0 0,1 1 0 0 0,3 0 1 0 0,-2-1-1 0 0,0 0 0 0 0,0 0 1 0 0,0-1-1 0 0,0 0 0 0 0,0 1 0 0 0,0-1 1 0 0,0-1-1 0 0,0 1 0 0 0,-1-1 1 0 0,1 1-1 0 0,0-1 0 0 0,3-2 0 0 0,7-6-3 0 0,0-1 0 0 0,0 0 0 0 0,-2 0 0 0 0,24-28 0 0 0,-17 15-39 0 0,0-1 0 0 0,-2 0 0 0 0,-1-1 1 0 0,-1-1-1 0 0,14-35 0 0 0,42-147-107 0 0,-40 112 150 0 0,-23 70-2 0 0,-1 4-2 0 0,1 1-1 0 0,18-38 1 0 0,-26 60 1 0 0,0 0 0 0 0,0 0 0 0 0,1-1 1 0 0,-1 1-1 0 0,0 0 0 0 0,0 0 1 0 0,0 0-1 0 0,0 0 0 0 0,0 0 0 0 0,0 0 1 0 0,0-1-1 0 0,1 1 0 0 0,-1 0 1 0 0,0 0-1 0 0,0 0 0 0 0,0 0 0 0 0,0 0 1 0 0,0 0-1 0 0,1 0 0 0 0,-1 0 0 0 0,0 0 1 0 0,0 0-1 0 0,0 0 0 0 0,0 0 1 0 0,1 0-1 0 0,-1 0 0 0 0,0 0 0 0 0,0 0 1 0 0,0 0-1 0 0,0 0 0 0 0,1 0 0 0 0,-1 0 1 0 0,0 0-1 0 0,0 0 0 0 0,0 0 1 0 0,0 0-1 0 0,1 0 0 0 0,-1 0 0 0 0,0 0 1 0 0,0 0-1 0 0,0 0 0 0 0,0 1 1 0 0,0-1-1 0 0,0 0 0 0 0,1 0 0 0 0,-1 0 1 0 0,0 0-1 0 0,8 11-5 0 0,3 12 8 0 0,8 29-7 0 0,39 73 0 0 0,-52-111 8 0 0,2 0-1 0 0,0-1 1 0 0,0 0 0 0 0,1 0-1 0 0,1-1 1 0 0,0 0 0 0 0,1-1-1 0 0,0 0 1 0 0,14 10 0 0 0,-23-19-3 0 0,1-1 0 0 0,-1 0 1 0 0,1 0-1 0 0,-1 0 0 0 0,1 0 1 0 0,-1 0-1 0 0,1 0 1 0 0,0-1-1 0 0,0 1 0 0 0,-1-1 1 0 0,1 0-1 0 0,0 0 0 0 0,0 0 1 0 0,-1 0-1 0 0,1 0 1 0 0,0 0-1 0 0,0-1 0 0 0,-1 0 1 0 0,1 1-1 0 0,0-1 0 0 0,-1 0 1 0 0,1 0-1 0 0,-1 0 0 0 0,1-1 1 0 0,-1 1-1 0 0,0-1 1 0 0,1 1-1 0 0,2-4 0 0 0,6-4 0 0 0,-1-1 0 0 0,-1-1-1 0 0,0 1 1 0 0,11-17 0 0 0,-12 16-1 0 0,0-2 3 0 0,0 0 0 0 0,-1 0 0 0 0,0-1 0 0 0,-1 0 0 0 0,-1-1 0 0 0,0 1 1 0 0,-1-1-1 0 0,-1 0 0 0 0,0 0 0 0 0,-1 0 0 0 0,1-29 0 0 0,-4-5 17 0 0,-2 0 0 0 0,-12-66 0 0 0,11 91 12 0 0,-12-40-1 0 0,14 56-50 0 0,-1 1 0 0 0,0 0-1 0 0,0 0 1 0 0,0 0 0 0 0,-1 0-1 0 0,0 1 1 0 0,-1-1-1 0 0,0 1 1 0 0,-8-9 0 0 0,12 14-73 0 0,0 0 1 0 0,0 0 0 0 0,-1 0 0 0 0,1 0 0 0 0,0 0 0 0 0,-1 0 0 0 0,1 1 0 0 0,0-1-1 0 0,-1 0 1 0 0,1 1 0 0 0,-1-1 0 0 0,1 1 0 0 0,-1 0 0 0 0,0 0 0 0 0,1-1-1 0 0,-1 1 1 0 0,1 0 0 0 0,-1 0 0 0 0,1 0 0 0 0,-1 0 0 0 0,0 1 0 0 0,1-1-1 0 0,-1 0 1 0 0,1 1 0 0 0,-1-1 0 0 0,1 1 0 0 0,-1-1 0 0 0,1 1 0 0 0,0 0 0 0 0,-1 0-1 0 0,1-1 1 0 0,0 1 0 0 0,-1 0 0 0 0,0 2 0 0 0,-1-1-246 0 0,0 1-1 0 0,0 0 1 0 0,1 0 0 0 0,-1 0 0 0 0,1 0-1 0 0,0 1 1 0 0,0-1 0 0 0,0 1 0 0 0,1-1-1 0 0,-1 1 1 0 0,1-1 0 0 0,-2 8 0 0 0,0 10-1914 0 0,0 41 1 0 0,3-37 1185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12.8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89 232 624 0 0,'-19'-12'2213'0'0,"17"10"-1943"0"0,-1 0 1 0 0,1 0-1 0 0,-1-1 0 0 0,1 1 0 0 0,0-1 1 0 0,-3-5-1 0 0,3 5-164 0 0,1 0 1 0 0,-1 0-1 0 0,1 0 0 0 0,0 0 1 0 0,0 0-1 0 0,1 0 0 0 0,-1-4 1 0 0,0 3-47 0 0,1 1 1 0 0,0-1 0 0 0,0 1-1 0 0,1 0 1 0 0,-1-1 0 0 0,1 1-1 0 0,0 0 1 0 0,0-1 0 0 0,0 1-1 0 0,0 0 1 0 0,0 0 0 0 0,3-3 0 0 0,2-4 114 0 0,0 1 0 0 0,1 1 1 0 0,0-1-1 0 0,0 1 0 0 0,1 0 1 0 0,0 1-1 0 0,1 0 0 0 0,-1 0 1 0 0,1 1-1 0 0,1 0 0 0 0,-1 1 1 0 0,1-1-1 0 0,0 2 0 0 0,19-7 1 0 0,-21 8-77 0 0,1 1 1 0 0,-1 0 0 0 0,1 0 0 0 0,-1 1 0 0 0,1 0 0 0 0,0 0 0 0 0,0 1 0 0 0,-1 0 0 0 0,1 0 0 0 0,0 1 0 0 0,-1 1 0 0 0,1-1-1 0 0,0 1 1 0 0,-1 1 0 0 0,0 0 0 0 0,0 0 0 0 0,0 0 0 0 0,15 9 0 0 0,-21-10-72 0 0,1 0 0 0 0,-1-1 0 0 0,0 1 0 0 0,0 0 0 0 0,0 0 0 0 0,0 0-1 0 0,0 1 1 0 0,0-1 0 0 0,-1 0 0 0 0,1 1 0 0 0,-1-1 0 0 0,1 1 0 0 0,-1-1 0 0 0,0 1 0 0 0,0 0 0 0 0,0 0 0 0 0,0 4 0 0 0,-1-3 6 0 0,0 0 1 0 0,0 0 0 0 0,0 0-1 0 0,0 0 1 0 0,-1 0 0 0 0,0 0-1 0 0,0 0 1 0 0,0 0 0 0 0,0 0 0 0 0,-1 0-1 0 0,-1 3 1 0 0,-4 6 38 0 0,0-1 0 0 0,-1 0 0 0 0,-1-1-1 0 0,0 0 1 0 0,-19 19 0 0 0,-42 32-27 0 0,-94 65 0 0 0,158-124-51 0 0,-12 10-37 0 0,17-13 38 0 0,1 1 1 0 0,-1-1-1 0 0,1 0 0 0 0,-1 1 1 0 0,1-1-1 0 0,-1 1 0 0 0,1-1 1 0 0,0 0-1 0 0,-1 1 1 0 0,1-1-1 0 0,0 1 0 0 0,-1-1 1 0 0,1 1-1 0 0,0-1 0 0 0,-1 1 1 0 0,1-1-1 0 0,0 1 0 0 0,0-1 1 0 0,0 1-1 0 0,0-1 0 0 0,0 1 1 0 0,0 0-1 0 0,-1-1 0 0 0,1 1 1 0 0,0-1-1 0 0,1 1 0 0 0,-1 0 1 0 0,1 0 2 0 0,-1 0 1 0 0,1-1-1 0 0,0 1 0 0 0,0-1 1 0 0,0 0-1 0 0,0 1 1 0 0,0-1-1 0 0,0 0 0 0 0,0 1 1 0 0,-1-1-1 0 0,1 0 1 0 0,0 0-1 0 0,0 0 0 0 0,0 0 1 0 0,0 0-1 0 0,0 0 0 0 0,0 0 1 0 0,0 0-1 0 0,0 0 1 0 0,1-1-1 0 0,25-4 30 0 0,-23 4-29 0 0,68-14-15 0 0,93-18-23 0 0,-141 30 31 0 0,0 1-1 0 0,1 1 0 0 0,-1 1 0 0 0,45 6 0 0 0,-62-4 16 0 0,0-1 0 0 0,0 1 0 0 0,1 0 0 0 0,-1 0 0 0 0,0 1 0 0 0,-1 0 0 0 0,1 1 0 0 0,-1-1 0 0 0,1 1 0 0 0,-1 0 0 0 0,7 7 0 0 0,-9-8 20 0 0,-1 1 0 0 0,1 0 0 0 0,-1 0-1 0 0,0 0 1 0 0,-1 0 0 0 0,1 1 0 0 0,-1-1-1 0 0,1 1 1 0 0,-1-1 0 0 0,0 1 0 0 0,-1 0-1 0 0,1 0 1 0 0,-1 0 0 0 0,0 0 0 0 0,-1 0-1 0 0,1 0 1 0 0,-1 7 0 0 0,0 0 47 0 0,-1-1 1 0 0,-1 1-1 0 0,0 0 1 0 0,0-1 0 0 0,-1 1-1 0 0,-1-1 1 0 0,0 0-1 0 0,0 0 1 0 0,-1-1-1 0 0,0 1 1 0 0,-1-1-1 0 0,0 0 1 0 0,-1 0-1 0 0,0-1 1 0 0,-1 0 0 0 0,-11 11-1 0 0,4-6-32 0 0,0-2-1 0 0,0 0 1 0 0,-1 0-1 0 0,-1-2 1 0 0,0 0-1 0 0,0-1 1 0 0,-1 0-1 0 0,0-2 1 0 0,-20 6-1 0 0,-138 33-47 0 0,55-15-81 0 0,115-30-68 0 0,-32 9-235 0 0,13-8-2912 0 0,65-13-4460 0 0,-17 3 6445 0 0,6-1 163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14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195 363 324 0 0,'-11'-10'719'0'0,"-1"-1"-1"0"0,2 0 1 0 0,-19-24 0 0 0,17 26 1354 0 0,11 9-2042 0 0,0-1 1 0 0,0 1-1 0 0,1 0 1 0 0,-1-1-1 0 0,0 1 0 0 0,0 0 1 0 0,1-1-1 0 0,-1 1 1 0 0,0-1-1 0 0,1 1 1 0 0,-1-1-1 0 0,1 1 1 0 0,-1-1-1 0 0,1 0 1 0 0,-1 1-1 0 0,1-1 0 0 0,-1 0 1 0 0,1 1-1 0 0,-1-1 1 0 0,1 0-1 0 0,0 0 1 0 0,0 1-1 0 0,-1-1 1 0 0,1 0-1 0 0,0 0 0 0 0,0 0 1 0 0,0 1-1 0 0,0-1 1 0 0,0-1-1 0 0,-6-116 7304 0 0,-8 154-6926 0 0,-1 20-238 0 0,-13 112 0 0 0,22-120-125 0 0,-12 83-17 0 0,-1 152-1 0 0,19-274-17 0 0,1 1 1 0 0,0 0-1 0 0,3 15 0 0 0,-4-24-10 0 0,0-1-1 0 0,1 1 1 0 0,-1-1-1 0 0,0 1 0 0 0,0-1 1 0 0,0 1-1 0 0,1-1 1 0 0,-1 1-1 0 0,0-1 1 0 0,1 1-1 0 0,-1-1 0 0 0,0 0 1 0 0,1 1-1 0 0,-1-1 1 0 0,1 0-1 0 0,-1 1 0 0 0,1-1 1 0 0,-1 0-1 0 0,1 1 1 0 0,-1-1-1 0 0,1 0 1 0 0,-1 0-1 0 0,1 1 0 0 0,-1-1 1 0 0,1 0-1 0 0,0 0 1 0 0,18-3-3 0 0,17-16-10 0 0,-34 18 12 0 0,20-14-28 0 0,-1 0 0 0 0,0-2 0 0 0,-1 0 0 0 0,28-34 0 0 0,57-88-143 0 0,-90 117 169 0 0,44-59 57 0 0,-53 73-58 0 0,13-12-49 0 0,-19 19 51 0 0,1 1 0 0 0,0 0 0 0 0,-1-1 1 0 0,1 1-1 0 0,-1 0 0 0 0,1 0 0 0 0,0-1 0 0 0,-1 1 0 0 0,1 0 0 0 0,0 0 0 0 0,-1 0 1 0 0,1 0-1 0 0,0 0 0 0 0,-1 0 0 0 0,1 0 0 0 0,0 0 0 0 0,-1 0 0 0 0,1 0 1 0 0,0 0-1 0 0,-1 1 0 0 0,1-1 0 0 0,-1 0 0 0 0,1 0 0 0 0,0 1 0 0 0,-1-1 0 0 0,1 0 1 0 0,-1 1-1 0 0,1-1 0 0 0,-1 1 0 0 0,1-1 0 0 0,-1 0 0 0 0,1 1 0 0 0,-1-1 1 0 0,1 1-1 0 0,-1-1 0 0 0,1 2 0 0 0,11 14 24 0 0,-1 1 1 0 0,-1 0-1 0 0,10 22 0 0 0,-10-19-32 0 0,0 0 1 0 0,21 27-1 0 0,-27-41 15 0 0,0-1 0 0 0,1 0 0 0 0,-1 0 0 0 0,1-1 0 0 0,1 1 0 0 0,-1-1-1 0 0,0 0 1 0 0,1-1 0 0 0,0 1 0 0 0,0-1 0 0 0,0 0 0 0 0,11 3 0 0 0,-11-4 4 0 0,0-1 0 0 0,0 0 0 0 0,0 0-1 0 0,0-1 1 0 0,1 0 0 0 0,-1 0 0 0 0,0 0 0 0 0,0-1 0 0 0,0 0 0 0 0,1 0 0 0 0,-1 0-1 0 0,0-1 1 0 0,0 0 0 0 0,-1 0 0 0 0,1-1 0 0 0,0 1 0 0 0,-1-1 0 0 0,1-1 0 0 0,4-3-1 0 0,-2 1 0 0 0,0 0-1 0 0,0-1 0 0 0,-1 0 0 0 0,0 0 1 0 0,-1-1-1 0 0,1 0 0 0 0,-1 0 0 0 0,-1-1 1 0 0,0 1-1 0 0,8-19 0 0 0,-6 7-2 0 0,-1-1 0 0 0,0 1 0 0 0,-2-1 1 0 0,-1 0-1 0 0,2-24 0 0 0,-5-109 37 0 0,-2 73-34 0 0,0-156 71 0 0,2 236-94 0 0,0-1 0 0 0,0 1 1 0 0,0 0-1 0 0,0-1 0 0 0,0 1 0 0 0,-1-1 1 0 0,1 1-1 0 0,0 0 0 0 0,-1 0 0 0 0,1-1 1 0 0,-1 1-1 0 0,1 0 0 0 0,-2-2 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15.0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203 94 748 0 0,'11'-21'2423'0'0,"-7"12"-1534"0"0,1 0 0 0 0,0 1 0 0 0,0-1 0 0 0,1 1 0 0 0,0 0 0 0 0,11-14 3566 0 0,-23 26-3322 0 0,3 0-1105 0 0,-15 21 34 0 0,0 0 0 0 0,2 1-1 0 0,-16 33 1 0 0,25-45-54 0 0,1-1 0 0 0,1 1 0 0 0,0 0 0 0 0,1 0 0 0 0,1 1 0 0 0,0-1 0 0 0,1 1 0 0 0,0 0 1 0 0,2-1-1 0 0,0 21 0 0 0,1-32-9 0 0,-1 0 1 0 0,1 0 0 0 0,0-1 0 0 0,0 1-1 0 0,0 0 1 0 0,1-1 0 0 0,-1 1 0 0 0,0-1-1 0 0,1 0 1 0 0,0 1 0 0 0,0-1 0 0 0,-1 0-1 0 0,1 0 1 0 0,1 0 0 0 0,-1 0 0 0 0,0 0-1 0 0,0-1 1 0 0,1 1 0 0 0,-1-1 0 0 0,5 3-1 0 0,6 2 2 0 0,1-1 0 0 0,26 8-1 0 0,-24-9 0 0 0,29 8-1 0 0,-29-8 1 0 0,0 0 0 0 0,0 1-1 0 0,-1 0 1 0 0,1 1-1 0 0,21 13 1 0 0,-35-18-1 0 0,1 1 1 0 0,-1 0-1 0 0,0 0 0 0 0,0 0 1 0 0,1 0-1 0 0,-2 0 0 0 0,1 1 1 0 0,0-1-1 0 0,0 1 0 0 0,-1-1 0 0 0,1 1 1 0 0,-1 0-1 0 0,0-1 0 0 0,0 1 1 0 0,0 0-1 0 0,1 3 0 0 0,-1 0 6 0 0,0 0-1 0 0,-1 0 0 0 0,1 0 0 0 0,-1 0 0 0 0,-1 0 1 0 0,1 0-1 0 0,-3 9 0 0 0,-1 1 14 0 0,0 1 0 0 0,-2-1 0 0 0,0-1 1 0 0,-15 29-1 0 0,8-22 19 0 0,0 0 0 0 0,-2 0 0 0 0,0-1 0 0 0,-32 32 0 0 0,39-45-100 0 0,0 0-1 0 0,-1-1 1 0 0,0-1 0 0 0,0 1 0 0 0,0-1 0 0 0,-1-1 0 0 0,0 0-1 0 0,0 0 1 0 0,0-1 0 0 0,-1 0 0 0 0,0-1 0 0 0,1 0-1 0 0,-20 2 1 0 0,22-4-531 0 0,-1-1 0 0 0,1-1 0 0 0,0 1-1 0 0,0-1 1 0 0,0 0 0 0 0,0-1 0 0 0,-11-3 0 0 0,14 3 40 0 0,0 0 0 0 0,1 0 0 0 0,-1 0 0 0 0,1 0 0 0 0,0-1 0 0 0,0 1 1 0 0,0-1-1 0 0,0 0 0 0 0,0-1 0 0 0,1 1 0 0 0,-1 0 0 0 0,1-1 0 0 0,-5-7 0 0 0,-1-4-597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18.9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202 175 140 0 0,'48'-38'2548'0'0,"-45"35"-2134"0"0,1 0 0 0 0,-1 0 1 0 0,0 0-1 0 0,0-1 1 0 0,0 0-1 0 0,3-5 0 0 0,-5 7-297 0 0,0 1 0 0 0,-1 0-1 0 0,1-1 1 0 0,-1 1-1 0 0,0 0 1 0 0,0-1 0 0 0,1 1-1 0 0,-1-1 1 0 0,0 1 0 0 0,0-1-1 0 0,0 1 1 0 0,0 0 0 0 0,-1-1-1 0 0,1 1 1 0 0,0-1-1 0 0,0 1 1 0 0,-1 0 0 0 0,1-1-1 0 0,-1 1 1 0 0,0 0 0 0 0,1 0-1 0 0,-1-1 1 0 0,0 1 0 0 0,1 0-1 0 0,-2-1 1 0 0,1 1-4 0 0,1 0 0 0 0,-1 0 1 0 0,0 1-1 0 0,1-1 0 0 0,-1 0 1 0 0,0 1-1 0 0,1-1 0 0 0,-1 1 0 0 0,0-1 1 0 0,0 0-1 0 0,0 1 0 0 0,0 0 1 0 0,1-1-1 0 0,-1 1 0 0 0,0 0 0 0 0,0-1 1 0 0,0 1-1 0 0,0 0 0 0 0,0 0 1 0 0,0 0-1 0 0,0 0 0 0 0,0 0 0 0 0,0 0 1 0 0,-1 0-1 0 0,0 0-25 0 0,-1 1 0 0 0,1 0 0 0 0,0 0 0 0 0,-1-1 0 0 0,1 2 1 0 0,0-1-1 0 0,0 0 0 0 0,0 0 0 0 0,-3 3 0 0 0,-5 5-39 0 0,1 0-1 0 0,-17 21 1 0 0,23-25 164 0 0,-16 20-79 0 0,2 0 0 0 0,0 2 0 0 0,2 0-1 0 0,1 1 1 0 0,-13 38 0 0 0,9-14-76 0 0,3 0 0 0 0,-11 65 1 0 0,23-96-41 0 0,0 1 0 0 0,2 0 1 0 0,2 40-1 0 0,0-49-7 0 0,0 0 1 0 0,2 0-1 0 0,0 0 0 0 0,0 0 1 0 0,1-1-1 0 0,0 1 0 0 0,11 19 1 0 0,-11-24 2 0 0,1 0 0 0 0,0 0 0 0 0,0-1 1 0 0,1 1-1 0 0,0-1 0 0 0,10 10 0 0 0,-13-15-8 0 0,1 0-1 0 0,-1 1 1 0 0,1-1-1 0 0,-1 0 0 0 0,1-1 1 0 0,0 1-1 0 0,0-1 1 0 0,0 1-1 0 0,0-1 1 0 0,0 0-1 0 0,0-1 0 0 0,0 1 1 0 0,0-1-1 0 0,0 1 1 0 0,0-1-1 0 0,0-1 1 0 0,5 0-1 0 0,1 0-1 0 0,-1 0 0 0 0,0-1 0 0 0,-1 0 0 0 0,1-1 0 0 0,0 0 0 0 0,-1 0 1 0 0,1-1-1 0 0,-1 0 0 0 0,0-1 0 0 0,0 1 0 0 0,-1-2 0 0 0,1 1 0 0 0,-1-1 0 0 0,12-12 0 0 0,-12 9 6 0 0,0 1-1 0 0,-1-2 1 0 0,0 1-1 0 0,-1 0 1 0 0,0-1-1 0 0,0 0 1 0 0,-1 0 0 0 0,0-1-1 0 0,-1 1 1 0 0,0-1-1 0 0,-1 0 1 0 0,2-13-1 0 0,1-20 13 0 0,-2 0 0 0 0,-2 0 0 0 0,-2 0 0 0 0,-2 0 0 0 0,-2 0 0 0 0,-1 0 0 0 0,-3 1 0 0 0,-19-60 0 0 0,21 87-28 0 0,0 0-1 0 0,-1 1 0 0 0,0 1 0 0 0,-2-1 1 0 0,1 1-1 0 0,-2 1 0 0 0,0 0 0 0 0,0 0 1 0 0,-1 1-1 0 0,-1 1 0 0 0,0 0 0 0 0,0 1 0 0 0,-1 0 1 0 0,-24-13-1 0 0,36 22-82 0 0,1 0 1 0 0,0 1-1 0 0,-1-1 0 0 0,1 0 0 0 0,-1 0 1 0 0,1 1-1 0 0,-1-1 0 0 0,1 1 0 0 0,-1-1 1 0 0,0 1-1 0 0,1 0 0 0 0,-1-1 1 0 0,1 1-1 0 0,-1 0 0 0 0,0 0 0 0 0,1 0 1 0 0,-1 0-1 0 0,1 1 0 0 0,-3-1 0 0 0,2 2-214 0 0,1-1-1 0 0,-2 2-304 0 0,2-2 304 0 0,0 1 0 0 0,0-1 1 0 0,0 1-1 0 0,0 0 0 0 0,0-1 0 0 0,0 1 0 0 0,0 0 0 0 0,1 0 1 0 0,-1 0-1 0 0,0 0 0 0 0,0 3 0 0 0,-16 50-5404 0 0,12-35 4490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0.0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160 203 80 0 0,'3'-6'3400'0'0,"3"-8"-2432"0"0,-7 6-478 0 0,0 1 0 0 0,-1 0 0 0 0,0-1 0 0 0,0 1 0 0 0,-4-9 0 0 0,2 7 169 0 0,4 7-580 0 0,-1 0 0 0 0,1 0 0 0 0,0-1 0 0 0,0 1 1 0 0,0 0-1 0 0,0-1 0 0 0,0 1 0 0 0,0 0 0 0 0,0-1 1 0 0,1 1-1 0 0,-1 0 0 0 0,1 0 0 0 0,0-1 0 0 0,0 1 0 0 0,0 0 1 0 0,0 0-1 0 0,0 0 0 0 0,0 0 0 0 0,0 0 0 0 0,1 0 0 0 0,-1 0 1 0 0,1 1-1 0 0,-1-1 0 0 0,1 0 0 0 0,3-2 0 0 0,3-2 60 0 0,0-1 0 0 0,0 2 0 0 0,1-1-1 0 0,-1 1 1 0 0,11-4 0 0 0,-7 4 42 0 0,0 1 0 0 0,0 0 0 0 0,0 0 0 0 0,1 1 0 0 0,-1 1 0 0 0,1 0 0 0 0,0 1 0 0 0,22 0 0 0 0,-31 1-162 0 0,0 1 1 0 0,1-1-1 0 0,-1 1 1 0 0,0-1-1 0 0,0 1 0 0 0,0 0 1 0 0,0 1-1 0 0,0-1 1 0 0,0 1-1 0 0,0-1 1 0 0,0 1-1 0 0,0 1 1 0 0,-1-1-1 0 0,1 0 1 0 0,-1 1-1 0 0,0 0 1 0 0,0-1-1 0 0,0 1 0 0 0,0 1 1 0 0,0-1-1 0 0,0 0 1 0 0,-1 1-1 0 0,0-1 1 0 0,0 1-1 0 0,0 0 1 0 0,0 0-1 0 0,0 0 1 0 0,-1 0-1 0 0,2 6 1 0 0,-1 2 27 0 0,-1 0 1 0 0,-1 0 0 0 0,0 0-1 0 0,0 0 1 0 0,-1 0 0 0 0,-1-1-1 0 0,0 1 1 0 0,-1 0 0 0 0,0-1-1 0 0,-1 1 1 0 0,-7 15 0 0 0,8-19-11 0 0,-1 0 1 0 0,-1 1 0 0 0,0-2 0 0 0,0 1 0 0 0,0 0 0 0 0,-1-1-1 0 0,0 0 1 0 0,-1-1 0 0 0,1 1 0 0 0,-12 7 0 0 0,5-5 25 0 0,-1 0 1 0 0,0-1-1 0 0,-1 0 1 0 0,-30 11-1 0 0,18-10-90 0 0,21-8-55 0 0,19-6 12 0 0,7 0 57 0 0,-1 1-1 0 0,1 1 0 0 0,0 0 0 0 0,0 2 1 0 0,32 1-1 0 0,-34 0 10 0 0,-16 0 5 0 0,0 1 1 0 0,1-1-1 0 0,-1 1 0 0 0,0-1 1 0 0,1 1-1 0 0,-1 0 1 0 0,0 0-1 0 0,0 0 1 0 0,0 0-1 0 0,0 0 1 0 0,0 0-1 0 0,0 1 1 0 0,0-1-1 0 0,0 0 1 0 0,0 1-1 0 0,0 0 1 0 0,-1-1-1 0 0,1 1 0 0 0,-1 0 1 0 0,1 0-1 0 0,-1 0 1 0 0,0 0-1 0 0,0 0 1 0 0,0 0-1 0 0,0 1 1 0 0,0-1-1 0 0,0 0 1 0 0,-1 0-1 0 0,1 1 1 0 0,-1-1-1 0 0,1 0 0 0 0,-1 1 1 0 0,0-1-1 0 0,0 1 1 0 0,0-1-1 0 0,0 0 1 0 0,0 1-1 0 0,-1-1 1 0 0,1 0-1 0 0,-2 4 1 0 0,-4 18 38 0 0,-1-1 0 0 0,-1 1 0 0 0,-14 26 0 0 0,18-42-28 0 0,-1 0 0 0 0,0-1 0 0 0,0 1 0 0 0,-1-1 0 0 0,0 0 0 0 0,0 0 0 0 0,0-1 0 0 0,-1 0 0 0 0,0 0 0 0 0,0 0 0 0 0,-1-1 0 0 0,0 0 0 0 0,0-1 0 0 0,0 0 0 0 0,0 0 0 0 0,-1 0 0 0 0,1-1 0 0 0,-1-1 0 0 0,-15 4 0 0 0,0 0 2 0 0,-1-1 0 0 0,1-1 1 0 0,-1-1-1 0 0,0-1 0 0 0,0-1 0 0 0,-47-5 1 0 0,69 3-45 0 0,-1 1-1 0 0,0-1 1 0 0,0 0 0 0 0,1 0 0 0 0,-1 0 0 0 0,0-1 0 0 0,1 1-1 0 0,-1-1 1 0 0,1 0 0 0 0,-1 0 0 0 0,-5-4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0.9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 96 36 0 0,'3'-3'325'0'0,"1"0"-1"0"0,-1 0 1 0 0,0-1-1 0 0,-1 1 1 0 0,1-1-1 0 0,-1 1 1 0 0,1-1-1 0 0,-1 0 1 0 0,0 0-1 0 0,0 0 1 0 0,-1 0-1 0 0,1-1 1 0 0,15-43 8386 0 0,-17 49-8656 0 0,1-1 0 0 0,-1 1 0 0 0,0-1-1 0 0,0 1 1 0 0,0-1 0 0 0,0 1 0 0 0,0-1-1 0 0,1 1 1 0 0,-1-1 0 0 0,0 1-1 0 0,0-1 1 0 0,0 0 0 0 0,0 1 0 0 0,0-1-1 0 0,-1 1 1 0 0,1-1 0 0 0,0 1 0 0 0,0-1-1 0 0,0 1 1 0 0,0-1 0 0 0,0 1 0 0 0,-1 0-1 0 0,-2 11 13 0 0,0 0-1 0 0,1 1 0 0 0,0-1 1 0 0,1 1-1 0 0,0 14 0 0 0,-3 30 19 0 0,-8 29 35 0 0,-3 141-1 0 0,13-198-104 0 0,0-1-1 0 0,-8 29 0 0 0,0 5-40 0 0,7-41 37 0 0,1-7-15 0 0,1 0 1 0 0,-1 19-1 0 0,31-36-52 0 0,-25 1 41 0 0,0 1 0 0 0,0-1-1 0 0,0 1 1 0 0,0 0 0 0 0,0 0 0 0 0,0 0-1 0 0,5 0 1 0 0,-9 1-8 0 0,4-4 79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4.0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336 341 48 0 0,'1'0'84'0'0,"0"0"1"0"0,0 0-1 0 0,-1 0 1 0 0,1 0-1 0 0,0 0 1 0 0,0 0-1 0 0,-1 0 1 0 0,1 0-1 0 0,0 0 1 0 0,0-1-1 0 0,-1 1 1 0 0,1 0-1 0 0,0 0 1 0 0,-1-1-1 0 0,1 1 1 0 0,0-1-1 0 0,-1 1 1 0 0,1 0-1 0 0,-1-1 1 0 0,1 1-1 0 0,2-4 659 0 0,-3 4-727 0 0,0 0 0 0 0,0 1 0 0 0,1-1 1 0 0,-1 0-1 0 0,0 0 0 0 0,1 0 0 0 0,-1 0 0 0 0,0 0 0 0 0,0 0 1 0 0,1 0-1 0 0,-1 0 0 0 0,0 0 0 0 0,1 0 0 0 0,-1 0 1 0 0,0 0-1 0 0,1 0 0 0 0,-1-1 0 0 0,0 1 0 0 0,0 0 0 0 0,1 0 1 0 0,-1 0-1 0 0,0 0 0 0 0,0 0 0 0 0,1-1 0 0 0,-1 1 1 0 0,0 0-1 0 0,0 0 0 0 0,1 0 0 0 0,-1-1 0 0 0,0 1 0 0 0,0 0 1 0 0,0 0-1 0 0,1-1 0 0 0,-1 1 0 0 0,0 0 0 0 0,0 0 0 0 0,0-1 1 0 0,0 1-1 0 0,0 0 0 0 0,0-1 0 0 0,0 1 0 0 0,0-1 1 0 0,5-18 576 0 0,-2 3-134 0 0,-1 13-396 0 0,-1 0 0 0 0,0-1 1 0 0,0 1-1 0 0,0-1 0 0 0,-1 1 0 0 0,1-1 0 0 0,-1 1 0 0 0,0-1 0 0 0,0 1 1 0 0,0-1-1 0 0,0 1 0 0 0,-1-1 0 0 0,1 1 0 0 0,-1 0 0 0 0,0-1 0 0 0,0 1 1 0 0,0 0-1 0 0,0-1 0 0 0,-1 1 0 0 0,1 0 0 0 0,-1 0 0 0 0,0 0 1 0 0,0 0-1 0 0,0 0 0 0 0,0 1 0 0 0,-1-1 0 0 0,1 1 0 0 0,-1-1 0 0 0,1 1 1 0 0,-1 0-1 0 0,0 0 0 0 0,0 0 0 0 0,0 0 0 0 0,0 0 0 0 0,0 1 0 0 0,-1 0 1 0 0,1-1-1 0 0,-5 0 0 0 0,-2 1 9 0 0,-1 0 0 0 0,0 0 0 0 0,1 1-1 0 0,-1 0 1 0 0,0 1 0 0 0,0 0 0 0 0,1 1 0 0 0,-1 0 0 0 0,1 1 0 0 0,0 0 0 0 0,-1 1-1 0 0,1 0 1 0 0,1 0 0 0 0,-1 1 0 0 0,1 0 0 0 0,0 1 0 0 0,0 0 0 0 0,0 1-1 0 0,1 0 1 0 0,0 0 0 0 0,0 0 0 0 0,1 1 0 0 0,0 0 0 0 0,0 1 0 0 0,1 0 0 0 0,0 0-1 0 0,1 0 1 0 0,-6 13 0 0 0,2-2-54 0 0,2 1-1 0 0,0 0 1 0 0,2 0-1 0 0,0 1 0 0 0,1-1 1 0 0,2 1-1 0 0,0 0 1 0 0,2 34-1 0 0,2-25 46 0 0,1-1 0 0 0,2 1-1 0 0,1-1 1 0 0,2 0 0 0 0,17 44 0 0 0,-8-29 63 0 0,29 53 1 0 0,-38-85-86 0 0,0 0 1 0 0,0 0-1 0 0,2-1 0 0 0,-1 0 1 0 0,2 0-1 0 0,-1-1 0 0 0,2-1 1 0 0,12 11-1 0 0,-17-17-16 0 0,0 0 1 0 0,0 0-1 0 0,0-1 0 0 0,0 1 1 0 0,1-2-1 0 0,-1 1 0 0 0,1-1 1 0 0,-1 0-1 0 0,1-1 1 0 0,0 1-1 0 0,0-2 0 0 0,0 1 1 0 0,0-1-1 0 0,10-1 0 0 0,-8 0 22 0 0,1-1-1 0 0,-1 0 0 0 0,1 0 0 0 0,-1-1 1 0 0,0-1-1 0 0,0 0 0 0 0,-1 0 1 0 0,1 0-1 0 0,-1-2 0 0 0,11-6 0 0 0,-9 3-1 0 0,1-1 1 0 0,-2 0-1 0 0,0-1 0 0 0,0 0 0 0 0,-1-1 0 0 0,0 1 0 0 0,-1-2 0 0 0,0 1 0 0 0,-1-1 0 0 0,6-15 0 0 0,5-18 49 0 0,20-80 0 0 0,-23 69 515 0 0,-3-2 0 0 0,-2 1-1 0 0,4-112 1 0 0,-14 158-564 0 0,-1 0 0 0 0,0-1-1 0 0,-1 1 1 0 0,0 0-1 0 0,-1 0 1 0 0,-1 0 0 0 0,0 1-1 0 0,0-1 1 0 0,-1 1-1 0 0,-8-14 1 0 0,4 11-32 0 0,-1 0-1 0 0,0 1 0 0 0,-1 0 1 0 0,0 1-1 0 0,-1 0 1 0 0,-26-21-1 0 0,13 15-4 0 0,0 0 0 0 0,-1 2-1 0 0,-42-21 1 0 0,58 32-21 0 0,0 1 1 0 0,-1 1-1 0 0,1 0 0 0 0,-1 0 0 0 0,0 1 1 0 0,1 0-1 0 0,-1 1 0 0 0,0 0 1 0 0,0 0-1 0 0,0 2 0 0 0,0-1 0 0 0,0 1 1 0 0,-14 4-1 0 0,7-1-311 0 0,1 2 0 0 0,0 0 0 0 0,0 1 0 0 0,0 1 0 0 0,1 0 0 0 0,-21 15-1 0 0,29-17-253 0 0,0 0 0 0 0,1 0 0 0 0,0 1 0 0 0,0 0 0 0 0,0 0 0 0 0,1 0 0 0 0,0 1 0 0 0,1 0 0 0 0,-1 0 0 0 0,2 1 0 0 0,-1 0 0 0 0,1-1 0 0 0,-5 16 0 0 0,8-20 312 0 0,1-1-1 0 0,-1 1 1 0 0,1 0-1 0 0,-1-1 1 0 0,1 1-1 0 0,0 0 1 0 0,1 0 0 0 0,-1-1-1 0 0,2 5 1 0 0,3 13-827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4.7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421 234 320 0 0,'-4'0'270'0'0,"1"0"-1"0"0,-1 0 1 0 0,0-1 0 0 0,0 0-1 0 0,0 0 1 0 0,-5-2 0 0 0,-17-10 771 0 0,10 2-748 0 0,4 3-308 0 0,5 3 44 0 0,0-1 0 0 0,0 0 0 0 0,1 0-1 0 0,0 0 1 0 0,0-1 0 0 0,0 0 0 0 0,1 0 0 0 0,0 0 0 0 0,0-1 0 0 0,1 0 0 0 0,0 0-1 0 0,0 0 1 0 0,1 0 0 0 0,0-1 0 0 0,0 1 0 0 0,1-1 0 0 0,0 0 0 0 0,1 0 0 0 0,-1-14-1 0 0,2 21-19 0 0,0 1 0 0 0,0 0 0 0 0,0 0 0 0 0,0 0 0 0 0,0-1 0 0 0,1 1 0 0 0,-1 0 0 0 0,0 0 0 0 0,1 0 0 0 0,-1 0 0 0 0,1-1 0 0 0,-1 1 0 0 0,1 0 0 0 0,-1 0 0 0 0,1 0 0 0 0,0 0 0 0 0,-1 0 0 0 0,1 0 0 0 0,0 1 0 0 0,0-1 0 0 0,0 0 0 0 0,2-1 0 0 0,-1 1-7 0 0,0 0 0 0 0,0 0 1 0 0,0 1-1 0 0,0-1 0 0 0,0 1 0 0 0,0-1 0 0 0,0 1 0 0 0,0 0 0 0 0,0 0 0 0 0,0-1 1 0 0,0 2-1 0 0,4-1 0 0 0,-2 1-4 0 0,-1-1 0 0 0,1 1 1 0 0,0 0-1 0 0,0 0 0 0 0,0 0 1 0 0,-1 1-1 0 0,1-1 0 0 0,0 1 0 0 0,-1 0 1 0 0,0 0-1 0 0,1 0 0 0 0,-1 1 1 0 0,0-1-1 0 0,4 5 0 0 0,-2-1 20 0 0,0 1-1 0 0,-1 0 0 0 0,0 0 1 0 0,0 0-1 0 0,3 11 1 0 0,-6-15 9 0 0,0 1 1 0 0,0 0 0 0 0,0 0-1 0 0,-1 0 1 0 0,1 0-1 0 0,-1 0 1 0 0,0 0 0 0 0,0 0-1 0 0,-1 0 1 0 0,1-1 0 0 0,-1 1-1 0 0,0 0 1 0 0,-1 4-1 0 0,-4 6 87 0 0,0 0 0 0 0,0 0-1 0 0,-2 0 1 0 0,1-1 0 0 0,-2-1-1 0 0,0 1 1 0 0,0-1 0 0 0,-18 16-1 0 0,-9 6 131 0 0,-52 36-1 0 0,84-66-222 0 0,-66 40 598 0 0,49-32-335 0 0,1 1 1 0 0,-29 23-1 0 0,49-36-283 0 0,0 1 1 0 0,0-1-1 0 0,0 0 0 0 0,0 0 0 0 0,0 0 0 0 0,0 0 0 0 0,0 0 0 0 0,0 0 0 0 0,0 0 0 0 0,-1 0 0 0 0,1 1 0 0 0,0-1 0 0 0,0 0 0 0 0,0 0 1 0 0,0 0-1 0 0,0 0 0 0 0,0 0 0 0 0,0 0 0 0 0,0 1 0 0 0,0-1 0 0 0,0 0 0 0 0,0 0 0 0 0,0 0 0 0 0,0 0 0 0 0,0 0 0 0 0,0 0 0 0 0,0 0 1 0 0,1 1-1 0 0,-1-1 0 0 0,0 0 0 0 0,0 0 0 0 0,0 0 0 0 0,0 0 0 0 0,0 0 0 0 0,0 0 0 0 0,0 0 0 0 0,0 0 0 0 0,0 1 0 0 0,0-1 0 0 0,0 0 1 0 0,1 0-1 0 0,-1 0 0 0 0,0 0 0 0 0,0 0 0 0 0,0 0 0 0 0,0 0 0 0 0,0 0 0 0 0,0 0 0 0 0,0 0 0 0 0,1 0 0 0 0,-1 0 0 0 0,0 0 0 0 0,0 0 1 0 0,0 0-1 0 0,0 0 0 0 0,0 0 0 0 0,0 0 0 0 0,0 0 0 0 0,1 0 0 0 0,-1 0 0 0 0,16 2 151 0 0,26-1 142 0 0,-36-1-274 0 0,229-12 100 0 0,-108 4-170 0 0,73 2-2579 0 0,-184 3 689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6.6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 57 604 0 0,'7'-23'1375'0'0,"4"-10"263"0"0,-16 40-1248 0 0,-6 14 173 0 0,5-1-147 0 0,0 1-1 0 0,1 0 1 0 0,2 0 0 0 0,-3 36 0 0 0,6 92 67 0 0,1-70-219 0 0,-1-43-5 0 0,0 12 112 0 0,8 81 0 0 0,-4-72 2234 0 0,4-57-824 0 0,-8 0-1794 0 0,0 2 10 0 0,1-1 128 0 0,-1-1-105 0 0,0 0-1 0 0,0 1 1 0 0,0-1-1 0 0,0 0 1 0 0,0 0-1 0 0,0 0 1 0 0,1 0-1 0 0,-1 0 1 0 0,0 1-1 0 0,0-1 0 0 0,0 0 1 0 0,0 0-1 0 0,0 0 1 0 0,0 0-1 0 0,0 1 1 0 0,0-1-1 0 0,0 0 1 0 0,0 0-1 0 0,0 0 1 0 0,0 0-1 0 0,0 1 1 0 0,0-1-1 0 0,0 0 1 0 0,0 0-1 0 0,0 0 1 0 0,0 0-1 0 0,0 1 1 0 0,0-1-1 0 0,0 0 1 0 0,-1 0-1 0 0,1 0 0 0 0,0 0 1 0 0,0 1-1 0 0,0-1 1 0 0,0 0-1 0 0,0 0 1 0 0,0 0-1 0 0,0 0 1 0 0,-1 0-1 0 0,1 0 1 0 0,0 0-1 0 0,0 1 1 0 0,0-1-1 0 0,0 0 1 0 0,0 0-1 0 0,-1 0 1 0 0,1 0-1 0 0,0 0 1 0 0,0 0-1 0 0,0 0 1 0 0,0 0-1 0 0,-1 0 0 0 0,1 0 1 0 0,-1 0 56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8.9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353 237 156 0 0,'3'-47'3279'0'0,"-35"48"-1152"0"0,-13 6 550 0 0,16 4-1208 0 0,11 2-619 0 0,1-1-547 0 0,1 1-1 0 0,0 1 1 0 0,1 0-1 0 0,1 1 1 0 0,0 1-1 0 0,1 0 0 0 0,0 1 1 0 0,2 0-1 0 0,0 1 1 0 0,-10 22-1 0 0,7-2-244 0 0,1 0 0 0 0,1 1 0 0 0,3 1 0 0 0,1-1 0 0 0,-4 64 0 0 0,10-46-52 0 0,2 0-1 0 0,2 1 1 0 0,14 74-1 0 0,-12-110-3 0 0,1-1-1 0 0,0 1 1 0 0,2-1-1 0 0,1-1 1 0 0,0 1-1 0 0,2-1 1 0 0,0-1-1 0 0,1 0 1 0 0,1 0-1 0 0,23 27 1 0 0,-28-38 1 0 0,0 0-1 0 0,1-1 1 0 0,0 0 0 0 0,0 0-1 0 0,0-1 1 0 0,1 0 0 0 0,0 0-1 0 0,0-1 1 0 0,1 0 0 0 0,-1-1 0 0 0,1 0-1 0 0,0 0 1 0 0,0-1 0 0 0,0 0-1 0 0,1-1 1 0 0,-1 0 0 0 0,1-1-1 0 0,-1 0 1 0 0,1-1 0 0 0,-1 0 0 0 0,1 0-1 0 0,0-1 1 0 0,20-5 0 0 0,-15 1-5 0 0,1 0 0 0 0,-1-1 1 0 0,1 0-1 0 0,-2-2 1 0 0,1 0-1 0 0,-1-1 0 0 0,0 0 1 0 0,-1-1-1 0 0,0-1 1 0 0,19-18-1 0 0,-17 12 10 0 0,-1-1 0 0 0,-1 0 0 0 0,-1 0 1 0 0,-1-2-1 0 0,0 1 0 0 0,-1-2 0 0 0,10-28 0 0 0,-7 9 3 0 0,-2 0-1 0 0,-2-1 1 0 0,-2-1-1 0 0,-1 1 1 0 0,-3-1 0 0 0,-1 0-1 0 0,-2 0 1 0 0,-6-59-1 0 0,0 48-4 0 0,-3 1-1 0 0,-2 0 1 0 0,-2 0 0 0 0,-2 1-1 0 0,-3 1 1 0 0,-2 0-1 0 0,-36-68 1 0 0,48 105-6 0 0,-1 1 1 0 0,0 0-1 0 0,-1 1 0 0 0,0 0 0 0 0,0 0 1 0 0,-1 1-1 0 0,-1 0 0 0 0,0 0 1 0 0,0 2-1 0 0,-23-15 0 0 0,28 20 0 0 0,0 0-1 0 0,-1 0 1 0 0,1 1-1 0 0,-1-1 0 0 0,1 2 1 0 0,-1-1-1 0 0,1 1 1 0 0,-1 0-1 0 0,0 0 1 0 0,0 0-1 0 0,0 1 1 0 0,1 0-1 0 0,-1 1 0 0 0,0 0 1 0 0,0 0-1 0 0,0 0 1 0 0,1 1-1 0 0,-1-1 1 0 0,1 2-1 0 0,-1-1 1 0 0,1 1-1 0 0,0 0 0 0 0,0 0 1 0 0,-9 7-1 0 0,-4 5-278 0 0,0 0-1 0 0,2 2 0 0 0,0 0 0 0 0,0 0 1 0 0,2 2-1 0 0,0 0 0 0 0,2 0 0 0 0,0 2 0 0 0,-14 29 1 0 0,22-41-235 0 0,1 2 0 0 0,1-1 0 0 0,0 0 1 0 0,0 1-1 0 0,1 0 0 0 0,1-1 0 0 0,-1 1 0 0 0,2 0 1 0 0,0 20-1 0 0,2-16-200 0 0,0-1 0 0 0,1 1 0 0 0,1-1 0 0 0,0 0 0 0 0,1 0 0 0 0,12 23 0 0 0,-5-11-250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29.8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157 232 508 0 0,'-3'1'264'0'0,"-1"0"-1"0"0,1 0 1 0 0,-1 0 0 0 0,0 0-1 0 0,1-1 1 0 0,-1 0-1 0 0,0 0 1 0 0,0 0 0 0 0,1 0-1 0 0,-7-1 1 0 0,-4 0 216 0 0,13 1-495 0 0,-8 0 425 0 0,1 0-1 0 0,-1 0 1 0 0,0-1 0 0 0,1 0 0 0 0,-13-4 0 0 0,19 4-324 0 0,0 1 0 0 0,1-1 0 0 0,-1 0 0 0 0,0 0 0 0 0,0 0 0 0 0,1 0 1 0 0,-1 0-1 0 0,1 0 0 0 0,-1 0 0 0 0,1-1 0 0 0,-1 1 0 0 0,1-1 0 0 0,0 1 0 0 0,0-1 0 0 0,-1 1 0 0 0,1-1 0 0 0,0 0 0 0 0,1 1 0 0 0,-1-1 0 0 0,0 0 1 0 0,0 0-1 0 0,1 0 0 0 0,-1 0 0 0 0,1 0 0 0 0,0 0 0 0 0,-1 1 0 0 0,1-1 0 0 0,0 0 0 0 0,0-3 0 0 0,0-1-23 0 0,1 0 0 0 0,-1 0 0 0 0,1 0-1 0 0,0 0 1 0 0,0 1 0 0 0,1-1 0 0 0,0 0 0 0 0,0 0-1 0 0,0 1 1 0 0,1 0 0 0 0,0-1 0 0 0,0 1 0 0 0,6-8-1 0 0,-3 6 107 0 0,0 1-1 0 0,0 0 1 0 0,1 0-1 0 0,0 0 0 0 0,0 1 1 0 0,0 0-1 0 0,1 0 0 0 0,12-5 1 0 0,-2 3 105 0 0,1 0 0 0 0,0 1 0 0 0,1 1 0 0 0,-1 1 0 0 0,1 1 0 0 0,0 0 0 0 0,30 1 0 0 0,-43 2-241 0 0,1 0 0 0 0,-1 0 0 0 0,1 1 0 0 0,-1 0 0 0 0,1 1 0 0 0,-1 0 0 0 0,0 0 0 0 0,0 0 0 0 0,0 1 0 0 0,0 0 0 0 0,11 6 0 0 0,-14-5-22 0 0,0-1 1 0 0,0 0-1 0 0,0 1 0 0 0,-1 0 0 0 0,1 0 0 0 0,-1 0 0 0 0,0 0 0 0 0,0 0 1 0 0,0 1-1 0 0,-1-1 0 0 0,1 1 0 0 0,-1 0 0 0 0,0 0 0 0 0,0 0 1 0 0,-1 0-1 0 0,0 0 0 0 0,1 7 0 0 0,0-1 6 0 0,-2 0 0 0 0,0 0 0 0 0,0 0 0 0 0,-1 0-1 0 0,0 0 1 0 0,-1 0 0 0 0,0 0 0 0 0,-1-1 0 0 0,0 1 0 0 0,0-1 0 0 0,-1 0 0 0 0,-1 0 0 0 0,0 0 0 0 0,0 0 0 0 0,-1-1-1 0 0,0 0 1 0 0,-14 15 0 0 0,-2 0 41 0 0,0 0-1 0 0,-2-2 0 0 0,-1-1 0 0 0,-50 31 1 0 0,-93 52 138 0 0,164-102-195 0 0,-16 12 27 0 0,20-13-27 0 0,0-1 0 0 0,0 0-1 0 0,0 0 1 0 0,0 0 0 0 0,0 0-1 0 0,0 0 1 0 0,0 0 0 0 0,0 1-1 0 0,0-1 1 0 0,0 0 0 0 0,0 0-1 0 0,0 0 1 0 0,0 0 0 0 0,0 0-1 0 0,0 0 1 0 0,0 1 0 0 0,0-1-1 0 0,0 0 1 0 0,0 0 0 0 0,0 0-1 0 0,0 0 1 0 0,0 0 0 0 0,0 0-1 0 0,0 1 1 0 0,0-1 0 0 0,0 0-1 0 0,0 0 1 0 0,1 0 0 0 0,-1 0-1 0 0,0 0 1 0 0,0 0 0 0 0,0 0-1 0 0,0 0 1 0 0,0 1 0 0 0,0-1-1 0 0,0 0 1 0 0,0 0 0 0 0,1 0-1 0 0,-1 0 1 0 0,0 0 0 0 0,0 0-1 0 0,0 0 1 0 0,0 0 0 0 0,0 0-1 0 0,0 0 1 0 0,1 0 0 0 0,16 2 44 0 0,37-5 5 0 0,56-9 1 0 0,-46 3-36 0 0,306-38-109 0 0,-269 38-734 0 0,-44 4-2539 0 0,-52 5 2914 0 0,1 0-391 0 0,0-1 1 0 0,1 1-1 0 0,-1-1 0 0 0,0-1 0 0 0,0 1 0 0 0,0-1 0 0 0,0 0 0 0 0,0 0 0 0 0,9-5 0 0 0,-5-1-362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30.5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98 224 656 0 0,'-69'-69'4465'0'0,"68"67"-4341"0"0,-3-3 174 0 0,0 0 0 0 0,0 0 0 0 0,1 0 0 0 0,0 0 0 0 0,-4-9 0 0 0,6 12-253 0 0,1 0 0 0 0,-1 0 0 0 0,1 1-1 0 0,0-1 1 0 0,-1 0 0 0 0,1 0 0 0 0,0 1 0 0 0,0-1 0 0 0,0 0 0 0 0,0 0 0 0 0,1 0 0 0 0,-1 1 0 0 0,0-1 0 0 0,1 0 0 0 0,-1 1 0 0 0,1-1 0 0 0,0 0 0 0 0,0 1 0 0 0,-1-1 0 0 0,1 1 0 0 0,0-1 0 0 0,0 1 0 0 0,0-1 0 0 0,3-2 0 0 0,3-2 286 0 0,0-1 0 0 0,1 1 1 0 0,-1 0-1 0 0,1 1 1 0 0,1 0-1 0 0,-1 0 0 0 0,1 1 1 0 0,0 0-1 0 0,0 0 0 0 0,0 1 1 0 0,0 0-1 0 0,12-1 0 0 0,-7 1-131 0 0,-1 2 0 0 0,1 0 0 0 0,-1 0 0 0 0,1 1 0 0 0,-1 0 0 0 0,1 2 0 0 0,-1-1 0 0 0,18 6 0 0 0,-26-6-189 0 0,-1 0 1 0 0,0 1-1 0 0,1 0 0 0 0,-1 0 0 0 0,0 0 1 0 0,0 0-1 0 0,0 0 0 0 0,-1 1 0 0 0,1 0 1 0 0,-1 0-1 0 0,1 0 0 0 0,-1 0 1 0 0,0 0-1 0 0,0 1 0 0 0,0-1 0 0 0,-1 1 1 0 0,1 0-1 0 0,-1 0 0 0 0,0 0 1 0 0,3 7-1 0 0,-3-4 2 0 0,0 0 0 0 0,-1 0 0 0 0,1 0 0 0 0,-1 1 0 0 0,-1-1 0 0 0,0 0 0 0 0,0 0 0 0 0,0 1-1 0 0,-1-1 1 0 0,0 0 0 0 0,0 0 0 0 0,-3 10 0 0 0,-1-2 18 0 0,0 0-1 0 0,0-1 0 0 0,-2 1 0 0 0,0-2 0 0 0,0 1 0 0 0,-1-1 1 0 0,-1 0-1 0 0,0 0 0 0 0,-1-1 0 0 0,-21 21 0 0 0,-58 59 333 0 0,89-92-364 0 0,-1 1 1 0 0,1-1-1 0 0,-1 0 1 0 0,1 0-1 0 0,0 1 0 0 0,-1-1 1 0 0,1 0-1 0 0,-1 0 1 0 0,1 1-1 0 0,0-1 0 0 0,-1 0 1 0 0,1 1-1 0 0,0-1 0 0 0,-1 0 1 0 0,1 1-1 0 0,0-1 1 0 0,0 1-1 0 0,-1-1 0 0 0,1 1 1 0 0,0-1-1 0 0,0 1 0 0 0,0-1 1 0 0,0 0-1 0 0,0 1 1 0 0,0-1-1 0 0,-1 1 0 0 0,1-1 1 0 0,0 1-1 0 0,0-1 1 0 0,0 1-1 0 0,1-1 0 0 0,-1 1 1 0 0,0-1-1 0 0,0 1 0 0 0,1 0 4 0 0,0-1-1 0 0,0 1 1 0 0,0-1-1 0 0,1 0 0 0 0,-1 1 1 0 0,0-1-1 0 0,0 0 0 0 0,0 0 1 0 0,1 0-1 0 0,-1 0 0 0 0,0 0 1 0 0,2-1-1 0 0,41-7 61 0 0,308-87-2 0 0,-321 88-69 0 0,40-3-1 0 0,-2 6-53 0 0,-47 2 542 0 0,-21 1-796 0 0,1 1-1 0 0,-1 0 1 0 0,15-12-3167 0 0,-14-32-5787 0 0,-6 31 7774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32.8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428 443 480 0 0,'7'-13'1732'0'0,"-2"5"-1311"0"0,11 0 44 0 0,-15 7-397 0 0,0 1 0 0 0,0 0 1 0 0,1-1-1 0 0,-1 1 0 0 0,0-1 0 0 0,0 1 0 0 0,0-1 0 0 0,0 1 0 0 0,0-1 0 0 0,0 0 0 0 0,0 1 0 0 0,-1-1 1 0 0,1 0-1 0 0,0 0 0 0 0,0 0 0 0 0,0 0 0 0 0,-1 0 0 0 0,1 0 0 0 0,-1 0 0 0 0,2-2 0 0 0,36-89 753 0 0,-28 67-308 0 0,-8 21-379 0 0,0 0 0 0 0,-1 0 0 0 0,1 0 0 0 0,-1 0 1 0 0,0 0-1 0 0,0 0 0 0 0,0 0 0 0 0,0-6 0 0 0,-1 7-50 0 0,-1 1-1 0 0,1-1 1 0 0,-1 0-1 0 0,0 1 1 0 0,0-1-1 0 0,-1 1 1 0 0,1-1-1 0 0,0 1 1 0 0,-1 0-1 0 0,-2-4 1 0 0,-22-24 317 0 0,23 26-276 0 0,-2-3 98 0 0,-1 1-1 0 0,1 1 1 0 0,-1-1 0 0 0,0 1-1 0 0,0 0 1 0 0,-1 0-1 0 0,1 1 1 0 0,-15-7 0 0 0,8 5 139 0 0,2 2-99 0 0,0-1 0 0 0,1 2 0 0 0,-2-1 0 0 0,1 2 0 0 0,0-1 0 0 0,0 2 0 0 0,-19-2 1 0 0,23 4-216 0 0,1-1 0 0 0,-1 1 0 0 0,1 1 0 0 0,-1-1 1 0 0,1 1-1 0 0,0 0 0 0 0,0 1 0 0 0,0-1 0 0 0,0 1 1 0 0,0 1-1 0 0,1-1 0 0 0,-1 1 0 0 0,1-1 1 0 0,0 2-1 0 0,0-1 0 0 0,1 0 0 0 0,-1 1 0 0 0,1 0 1 0 0,-4 6-1 0 0,-9 12-15 0 0,1 2 0 0 0,1 0 0 0 0,-11 27 0 0 0,8-16 65 0 0,1 0-57 0 0,1 0-1 0 0,2 1 0 0 0,2 0 1 0 0,1 1-1 0 0,-10 71 0 0 0,17-71-29 0 0,3 0 0 0 0,1 0-1 0 0,1 0 1 0 0,3-1 0 0 0,10 51-1 0 0,-10-70 4 0 0,0-1 0 0 0,2 0-1 0 0,0 0 1 0 0,0 0 0 0 0,2-1-1 0 0,0 0 1 0 0,1-1 0 0 0,0 0-1 0 0,1 0 1 0 0,22 24 0 0 0,-26-32-13 0 0,0-1 1 0 0,1-1 0 0 0,-1 1-1 0 0,1-1 1 0 0,0 0 0 0 0,1-1-1 0 0,-1 0 1 0 0,1 0-1 0 0,0 0 1 0 0,0-1 0 0 0,0 0-1 0 0,0-1 1 0 0,1 0 0 0 0,-1 0-1 0 0,1-1 1 0 0,-1 0 0 0 0,1 0-1 0 0,-1-1 1 0 0,1 0-1 0 0,0 0 1 0 0,-1-1 0 0 0,1-1-1 0 0,-1 1 1 0 0,10-4 0 0 0,-1-1 4 0 0,-2 0 0 0 0,1-1 0 0 0,-1-1 0 0 0,0 0 0 0 0,0-1 1 0 0,24-20-1 0 0,-14 7 7 0 0,-1-1 1 0 0,35-42 0 0 0,-41 42-11 0 0,-2-1 0 0 0,0-1 1 0 0,-1-1-1 0 0,-2 0 0 0 0,-1-1 1 0 0,18-56-1 0 0,-21 49 4 0 0,-1-1-1 0 0,-1 0 0 0 0,-2-1 1 0 0,-2 0-1 0 0,-1-48 1 0 0,-4 41-6 0 0,-1 1 0 0 0,-3-1 1 0 0,-14-58-1 0 0,16 86 7 0 0,-1 0-1 0 0,0 0 1 0 0,-1 0-1 0 0,-1 0 1 0 0,-1 1 0 0 0,0 0-1 0 0,0 1 1 0 0,-1 0-1 0 0,-1 0 1 0 0,0 1 0 0 0,-1 0-1 0 0,-16-13 1 0 0,20 19-46 0 0,-1 1-1 0 0,0 0 1 0 0,0 1 0 0 0,-1-1 0 0 0,1 2 0 0 0,-1-1-1 0 0,0 1 1 0 0,-14-2 0 0 0,17 3-136 0 0,-1 1 1 0 0,0 0 0 0 0,0 1-1 0 0,0-1 1 0 0,0 1-1 0 0,0 1 1 0 0,0-1 0 0 0,0 1-1 0 0,0 0 1 0 0,0 1-1 0 0,0 0 1 0 0,-6 3-1 0 0,10-4-94 0 0,0 0-1 0 0,1 1 0 0 0,-1 0 0 0 0,1-1 0 0 0,-1 1 0 0 0,1 0 0 0 0,0 0 1 0 0,0 1-1 0 0,0-1 0 0 0,0 0 0 0 0,0 1 0 0 0,0-1 0 0 0,1 1 0 0 0,-1-1 1 0 0,1 1-1 0 0,0 0 0 0 0,0 0 0 0 0,-2 5 0 0 0,2-2-330 0 0,0 0 0 0 0,0 0 0 0 0,0 1 0 0 0,1-1 0 0 0,0 0-1 0 0,0 0 1 0 0,1 1 0 0 0,1 6 0 0 0,1 2-509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33.4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 37 616 0 0,'-6'-13'1532'0'0,"-14"-10"3229"0"0,9 47-4016 0 0,7-17-656 0 0,1 1-1 0 0,0-1 1 0 0,0 1-1 0 0,1 0 1 0 0,0 0 0 0 0,1 0-1 0 0,-1 13 1 0 0,1 62 530 0 0,2-44-307 0 0,3 58 67 0 0,4 1 1 0 0,29 136 0 0 0,-31-211-960 0 0,0 0 0 0 0,19 42 0 0 0,-25-65 457 0 0,0 1 0 0 0,1 0 0 0 0,-1 0 0 0 0,0 0 0 0 0,1-1 0 0 0,-1 1 0 0 0,1 0 0 0 0,-1-1 0 0 0,1 1 0 0 0,-1 0 0 0 0,1-1 0 0 0,-1 1 0 0 0,1-1 0 0 0,0 1 0 0 0,-1-1 0 0 0,1 1 0 0 0,1 0 0 0 0,15-22-4292 0 0,-15 17 3986 0 0,0-4 0 0 0,1-2-345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33.8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30 628 0 0,'1'-2'173'0'0,"0"-1"0"0"0,1 2 0 0 0,-1-1 0 0 0,0 0-1 0 0,1 0 1 0 0,-1 0 0 0 0,1 0 0 0 0,0 1 0 0 0,-1-1 0 0 0,1 1 0 0 0,0-1 0 0 0,0 1-1 0 0,0 0 1 0 0,0 0 0 0 0,0 0 0 0 0,1 0 0 0 0,3-1 0 0 0,-5 2-110 0 0,0 0 0 0 0,0 0 1 0 0,0 0-1 0 0,-1 0 0 0 0,1 0 1 0 0,0 0-1 0 0,0 0 0 0 0,0 0 1 0 0,0 0-1 0 0,0 1 0 0 0,-1-1 1 0 0,1 0-1 0 0,0 1 0 0 0,0-1 1 0 0,-1 0-1 0 0,1 1 0 0 0,0-1 0 0 0,0 1 1 0 0,0 0-1 0 0,0 1 37 0 0,0-1 0 0 0,0 0 0 0 0,0 1 0 0 0,0 0 0 0 0,0-1 0 0 0,0 1 0 0 0,0-1 0 0 0,-1 1 0 0 0,1 0-1 0 0,-1 0 1 0 0,1-1 0 0 0,-1 4 0 0 0,13 111 3031 0 0,0 7-975 0 0,13 20-353 0 0,28 225-772 0 0,-50-327-1085 0 0,1 19 289 0 0,-4-43-750 0 0,-13-91-12026 0 0,12 61 11482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39:59.6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3263 92 0 0,'0'0'231'0'0,"25"5"4621"0"0,-26-4-4755 0 0,0 0-1 0 0,1 0 0 0 0,-1 0 1 0 0,0 0-1 0 0,1 0 1 0 0,-1 0-1 0 0,1 0 1 0 0,-1 0-1 0 0,1 0 0 0 0,-1 0 1 0 0,1 0-1 0 0,-7 8 1727 0 0,7-9-1726 0 0,0 1 0 0 0,0-1 0 0 0,0 1 0 0 0,-1-1 0 0 0,1 0 1 0 0,0 1-1 0 0,0-1 0 0 0,0 1 0 0 0,0 0 0 0 0,0-1 0 0 0,0 1 1 0 0,14-5 2187 0 0,22-17-770 0 0,246-179-698 0 0,111-140-1166 0 0,-331 281 331 0 0,222-215-177 0 0,19-14 158 0 0,-146 168-19 0 0,-46 50 34 0 0,-9 13-45 0 0,149-65-213 0 0,-148 79 251 0 0,-34 17 73 0 0,-62 24-42 0 0,41-15 13 0 0,27-10-6 0 0,549-209-242 0 0,-526 197 260 0 0,426-149-75 0 0,8 21-71 0 0,-509 159 111 0 0,846-270-133 0 0,-685 212 105 0 0,32-12-9 0 0,-86 37 24 0 0,37-13-9 0 0,24-7-6 0 0,192-50-60 0 0,-16 36 4 0 0,-122 26-20 0 0,101-15 49 0 0,-324 60 205 0 0,0-1-1 0 0,0 0 1 0 0,32-14 0 0 0,-50 17-71 0 0,0-1-1 0 0,1 0 1 0 0,-1 0-1 0 0,0 0 1 0 0,4-5-1 0 0,-4 5-52 0 0,0-1 0 0 0,0 1 0 0 0,0 0 0 0 0,0 0-1 0 0,7-3 1 0 0,74-24-57 0 0,-81 29 37 0 0,0 1 0 0 0,0-1 0 0 0,0 1 0 0 0,0 0 0 0 0,0 0 0 0 0,0 0 0 0 0,0 1 0 0 0,0-1 0 0 0,0 1 0 0 0,0 0 0 0 0,6 3 0 0 0,11 0 14 0 0,-6-1-17 0 0,-1 1 1 0 0,1 0-1 0 0,-1 1 1 0 0,27 12 0 0 0,52 36-71 0 0,-54-30 108 0 0,111 81 270 0 0,-71-46-215 0 0,197 146 43 0 0,-107-76-48 0 0,320 209 43 0 0,-347-242-117 0 0,-5 5 1 0 0,-4 7-1 0 0,234 246 0 0 0,-206-188 83 0 0,19 22 2 0 0,-13-4 50 0 0,86 88-32 0 0,-119-128-138 0 0,80 103 57 0 0,35 35-17 0 0,85 77 289 0 0,195 196 40 0 0,-1-62-301 0 0,-203-206 1 0 0,-161-150 63 0 0,-6 3-41 0 0,-64-35 17 0 0,-76-83-86 0 0,-13-17 22 0 0,0 1 0 0 0,0 0 1 0 0,6 11-1 0 0,-10-15 30 0 0,-1 0-25 0 0,0-1 0 0 0,1 0 0 0 0,-1 1 1 0 0,0-1-1 0 0,1 0 0 0 0,-1 1 0 0 0,0-1 0 0 0,1 0 0 0 0,-1 0 0 0 0,0 1 1 0 0,1-1-1 0 0,-1 0 0 0 0,0 0 0 0 0,1 1 0 0 0,-1-1 0 0 0,1 0 0 0 0,-1 0 1 0 0,1 0-1 0 0,-1 0 0 0 0,0 0 0 0 0,1 0 0 0 0,0 0 0 0 0,4 1 1007 0 0,-7-2-1069 0 0,-10 2-1505 0 0,-19 6-2157 0 0,10 2 1384 0 0,1 1 0 0 0,0 1 0 0 0,-24 17 0 0 0,25-16 1377 0 0,-12 8-332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00.2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 52 0 0,'12'-5'112'0'0,"-1"0"-28"0"0,1 0-32 0 0,-1-1-24 0 0,-2 4-24 0 0,-1-3-32 0 0,-2 2-68 0 0,0 1-76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03.54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13789 140 460 0 0,'20'-10'976'0'0,"-1"-1"-1"0"0,32-25 1 0 0,-35 24-713 0 0,0 1 0 0 0,0 1 0 0 0,1 0 0 0 0,19-8 0 0 0,-14 7 123 0 0,32 0 8840 0 0,-53 13-9108 0 0,0 12 88 0 0,-1-5-123 0 0,-1-3-71 0 0,1-1 0 0 0,-2 1 1 0 0,1-1-1 0 0,0 0 0 0 0,-1 1 0 0 0,0-1 0 0 0,0 0 0 0 0,-1 0 0 0 0,1 0 0 0 0,-1-1 0 0 0,0 1 0 0 0,-1-1 0 0 0,1 1 0 0 0,-1-1 0 0 0,-4 4 0 0 0,-10 9-11 0 0,-39 30 0 0 0,50-42 2 0 0,-36 25 12 0 0,0-2 1 0 0,-52 23 0 0 0,-101 38 129 0 0,71-33-23 0 0,-716 370 546 0 0,635-313-534 0 0,-125 70-98 0 0,172-92-50 0 0,-145 86 246 0 0,-54 14-165 0 0,-15-29-54 0 0,216-96 44 0 0,-70 24 98 0 0,-15 7 119 0 0,-9 7-244 0 0,15-7-8 0 0,80-27 115 0 0,-168 96 31 0 0,226-114-163 0 0,-161 63 10 0 0,132-63-21 0 0,68-26-12 0 0,-171 79-26 0 0,157-71 92 0 0,47-23-36 0 0,0 1 1 0 0,1 1-1 0 0,-36 25 1 0 0,-36 31 3 0 0,71-54 14 0 0,0-1 0 0 0,-52 18 0 0 0,76-31-24 0 0,-4 2-6 0 0,-22 7 0 0 0,-49 26 0 0 0,69-32-9 0 0,-6 3-15 0 0,11-5 35 0 0,-1-1 0 0 0,1 0 0 0 0,0 0 0 0 0,0 0 0 0 0,0-1 0 0 0,-1 1 1 0 0,1-1-1 0 0,0 1 0 0 0,-1-1 0 0 0,1 0 0 0 0,0 0 0 0 0,0-1 0 0 0,-6 0 0 0 0,-4 0-12 0 0,-212-2 6 0 0,130 2-8 0 0,0-4 0 0 0,-103-19 0 0 0,-280-32 23 0 0,455 54-15 0 0,-64-8 23 0 0,-92-23 0 0 0,-54-35-42 0 0,118 31 2 0 0,-118-53 87 0 0,0 0-48 0 0,14 33-52 0 0,14 5 16 0 0,148 34-23 0 0,-85-38 0 0 0,-16-15 60 0 0,-229-71 0 0 0,-133-36-4 0 0,229 47 1 0 0,-10-4-15 0 0,-9 23 15 0 0,12 23 21 0 0,101 27-4 0 0,111 36-18 0 0,24 8-23 0 0,-73-31 0 0 0,94 27 13 0 0,1-2 0 0 0,1-1 0 0 0,-70-61 0 0 0,4 4-40 0 0,60 50 42 0 0,-2 2-1 0 0,-82-40 1 0 0,35 18 23 0 0,34 17-29 0 0,42 24-7 0 0,0-1 1 0 0,-20-17 0 0 0,20 13 35 0 0,-26-15-1 0 0,19 16-41 0 0,-127-68 8 0 0,142 78-3 0 0,1 1-2 0 0,0 0 1 0 0,0 0 0 0 0,1-1 0 0 0,-13-9 0 0 0,-43-38 73 0 0,46 37-102 0 0,12 10 38 0 0,-1 0-1 0 0,1-1 1 0 0,0 1 0 0 0,1-1-1 0 0,0 0 1 0 0,-8-11 0 0 0,7 9-8 0 0,0 0 0 0 0,-1 0 0 0 0,0 1 0 0 0,0 0 0 0 0,-1 0 0 0 0,0 0 0 0 0,-17-10 0 0 0,-18-16 72 0 0,-94-72-61 0 0,112 87-16 0 0,-118-75-43 0 0,0 0 143 0 0,10 13-42 0 0,43 27-49 0 0,-20-4 28 0 0,57 32 2 0 0,16 7-36 0 0,-31-16 15 0 0,66 33-16 0 0,1 1 3 0 0,-1-1 1 0 0,1 0 0 0 0,0 1-1 0 0,0-1 1 0 0,0 0-1 0 0,0 1 1 0 0,-1-1-1 0 0,1 0 1 0 0,0 0-1 0 0,0 0 1 0 0,0 0-1 0 0,-1-1 1 0 0,2 1-18 0 0,0 1-4 0 0,0 0-1 0 0,0 0 1 0 0,0 0-1 0 0,0 0 1 0 0,-1 0-1 0 0,1 0 0 0 0,0 0 1 0 0,0 0-1 0 0,0 0 1 0 0,0 0-1 0 0,0 0 1 0 0,-1 1-1 0 0,1-1 1 0 0,0 0-1 0 0,0 0 1 0 0,0 0-1 0 0,0 0 0 0 0,0 0 1 0 0,0 0-1 0 0,-1 0 1 0 0,1 0-1 0 0,0 0 1 0 0,0 1-1 0 0,0-1 1 0 0,0 0-1 0 0,0 0 0 0 0,0 0 1 0 0,0 0-1 0 0,0 0 1 0 0,0 1-1 0 0,0-1 1 0 0,0 0-1 0 0,0 0 1 0 0,0 0-1 0 0,0 0 0 0 0,0 0 1 0 0,0 1-1 0 0,0-1 1 0 0,0 0-1 0 0,0 0 1 0 0,0 0-1 0 0,0 0 1 0 0,0 1-1 0 0,0-1 1 0 0,0 0-1 0 0,0 0 0 0 0,0 0 1 0 0,0 0-1 0 0,0 0 1 0 0,0 0-1 0 0,0 1 1 0 0,0-1-1 0 0,0 0 1 0 0,1 0-1 0 0,8 14-994 0 0,15 10-766 0 0,-7-20-64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49.2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858 356 348 0 0,'-69'-26'2822'0'0,"67"27"-2796"0"0,1-1 0 0 0,-1 0 0 0 0,1 0 1 0 0,-1 1-1 0 0,1-1 0 0 0,-1 1 0 0 0,1 0 1 0 0,-1-1-1 0 0,1 1 0 0 0,-1 0 0 0 0,1 0 0 0 0,-1 0 1 0 0,1 0-1 0 0,0 0 0 0 0,0 0 0 0 0,-2 2 1 0 0,-10 7 493 0 0,12-10-408 0 0,-1 1-1 0 0,1 0 0 0 0,-1 0 1 0 0,0 0-1 0 0,1-1 1 0 0,-1 1-1 0 0,0-1 0 0 0,1 1 1 0 0,-1-1-1 0 0,0 0 0 0 0,0 0 1 0 0,1 0-1 0 0,-1 0 1 0 0,0 0-1 0 0,0 0 0 0 0,1 0 1 0 0,-1 0-1 0 0,0-1 0 0 0,1 1 1 0 0,-1-1-1 0 0,0 1 1 0 0,-2-2-1 0 0,1 0-61 0 0,0 0 0 0 0,1 0-1 0 0,-1-1 1 0 0,1 1 0 0 0,0-1 0 0 0,0 1-1 0 0,0-1 1 0 0,0 0 0 0 0,0 1 0 0 0,1-1 0 0 0,-1 0-1 0 0,1 0 1 0 0,-1 0 0 0 0,1 0 0 0 0,-1-6-1 0 0,-1-5 133 0 0,1 0-1 0 0,-2-19 0 0 0,3 16 20 0 0,-14-122 4154 0 0,14 132-4228 0 0,0 0 0 0 0,1 0 0 0 0,-1 0-1 0 0,2 0 1 0 0,-1 0 0 0 0,0 0 0 0 0,1 0-1 0 0,1 1 1 0 0,2-12 0 0 0,-3 17-127 0 0,0 0 1 0 0,1 0-1 0 0,-1 0 0 0 0,0 0 0 0 0,0 1 1 0 0,1-1-1 0 0,-1 0 0 0 0,1 1 1 0 0,-1-1-1 0 0,0 1 0 0 0,1-1 1 0 0,-1 1-1 0 0,1-1 0 0 0,-1 1 0 0 0,1 0 1 0 0,-1 0-1 0 0,1 0 0 0 0,-1 0 1 0 0,1 0-1 0 0,-1 0 0 0 0,1 0 1 0 0,-1 1-1 0 0,1-1 0 0 0,-1 1 1 0 0,1-1-1 0 0,-1 1 0 0 0,3 0 0 0 0,5 2 0 0 0,-1 1-1 0 0,0-1 1 0 0,14 9-1 0 0,-8-2 3 0 0,0 1 0 0 0,-1 0 0 0 0,0 1 0 0 0,-1 0 0 0 0,0 1 1 0 0,-1 1-1 0 0,-1 0 0 0 0,0 0 0 0 0,10 21 0 0 0,1 6 6 0 0,-2 0-1 0 0,18 61 1 0 0,-11-12 21 0 0,-4 3-1 0 0,-4-1 1 0 0,-4 2 0 0 0,-4 0-1 0 0,-3 105 1 0 0,-8-104-6 0 0,-5 0 1 0 0,-23 123 0 0 0,15-152-12 0 0,-2 0 0 0 0,-3-2 0 0 0,-4 0 1 0 0,-32 66-1 0 0,28-76 13 0 0,-2-1-1 0 0,-3-1 1 0 0,-2-1 0 0 0,-2-2 0 0 0,-2-2 0 0 0,-49 47-1 0 0,73-81-15 0 0,-1 0-1 0 0,-1 0 1 0 0,-1-2-1 0 0,1 0 1 0 0,-2-1-1 0 0,1-1 1 0 0,-26 10-1 0 0,30-14-2 0 0,1-2 0 0 0,0 1-1 0 0,-1-2 1 0 0,0 0 0 0 0,1 0-1 0 0,-1-1 1 0 0,0-1-1 0 0,0 0 1 0 0,0 0 0 0 0,0-2-1 0 0,1 1 1 0 0,-20-6 0 0 0,14 1-6 0 0,0 0 0 0 0,0-1 1 0 0,1-1-1 0 0,0 0 0 0 0,0-2 1 0 0,1 0-1 0 0,0-1 0 0 0,0 0 1 0 0,2-1-1 0 0,-15-15 0 0 0,22 20 0 0 0,1 0 0 0 0,-1-1 0 0 0,2 1 0 0 0,-1-1 0 0 0,1 0 0 0 0,1-1 0 0 0,-1 1 0 0 0,1-1 0 0 0,1 0 0 0 0,0 0 0 0 0,0-1 0 0 0,0 1 0 0 0,2 0 0 0 0,-1-1 0 0 0,1 0 0 0 0,0 1 0 0 0,1-1 0 0 0,0 1 0 0 0,1-1 0 0 0,0 0 0 0 0,3-15 0 0 0,3 2-5 0 0,1 1 0 0 0,1 0-1 0 0,0 0 1 0 0,2 1 0 0 0,1 0 0 0 0,22-31-1 0 0,-2 10-25 0 0,71-70-1 0 0,-56 68-3 0 0,2 1-1 0 0,94-61 1 0 0,-103 79-242 0 0,2 1 0 0 0,1 2 0 0 0,1 2 0 0 0,61-19 0 0 0,-94 36-237 0 0,0 0-1 0 0,0 1 1 0 0,0 0-1 0 0,0 1 1 0 0,0 0-1 0 0,17 1 1 0 0,-21 1-169 0 0,1 0 1 0 0,-1 0-1 0 0,0 1 0 0 0,0 0 1 0 0,0 0-1 0 0,-1 1 0 0 0,1-1 1 0 0,-1 1-1 0 0,1 1 0 0 0,11 7 1 0 0,-3 2-627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49.8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361 138 216 0 0,'5'-11'587'0'0,"-1"0"-1"0"0,0-1 1 0 0,0 1-1 0 0,3-22 1 0 0,-3-22 1819 0 0,-6 51-1792 0 0,-4 9-398 0 0,-3 10-58 0 0,-11 30 685 0 0,2 0 0 0 0,-15 65 0 0 0,22-71-335 0 0,-90 376 2597 0 0,45-166-2798 0 0,-70 237-106 0 0,124-480-142 0 0,1 0 0 0 0,0 0-1 0 0,0 0 1 0 0,0 9 0 0 0,15-27 175 0 0,12-8-199 0 0,-1 1 0 0 0,2 1-1 0 0,1 1 1 0 0,0 1 0 0 0,1 2-1 0 0,1 1 1 0 0,0 1 0 0 0,0 1-1 0 0,61-12 1 0 0,-5 8-39 0 0,1 4 1 0 0,124 0-1 0 0,147 24-1463 0 0,-122 20-6133 0 0,-188-21 4617 0 0,-30-6 1740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0.4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272 32 444 0 0,'-42'-3'485'0'0,"-7"0"744"0"0,-57-11 1 0 0,88 10-98 0 0,0 1 1 0 0,-21-1-1 0 0,52 13 1488 0 0,32 13-503 0 0,202 54-14 0 0,133-1-1180 0 0,265-11-916 0 0,178-26 129 0 0,-285-16-176 0 0,895 60 0 0 0,-932-77 26 0 0,-444-6-27 0 0,171-13-688 0 0,-288 4-10385 0 0,38 10 9734 0 0,-3 0 203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1.25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594 335 24 0 0,'-5'-5'126'0'0,"1"1"0"0"0,0-1-1 0 0,1 0 1 0 0,-1 0 0 0 0,1-1 0 0 0,0 1-1 0 0,0-1 1 0 0,1 1 0 0 0,-1-1 0 0 0,1 0-1 0 0,1 0 1 0 0,-1 0 0 0 0,1 0 0 0 0,0 0-1 0 0,0-1 1 0 0,1 1 0 0 0,0 0 0 0 0,0 0-1 0 0,0 0 1 0 0,2-9 0 0 0,0 3 173 0 0,1 0 1 0 0,-1 1-1 0 0,2 0 0 0 0,-1-1 0 0 0,2 1 1 0 0,0 1-1 0 0,0-1 0 0 0,0 1 1 0 0,15-19-1 0 0,-7 11 304 0 0,16-19 589 0 0,-27 35-1102 0 0,0 0 0 0 0,0 0 0 0 0,1 0 0 0 0,-1 0-1 0 0,1 0 1 0 0,-1 0 0 0 0,1 0 0 0 0,0 1 0 0 0,0 0 0 0 0,0-1 0 0 0,3 0 0 0 0,-1 2 6 0 0,-1-1 1 0 0,1 1-1 0 0,-1 1 1 0 0,1-1-1 0 0,-1 1 0 0 0,1-1 1 0 0,-1 1-1 0 0,1 1 0 0 0,-1-1 1 0 0,0 1-1 0 0,0-1 1 0 0,1 1-1 0 0,-1 0 0 0 0,0 1 1 0 0,-1-1-1 0 0,1 1 0 0 0,0 0 1 0 0,3 3-1 0 0,5 5 195 0 0,0 0 0 0 0,-1 0 1 0 0,17 25-1 0 0,-15-17-150 0 0,-1 1 0 0 0,-2 1 0 0 0,0 0 0 0 0,-1 1 0 0 0,-1 0 0 0 0,-1 0 0 0 0,7 38 0 0 0,13 166 136 0 0,-25-202-253 0 0,7 344 41 0 0,-13-291-53 0 0,-4-1 1 0 0,-30 135-1 0 0,26-167 30 0 0,-3 0-1 0 0,0-1 0 0 0,-3-1 1 0 0,-2-1-1 0 0,-42 66 0 0 0,44-80-6 0 0,-2-1 0 0 0,0-1 0 0 0,-2-1 0 0 0,-1 0 0 0 0,0-2 0 0 0,-2-1 0 0 0,-1 0 0 0 0,-49 29 0 0 0,59-42-20 0 0,0-1 0 0 0,-1 0 0 0 0,1-2 0 0 0,-1 1 0 0 0,0-2 0 0 0,0-1 0 0 0,-1 0 0 0 0,1-1 0 0 0,-1 0 0 0 0,1-2 0 0 0,-1 0 0 0 0,-29-4 0 0 0,34 2-13 0 0,-1-1 0 0 0,1 0-1 0 0,-1 0 1 0 0,1-2 0 0 0,0 1 0 0 0,1-2 0 0 0,-1 0 0 0 0,1 0 0 0 0,0-1 0 0 0,1-1 0 0 0,-1 0 0 0 0,1 0 0 0 0,1-1 0 0 0,0 0-1 0 0,0-1 1 0 0,-14-18 0 0 0,19 18-3 0 0,-1 1 0 0 0,2 0 0 0 0,-1-1 0 0 0,1 0 0 0 0,1 0-1 0 0,-1 0 1 0 0,2-1 0 0 0,0 1 0 0 0,0-1 0 0 0,1 1 0 0 0,0-1 0 0 0,0 0-1 0 0,1 1 1 0 0,1-1 0 0 0,0 0 0 0 0,3-13 0 0 0,3-5-3 0 0,1 0 0 0 0,1 0 0 0 0,1 1 0 0 0,22-42 1 0 0,-15 37-64 0 0,2 1 1 0 0,2 1-1 0 0,1 1 1 0 0,45-48-1 0 0,-26 37-120 0 0,1 1-1 0 0,65-44 0 0 0,-73 61-1046 0 0,1 1 0 0 0,1 2 0 0 0,73-29 0 0 0,46 1-4397 0 0,-115 39 4331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2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314 229 640 0 0,'-207'-195'7296'0'0,"206"194"-7253"0"0,0 0 0 0 0,0 0 0 0 0,0 0-1 0 0,0 0 1 0 0,-1 0 0 0 0,1 0 0 0 0,0 0 0 0 0,0 0 0 0 0,-1 1-1 0 0,1-1 1 0 0,0 1 0 0 0,-1-1 0 0 0,1 1 0 0 0,-1-1 0 0 0,1 1 0 0 0,0 0-1 0 0,-1 0 1 0 0,1 0 0 0 0,-1 0 0 0 0,1 0 0 0 0,-1 0 0 0 0,1 0-1 0 0,-1 0 1 0 0,1 0 0 0 0,-3 1 0 0 0,3 0-6 0 0,-1 1 1 0 0,0-1-1 0 0,0 0 1 0 0,0 1-1 0 0,1-1 1 0 0,-1 1 0 0 0,1 0-1 0 0,-1-1 1 0 0,1 1-1 0 0,0 0 1 0 0,0 0-1 0 0,0 0 1 0 0,0 0-1 0 0,0 0 1 0 0,0 0-1 0 0,-1 3 1 0 0,-10 39 530 0 0,2 1 0 0 0,1 0 1 0 0,2 0-1 0 0,0 82 0 0 0,10 112 149 0 0,-1-206-700 0 0,2-1 0 0 0,2 0 0 0 0,1 0 1 0 0,1 0-1 0 0,16 40 0 0 0,-19-62-14 0 0,0 0-1 0 0,0 0 0 0 0,1-1 1 0 0,0 0-1 0 0,0 0 0 0 0,1 0 1 0 0,0-1-1 0 0,17 15 0 0 0,-20-20-1 0 0,0 0 0 0 0,0 0 0 0 0,0 0 0 0 0,0 0 0 0 0,1-1-1 0 0,0 0 1 0 0,-1 0 0 0 0,1 0 0 0 0,0-1 0 0 0,0 1 0 0 0,0-1 0 0 0,0 0-1 0 0,0-1 1 0 0,0 1 0 0 0,0-1 0 0 0,0 0 0 0 0,0 0 0 0 0,0-1 0 0 0,0 1-1 0 0,0-1 1 0 0,8-3 0 0 0,-1 0-3 0 0,-1-1-1 0 0,1-1 1 0 0,-1 0-1 0 0,0-1 1 0 0,0 0-1 0 0,-1-1 1 0 0,0 0-1 0 0,0 0 1 0 0,-1-1-1 0 0,0 0 1 0 0,-1-1-1 0 0,0 0 1 0 0,0 0-1 0 0,6-13 1 0 0,10-19-13 0 0,-2-2 0 0 0,23-61 0 0 0,-31 70 14 0 0,20-68 28 0 0,-32 93-42 0 0,-3 11 9 0 0,-5 18 19 0 0,6-9-9 0 0,0-1 0 0 0,0 1 1 0 0,1-1-1 0 0,0 0 1 0 0,1 1-1 0 0,0-1 0 0 0,4 13 1 0 0,1-2 4 0 0,1-1 1 0 0,13 24 0 0 0,-5-15-10 0 0,1-1 1 0 0,1-1 0 0 0,1-1 0 0 0,1-1 0 0 0,1 0 0 0 0,1-1 0 0 0,48 36 0 0 0,-57-49 3 0 0,0-1 0 0 0,0-1 1 0 0,1 0-1 0 0,0-1 0 0 0,1-1 0 0 0,0 0 0 0 0,0-1 0 0 0,0 0 1 0 0,0-1-1 0 0,1-1 0 0 0,0-1 0 0 0,-1 0 0 0 0,1-1 1 0 0,0 0-1 0 0,0-2 0 0 0,0 0 0 0 0,25-4 0 0 0,-29 2 16 0 0,-1 0-1 0 0,0-1 0 0 0,0 0 0 0 0,0-1 1 0 0,0 0-1 0 0,0-1 0 0 0,-1 0 1 0 0,0 0-1 0 0,-1-1 0 0 0,14-12 1 0 0,-11 6 1 0 0,0 0 0 0 0,0 0-1 0 0,-2-1 1 0 0,0-1 0 0 0,0 0 0 0 0,10-22 0 0 0,-4-2-10 0 0,-1-1 0 0 0,-2 0 0 0 0,-2 0 0 0 0,-2-1 0 0 0,5-49 0 0 0,-6 26 16 0 0,0-102 1 0 0,-8 142-22 0 0,-2 1 0 0 0,0 0 1 0 0,-2-1-1 0 0,0 1 0 0 0,-2 1 1 0 0,0-1-1 0 0,-17-37 0 0 0,21 57-15 0 0,1 0-1 0 0,-1-1 1 0 0,0 1 0 0 0,0 0-1 0 0,0 0 1 0 0,0 1-1 0 0,-1-1 1 0 0,1 0-1 0 0,-1 1 1 0 0,1-1 0 0 0,-1 1-1 0 0,0 0 1 0 0,0 0-1 0 0,0 0 1 0 0,0 1-1 0 0,-1-1 1 0 0,1 1 0 0 0,0-1-1 0 0,-8-1 1 0 0,8 3-124 0 0,-1 0 0 0 0,0-1 0 0 0,0 1 0 0 0,0 1 0 0 0,0-1 0 0 0,0 1 0 0 0,0-1 0 0 0,0 1 0 0 0,1 0 0 0 0,-1 0 0 0 0,0 1 1 0 0,1-1-1 0 0,-1 1 0 0 0,1 0 0 0 0,-1 0 0 0 0,1 0 0 0 0,0 0 0 0 0,-3 4 0 0 0,-3 2-611 0 0,2 0 0 0 0,-1 1-1 0 0,1 1 1 0 0,1-1 0 0 0,0 1 0 0 0,0 0-1 0 0,1 0 1 0 0,0 1 0 0 0,1 0 0 0 0,0-1 0 0 0,1 2-1 0 0,-4 19 1 0 0,1-3-404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2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87 352 0 0,'4'-16'2122'0'0,"-1"0"-1"0"0,4-39 3460 0 0,-1 101-3946 0 0,0 81 1 0 0,-4-62-1355 0 0,-9 152-36 0 0,4-158-189 0 0,0 29-279 0 0,2-50-2608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3.2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275 212 216 0 0,'-4'-11'404'0'0,"-1"-1"0"0"0,0 1 0 0 0,-11-18 0 0 0,-3-5 420 0 0,7 13 42 0 0,0 1-1 0 0,-1 0 1 0 0,-25-27 0 0 0,38 46-828 0 0,-1 0 0 0 0,1 1 0 0 0,-1-1 0 0 0,0 1 0 0 0,1 0 0 0 0,-1-1 0 0 0,0 1 0 0 0,1-1 1 0 0,-1 1-1 0 0,0 0 0 0 0,0 0 0 0 0,1-1 0 0 0,-1 1 0 0 0,0 0 0 0 0,0 0 0 0 0,1 0 0 0 0,-1 0 0 0 0,0 0 1 0 0,0 0-1 0 0,0 0 0 0 0,1 0 0 0 0,-1 0 0 0 0,0 0 0 0 0,0 0 0 0 0,1 0 0 0 0,-1 1 0 0 0,0-1 0 0 0,0 0 1 0 0,1 1-1 0 0,-1-1 0 0 0,0 1 0 0 0,1-1 0 0 0,-1 0 0 0 0,0 1 0 0 0,1-1 0 0 0,-1 1 0 0 0,1 0 1 0 0,-1-1-1 0 0,1 1 0 0 0,-1-1 0 0 0,0 2 0 0 0,-22 31 984 0 0,21-30-890 0 0,-14 27 417 0 0,2 1 0 0 0,0 1-1 0 0,2 1 1 0 0,2 0 0 0 0,1 0-1 0 0,1 1 1 0 0,-5 58 0 0 0,13-82-536 0 0,-1-1 0 0 0,1 1 1 0 0,1-1-1 0 0,-1 1 0 0 0,2 0 1 0 0,-1-1-1 0 0,1 0 0 0 0,1 1 1 0 0,0-1-1 0 0,0 0 1 0 0,1 0-1 0 0,0-1 0 0 0,0 1 1 0 0,1-1-1 0 0,0 0 0 0 0,1 0 1 0 0,0 0-1 0 0,0-1 0 0 0,0 0 1 0 0,13 11-1 0 0,-9-10-10 0 0,1 0 0 0 0,1-1-1 0 0,0 0 1 0 0,-1 0 0 0 0,2-2 0 0 0,-1 1 0 0 0,1-2-1 0 0,0 1 1 0 0,0-2 0 0 0,0 0 0 0 0,1 0-1 0 0,-1-1 1 0 0,27 0 0 0 0,-27-2-1 0 0,-1-1-1 0 0,1 0 1 0 0,-1-1 0 0 0,1 0-1 0 0,-1-1 1 0 0,1 0 0 0 0,-1-1-1 0 0,-1 0 1 0 0,1-1 0 0 0,20-12 0 0 0,-24 12-3 0 0,0-1 0 0 0,-1 1 1 0 0,0-1-1 0 0,0-1 1 0 0,-1 1-1 0 0,0-1 0 0 0,0 0 1 0 0,0-1-1 0 0,-1 1 1 0 0,0-1-1 0 0,-1 0 1 0 0,0-1-1 0 0,0 1 0 0 0,0-1 1 0 0,3-12-1 0 0,-4 9 6 0 0,-1 0 0 0 0,0 0 0 0 0,0 0-1 0 0,-1 0 1 0 0,-1 0 0 0 0,0-1 0 0 0,0 1-1 0 0,-2 0 1 0 0,1 0 0 0 0,-1 0 0 0 0,-5-13-1 0 0,5 18-13 0 0,-1 0-1 0 0,0 0 0 0 0,0 1 0 0 0,-1-1 0 0 0,0 1 1 0 0,0 0-1 0 0,0 0 0 0 0,-1 0 0 0 0,1 0 0 0 0,-2 1 1 0 0,1 0-1 0 0,0 0 0 0 0,-1 0 0 0 0,0 1 1 0 0,0 0-1 0 0,-1 0 0 0 0,1 1 0 0 0,-1-1 0 0 0,-9-2 1 0 0,3 1-361 0 0,0 2 1 0 0,-1-1-1 0 0,1 2 1 0 0,-1 0-1 0 0,0 1 1 0 0,-22 0 0 0 0,27 1-299 0 0,1 1 1 0 0,0 0-1 0 0,-1 0 1 0 0,1 1-1 0 0,0 0 1 0 0,0 0-1 0 0,0 1 1 0 0,1 0-1 0 0,-1 0 1 0 0,0 1-1 0 0,1 0 1 0 0,-8 6 0 0 0,5 0-663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4.8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257 134 28 0 0,'14'-49'2422'0'0,"-5"13"976"0"0,-10 45-2477 0 0,0 0-1 0 0,0 0 1 0 0,-1 0 0 0 0,-4 14 0 0 0,5-18-638 0 0,-48 148 1689 0 0,23-77-1657 0 0,-87 222-17 0 0,107-285-291 0 0,0 1 0 0 0,-1-1-1 0 0,-1 0 1 0 0,0-1 0 0 0,0 0 0 0 0,-1 0 0 0 0,-13 12 0 0 0,17-21 47 0 0,4-6-25 0 0,9-15-20 0 0,15-23-14 0 0,127-199-18 0 0,15-23-325 0 0,-146 235 339 0 0,1 0 0 0 0,1 2 0 0 0,2 1 0 0 0,36-33 0 0 0,-55 55 13 0 0,0 0 0 0 0,0 0 0 0 0,0 0 0 0 0,1 1 0 0 0,-1-1 0 0 0,1 1 0 0 0,-1 0 0 0 0,8-2 0 0 0,-10 4 1 0 0,0 0 0 0 0,0 0 0 0 0,0-1-1 0 0,0 1 1 0 0,0 1 0 0 0,0-1 0 0 0,0 0-1 0 0,0 0 1 0 0,0 1 0 0 0,0-1 0 0 0,0 1-1 0 0,0 0 1 0 0,0-1 0 0 0,0 1 0 0 0,0 0 0 0 0,0 0-1 0 0,-1 0 1 0 0,1 1 0 0 0,0-1 0 0 0,-1 0-1 0 0,1 1 1 0 0,1 2 0 0 0,3 2 20 0 0,-1 1-1 0 0,0-1 1 0 0,-1 2 0 0 0,1-1-1 0 0,-2 0 1 0 0,1 1 0 0 0,-1 0-1 0 0,4 11 1 0 0,12 71 137 0 0,-11-48-112 0 0,-2-12-21 0 0,1-1 1 0 0,2 1-1 0 0,0-2 1 0 0,17 33-1 0 0,-21-50-24 0 0,1-1-1 0 0,1 0 1 0 0,-1 0-1 0 0,1-1 1 0 0,1 0-1 0 0,0 0 0 0 0,0-1 1 0 0,1 0-1 0 0,0 0 1 0 0,0-1-1 0 0,1 0 0 0 0,0-1 1 0 0,20 9-1 0 0,-12-7-21 0 0,1-1 0 0 0,1-1-1 0 0,-1-1 1 0 0,1 0 0 0 0,0-2-1 0 0,0 0 1 0 0,1-1 0 0 0,-1-2-1 0 0,0 0 1 0 0,0 0 0 0 0,1-2-1 0 0,37-8 1 0 0,-53 8-10 0 0,-1 0 0 0 0,1 0 1 0 0,0 0-1 0 0,-1 0 0 0 0,0 0 1 0 0,1-1-1 0 0,-1 0 0 0 0,0 0 0 0 0,0 0 1 0 0,-1-1-1 0 0,1 1 0 0 0,6-9 0 0 0,-9 11-79 0 0,1-1 0 0 0,-1 0-1 0 0,0 0 1 0 0,0 0-1 0 0,0-1 1 0 0,0 1-1 0 0,0 0 1 0 0,0 0 0 0 0,-1 0-1 0 0,1-1 1 0 0,-1 1-1 0 0,0 0 1 0 0,1-1-1 0 0,-1 1 1 0 0,0 0 0 0 0,0-1-1 0 0,0 1 1 0 0,-1 0-1 0 0,1-1 1 0 0,-1 1-1 0 0,1 0 1 0 0,-1 0 0 0 0,0-1-1 0 0,0 1 1 0 0,1 0-1 0 0,-2 0 1 0 0,1 0-1 0 0,0 0 1 0 0,-3-3 0 0 0,-6-7-1881 0 0,0 1 0 0 0,-1 0 0 0 0,-22-16 0 0 0,23 19 813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0:56.2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38 298 340 0 0,'13'4'8886'0'0,"-3"13"-6242"0"0,-7-13-2505 0 0,1-1 1 0 0,-1 1-1 0 0,1-1 1 0 0,0 0-1 0 0,1 0 0 0 0,-1 0 1 0 0,0 0-1 0 0,1-1 1 0 0,-1 0-1 0 0,1 0 1 0 0,0 0-1 0 0,0 0 1 0 0,0-1-1 0 0,0 0 1 0 0,0 0-1 0 0,0 0 1 0 0,9-1-1 0 0,11 1-181 0 0,-1-2-1 0 0,37-5 1 0 0,-46 4 164 0 0,3 0-112 0 0,0-1 0 0 0,-1 0 0 0 0,1-1 0 0 0,-1-1 0 0 0,0-1 0 0 0,0-1 0 0 0,-1 0 0 0 0,19-11 0 0 0,-30 14-10 0 0,1 0 0 0 0,-1 0 0 0 0,1 0 0 0 0,-1 0 1 0 0,0-1-1 0 0,-1 0 0 0 0,1 0 0 0 0,-1-1 0 0 0,0 1 1 0 0,-1-1-1 0 0,1 0 0 0 0,-1 0 0 0 0,0 0 0 0 0,0 0 1 0 0,-1-1-1 0 0,0 1 0 0 0,0-1 0 0 0,0 1 0 0 0,-1-1 0 0 0,0 0 1 0 0,0 1-1 0 0,-1-1 0 0 0,0 0 0 0 0,-1-9 0 0 0,1 10 1 0 0,-1 1 0 0 0,0-1 0 0 0,0 0-1 0 0,-1 1 1 0 0,1-1 0 0 0,-1 1 0 0 0,-1 0-1 0 0,1-1 1 0 0,-1 1 0 0 0,1 0 0 0 0,-1 0-1 0 0,-1 1 1 0 0,1-1 0 0 0,-1 1 0 0 0,-4-5-1 0 0,2 3 3 0 0,-1 1-1 0 0,0 1 0 0 0,0-1 0 0 0,0 1 0 0 0,0 0 1 0 0,-1 0-1 0 0,1 1 0 0 0,-1 0 0 0 0,-12-3 0 0 0,-3 2-2 0 0,0 0 1 0 0,0 2-1 0 0,-1 0 0 0 0,1 2 0 0 0,-1 0 0 0 0,-35 6 0 0 0,46-4-5 0 0,1 1-1 0 0,-1 0 1 0 0,-12 5-1 0 0,20-6 7 0 0,1 0-1 0 0,-1 0 0 0 0,0 0 1 0 0,1 1-1 0 0,0-1 0 0 0,-1 1 1 0 0,1 0-1 0 0,0 1 0 0 0,0-1 1 0 0,-5 6-1 0 0,9-8 0 0 0,0 0 1 0 0,0-1-1 0 0,-1 1 0 0 0,1-1 1 0 0,0 1-1 0 0,0-1 0 0 0,0 1 1 0 0,0 0-1 0 0,0-1 0 0 0,0 1 1 0 0,-1-1-1 0 0,2 1 0 0 0,-1 0 1 0 0,0-1-1 0 0,0 1 0 0 0,0 0 1 0 0,0-1-1 0 0,0 1 0 0 0,0-1 1 0 0,1 1-1 0 0,-1-1 0 0 0,0 1 1 0 0,0-1-1 0 0,1 1 1 0 0,-1 0-1 0 0,0-1 0 0 0,1 1 1 0 0,-1-1-1 0 0,1 0 0 0 0,-1 1 1 0 0,0-1-1 0 0,1 1 0 0 0,-1-1 1 0 0,1 0-1 0 0,-1 1 0 0 0,1-1 1 0 0,0 0-1 0 0,-1 0 0 0 0,1 1 1 0 0,-1-1-1 0 0,1 0 0 0 0,0 0 1 0 0,0 0 1 0 0,-1 1-4 0 0,0 1 6 0 0,0-2 30 0 0,-1 0-41 0 0,-30 2-4085 0 0,-18-1-4416 0 0,36-1 7056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01.4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507 163 172 0 0,'-3'-4'263'0'0,"0"0"-1"0"0,0 0 1 0 0,0 1-1 0 0,0 0 1 0 0,-1-1-1 0 0,1 1 1 0 0,-1 0-1 0 0,0 1 1 0 0,-6-4 0 0 0,8 6-257 0 0,-1 0 1 0 0,1 0-1 0 0,-1 0 1 0 0,1 1 0 0 0,0-1-1 0 0,-1 1 1 0 0,1 0-1 0 0,-4 1 1 0 0,5-2 31 0 0,0 1 0 0 0,-1-1 0 0 0,1 1 0 0 0,-1-1 0 0 0,1 0 0 0 0,-1 1 0 0 0,1-1 0 0 0,-1 0 0 0 0,1 0 0 0 0,-1 0 0 0 0,1 0 0 0 0,-1 0 0 0 0,1 0 0 0 0,0-1 0 0 0,-1 1 0 0 0,1 0 0 0 0,-1-1 0 0 0,1 1 0 0 0,0-1 0 0 0,-1 0 0 0 0,1 1 0 0 0,0-1 0 0 0,-1 0 0 0 0,1 0 0 0 0,0 0 0 0 0,-2-1 0 0 0,1-1 205 0 0,-1 0 1 0 0,1 0 0 0 0,-1 0 0 0 0,1 0 0 0 0,0 0 0 0 0,0 0 0 0 0,0-1 0 0 0,-1-5 0 0 0,1 7-57 0 0,1 0-1 0 0,-1 0 1 0 0,0 0 0 0 0,1 0 0 0 0,-1 0 0 0 0,0 0-1 0 0,0 0 1 0 0,0 0 0 0 0,-1 1 0 0 0,1-1-1 0 0,0 1 1 0 0,-1 0 0 0 0,1 0 0 0 0,-1 0 0 0 0,1 0-1 0 0,-1 0 1 0 0,1 0 0 0 0,-1 1 0 0 0,0-1 0 0 0,1 1-1 0 0,-1 0 1 0 0,0-1 0 0 0,-3 2 0 0 0,-13-2 191 0 0,0 1 1 0 0,-20 3 0 0 0,30-2-26 0 0,-1 0-269 0 0,1 0-1 0 0,-1 1 0 0 0,0 0 1 0 0,0 1-1 0 0,1 0 0 0 0,-1 1 1 0 0,1 0-1 0 0,0 0 0 0 0,0 1 0 0 0,1 0 1 0 0,-1 1-1 0 0,-10 9 0 0 0,9-6-80 0 0,1 1-1 0 0,0 0 1 0 0,0 0-1 0 0,1 1 1 0 0,1 0-1 0 0,0 0 1 0 0,0 0-1 0 0,1 1 0 0 0,-4 13 1 0 0,5-12 3 0 0,0 0 0 0 0,1 1 0 0 0,1-1 0 0 0,0 1-1 0 0,1 0 1 0 0,0 0 0 0 0,1 0 0 0 0,1 0 0 0 0,0 0 0 0 0,1 0 0 0 0,1 0 0 0 0,0 0 0 0 0,1 0 0 0 0,0-1 0 0 0,10 26 0 0 0,8 22 20 0 0,-11-30 11 0 0,1 0 1 0 0,21 41 0 0 0,-23-56-33 0 0,1 0 1 0 0,1-1-1 0 0,1 0 1 0 0,0 0-1 0 0,0-1 1 0 0,2-1-1 0 0,0 0 1 0 0,0-1-1 0 0,27 17 1 0 0,-30-22-5 0 0,1 0 0 0 0,-1-2 0 0 0,2 1 1 0 0,-1-1-1 0 0,1-1 0 0 0,-1 0 0 0 0,1-1 0 0 0,0-1 0 0 0,1 0 1 0 0,-1 0-1 0 0,0-1 0 0 0,0-1 0 0 0,1 0 0 0 0,18-4 1 0 0,172-45 25 0 0,-62 11 6 0 0,-123 33-23 0 0,-1 0-1 0 0,0-2 1 0 0,-1 0 0 0 0,0-1 0 0 0,0-1 0 0 0,0 0 0 0 0,-1-1 0 0 0,-1-1 0 0 0,0 0 0 0 0,0-1 0 0 0,-1-1 0 0 0,0 0 0 0 0,-2-1 0 0 0,1-1 0 0 0,-2 0 0 0 0,20-32 0 0 0,-23 28 31 0 0,12-39 0 0 0,-5 13 60 0 0,-9 24-83 0 0,-4 16-12 0 0,-1 0-1 0 0,0 1 1 0 0,1-1-1 0 0,0 1 1 0 0,0-1-1 0 0,0 1 1 0 0,1 0-1 0 0,-1 0 1 0 0,1 0-1 0 0,0 0 1 0 0,6-5-1 0 0,-1 1 27 0 0,-1 1 0 0 0,1-1 0 0 0,-1 0 0 0 0,-1 0 0 0 0,8-13 0 0 0,-10 13 12 0 0,-1-1 0 0 0,0 0 0 0 0,0-1 0 0 0,-1 1 0 0 0,0 0 0 0 0,0-1 0 0 0,0-17 0 0 0,-2 26-44 0 0,0-14 91 0 0,2 15-50 0 0,1 8-24 0 0,-1 0-18 0 0,0 1-1 0 0,-1 0 1 0 0,0 0-1 0 0,-1 0 1 0 0,0 0-1 0 0,-2 13 1 0 0,1 5-1 0 0,-4 80 34 0 0,0 9 7 0 0,5-97-26 0 0,1 0 0 0 0,1 0-1 0 0,1 0 1 0 0,5 18 0 0 0,-8-34-11 0 0,1 1 1 0 0,0-1-1 0 0,0 0 1 0 0,0-1-1 0 0,1 1 1 0 0,-1 0-1 0 0,1 0 1 0 0,-1 0 0 0 0,1-1-1 0 0,0 1 1 0 0,0-1-1 0 0,0 1 1 0 0,0-1-1 0 0,1 0 1 0 0,-1 0-1 0 0,1 0 1 0 0,-1 0-1 0 0,6 3 1 0 0,-4-4-2 0 0,0 0 1 0 0,0 0-1 0 0,-1 0 1 0 0,1-1-1 0 0,0 1 0 0 0,0-1 1 0 0,0 0-1 0 0,0 0 1 0 0,0 0-1 0 0,0 0 1 0 0,0-1-1 0 0,0 0 0 0 0,4-1 1 0 0,5-2-5 0 0,-1-1 1 0 0,0 0-1 0 0,0-1 0 0 0,0 0 1 0 0,-1-1-1 0 0,0-1 1 0 0,20-16-1 0 0,65-76 7 0 0,-39 38-9 0 0,-43 46 8 0 0,-12 13-5 0 0,0 0-1 0 0,0 0 1 0 0,1 0-1 0 0,-1 0 1 0 0,1 0-1 0 0,0 1 1 0 0,-1 0-1 0 0,1-1 1 0 0,5-1-1 0 0,-7 3 3 0 0,0 1-1 0 0,0 0 0 0 0,0 0 1 0 0,0 0-1 0 0,0 1 0 0 0,0-1 1 0 0,0 0-1 0 0,0 0 0 0 0,0 0 1 0 0,-1 1-1 0 0,1-1 0 0 0,0 1 1 0 0,0-1-1 0 0,0 1 0 0 0,0-1 1 0 0,0 1-1 0 0,0-1 1 0 0,-1 1-1 0 0,1 0 0 0 0,0-1 1 0 0,0 1-1 0 0,0 1 0 0 0,19 21 23 0 0,-16-17-16 0 0,26 33 56 0 0,-22-27-48 0 0,1-1 0 0 0,0 1 0 0 0,1-2 0 0 0,0 1-1 0 0,14 10 1 0 0,-13-13 7 0 0,1 0 0 0 0,-1-1 0 0 0,2 0 0 0 0,-1-1-1 0 0,24 8 1 0 0,-27-11-16 0 0,0-1 0 0 0,-1-1 0 0 0,1 1 1 0 0,0-1-1 0 0,0-1 0 0 0,0 0 0 0 0,0 0 0 0 0,-1-1 0 0 0,1 0 0 0 0,12-3 0 0 0,-6 1 23 0 0,1-2 0 0 0,-1 0 0 0 0,-1 0 0 0 0,1-2 0 0 0,-1 0 0 0 0,0 0 0 0 0,16-12 0 0 0,-22 13-14 0 0,-1 0 0 0 0,0-1 0 0 0,0 1 0 0 0,-1-1 0 0 0,1-1 0 0 0,-2 1 0 0 0,1-1 0 0 0,-1 0 0 0 0,0 0 0 0 0,0-1 0 0 0,-1 1 0 0 0,-1-1 0 0 0,5-14 0 0 0,-1-8-20 0 0,-1-1 0 0 0,-1 1 0 0 0,-2-1-1 0 0,-1 0 1 0 0,-1 0 0 0 0,-2 0 0 0 0,-2 0 0 0 0,-6-34 0 0 0,7 57-162 0 0,0 1 0 0 0,-1-1 0 0 0,0 1 0 0 0,0 0 0 0 0,-1 0 0 0 0,-1 0 0 0 0,1 0 0 0 0,-1 1 0 0 0,0-1 0 0 0,-8-7 0 0 0,7 9-701 0 0,1 0 0 0 0,-1 1 1 0 0,-1 0-1 0 0,-11-8 1 0 0,12 10-249 0 0,1 0 0 0 0,-1 0 1 0 0,0 1-1 0 0,0 0 0 0 0,0 0 1 0 0,-10-2-1 0 0,2 2-296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42:13.5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620 653 16755,'-12'19'0,"0"0"0,-1-1 0,0 0 0,0 0 0,-1-1 0,0 0 0,0-1 0,0 0 0,-1 0 0,1-1 0,-1-1 0,0 0 0,0 0 0,0-2 0,0 1 0,0-2 0,0 0 0,0-1 0,0 0 0,0-1 0,0-1 0,0 0 0,1-1 0,-1-1 0,1-1 0,0 0 0,0-2 0,1 0 0,0 0 0,0-2 0,0 0 0,1-1 0,0-1 0,0-1 0,1 0 0,0-1 0,1-1 0,0-1 0,0 0 0,1-2 0,1 1 0,0-2 0,0 0 0,1-2 0,1 1 0,0-2 0,0 0 0,1 0 0,1-2 0,0 0 0,1 0 0,1-1 0,0-1 0,0 0 0,1-1 0,1 0 0,1 0 0,0-1 0,0-1 0,1 1 0,1-1 0,0-1 0,1 1 0,1-1 0,0 0 0,0-1 0,2 1 0,-1-1 0,1 1 0,1-1 0,0 0 0,1 0 0,0 1 0,1-1 0,0 0 0,1 1 0,0-1 0,0 1 0,1 0 0,0 0 0,0 0 0,1 1 0,0 0 0,0 0 0,1 1 0,0 0 0,0 1 0,0 0 0,1 0 0,-1 1 0,1 1 0,0 0 0,0 0 0,0 2 0,0-1 0,0 2 0,0 0 0,0 1 0,0 0 0,0 1 0,0 1 0,0 0 0,-1 1 0,1 1 0,-1 1 0,0 0 0,0 2 0,-1 0 0,0 0 0,0 2 0,0 0 0,-1 1 0,0 1 0,0 1 0,-1 0 0,0 1 0,-1 1 0,0 1 0,0 0 0,-1 2 0,-1-1 0,0 2 0,0 1 0,-1 0 0,-1 0 0,0 2 0,0 0 0,-1 1 0,-1 0 0,0 1 0,-1 0 0,-1 1 0,0 1 0,0 0 0,-1 1 0,-1 0 0,-1 0 0,0 1 0,0 1 0,-1-1 0,-1 1 0,0 1 0,-1-1 0,-1 1 0,0 0 0,0 1 0,-2-1 0,1 1 0,-1-1 0,-1 1 0,0 0 0,-1 0 0,0-1 0,-1 1 0,0 0 0,-1 0 0,0-1 0,0 0 0,-1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1.1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52 464 16 0 0,'1'-24'903'0'0,"5"-28"1"0"0,-3 28-222 0 0,1-31 0 0 0,-4-67 6885 0 0,1 111-6989 0 0,0 0 1 0 0,1 0-1 0 0,0 0 0 0 0,5-13 0 0 0,3-19-112 0 0,-9 40-440 0 0,-1-1-1 0 0,1 1 1 0 0,0-1 0 0 0,0 1-1 0 0,0 0 1 0 0,0-1-1 0 0,0 1 1 0 0,1 0 0 0 0,0 0-1 0 0,-1 0 1 0 0,1 0 0 0 0,0 0-1 0 0,1 0 1 0 0,-1 1-1 0 0,0-1 1 0 0,4-2 0 0 0,-2 2-28 0 0,1 1 0 0 0,-1-1 1 0 0,1 1-1 0 0,0 0 0 0 0,0 0 1 0 0,0 1-1 0 0,0 0 1 0 0,0 0-1 0 0,1 0 0 0 0,5 0 1 0 0,1 0-3 0 0,-1 0 0 0 0,1 1 0 0 0,-1 1 0 0 0,1 0 1 0 0,-1 0-1 0 0,1 2 0 0 0,-1-1 0 0 0,18 7 0 0 0,-12-2 9 0 0,0 1-1 0 0,0 0 1 0 0,-1 2 0 0 0,26 19-1 0 0,-9-2 1 0 0,-1 2 0 0 0,-1 1 0 0 0,49 64 0 0 0,-53-57 2 0 0,-2 1-1 0 0,-1 1 0 0 0,-2 1 0 0 0,-1 2 1 0 0,-3 0-1 0 0,25 84 0 0 0,-27-62-3 0 0,-3 0 1 0 0,-2 0-1 0 0,-4 1 0 0 0,-1 85 0 0 0,-6-47-9 0 0,-4 0-1 0 0,-28 156 1 0 0,24-219 2 0 0,-1-1 1 0 0,-2-1-1 0 0,-2 0 0 0 0,-2 0 1 0 0,-1-1-1 0 0,-1-1 1 0 0,-3-1-1 0 0,0 0 1 0 0,-41 50-1 0 0,47-69 1 0 0,-1 0-1 0 0,-1-1 1 0 0,0-1 0 0 0,0-1-1 0 0,-2 0 1 0 0,1-1 0 0 0,-2-1-1 0 0,1-1 1 0 0,-35 14 0 0 0,42-20 1 0 0,-1 0 0 0 0,1-1 0 0 0,-1 0 0 0 0,0-1 1 0 0,0 0-1 0 0,0-1 0 0 0,0 0 0 0 0,0-1 0 0 0,0-1 0 0 0,0 1 1 0 0,1-2-1 0 0,-1 0 0 0 0,0 0 0 0 0,0-1 0 0 0,1-1 0 0 0,0 0 1 0 0,-1 0-1 0 0,-18-11 0 0 0,20 8 5 0 0,0 0 0 0 0,0 0 1 0 0,0-1-1 0 0,1-1 0 0 0,0 1 0 0 0,1-1 0 0 0,0-1 1 0 0,0 1-1 0 0,1-2 0 0 0,0 1 0 0 0,1-1 0 0 0,-6-12 1 0 0,5 6 3 0 0,1 0 0 0 0,1 0 0 0 0,0-1 0 0 0,1 0 1 0 0,1 0-1 0 0,1 0 0 0 0,0-32 0 0 0,3-6-9 0 0,2-1 0 0 0,2 0 0 0 0,3 1 0 0 0,2 0-1 0 0,3 0 1 0 0,31-83 0 0 0,-29 103 2 0 0,1 0-1 0 0,34-52 1 0 0,-38 70 1 0 0,1 0 1 0 0,1 1-1 0 0,0 1 1 0 0,1 0 0 0 0,1 1-1 0 0,21-16 1 0 0,-2 6-31 0 0,1 1 0 0 0,56-28 0 0 0,175-58-2658 0 0,-240 102-367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2T09:42:32.9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998 720 14417,'-1'28'0,"0"0"0,-1 1 0,-1-1 0,0-1 0,-1 1 0,-1-1 0,-1 0 0,0 0 0,-1-1 0,-1 0 0,-1 0 0,0-1 0,-1-1 0,0 0 0,-2-1 0,1-1 0,-2 0 0,0-1 0,0 0 0,-2-2 0,1 0 0,-1-1 0,-1-1 0,0-1 0,0 0 0,-1-2 0,-1-1 0,1-1 0,-1 0 0,0-2 0,-1-1 0,0 0 0,0-2 0,0-1 0,0-1 0,0-1 0,-1-2 0,1 0 0,-1-1 0,1-2 0,-1-1 0,1 0 0,-1-2 0,1-1 0,0-1 0,0-1 0,0-2 0,1 0 0,-1-1 0,1-2 0,1 0 0,0-1 0,0-1 0,0-2 0,1 0 0,1-1 0,-1-1 0,2-1 0,0 0 0,0-2 0,1 0 0,1-1 0,0 0 0,1-1 0,0-1 0,1 0 0,1-1 0,0-1 0,2 0 0,-1 0 0,2-1 0,0 0 0,1 0 0,1-1 0,1 1 0,0-1 0,1-1 0,1 1 0,1 0 0,0 0 0,1-1 0,1 1 0,1 0 0,0 1 0,1-1 0,1 1 0,1 0 0,0 0 0,2 1 0,-1 0 0,2 0 0,0 1 0,1 1 0,1 0 0,0 1 0,1 0 0,0 2 0,1-1 0,1 2 0,0 1 0,0 0 0,2 1 0,-1 1 0,1 1 0,1 0 0,0 2 0,0 1 0,0 0 0,1 2 0,1 1 0,-1 1 0,1 0 0,0 2 0,0 1 0,0 1 0,1 1 0,-1 2 0,1 0 0,-1 1 0,1 2 0,-1 1 0,1 0 0,-1 2 0,0 1 0,0 1 0,0 1 0,0 2 0,0 0 0,-1 1 0,0 1 0,-1 2 0,1 0 0,-1 1 0,-1 2 0,0 0 0,0 1 0,-1 1 0,-1 1 0,1 0 0,-2 1 0,0 2 0,0-1 0,-2 2 0,1 0 0,-2 1 0,0 0 0,-1 1 0,0 1 0,-1 0 0,-1 0 0,-1 1 0,0 0 0,-1 0 0,-1 1 0,-1-1 0,0 1 0,-1 0 0,-1 1 0,0-1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4.3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52 208 16 0 0,'-9'-23'4851'0'0,"12"-34"10"0"0,-2 53-4692 0 0,-1-1 0 0 0,1 1 0 0 0,0-1 0 0 0,0 1 0 0 0,0 0 0 0 0,1 0 0 0 0,-1-1 0 0 0,1 1 0 0 0,0 0 0 0 0,1 0 0 0 0,-1 1 0 0 0,0-1 0 0 0,1 0 0 0 0,0 1 0 0 0,0-1 0 0 0,0 1 0 0 0,1 0 0 0 0,-1 0 0 0 0,0 1 0 0 0,1-1 0 0 0,7-3 0 0 0,0-1-149 0 0,1 1 0 0 0,0 1 1 0 0,0 0-1 0 0,0 1 1 0 0,0 0-1 0 0,18-3 1 0 0,-16 5 3 0 0,0 1 1 0 0,0 0-1 0 0,0 0 1 0 0,0 2-1 0 0,20 2 1 0 0,-26-2-19 0 0,-1 1 0 0 0,1-1 0 0 0,0 1 0 0 0,-1 1 0 0 0,1 0 0 0 0,-1 0 0 0 0,0 0 0 0 0,0 1 0 0 0,0 0 0 0 0,12 10 0 0 0,-15-10-3 0 0,0 0 1 0 0,-1 0-1 0 0,0 0 1 0 0,0 1-1 0 0,-1 0 0 0 0,1-1 1 0 0,-1 1-1 0 0,0 0 1 0 0,0 0-1 0 0,0 0 1 0 0,-1 0-1 0 0,0 1 0 0 0,0-1 1 0 0,0 0-1 0 0,-1 1 1 0 0,1-1-1 0 0,-1 0 0 0 0,0 1 1 0 0,-1-1-1 0 0,-1 9 1 0 0,-1 1 10 0 0,0 0-1 0 0,-1 0 1 0 0,-1-1 0 0 0,0 0 0 0 0,-1 1 0 0 0,-9 14 0 0 0,6-14 26 0 0,-1-1 0 0 0,-1 0 1 0 0,0 0-1 0 0,-1-1 0 0 0,0 0 0 0 0,-1-1 1 0 0,0 0-1 0 0,-1-2 0 0 0,-28 18 1 0 0,-2-4 68 0 0,-1-1 0 0 0,-55 18 0 0 0,45-23-15 0 0,204-35-35 0 0,146-7-334 0 0,-248 21 27 0 0,-25 2-525 0 0,0-1 0 0 0,27-6 0 0 0,-43 6 59 0 0,-1 1 0 0 0,1-1 0 0 0,0 0 0 0 0,-1 0 0 0 0,1-1 0 0 0,-1 0 1 0 0,1 0-1 0 0,-1 0 0 0 0,0-1 0 0 0,-1 1 0 0 0,1-1 0 0 0,-1 0 0 0 0,5-5 1 0 0,-1-1-593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4.8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214 57 88 0 0,'2'-6'1030'0'0,"0"0"-1"0"0,0 1 1 0 0,-5-34 7341 0 0,-2 42-8191 0 0,-1 0 0 0 0,1 0-1 0 0,0 1 1 0 0,0 0-1 0 0,1 0 1 0 0,-1 0-1 0 0,1 1 1 0 0,0 0 0 0 0,0-1-1 0 0,0 2 1 0 0,-4 6-1 0 0,-4 10-146 0 0,-14 34 0 0 0,18-37 133 0 0,-11 25-70 0 0,3 2 0 0 0,-15 65-1 0 0,-6 99-63 0 0,32-167 66 0 0,1 60 0 0 0,4-102-133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6.1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126 3 72 0 0,'-46'-3'3394'0'0,"18"5"-2104"0"0,-24 1 1754 0 0,54-1-2918 0 0,-1-1 0 0 0,0 0 0 0 0,1 0 0 0 0,-1-1 0 0 0,0 1 0 0 0,1 0 0 0 0,-1 0 0 0 0,1-1 0 0 0,0 1 0 0 0,-1-1 0 0 0,1 1 0 0 0,-1-1 0 0 0,1 0 0 0 0,2 0 1 0 0,35 8 1320 0 0,-34-8-1295 0 0,392 46 2827 0 0,-280-35-2671 0 0,406 15-19 0 0,-379-26-187 0 0,538-12 22 0 0,-201-7-34 0 0,-231 11-80 0 0,-233 7-10 0 0,90-3 3 0 0,180 14-1 0 0,185 26 15 0 0,-460-36-8 0 0,65-2 14 0 0,-70 1-16 0 0,0 0 0 0 0,0 0-1 0 0,-1 0 1 0 0,1-1 0 0 0,0 0-1 0 0,-1 0 1 0 0,1-1-1 0 0,9-5 1 0 0,-14 7-24 0 0,0-1 0 0 0,0 1 0 0 0,-1 0 0 0 0,1-1 0 0 0,0 1 0 0 0,-1-1 0 0 0,1 1 0 0 0,-1-1 0 0 0,1 0 0 0 0,1-3 0 0 0,-3 4-18 0 0,0 0 0 0 0,0 0 0 0 0,1 1 0 0 0,-1-1 0 0 0,-1 0 0 0 0,1 0 0 0 0,0 1 0 0 0,0-1 0 0 0,0 0 0 0 0,0 0 0 0 0,0 1 0 0 0,-1-1 0 0 0,1 0 0 0 0,0 0 0 0 0,-1 1-1 0 0,1-1 1 0 0,-1 0 0 0 0,1 1 0 0 0,0-1 0 0 0,-1 1 0 0 0,1-1 0 0 0,-1 1 0 0 0,0-1 0 0 0,1 1 0 0 0,-1-1 0 0 0,1 1 0 0 0,-1-1 0 0 0,0 1 0 0 0,1 0 0 0 0,-1-1 0 0 0,0 1 0 0 0,0 0 0 0 0,1-1 0 0 0,-2 1 0 0 0,-9-5-1161 0 0,1 1 1 0 0,-1 0 0 0 0,-22-5 0 0 0,-71-5-5445 0 0,102 14 6524 0 0,-29-3-1264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8.2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169 305 8 0 0,'-8'-110'2727'0'0,"-1"-2"2497"0"0,8 73-2375 0 0,-1-2 78 0 0,7 40-2874 0 0,0 1 0 0 0,0-1 0 0 0,0 1 0 0 0,0-1 0 0 0,8 2 0 0 0,-7-1-18 0 0,22 0 7 0 0,-1 1 1 0 0,0 1-1 0 0,0 1 0 0 0,0 1 1 0 0,0 2-1 0 0,-1 1 0 0 0,1 0 1 0 0,-2 2-1 0 0,39 19 0 0 0,-48-19-32 0 0,-1 0 0 0 0,0 0 0 0 0,-1 1-1 0 0,0 1 1 0 0,0 1 0 0 0,-1 0-1 0 0,-1 0 1 0 0,0 1 0 0 0,-1 1 0 0 0,0 0-1 0 0,-1 0 1 0 0,-1 1 0 0 0,0 1 0 0 0,10 24-1 0 0,-3 2-4 0 0,-3 1 0 0 0,-1 0 0 0 0,10 72 0 0 0,-19-86-6 0 0,11 188-37 0 0,-15-169 49 0 0,-2-1 0 0 0,-2-1 1 0 0,-2 1-1 0 0,-2-1 0 0 0,-2 0 0 0 0,-2-1 0 0 0,-32 73 0 0 0,-67 111-79 0 0,55-117-19 0 0,53-105 80 0 0,0-1 1 0 0,0 0-1 0 0,-1 1 0 0 0,0-2 1 0 0,-1 1-1 0 0,1-1 0 0 0,-1 0 1 0 0,0 0-1 0 0,0 0 0 0 0,0-1 1 0 0,-1 0-1 0 0,0 0 0 0 0,0-1 1 0 0,0 0-1 0 0,0 0 0 0 0,-11 3 1 0 0,-8 1-45 0 0,0-1 1 0 0,-1-1-1 0 0,-35 1 1 0 0,51-5 56 0 0,-1-1 0 0 0,0 0 0 0 0,0-1 0 0 0,0 0 0 0 0,0-1 0 0 0,1 0 1 0 0,-1-1-1 0 0,1-1 0 0 0,-1 1 0 0 0,1-2 0 0 0,0 0 0 0 0,1 0 0 0 0,-1-1 0 0 0,-16-11 0 0 0,21 12 10 0 0,1 0-1 0 0,-1 0 0 0 0,1 0 0 0 0,-1-1 0 0 0,2 0 0 0 0,-1 0 0 0 0,1 0 0 0 0,0-1 0 0 0,0 1 0 0 0,0-1 0 0 0,1 0 0 0 0,0 0 0 0 0,1 0 0 0 0,-1 0 0 0 0,1-1 1 0 0,1 1-1 0 0,0-1 0 0 0,0 1 0 0 0,0-1 0 0 0,1 0 0 0 0,0 1 0 0 0,0-1 0 0 0,3-12 0 0 0,1 2-11 0 0,1 0 0 0 0,1 0 0 0 0,1 0-1 0 0,0 1 1 0 0,1 0 0 0 0,1 1 0 0 0,1 0 0 0 0,0 0 0 0 0,1 1 0 0 0,1 0-1 0 0,0 1 1 0 0,22-20 0 0 0,0 4-10 0 0,1 1 0 0 0,1 3 0 0 0,2 0 0 0 0,44-21-1 0 0,-47 28 14 0 0,2 2-1 0 0,0 2 0 0 0,1 1 0 0 0,1 2 0 0 0,0 2 1 0 0,0 1-1 0 0,1 2 0 0 0,0 2 0 0 0,56-1 0 0 0,-73 7-6 0 0,0 1-1 0 0,0 1 0 0 0,-1 1 0 0 0,1 1 1 0 0,-1 1-1 0 0,0 1 0 0 0,22 9 0 0 0,22 12-4 0 0,-60-26 3 0 0,8 6 21 0 0,-14-7-5 0 0,21-1-55 0 0,-8 0 73 0 0,-12 0-23 0 0,9 5 77 0 0,-45-9-4116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9.0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350 293 320 0 0,'3'-34'2060'0'0,"0"-18"691"0"0,-3 50-2500 0 0,0-1 1 0 0,0 0 0 0 0,-1 1-1 0 0,1-1 1 0 0,-1 0-1 0 0,0 1 1 0 0,0-1 0 0 0,0 1-1 0 0,0-1 1 0 0,0 1 0 0 0,0 0-1 0 0,0-1 1 0 0,-1 1-1 0 0,0 0 1 0 0,1 0 0 0 0,-3-2-1 0 0,3 3-93 0 0,0 0 1 0 0,-1 0-1 0 0,1 0 0 0 0,-1 0 0 0 0,1 0 0 0 0,-1 1 0 0 0,1-1 0 0 0,-1 0 1 0 0,0 1-1 0 0,1-1 0 0 0,-1 1 0 0 0,0 0 0 0 0,1 0 0 0 0,-1-1 1 0 0,0 1-1 0 0,1 0 0 0 0,-4 1 0 0 0,1-1-30 0 0,0 1 0 0 0,0 0 0 0 0,0 0 0 0 0,0 1 0 0 0,0-1 0 0 0,-7 5 0 0 0,0 0-60 0 0,1 0-1 0 0,0 2 1 0 0,1-1-1 0 0,-10 10 1 0 0,3 1 33 0 0,0 0 0 0 0,1 1 0 0 0,1 0 0 0 0,1 1 0 0 0,-17 37 1 0 0,-41 114 107 0 0,65-154-198 0 0,-1 4-3 0 0,1-1 1 0 0,0 1-1 0 0,2 0 1 0 0,0 0-1 0 0,2 1 0 0 0,0-1 1 0 0,1 1-1 0 0,1-1 1 0 0,3 22-1 0 0,0-27 14 0 0,0 1 1 0 0,0-2-1 0 0,2 1 0 0 0,0 0 0 0 0,1-1 0 0 0,0 0 1 0 0,1 0-1 0 0,1 0 0 0 0,0-1 0 0 0,1-1 0 0 0,0 1 0 0 0,18 17 1 0 0,-13-15-9 0 0,2-1-1 0 0,0-1 1 0 0,0 0 0 0 0,1-2 0 0 0,1 0 0 0 0,27 14 0 0 0,-32-20-1 0 0,-1-1 1 0 0,1 0 0 0 0,0-1-1 0 0,0-1 1 0 0,0 0 0 0 0,0 0-1 0 0,1-2 1 0 0,-1 0-1 0 0,1 0 1 0 0,-1-1 0 0 0,20-3-1 0 0,-16 1 16 0 0,0-1 0 0 0,-1-1 1 0 0,1 0-1 0 0,-1-2 0 0 0,0 0 0 0 0,-1 0 0 0 0,1-2 0 0 0,-1 0 0 0 0,26-19 0 0 0,-29 18-12 0 0,-1 0 0 0 0,0-1 0 0 0,-1-1 1 0 0,0 0-1 0 0,-1 0 0 0 0,0-1 0 0 0,-1 0 0 0 0,-1 0 1 0 0,1-1-1 0 0,-2 0 0 0 0,10-26 0 0 0,-6 5 4 0 0,-2-1 1 0 0,-1 0-1 0 0,-1-1 1 0 0,1-65-1 0 0,-19-144 231 0 0,-20 70-96 0 0,32 173-155 0 0,-4-13-1 0 0,-1-1-1 0 0,0 1 1 0 0,0 1 0 0 0,-2-1-1 0 0,0 1 1 0 0,0 0 0 0 0,-2 0-1 0 0,0 1 1 0 0,0 0 0 0 0,-1 1-1 0 0,0 0 1 0 0,-1 1 0 0 0,-14-12-1 0 0,18 19-97 0 0,-1-1-1 0 0,1 2 0 0 0,-1-1 0 0 0,0 1 0 0 0,-1 0 1 0 0,1 0-1 0 0,0 1 0 0 0,-1 0 0 0 0,0 1 0 0 0,1 0 1 0 0,-1 0-1 0 0,0 0 0 0 0,1 2 0 0 0,-14 0 1 0 0,-8 3-2354 0 0,0 1 0 0 0,-52 17 1 0 0,77-21 2005 0 0,-4 2-737 0 0,0-1 0 0 0,1 2-1 0 0,-16 7 1 0 0,7-1-167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39.8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4 171 636 0 0,'11'-31'4270'0'0,"-2"-39"-132"0"0,-8 35-539 0 0,1 1-971 0 0,-2 77-2611 0 0,-3 107 58 0 0,-11 107-63 0 0,5-20-255 0 0,16-194-1199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0.2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8 480 0 0,'24'-7'7536'0'0,"-22"8"-7327"0"0,0 2 371 0 0,-1 0-1 0 0,1 0 0 0 0,0 0 0 0 0,-1 0 0 0 0,1 0 1 0 0,-1 1-1 0 0,1 4 0 0 0,-1-6-485 0 0,2 10 155 0 0,-1-1-1 0 0,0 1 0 0 0,0 0 1 0 0,-1 0-1 0 0,-1 18 0 0 0,-8 64-156 0 0,2-44-98 0 0,-16 107 86 0 0,16-48-72 0 0,6-109-53 0 0,0 1 0 0 0,0 0-1 0 0,0-1 1 0 0,0 1 0 0 0,1-1-1 0 0,-1 1 1 0 0,0-1 0 0 0,0 1-1 0 0,0 0 1 0 0,1-1 0 0 0,-1 1-1 0 0,0-1 1 0 0,0 1-1 0 0,1-1 1 0 0,-1 1 0 0 0,0-1-1 0 0,1 1 1 0 0,-1-1 0 0 0,1 0-1 0 0,-1 1 1 0 0,1-1 0 0 0,-1 0-1 0 0,1 1 1 0 0,-1-1 0 0 0,1 0-1 0 0,-1 1 1 0 0,1-1 0 0 0,-1 0-1 0 0,1 0 1 0 0,-1 0 0 0 0,1 1-1 0 0,-1-1 1 0 0,1 0 0 0 0,1 0-1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1.5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212 39 140 0 0,'-17'-4'1909'0'0,"14"2"-1529"0"0,0 1-1 0 0,0 0 1 0 0,0 1 0 0 0,0-1 0 0 0,0 0-1 0 0,-6 1 1 0 0,-12 1 1302 0 0,-30 5-1 0 0,30-2-706 0 0,-31 0 0 0 0,29 5 2639 0 0,23-8-3548 0 0,0-1-45 0 0,20 11 186 0 0,-19-11-204 0 0,6 4 94 0 0,1-1 0 0 0,0 0 1 0 0,0 0-1 0 0,1 0 0 0 0,-1-1 1 0 0,0 0-1 0 0,12 1 0 0 0,-19-3-74 0 0,14-2 227 0 0,-10 1-233 0 0,0-1 211 0 0,-1 2-228 0 0,0 1 15 0 0,-1-1 1 0 0,1 0-1 0 0,0 0 0 0 0,-1 0 1 0 0,1 0-1 0 0,0-1 1 0 0,3 0-1 0 0,10-1-24 0 0,82 2 41 0 0,236 5 25 0 0,-216-4-34 0 0,-66-2 21 0 0,-53 1-46 0 0,3-2-177 0 0,0-7-732 0 0,-4 5 206 0 0,0 1 0 0 0,0-1 0 0 0,0 0 0 0 0,0 0-1 0 0,-1 1 1 0 0,0-1 0 0 0,1 1 0 0 0,-1-1 0 0 0,-1 1-1 0 0,-16-17-3525 0 0,10 10 2627 0 0,1 2 474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2.1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194 1 520 0 0,'-13'6'9166'0'0,"1"21"-8908"0"0,-8 46 188 0 0,4 1 0 0 0,-8 85 0 0 0,15-43-113 0 0,5-47-190 0 0,-20 109 0 0 0,18-146-163 0 0,3-17-358 0 0,0 0 0 0 0,-1-1 0 0 0,-10 27 0 0 0,13-38-120 0 0,0-1-1 0 0,0 1 1 0 0,0-1 0 0 0,-1 1 0 0 0,-29 21-5980 0 0,26-24 5398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2.5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1 620 0 0,'-10'2'2128'0'0,"15"9"-1538"0"0,-5-11-592 0 0,9 14 331 0 0,1 0 0 0 0,1-1 0 0 0,18 19 0 0 0,-8-10-34 0 0,97 93 927 0 0,-60-61-896 0 0,-20-18-435 0 0,1-2-1 0 0,2-1 0 0 0,82 49 1 0 0,-118-79-117 0 0,1 0 0 0 0,0-1 0 0 0,0 0 0 0 0,0 0 0 0 0,0 0 1 0 0,9 0-1 0 0,-12-1 36 0 0,0-1-1 0 0,-1 1 1 0 0,1-1 0 0 0,0 0 0 0 0,0 0 0 0 0,-1-1 0 0 0,1 1-1 0 0,0 0 1 0 0,-1-1 0 0 0,1 0 0 0 0,-1 1 0 0 0,1-1 0 0 0,-1 0-1 0 0,1-1 1 0 0,-1 1 0 0 0,1 0 0 0 0,2-2 0 0 0,0-2-463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2.9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741 66 96 0 0,'-11'-39'3116'0'0,"10"37"-3026"0"0,0 1 1 0 0,-1-1-1 0 0,1 0 1 0 0,0 0-1 0 0,-1 1 1 0 0,1-1-1 0 0,-1 1 1 0 0,0-1 0 0 0,1 1-1 0 0,-1-1 1 0 0,0 1-1 0 0,0 0 1 0 0,0 0-1 0 0,0 0 1 0 0,0 0-1 0 0,0 0 1 0 0,0 1-1 0 0,0-1 1 0 0,0 1 0 0 0,0-1-1 0 0,-1 1 1 0 0,1 0-1 0 0,0 0 1 0 0,0-1-1 0 0,0 2 1 0 0,-1-1-1 0 0,1 0 1 0 0,0 0-1 0 0,0 1 1 0 0,0-1 0 0 0,0 1-1 0 0,0 0 1 0 0,-3 1-1 0 0,-8 3 101 0 0,0 1 1 0 0,0 1-1 0 0,1 0 0 0 0,-14 11 0 0 0,15-10 154 0 0,-49 37 1211 0 0,-102 101 0 0 0,68-58-979 0 0,-75 81-245 0 0,160-159-325 0 0,-7 7-7 0 0,0 1 1 0 0,2 1-1 0 0,-14 20 0 0 0,22-26 20 0 0,6-13-30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5.7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103 164 300 0 0,'0'0'1483'0'0,"-26"-21"409"0"0,0 3 110 0 0,21 16-1447 0 0,1-1-1 0 0,0 1 1 0 0,0-1 0 0 0,0 0 0 0 0,0 0 0 0 0,1 0 0 0 0,-1-1 0 0 0,1 1 0 0 0,0-1 0 0 0,0 0 0 0 0,-4-6 0 0 0,6 6-352 0 0,1 0-1 0 0,-1 0 1 0 0,1 1 0 0 0,0-1 0 0 0,0 0 0 0 0,1-7 0 0 0,0-3 108 0 0,-1 12-310 0 0,0 1 0 0 0,1 0 0 0 0,0-1 0 0 0,-1 1 0 0 0,1 0 0 0 0,0 0 0 0 0,-1 0 0 0 0,1 0 0 0 0,0 0 0 0 0,0 0 0 0 0,0 0 0 0 0,0 0 0 0 0,0 0 0 0 0,0 0 0 0 0,0 0 0 0 0,0 1 0 0 0,1-1 0 0 0,-1 0 0 0 0,0 1 0 0 0,0-1 0 0 0,1 1 0 0 0,-1-1 0 0 0,0 1 0 0 0,2-1 0 0 0,34-7 24 0 0,-21 7-4 0 0,-1 0 0 0 0,17 2-1 0 0,-15 0 4 0 0,0 1-1 0 0,0 1 0 0 0,22 7 0 0 0,-16-2-6 0 0,-1 1-1 0 0,1 1 1 0 0,-2 1 0 0 0,29 18-1 0 0,-24-9-7 0 0,0 0 0 0 0,-1 2-1 0 0,-1 0 1 0 0,-1 2 0 0 0,-1 0 0 0 0,-1 2-1 0 0,-1 0 1 0 0,27 50 0 0 0,1 16 27 0 0,52 137-1 0 0,-73-156-33 0 0,-2 2-1 0 0,25 136 0 0 0,-41-152 2 0 0,-2 0-1 0 0,-3 1 1 0 0,-3 0-1 0 0,-7 73 0 0 0,1-89 1 0 0,-2 0 0 0 0,-2 0 0 0 0,-2-1 0 0 0,-2-1 0 0 0,-1 0 0 0 0,-35 69-1 0 0,30-77 13 0 0,-2 0-1 0 0,-1 0 1 0 0,-2-2-1 0 0,-41 43 0 0 0,43-52-12 0 0,-2-1 0 0 0,-1-1 0 0 0,-51 34 0 0 0,63-47 1 0 0,0-1 1 0 0,-1 0-1 0 0,0-1 1 0 0,0 0 0 0 0,0-1-1 0 0,-1 0 1 0 0,0-2-1 0 0,0 1 1 0 0,0-2-1 0 0,-21 1 1 0 0,29-3-4 0 0,1 0 0 0 0,0 0-1 0 0,0-1 1 0 0,0 0 0 0 0,0-1 0 0 0,0 1 0 0 0,0-1-1 0 0,0 0 1 0 0,1 0 0 0 0,-1-1 0 0 0,0 0 0 0 0,1 0-1 0 0,0 0 1 0 0,0-1 0 0 0,0 0 0 0 0,0 1 0 0 0,1-2-1 0 0,-1 1 1 0 0,1 0 0 0 0,0-1 0 0 0,0 0 0 0 0,1 0-1 0 0,-1 0 1 0 0,1-1 0 0 0,1 1 0 0 0,-1-1 0 0 0,1 1-1 0 0,-1-1 1 0 0,0-7 0 0 0,-4-14-1 0 0,2 1 1 0 0,1-1-1 0 0,1 0 0 0 0,1 0 1 0 0,2 0-1 0 0,2-28 0 0 0,28-163 46 0 0,-26 197-33 0 0,1-5-10 0 0,0 1 0 0 0,2-1-1 0 0,1 1 1 0 0,1 1 0 0 0,2-1 0 0 0,22-38 0 0 0,-24 48-9 0 0,1 1 1 0 0,0 0 0 0 0,1 1 0 0 0,1 0 0 0 0,0 1 0 0 0,0 1-1 0 0,1 0 1 0 0,1 0 0 0 0,0 1 0 0 0,1 1 0 0 0,21-11 0 0 0,1 4-107 0 0,1 1 0 0 0,1 2 1 0 0,0 2-1 0 0,51-8 1 0 0,-45 13-2183 0 0,79-2 0 0 0,3 8-5875 0 0,-107-3 7080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6.5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468 284 660 0 0,'1'-7'448'0'0,"1"-2"8"0"0,0 0 1 0 0,-1 0-1 0 0,1 1 1 0 0,-2-1-1 0 0,1-1 1 0 0,-1 1-1 0 0,-1 0 1 0 0,0 0-1 0 0,0 1 1 0 0,-3-12-1 0 0,3 19-420 0 0,1 0-1 0 0,-1 0 0 0 0,1 0 0 0 0,-1 0 1 0 0,0 0-1 0 0,0 0 0 0 0,0 1 1 0 0,1-1-1 0 0,-1 0 0 0 0,0 0 1 0 0,0 1-1 0 0,0-1 0 0 0,0 0 0 0 0,0 1 1 0 0,0-1-1 0 0,0 1 0 0 0,-1-1 1 0 0,1 1-1 0 0,0 0 0 0 0,0-1 1 0 0,0 1-1 0 0,0 0 0 0 0,0 0 0 0 0,-1 0 1 0 0,1 0-1 0 0,0 0 0 0 0,0 0 1 0 0,0 0-1 0 0,-2 1 0 0 0,-37 8 391 0 0,33-7-245 0 0,-5 3 78 0 0,0 0-1 0 0,0 1 0 0 0,0 0 1 0 0,1 1-1 0 0,0 0 0 0 0,0 1 1 0 0,0 0-1 0 0,1 0 0 0 0,-13 15 1 0 0,0 4 404 0 0,0 0 0 0 0,-25 40 0 0 0,24-29-516 0 0,2 1 0 0 0,2 1 0 0 0,1 0 0 0 0,2 2 0 0 0,2 0 0 0 0,2 1 0 0 0,2 1 0 0 0,-11 75 0 0 0,17-79-142 0 0,2 0 0 0 0,1 1-1 0 0,7 71 1 0 0,0-67 1 0 0,3-1 0 0 0,1 0 0 0 0,24 65 0 0 0,-28-96 21 0 0,1 0 0 0 0,0 1 0 0 0,1-2 1 0 0,0 1-1 0 0,1-1 0 0 0,0 0 0 0 0,1-1 0 0 0,0 0 0 0 0,1 0 0 0 0,1-1 0 0 0,-1 0 0 0 0,1-1 1 0 0,1 0-1 0 0,0-1 0 0 0,13 7 0 0 0,-9-7 3 0 0,-1-2 1 0 0,2 1-1 0 0,-1-2 1 0 0,0 0-1 0 0,1-1 1 0 0,0-1-1 0 0,0 0 1 0 0,0-2-1 0 0,1 0 1 0 0,-1 0-1 0 0,19-3 1 0 0,-25 1-4 0 0,0-1 0 0 0,0-1 0 0 0,0 1 0 0 0,-1-1 0 0 0,1-1 0 0 0,-1 0 0 0 0,0-1 0 0 0,0 0 0 0 0,0 0 0 0 0,-1-1 0 0 0,0 0 0 0 0,0-1 0 0 0,-1 0 0 0 0,1 0 0 0 0,-1-1 0 0 0,-1 0 0 0 0,0 0 0 0 0,9-13 0 0 0,2-9-11 0 0,-1 0 0 0 0,-1-2 0 0 0,20-57 1 0 0,20-105 29 0 0,-27 64 52 0 0,-5 0-1 0 0,11-209 1 0 0,-35 328-100 0 0,0-1 0 0 0,0 0 1 0 0,-1 0-1 0 0,-1 0 1 0 0,0 0-1 0 0,0 0 0 0 0,-1 1 1 0 0,-1-1-1 0 0,0 1 0 0 0,0 0 1 0 0,-1 0-1 0 0,-9-13 0 0 0,5 10-4 0 0,-1 1 0 0 0,-1 0 0 0 0,0 1 0 0 0,-1 0 0 0 0,0 1 0 0 0,-1 0 0 0 0,0 1 0 0 0,-18-11 0 0 0,-4-1-96 0 0,-1 3 0 0 0,-1 1 0 0 0,0 1 1 0 0,-1 2-1 0 0,-1 2 0 0 0,0 1 0 0 0,-1 2 0 0 0,0 2 0 0 0,-64-4 1 0 0,24 9-702 0 0,45 3-2462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7.2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1 105 524 0 0,'0'-8'360'0'0,"2"0"0"0"0,-1 1-1 0 0,1-1 1 0 0,0 0 0 0 0,0 1-1 0 0,1 0 1 0 0,4-9 0 0 0,3-19 6706 0 0,-8 41-6340 0 0,28 220 1073 0 0,-20-123-1585 0 0,1 52-124 0 0,-5-64-25 0 0,-4-55-78 0 0,-2-16-258 0 0,2-1 1 0 0,0 1-1 0 0,6 20 0 0 0,-7-26-974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48.2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 12 156 0 0,'19'-11'12946'0'0,"-24"25"-12935"0"0,-15 101 353 0 0,-6 142 0 0 0,18-164-150 0 0,6-64-140 0 0,0 1-10 0 0,-8 39 0 0 0,10-51 53 0 0,0-8-158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0.4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426 121 56 0 0,'-10'-5'237'0'0,"-9"-5"121"0"0,7 2-41 0 0,-1 1 0 0 0,0 1 0 0 0,0 0 1 0 0,0 0-1 0 0,-1 1 0 0 0,0 1 0 0 0,0 1 0 0 0,0 0 0 0 0,0 0 1 0 0,0 2-1 0 0,-18-1 0 0 0,-12 2 1180 0 0,-46 0 2930 0 0,30 0-2065 0 0,43 1-1506 0 0,12 0-207 0 0,12-1-412 0 0,-3 0-228 0 0,0-1-1 0 0,0 0 0 0 0,0 0 0 0 0,0 0 0 0 0,-1 0 1 0 0,1-1-1 0 0,4-2 0 0 0,15-5-2 0 0,24-2 36 0 0,1 3-1 0 0,70-4 1 0 0,99 9-35 0 0,-144 3 5 0 0,278 11 334 0 0,-129-6-224 0 0,581 38 382 0 0,323 45 175 0 0,-880-85-436 0 0,-197-3-212 0 0,13-6 133 0 0,-61 6-180 0 0,19 3-76 0 0,-20-3 154 0 0,0 0-42 0 0,-3 0-216 0 0,-6 1-551 0 0,1 0 41 0 0,5 0 476 0 0,-37 0-5829 0 0,-50 10 0 0 0,62-8 4677 0 0,-3 2 153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2.1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762 315 16 0 0,'7'-95'13005'0'0,"-13"82"-12727"0"0,0 4-99 0 0,0 0 0 0 0,-1 1-1 0 0,0 0 1 0 0,-9-9 0 0 0,-11-12 46 0 0,18 19-103 0 0,3 3-43 0 0,-1-1-1 0 0,1 1 1 0 0,0-1 0 0 0,1-1 0 0 0,0 1 0 0 0,-5-12-1 0 0,8 15 12 0 0,1 3-49 0 0,0 0 0 0 0,0 0 0 0 0,1 0-1 0 0,-1 0 1 0 0,1-1 0 0 0,-1 1 0 0 0,1 0 0 0 0,0-1 0 0 0,-1 1-1 0 0,1 0 1 0 0,0-1 0 0 0,1 1 0 0 0,-1 0 0 0 0,1-5-1 0 0,1 6-35 0 0,-1 0-1 0 0,1 0 1 0 0,0 1-1 0 0,0-1 0 0 0,0 0 1 0 0,-1 1-1 0 0,1-1 0 0 0,0 1 1 0 0,0 0-1 0 0,0 0 1 0 0,0-1-1 0 0,0 1 0 0 0,0 0 1 0 0,0 1-1 0 0,-1-1 1 0 0,1 0-1 0 0,0 1 0 0 0,0-1 1 0 0,0 1-1 0 0,0-1 0 0 0,-1 1 1 0 0,1 0-1 0 0,0 0 1 0 0,0-1-1 0 0,1 3 0 0 0,3 0-8 0 0,0 1 1 0 0,0 0-1 0 0,0 0 0 0 0,-1 0 0 0 0,0 1 1 0 0,5 5-1 0 0,-1 1 1 0 0,-2 0 0 0 0,1 0 0 0 0,-2 1 0 0 0,1-1 0 0 0,-2 2-1 0 0,7 16 1 0 0,17 78 5 0 0,-17-49 4 0 0,-3 0-1 0 0,-3 1 1 0 0,-2-1-1 0 0,-3 1 1 0 0,-2 0 0 0 0,-17 109-1 0 0,6-105 2 0 0,-2-1 0 0 0,-4 0 1 0 0,-34 83-1 0 0,38-110-9 0 0,-3 0 1 0 0,0-1 0 0 0,-2-1 0 0 0,-2-1-1 0 0,-1-1 1 0 0,-40 44 0 0 0,49-62 3 0 0,0 0 0 0 0,-1-1 1 0 0,-1-1-1 0 0,0 0 1 0 0,0-1-1 0 0,-1 0 0 0 0,0-2 1 0 0,-1 0-1 0 0,0 0 1 0 0,0-2-1 0 0,-1 0 1 0 0,0-1-1 0 0,1-1 0 0 0,-2 0 1 0 0,-29 1-1 0 0,34-5 2 0 0,0 0 0 0 0,0-1 0 0 0,0-1 1 0 0,0 0-1 0 0,0-1 0 0 0,0 0 0 0 0,0-1 0 0 0,1-1 0 0 0,-1 0 0 0 0,1-1 0 0 0,0 0 0 0 0,-13-10 1 0 0,20 13-1 0 0,0-1 0 0 0,1 0 0 0 0,0 0 0 0 0,0-1 0 0 0,0 0 0 0 0,1 1 0 0 0,-1-2 0 0 0,1 1 0 0 0,0 0 0 0 0,1-1 0 0 0,-1 0 0 0 0,1 0 0 0 0,0 0 0 0 0,1 0 0 0 0,-1 0 0 0 0,1 0 0 0 0,1-1 0 0 0,-1 1 0 0 0,1-1 0 0 0,0 0 0 0 0,0 1 0 0 0,1-1 0 0 0,0 0 0 0 0,0 1-1 0 0,1-1 1 0 0,0 0 0 0 0,2-10 0 0 0,2 2-10 0 0,0 0-1 0 0,2 0 1 0 0,-1 0-1 0 0,2 0 1 0 0,0 1-1 0 0,1 1 1 0 0,0-1-1 0 0,1 1 1 0 0,14-14-1 0 0,5-3 24 0 0,2 1 1 0 0,46-33-1 0 0,-38 35-22 0 0,2 1 1 0 0,1 2-1 0 0,84-35 0 0 0,143-33-806 0 0,-218 76 437 0 0,-17 5-1045 0 0,41-6 1 0 0,-58 14-677 0 0,1 1 1 0 0,0 0 0 0 0,0 2-1 0 0,22 2 1 0 0,-28 0 945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3.4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135 401 396 0 0,'18'-18'1701'0'0,"-1"0"0"0"0,19-29 0 0 0,-33 43-1166 0 0,0-1-1 0 0,0 0 1 0 0,-1 1 0 0 0,0-1-1 0 0,0 0 1 0 0,0-1 0 0 0,-1 1-1 0 0,0 0 1 0 0,2-10-1 0 0,-1-52 2593 0 0,-3 42-2706 0 0,-5 0-7 0 0,6 24-394 0 0,0 2-23 0 0,-4 3-1 0 0,1 0 0 0 0,0 0 0 0 0,0 0-1 0 0,0 1 1 0 0,1-1 0 0 0,0 1 0 0 0,-1 0 0 0 0,1 0 0 0 0,-1 5 0 0 0,-3 7 1 0 0,-26 67 23 0 0,-22 92 1 0 0,12-33-2 0 0,2 0 13 0 0,34-119-31 0 0,3-12 0 0 0,0-1-7 0 0,0 0 1 0 0,1 0-1 0 0,-1 16 0 0 0,2-26 10 0 0,1 0-1 0 0,0 0 1 0 0,0-1-1 0 0,0 1 0 0 0,1 0 1 0 0,-1 0-1 0 0,0 0 1 0 0,0 0-1 0 0,0 0 0 0 0,1-1 1 0 0,-1 1-1 0 0,0 0 1 0 0,1 0-1 0 0,-1 0 0 0 0,0-1 1 0 0,1 1-1 0 0,-1 0 1 0 0,1-1-1 0 0,0 1 0 0 0,-1 0 1 0 0,1-1-1 0 0,-1 1 1 0 0,1-1-1 0 0,0 1 0 0 0,-1-1 1 0 0,1 1-1 0 0,0-1 1 0 0,1 1-1 0 0,0 0 0 0 0,0-1 0 0 0,1 0 0 0 0,-1 1 1 0 0,0-1-1 0 0,0 0 0 0 0,1 0 0 0 0,-1 0 0 0 0,0-1 0 0 0,0 1 0 0 0,0-1 0 0 0,3 0 1 0 0,4-2 3 0 0,0 0 1 0 0,0-1 0 0 0,0 0 0 0 0,10-7 0 0 0,19-15 16 0 0,-2-2 1 0 0,-1-1-1 0 0,-1-2 0 0 0,58-69 1 0 0,-84 90 0 0 0,-3 4-13 0 0,-1 0 1 0 0,1 1-1 0 0,0-1 0 0 0,0 1 0 0 0,11-8 0 0 0,-15 13-36 0 0,10 8-1 0 0,-5 0 27 0 0,0 1-1 0 0,-1 0 0 0 0,0 0 1 0 0,6 18-1 0 0,8 14-1 0 0,-6-18 11 0 0,1 4-24 0 0,1-1-1 0 0,24 30 1 0 0,-33-48 30 0 0,0-1 0 0 0,1-1 0 0 0,-1 1 0 0 0,1-1 0 0 0,1 0 0 0 0,-1-1 0 0 0,1 0 0 0 0,0 0 0 0 0,0 0 0 0 0,0-1 0 0 0,17 5 0 0 0,-15-6 23 0 0,0-1 1 0 0,0 0-1 0 0,0-1 0 0 0,0 0 0 0 0,0 0 1 0 0,0-1-1 0 0,0-1 0 0 0,0 1 0 0 0,0-2 0 0 0,0 1 1 0 0,0-2-1 0 0,0 1 0 0 0,0-1 0 0 0,-1-1 1 0 0,1 1-1 0 0,-1-2 0 0 0,0 1 0 0 0,0-1 1 0 0,10-9-1 0 0,-8 7-3 0 0,-2-2 0 0 0,1 1 0 0 0,-1-1 0 0 0,-1 0-1 0 0,1-1 1 0 0,-2 0 0 0 0,1-1 0 0 0,-1 1 0 0 0,-1-1 0 0 0,0-1 0 0 0,-1 1 0 0 0,0-1 0 0 0,0 0 0 0 0,-2 0 0 0 0,4-13 0 0 0,-1-13-29 0 0,-2 0 0 0 0,-1 0 0 0 0,-4-64 0 0 0,-23-112 15 0 0,-10 45-27 0 0,30 150-176 0 0,-1 0 0 0 0,-9-21-1 0 0,12 35-7 0 0,-43 59-11095 0 0,44-51 10856 0 0,-13 35-2376 0 0,8-17 1634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4.0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55 124 552 0 0,'17'-13'1770'0'0,"3"-11"1664"0"0,-17 19-2727 0 0,0 0 1 0 0,-1 0-1 0 0,1-1 0 0 0,-1 1 1 0 0,-1-1-1 0 0,1 0 0 0 0,-1 1 1 0 0,0-1-1 0 0,0 0 0 0 0,-1 0 1 0 0,1-7-1 0 0,-1 13-677 0 0,0 0 0 0 0,0-1 0 0 0,0 1 0 0 0,0-1 0 0 0,0 1 0 0 0,0-1 0 0 0,0 1 0 0 0,0-1 0 0 0,0 1 0 0 0,0-1 0 0 0,0 1 0 0 0,0-1 0 0 0,0 1 0 0 0,-1-1 0 0 0,1 1 1 0 0,0-1-1 0 0,0 1 0 0 0,-1-1 0 0 0,1 1 0 0 0,0-1 0 0 0,0 1 0 0 0,-1 0 0 0 0,1-1 0 0 0,0 1 0 0 0,-1 0 0 0 0,0-1 0 0 0,1 1-23 0 0,-1 0-1 0 0,1 1 1 0 0,-1-1 0 0 0,1 0 0 0 0,-1 1-1 0 0,1-1 1 0 0,-1 1 0 0 0,1-1 0 0 0,0 1-1 0 0,-1-1 1 0 0,1 1 0 0 0,0-1 0 0 0,-1 1-1 0 0,1-1 1 0 0,0 1 0 0 0,0-1 0 0 0,-1 1-1 0 0,1-1 1 0 0,0 1 0 0 0,0 0 0 0 0,0-1-1 0 0,0 1 1 0 0,0 0 0 0 0,-17 64 5 0 0,1 10-17 0 0,3 0 0 0 0,-3 77 0 0 0,0-1 26 0 0,6-63 38 0 0,8-63-35 0 0,1-10-43 0 0,0-1 1 0 0,-6 23-1 0 0,6-16-126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4.75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214 422 108 0 0,'3'-3'449'0'0,"-1"0"0"0"0,-1 0 1 0 0,1 0-1 0 0,0 0 0 0 0,-1-1 0 0 0,1 1 0 0 0,-1 0 0 0 0,0-1 1 0 0,0 1-1 0 0,0-1 0 0 0,-1 1 0 0 0,1-1 0 0 0,-1 1 1 0 0,0-1-1 0 0,0 0 0 0 0,-1-4 0 0 0,1 8-425 0 0,0 0 0 0 0,0 0 0 0 0,0 0 0 0 0,0 0 0 0 0,-1 0 0 0 0,1-1 0 0 0,0 1 0 0 0,0 0 0 0 0,-1 0 0 0 0,1 0 0 0 0,0 0 0 0 0,0 0 0 0 0,0 0 0 0 0,-1 0 0 0 0,1 0 0 0 0,0 0 0 0 0,0 0 0 0 0,-1 0 0 0 0,1 0 0 0 0,0 0 0 0 0,0 0 0 0 0,-1 0 0 0 0,1 0 0 0 0,0 0 0 0 0,0 0 0 0 0,0 0 0 0 0,-1 1 0 0 0,1-1 1 0 0,0 0-1 0 0,0 0 0 0 0,-1 0 0 0 0,1 0 0 0 0,0 0 0 0 0,0 1 0 0 0,0-1 0 0 0,0 0 0 0 0,-1 0 0 0 0,1 1 0 0 0,-10 5 318 0 0,-2 4 44 0 0,0 1 0 0 0,1 0-1 0 0,0 1 1 0 0,0 0 0 0 0,2 1 0 0 0,-11 15 0 0 0,0 7 375 0 0,-21 46 0 0 0,31-58-682 0 0,1 1 1 0 0,2-1 0 0 0,0 1-1 0 0,1 1 1 0 0,-4 35-1 0 0,9-46-64 0 0,0 1 0 0 0,1-1 0 0 0,0 0 0 0 0,1 1-1 0 0,1-1 1 0 0,0 0 0 0 0,1 0 0 0 0,0 0 0 0 0,1-1 0 0 0,12 27 0 0 0,-12-32 12 0 0,1 0 0 0 0,0 0 1 0 0,1 0-1 0 0,0-1 1 0 0,0 1-1 0 0,1-1 1 0 0,0-1-1 0 0,0 1 0 0 0,0-1 1 0 0,1-1-1 0 0,0 1 1 0 0,0-1-1 0 0,0-1 1 0 0,1 0-1 0 0,0 0 0 0 0,-1 0 1 0 0,1-1-1 0 0,1 0 1 0 0,-1-1-1 0 0,0 0 1 0 0,1-1-1 0 0,-1 1 0 0 0,1-2 1 0 0,-1 1-1 0 0,1-2 1 0 0,-1 1-1 0 0,1-1 1 0 0,-1-1-1 0 0,1 1 0 0 0,-1-2 1 0 0,0 1-1 0 0,0-1 1 0 0,0-1-1 0 0,0 1 1 0 0,-1-2-1 0 0,10-5 0 0 0,-3 0-3 0 0,-1-2 0 0 0,1 0 0 0 0,-2-1-1 0 0,0 0 1 0 0,0-1 0 0 0,-2 0-1 0 0,1-1 1 0 0,-2 0 0 0 0,0-1 0 0 0,-1 0-1 0 0,0-1 1 0 0,5-18 0 0 0,3-7 5 0 0,-3-2 1 0 0,-2 0-1 0 0,12-81 0 0 0,-17 72-14 0 0,-2-1-1 0 0,-2-57 0 0 0,-4 90-11 0 0,0-1 1 0 0,-2 1-1 0 0,0 0 1 0 0,-2 0-1 0 0,0 0 1 0 0,-1 1-1 0 0,-1-1 1 0 0,-12-22-1 0 0,14 33-37 0 0,-1 0 0 0 0,-1 0 0 0 0,0 1 0 0 0,0 0 0 0 0,0 0-1 0 0,-1 0 1 0 0,-1 1 0 0 0,1 0 0 0 0,-1 1 0 0 0,-1 0 0 0 0,1 1-1 0 0,-20-11 1 0 0,21 14 2 0 0,0-1-1 0 0,-1 1 0 0 0,0 1 1 0 0,1 0-1 0 0,-1 0 0 0 0,0 0 1 0 0,0 1-1 0 0,0 1 1 0 0,0 0-1 0 0,0 0 0 0 0,0 0 1 0 0,0 1-1 0 0,0 0 0 0 0,0 1 1 0 0,0 0-1 0 0,0 1 1 0 0,-9 3-1 0 0,2 1-519 0 0,0 1 0 0 0,1 1-1 0 0,0 0 1 0 0,1 1 0 0 0,0 0 0 0 0,0 1 0 0 0,-20 22-1 0 0,10-6-2004 0 0,1 1-1 0 0,-33 53 1 0 0,38-52 1201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5.1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55 164 0 0,'4'1'446'0'0,"0"0"0"0"0,1-1-1 0 0,-1 1 1 0 0,1-1 0 0 0,-1 0 0 0 0,0 0-1 0 0,1-1 1 0 0,-1 1 0 0 0,0-1 0 0 0,1 0-1 0 0,7-3 1 0 0,44-21 2214 0 0,-53 23-2452 0 0,38-22 5296 0 0,-41 25-5477 0 0,-2 8 392 0 0,-11 20-693 0 0,10-22 436 0 0,-72 197-56 0 0,45-114-282 0 0,20-59-2509 0 0,-11 56-1 0 0,21-85 2470 0 0,-1 0 0 0 0,1 0 1 0 0,0 0-1 0 0,0 0 0 0 0,1-1 0 0 0,-1 1 0 0 0,0 0 0 0 0,1 0 1 0 0,-1 0-1 0 0,1-1 0 0 0,-1 1 0 0 0,1 0 0 0 0,0 0 0 0 0,0-1 0 0 0,-1 1 1 0 0,1-1-1 0 0,1 1 0 0 0,-1-1 0 0 0,0 1 0 0 0,0-1 0 0 0,3 3 1 0 0,-1-2-69 0 0,0 0 1 0 0,0 1 0 0 0,1-1 0 0 0,-1 0 0 0 0,1 0-1 0 0,0-1 1 0 0,-1 1 0 0 0,1-1 0 0 0,4 1-1 0 0,9 1-505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5.7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228 646 592 0 0,'9'-4'516'0'0,"-1"0"0"0"0,0-1 1 0 0,0 1-1 0 0,-1-1 0 0 0,11-10 0 0 0,-15 13-313 0 0,0 0 0 0 0,-1-1 1 0 0,0 0-1 0 0,0 1 0 0 0,0-1 0 0 0,0 0 0 0 0,0 0 1 0 0,0 0-1 0 0,-1-1 0 0 0,1 1 0 0 0,-1 0 0 0 0,0 0 1 0 0,0-1-1 0 0,0 1 0 0 0,-1-1 0 0 0,1 1 0 0 0,-1-5 1 0 0,0 1 95 0 0,0 0 1 0 0,0 0-1 0 0,-1 0 0 0 0,0 0 1 0 0,-1 0-1 0 0,1 1 1 0 0,-1-1-1 0 0,-1 0 1 0 0,1 1-1 0 0,-1-1 1 0 0,0 1-1 0 0,-1 0 1 0 0,1 0-1 0 0,-1 0 1 0 0,0 1-1 0 0,-1-1 0 0 0,0 1 1 0 0,1 0-1 0 0,-2 0 1 0 0,-6-5-1 0 0,8 7-274 0 0,-1 0-1 0 0,0 1 0 0 0,1 0 1 0 0,-1 0-1 0 0,0 0 0 0 0,0 0 1 0 0,0 1-1 0 0,0 0 1 0 0,0 0-1 0 0,0 0 0 0 0,-1 1 1 0 0,1 0-1 0 0,0 0 0 0 0,0 0 1 0 0,-1 1-1 0 0,1-1 0 0 0,0 1 1 0 0,-6 2-1 0 0,4-1-19 0 0,0 1 1 0 0,1 0-1 0 0,-1 0 0 0 0,1 1 1 0 0,0 0-1 0 0,0 0 0 0 0,0 0 1 0 0,1 0-1 0 0,-1 1 0 0 0,1 0 1 0 0,0 0-1 0 0,-8 12 0 0 0,6-7-1 0 0,-1 1 0 0 0,2-1 0 0 0,-1 1 0 0 0,1 0 1 0 0,1 1-1 0 0,0 0 0 0 0,1 0 0 0 0,0 0 0 0 0,1 0 0 0 0,0 0 0 0 0,1 1 0 0 0,1-1 0 0 0,-1 1 0 0 0,2 22 0 0 0,1-32-5 0 0,-1 1 0 0 0,1-1 0 0 0,-1 1-1 0 0,1-1 1 0 0,0 0 0 0 0,0 1 0 0 0,1-1 0 0 0,-1 0 0 0 0,1 0-1 0 0,0 1 1 0 0,-1-1 0 0 0,1-1 0 0 0,1 1 0 0 0,-1 0 0 0 0,0 0 0 0 0,1-1-1 0 0,3 4 1 0 0,-2-3 4 0 0,0-1 0 0 0,1 0-1 0 0,-1 1 1 0 0,0-2-1 0 0,1 1 1 0 0,-1 0 0 0 0,1-1-1 0 0,0 0 1 0 0,-1 0 0 0 0,1 0-1 0 0,8 0 1 0 0,-4-1 1 0 0,1 0 0 0 0,-1-1 0 0 0,1 0 0 0 0,-1-1 1 0 0,0 0-1 0 0,0 0 0 0 0,0-1 0 0 0,0 0 0 0 0,0 0 0 0 0,0-1 0 0 0,-1 0 0 0 0,13-9 1 0 0,-3-1 12 0 0,-1-2 0 0 0,-1 0 0 0 0,0-1 0 0 0,-1-1 0 0 0,18-26 0 0 0,54-104 30 0 0,-60 96 21 0 0,-3-2 0 0 0,-2 0 0 0 0,29-112 0 0 0,-47 149-30 0 0,0-1-1 0 0,-2 0 1 0 0,2-31 0 0 0,-4 48-47 0 0,-9 17-32 0 0,-90 181 226 0 0,80-151-126 0 0,1 2-1 0 0,-14 67 1 0 0,13-31-523 0 0,5 0 0 0 0,3 1 0 0 0,0 91 1 0 0,11-173-1 0 0,0 0 0 0 0,0 0 0 0 0,1 0 1 0 0,-1 1-1 0 0,1-1 0 0 0,-1 0 0 0 0,1 0 1 0 0,0 0-1 0 0,2 4 0 0 0,36 12-7551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57.4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106 142 444 0 0,'-23'-26'2069'0'0,"0"-2"0"0"0,-31-49 0 0 0,48 67-1015 0 0,11 11-605 0 0,3 2-372 0 0,226 72 2518 0 0,238 15-1683 0 0,-155-45-806 0 0,-310-44-106 0 0,424 50 519 0 0,-410-50-293 0 0,25 4 102 0 0,-45-4-330 0 0,-1-1-1 0 0,1 1 1 0 0,0-1 0 0 0,0 1 0 0 0,-1-1 0 0 0,1 1 0 0 0,0 0 0 0 0,0-1 0 0 0,-1 1 0 0 0,1 0 0 0 0,-1 0 0 0 0,1-1 0 0 0,-1 1 0 0 0,1 0 0 0 0,-1 0 0 0 0,1 0 0 0 0,-1 0 0 0 0,0 0 0 0 0,1-1 0 0 0,-1 1 0 0 0,0 0 0 0 0,0 0 0 0 0,0 0 0 0 0,0 1 0 0 0,2 31 109 0 0,-2-19-59 0 0,4 68 141 0 0,-10 118 1 0 0,-1-24-63 0 0,-1 26 60 0 0,-1 2-31 0 0,4 325 374 0 0,-66 399-125 0 0,31-529-259 0 0,21-223-89 0 0,-89 599 237 0 0,-46-170-69 0 0,117-508-179 0 0,-52 97-1 0 0,59-140-44 0 0,18-34 14 0 0,1 1 0 0 0,-10 25 0 0 0,7-11-4 0 0,2 1-1 0 0,2 1 1 0 0,-11 68 0 0 0,18-80 35 0 0,0-7 73 0 0,2 0-1 0 0,0 0 1 0 0,3 34-1 0 0,13 51 34 0 0,-4-77 4458 0 0,-141-34-6937 0 0,-205 8-13419 0 0,286 0 13746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48.8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4 280 0 0,'29'-2'14866'0'0,"-19"1"-13547"0"0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0.5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201 64 132 0 0,'-68'15'14950'0'0,"67"-27"-14799"0"0,1 10-142 0 0,0 0 0 0 0,0 0-1 0 0,0 0 1 0 0,0 1 0 0 0,1-1-1 0 0,-1 0 1 0 0,1 0 0 0 0,-1 1-1 0 0,1-1 1 0 0,0 0 0 0 0,-1 1-1 0 0,1-1 1 0 0,0 0 0 0 0,0 1-1 0 0,0-1 1 0 0,0 1 0 0 0,0 0-1 0 0,1-1 1 0 0,-1 1 0 0 0,0 0-1 0 0,1 0 1 0 0,1-2 0 0 0,3 0-5 0 0,-1 0 0 0 0,1 1 0 0 0,0 0 0 0 0,0 0 0 0 0,11-2 0 0 0,0 0-2 0 0,0 1 1 0 0,0 0-1 0 0,1 1 0 0 0,31 2 1 0 0,-42 0 3 0 0,1 1 1 0 0,-1 0-1 0 0,0 1 0 0 0,1 0 1 0 0,-1 0-1 0 0,0 1 1 0 0,0-1-1 0 0,0 1 1 0 0,0 1-1 0 0,-1 0 0 0 0,1 0 1 0 0,-1 0-1 0 0,9 8 1 0 0,-3 0-10 0 0,0 1 0 0 0,-1 1 1 0 0,0 0-1 0 0,-1 1 0 0 0,-1 0 0 0 0,0 0 1 0 0,-1 1-1 0 0,-1 0 0 0 0,7 20 1 0 0,5 24-1 0 0,13 75 0 0 0,-26-108 14 0 0,18 104 7 0 0,5 187 237 0 0,-29-105-20 0 0,-8-88-116 0 0,-1-42-83 0 0,9-83-36 0 0,-10 66-17 0 0,-2-2-1 0 0,-3 0 1 0 0,-28 75-1 0 0,31-108 24 0 0,-1-1 0 0 0,-1 0 0 0 0,-2-1 0 0 0,-1 0 0 0 0,-2-2 0 0 0,0 0 0 0 0,-2-1 0 0 0,0-1 0 0 0,-2-1 0 0 0,-48 39-1 0 0,61-55 2 0 0,-1-1-1 0 0,0 0 0 0 0,-1 0 0 0 0,1-1 0 0 0,-1-1 0 0 0,0 0 0 0 0,-1 0 0 0 0,1-1 0 0 0,-1-1 0 0 0,0 0 0 0 0,-17 1 0 0 0,26-4-4 0 0,-1 1-1 0 0,0-1 1 0 0,0 0 0 0 0,0-1 0 0 0,0 1-1 0 0,1-1 1 0 0,-1 0 0 0 0,0 0 0 0 0,1 0-1 0 0,-1-1 1 0 0,0 0 0 0 0,1 0 0 0 0,0 0-1 0 0,-1 0 1 0 0,1-1 0 0 0,0 1 0 0 0,0-1-1 0 0,1 0 1 0 0,-1 0 0 0 0,0-1 0 0 0,1 1-1 0 0,0-1 1 0 0,0 0 0 0 0,0 1 0 0 0,0-1-1 0 0,1-1 1 0 0,-1 1 0 0 0,1 0 0 0 0,0-1-1 0 0,1 1 1 0 0,-1-1 0 0 0,1 1 0 0 0,-2-7-1 0 0,1-3-1 0 0,0-1-1 0 0,1 1 0 0 0,0 0 0 0 0,1-1 0 0 0,0 1 1 0 0,2 0-1 0 0,0-1 0 0 0,0 1 0 0 0,9-26 0 0 0,2 1-2 0 0,2 0-1 0 0,23-40 0 0 0,-13 34 25 0 0,1 2 0 0 0,3 0-1 0 0,52-59 1 0 0,117-102 111 0 0,60-22 85 0 0,-106 122 89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1.16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340 170 656 0 0,'4'-12'904'0'0,"-2"-1"0"0"0,1 0 0 0 0,-2 0 0 0 0,1-15 0 0 0,-2-26 2352 0 0,0 28-946 0 0,0 16-429 0 0,-6 18-1575 0 0,-5 16-5 0 0,1 0-1 0 0,2 1 1 0 0,0 0-1 0 0,-6 43 1 0 0,3-19-26 0 0,-41 203 288 0 0,26-115-400 0 0,-63 197 0 0 0,77-299-80 0 0,-3 1 1 0 0,0-2-1 0 0,-28 45 0 0 0,28-66 244 0 0,15-13-321 0 0,-1 1 0 0 0,1-1 0 0 0,-1 0 0 0 0,1 0 0 0 0,-1 0 0 0 0,1 1 0 0 0,-1-1 0 0 0,1 0 0 0 0,-1 0 0 0 0,1 0 0 0 0,-1 0 0 0 0,1 0 0 0 0,-1 0 0 0 0,1 0 0 0 0,-1 0-1 0 0,1 0 1 0 0,-1 0 0 0 0,1-1 0 0 0,-1 1 0 0 0,1 0 0 0 0,-1 0 0 0 0,1 0 0 0 0,0-1 0 0 0,-1 1 0 0 0,1 0 0 0 0,-1 0 0 0 0,1-1 0 0 0,0 1 0 0 0,-1 0 0 0 0,1-1 0 0 0,-1 1 0 0 0,1-1 0 0 0,0 1 0 0 0,0 0 0 0 0,-1-2 0 0 0,1 0-10 0 0,1 0 0 0 0,-1 0 0 0 0,1 0 1 0 0,0 0-1 0 0,0 0 0 0 0,0 0 0 0 0,0 0 0 0 0,0 1 1 0 0,0-1-1 0 0,0 0 0 0 0,1 0 0 0 0,-1 1 0 0 0,4-3 1 0 0,7-7 17 0 0,1 0 0 0 0,1 1 0 0 0,0 1 0 0 0,0 0 0 0 0,1 1 0 0 0,0 1 0 0 0,1 0 0 0 0,-1 1 1 0 0,1 1-1 0 0,17-4 0 0 0,-11 5-13 0 0,1 1-1 0 0,-1 1 1 0 0,1 1 0 0 0,0 1-1 0 0,-1 1 1 0 0,35 5 0 0 0,150 31 62 0 0,-60-10-1503 0 0,-49-13-2349 0 0,-70-5-418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1.8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323 173 740 0 0,'-6'4'602'0'0,"-1"-1"1"0"0,1 1-1 0 0,0-1 0 0 0,-13 3 0 0 0,-4 0 543 0 0,-30 3-1 0 0,-15 5 755 0 0,47-8-1306 0 0,-44 16 873 0 0,59-20-1266 0 0,0 1 1 0 0,1 0-1 0 0,0 1 0 0 0,-10 7 0 0 0,14-10-169 0 0,0-1 0 0 0,0 1 0 0 0,1-1 0 0 0,-1 1 0 0 0,0 0 0 0 0,1-1 0 0 0,-1 1 0 0 0,0 0 0 0 0,1 0 0 0 0,-1-1 0 0 0,1 1 0 0 0,-1 0 0 0 0,1 0-1 0 0,-1 0 1 0 0,1 0 0 0 0,0 0 0 0 0,0-1 0 0 0,-1 1 0 0 0,1 0 0 0 0,0 0 0 0 0,0 0 0 0 0,0 0 0 0 0,0 0 0 0 0,0 0 0 0 0,0 0 0 0 0,0 1 0 0 0,1-1 50 0 0,0 0 0 0 0,-1 0 0 0 0,1 1 0 0 0,0-1 0 0 0,0 0 0 0 0,0 0 0 0 0,0-1 0 0 0,0 1-1 0 0,0 0 1 0 0,0 0 0 0 0,0 0 0 0 0,0-1 0 0 0,1 1 0 0 0,-1-1 0 0 0,0 1 0 0 0,2 0 0 0 0,5 2 264 0 0,1-1 0 0 0,0 0 0 0 0,0 0 1 0 0,13 0-1 0 0,79-2 512 0 0,50-12-330 0 0,-76 5-279 0 0,307-30 411 0 0,191-36-254 0 0,-172 12 152 0 0,68-10-96 0 0,0 27-374 0 0,-79 30-196 0 0,-129 12 228 0 0,-252 2-137 0 0,-1 0 7 0 0,0 0 0 0 0,0 0 0 0 0,12 3 0 0 0,-18-3 8 0 0,0 1-1 0 0,0-1 1 0 0,0 1-1 0 0,0 0 1 0 0,-1-1-1 0 0,1 1 1 0 0,0 0-1 0 0,-1 0 1 0 0,1 0-1 0 0,-1 1 0 0 0,1-1 1 0 0,-1 0-1 0 0,1 0 1 0 0,-1 1-1 0 0,0-1 1 0 0,0 1-1 0 0,0-1 1 0 0,0 1-1 0 0,2 3 1 0 0,-2-3-49 0 0,1 0 1 0 0,-1 1 0 0 0,0-1-1 0 0,0 0 1 0 0,-1 1 0 0 0,1-1-1 0 0,0 1 1 0 0,-1 0 0 0 0,0-1-1 0 0,1 1 1 0 0,-1 4 0 0 0,-1-6 6 0 0,0 0 0 0 0,1 0 1 0 0,-1 0-1 0 0,0 0 0 0 0,0 0 1 0 0,0 0-1 0 0,0 0 0 0 0,0 0 1 0 0,0 0-1 0 0,0-1 0 0 0,0 1 1 0 0,0 0-1 0 0,0-1 0 0 0,0 1 1 0 0,0-1-1 0 0,-1 0 0 0 0,1 1 1 0 0,0-1-1 0 0,0 0 0 0 0,0 1 1 0 0,-1-1-1 0 0,1 0 0 0 0,0 0 1 0 0,-3 0-1 0 0,-29 2-3075 0 0,0-1 0 0 0,-59-6-1 0 0,11 0-1209 0 0,29 4 2354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3.0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21 301 596 0 0,'38'-45'10687'0'0,"-39"43"-10260"0"0,-2-7-150 0 0,-8-5 988 0 0,9 12-1120 0 0,0 0 0 0 0,0 0 0 0 0,0-1 0 0 0,1 1 0 0 0,-1 0 0 0 0,1-1 0 0 0,-1 1 0 0 0,1-1 0 0 0,0 1 0 0 0,0-1 0 0 0,0 0 0 0 0,0 1 0 0 0,0-5 0 0 0,1 7-142 0 0,0-6 62 0 0,-1 0 0 0 0,2 0 0 0 0,-1 1 0 0 0,1-1-1 0 0,0 0 1 0 0,0 1 0 0 0,0-1 0 0 0,1 1 0 0 0,3-9-1 0 0,1 1 56 0 0,-4 6-101 0 0,1 0-1 0 0,0 1 1 0 0,0-1-1 0 0,1 1 1 0 0,-1 0-1 0 0,1 0 0 0 0,1 0 1 0 0,-1 1-1 0 0,1-1 1 0 0,8-6-1 0 0,-6 7 5 0 0,0 0 0 0 0,0 0-1 0 0,1 0 1 0 0,-1 1 0 0 0,1 0 0 0 0,1 1-1 0 0,12-4 1 0 0,-18 6-24 0 0,0 1 1 0 0,0-1-1 0 0,0 1 0 0 0,0 0 1 0 0,0 0-1 0 0,0 0 0 0 0,0 0 0 0 0,1 1 1 0 0,-1-1-1 0 0,0 1 0 0 0,0 0 1 0 0,0 0-1 0 0,0 0 0 0 0,0 0 0 0 0,-1 0 1 0 0,1 1-1 0 0,0-1 0 0 0,0 1 1 0 0,-1 0-1 0 0,1-1 0 0 0,-1 1 0 0 0,0 1 1 0 0,1-1-1 0 0,2 4 0 0 0,11 14 4 0 0,0 2 0 0 0,-1 0-1 0 0,22 45 1 0 0,22 80 210 0 0,-38-81-210 0 0,-3 1 0 0 0,-3 0 0 0 0,-3 2 0 0 0,6 125 1 0 0,-18-116 38 0 0,-2 1 0 0 0,-14 79 0 0 0,1-66-71 0 0,-48 168 1 0 0,52-226-9 0 0,-2-1 0 0 0,-1 0 0 0 0,-22 37 0 0 0,28-57 34 0 0,0 0 0 0 0,-1-1 0 0 0,-1 0 0 0 0,0 0 0 0 0,0-1 0 0 0,-1-1 0 0 0,0 1 1 0 0,-1-2-1 0 0,0 0 0 0 0,-15 9 0 0 0,22-15 6 0 0,-1-1 0 0 0,1 0-1 0 0,0 0 1 0 0,-1 0 0 0 0,1-1 0 0 0,-1 0 0 0 0,0 0 0 0 0,1 0 0 0 0,-1-1-1 0 0,0 0 1 0 0,0 0 0 0 0,1 0 0 0 0,-1-1 0 0 0,0 0 0 0 0,1 0 0 0 0,-1 0-1 0 0,-7-3 1 0 0,10 2-3 0 0,-1 1 1 0 0,1-1-1 0 0,-1 0 0 0 0,1 0 0 0 0,0 0 0 0 0,0 0 0 0 0,0 0 0 0 0,0-1 0 0 0,0 1 1 0 0,1-1-1 0 0,-1 0 0 0 0,1 1 0 0 0,-1-2 0 0 0,1 1 0 0 0,0 0 0 0 0,0 0 0 0 0,1 0 0 0 0,-1-1 1 0 0,1 1-1 0 0,-1-1 0 0 0,1 0 0 0 0,0 1 0 0 0,1-1 0 0 0,-1 0 0 0 0,0 1 0 0 0,1-8 1 0 0,1-9 57 0 0,1-1 0 0 0,0 1 0 0 0,2-1 1 0 0,1 1-1 0 0,12-37 0 0 0,2 11 132 0 0,31-56 1 0 0,-16 44-156 0 0,3 2 1 0 0,3 1 0 0 0,2 2 0 0 0,2 3 0 0 0,54-49 0 0 0,-31 38-963 0 0,-28 34-1541 0 0,-1 7-3963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4.2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14 283 532 0 0,'2'-4'381'0'0,"0"1"0"0"0,0-1 1 0 0,0 0-1 0 0,0 0 0 0 0,-1 0 0 0 0,1-5 0 0 0,9-18 1074 0 0,16-35 4088 0 0,-29 32-349 0 0,-4 41-5111 0 0,-5 28-35 0 0,2 0-1 0 0,-6 52 0 0 0,1 83 71 0 0,12-133-104 0 0,-4 274-53 0 0,7-301 56 0 0,0-1-1 0 0,0 1 1 0 0,1-1-1 0 0,1 0 0 0 0,0 1 1 0 0,9 22-1 0 0,-11-35-6 0 0,-1 0-1 0 0,1 0 1 0 0,0 0-1 0 0,0 0 1 0 0,0-1-1 0 0,0 1 1 0 0,0 0-1 0 0,0 0 1 0 0,0-1-1 0 0,0 1 1 0 0,0-1-1 0 0,0 1 1 0 0,1-1-1 0 0,-1 1 1 0 0,0-1-1 0 0,0 0 0 0 0,0 0 1 0 0,1 1-1 0 0,-1-1 1 0 0,0 0-1 0 0,0 0 1 0 0,1 0-1 0 0,-1 0 1 0 0,0 0-1 0 0,0-1 1 0 0,1 1-1 0 0,-1 0 1 0 0,0-1-1 0 0,0 1 1 0 0,0-1-1 0 0,1 1 1 0 0,-1-1-1 0 0,1 0 1 0 0,5-3 18 0 0,0 1 0 0 0,0-1 1 0 0,-1 0-1 0 0,8-6 0 0 0,2-4 14 0 0,-1-1-1 0 0,0 0 0 0 0,24-34 1 0 0,30-58 221 0 0,-46 79-235 0 0,-20 25-18 0 0,0 0 0 0 0,0 0 0 0 0,0-1-1 0 0,0 1 1 0 0,-1-1 0 0 0,1 0 0 0 0,-1 0-1 0 0,0 0 1 0 0,0 0 0 0 0,1-5 0 0 0,-3 9-11 0 0,0 0 1 0 0,0 0-1 0 0,0-1 1 0 0,0 1 0 0 0,0 0-1 0 0,1-1 1 0 0,-1 1 0 0 0,0 0-1 0 0,0 0 1 0 0,0-1 0 0 0,0 1-1 0 0,1 0 1 0 0,-1 0 0 0 0,0-1-1 0 0,0 1 1 0 0,1 0 0 0 0,-1 0-1 0 0,0 0 1 0 0,0-1 0 0 0,1 1-1 0 0,-1 0 1 0 0,0 0-1 0 0,0 0 1 0 0,1 0 0 0 0,-1 0-1 0 0,0-1 1 0 0,1 1 0 0 0,-1 0-1 0 0,0 0 1 0 0,1 0 0 0 0,-1 0-1 0 0,0 0 1 0 0,0 0 0 0 0,1 0-1 0 0,0 0 1 0 0,13 7-60 0 0,13 17-6 0 0,-26-22 75 0 0,68 72 135 0 0,26 27-164 0 0,-77-85 35 0 0,0-1 1 0 0,1-1 0 0 0,36 23-1 0 0,-35-26-7 0 0,-1 0 36 0 0,0-1-1 0 0,32 11 0 0 0,-10-8 58 0 0,1-1 0 0 0,0-3 0 0 0,57 6 0 0 0,-75-13 43 0 0,-1-2-1 0 0,0 0 1 0 0,1-1 0 0 0,-1-1-1 0 0,0-2 1 0 0,0 0-1 0 0,41-13 1 0 0,-50 11-90 0 0,0-1-1 0 0,0 0 1 0 0,-1-1-1 0 0,0 0 1 0 0,-1-1 0 0 0,0-1-1 0 0,0 0 1 0 0,-1 0-1 0 0,-1-1 1 0 0,1 0 0 0 0,-2-1-1 0 0,1 0 1 0 0,-2-1-1 0 0,0 0 1 0 0,0 0-1 0 0,-1-1 1 0 0,-1 0 0 0 0,0 0-1 0 0,-1 0 1 0 0,-1-1-1 0 0,0 0 1 0 0,-1 0 0 0 0,2-22-1 0 0,-3-2-15 0 0,-2 0-1 0 0,-1 0 1 0 0,-2-1-1 0 0,-2 1 1 0 0,-2 1 0 0 0,-19-64-1 0 0,17 75-23 0 0,-1 0-1 0 0,-1 1 0 0 0,-1 1 1 0 0,-2 0-1 0 0,0 0 0 0 0,-2 1 1 0 0,-1 1-1 0 0,0 1 1 0 0,-41-40-1 0 0,36 43-60 0 0,11 7-152 0 0,-1 1 1 0 0,-1 0-1 0 0,0 1 0 0 0,0 1 0 0 0,-1 0 0 0 0,0 0 0 0 0,-17-6 0 0 0,27 14-6 0 0,0 0 0 0 0,1 1 0 0 0,-1-1-1 0 0,0 1 1 0 0,1 0 0 0 0,-1 0-1 0 0,0 0 1 0 0,0 1 0 0 0,1 0 0 0 0,-1-1-1 0 0,0 1 1 0 0,1 0 0 0 0,-1 1 0 0 0,1-1-1 0 0,-1 1 1 0 0,1-1 0 0 0,0 1-1 0 0,0 0 1 0 0,0 0 0 0 0,-4 3 0 0 0,-4 5-1265 0 0,0-1 0 0 0,0 1 0 0 0,-16 20 0 0 0,19-20 217 0 0,0 1-1 0 0,1 0 1 0 0,0 0-1 0 0,-8 21 1 0 0,3-2-332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6.3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152 175 896 0 0,'12'-4'1105'0'0,"22"-15"4805"0"0,-33 18-5686 0 0,-1 0 0 0 0,1 0 0 0 0,-1 0 0 0 0,1 0-1 0 0,-1 0 1 0 0,1 0 0 0 0,-1-1 0 0 0,0 1-1 0 0,1 0 1 0 0,-1 0 0 0 0,0-1 0 0 0,0 1 0 0 0,0-2-1 0 0,3-8 1478 0 0,-3 11-1631 0 0,0-1 1 0 0,0 1 0 0 0,1-1 0 0 0,-1 1 0 0 0,0-1-1 0 0,0 0 1 0 0,0 1 0 0 0,0-1 0 0 0,0 1 0 0 0,0-1-1 0 0,0 0 1 0 0,0 1 0 0 0,0-1 0 0 0,0 0 0 0 0,0 1 0 0 0,0-1-1 0 0,0 1 1 0 0,0-1 0 0 0,0 0 0 0 0,-1 1 0 0 0,1-1-1 0 0,0 1 1 0 0,-1-1 0 0 0,1 1 0 0 0,0-1 0 0 0,-1 1-1 0 0,1-1 1 0 0,-1 0 0 0 0,-22-17 2005 0 0,23 18-2032 0 0,1-3 164 0 0,6 2-229 0 0,-9-1 9 0 0,4 0 285 0 0,-7-6-161 0 0,-16-13-54 0 0,5 6 280 0 0,10 8-173 0 0,5 6-143 0 0,0 0 0 0 0,0 0 0 0 0,0 0 0 0 0,0 0 0 0 0,0 0 0 0 0,1-1 0 0 0,-1 1 0 0 0,0 0 0 0 0,0 0 0 0 0,1-1 0 0 0,-1 1 0 0 0,1 0 0 0 0,0-1-1 0 0,-1 1 1 0 0,1-2 0 0 0,-4-3 172 0 0,4 6-190 0 0,0 0 0 0 0,0 0 0 0 0,0 0 0 0 0,0 0 0 0 0,0 0-1 0 0,0 0 1 0 0,0 0 0 0 0,0 0 0 0 0,0 0 0 0 0,0 0 0 0 0,0 0 0 0 0,0 0 0 0 0,0 0 0 0 0,1 0 0 0 0,-1 0-1 0 0,0 0 1 0 0,0 0 0 0 0,0 0 0 0 0,0 0 0 0 0,0 0 0 0 0,0 0 0 0 0,0-1 0 0 0,0 1 0 0 0,0 0-1 0 0,0 0 1 0 0,0 0 0 0 0,0 0 0 0 0,0 0 0 0 0,0 0 0 0 0,0 0 0 0 0,0 0 0 0 0,0 0 0 0 0,0 0 0 0 0,0 0-1 0 0,0 0 1 0 0,0 0 0 0 0,0 0 0 0 0,0 0 0 0 0,0 0 0 0 0,0 0 0 0 0,0-1 0 0 0,0 1 0 0 0,0 0-1 0 0,0 0 1 0 0,0 0 0 0 0,-1 0 0 0 0,1 0 0 0 0,1 0 97 0 0,-15 5-93 0 0,11 13-105 0 0,-9 31 0 0 0,7-29 99 0 0,1 1-1 0 0,1 0 0 0 0,1 0 1 0 0,1 32-1 0 0,1-29-21 0 0,0 0 0 0 0,-2 0 0 0 0,-6 25 0 0 0,-19 97 5 0 0,15-102-25 0 0,-7 31 36 0 0,19-74-1 0 0,0 2 12 0 0,-1 0 1 0 0,1 1 0 0 0,-1-1-1 0 0,0 0 1 0 0,0 0-1 0 0,0 0 1 0 0,0 0 0 0 0,-1 0-1 0 0,1 0 1 0 0,-3 4-1 0 0,6-2-11 0 0,3-6 180 0 0,3 0-197 0 0,-12 0-4 0 0,4 1 20 0 0,0 0-48 0 0,0-2 43 0 0,0 2 32 0 0,1-1 0 0 0,0 1 0 0 0,0-1 0 0 0,0 1 0 0 0,0 0 0 0 0,0-1 0 0 0,0 1 0 0 0,0 0 0 0 0,-1 0 0 0 0,1-1 0 0 0,0 1 0 0 0,0 0 0 0 0,0 0 0 0 0,0 0 0 0 0,0 0 0 0 0,0 0 0 0 0,2 1 0 0 0,-2-1-76 0 0,0 0 28 0 0,-6 2 34 0 0,4-1-71 0 0,6-1 230 0 0,-4 0-177 0 0,-11 0 58 0 0,7 0-6 0 0,4 0-183 0 0,-1 0 142 0 0,0 0-1 0 0,0 0 1 0 0,0 0 0 0 0,0 0-1 0 0,0 0 1 0 0,0 0 0 0 0,0 0 0 0 0,0 0-1 0 0,0 0 1 0 0,0 0 0 0 0,0 0-1 0 0,0 0 1 0 0,0 0 0 0 0,0 1-1 0 0,0-1 1 0 0,0 0 0 0 0,0 0-1 0 0,0 0 1 0 0,0 0 0 0 0,0 0-1 0 0,0 0 1 0 0,0 0 0 0 0,0 0-1 0 0,0 0 1 0 0,0 0 0 0 0,0 0-1 0 0,0 0 1 0 0,0 0 0 0 0,0 0-1 0 0,0 1 1 0 0,0-1 0 0 0,0 0-1 0 0,0 0 1 0 0,0 0 0 0 0,0 0-1 0 0,0 0 1 0 0,0 0 0 0 0,0 0 0 0 0,0 0-1 0 0,0 0 1 0 0,0 0 0 0 0,0 0-1 0 0,0 0 1 0 0,0 0 0 0 0,1 0-1 0 0,-1 0 1 0 0,0 0 0 0 0,0 0-1 0 0,-9 3-1167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8.3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383 70 580 0 0,'9'-8'1274'0'0,"-7"7"-938"0"0,0-1 0 0 0,0 1 0 0 0,0-1-1 0 0,10-43 9417 0 0,-26 37-7654 0 0,13 7-2075 0 0,1 1 1 0 0,0 0-1 0 0,-1 0 1 0 0,1 0-1 0 0,0-1 1 0 0,-1 1-1 0 0,1 0 1 0 0,0 0-1 0 0,-1 0 1 0 0,1 0-1 0 0,-1 0 1 0 0,1 0 0 0 0,0 0-1 0 0,-1 0 1 0 0,1 0-1 0 0,-1 0 1 0 0,1 0-1 0 0,0 0 1 0 0,-1 0-1 0 0,1 0 1 0 0,-1 0-1 0 0,1 0 1 0 0,0 0-1 0 0,-1 1 1 0 0,1-1-1 0 0,-1 0 1 0 0,1 0-1 0 0,-1 1 1 0 0,-13 12 215 0 0,-15 27-314 0 0,18-24 162 0 0,-132 172 42 0 0,94-130-138 0 0,35-45 30 0 0,0 0-1 0 0,-1 0 1 0 0,-30 18 0 0 0,34-24-32 0 0,7-4 17 0 0,-1 0 1 0 0,1-1-1 0 0,-1 1 1 0 0,1-1-1 0 0,-1 0 0 0 0,-8 3 1 0 0,12-5 89 0 0,7-21 85 0 0,-3 13-173 0 0,1 1 1 0 0,1 0-1 0 0,-1 0 1 0 0,1 1 0 0 0,0 0-1 0 0,9-9 1 0 0,6-8-29 0 0,2-4 1 0 0,1 1 1 0 0,1 1 0 0 0,1 1 0 0 0,1 1 0 0 0,1 1 0 0 0,59-34 0 0 0,-79 51 42 0 0,0 2 0 0 0,0-1 0 0 0,1 1 1 0 0,-1 0-1 0 0,1 0 0 0 0,13-2 0 0 0,-19 5-23 0 0,0 0-1 0 0,0 0 0 0 0,0 0 1 0 0,0 0-1 0 0,0 0 0 0 0,0 0 1 0 0,0 0-1 0 0,0 1 0 0 0,0-1 1 0 0,0 1-1 0 0,0 0 0 0 0,0 0 0 0 0,0-1 1 0 0,0 1-1 0 0,0 0 0 0 0,-1 0 1 0 0,1 1-1 0 0,0-1 0 0 0,-1 0 1 0 0,1 1-1 0 0,-1-1 0 0 0,1 1 1 0 0,-1-1-1 0 0,0 1 0 0 0,1 0 1 0 0,-1-1-1 0 0,0 1 0 0 0,0 0 1 0 0,0 0-1 0 0,1 4 0 0 0,24 63 12 0 0,-14-36 155 0 0,1-1 0 0 0,28 51 0 0 0,-37-78-161 0 0,0 0 0 0 0,0 0-1 0 0,1-1 1 0 0,0 1 0 0 0,0-1 0 0 0,0 0 0 0 0,0 0 0 0 0,0-1 0 0 0,1 0-1 0 0,0 1 1 0 0,-1-2 0 0 0,1 1 0 0 0,0-1 0 0 0,0 0 0 0 0,1 0-1 0 0,-1-1 1 0 0,0 0 0 0 0,12 1 0 0 0,-1-1 6 0 0,0 0 0 0 0,1-1 0 0 0,-1-1 0 0 0,0-1 0 0 0,32-7 0 0 0,-33 4-14 0 0,-1 0 1 0 0,1-2-1 0 0,-1 0 1 0 0,0 0 0 0 0,0-1-1 0 0,-1-1 1 0 0,-1-1 0 0 0,1 0-1 0 0,-1-1 1 0 0,-1 0 0 0 0,0-1-1 0 0,-1 0 1 0 0,0-1-1 0 0,-1 0 1 0 0,0-1 0 0 0,-1 0-1 0 0,-1 0 1 0 0,11-24 0 0 0,-13 24 41 0 0,-4 11-33 0 0,0 0 0 0 0,-1-1 1 0 0,1 1-1 0 0,-1-1 0 0 0,0 1 0 0 0,0-1 0 0 0,0 1 0 0 0,-1-1 1 0 0,1 0-1 0 0,-1 1 0 0 0,1-1 0 0 0,-1 0 0 0 0,-1 0 0 0 0,0-4 1 0 0,0 4 10 0 0,1 3-17 0 0,0 0 0 0 0,0 1 1 0 0,0-1-1 0 0,0 0 0 0 0,0 0 0 0 0,-1 0 1 0 0,1 0-1 0 0,0 0 0 0 0,-1 1 0 0 0,1-1 1 0 0,-1 0-1 0 0,1 0 0 0 0,-1 1 0 0 0,1-1 0 0 0,-2-1 1 0 0,1 2-8 0 0,0 0 1 0 0,0 1-1 0 0,0-1 1 0 0,0 1 0 0 0,0-1-1 0 0,0 0 1 0 0,0 1-1 0 0,0 0 1 0 0,0-1-1 0 0,0 1 1 0 0,0-1 0 0 0,0 1-1 0 0,1 0 1 0 0,-1 0-1 0 0,-1 1 1 0 0,-6 5-11 0 0,1 1 1 0 0,0 0-1 0 0,1 1 1 0 0,-1-1-1 0 0,2 1 1 0 0,-1 0-1 0 0,1 1 1 0 0,1-1-1 0 0,-1 1 0 0 0,-3 15 1 0 0,3-6 19 0 0,1 0 1 0 0,0 0-1 0 0,2 0 1 0 0,-1 35-1 0 0,3-51-21 0 0,1 0-1 0 0,-1 0 1 0 0,1 0 0 0 0,-1 0-1 0 0,1 0 1 0 0,0-1-1 0 0,0 1 1 0 0,0 0 0 0 0,2 4-1 0 0,-2-6 18 0 0,-1 0-1 0 0,1-1 1 0 0,-1 1-1 0 0,1 0 1 0 0,-1 0 0 0 0,1-1-1 0 0,-1 1 1 0 0,1 0-1 0 0,0-1 1 0 0,-1 1-1 0 0,1-1 1 0 0,0 1 0 0 0,0-1-1 0 0,-1 1 1 0 0,1-1-1 0 0,0 1 1 0 0,0-1-1 0 0,0 0 1 0 0,0 1-1 0 0,0-1 1 0 0,-1 0 0 0 0,1 0-1 0 0,0 0 1 0 0,0 0-1 0 0,0 0 1 0 0,0 0-1 0 0,0 0 1 0 0,0 0 0 0 0,0 0-1 0 0,0 0 1 0 0,-1 0-1 0 0,1 0 1 0 0,0-1-1 0 0,2 0 1 0 0,22-9 75 0 0,-16 7-60 0 0,-1-1 0 0 0,0 0 0 0 0,1 0 0 0 0,-2 0 0 0 0,12-9 0 0 0,55-56-98 0 0,-23 18 22 0 0,-51 51 56 0 0,1 0 1 0 0,-1 0 0 0 0,1-1 0 0 0,-1 1-1 0 0,0 0 1 0 0,1 0 0 0 0,-1-1 0 0 0,1 1-1 0 0,-1 0 1 0 0,1 0 0 0 0,-1 0 0 0 0,1 0-1 0 0,-1 0 1 0 0,1 0 0 0 0,-1 0 0 0 0,1 0-1 0 0,-1 0 1 0 0,1 0 0 0 0,-1 0 0 0 0,1 0-1 0 0,-1 0 1 0 0,1 0 0 0 0,-1 1 0 0 0,1-1 0 0 0,-1 0-1 0 0,1 0 1 0 0,-1 0 0 0 0,0 1 0 0 0,1-1-1 0 0,-1 0 1 0 0,1 1 0 0 0,-1-1 0 0 0,0 0-1 0 0,1 1 1 0 0,-1-1 0 0 0,0 0 0 0 0,1 1-1 0 0,-1-1 1 0 0,0 1 0 0 0,0-1 0 0 0,1 1-1 0 0,-1-1 1 0 0,0 0 0 0 0,0 1 0 0 0,0-1-1 0 0,0 1 1 0 0,0-1 0 0 0,0 1 0 0 0,1 0-1 0 0,9 35-51 0 0,-6-23 47 0 0,5 21 13 0 0,-8-27-1 0 0,1 0 0 0 0,0 0 0 0 0,0 0 0 0 0,0 0 1 0 0,1-1-1 0 0,-1 1 0 0 0,2-1 0 0 0,-1 1 0 0 0,1-1 0 0 0,0-1 0 0 0,8 11 1 0 0,-10-14 14 0 0,0-1 0 0 0,0 1 1 0 0,0-1-1 0 0,0 1 1 0 0,0-1-1 0 0,0 0 1 0 0,0 0-1 0 0,0 0 1 0 0,0 0-1 0 0,1 0 1 0 0,-1 0-1 0 0,0 0 1 0 0,1-1-1 0 0,-1 1 0 0 0,1-1 1 0 0,-1 0-1 0 0,1 0 1 0 0,-1 0-1 0 0,0 0 1 0 0,1 0-1 0 0,-1 0 1 0 0,1-1-1 0 0,-1 1 1 0 0,0-1-1 0 0,3-1 1 0 0,5-1 36 0 0,0-1 0 0 0,0-1-1 0 0,0 0 1 0 0,-1 0 0 0 0,0-1 0 0 0,0 0 0 0 0,-1 0 0 0 0,14-13 0 0 0,-7 2 66 0 0,0 0-1 0 0,-1-1 0 0 0,-1 0 0 0 0,12-22 1 0 0,-23 32-152 0 0,0 1 0 0 0,-1 0 0 0 0,0 0 0 0 0,-1 0 0 0 0,1-1 0 0 0,-1 1 0 0 0,-1 0 0 0 0,-2-15 0 0 0,-10-24-3121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8.9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8 104 0 0,'0'0'572'0'0,"0"-2"-96"0"0,0-1-100 0 0,0 1-448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9.2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56 0 0,'1'-1'16472'0'0,"16"4"-17547"0"0,66 13 1592 0 0,48-5-569 0 0,-108-10 29 0 0,12 0-792 0 0,19-3 2214 0 0,-26 1-5259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1:59.5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0 1164 0 0,'-14'36'9007'0'0,"13"-27"-8121"0"0,1-9-823 0 0,0 1 1 0 0,0 0-1 0 0,0 0 0 0 0,0-1 1 0 0,0 1-1 0 0,0 0 0 0 0,1 0 1 0 0,-1-1-1 0 0,0 1 0 0 0,0 0 1 0 0,1-1-1 0 0,-1 1 0 0 0,1 0 1 0 0,-1-1-1 0 0,1 1 0 0 0,-1-1 1 0 0,1 1-1 0 0,-1-1 1 0 0,1 1-1 0 0,-1-1 0 0 0,1 1 1 0 0,-1-1-1 0 0,1 1 0 0 0,0-1 1 0 0,-1 0-1 0 0,1 1 0 0 0,0-1 1 0 0,0 0-1 0 0,-1 1 0 0 0,1-1 1 0 0,0 0-1 0 0,1 0 0 0 0,32 6-174 0 0,1-1-1 0 0,0-2 1 0 0,55-1-1 0 0,-82-2-123 0 0,7 0-1364 0 0,0-1 0 0 0,0 0 0 0 0,0 0-1 0 0,-1-2 1 0 0,1 0 0 0 0,27-9-1 0 0,-27 4 393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01.6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1451 45 460 0 0,'27'-7'1362'0'0,"43"-31"10864"0"0,-105 43-11872 0 0,4-1-354 0 0,-378 29 115 0 0,206-19-119 0 0,-33 4 207 0 0,82-13-88 0 0,130-5 18 0 0,-2-3 1701 0 0,27 3-1742 0 0,-1 0-93 0 0,0 0 1 0 0,0 1-1 0 0,0-1 1 0 0,0 0-1 0 0,0 0 1 0 0,0 0-1 0 0,0 0 1 0 0,0 0-1 0 0,0 0 1 0 0,0 0-1 0 0,0 0 1 0 0,0 0-1 0 0,0 0 1 0 0,0 0-1 0 0,0 1 1 0 0,0-1-1 0 0,0 0 1 0 0,0 0-1 0 0,0 0 1 0 0,0 0-1 0 0,0 0 1 0 0,0 0-1 0 0,0 0 1 0 0,0 0-1 0 0,0 0 1 0 0,0 0-1 0 0,0 0 1 0 0,0 0-1 0 0,0 0 1 0 0,0 0-1 0 0,1 0 1 0 0,-1 1-1 0 0,0-1 1 0 0,0 0-1 0 0,0 0 1 0 0,0 0-1 0 0,0 0 1 0 0,0 0-1 0 0,0 0 1 0 0,0 0-1 0 0,0 0 1 0 0,0 0-1 0 0,0 0 1 0 0,0 0-1 0 0,1 0 1 0 0,-1 0-1 0 0,0 0 1 0 0,0 0-1 0 0,0 0 1 0 0,-1 1-10 0 0,0 0 0 0 0,0 0 1 0 0,1 0-1 0 0,-1 0 1 0 0,0 0-1 0 0,1 1 0 0 0,-1-1 1 0 0,0 0-1 0 0,1 0 1 0 0,0 1-1 0 0,-1 1 1 0 0,-20 86 209 0 0,11-51-165 0 0,-7 55 0 0 0,-1 52 201 0 0,4-37-181 0 0,6-36-44 0 0,-3 100 90 0 0,2 87 314 0 0,1-1 20 0 0,-18 540 99 0 0,15-371-385 0 0,0-51-178 0 0,-16 457 180 0 0,25-788-160 0 0,-56 750-292 0 0,47-711 299 0 0,-21 127-106 0 0,22-164 77 0 0,-4 24 14 0 0,-28 83 1 0 0,32-118-14 0 0,-12 66 0 0 0,0 3 8 0 0,21-100 24 0 0,-8 34-32 0 0,9-36 34 0 0,0-1 1 0 0,0 0-1 0 0,0 0 1 0 0,0 0-1 0 0,0 1 0 0 0,0-1 1 0 0,0 0-1 0 0,1 0 1 0 0,-1 1-1 0 0,1-1 1 0 0,0 0-1 0 0,-1 0 0 0 0,1 0 1 0 0,2 3-1 0 0,-2-3 23 0 0,1-1-1 0 0,-1 0 0 0 0,0-1 0 0 0,1 1 1 0 0,-1 0-1 0 0,0 0 0 0 0,1-1 0 0 0,-1 1 1 0 0,1 0-1 0 0,-1-1 0 0 0,1 0 0 0 0,-1 1 1 0 0,1-1-1 0 0,0 0 0 0 0,-1 0 0 0 0,3 0 0 0 0,32-1 164 0 0,-22 1-208 0 0,266-6 59 0 0,-160 6-82 0 0,260 5-95 0 0,94-2-182 0 0,-413-6-229 0 0,1-3 0 0 0,-1-2 0 0 0,69-19 0 0 0,-125 26 448 0 0,-1 0 0 0 0,1-1-1 0 0,-1 1 1 0 0,0-1 0 0 0,1 0-1 0 0,-1 0 1 0 0,0-1 0 0 0,0 1-1 0 0,0-1 1 0 0,-1 0 0 0 0,1 0-1 0 0,-1 0 1 0 0,0 0 0 0 0,6-8 0 0 0,-8 9-178 0 0,0 0 1 0 0,0-1-1 0 0,0 1 1 0 0,0 0-1 0 0,0-1 1 0 0,-1 1-1 0 0,1-1 1 0 0,-1 0-1 0 0,0 1 1 0 0,1-1-1 0 0,-1 1 1 0 0,-1-1-1 0 0,1 1 1 0 0,0-1-1 0 0,-1 0 1 0 0,1 1-1 0 0,-1-1 1 0 0,0 1-1 0 0,1 0 1 0 0,-1-1-1 0 0,0 1 1 0 0,-1 0 0 0 0,1-1-1 0 0,0 1 1 0 0,-1 0-1 0 0,1 0 1 0 0,-1 0-1 0 0,-2-2 1 0 0,-21-29-4007 0 0,11 18 2499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04.1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359 165 164 0 0,'1'-6'12182'0'0,"-4"7"-11689"0"0,3-1-466 0 0,0 0 1 0 0,0 1-1 0 0,0-1 1 0 0,0 0 0 0 0,0 0-1 0 0,0 0 1 0 0,0 1-1 0 0,0-1 1 0 0,0 0 0 0 0,0 0-1 0 0,0 1 1 0 0,0-1 0 0 0,0 0-1 0 0,0 0 1 0 0,0 0-1 0 0,0 1 1 0 0,0-1 0 0 0,-1 0-1 0 0,1 0 1 0 0,0 0 0 0 0,0 1-1 0 0,0-1 1 0 0,0 0-1 0 0,0 0 1 0 0,0 0 0 0 0,-1 1-1 0 0,1-1 1 0 0,0 0 0 0 0,0 0-1 0 0,0 0 1 0 0,0 0-1 0 0,-1 0 1 0 0,1 1 0 0 0,0-1-1 0 0,0 0 1 0 0,0 0-1 0 0,-1 0 1 0 0,1 0 0 0 0,0 0-1 0 0,0 0 1 0 0,-1 0 0 0 0,1 0-1 0 0,0 0 1 0 0,0 0-1 0 0,0 0 1 0 0,-1 0 0 0 0,1 0-1 0 0,0 0 1 0 0,0 0 0 0 0,-1 0-1 0 0,1 0 1 0 0,0 0-1 0 0,0 0 1 0 0,0 0 0 0 0,-1 0-1 0 0,1 0 1 0 0,0-1 0 0 0,0 1-1 0 0,0 0 1 0 0,-1 0-1 0 0,1 0 1 0 0,0 0 0 0 0,0 0-1 0 0,0-1 1 0 0,0 1 0 0 0,-1 0-1 0 0,1 0 1 0 0,0 0-1 0 0,0-1 1 0 0,-31-29 357 0 0,26 26-350 0 0,4 4-18 0 0,0-1-1 0 0,1 0 1 0 0,-1 1 0 0 0,0-1-1 0 0,0 0 1 0 0,1 0 0 0 0,-1 0-1 0 0,0 0 1 0 0,1 0-1 0 0,-1 0 1 0 0,1 0 0 0 0,-1 0-1 0 0,1 0 1 0 0,-1-2-1 0 0,-3-3 29 0 0,0-1-1 0 0,-1 1 1 0 0,0 0-1 0 0,0 0 1 0 0,-1 0-1 0 0,-10-8 1 0 0,11 10-1 0 0,-1-5 65 0 0,6 9-108 0 0,0-1 0 0 0,0 1 0 0 0,0-1 0 0 0,-1 1 0 0 0,1 0 0 0 0,0-1 1 0 0,0 1-1 0 0,0 0 0 0 0,-1-1 0 0 0,1 1 0 0 0,0 0 0 0 0,0-1 0 0 0,-1 1 0 0 0,1 0 0 0 0,0 0 1 0 0,-1-1-1 0 0,1 1 0 0 0,0 0 0 0 0,-1 0 0 0 0,1 0 0 0 0,0-1 0 0 0,-1 1 0 0 0,1 0 0 0 0,-1 0 0 0 0,1 0 1 0 0,0 0-1 0 0,-1 0 0 0 0,-1-2 116 0 0,3 2-114 0 0,-1 0 1 0 0,0 0-1 0 0,0 0 1 0 0,0 0-1 0 0,0 0 0 0 0,0 0 1 0 0,0 0-1 0 0,0 0 1 0 0,0 0-1 0 0,0 0 1 0 0,0 0-1 0 0,1 0 0 0 0,-1 0 1 0 0,0 0-1 0 0,0 0 1 0 0,0-1-1 0 0,0 1 0 0 0,0 0 1 0 0,0 0-1 0 0,0 0 1 0 0,0 0-1 0 0,0 0 1 0 0,0 0-1 0 0,0 0 0 0 0,0 0 1 0 0,0 0-1 0 0,0 0 1 0 0,0-1-1 0 0,0 1 1 0 0,0 0-1 0 0,0 0 0 0 0,0 0 1 0 0,0 0-1 0 0,0 0 1 0 0,0 0-1 0 0,0 0 1 0 0,0 0-1 0 0,0-1 0 0 0,0 1 1 0 0,0 0-1 0 0,0 0 1 0 0,0 0-1 0 0,0 0 0 0 0,0 0 1 0 0,0 0-1 0 0,0 0 1 0 0,0 0-1 0 0,0 0 3 0 0,0 0-1 0 0,0 0 1 0 0,0 0-1 0 0,0 0 0 0 0,0 0 1 0 0,1 0-1 0 0,-1 0 1 0 0,0 0-1 0 0,0 0 1 0 0,0 0-1 0 0,0 0 1 0 0,1 0-1 0 0,-1 0 0 0 0,0 0 1 0 0,0-1-1 0 0,0 1 1 0 0,0 0-1 0 0,0 0 1 0 0,1 0-1 0 0,-1 0 1 0 0,0 0-1 0 0,0 0 0 0 0,0 0 1 0 0,0 0-1 0 0,0 0 1 0 0,0-1-1 0 0,0 1 1 0 0,1 0-1 0 0,-1 0 1 0 0,0 0-1 0 0,0 0 1 0 0,0 0-1 0 0,0 0 0 0 0,0-1 1 0 0,0 1-1 0 0,0 0 1 0 0,0 0-1 0 0,0 0 1 0 0,0 0-1 0 0,0-1 1 0 0,0 1-1 0 0,0 0 0 0 0,0 0 1 0 0,0 0-1 0 0,0 0 1 0 0,0 0-1 0 0,0-1 1 0 0,0 1-1 0 0,0 0 1 0 0,0 0-1 0 0,0 0 1 0 0,0 0-1 0 0,0-1 0 0 0,0 1 1 0 0,0 0-1 0 0,0 0 1 0 0,-1 0-1 0 0,1 0 1 0 0,0 0-1 0 0,0-1 1 0 0,-1-2 136 0 0,1 2-50 0 0,0-19 789 0 0,21 12-709 0 0,-7 9-184 0 0,0 0 0 0 0,0 0 1 0 0,0 2-1 0 0,-1 0 0 0 0,1 0 0 0 0,0 1 0 0 0,-1 1 0 0 0,0 1 0 0 0,0-1 0 0 0,-1 2 0 0 0,14 9 0 0 0,-8-4-9 0 0,-2 0-1 0 0,0 2 0 0 0,0 0 0 0 0,-1 0 1 0 0,-1 2-1 0 0,24 33 0 0 0,-21-23 29 0 0,-1 1 0 0 0,-2 1 0 0 0,0 1 1 0 0,-2 0-1 0 0,-1 1 0 0 0,-2 0 0 0 0,10 51 0 0 0,-6-8 42 0 0,-4 0 0 0 0,-2 0 0 0 0,-4 1 1 0 0,-12 133-1 0 0,1-140-24 0 0,-4-1 0 0 0,-2 0 0 0 0,-3-1 1 0 0,-3-1-1 0 0,-3 0 0 0 0,-32 63 0 0 0,35-89-5 0 0,-1 0 0 0 0,-40 54 0 0 0,56-86-6 0 0,0 0 1 0 0,0 0 0 0 0,0-1 0 0 0,-1 1 0 0 0,0-1-1 0 0,0 0 1 0 0,-1-1 0 0 0,1 0 0 0 0,-1 0 0 0 0,0 0-1 0 0,0-1 1 0 0,0 0 0 0 0,0 0 0 0 0,0-1 0 0 0,-1 0-1 0 0,1 0 1 0 0,-1 0 0 0 0,0-1 0 0 0,0-1 0 0 0,1 1 0 0 0,-1-1-1 0 0,0 0 1 0 0,0-1 0 0 0,1 0 0 0 0,-1 0 0 0 0,0-1-1 0 0,1 0 1 0 0,0 0 0 0 0,-1-1 0 0 0,1 0 0 0 0,0 0-1 0 0,0 0 1 0 0,0-1 0 0 0,-8-7 0 0 0,1 2 1 0 0,2-2-1 0 0,-1 0 1 0 0,1 0 0 0 0,1-2 0 0 0,0 1 0 0 0,0-1 0 0 0,1-1 0 0 0,1 1-1 0 0,1-2 1 0 0,-12-24 0 0 0,7 6-22 0 0,1 0 0 0 0,1-1 0 0 0,-11-66 0 0 0,18 76-6 0 0,0 0 1 0 0,2-1-1 0 0,1 1 1 0 0,1-1-1 0 0,1 1 1 0 0,1 0-1 0 0,2-1 1 0 0,0 1 0 0 0,13-41-1 0 0,-12 53-7 0 0,1 0 0 0 0,1 0 0 0 0,0 0-1 0 0,0 1 1 0 0,1 0 0 0 0,0 1 0 0 0,1 0 0 0 0,1 0 0 0 0,-1 1 0 0 0,1 0 0 0 0,16-11-1 0 0,6-1 0 0 0,0 1-1 0 0,63-27 0 0 0,-60 34-343 0 0,54-14 0 0 0,-14 10-457 0 0,-42 10-779 0 0,57-18-1 0 0,-85 22 610 0 0,0 0 1 0 0,0 0-1 0 0,0 0 0 0 0,17-17-2972 0 0,-3 3 278 0 0,-8 9 2103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05.8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340 201 132 0 0,'0'-1'100'0'0,"1"-1"0"0"0,-1 1 1 0 0,0 0-1 0 0,1-1 0 0 0,-1 1 0 0 0,1 0 0 0 0,0 0 1 0 0,-1 0-1 0 0,1-1 0 0 0,0 1 0 0 0,0 0 0 0 0,0 0 1 0 0,0 0-1 0 0,0 0 0 0 0,0 0 0 0 0,2-1 0 0 0,-2 1 2 0 0,0 1 0 0 0,0-1 0 0 0,0 0 0 0 0,-1 0 0 0 0,1 0-1 0 0,0 1 1 0 0,0-1 0 0 0,-1 0 0 0 0,1 0 0 0 0,0 0-1 0 0,-1 0 1 0 0,1 0 0 0 0,-1-1 0 0 0,1 1 0 0 0,-1 0 0 0 0,1-2 159 0 0,-9-33 7105 0 0,10-5-5742 0 0,-2 30-1286 0 0,-1 6-164 0 0,1 1 0 0 0,0 0 1 0 0,1 0-1 0 0,-1 0 1 0 0,2-7-1 0 0,1-3 171 0 0,-3 12-310 0 0,0 1 1 0 0,1-1-1 0 0,-1 1 1 0 0,0-1 0 0 0,1 1-1 0 0,-1 0 1 0 0,1-1 0 0 0,-1 1-1 0 0,1-1 1 0 0,0 1-1 0 0,-1 0 1 0 0,1 0 0 0 0,0-1-1 0 0,0 1 1 0 0,0 0-1 0 0,2-2 1 0 0,-1 0 44 0 0,0 4-22 0 0,0 5-95 0 0,0 3 24 0 0,-1 1 1 0 0,1 0-1 0 0,-2 0 0 0 0,1-1 0 0 0,-1 1 0 0 0,-1 0 0 0 0,-3 16 0 0 0,3-11 24 0 0,-13 83 115 0 0,-3-2-1 0 0,-33 98 0 0 0,16-85-27 0 0,-6-3-1 0 0,-57 111 0 0 0,79-179-13 0 0,-2-1-1 0 0,-1-1 0 0 0,-34 43 1 0 0,39-63 222 0 0,27-32 239 0 0,-4 7-515 0 0,1 1-1 0 0,1 0 0 0 0,17-14 1 0 0,-15 15-35 0 0,1 0 0 0 0,-1 1 1 0 0,1 0-1 0 0,0 1 0 0 0,22-7 0 0 0,-17 8-17 0 0,0 0 0 0 0,0 1 0 0 0,0 1 0 0 0,1 1 0 0 0,-1 1 0 0 0,0 0 1 0 0,34 5-1 0 0,15 9-195 0 0,121 42 0 0 0,-34-8-372 0 0,-133-41 378 0 0,-14-5 36 0 0,0 0 0 0 0,1 0 1 0 0,0 0-1 0 0,12 1 1 0 0,-18-2-56 0 0,0-1 0 0 0,1 0 0 0 0,-1 0 0 0 0,0 0 0 0 0,0-1 0 0 0,1 1 0 0 0,-1 0 0 0 0,0 0 0 0 0,0-1 0 0 0,0 1 0 0 0,1-1 0 0 0,-1 1 0 0 0,0-1 0 0 0,0 1 1 0 0,0-1-1 0 0,12-16-3449 0 0,-13 15 3329 0 0,0 0 1 0 0,0 0-1 0 0,0 0 1 0 0,-1 0-1 0 0,1 0 1 0 0,0 1 0 0 0,-1-1-1 0 0,1 0 1 0 0,-1 0-1 0 0,1 1 1 0 0,-1-1-1 0 0,0 0 1 0 0,0 0-1 0 0,0 1 1 0 0,-1-3-1 0 0,-8-6-1023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07.4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783 43 216 0 0,'-52'0'1127'0'0,"-19"6"-268"0"0,41-7-318 0 0,-32-3 1 0 0,-39-14-295 0 0,-22 0 1774 0 0,84 13-958 0 0,0 2-1 0 0,-63 4 0 0 0,36 0-602 0 0,55 0-241 0 0,1 0 0 0 0,0 0 1 0 0,-11 4-1 0 0,-25 3 1591 0 0,66-1-365 0 0,90 2 282 0 0,-16 0-1503 0 0,475 26 290 0 0,-313-16-546 0 0,489 12 124 0 0,-110-28-180 0 0,-407-3 97 0 0,195 8 2 0 0,-390-9-20 0 0,80 5-188 0 0,-83-1 205 0 0,147 13-1481 0 0,-59-17 554 0 0,65-26 1328 0 0,-149 22 110 0 0,-33 5-523 0 0,25 3 382 0 0,77 7 3 0 0,-90-11-222 0 0,-12-1-613 0 0,-19-5-1867 0 0,4 2 285 0 0,-61-29-6176 0 0,50 24 6666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2.3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449 3 16 0 0,'-1'13'13575'0'0,"1"-13"-13563"0"0,-1 0-1 0 0,1 0 0 0 0,0 0 0 0 0,0 0 1 0 0,0 0-1 0 0,0 0 0 0 0,-1 0 1 0 0,1 0-1 0 0,0 0 0 0 0,0 0 1 0 0,0 1-1 0 0,0-1 0 0 0,0 0 1 0 0,-1 0-1 0 0,1 0 0 0 0,0 0 1 0 0,0 0-1 0 0,0 0 0 0 0,0 0 0 0 0,0 0 1 0 0,0 1-1 0 0,0-1 0 0 0,-1 0 1 0 0,1 0-1 0 0,0 0 0 0 0,0 0 1 0 0,0 0-1 0 0,0 1 0 0 0,0-1 1 0 0,0 0-1 0 0,0 0 0 0 0,0 0 1 0 0,0 0-1 0 0,0 1 0 0 0,0-1 1 0 0,0 0-1 0 0,0 0 0 0 0,0 0 0 0 0,0 0 1 0 0,0 1-1 0 0,0-1 0 0 0,0 0 1 0 0,0 0-1 0 0,0 0 0 0 0,0 0 1 0 0,0 0-1 0 0,0 1 0 0 0,0-1 1 0 0,1 0-1 0 0,-1 0 0 0 0,0 0 1 0 0,0 0-1 0 0,0 0 0 0 0,0 1 0 0 0,0-1 1 0 0,1 0 194 0 0,-1 0-201 0 0,0 1 1 0 0,0-1-1 0 0,0 0 1 0 0,0 0-1 0 0,0 0 0 0 0,0 0 1 0 0,0 0-1 0 0,0 0 1 0 0,1 0-1 0 0,-1 0 1 0 0,0 0-1 0 0,0 0 1 0 0,0 0-1 0 0,0 0 1 0 0,0 0-1 0 0,0 0 1 0 0,0 1-1 0 0,0-1 1 0 0,0 0-1 0 0,0 0 0 0 0,0 0 1 0 0,0 0-1 0 0,0 0 1 0 0,0 0-1 0 0,1 0 1 0 0,-1 0-1 0 0,0 0 1 0 0,0 0-1 0 0,0 0 1 0 0,0 0-1 0 0,0 0 1 0 0,0 0-1 0 0,0 0 1 0 0,0 0-1 0 0,0 0 0 0 0,0 0 1 0 0,1 0-1 0 0,-1 0 1 0 0,0 0-1 0 0,0 0 1 0 0,0 0-1 0 0,0 0 1 0 0,0 0-1 0 0,0-1 1 0 0,0 1-1 0 0,0 0 1 0 0,0 0-1 0 0,0 0 1 0 0,0 0-1 0 0,0 0 1 0 0,0 0-1 0 0,0 0 0 0 0,1 0 1 0 0,-1 0-1 0 0,0 0 1 0 0,0 0-1 0 0,0 0 1 0 0,0 0-1 0 0,0 0 1 0 0,0-1-1 0 0,0 1 1 0 0,0 0-1 0 0,0 0 1 0 0,0-1 93 0 0,-3 3-70 0 0,2 0-29 0 0,1-2-15 0 0,19 3 200 0 0,-18-3-189 0 0,2 1 22 0 0,-1 0 0 0 0,1 1 0 0 0,0-1 0 0 0,0 0 0 0 0,0 0 0 0 0,0 0 0 0 0,-1-1 0 0 0,1 1 0 0 0,0-1 0 0 0,3 1 0 0 0,-5-1-10 0 0,-1 0 0 0 0,1 0 0 0 0,-1 0 0 0 0,0 0 0 0 0,1 0 0 0 0,-1 0 0 0 0,0 0 1 0 0,1 0-1 0 0,-1 0 0 0 0,0 0 0 0 0,1 0 0 0 0,-1 1 0 0 0,0-1 0 0 0,0 0 0 0 0,1 0 0 0 0,-1 0 0 0 0,0 1 0 0 0,0-1 1 0 0,1 0-1 0 0,-1 0 0 0 0,0 1 0 0 0,0-1 0 0 0,1 0 0 0 0,-1 0 0 0 0,0 1 0 0 0,0-1 0 0 0,0 0 0 0 0,0 1 1 0 0,1-1-1 0 0,-1 0 0 0 0,0 1 0 0 0,0-1 0 0 0,0 0 0 0 0,0 1 0 0 0,0 0 14 0 0,0-1-60 0 0,0 0 40 0 0,0 0 0 0 0,0 0 0 0 0,0 0-1 0 0,0 0 1 0 0,0 0 0 0 0,0 1 0 0 0,0-1-1 0 0,0 0 1 0 0,-1 0 0 0 0,1 0 0 0 0,0 0-1 0 0,0 0 1 0 0,0 0 0 0 0,0 0 0 0 0,0 0-1 0 0,0 0 1 0 0,0 1 0 0 0,0-1 0 0 0,-1 0-1 0 0,1 0 1 0 0,0 0 0 0 0,0 0 0 0 0,0 0-1 0 0,0 0 1 0 0,0 0 0 0 0,0 0 0 0 0,0 0-1 0 0,-1 0 1 0 0,1 0 0 0 0,0 0 0 0 0,0 0-1 0 0,0 0 1 0 0,0 0 0 0 0,0 0 0 0 0,0 0-1 0 0,-1 0 1 0 0,1 0 0 0 0,0 0 0 0 0,0 0-1 0 0,0 0 1 0 0,0 0 0 0 0,0 0 0 0 0,0-1-1 0 0,0 1 1 0 0,-1 0 0 0 0,1 0 0 0 0,0 0-1 0 0,0 0 1 0 0,0 0 0 0 0,0 0 0 0 0,0 0-1 0 0,0 0 1 0 0,0 0 0 0 0,0-1 0 0 0,0 1-1 0 0,0 0 1 0 0,0 0 0 0 0,-1 0 0 0 0,1 0-1 0 0,0-2 226 0 0,0 3-158 0 0,0 0-7 0 0,3-4-59 0 0,-4 4-12 0 0,0 3-6 0 0,6-6 160 0 0,-8 1 192 0 0,3 1-337 0 0,0 0 0 0 0,0 0 0 0 0,1 0 0 0 0,-1 0-1 0 0,0 0 1 0 0,0 0 0 0 0,0 0 0 0 0,0 0 0 0 0,0 0 0 0 0,0 0 0 0 0,0 0-1 0 0,0 0 1 0 0,0 0 0 0 0,0 0 0 0 0,0 0 0 0 0,1 0 0 0 0,-1 0 0 0 0,0 0-1 0 0,0 0 1 0 0,0 0 0 0 0,0 0 0 0 0,0 0 0 0 0,0 0 0 0 0,0 0 0 0 0,0 0-1 0 0,0 0 1 0 0,0 0 0 0 0,0 0 0 0 0,0-1 0 0 0,0 1 0 0 0,0 0 0 0 0,1 0-1 0 0,-1 0 1 0 0,0 0 0 0 0,0 0 0 0 0,0 0 0 0 0,0 0 0 0 0,0 0 0 0 0,0 0-1 0 0,0 0 1 0 0,0 0 0 0 0,0-1 0 0 0,0 1 0 0 0,0 0 0 0 0,0 0 0 0 0,0 0-1 0 0,0 0 1 0 0,0 0 0 0 0,0 0 0 0 0,0 0 0 0 0,0 0 0 0 0,0 0 0 0 0,0 0-1 0 0,0 0 1 0 0,-1-1 0 0 0,1 1-1 0 0,0 1 1 0 0,0-1-1 0 0,0 0 1 0 0,0 0-1 0 0,0 0 0 0 0,0 0 1 0 0,0 0-1 0 0,0 0 0 0 0,0 0 1 0 0,0 1-1 0 0,0-1 0 0 0,0 0 1 0 0,0 0-1 0 0,0 0 0 0 0,0 0 1 0 0,0 0-1 0 0,0 0 1 0 0,0 0-1 0 0,0 0 0 0 0,0 0 1 0 0,-1 1-1 0 0,1-1 0 0 0,0 0 1 0 0,0 0-1 0 0,0 0 0 0 0,0 0 1 0 0,0 0-1 0 0,0 0 0 0 0,0 0 1 0 0,0 0-1 0 0,-1 0 0 0 0,1 0 1 0 0,0 0-1 0 0,0 0 1 0 0,0 0-1 0 0,0 0 0 0 0,0 0 1 0 0,0 0-1 0 0,0 0 0 0 0,-1 0 1 0 0,1 0-1 0 0,0 0 0 0 0,0 0 1 0 0,0 0-1 0 0,0 0 0 0 0,0 0 1 0 0,0 0-1 0 0,0 0 0 0 0,0 0 1 0 0,-1 0-1 0 0,1 0 1 0 0,0-1-1 0 0,0 1 0 0 0,0 0 1 0 0,0 0-1 0 0,0 0 0 0 0,0 0 1 0 0,0 0-1 0 0,0 0 0 0 0,0 0 1 0 0,0 0-1 0 0,0 0 0 0 0,0-1 1 0 0,-1 1-1 0 0,1 0 0 0 0,0 0 1 0 0,0 0-1 0 0,6 1 73 0 0,-8-2-9 0 0,1 1-27 0 0,5 0 94 0 0,-8 0 67 0 0,5-4-175 0 0,0 8 121 0 0,0 0-57 0 0,-1-8-206 0 0,-3 4 0 0 0,2 0 167 0 0,5-3 99 0 0,-2 3 165 0 0,-1 1-327 0 0,-1 1 121 0 0,-1-2-113 0 0,0-2 8 0 0,2 0-6 0 0,-3 3-38 0 0,2-1 44 0 0,0 0 1 0 0,0 0 0 0 0,0 1 0 0 0,0-1 0 0 0,0 0 0 0 0,0 0 0 0 0,0 0 0 0 0,0 0-1 0 0,0 0 1 0 0,0 0 0 0 0,0 0 0 0 0,0 0 0 0 0,0 0 0 0 0,0 0 0 0 0,0 0-1 0 0,0 0 1 0 0,0 0 0 0 0,0 0 0 0 0,0 0 0 0 0,0 0 0 0 0,0 0 0 0 0,0 1-1 0 0,0-1 1 0 0,0 0 0 0 0,0 0 8 0 0,0 0 0 0 0,0 0 0 0 0,0 0-1 0 0,0-1 1 0 0,0 1 0 0 0,0 0 0 0 0,0 0-1 0 0,0 0 1 0 0,0 0 0 0 0,0 0 0 0 0,0 0 0 0 0,0 0-1 0 0,0 0 1 0 0,0 0 0 0 0,0 0 0 0 0,0 0-1 0 0,0 0 1 0 0,0 0 0 0 0,0 0 0 0 0,0 0 0 0 0,0 0-1 0 0,0-1 28 0 0,1 1-28 0 0,-2 0-14 0 0,1 0 5 0 0,-2 0 6 0 0,1 0 10 0 0,2 0 2 0 0,1 0-23 0 0,-2 0-8 0 0,2-2-93 0 0,-6 2 174 0 0,3 0 19 0 0,4 0-63 0 0,-7-2 93 0 0,5-14 2778 0 0,0 16-2836 0 0,-1 0 1 0 0,0 0 0 0 0,0 0-1 0 0,1 0 1 0 0,-1 0 0 0 0,1 0-1 0 0,3-7 791 0 0,-3 6-823 0 0,-1 0 0 0 0,0 1 0 0 0,0-1 0 0 0,1 0 0 0 0,-1 1 0 0 0,0-1 1 0 0,1 0-1 0 0,-1 1 0 0 0,1-1 0 0 0,-1 0 0 0 0,0 1 0 0 0,1-1 0 0 0,0 1 0 0 0,-1-1 1 0 0,1 1-1 0 0,-1-1 0 0 0,1 1 0 0 0,0-1 0 0 0,-1 1 0 0 0,1 0 0 0 0,0-1 0 0 0,-1 1 1 0 0,1 0-1 0 0,1-1 0 0 0,0 2-62 0 0,0 0 1 0 0,1 1-1 0 0,-1-1 1 0 0,0 0-1 0 0,0 1 1 0 0,0 0 0 0 0,0-1-1 0 0,0 1 1 0 0,-1 0-1 0 0,1 0 1 0 0,0 0-1 0 0,-1 0 1 0 0,1 0-1 0 0,-1 0 1 0 0,0 0 0 0 0,2 3-1 0 0,7 10 32 0 0,1-1-15 0 0,-1 0 0 0 0,0 1-1 0 0,-1 0 1 0 0,12 29 0 0 0,21 69 17 0 0,-36-97 3 0 0,14 46-69 0 0,-2 0-1 0 0,16 115 1 0 0,-29-134 19 0 0,-3 0 0 0 0,-1 0 0 0 0,-2 0 0 0 0,-2 0 0 0 0,-10 50 0 0 0,4-48 17 0 0,-2 0 1 0 0,-26 68 0 0 0,28-92 26 0 0,-1 1 0 0 0,-1-2 0 0 0,-1 1 0 0 0,-1-1 0 0 0,0-1 0 0 0,-31 33 0 0 0,24-32 3 0 0,-2 0 1 0 0,0-1 0 0 0,-1-2 0 0 0,-1 0 0 0 0,-1-1 0 0 0,0-2-1 0 0,-41 18 1 0 0,52-26 15 0 0,-1-1-1 0 0,0-1 1 0 0,0 0-1 0 0,0-1 0 0 0,0 0 1 0 0,-1-1-1 0 0,1-1 1 0 0,-1 0-1 0 0,1-1 0 0 0,-1-1 1 0 0,1-1-1 0 0,0 0 1 0 0,-1-1-1 0 0,1 0 1 0 0,-25-10-1 0 0,36 11-9 0 0,-1 0 0 0 0,0 0 0 0 0,1 0 1 0 0,0 0-1 0 0,0-1 0 0 0,0 0 0 0 0,0 0 0 0 0,0 0 0 0 0,0-1 0 0 0,1 1 1 0 0,-1-1-1 0 0,1 0 0 0 0,0 0 0 0 0,0 0 0 0 0,1 0 0 0 0,-1 0 1 0 0,1-1-1 0 0,0 1 0 0 0,0-1 0 0 0,0 0 0 0 0,1 1 0 0 0,0-1 0 0 0,0 0 1 0 0,0 0-1 0 0,0 0 0 0 0,1-5 0 0 0,0-3-19 0 0,1 1 0 0 0,0 0 0 0 0,1-1 0 0 0,1 1 0 0 0,0 0 0 0 0,0 0 0 0 0,1 0 0 0 0,1 1 0 0 0,9-19 0 0 0,-4 14-5 0 0,0 0 0 0 0,2 0 0 0 0,0 1 0 0 0,0 1 1 0 0,25-23-1 0 0,-6 12-66 0 0,1 1 0 0 0,1 2 0 0 0,1 1 1 0 0,1 1-1 0 0,53-21 0 0 0,25-4-1654 0 0,131-33 0 0 0,-198 65 879 0 0,89-24-1738 0 0,-47 7-6821 0 0,-71 25 7507 0 0,-3 2 254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5.2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378 129 384 0 0,'-42'-24'12096'0'0,"37"1"-9917"0"0,1 5-1695 0 0,4 17-470 0 0,0 0 0 0 0,-1 0-1 0 0,1 0 1 0 0,0 0 0 0 0,0 0 0 0 0,0 0 0 0 0,0 0 0 0 0,0 0 0 0 0,0 0 0 0 0,0 0 0 0 0,0 0 0 0 0,0 0 0 0 0,0 0 0 0 0,0 0 0 0 0,1 0 0 0 0,-1 0-1 0 0,0 0 1 0 0,1 0 0 0 0,-1 0 0 0 0,1 0 0 0 0,-1 0 0 0 0,1 0 0 0 0,0-1 0 0 0,1 0-1 0 0,0 0 0 0 0,0 0 0 0 0,0 1 0 0 0,1-1-1 0 0,-1 0 1 0 0,0 1 0 0 0,1 0 0 0 0,4-3 0 0 0,5 0-11 0 0,1 0-1 0 0,24-4 1 0 0,-34 7 3 0 0,8 0-19 0 0,-1-1 0 0 0,1 1-1 0 0,0 0 1 0 0,-1 1-1 0 0,1 1 1 0 0,0 0 0 0 0,12 2-1 0 0,-19-2 15 0 0,-1 0-1 0 0,0 0 1 0 0,1 0-1 0 0,-1 0 0 0 0,0 0 1 0 0,0 1-1 0 0,0-1 1 0 0,0 1-1 0 0,0 0 1 0 0,0 0-1 0 0,-1 0 0 0 0,1 1 1 0 0,-1-1-1 0 0,1 0 1 0 0,-1 1-1 0 0,0 0 0 0 0,0 0 1 0 0,0-1-1 0 0,0 1 1 0 0,0 0-1 0 0,-1 0 1 0 0,1 1-1 0 0,-1-1 0 0 0,0 0 1 0 0,0 0-1 0 0,1 5 1 0 0,-2-5 1 0 0,0 1 1 0 0,0 0-1 0 0,0 0 1 0 0,-1-1-1 0 0,1 1 0 0 0,-1-1 1 0 0,0 1-1 0 0,0 0 1 0 0,0-1-1 0 0,0 1 1 0 0,-1-1-1 0 0,0 0 1 0 0,1 1-1 0 0,-1-1 1 0 0,0 0-1 0 0,0 0 1 0 0,-1 0-1 0 0,-2 3 0 0 0,-3 2 5 0 0,1-1 0 0 0,-1 0-1 0 0,0 0 1 0 0,-19 11 0 0 0,25-16-5 0 0,-141 76 11 0 0,126-66 3 0 0,15-11-13 0 0,0 1-1 0 0,0-1 1 0 0,0 1-1 0 0,0-1 1 0 0,0 0-1 0 0,0 0 1 0 0,0 0-1 0 0,0 0 0 0 0,0 0 1 0 0,0-1-1 0 0,-5 2 1 0 0,7-2-8 0 0,0 0 3 0 0,0 1 0 0 0,1-1 0 0 0,-1 1 1 0 0,0-1-1 0 0,1 0 0 0 0,-1 1 0 0 0,0-1 1 0 0,1 0-1 0 0,-1 1 0 0 0,1-1 0 0 0,-1 0 1 0 0,1 0-1 0 0,-1 1 0 0 0,1-1 0 0 0,-1 0 1 0 0,0 0-1 0 0,1 0 0 0 0,-1 0 0 0 0,1 1 1 0 0,-1-1-1 0 0,1 0 0 0 0,-1 0 0 0 0,1 0 1 0 0,0 0-1 0 0,-1 0 0 0 0,1 0 0 0 0,0-1 1 0 0,20 1-4 0 0,-15 0 3 0 0,25 0 9 0 0,-7-1 7 0 0,-1 1 1 0 0,36 5-1 0 0,-53-4-19 0 0,0 0 0 0 0,-1 0 0 0 0,1 1 0 0 0,0-1 1 0 0,-1 1-1 0 0,0 1 0 0 0,0-1 0 0 0,1 1 0 0 0,-1 0 0 0 0,-1 0 1 0 0,1 0-1 0 0,0 1 0 0 0,-1-1 0 0 0,0 1 0 0 0,7 7 0 0 0,-8-6 9 0 0,0 0 0 0 0,0 0 0 0 0,0 0 0 0 0,-1 0 0 0 0,1 0 0 0 0,-1 0-1 0 0,-1 1 1 0 0,1-1 0 0 0,-1 1 0 0 0,0-1 0 0 0,0 1 0 0 0,0 0-1 0 0,-1-1 1 0 0,0 1 0 0 0,0 0 0 0 0,0-1 0 0 0,-1 1 0 0 0,0 0 0 0 0,0-1-1 0 0,0 1 1 0 0,-1-1 0 0 0,0 1 0 0 0,0-1 0 0 0,0 0 0 0 0,-1 0-1 0 0,1 0 1 0 0,-7 8 0 0 0,3-4 8 0 0,-1-1 0 0 0,0 1 0 0 0,-1-1 0 0 0,0 0 0 0 0,0-1 0 0 0,0 0 0 0 0,-1 0 0 0 0,-1-1 0 0 0,1 0 0 0 0,-1 0 0 0 0,0-1 0 0 0,0-1 0 0 0,-13 5 0 0 0,-16 1 25 0 0,-1-2 0 0 0,0-2-1 0 0,1-1 1 0 0,-2-3 0 0 0,1-1 0 0 0,-50-5 0 0 0,78 3-106 0 0,1 0 1 0 0,-1-1-1 0 0,1-1 0 0 0,0 0 0 0 0,-1 0 1 0 0,1-1-1 0 0,-17-9 0 0 0,27 13 14 0 0,1-1 0 0 0,0 1 0 0 0,-1 0 0 0 0,1-1 0 0 0,0 1 1 0 0,-1 0-1 0 0,1-1 0 0 0,0 1 0 0 0,0-1 0 0 0,0 1 0 0 0,-1 0 0 0 0,1-1 0 0 0,0 1 0 0 0,0-1 0 0 0,0 1 0 0 0,0-1 0 0 0,0 1 0 0 0,0-1 1 0 0,0 1-1 0 0,0-1 0 0 0,0 1 0 0 0,0 0 0 0 0,0-1 0 0 0,0 1 0 0 0,0-1 0 0 0,0 1 0 0 0,0-1 0 0 0,0 1 0 0 0,1-1 0 0 0,-1 1 0 0 0,0 0 1 0 0,0-1-1 0 0,0 1 0 0 0,1-1 0 0 0,-1 1 0 0 0,0 0 0 0 0,1-1 0 0 0,-1 1 0 0 0,0 0 0 0 0,1-1 0 0 0,-1 1 0 0 0,0 0 0 0 0,1 0 1 0 0,-1-1-1 0 0,1 1 0 0 0,0 0 0 0 0,22-17-3260 0 0,-20 16 2827 0 0,17-11-2989 0 0,44-16-1 0 0,-61 26 3310 0 0,26-10-1162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5.9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134 84 196 0 0,'14'-22'2515'0'0,"5"-40"9503"0"0,-32 77-11420 0 0,0 4-878 0 0,8-11 490 0 0,-21 49-104 0 0,3 0 0 0 0,2 2 0 0 0,-13 64 0 0 0,17-35 9 0 0,5-17-2 0 0,11-63-82 0 0,0 0 0 0 0,1 1-1 0 0,0-1 1 0 0,1 9-1 0 0,0 6 340 0 0,-1-23-335 0 0,1 1 0 0 0,-1-1 0 0 0,1 1 0 0 0,0-1 0 0 0,-1 0 0 0 0,1 1 0 0 0,0-1 0 0 0,-1 0 0 0 0,1 1 0 0 0,0-1 0 0 0,0 0 0 0 0,0 0 0 0 0,-1 0 0 0 0,1 1 0 0 0,0-1 0 0 0,0 0 0 0 0,0 0 0 0 0,0 0 33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8.5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0 420 0 0,'0'13'8864'0'0,"23"-7"-5407"0"0,116 16-1893 0 0,74-7-1236 0 0,-42-4-269 0 0,139 4-834 0 0,-280-12-482 0 0,-2 0-4507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8.8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57 552 0 0,'-21'-35'3156'0'0,"13"13"-1772"0"0,46 102 519 0 0,40 201 1409 0 0,-43-136-2245 0 0,-11-59-810 0 0,-2-11-739 0 0,15 96-1 0 0,-35-119-1941 0 0,-2-48 1984 0 0,0-1 1 0 0,0 1 0 0 0,-1 0 0 0 0,1-1-1 0 0,-1 1 1 0 0,0-1 0 0 0,0 1 0 0 0,-1-1 0 0 0,1 1-1 0 0,0-1 1 0 0,-4 6 0 0 0,-6-3-1860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9.1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49 308 0 0,'-7'-15'1771'0'0,"4"4"-882"0"0,5-3-76 0 0,6 7-720 0 0,-5 7-54 0 0,0-1 0 0 0,-1 1 0 0 0,1 0 1 0 0,0 0-1 0 0,0 0 0 0 0,0 0 0 0 0,-1 0 0 0 0,1 1 1 0 0,0-1-1 0 0,0 1 0 0 0,0 0 0 0 0,-1-1 1 0 0,1 1-1 0 0,-1 1 0 0 0,5 1 0 0 0,0 0 108 0 0,-1 1-1 0 0,1 0 1 0 0,-1 0-1 0 0,0 0 0 0 0,5 6 1 0 0,50 53 1366 0 0,92 128 0 0 0,-125-152-1499 0 0,145 181-1572 0 0,-169-215 1228 0 0,1 1 0 0 0,0-1 0 0 0,0-1-1 0 0,0 1 1 0 0,0-1 0 0 0,1 0 0 0 0,0 0 0 0 0,0-1 0 0 0,0 1-1 0 0,12 4 1 0 0,-18-8 265 0 0,1 0 0 0 0,-1 0 1 0 0,1 0-1 0 0,-1 0 0 0 0,1 0 0 0 0,-1 0 0 0 0,1 0 0 0 0,-1-1 0 0 0,1 1 0 0 0,-1 0 0 0 0,1 0 0 0 0,-1 0 0 0 0,1 0 1 0 0,-1-1-1 0 0,1 1 0 0 0,-1 0 0 0 0,1 0 0 0 0,-1-1 0 0 0,1 1 0 0 0,-1 0 0 0 0,0-1 0 0 0,1 1 0 0 0,-1-1 0 0 0,0 1 0 0 0,1 0 1 0 0,-1-1-1 0 0,0 1 0 0 0,1-1 0 0 0,-1 1 0 0 0,0-1 0 0 0,0 1 0 0 0,0-1 0 0 0,1 1 0 0 0,-1-1 0 0 0,0 0 0 0 0,0-9-700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19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581 27 348 0 0,'0'-1'154'0'0,"0"-1"1"0"0,0 1-1 0 0,0 0 0 0 0,0 0 0 0 0,0-1 1 0 0,0 1-1 0 0,0 0 0 0 0,0 0 0 0 0,-1-1 1 0 0,1 1-1 0 0,-1 0 0 0 0,1 0 0 0 0,-1 0 1 0 0,1 0-1 0 0,-1-1 0 0 0,1 1 0 0 0,-1 0 1 0 0,0 0-1 0 0,-1-1 0 0 0,1 2-126 0 0,0-1 0 0 0,0 1 0 0 0,0 0 1 0 0,0 0-1 0 0,0 0 0 0 0,0 0 0 0 0,-1 0 0 0 0,1 0 0 0 0,0 0 0 0 0,0 0 0 0 0,0 0 0 0 0,0 0 0 0 0,0 1 1 0 0,0-1-1 0 0,0 0 0 0 0,0 1 0 0 0,0-1 0 0 0,0 1 0 0 0,0-1 0 0 0,0 1 0 0 0,1 0 0 0 0,-1-1 0 0 0,0 1 1 0 0,0 0-1 0 0,0 0 0 0 0,-7 6 179 0 0,1 1 1 0 0,1-1 0 0 0,-1 1-1 0 0,1 0 1 0 0,0 1 0 0 0,-7 15-1 0 0,-3 3 237 0 0,-146 212 921 0 0,39-91-2226 0 0,74-93 70 0 0,-23 27-879 0 0,27-30-289 0 0,31-35 1070 0 0,2-4 33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0.5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267 409 452 0 0,'-6'-17'600'0'0,"1"0"1"0"0,0 0-1 0 0,-2-26 1 0 0,2 21-113 0 0,-1 0 0 0 0,0 0 1 0 0,-2 0-1 0 0,0 0 0 0 0,-2 1 1 0 0,0 1-1 0 0,-17-25 1 0 0,16 30 505 0 0,0 1 1 0 0,-1 0-1 0 0,0 0 1 0 0,-19-15-1 0 0,23 21-157 0 0,7 6-730 0 0,-1 0 0 0 0,1 0 1 0 0,0 1-1 0 0,-1-1 1 0 0,0 0-1 0 0,1 1 0 0 0,-1-1 1 0 0,0 1-1 0 0,0 0 1 0 0,0 0-1 0 0,-3-2 1 0 0,2 2-27 0 0,7 0 37 0 0,10-2 36 0 0,-3 4-155 0 0,1 0 0 0 0,-1 1-1 0 0,1 1 1 0 0,-1 0 0 0 0,0 0 0 0 0,0 1 0 0 0,0 0-1 0 0,18 11 1 0 0,-5-1-3 0 0,-1 0-1 0 0,35 30 0 0 0,-24-14 16 0 0,-2 1 0 0 0,-2 2 0 0 0,-1 1 0 0 0,-1 1 0 0 0,30 51 0 0 0,-26-30 16 0 0,-2 0-1 0 0,-3 2 0 0 0,22 69 1 0 0,-30-61-26 0 0,-3 1 0 0 0,-3 1 0 0 0,-3 0 0 0 0,3 115 0 0 0,-12-132 0 0 0,-3 1 1 0 0,-16 99-1 0 0,11-117 3 0 0,-2 0 0 0 0,-1 0 0 0 0,-1-1 0 0 0,-2 0 1 0 0,-21 38-1 0 0,21-49 2 0 0,-1-1 1 0 0,0 0 0 0 0,-2-1-1 0 0,0-1 1 0 0,-36 31 0 0 0,36-36-2 0 0,0-1 0 0 0,-1-1 0 0 0,-1-1 0 0 0,0 0 1 0 0,0-2-1 0 0,-1 0 0 0 0,-30 10 0 0 0,39-16-1 0 0,1-1 0 0 0,0 0 0 0 0,-1 0 1 0 0,0-1-1 0 0,1-1 0 0 0,-1 1 0 0 0,1-1 0 0 0,-1-1 0 0 0,0 0 0 0 0,1-1 1 0 0,-1 1-1 0 0,1-2 0 0 0,0 1 0 0 0,0-2 0 0 0,0 1 0 0 0,0-1 0 0 0,0 0 0 0 0,1-1 1 0 0,-1 0-1 0 0,1 0 0 0 0,1-1 0 0 0,-1 0 0 0 0,1 0 0 0 0,0-1 0 0 0,0 0 1 0 0,1 0-1 0 0,0-1 0 0 0,0 1 0 0 0,1-1 0 0 0,0-1 0 0 0,0 1 0 0 0,1-1 1 0 0,-4-9-1 0 0,0-5-7 0 0,0 0 0 0 0,1 0 1 0 0,2-1-1 0 0,0 0 1 0 0,2 0-1 0 0,0 0 0 0 0,2 0 1 0 0,0 0-1 0 0,2-1 0 0 0,1 1 1 0 0,1 0-1 0 0,1 0 1 0 0,8-28-1 0 0,-6 36-1 0 0,1 1 0 0 0,0 0 0 0 0,1 0 1 0 0,1 1-1 0 0,0 0 0 0 0,1 0 0 0 0,1 1 0 0 0,0 1 0 0 0,15-15 0 0 0,0 4-1 0 0,1 1 0 0 0,1 2-1 0 0,43-25 1 0 0,0 6-913 0 0,118-46 0 0 0,-6 26-6247 0 0,-123 41 3395 0 0,-40 13 2651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1.1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129 209 76 0 0,'-37'-87'5042'0'0,"36"83"-4898"0"0,-11-21 1240 0 0,12 24-1301 0 0,-1 0 1 0 0,1 0 0 0 0,-1 0-1 0 0,1 0 1 0 0,-1 0 0 0 0,1 1-1 0 0,-1-1 1 0 0,0 0 0 0 0,0 0-1 0 0,1 0 1 0 0,-1 1 0 0 0,0-1-1 0 0,0 0 1 0 0,0 1 0 0 0,0-1-1 0 0,0 1 1 0 0,0-1 0 0 0,-1 0-1 0 0,1 2-86 0 0,0 0 0 0 0,0 0 0 0 0,0 0 0 0 0,1 0 0 0 0,-1 0 0 0 0,0 0 0 0 0,1 0 0 0 0,-1 0 0 0 0,1 0 0 0 0,-1 0 0 0 0,1 1 0 0 0,0-1 0 0 0,-1 0 0 0 0,1 0 0 0 0,0 0 0 0 0,0 2 0 0 0,-1 1 8 0 0,-11 40 507 0 0,2 1 1 0 0,-5 61 0 0 0,2 93 1224 0 0,11-157-1461 0 0,1 278 1006 0 0,5-260-1188 0 0,3 0 1 0 0,2-1-1 0 0,22 76 0 0 0,-26-118-42 0 0,1-2 0 0 0,0 1 0 0 0,1-1 0 0 0,1 0 0 0 0,0 0 0 0 0,1-1 0 0 0,1 0 0 0 0,0-1 0 0 0,22 23 0 0 0,-27-31-26 0 0,1 0 0 0 0,0 0 1 0 0,0 0-1 0 0,0-1 1 0 0,0 0-1 0 0,1 0 1 0 0,0-1-1 0 0,0 0 0 0 0,0 0 1 0 0,0-1-1 0 0,0 0 1 0 0,0 0-1 0 0,1 0 1 0 0,-1-1-1 0 0,0 0 0 0 0,1 0 1 0 0,0-1-1 0 0,-1 0 1 0 0,1-1-1 0 0,-1 0 1 0 0,1 0-1 0 0,-1 0 0 0 0,0-1 1 0 0,8-2-1 0 0,-6 0-5 0 0,-1 0 0 0 0,1-1 0 0 0,-1 0-1 0 0,0 0 1 0 0,0 0 0 0 0,-1-1-1 0 0,0 0 1 0 0,0-1 0 0 0,0 0 0 0 0,-1 0-1 0 0,0 0 1 0 0,0-1 0 0 0,0 0-1 0 0,-1 0 1 0 0,-1 0 0 0 0,1-1 0 0 0,3-11-1 0 0,4-13-5 0 0,-1-1-1 0 0,-2 0 0 0 0,7-45 0 0 0,-5 3-37 0 0,1-109 0 0 0,-14-78 76 0 0,1 252-44 0 0,1-39 35 0 0,-3 1 0 0 0,-1-1 0 0 0,-3 2-1 0 0,-22-80 1 0 0,25 115-70 0 0,-1 0 1 0 0,0 0-1 0 0,-1 1 0 0 0,0 0 0 0 0,-1 0 1 0 0,0 0-1 0 0,-1 1 0 0 0,0 0 1 0 0,-1 1-1 0 0,0-1 0 0 0,-1 2 0 0 0,0-1 1 0 0,0 2-1 0 0,-1-1 0 0 0,0 1 0 0 0,-22-11 1 0 0,27 16-191 0 0,0 0 0 0 0,-1 0 0 0 0,1 0 0 0 0,0 1 0 0 0,-1 0 0 0 0,1 0 1 0 0,-1 1-1 0 0,0 0 0 0 0,1 0 0 0 0,-1 1 0 0 0,0 0 0 0 0,0 0 0 0 0,0 0 1 0 0,1 1-1 0 0,-1 0 0 0 0,0 0 0 0 0,1 1 0 0 0,-1 0 0 0 0,1 0 0 0 0,-1 0 0 0 0,-8 5 1 0 0,-2 2-860 0 0,0 1 1 0 0,0 0 0 0 0,1 2-1 0 0,0-1 1 0 0,1 2-1 0 0,0 0 1 0 0,-22 27 0 0 0,16-14-105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2.2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166 210 16 0 0,'-17'-3'7347'0'0,"16"1"-7245"0"0,-1 0 0 0 0,1 0 0 0 0,0 0-1 0 0,0 0 1 0 0,0 0 0 0 0,0 0 0 0 0,0-1-1 0 0,1 1 1 0 0,-1 0 0 0 0,0-4 0 0 0,-6-16 711 0 0,3 14-375 0 0,0-1 1 0 0,1 0 0 0 0,0 0 0 0 0,0 0 0 0 0,1 0 0 0 0,0 0 0 0 0,0-1 0 0 0,1 1 0 0 0,0-12 0 0 0,1 19-435 0 0,1 1 1 0 0,-1-1-1 0 0,1 0 0 0 0,0 1 0 0 0,-1-1 0 0 0,1 1 1 0 0,0-1-1 0 0,0 1 0 0 0,0-1 0 0 0,0 1 0 0 0,0-1 0 0 0,0 1 1 0 0,0 0-1 0 0,0 0 0 0 0,1 0 0 0 0,-1 0 0 0 0,0 0 1 0 0,1 0-1 0 0,-1 0 0 0 0,1 0 0 0 0,-1 0 0 0 0,3 0 0 0 0,3-2-8 0 0,-1 0 0 0 0,1 0 0 0 0,13-2 0 0 0,2 0-24 0 0,-1 2 1 0 0,1 1-1 0 0,38 0 0 0 0,-53 2 23 0 0,0 1 1 0 0,0 0-1 0 0,0 0 1 0 0,0 0 0 0 0,0 1-1 0 0,0 0 1 0 0,0 0-1 0 0,-1 1 1 0 0,1-1-1 0 0,-1 2 1 0 0,0-1-1 0 0,1 1 1 0 0,-2 0-1 0 0,1 0 1 0 0,7 7 0 0 0,-11-9 7 0 0,0 1 0 0 0,-1 0 0 0 0,1-1 0 0 0,-1 1-1 0 0,1 0 1 0 0,-1 0 0 0 0,0 0 0 0 0,0 0 0 0 0,0 0 0 0 0,-1 0 0 0 0,1 0 0 0 0,-1 0 0 0 0,0 1 0 0 0,0-1 0 0 0,0 0 0 0 0,0 0 0 0 0,0 0 0 0 0,-1 0 0 0 0,1 0 0 0 0,-2 4 0 0 0,0 1 10 0 0,0 1 0 0 0,-1-1 0 0 0,0 0 0 0 0,-1 0 1 0 0,0 0-1 0 0,-5 8 0 0 0,-3 1 0 0 0,-2-2 0 0 0,0 0 1 0 0,0 0-1 0 0,-1-1 0 0 0,-1-1 0 0 0,-23 15 1 0 0,-11 9 4 0 0,-21 18-33 0 0,71-55 14 0 0,0 0 1 0 0,0 0-1 0 0,-1 0 0 0 0,1 0 0 0 0,0 0 0 0 0,0 0 0 0 0,0 1 0 0 0,0-1 1 0 0,0 0-1 0 0,0 0 0 0 0,0 0 0 0 0,0 0 0 0 0,0 0 0 0 0,0 1 0 0 0,0-1 1 0 0,-1 0-1 0 0,1 0 0 0 0,0 0 0 0 0,0 0 0 0 0,0 1 0 0 0,0-1 0 0 0,0 0 1 0 0,0 0-1 0 0,0 0 0 0 0,0 0 0 0 0,1 0 0 0 0,-1 1 0 0 0,0-1 0 0 0,0 0 1 0 0,0 0-1 0 0,0 0 0 0 0,0 0 0 0 0,0 1 0 0 0,0-1 0 0 0,0 0 0 0 0,0 0 1 0 0,0 0-1 0 0,0 0 0 0 0,1 0 0 0 0,-1 0 0 0 0,0 0 0 0 0,0 1 0 0 0,0-1 1 0 0,0 0-1 0 0,1 0 0 0 0,11 6-14 0 0,18 2 30 0 0,-27-8-10 0 0,32 8 9 0 0,-9-3-33 0 0,36 12 0 0 0,-53-14 20 0 0,-1 0-1 0 0,-1 1 1 0 0,1 0-1 0 0,0 0 1 0 0,-1 1-1 0 0,0 0 1 0 0,0 0-1 0 0,9 9 1 0 0,-11-10 7 0 0,-1 0 1 0 0,0 1-1 0 0,0-1 0 0 0,-1 1 1 0 0,1 0-1 0 0,-1-1 1 0 0,0 2-1 0 0,0-1 0 0 0,0 0 1 0 0,-1 0-1 0 0,0 1 1 0 0,0 0-1 0 0,0-1 0 0 0,-1 1 1 0 0,0 0-1 0 0,0 0 1 0 0,0 0-1 0 0,-1-1 0 0 0,0 1 1 0 0,0 0-1 0 0,-1 0 0 0 0,1 0 1 0 0,-3 6-1 0 0,1-2 21 0 0,-1-1 0 0 0,0 1-1 0 0,-1-1 1 0 0,0 0 0 0 0,-1-1-1 0 0,0 1 1 0 0,0-1 0 0 0,-1 0-1 0 0,0 0 1 0 0,0-1 0 0 0,-1 1-1 0 0,0-1 1 0 0,0-1 0 0 0,0 1-1 0 0,-1-1 1 0 0,0-1 0 0 0,-17 10-1 0 0,7-6-45 0 0,0-1 0 0 0,0-1 0 0 0,0 0 0 0 0,-1-1 0 0 0,0-1 0 0 0,0-1 0 0 0,-1-1 0 0 0,-20 2 0 0 0,32-5-186 0 0,0 0-1 0 0,1 0 1 0 0,-1-1 0 0 0,0 0 0 0 0,0 0-1 0 0,0-1 1 0 0,1 0 0 0 0,-1 0-1 0 0,-8-5 1 0 0,13 6-113 0 0,0 0 0 0 0,0-1 0 0 0,1 1 0 0 0,-1-1 0 0 0,0 0 0 0 0,1 0 0 0 0,-1 0 0 0 0,1 0 0 0 0,0 0 0 0 0,0-1 0 0 0,0 1 0 0 0,0-1 0 0 0,0 1 0 0 0,0-1 0 0 0,1 0 0 0 0,-1 0 0 0 0,1 1 0 0 0,0-1 0 0 0,0 0 0 0 0,0 0 0 0 0,0 0-1 0 0,1-1 1 0 0,-1 1 0 0 0,1 0 0 0 0,-1-4 0 0 0,2-13-1348 0 0,4 0 214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2.5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82 48 0 0,'12'-9'987'0'0,"0"-1"1"0"0,-1 0-1 0 0,0-1 0 0 0,0 0 1 0 0,24-19 6698 0 0,-32 78-7516 0 0,0-19 154 0 0,17 131-148 0 0,13 82-1318 0 0,-31-230 164 0 0,-1-1 0 0 0,0 21 0 0 0,-1-29 480 0 0,0 1 1 0 0,-1-1-1 0 0,1 0 1 0 0,-1 1 0 0 0,0-1-1 0 0,0 0 1 0 0,0 1-1 0 0,0-1 1 0 0,-1 0-1 0 0,1 0 1 0 0,-1 0 0 0 0,0 0-1 0 0,-3 4 1 0 0,-1 0-844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3.7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818 212 124 0 0,'-7'-4'126'0'0,"1"1"0"0"0,-1 0 0 0 0,0 1 0 0 0,1 0 0 0 0,-1 0 0 0 0,0 0 0 0 0,0 1 0 0 0,-11-1 0 0 0,-23-3 177 0 0,1 3 0 0 0,-1 1 0 0 0,0 2 0 0 0,0 2 0 0 0,1 1 0 0 0,-45 11 0 0 0,-23 4 507 0 0,36-10 2198 0 0,-27 5-520 0 0,98-14-2480 0 0,-31 6 2272 0 0,-61 3 0 0 0,82-9-2052 0 0,17-2-38 0 0,11-1-114 0 0,16-3-4 0 0,1 1 0 0 0,52-1 0 0 0,-31 3-51 0 0,574-36 180 0 0,190-2 111 0 0,-142 7-211 0 0,-604 30-125 0 0,569-43 136 0 0,-139-2 147 0 0,-275 29-65 0 0,-180 17-21 0 0,-47 3-192 0 0,-70 6-2173 0 0,-5 0-557 0 0,-218 49-6783 0 0,235-42 8424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5.0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399 185 72 0 0,'10'-23'12362'0'0,"-11"20"-11911"0"0,-2-4-763 0 0,-5-8 643 0 0,0-1-1 0 0,1 1 1 0 0,1-1-1 0 0,-6-22 1 0 0,11 32-284 0 0,0 4-19 0 0,1 1 0 0 0,-1-1 0 0 0,0 0 1 0 0,1 0-1 0 0,-1 0 0 0 0,1 0 0 0 0,0 0 0 0 0,0 0 1 0 0,0 0-1 0 0,0 0 0 0 0,0 0 0 0 0,0 0 0 0 0,1 0 1 0 0,-1 0-1 0 0,0 0 0 0 0,1 0 0 0 0,0 0 0 0 0,-1 0 0 0 0,2-2 1 0 0,0 3-26 0 0,0 1 0 0 0,-1-1 0 0 0,1 0-1 0 0,0 1 1 0 0,0-1 0 0 0,0 1 0 0 0,-1 0 0 0 0,1 0 0 0 0,0 0 0 0 0,0 0 0 0 0,0 0 0 0 0,0 0 0 0 0,0 0 0 0 0,-1 0 0 0 0,1 1 0 0 0,0-1 0 0 0,0 1 0 0 0,-1-1 0 0 0,1 1-1 0 0,0 0 1 0 0,-1 0 0 0 0,1 0 0 0 0,1 1 0 0 0,42 25 9 0 0,-44-26-8 0 0,24 17 1 0 0,-2 2-1 0 0,0 1 1 0 0,-1 1-1 0 0,-1 0 1 0 0,-1 2-1 0 0,-1 0 1 0 0,-1 1-1 0 0,-1 1 1 0 0,-2 1 0 0 0,0 0-1 0 0,-2 1 1 0 0,15 45-1 0 0,-17-36-2 0 0,-1 0 1 0 0,-2 1-1 0 0,-2 0 1 0 0,-1 0-1 0 0,-2 0 0 0 0,-2 1 1 0 0,-1-1-1 0 0,-2 0 1 0 0,-2 1-1 0 0,-1-1 0 0 0,-14 48 1 0 0,12-65 0 0 0,-1 0 1 0 0,-1-1-1 0 0,0 0 1 0 0,-2-1 0 0 0,0 0-1 0 0,-2-1 1 0 0,0 0-1 0 0,0-1 1 0 0,-31 29-1 0 0,4-10 8 0 0,-1-2-1 0 0,-88 54 0 0 0,100-73-3 0 0,1-2-1 0 0,-2 0 1 0 0,0-2 0 0 0,-55 12-1 0 0,78-21-2 0 0,1-1-1 0 0,-1 0 1 0 0,1 0-1 0 0,-1-1 1 0 0,0 0-1 0 0,1 0 1 0 0,-1-1-1 0 0,0 0 1 0 0,1 0-1 0 0,-1 0 1 0 0,1-1-1 0 0,0 0 1 0 0,-1 0-1 0 0,1 0 1 0 0,0-1-1 0 0,0 0 1 0 0,1 0-1 0 0,-11-8 1 0 0,12 8 1 0 0,0 0 1 0 0,1-1-1 0 0,-1 1 0 0 0,1-1 0 0 0,0 0 0 0 0,0 0 1 0 0,0 0-1 0 0,1 0 0 0 0,-1-1 0 0 0,1 1 1 0 0,0-1-1 0 0,0 1 0 0 0,0-1 0 0 0,1 0 1 0 0,0 0-1 0 0,0 0 0 0 0,0 0 0 0 0,0 0 1 0 0,1 1-1 0 0,0-1 0 0 0,0 0 0 0 0,0 0 1 0 0,1 0-1 0 0,0 0 0 0 0,1-7 0 0 0,4-5-7 0 0,0 0 0 0 0,0 1 0 0 0,2-1 0 0 0,0 2 0 0 0,0-1 0 0 0,2 1 0 0 0,0 1 0 0 0,1-1-1 0 0,0 2 1 0 0,1 0 0 0 0,0 0 0 0 0,26-20 0 0 0,1 5-6 0 0,1 1-1 0 0,1 2 1 0 0,68-30-1 0 0,104-28-378 0 0,-56 24-3740 0 0,-60 21-4527 0 0,-82 32 7386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6.4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251 343 76 0 0,'-5'-9'274'0'0,"1"0"0"0"0,1 0-1 0 0,-23-59 14531 0 0,26 61-14796 0 0,-2 0 0 0 0,1 0-1 0 0,-1 0 1 0 0,0 0 0 0 0,-5-10-1 0 0,4 8 6 0 0,-1-3-25 0 0,3 8 40 0 0,0-1-1 0 0,0 1 0 0 0,-1 0 0 0 0,0 0 1 0 0,-3-7-1 0 0,4 11-18 0 0,1-1 0 0 0,-1 1 0 0 0,1-1 0 0 0,0 1-1 0 0,-1-1 1 0 0,1 1 0 0 0,-1 0 0 0 0,1-1 0 0 0,-1 1 0 0 0,1 0 0 0 0,-1-1-1 0 0,0 1 1 0 0,1 0 0 0 0,-1 0 0 0 0,1-1 0 0 0,-1 1 0 0 0,0 0-1 0 0,1 0 1 0 0,-1 0 0 0 0,1 0 0 0 0,-1 0 0 0 0,0 0 0 0 0,1 0 0 0 0,-1 0-1 0 0,1 0 1 0 0,-1 0 0 0 0,0 1 0 0 0,-14 15-23 0 0,10-9 2 0 0,-10 16 11 0 0,0 1 0 0 0,2 0-1 0 0,1 1 1 0 0,1 1 0 0 0,1-1-1 0 0,1 2 1 0 0,-6 32 0 0 0,0 18 11 0 0,-6 101-1 0 0,16-132-13 0 0,3-1 0 0 0,2 1-1 0 0,2 0 1 0 0,1-1-1 0 0,3 1 1 0 0,2-1 0 0 0,14 50-1 0 0,-17-83 11 0 0,0 0-1 0 0,1 0 1 0 0,0-1-1 0 0,0 0 1 0 0,2 0-1 0 0,-1 0 1 0 0,1-1 0 0 0,1 0-1 0 0,-1-1 1 0 0,2 0-1 0 0,-1 0 1 0 0,1-1-1 0 0,1 0 1 0 0,0-1-1 0 0,0 0 1 0 0,0 0-1 0 0,0-1 1 0 0,1-1 0 0 0,14 5-1 0 0,-3-3-5 0 0,1 0-1 0 0,-1-2 1 0 0,1 0 0 0 0,0-2 0 0 0,0-1-1 0 0,1 0 1 0 0,-1-2 0 0 0,0-1-1 0 0,34-5 1 0 0,-40 3 5 0 0,0 0 1 0 0,0-2-1 0 0,0 0 1 0 0,-1-1-1 0 0,0 0 0 0 0,24-14 1 0 0,-32 15 1 0 0,-1-1 0 0 0,0 0 1 0 0,0 0-1 0 0,0-1 0 0 0,-1 0 1 0 0,1 0-1 0 0,-2-1 0 0 0,1 1 1 0 0,-1-2-1 0 0,-1 1 0 0 0,1-1 0 0 0,-1 0 1 0 0,5-13-1 0 0,-2 0-4 0 0,-2 0 0 0 0,0 0 0 0 0,-1 0 0 0 0,-1-1 0 0 0,1-30 0 0 0,-5-118-57 0 0,0 168 53 0 0,-3-46-1 0 0,-2 1 0 0 0,-2 0 0 0 0,-20-70 1 0 0,4 42 24 0 0,-46-99 0 0 0,47 131-19 0 0,-32-48 1 0 0,39 69-14 0 0,7 11-45 0 0,-1 0-1 0 0,0 0 1 0 0,-19-17 0 0 0,24 26-150 0 0,0-1 0 0 0,0 1 0 0 0,0 0 1 0 0,0 1-1 0 0,-1-1 0 0 0,1 1 0 0 0,-1 0 0 0 0,1 0 0 0 0,-1 0 1 0 0,0 1-1 0 0,0-1 0 0 0,1 1 0 0 0,-1 0 0 0 0,-6 0 1 0 0,8 1-294 0 0,-1 0 1 0 0,1 1-1 0 0,-1-1 1 0 0,1 1-1 0 0,0 0 1 0 0,-1 0-1 0 0,1 0 1 0 0,0 0-1 0 0,0 0 1 0 0,0 1 0 0 0,0-1-1 0 0,0 1 1 0 0,0 0-1 0 0,0 0 1 0 0,0 0-1 0 0,1 0 1 0 0,-1 0-1 0 0,1 1 1 0 0,-1-1-1 0 0,1 1 1 0 0,-3 4 0 0 0,-3 3-950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7.2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77 245 468 0 0,'-16'-13'5729'0'0,"15"12"-5538"0"0,1-1 86 0 0,0-1 0 0 0,-1 1-1 0 0,1 0 1 0 0,0-1 0 0 0,0 1 0 0 0,0-1-1 0 0,0 1 1 0 0,1-4 0 0 0,5-10 52 0 0,0 0 0 0 0,1 1 0 0 0,1-1 0 0 0,0 2 0 0 0,16-22 0 0 0,-20 31-257 0 0,1-2 33 0 0,1 0 1 0 0,0 0-1 0 0,1 0 1 0 0,-1 1-1 0 0,1 0 1 0 0,1 0-1 0 0,-1 1 1 0 0,1-1-1 0 0,0 2 1 0 0,0-1-1 0 0,0 1 0 0 0,14-4 1 0 0,-17 6-59 0 0,0 0 0 0 0,0 1 0 0 0,0 0 0 0 0,1 0 0 0 0,-1 0 0 0 0,0 0 0 0 0,1 1 0 0 0,-1 0 0 0 0,1 0 0 0 0,-1 0 0 0 0,0 1 0 0 0,1 0 0 0 0,-1 0 1 0 0,0 0-1 0 0,0 1 0 0 0,0-1 0 0 0,0 1 0 0 0,0 1 0 0 0,0-1 0 0 0,0 1 0 0 0,-1-1 0 0 0,8 7 0 0 0,-9-6-33 0 0,0 1 0 0 0,1 0 0 0 0,-2 0 1 0 0,1 0-1 0 0,0 1 0 0 0,-1-1 0 0 0,1 0 0 0 0,-1 1 1 0 0,-1 0-1 0 0,1 0 0 0 0,-1-1 0 0 0,1 1 0 0 0,-1 0 1 0 0,-1 0-1 0 0,1 0 0 0 0,-1 0 0 0 0,0 0 0 0 0,0 0 0 0 0,0 0 1 0 0,-2 10-1 0 0,-2 4 82 0 0,0 0 1 0 0,-2-1-1 0 0,-14 36 0 0 0,10-34-21 0 0,0 0-1 0 0,-2 0 1 0 0,0-2-1 0 0,-1 1 1 0 0,-1-2-1 0 0,-1 1 1 0 0,-29 25-1 0 0,-132 95 341 0 0,157-124-369 0 0,-7 4-20 0 0,27-18-27 0 0,0 0 0 0 0,0 1 0 0 0,0-1 0 0 0,-1 0 1 0 0,1 1-1 0 0,0-1 0 0 0,0 0 0 0 0,0 0 0 0 0,0 0 0 0 0,0 0 0 0 0,0 0 0 0 0,0 0 0 0 0,1 0 0 0 0,172-6 44 0 0,1-1-154 0 0,-72 5-882 0 0,2-1-6412 0 0,-62-2 2232 0 0,-29 2 3897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7.6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87 70 728 0 0,'-2'-5'432'0'0,"0"0"0"0"0,0 0 0 0 0,0 1-1 0 0,-1 0 1 0 0,0-1 0 0 0,0 1 0 0 0,0 0 0 0 0,0 0 0 0 0,-1 1 0 0 0,1-1-1 0 0,-1 1 1 0 0,0-1 0 0 0,0 1 0 0 0,0 0 0 0 0,-1 1 0 0 0,1-1 0 0 0,-6-1-1 0 0,9 4-385 0 0,1-1 0 0 0,-1 2 0 0 0,1-1 0 0 0,-1 0 0 0 0,1 0 0 0 0,-1 0 0 0 0,1 0 0 0 0,-1 0 0 0 0,1 0 0 0 0,-1 0 0 0 0,1 1 0 0 0,-1-1 0 0 0,1 0 0 0 0,-1 0 0 0 0,1 1 0 0 0,-1-1 0 0 0,1 0 0 0 0,0 1 0 0 0,-1-1-1 0 0,1 0 1 0 0,0 1 0 0 0,-1-1 0 0 0,1 1 0 0 0,0-1 0 0 0,-1 0 0 0 0,1 1 0 0 0,0-1 0 0 0,0 1 0 0 0,-1-1 0 0 0,1 1 0 0 0,0-1 0 0 0,0 1 0 0 0,0-1 0 0 0,0 1 0 0 0,0 0 0 0 0,-5 22 975 0 0,5-19-786 0 0,-4 37 1105 0 0,4 73 0 0 0,1-48-1042 0 0,5 131-78 0 0,-3-96-326 0 0,-2-84-1139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9.04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49 86 68 0 0,'17'-23'13752'0'0,"-72"28"-13173"0"0,45-4-466 0 0,24 2-16 0 0,28 1 17 0 0,107 1 96 0 0,496-5-249 0 0,-609 0-636 0 0,-1-2 1 0 0,62-10-1 0 0,-95 12 437 0 0,-1-1-1 0 0,1 1 1 0 0,0 0 0 0 0,0-1 0 0 0,-1 1-1 0 0,1-1 1 0 0,-1 0 0 0 0,1 0 0 0 0,0 1-1 0 0,-1-1 1 0 0,1 0 0 0 0,-1 0 0 0 0,0 0-1 0 0,1-1 1 0 0,-1 1 0 0 0,0 0 0 0 0,0-1-1 0 0,0 1 1 0 0,0 0 0 0 0,0-1 0 0 0,1-1-1 0 0,-2 2 6 0 0,1-1 0 0 0,-1 1 0 0 0,0-1 0 0 0,0 1-1 0 0,-1-1 1 0 0,1 1 0 0 0,0 0 0 0 0,0-1-1 0 0,-1 1 1 0 0,1-1 0 0 0,-1 1 0 0 0,1 0 0 0 0,-1-1-1 0 0,1 1 1 0 0,-1 0 0 0 0,0 0 0 0 0,0 0-1 0 0,0-1 1 0 0,1 1 0 0 0,-7-4-1166 0 0,4 3 1165 0 0,-8-8-837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9.36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 1 408 0 0,'-2'1'147'0'0,"0"0"1"0"0,-1 1-1 0 0,1 0 0 0 0,0-1 0 0 0,0 1 1 0 0,0 0-1 0 0,0 0 0 0 0,1 0 1 0 0,-1 0-1 0 0,1 0 0 0 0,-1 1 1 0 0,1-1-1 0 0,0 0 0 0 0,-1 1 0 0 0,1-1 1 0 0,0 1-1 0 0,1-1 0 0 0,-1 1 1 0 0,0-1-1 0 0,1 1 0 0 0,0 0 0 0 0,-1 3 1 0 0,0 8 33 0 0,1 1 1 0 0,3 28 0 0 0,-1-21 264 0 0,12 93 1115 0 0,0-4 68 0 0,-7-19-799 0 0,7 144 43 0 0,-21-78-3083 0 0,6-143 1395 0 0,-2 1 0 0 0,-4 16 0 0 0,6-27 453 0 0,-1-1 1 0 0,0 1-1 0 0,0 0 0 0 0,0-1 0 0 0,0 1 0 0 0,-1-1 0 0 0,0 0 0 0 0,0 1 1 0 0,0-1-1 0 0,-5 5 0 0 0,-1-3-487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9.61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44 206 120 0 0,'-40'-182'3891'0'0,"39"179"-3796"0"0,1 2 8 0 0,-1-1 1 0 0,1 1-1 0 0,0-1 1 0 0,-1 1 0 0 0,1 0-1 0 0,0-1 1 0 0,0 1-1 0 0,0-1 1 0 0,0 1 0 0 0,0 0-1 0 0,1-3 1 0 0,-1 4-50 0 0,1-1 1 0 0,0 1 0 0 0,0 0-1 0 0,-1 0 1 0 0,1 0-1 0 0,0-1 1 0 0,0 1-1 0 0,-1 0 1 0 0,1 0-1 0 0,0 0 1 0 0,0 0 0 0 0,0 1-1 0 0,-1-1 1 0 0,1 0-1 0 0,0 0 1 0 0,0 0-1 0 0,-1 1 1 0 0,1-1-1 0 0,0 0 1 0 0,-1 0 0 0 0,1 1-1 0 0,0-1 1 0 0,-1 1-1 0 0,1-1 1 0 0,0 1-1 0 0,0 0 1 0 0,24 14 846 0 0,-1 2 1 0 0,0 1-1 0 0,-1 0 0 0 0,35 37 0 0 0,13 12-624 0 0,23 20-2386 0 0,-72-64 306 0 0,-19-19 1241 0 0,-1-1 1 0 0,1 1 0 0 0,0-1 0 0 0,1 0 0 0 0,-1 0-1 0 0,0 0 1 0 0,1 0 0 0 0,0 0 0 0 0,0-1 0 0 0,0 0-1 0 0,6 3 1 0 0,-4-4-329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2:29.8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547 0 68 0 0,'-5'1'125'0'0,"0"0"0"0"0,1 0 0 0 0,-1 0 0 0 0,1 0-1 0 0,0 1 1 0 0,-1-1 0 0 0,1 1 0 0 0,0 0 0 0 0,0 1 0 0 0,0-1 0 0 0,0 1 0 0 0,0 0 0 0 0,1-1-1 0 0,-5 6 1 0 0,-7 7 245 0 0,-23 28-1 0 0,32-35-246 0 0,-110 143 1053 0 0,15-17-562 0 0,11-16-839 0 0,-8 13-3281 0 0,83-113 2680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01.7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563 118 48 0 0,'-2'-2'234'0'0,"-1"-1"0"0"0,1 2 0 0 0,-1-1 1 0 0,0 0-1 0 0,1 0 0 0 0,-1 1 0 0 0,0 0 0 0 0,-4-2 0 0 0,-1-1 172 0 0,-3-2 120 0 0,-38-24 8623 0 0,48 30-8993 0 0,-5 0 541 0 0,-65-34 473 0 0,46 23-912 0 0,22 9-229 0 0,-1 0 1 0 0,1 0 0 0 0,0 0-1 0 0,-1 1 1 0 0,0 0-1 0 0,1-1 1 0 0,-1 1 0 0 0,0 1-1 0 0,0-1 1 0 0,1 0-1 0 0,-1 1 1 0 0,0 0 0 0 0,0 0-1 0 0,0 0 1 0 0,0 0 0 0 0,0 1-1 0 0,1 0 1 0 0,-7 1-1 0 0,-3 3-41 0 0,0 2 0 0 0,1-1 0 0 0,0 1 0 0 0,0 1 0 0 0,0 0 0 0 0,1 1 0 0 0,0 0 0 0 0,1 1 0 0 0,0 0-1 0 0,1 0 1 0 0,-16 23 0 0 0,5-3 14 0 0,1 0 0 0 0,2 1 0 0 0,-21 53 0 0 0,28-58 14 0 0,2-1-1 0 0,1 1 1 0 0,1 1 0 0 0,1-1 0 0 0,-1 30-1 0 0,5-35-18 0 0,0 0-1 0 0,2-1 0 0 0,0 1 0 0 0,2 0 0 0 0,0 0 0 0 0,1-1 0 0 0,8 22 0 0 0,-9-33 5 0 0,1 0 0 0 0,0 0 0 0 0,1 0 0 0 0,-1-1 0 0 0,2 0 0 0 0,-1 0 0 0 0,1 0 0 0 0,1-1 0 0 0,-1 1 0 0 0,1-1 0 0 0,0-1 0 0 0,1 0 0 0 0,0 0 0 0 0,0 0 0 0 0,9 4 0 0 0,-4-3 11 0 0,0-1 0 0 0,1-1 0 0 0,-1 0 0 0 0,1-1 0 0 0,0-1 0 0 0,0 0 0 0 0,0 0 0 0 0,1-2 0 0 0,21 1 0 0 0,-6-3 21 0 0,0-1 0 0 0,0-1 0 0 0,-1-2 0 0 0,1 0 0 0 0,-1-2 1 0 0,-1-2-1 0 0,1 0 0 0 0,-1-2 0 0 0,-1-1 0 0 0,33-20 0 0 0,-50 26-1 0 0,-1 0 0 0 0,-1 0 0 0 0,1-1 0 0 0,-1-1 0 0 0,-1 1 0 0 0,1-1 0 0 0,-1-1 0 0 0,11-16 0 0 0,-14 18-26 0 0,0-1 0 0 0,-1 1 0 0 0,0-1 0 0 0,0 1 0 0 0,-1-1 0 0 0,0 0 0 0 0,0 0 0 0 0,-1-1 0 0 0,0 1 0 0 0,0 0 0 0 0,-1 0 0 0 0,-1-10 0 0 0,-1-13 2 0 0,-1 1 1 0 0,-1 1-1 0 0,-2-1 1 0 0,-2 1-1 0 0,0 0 1 0 0,-14-30-1 0 0,-6-15 44 0 0,22 54 8 0 0,-2 0 0 0 0,0 0 0 0 0,-13-22 0 0 0,-19-36 144 0 0,37 71-167 0 0,3 6-38 0 0,0 1 1 0 0,0 0 0 0 0,0 0-1 0 0,0-1 1 0 0,-1 1-1 0 0,1 0 1 0 0,0-1-1 0 0,0 1 1 0 0,0 0-1 0 0,0 0 1 0 0,-1-1 0 0 0,1 1-1 0 0,0 0 1 0 0,0 0-1 0 0,0 0 1 0 0,-1-1-1 0 0,1 1 1 0 0,0 0-1 0 0,0 0 1 0 0,-1 0 0 0 0,1 0-1 0 0,0-1 1 0 0,0 1-1 0 0,-1 0 1 0 0,1 0-1 0 0,0 0 1 0 0,-1 0 0 0 0,1 0-1 0 0,0 0 1 0 0,-1 0-1 0 0,1 0 1 0 0,0 0-1 0 0,0 0 1 0 0,-1 0-1 0 0,1 0 1 0 0,0 0 0 0 0,-1 0-1 0 0,1 0 1 0 0,0 0-1 0 0,-1 0 1 0 0,1 1-1 0 0,0-1 1 0 0,0 0-1 0 0,-1 0 1 0 0,1 0 0 0 0,0 0-1 0 0,0 0 1 0 0,-1 1-1 0 0,1-1 1 0 0,-46 7-39 0 0,32-11 77 0 0,13 3-30 0 0,0 0 0 0 0,0 1 0 0 0,0-1 0 0 0,-1 0-1 0 0,1 1 1 0 0,0 0 0 0 0,0-1 0 0 0,-1 1 0 0 0,1 0 0 0 0,0-1-1 0 0,0 1 1 0 0,-2 0 0 0 0,-10-4-303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02.6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252 1122 864 0 0,'1'2'264'0'0,"0"1"-1"0"0,-1 0 1 0 0,1 1 0 0 0,-1-1-1 0 0,0 0 1 0 0,0 0 0 0 0,0 0-1 0 0,0 0 1 0 0,0 0-1 0 0,-1 0 1 0 0,1 0 0 0 0,-1 0-1 0 0,0 0 1 0 0,0 0 0 0 0,0 0-1 0 0,0-1 1 0 0,-1 1 0 0 0,-1 3-1 0 0,1-4-182 0 0,1 1 1 0 0,0-1-1 0 0,0 1 0 0 0,0-1 1 0 0,0 1-1 0 0,0 0 0 0 0,0-1 1 0 0,1 1-1 0 0,-1 0 0 0 0,1 0 0 0 0,0-1 1 0 0,0 1-1 0 0,0 5 0 0 0,0-7-1 0 0,0 0 0 0 0,0 1 1 0 0,0-1-1 0 0,0 0 0 0 0,0 0 0 0 0,0 0 0 0 0,1 0 0 0 0,-1 1 0 0 0,0-1 0 0 0,1 0 0 0 0,-1 0 1 0 0,1 0-1 0 0,-1 0 0 0 0,1 0 0 0 0,-1 0 0 0 0,1 0 0 0 0,0 0 0 0 0,0 0 0 0 0,-1 0 0 0 0,1-1 0 0 0,0 1 1 0 0,0 0-1 0 0,0 0 0 0 0,0-1 0 0 0,0 1 0 0 0,0 0 0 0 0,0-1 0 0 0,0 1 0 0 0,0-1 0 0 0,0 0 1 0 0,0 1-1 0 0,0-1 0 0 0,3 1 0 0 0,0-2 154 0 0,1 1 0 0 0,-1-1 0 0 0,0 0 0 0 0,1 0 0 0 0,-1 0 0 0 0,0-1 0 0 0,0 0 1 0 0,0 1-1 0 0,0-2 0 0 0,0 1 0 0 0,0 0 0 0 0,-1-1 0 0 0,1 1 0 0 0,5-6 0 0 0,4-6 60 0 0,1 0 0 0 0,11-17 1 0 0,-9 12-29 0 0,-3 1-219 0 0,-1 0-1 0 0,0 0 1 0 0,-1-1-1 0 0,-1-1 1 0 0,-1 0-1 0 0,-1 0 1 0 0,-1-1-1 0 0,0 0 0 0 0,5-30 1 0 0,-7 16 20 0 0,0 0 1 0 0,-3 1-1 0 0,-1-1 1 0 0,-1 0-1 0 0,-6-41 1 0 0,1 36 15 0 0,1-4 39 0 0,-3 1 1 0 0,-14-56 0 0 0,0 40-28 0 0,-29-57-1 0 0,-28-21-3 0 0,76 133-81 0 0,-9-13-41 0 0,-21-33 3 0 0,30 46 38 0 0,-1 0 0 0 0,-1 0 0 0 0,1 1-1 0 0,-1-1 1 0 0,1 1 0 0 0,-1 0 0 0 0,0 0-1 0 0,0 0 1 0 0,-5-2 0 0 0,8 4-14 0 0,-1 0 0 0 0,1 0 0 0 0,-1 1 0 0 0,1-1 0 0 0,-1 0 0 0 0,1 0 0 0 0,0 0 0 0 0,-1 0 0 0 0,1-1 0 0 0,0 1 0 0 0,0 0 0 0 0,0-1 0 0 0,0 1 0 0 0,0 0 0 0 0,0-1 0 0 0,0 1 0 0 0,-1-3 0 0 0,-3 14-94 0 0,4-4 91 0 0,0 0 1 0 0,-1 0 0 0 0,0 0-1 0 0,0 0 1 0 0,0 0-1 0 0,-4 9 1 0 0,-4 7 66 0 0,-18 58 71 0 0,-53 176-265 0 0,72-216 112 0 0,-22 115 44 0 0,25-111-10 0 0,-3 11-31 0 0,-1 83 0 0 0,9-93-13 0 0,3-1 0 0 0,2 0 0 0 0,11 57 0 0 0,-11-85 28 0 0,0 0 0 0 0,2-1 1 0 0,0 1-1 0 0,1-1 0 0 0,9 16 1 0 0,-11-22 5 0 0,1-1 1 0 0,1 1 0 0 0,0-1 0 0 0,0 0 0 0 0,0 0 0 0 0,1-1-1 0 0,0 0 1 0 0,17 11 0 0 0,-15-12-11 0 0,-1-1 1 0 0,1 0-1 0 0,0-1 0 0 0,1 0 0 0 0,-1 0 0 0 0,1-1 1 0 0,0 0-1 0 0,0-1 0 0 0,0-1 0 0 0,0 0 0 0 0,0 0 1 0 0,0-1-1 0 0,0 0 0 0 0,0-1 0 0 0,0 0 0 0 0,0-1 1 0 0,0 0-1 0 0,0-1 0 0 0,0 0 0 0 0,-1 0 1 0 0,0-1-1 0 0,1-1 0 0 0,16-10 0 0 0,-18 9-60 0 0,1-1 1 0 0,-1 0-1 0 0,-1 0 0 0 0,1-1 0 0 0,-1-1 0 0 0,0 1 0 0 0,-1-1 1 0 0,0 0-1 0 0,-1-1 0 0 0,0 0 0 0 0,0 0 0 0 0,-1 0 1 0 0,0 0-1 0 0,6-21 0 0 0,-5 10-228 0 0,0-1-1 0 0,-2 0 1 0 0,0 0-1 0 0,-2 0 1 0 0,0-1 0 0 0,-2-24-1 0 0,-1 27 23 0 0,-1 1 1 0 0,-1 0-1 0 0,-7-27 0 0 0,6 36-841 0 0,0-1-1 0 0,0 1 1 0 0,-1 0 0 0 0,-7-12-1 0 0,-2-2-3429 0 0,8 17 3341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03.6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285 971 640 0 0,'12'-9'4522'0'0,"-11"8"-4325"0"0,5-22 1158 0 0,-3-24-639 0 0,-3 40-603 0 0,-1 0 0 0 0,0 1 0 0 0,0-1 0 0 0,-1 0 0 0 0,0 1 0 0 0,0-1-1 0 0,0 1 1 0 0,-1 0 0 0 0,0 0 0 0 0,-1 0 0 0 0,1 0 0 0 0,-1 0 0 0 0,0 1 0 0 0,0-1 0 0 0,-1 1 0 0 0,0 0 0 0 0,1 1 0 0 0,-9-6 0 0 0,10 7-106 0 0,0 1 1 0 0,-1 0 0 0 0,1 0 0 0 0,-1 1 0 0 0,0-1 0 0 0,0 1 0 0 0,1 0 0 0 0,-1 0-1 0 0,0 0 1 0 0,0 0 0 0 0,0 1 0 0 0,0 0 0 0 0,0-1 0 0 0,0 1 0 0 0,0 1 0 0 0,0-1 0 0 0,0 1-1 0 0,0-1 1 0 0,1 1 0 0 0,-1 0 0 0 0,0 1 0 0 0,0-1 0 0 0,-6 4 0 0 0,2-1 4 0 0,0 1 0 0 0,1 0 0 0 0,-1 0 0 0 0,1 1 0 0 0,0 0 0 0 0,1 0 0 0 0,-1 1 0 0 0,1 0 0 0 0,-6 9 1 0 0,3-4 28 0 0,1 1 1 0 0,0 0 0 0 0,1 0 0 0 0,0 1 0 0 0,1-1 0 0 0,1 2 0 0 0,0-1 0 0 0,1 0 0 0 0,1 1-1 0 0,-4 27 1 0 0,6-27-39 0 0,1 0-1 0 0,0 0 0 0 0,1 0 0 0 0,1 0 0 0 0,0 0 1 0 0,1-1-1 0 0,1 1 0 0 0,0-1 0 0 0,7 18 1 0 0,-8-25 26 0 0,0-1 0 0 0,1 0 0 0 0,-1 0 1 0 0,1 0-1 0 0,0 0 0 0 0,1-1 0 0 0,-1 0 0 0 0,1 1 1 0 0,0-2-1 0 0,0 1 0 0 0,1-1 0 0 0,0 1 1 0 0,-1-1-1 0 0,1-1 0 0 0,0 1 0 0 0,1-1 1 0 0,-1 0-1 0 0,1-1 0 0 0,-1 0 0 0 0,1 0 0 0 0,14 3 1 0 0,-11-4 88 0 0,0 0 0 0 0,0-1 0 0 0,0 0 0 0 0,0-1 0 0 0,0 0 0 0 0,0 0 0 0 0,15-5 0 0 0,-13 2 7 0 0,0 0 0 0 0,-1-1-1 0 0,0 0 1 0 0,0-1 0 0 0,0 0-1 0 0,-1-1 1 0 0,0 0 0 0 0,0-1-1 0 0,12-12 1 0 0,-10 8-48 0 0,-1-1 0 0 0,-1 0 0 0 0,0 0 0 0 0,-1-1 0 0 0,0 0 1 0 0,-1 0-1 0 0,-1-1 0 0 0,0-1 0 0 0,-1 1 0 0 0,0-1 0 0 0,-2 0 0 0 0,4-21 0 0 0,0-26 47 0 0,-3 0-1 0 0,-6-92 0 0 0,-23-125-139 0 0,22 260 8 0 0,-37-245 52 0 0,19 167 24 0 0,13 67-56 0 0,3 19-42 0 0,-1 11-39 0 0,-6 19-61 0 0,9-13 122 0 0,-2 5 2 0 0,1 0 0 0 0,0 1 0 0 0,1-1 0 0 0,0 0 1 0 0,1 1-1 0 0,0 12 0 0 0,-2 10 10 0 0,-4 74-34 0 0,8-36 20 0 0,4 127 56 0 0,-1-19-14 0 0,2-60-49 0 0,-6-108 18 0 0,20 216-89 0 0,1-91 12 0 0,0-48 56 0 0,-17-72 9 0 0,2 0 0 0 0,-1-1 0 0 0,2 0 0 0 0,0 0 0 0 0,13 19 0 0 0,-15-26-7 0 0,1 0-1 0 0,0-1 1 0 0,0 0 0 0 0,1 0 0 0 0,0-1-1 0 0,0 0 1 0 0,1 0 0 0 0,-1 0 0 0 0,1-1-1 0 0,15 7 1 0 0,-15-9-1 0 0,1 0 0 0 0,-1-1 0 0 0,0 0 0 0 0,1 0 0 0 0,-1-1 0 0 0,1 0 1 0 0,-1 0-1 0 0,17-2 0 0 0,-20 1-272 0 0,1 0 0 0 0,-1-1 0 0 0,1 0 0 0 0,-1 0 0 0 0,0-1 0 0 0,0 1 0 0 0,1-1 0 0 0,-1 0 0 0 0,0 0 0 0 0,-1-1 0 0 0,1 0 1 0 0,0 0-1 0 0,-1 0 0 0 0,0 0 0 0 0,6-5 0 0 0,-8 5-209 0 0,0-1 0 0 0,-1 1 1 0 0,1 0-1 0 0,-1-1 0 0 0,1 1 0 0 0,-1-1 1 0 0,0 1-1 0 0,-1-1 0 0 0,1 1 0 0 0,0-1 0 0 0,-1 0 1 0 0,0 0-1 0 0,0-3 0 0 0,-2-7-838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06.8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0 268 0 0,'-7'3'11912'0'0,"7"-2"-11818"0"0,1 1 1 0 0,-1-1 0 0 0,1 0-1 0 0,0 0 1 0 0,-1 0-1 0 0,1 0 1 0 0,0-1 0 0 0,0 1-1 0 0,0 0 1 0 0,0 0-1 0 0,0 0 1 0 0,0-1 0 0 0,0 1-1 0 0,0 0 1 0 0,0-1-1 0 0,2 1 1 0 0,20 9 83 0 0,1-2 1 0 0,0 0-1 0 0,0-2 0 0 0,1-1 0 0 0,34 3 1 0 0,-18-2-104 0 0,249 30 102 0 0,-149-20-116 0 0,330 20-6 0 0,-411-34-64 0 0,-12 1-252 0 0,78-6 0 0 0,-125 3 188 0 0,0 0 0 0 0,1 0 0 0 0,-1 0 0 0 0,0 0 1 0 0,0 0-1 0 0,1-1 0 0 0,-1 1 0 0 0,0 0 0 0 0,0-1 0 0 0,0 1 1 0 0,0-1-1 0 0,1 0 0 0 0,-1 1 0 0 0,0-1 0 0 0,0 0 1 0 0,0 1-1 0 0,0-1 0 0 0,0 0 0 0 0,1-1 0 0 0,-40-54-11674 0 0,24 46 10536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07.2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246 83 316 0 0,'-7'-32'2545'0'0,"-3"-18"5055"0"0,11 64-7016 0 0,0-1 1 0 0,0 1-1 0 0,-2 0 0 0 0,-2 23 0 0 0,1-24-377 0 0,-77 504 1111 0 0,27-222-1189 0 0,28-152-125 0 0,-12 84-5 0 0,21-137 33 0 0,8-57-447 0 0,1 1 0 0 0,0 43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1.0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1141 77 408 0 0,'87'-25'2566'0'0,"4"0"-1264"0"0,3 3 7592 0 0,-107 20-8773 0 0,-1 1 1 0 0,1 0-1 0 0,0 0 1 0 0,-1 1-1 0 0,1 1 0 0 0,0 1 1 0 0,-20 3-1 0 0,18-2-49 0 0,-311 70 37 0 0,127-23-124 0 0,-369 79-3 0 0,413-86 37 0 0,153-42-14 0 0,-11 3 47 0 0,12-4-51 0 0,1 1 0 0 0,0-1 0 0 0,0 0 0 0 0,0 0-1 0 0,-1 0 1 0 0,1 0 0 0 0,0 0 0 0 0,0 0 0 0 0,-1 0 0 0 0,1 0 0 0 0,0 0-1 0 0,0 0 1 0 0,-1 0 0 0 0,1 0 0 0 0,0 0 0 0 0,0 0 0 0 0,-1-1 0 0 0,1 1 0 0 0,0 0-1 0 0,0 0 1 0 0,0 0 0 0 0,-1 0 0 0 0,1 0 0 0 0,0 0 0 0 0,0-1 0 0 0,0 1-1 0 0,-1 0 1 0 0,1 0 0 0 0,0 0 0 0 0,0 0 0 0 0,0-1 0 0 0,0 1 0 0 0,0 0-1 0 0,-1 0 1 0 0,1 0 0 0 0,0-1 0 0 0,0 1 0 0 0,0 0 0 0 0,0 0 0 0 0,0-1 0 0 0,0 1-1 0 0,0 0 1 0 0,0 0 0 0 0,0-1 0 0 0,0 1 1 0 0,0 0-1 0 0,0 0 1 0 0,0 0-1 0 0,0 0 1 0 0,0 0-1 0 0,0 0 1 0 0,1 0-1 0 0,-1 0 1 0 0,0 0-1 0 0,0 1 1 0 0,0-1-1 0 0,0 0 1 0 0,0 0-1 0 0,0 0 1 0 0,0 0 0 0 0,0 0-1 0 0,0 0 1 0 0,1 0-1 0 0,-1 0 1 0 0,0 0-1 0 0,0 0 1 0 0,0 0-1 0 0,0 0 1 0 0,0 0-1 0 0,0 0 1 0 0,0 0-1 0 0,0 0 1 0 0,1-1-1 0 0,-1 1 1 0 0,0 0 0 0 0,0 0-1 0 0,0 0 1 0 0,0 0-1 0 0,0 0 1 0 0,0 0-1 0 0,0 0 1 0 0,0 0-1 0 0,0 0 1 0 0,0 0-1 0 0,0 0 1 0 0,0 0-1 0 0,1 0 1 0 0,-1 0-1 0 0,0-1 1 0 0,0 1 0 0 0,0 0-1 0 0,0 0 1 0 0,0 0-1 0 0,0 0 1 0 0,0 0-1 0 0,0 0 1 0 0,0 0-1 0 0,0 0 1 0 0,0-1-1 0 0,0 1 1 0 0,9 15 21 0 0,7 21-8 0 0,25 83 75 0 0,10 65 143 0 0,-20-67-97 0 0,137 591-6 0 0,-100-399-211 0 0,79 591 302 0 0,27 268 158 0 0,-147-1020-365 0 0,145 845 329 0 0,-69-467-277 0 0,-102-521-64 0 0,0 3-2 0 0,1 0 0 0 0,0-1 0 0 0,1 0 0 0 0,0 1 0 0 0,0-1 0 0 0,4 7 0 0 0,-6-12 0 0 0,0-1 0 0 0,1 1 0 0 0,-1-1 0 0 0,1 1 1 0 0,-1-1-1 0 0,1 1 0 0 0,-1-1 0 0 0,1 0 0 0 0,0 0 1 0 0,0 0-1 0 0,0 0 0 0 0,0 0 0 0 0,0 0 0 0 0,0 0 0 0 0,0-1 1 0 0,0 1-1 0 0,0-1 0 0 0,0 1 0 0 0,0-1 0 0 0,0 0 0 0 0,0 0 1 0 0,0 0-1 0 0,0 0 0 0 0,0 0 0 0 0,0 0 0 0 0,5-2 0 0 0,413-45 70 0 0,-278 36-30 0 0,871-33-196 0 0,-860 41 5 0 0,346-10-686 0 0,-467 11 753 0 0,0-1 1 0 0,58-13-1 0 0,-78 13-322 0 0,-1 0 0 0 0,1-1 0 0 0,-1 0 1 0 0,0-1-1 0 0,0-1 0 0 0,0 1 0 0 0,-1-2 0 0 0,0 1 0 0 0,0-2 0 0 0,15-13 0 0 0,-19 14-349 0 0,0 0 1 0 0,-1-1-1 0 0,0 0 0 0 0,0 0 1 0 0,-1 0-1 0 0,0 0 0 0 0,0-1 1 0 0,-1 1-1 0 0,4-13 0 0 0,-1-10-845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2.4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54 120 448 0 0,'-11'-31'2420'0'0,"-1"-3"-157"0"0,9 12 2516 0 0,-20 19-1583 0 0,20 3-2874 0 0,1-1 56 0 0,6-1-146 0 0,15-5-74 0 0,26-6-172 0 0,-22 10 63 0 0,1 1 1 0 0,37 1-1 0 0,-53 1-44 0 0,1 1 1 0 0,-1 1-1 0 0,0-1 1 0 0,0 1-1 0 0,0 1 0 0 0,0 0 1 0 0,0 0-1 0 0,0 0 1 0 0,-1 1-1 0 0,14 9 0 0 0,2 4-2 0 0,-1 2 0 0 0,-1 1 0 0 0,0 0 0 0 0,-2 2 0 0 0,0 0 0 0 0,20 33 0 0 0,81 156-3 0 0,-114-199 1 0 0,21 43 8 0 0,-2 2 0 0 0,-4 1 0 0 0,-1 1 0 0 0,-3 1 0 0 0,-3 0 1 0 0,-3 1-1 0 0,6 76 0 0 0,-15-101 1 0 0,-2-1 1 0 0,-1 1-1 0 0,-2-1 0 0 0,-1 1 1 0 0,-1-1-1 0 0,-19 58 0 0 0,17-72-5 0 0,0 0 0 0 0,-2-1 0 0 0,-1 0 0 0 0,0-1-1 0 0,-2 0 1 0 0,0-1 0 0 0,-1 0 0 0 0,0-1-1 0 0,-2 0 1 0 0,0-1 0 0 0,-1-1 0 0 0,-18 14 0 0 0,12-12 3 0 0,-2-1 1 0 0,0 0 0 0 0,0-2-1 0 0,-2-1 1 0 0,-26 10-1 0 0,42-19-5 0 0,0-1-1 0 0,1 0 0 0 0,-1-1 1 0 0,0 0-1 0 0,0 0 0 0 0,-1-1 1 0 0,1-1-1 0 0,0 0 0 0 0,0 0 0 0 0,0-1 1 0 0,0 0-1 0 0,0 0 0 0 0,0-1 1 0 0,0-1-1 0 0,0 0 0 0 0,0 0 1 0 0,-14-8-1 0 0,18 8-5 0 0,1-1 0 0 0,0 1 1 0 0,0-1-1 0 0,0 0 0 0 0,0 0 0 0 0,0-1 0 0 0,1 1 0 0 0,0-1 1 0 0,0 0-1 0 0,0 0 0 0 0,1-1 0 0 0,-6-10 0 0 0,5 7 3 0 0,0-1 0 0 0,1 0 0 0 0,1 0 1 0 0,-1 0-1 0 0,2 0 0 0 0,-1-1 0 0 0,1-12 0 0 0,1-6 9 0 0,2-1-1 0 0,2 1 1 0 0,0 0 0 0 0,14-46-1 0 0,38-109-31 0 0,-42 145 44 0 0,2 1 0 0 0,35-59 0 0 0,-40 81-22 0 0,0 0 0 0 0,2 1 0 0 0,0 0-1 0 0,1 1 1 0 0,0 0 0 0 0,1 1 0 0 0,0 1 0 0 0,24-14-1 0 0,-10 8-25 0 0,2 2 0 0 0,0 1 0 0 0,64-21 0 0 0,-91 35 1 0 0,12-5-330 0 0,0 2 1 0 0,1 0-1 0 0,32-4 0 0 0,-44 8-113 0 0,0 0 1 0 0,0 0 0 0 0,0 1 0 0 0,0-1 0 0 0,0 1-1 0 0,0 0 1 0 0,6 3 0 0 0,-7-3-243 0 0,-1 1 1 0 0,1 0-1 0 0,0 0 0 0 0,-1 0 0 0 0,1 0 1 0 0,-1 1-1 0 0,12 12-2132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3.0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12 162 140 0 0,'4'-13'1001'0'0,"-1"0"1"0"0,2-19-1 0 0,6-23 809 0 0,-10 51-1611 0 0,1 0 1 0 0,-1 0-1 0 0,1 0 1 0 0,-1 1-1 0 0,1-1 1 0 0,0 0-1 0 0,0 1 1 0 0,1 0-1 0 0,-1-1 1 0 0,5-3-1 0 0,-7 7-139 0 0,1-1 1 0 0,-1 1-1 0 0,1-1 1 0 0,-1 1-1 0 0,0 0 1 0 0,1-1-1 0 0,-1 1 0 0 0,1 0 1 0 0,0-1-1 0 0,-1 1 1 0 0,1 0-1 0 0,-1 0 1 0 0,1 0-1 0 0,-1-1 1 0 0,1 1-1 0 0,-1 0 0 0 0,1 0 1 0 0,0 0-1 0 0,-1 0 1 0 0,1 0-1 0 0,-1 0 1 0 0,1 0-1 0 0,0 0 0 0 0,-1 0 1 0 0,1 1-1 0 0,-1-1 1 0 0,1 0-1 0 0,0 0 1 0 0,0 1 53 0 0,0 0 1 0 0,1 0-1 0 0,-1 0 0 0 0,0 0 1 0 0,0 0-1 0 0,0 0 1 0 0,-1 0-1 0 0,1 1 0 0 0,0-1 1 0 0,0 0-1 0 0,0 2 1 0 0,13 41 1596 0 0,-13-39-1542 0 0,35 225 1948 0 0,-32-196-2021 0 0,31 413 77 0 0,-37-405-143 0 0,-1 1 1 0 0,-2 0-1 0 0,-2-1 1 0 0,-15 52-1 0 0,0-24 80 0 0,-49 109 0 0 0,55-147-49 0 0,8-17-22 0 0,1-1 0 0 0,-7 24 0 0 0,14-38-37 0 0,0 1-1 0 0,0-1 1 0 0,-1 1-1 0 0,1-1 1 0 0,0 0-1 0 0,0 1 1 0 0,0-1-1 0 0,0 1 1 0 0,0-1 0 0 0,0 1-1 0 0,0-1 1 0 0,1 0-1 0 0,-1 1 1 0 0,0-1-1 0 0,0 1 1 0 0,0-1-1 0 0,0 0 1 0 0,0 1 0 0 0,1-1-1 0 0,-1 1 1 0 0,0-1-1 0 0,0 0 1 0 0,1 1-1 0 0,-1-1 1 0 0,0 0-1 0 0,0 1 1 0 0,1-1 0 0 0,-1 0-1 0 0,0 0 1 0 0,1 1-1 0 0,0-1 1 0 0,16 4 55 0 0,18-5 17 0 0,824-86-2 0 0,-603 75-586 0 0,-147 11-3449 0 0,-128 2 1646 0 0,-1 1 1 0 0,-25 7 0 0 0,-2-1-100 0 0,19-5 1359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3.8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502 181 216 0 0,'-268'30'2360'0'0,"230"-27"-1808"0"0,27-3-230 0 0,1 1 0 0 0,-1 0-1 0 0,1 1 1 0 0,-1 0 0 0 0,-15 5 0 0 0,14-1 211 0 0,0 1 0 0 0,1 0 0 0 0,-18 15 1 0 0,-16 11 548 0 0,45-33-1059 0 0,-1 0 0 0 0,1 0 1 0 0,0 0-1 0 0,-1 0 0 0 0,1 0 0 0 0,0 0 0 0 0,-1 0 0 0 0,1 0 1 0 0,0 0-1 0 0,0 1 0 0 0,-1-1 0 0 0,1 0 0 0 0,0 0 0 0 0,-1 0 0 0 0,1 1 1 0 0,0-1-1 0 0,0 0 0 0 0,0 0 0 0 0,-1 1 0 0 0,1-1 0 0 0,0 0 1 0 0,0 1-1 0 0,0-1 0 0 0,-1 0 0 0 0,1 1 0 0 0,0-1 0 0 0,0 0 1 0 0,0 1-1 0 0,0-1 0 0 0,0 0 0 0 0,0 1 0 0 0,0-1 0 0 0,0 0 0 0 0,0 1 1 0 0,0-1-1 0 0,0 0 0 0 0,0 1 0 0 0,0-1 0 0 0,14 5 970 0 0,22-4 288 0 0,515-59 1898 0 0,-131 11-2887 0 0,449-13-237 0 0,70-6-107 0 0,-705 42-3 0 0,208-18 113 0 0,2 23-9 0 0,-420 19-40 0 0,-1 1 0 0 0,25 5 1 0 0,12 7-157 0 0,-54-12 338 0 0,4 3-1470 0 0,-113 14-10165 0 0,78-15 10062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5.5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270 212 204 0 0,'-5'0'84'0'0,"-1"-1"0"0"0,1 0 0 0 0,0 0 0 0 0,-1 0 0 0 0,-4-3 0 0 0,5 3 92 0 0,0-1 0 0 0,0 1 0 0 0,0 0-1 0 0,0 0 1 0 0,-5 0 0 0 0,9 0-116 0 0,0 1 0 0 0,0 0-1 0 0,-1-1 1 0 0,1 1 0 0 0,0-1 0 0 0,0 1 0 0 0,0-1 0 0 0,0 1 0 0 0,0-1 0 0 0,0 0 0 0 0,0 0-1 0 0,0 0 1 0 0,0 1 0 0 0,0-1 0 0 0,0 0 0 0 0,0 0 0 0 0,0 0 0 0 0,1 0 0 0 0,-1 0 0 0 0,0-1-1 0 0,0-1 1 0 0,-1 0 239 0 0,1 0-1 0 0,0 0 1 0 0,0 0-1 0 0,0 0 0 0 0,0-1 1 0 0,0 1-1 0 0,1 0 0 0 0,-1-5 1 0 0,-19-23 2829 0 0,11 22-2185 0 0,1-7 2435 0 0,8 15-3316 0 0,0 0-1 0 0,0 0 1 0 0,0 0-1 0 0,0 1 1 0 0,1-1-1 0 0,-1 0 1 0 0,0 0-1 0 0,1 1 1 0 0,-1-1-1 0 0,0 0 1 0 0,1 0-1 0 0,-1 1 1 0 0,1-1-1 0 0,-1 0 1 0 0,1 1-1 0 0,0-2 1 0 0,19-29 472 0 0,-15 22-447 0 0,9-15 105 0 0,-11 22-186 0 0,1 1 0 0 0,-1-1 0 0 0,0 1 0 0 0,1 0-1 0 0,-1 0 1 0 0,1 0 0 0 0,0 1 0 0 0,-1-1 0 0 0,1 1 0 0 0,0 0 0 0 0,-1 0 0 0 0,8 0 0 0 0,49 8 74 0 0,-44-4-75 0 0,1 1 0 0 0,-1 1 0 0 0,0 0 0 0 0,-1 1 0 0 0,0 1 0 0 0,0 0 0 0 0,20 15 0 0 0,-16-8 1 0 0,0 1 0 0 0,-2 1-1 0 0,0 0 1 0 0,26 34 0 0 0,-20-18-3 0 0,-2 0 1 0 0,-2 2-1 0 0,0 0 1 0 0,-3 1-1 0 0,-1 1 1 0 0,13 50-1 0 0,-16-33-4 0 0,-2 0 0 0 0,-3 1-1 0 0,-3 0 1 0 0,-1 0 0 0 0,-8 77 0 0 0,-1-68-1 0 0,-3-1 0 0 0,-3 0 1 0 0,-3-1-1 0 0,-25 67 0 0 0,23-79 19 0 0,-2 0-1 0 0,-36 64 1 0 0,44-95-12 0 0,-1 0-1 0 0,0-1 1 0 0,-1 0 0 0 0,-1-1 0 0 0,-1-1 0 0 0,0 0 0 0 0,-2-1 0 0 0,-26 20-1 0 0,32-28-5 0 0,0 0 0 0 0,-1-2 0 0 0,0 1 0 0 0,0-1 0 0 0,0-1 0 0 0,0 0 0 0 0,0-1-1 0 0,-1-1 1 0 0,0 1 0 0 0,1-2 0 0 0,-1 0 0 0 0,0 0 0 0 0,0-2 0 0 0,0 1 0 0 0,-20-5-1 0 0,24 4 2 0 0,0-1-1 0 0,0-1 1 0 0,0 0-1 0 0,0 0 0 0 0,0-1 1 0 0,0 0-1 0 0,1 0 1 0 0,0-1-1 0 0,0 0 0 0 0,0-1 1 0 0,1 0-1 0 0,0 0 0 0 0,0 0 1 0 0,0-1-1 0 0,1 0 1 0 0,0 0-1 0 0,0-1 0 0 0,1 0 1 0 0,0 0-1 0 0,0 0 1 0 0,1 0-1 0 0,-4-10 0 0 0,6 12 2 0 0,0 0-1 0 0,1 0 0 0 0,-1 0 0 0 0,1 0 0 0 0,0 0 0 0 0,1-1 1 0 0,0 1-1 0 0,0 0 0 0 0,0 0 0 0 0,0 0 0 0 0,1-1 0 0 0,3-10 1 0 0,-1 9-1 0 0,0 0 0 0 0,0-1 0 0 0,1 2 0 0 0,1-1 0 0 0,-1 0 0 0 0,1 1 0 0 0,0 0 0 0 0,7-8 0 0 0,9-5 0 0 0,0 1 0 0 0,1 1 0 0 0,1 1 1 0 0,36-21-1 0 0,88-46 0 0 0,11-6-48 0 0,-105 57 3 0 0,-13 8-97 0 0,64-49 1 0 0,73-93-2248 0 0,-130 121-461 0 0,24-23-4717 0 0,-60 58 6268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6.5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437 631 280 0 0,'1'-30'1877'0'0,"6"-37"0"0"0,-6 54-1391 0 0,-1 0 0 0 0,-1 0 0 0 0,0 1-1 0 0,-1-1 1 0 0,0 1 0 0 0,0-1 0 0 0,-2 1 0 0 0,1 0-1 0 0,-2 0 1 0 0,0 0 0 0 0,-10-19 0 0 0,11 26-304 0 0,0 0 0 0 0,0 0 0 0 0,0 1 0 0 0,0-1 0 0 0,-1 1 0 0 0,1 0 0 0 0,-1 0 1 0 0,0 0-1 0 0,-1 1 0 0 0,1-1 0 0 0,0 1 0 0 0,-1 0 0 0 0,0 1 0 0 0,0 0 1 0 0,0 0-1 0 0,0 0 0 0 0,0 0 0 0 0,0 1 0 0 0,0 0 0 0 0,0 1 0 0 0,-7-1 0 0 0,3 1-144 0 0,1 0-1 0 0,-1 0 0 0 0,1 1 0 0 0,-1 0 0 0 0,1 0 0 0 0,0 1 1 0 0,-1 1-1 0 0,1-1 0 0 0,0 2 0 0 0,0-1 0 0 0,1 1 0 0 0,-1 0 0 0 0,-9 7 1 0 0,10-4-25 0 0,0 0 0 0 0,1 0-1 0 0,0 1 1 0 0,0 0 0 0 0,0 1 0 0 0,1-1 0 0 0,1 1 0 0 0,-1 0 0 0 0,2 1 0 0 0,-1-1 0 0 0,-3 12 0 0 0,-3 14 62 0 0,-13 63 0 0 0,22-91-67 0 0,-9 53 17 0 0,2 2 0 0 0,3-1 0 0 0,2 1 0 0 0,3 0 0 0 0,3 0 0 0 0,3 0 0 0 0,2-1 0 0 0,25 100 0 0 0,-21-124-25 0 0,1 0 0 0 0,3-1 0 0 0,1 0 0 0 0,1-1 0 0 0,2-1 0 0 0,1-1 0 0 0,2-1-1 0 0,31 36 1 0 0,-37-50 1 0 0,0 0 0 0 0,2-2 0 0 0,0 0-1 0 0,0-1 1 0 0,1-1 0 0 0,1 0 0 0 0,1-2 0 0 0,0 0-1 0 0,0-2 1 0 0,1 0 0 0 0,0-1 0 0 0,1-2-1 0 0,0 0 1 0 0,36 6 0 0 0,-39-11 2 0 0,0-2 0 0 0,0 0 0 0 0,0 0 0 0 0,-1-2 0 0 0,1-1 0 0 0,0 0 0 0 0,-1-1 0 0 0,1-1 0 0 0,-1-1-1 0 0,-1-1 1 0 0,1-1 0 0 0,-1 0 0 0 0,0-1 0 0 0,-1-1 0 0 0,0-1 0 0 0,-1 0 0 0 0,0-1 0 0 0,-1-1 0 0 0,0-1 0 0 0,-1 0 0 0 0,-1 0 0 0 0,0-2 0 0 0,-1 1 0 0 0,0-2 0 0 0,-1 0 0 0 0,-1 0 0 0 0,-1 0-1 0 0,11-30 1 0 0,-8 8-2 0 0,-2 0-1 0 0,-1-1 0 0 0,-2 0 1 0 0,-2 0-1 0 0,0-46 1 0 0,-14-204-1 0 0,8 276-1 0 0,-4-53 10 0 0,-3 1 1 0 0,-3 0-1 0 0,-3 0 1 0 0,-3 1-1 0 0,-3 1 1 0 0,-2 1-1 0 0,-3 1 0 0 0,-3 1 1 0 0,-36-58-1 0 0,49 95-11 0 0,0 1-1 0 0,-2 1 0 0 0,0 1 0 0 0,-25-24 1 0 0,34 38-1 0 0,-1 0 1 0 0,1 0 0 0 0,-1 1 0 0 0,-1 0 0 0 0,-17-8-1 0 0,21 12 2 0 0,0 0 0 0 0,0 0 0 0 0,0 0-1 0 0,-1 1 1 0 0,1-1 0 0 0,-1 2 0 0 0,1-1-1 0 0,-1 1 1 0 0,1 0 0 0 0,-12 1 0 0 0,11 1-148 0 0,-1 0 0 0 0,1 0 0 0 0,-1 0 0 0 0,1 1 0 0 0,0 0 0 0 0,0 1 0 0 0,0-1 0 0 0,1 1 0 0 0,-1 1 0 0 0,1-1 0 0 0,0 1 0 0 0,0 0 0 0 0,1 1 0 0 0,-1-1 0 0 0,1 1 0 0 0,1 0 0 0 0,-6 8 0 0 0,4-4-740 0 0,0 0 0 0 0,1 0 0 0 0,0 0 0 0 0,1 1 1 0 0,0 0-1 0 0,0-1 0 0 0,2 1 0 0 0,-1 1 0 0 0,1-1 0 0 0,1 0 1 0 0,-1 14-1 0 0,2-7-320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8.09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1 150 112 0 0,'34'36'10893'0'0,"-36"-38"-10791"0"0,-1-1-1 0 0,1 1 1 0 0,-1-1-1 0 0,1 0 1 0 0,0 0-1 0 0,0 0 1 0 0,1 0 0 0 0,-1 0-1 0 0,0 0 1 0 0,1 0-1 0 0,0-1 1 0 0,0 1-1 0 0,0-1 1 0 0,0 1 0 0 0,1-1-1 0 0,-1 1 1 0 0,1-1-1 0 0,0 1 1 0 0,0-6-1 0 0,1 5-99 0 0,0 0 0 0 0,0 0-1 0 0,1 0 1 0 0,-1 0 0 0 0,1 0-1 0 0,0 1 1 0 0,0-1 0 0 0,0 1 0 0 0,0 0-1 0 0,1-1 1 0 0,-1 1 0 0 0,1 0-1 0 0,0 0 1 0 0,0 0 0 0 0,0 1-1 0 0,0-1 1 0 0,5-2 0 0 0,5-3 30 0 0,0 1 1 0 0,0 1 0 0 0,0 0 0 0 0,1 0-1 0 0,0 2 1 0 0,0 0 0 0 0,27-5 0 0 0,-29 7-1 0 0,1 1 1 0 0,-1 0 0 0 0,1 1-1 0 0,-1 0 1 0 0,1 1 0 0 0,-1 0-1 0 0,1 1 1 0 0,-1 1 0 0 0,18 5-1 0 0,-23-5-23 0 0,-1 0-1 0 0,0 0 1 0 0,0 0-1 0 0,0 1 0 0 0,0 0 1 0 0,-1 0-1 0 0,0 0 1 0 0,1 1-1 0 0,-2 0 1 0 0,1 0-1 0 0,0 0 1 0 0,-1 1-1 0 0,0-1 1 0 0,0 1-1 0 0,-1 0 0 0 0,0 0 1 0 0,0 0-1 0 0,0 0 1 0 0,2 9-1 0 0,-4-9 0 0 0,1-1 1 0 0,-1 1-1 0 0,-1 0 0 0 0,1-1 0 0 0,-1 1 0 0 0,0 0 0 0 0,0 0 0 0 0,-1-1 1 0 0,1 1-1 0 0,-1 0 0 0 0,-1 0 0 0 0,1-1 0 0 0,-1 1 0 0 0,0-1 1 0 0,0 0-1 0 0,-1 1 0 0 0,1-1 0 0 0,-1 0 0 0 0,0 0 0 0 0,-1-1 0 0 0,1 1 1 0 0,-1-1-1 0 0,-4 5 0 0 0,-13 9 21 0 0,-1-2 0 0 0,-1 0-1 0 0,0-1 1 0 0,-1-2 0 0 0,-46 20 0 0 0,-12 7-20 0 0,70-35-16 0 0,-16 9-10 0 0,27-14 16 0 0,0 1 1 0 0,0-1 0 0 0,0 1-1 0 0,0 0 1 0 0,0-1-1 0 0,1 1 1 0 0,-1 0-1 0 0,0-1 1 0 0,0 1 0 0 0,1 0-1 0 0,-1 0 1 0 0,0 0-1 0 0,1 0 1 0 0,-1 0-1 0 0,1 0 1 0 0,-1 0 0 0 0,1 0-1 0 0,-1 0 1 0 0,0 2-1 0 0,2-3 1 0 0,-1 1 1 0 0,0-1-1 0 0,1 0 0 0 0,-1 1 0 0 0,0-1 0 0 0,1 1 0 0 0,-1-1 0 0 0,0 0 0 0 0,1 1 1 0 0,-1-1-1 0 0,1 0 0 0 0,-1 1 0 0 0,0-1 0 0 0,1 0 0 0 0,-1 0 0 0 0,1 1 0 0 0,-1-1 0 0 0,1 0 1 0 0,-1 0-1 0 0,1 0 0 0 0,-1 0 0 0 0,1 0 0 0 0,-1 0 0 0 0,1 1 0 0 0,0-1 0 0 0,0-1 1 0 0,18 2 6 0 0,-19-1-7 0 0,99-6 48 0 0,-73 3-63 0 0,1 1 0 0 0,-1 2 0 0 0,1 0 1 0 0,43 7-1 0 0,-58-5 14 0 0,0 1 1 0 0,-1 0-1 0 0,1 1 0 0 0,-1 0 0 0 0,0 1 1 0 0,0 0-1 0 0,16 11 0 0 0,-19-11 4 0 0,-1 1 0 0 0,-1 0-1 0 0,1 0 1 0 0,-1 1-1 0 0,0-1 1 0 0,0 1 0 0 0,-1 1-1 0 0,0-1 1 0 0,-1 1 0 0 0,1 0-1 0 0,3 9 1 0 0,-3-6 9 0 0,-1 1-1 0 0,0 0 1 0 0,-1 0-1 0 0,0 0 1 0 0,0 0-1 0 0,-1 0 1 0 0,-1 1-1 0 0,0-1 1 0 0,-2 19-1 0 0,0-23 9 0 0,0 0 0 0 0,-1 0 0 0 0,0 0 0 0 0,0 0 0 0 0,-1-1-1 0 0,0 1 1 0 0,0-1 0 0 0,-1 1 0 0 0,0-1 0 0 0,0 0 0 0 0,0-1-1 0 0,-1 1 1 0 0,0-1 0 0 0,-1 0 0 0 0,-8 9 0 0 0,-7 2-25 0 0,-1-1 1 0 0,0-1-1 0 0,-1-1 1 0 0,0-1 0 0 0,-1-1-1 0 0,0-1 1 0 0,-1-1-1 0 0,-1-1 1 0 0,1-1 0 0 0,-1-1-1 0 0,-1-2 1 0 0,-33 3-1 0 0,54-7-169 0 0,0-1 0 0 0,1-1 0 0 0,-1 1-1 0 0,0-1 1 0 0,1 0 0 0 0,-1 0-1 0 0,1-1 1 0 0,-1 1 0 0 0,1-1 0 0 0,0-1-1 0 0,-1 1 1 0 0,1-1 0 0 0,-5-3-1 0 0,7 4-116 0 0,1 1 0 0 0,0-1 0 0 0,-1 0 0 0 0,1 0-1 0 0,0 0 1 0 0,0 0 0 0 0,1 0 0 0 0,-1 0-1 0 0,0 0 1 0 0,1-1 0 0 0,-1 1 0 0 0,1-1-1 0 0,0 1 1 0 0,0-1 0 0 0,0 1 0 0 0,0-1 0 0 0,0 0-1 0 0,1 0 1 0 0,-1 1 0 0 0,1-1 0 0 0,-1 0-1 0 0,1 0 1 0 0,0 0 0 0 0,0 1 0 0 0,1-1-1 0 0,-1 0 1 0 0,1-4 0 0 0,11-25-2413 0 0,-1 15 1591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8.6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52 252 0 0,'30'-52'14317'0'0,"-28"73"-14345"0"0,-3 72 334 0 0,-1-13-202 0 0,16 143 0 0 0,12 47-55 0 0,-20-117 19 0 0,-1-70-321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9.4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17 191 396 0 0,'-16'5'10025'0'0,"30"0"-8844"0"0,5-4-653 0 0,-1-1 1 0 0,1-1-1 0 0,35-6 0 0 0,-12 2-351 0 0,161-17 163 0 0,252-24-228 0 0,-431 44-154 0 0,107-12 51 0 0,-107 10-230 0 0,0-1 0 0 0,0-1 1 0 0,29-12-1 0 0,-49 17-88 0 0,0-1 0 0 0,0 0 0 0 0,0 0 0 0 0,-1 0 0 0 0,1 0 0 0 0,-1-1 0 0 0,1 0 0 0 0,3-3-1 0 0,-2-13-3735 0 0,-5 18 3852 0 0,0 0 0 0 0,0 0 1 0 0,-1 0-1 0 0,-31-24-5569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19.8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 54 24 0 0,'-52'-53'5805'0'0,"56"57"-5516"0"0,-1 1 1 0 0,1-1-1 0 0,-1 1 1 0 0,0 0-1 0 0,0 0 1 0 0,-1 0-1 0 0,1 1 1 0 0,2 8-1 0 0,14 55 2202 0 0,-13-47-1838 0 0,7 40 450 0 0,9 123 0 0 0,-12-83-1019 0 0,4 209-829 0 0,-14-303 262 0 0,-1-1 0 0 0,0 1 0 0 0,-1-1 0 0 0,0 1 0 0 0,-3 7 0 0 0,5-12 20 0 0,-1 0 1 0 0,0-1-1 0 0,0 1 1 0 0,0-1-1 0 0,-1 1 1 0 0,1-1-1 0 0,-1 1 1 0 0,1-1-1 0 0,-1 0 1 0 0,0 1-1 0 0,-16 11-2774 0 0,13-14 2169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0.1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53 44 308 0 0,'-5'-6'414'0'0,"-1"1"-1"0"0,1 0 0 0 0,-11-7 1 0 0,-4-4 476 0 0,38 50 562 0 0,8 5 23 0 0,2-1 1 0 0,50 54 0 0 0,77 60 615 0 0,-53-55-1981 0 0,-49-43-216 0 0,25 28-814 0 0,-27-27-2228 0 0,-17-17-894 0 0,-29-33 3027 0 0,-1 1 70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0.46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715 13 504 0 0,'0'-1'110'0'0,"-1"0"-1"0"0,1 1 1 0 0,-1-1-1 0 0,1 0 1 0 0,-1 1-1 0 0,1-1 1 0 0,-1 0 0 0 0,1 1-1 0 0,-1-1 1 0 0,1 1-1 0 0,-1-1 1 0 0,0 1-1 0 0,1-1 1 0 0,-1 1 0 0 0,0-1-1 0 0,0 1 1 0 0,1-1-1 0 0,-1 1 1 0 0,0 0-1 0 0,0 0 1 0 0,0-1 0 0 0,1 1-1 0 0,-1 0 1 0 0,0 0-1 0 0,0 0 1 0 0,0 0-1 0 0,0 0 1 0 0,1 0 0 0 0,-2 0-1 0 0,-1 1 1 0 0,1 0 0 0 0,0 0-1 0 0,-1 0 1 0 0,1 0 0 0 0,0 0 0 0 0,0 0 0 0 0,-1 1-1 0 0,1-1 1 0 0,0 1 0 0 0,-1 2 0 0 0,-8 6 80 0 0,1 2 1 0 0,-14 19-1 0 0,22-28-77 0 0,-89 120 1010 0 0,-164 172 0 0 0,134-177-2872 0 0,92-93 74 0 0,-2 0 1 0 0,-42 25-1 0 0,53-39 731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1.5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161 225 52 0 0,'-17'-58'1320'0'0,"-3"-28"2062"0"0,17 74-2484 0 0,-3-25 4436 0 0,6 36-5240 0 0,1 0-1 0 0,-1 0 0 0 0,1 0 0 0 0,-1 0 1 0 0,1 0-1 0 0,-1 0 0 0 0,1 0 0 0 0,-1 0 1 0 0,1 0-1 0 0,0 1 0 0 0,0-1 0 0 0,-1 0 1 0 0,1 0-1 0 0,0 1 0 0 0,0-1 0 0 0,0 0 1 0 0,0 1-1 0 0,0-1 0 0 0,0 1 0 0 0,0 0 1 0 0,0-1-1 0 0,0 1 0 0 0,0 0 0 0 0,1-1 1 0 0,31-7 2 0 0,-26 6 94 0 0,0 1-160 0 0,-1 0 1 0 0,1 0 0 0 0,0 1-1 0 0,0 0 1 0 0,0 0-1 0 0,-1 1 1 0 0,1-1 0 0 0,0 1-1 0 0,-1 1 1 0 0,1-1-1 0 0,-1 1 1 0 0,1 1-1 0 0,-1-1 1 0 0,0 1 0 0 0,0 0-1 0 0,0 0 1 0 0,0 1-1 0 0,0 0 1 0 0,-1 0-1 0 0,0 0 1 0 0,0 0 0 0 0,0 1-1 0 0,5 6 1 0 0,8 11 13 0 0,0 1 1 0 0,-2 1 0 0 0,0 1-1 0 0,12 27 1 0 0,-23-41-31 0 0,31 58 7 0 0,-4 1-1 0 0,37 116 1 0 0,-54-135-12 0 0,-3 0 0 0 0,-2 1 0 0 0,-2 0-1 0 0,2 90 1 0 0,-11-83 3 0 0,-3 0 0 0 0,-2 0-1 0 0,-2 0 1 0 0,-23 77-1 0 0,20-96-3 0 0,-3-1-1 0 0,-1-1 0 0 0,-2 0 0 0 0,-1-1 1 0 0,-2-1-1 0 0,-2-1 0 0 0,-29 36 0 0 0,39-57-18 0 0,0 0 1 0 0,-1-1-1 0 0,0-1 0 0 0,-1 0 0 0 0,-1-1 0 0 0,0-1 0 0 0,-31 17 0 0 0,38-23 7 0 0,0 0-1 0 0,1-1 0 0 0,-2 0 1 0 0,1 0-1 0 0,0-1 0 0 0,0 0 1 0 0,-1-1-1 0 0,1 0 0 0 0,-1 0 1 0 0,1 0-1 0 0,-1-1 0 0 0,0-1 1 0 0,1 1-1 0 0,-1-2 1 0 0,1 1-1 0 0,0-1 0 0 0,-1 0 1 0 0,-14-7-1 0 0,17 7 5 0 0,0-1 0 0 0,1-1 0 0 0,0 1 0 0 0,-1-1 0 0 0,1 0 1 0 0,1 0-1 0 0,-1-1 0 0 0,0 1 0 0 0,1-1 0 0 0,0 0 0 0 0,0 0 0 0 0,1-1 0 0 0,-1 1 0 0 0,-2-8 0 0 0,2 4-1 0 0,1 1 0 0 0,0-1-1 0 0,1-1 1 0 0,0 1-1 0 0,1 0 1 0 0,0 0 0 0 0,0-1-1 0 0,1-17 1 0 0,3 3-3 0 0,0 1-1 0 0,2 0 1 0 0,1-1 0 0 0,0 1 0 0 0,2 1 0 0 0,18-39-1 0 0,-5 22-93 0 0,1 2 0 0 0,40-52 0 0 0,64-62-483 0 0,-99 120 456 0 0,86-92-586 0 0,-88 98-868 0 0,1 2-1 0 0,52-35 0 0 0,-63 49-116 0 0,0 0 0 0 0,1 2-1 0 0,23-9 1 0 0,-24 11 586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2.2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420 183 360 0 0,'4'-27'1167'0'0,"-1"11"-310"0"0,-1 0 0 0 0,-1 0 0 0 0,-1 0 0 0 0,-1-18 1 0 0,1 29-633 0 0,-1 1 1 0 0,1 0 0 0 0,-1 0 0 0 0,0-1 0 0 0,0 1 0 0 0,-1 0 0 0 0,1 0 0 0 0,-4-5 0 0 0,4 8-185 0 0,1 0 1 0 0,-1 0-1 0 0,0 0 1 0 0,0 0-1 0 0,0 1 1 0 0,0-1-1 0 0,0 0 1 0 0,0 1-1 0 0,-1-1 1 0 0,1 1-1 0 0,0-1 1 0 0,0 1 0 0 0,0 0-1 0 0,0-1 1 0 0,-1 1-1 0 0,1 0 1 0 0,0 0-1 0 0,0 0 1 0 0,-1 0-1 0 0,1 0 1 0 0,0 0-1 0 0,0 0 1 0 0,0 0-1 0 0,-1 0 1 0 0,1 0-1 0 0,0 1 1 0 0,0-1-1 0 0,0 1 1 0 0,-1-1-1 0 0,1 1 1 0 0,0-1-1 0 0,0 1 1 0 0,0 0-1 0 0,-1 0 1 0 0,-12 7 334 0 0,0 1 1 0 0,1 0 0 0 0,0 1-1 0 0,1 0 1 0 0,0 1 0 0 0,0 0-1 0 0,1 1 1 0 0,-13 20-1 0 0,-3 6 189 0 0,-35 70-1 0 0,30-46-384 0 0,4 0 1 0 0,-29 91-1 0 0,45-109-156 0 0,1-1 0 0 0,3 1 0 0 0,1 1 1 0 0,-1 77-1 0 0,9-81-11 0 0,1-2 0 0 0,3 1 1 0 0,0 0-1 0 0,17 54 0 0 0,-14-65-10 0 0,2-1 0 0 0,1-1-1 0 0,1 0 1 0 0,2 0 0 0 0,0-2 0 0 0,31 41 0 0 0,-37-56-3 0 0,0 0 0 0 0,1-1 0 0 0,1-1 1 0 0,-1 1-1 0 0,2-1 0 0 0,-1-1 0 0 0,1 0 1 0 0,0-1-1 0 0,0 0 0 0 0,0 0 0 0 0,1-1 1 0 0,0-1-1 0 0,0 0 0 0 0,1 0 0 0 0,-1-2 1 0 0,1 1-1 0 0,-1-2 0 0 0,1 1 0 0 0,0-2 1 0 0,20-1-1 0 0,-19 0 4 0 0,0-1 0 0 0,-1 0 0 0 0,1-1 1 0 0,-1 0-1 0 0,0-1 0 0 0,0-1 0 0 0,0 0 1 0 0,-1-1-1 0 0,0 0 0 0 0,0-1 0 0 0,0 0 0 0 0,-1-1 1 0 0,0 0-1 0 0,0-1 0 0 0,-1 0 0 0 0,0-1 0 0 0,-1 0 1 0 0,0-1-1 0 0,7-11 0 0 0,2-7 2 0 0,-2-1 0 0 0,-1-1-1 0 0,-1 0 1 0 0,-2-1 0 0 0,-1 0 0 0 0,12-66-1 0 0,10-204-64 0 0,-32 291 59 0 0,4-173-8 0 0,-7 62-2 0 0,1 93 12 0 0,-1 0 0 0 0,-1 0 0 0 0,-2 0 0 0 0,-1 1-1 0 0,-11-34 1 0 0,13 51 0 0 0,0-1 1 0 0,-1 1-1 0 0,0 0 0 0 0,-1 1 1 0 0,-1-1-1 0 0,1 1 0 0 0,-2 0 1 0 0,1 1-1 0 0,-1-1 0 0 0,-1 1 0 0 0,0 1 1 0 0,0 0-1 0 0,0 0 0 0 0,-20-11 1 0 0,20 14-9 0 0,-1 0 1 0 0,0 1-1 0 0,0 0 1 0 0,0 0-1 0 0,0 1 1 0 0,-1 0-1 0 0,1 1 1 0 0,-1 0 0 0 0,-18 0-1 0 0,20 2-96 0 0,1 1-1 0 0,-1 0 1 0 0,0 0 0 0 0,1 1-1 0 0,0 0 1 0 0,-1 1 0 0 0,1 0-1 0 0,0 0 1 0 0,0 1 0 0 0,0-1 0 0 0,1 2-1 0 0,-12 7 1 0 0,2 1-1165 0 0,1 0-1 0 0,-24 26 1 0 0,22-18-522 0 0,1 0 0 0 0,1 1 1 0 0,-18 33-1 0 0,12-19 300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2.9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177 268 476 0 0,'0'-8'385'0'0,"0"0"-1"0"0,1 0 1 0 0,0 0-1 0 0,1 0 1 0 0,-1 0 0 0 0,2 0-1 0 0,-1 0 1 0 0,1 1-1 0 0,0-1 1 0 0,1 1-1 0 0,-1-1 1 0 0,1 1 0 0 0,1 0-1 0 0,0 1 1 0 0,0-1-1 0 0,11-10 1 0 0,-2 1 165 0 0,1 1 0 0 0,1 1 1 0 0,1 0-1 0 0,25-16 0 0 0,-32 24-366 0 0,-1 1 0 0 0,1 0 0 0 0,0 1 0 0 0,0 0 0 0 0,0 0 0 0 0,0 1 0 0 0,1 0 0 0 0,0 1 0 0 0,-1 0 0 0 0,18 0 0 0 0,-27 2-177 0 0,0 0 0 0 0,1 0-1 0 0,-1 0 1 0 0,0 0 0 0 0,0 0 0 0 0,0 0-1 0 0,1 0 1 0 0,-1 1 0 0 0,0-1 0 0 0,0 1 0 0 0,0-1-1 0 0,0 1 1 0 0,0-1 0 0 0,0 1 0 0 0,0-1-1 0 0,0 1 1 0 0,0 0 0 0 0,0 0 0 0 0,0-1-1 0 0,0 1 1 0 0,0 0 0 0 0,0 0 0 0 0,0 1-1 0 0,0 0 0 0 0,0 0 0 0 0,0 0 0 0 0,-1 0 0 0 0,1 0 0 0 0,-1 0 0 0 0,1 0 0 0 0,-1 0 0 0 0,0 0 0 0 0,0 0 0 0 0,0 0 0 0 0,0 1-1 0 0,-1 2 1 0 0,-1 6 21 0 0,-1-1 0 0 0,0 1 0 0 0,-9 19 0 0 0,11-29-20 0 0,-22 55 68 0 0,-3-1 0 0 0,-3-1 0 0 0,-56 82 0 0 0,67-116-41 0 0,-1 0-1 0 0,-31 26 1 0 0,-14 15-32 0 0,63-61-2 0 0,0 1 0 0 0,0 0 0 0 0,1 0 0 0 0,-1 0 0 0 0,0 0 0 0 0,0 0 0 0 0,1 0 0 0 0,-1 0 0 0 0,0 0 0 0 0,1 0 0 0 0,-1 0 0 0 0,1 0 0 0 0,-1 0 0 0 0,1 0 0 0 0,0 0 0 0 0,-1 0 0 0 0,1 1 0 0 0,0-1 0 0 0,0 0 0 0 0,0 0 0 0 0,0 0 0 0 0,0 1 0 0 0,0-1 0 0 0,1 2 0 0 0,-1-2 1 0 0,1 1-1 0 0,0-1 1 0 0,0 0-1 0 0,0 0 1 0 0,0 0 0 0 0,0 0-1 0 0,0 0 1 0 0,0 0-1 0 0,1 0 1 0 0,-1-1 0 0 0,0 1-1 0 0,1 0 1 0 0,-1-1-1 0 0,0 1 1 0 0,1-1 0 0 0,2 1-1 0 0,6 2 2 0 0,0-1 0 0 0,1-1 0 0 0,0 0 0 0 0,12 0 0 0 0,-6 0 0 0 0,0 0 0 0 0,1 1-1 0 0,-1 0 1 0 0,0 2 0 0 0,29 9-1 0 0,-37-9 54 0 0,1-1 0 0 0,-1 2 0 0 0,0-1 0 0 0,0 1 0 0 0,-1 0 0 0 0,0 1 0 0 0,1 0 0 0 0,-2 0 0 0 0,1 1-1 0 0,-1 0 1 0 0,8 9 0 0 0,-13-12-19 0 0,1 0-1 0 0,-1 1 1 0 0,0-1-1 0 0,-1 0 1 0 0,1 1-1 0 0,-1-1 1 0 0,1 1-1 0 0,-1-1 1 0 0,-1 1-1 0 0,1-1 1 0 0,-1 1 0 0 0,0 0-1 0 0,0 0 1 0 0,0-1-1 0 0,0 1 1 0 0,-1-1-1 0 0,0 1 1 0 0,0 0-1 0 0,0-1 1 0 0,-1 1-1 0 0,1-1 1 0 0,-1 0-1 0 0,0 1 1 0 0,0-1-1 0 0,-1 0 1 0 0,1 0-1 0 0,-6 5 1 0 0,1-1-9 0 0,0 0-1 0 0,-1 0 1 0 0,0-1-1 0 0,0 0 1 0 0,-1-1-1 0 0,0 0 1 0 0,0 0-1 0 0,0-1 1 0 0,-1 0 0 0 0,1-1-1 0 0,-12 4 1 0 0,-20 4-50 0 0,0-2 0 0 0,-1-1 0 0 0,0-3 0 0 0,-43 2 1 0 0,74-7-380 0 0,1-1 0 0 0,-1-1 0 0 0,-18-2 0 0 0,25 2-149 0 0,0 0 1 0 0,0 0 0 0 0,1 0-1 0 0,-1-1 1 0 0,0 1 0 0 0,1-1-1 0 0,-7-4 1 0 0,2-16-4338 0 0,8 21 4655 0 0,0 0 1 0 0,0-1-1 0 0,1 1 0 0 0,0-2 0 0 0,2-10-1347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3.2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95 69 388 0 0,'12'-23'1969'0'0,"-10"17"-1440"0"0,0 1 1 0 0,0 0-1 0 0,1 0 0 0 0,0 0 1 0 0,0 1-1 0 0,0-1 1 0 0,5-4-1 0 0,-8 9-478 0 0,0 0-1 0 0,1 0 1 0 0,-1 0-1 0 0,0-1 1 0 0,1 1 0 0 0,-1 0-1 0 0,0 0 1 0 0,1 0 0 0 0,-1 0-1 0 0,0 0 1 0 0,1 0-1 0 0,-1 0 1 0 0,0 0 0 0 0,1 0-1 0 0,-1 0 1 0 0,0 0 0 0 0,1 0-1 0 0,-1 0 1 0 0,0 0-1 0 0,1 0 1 0 0,-1 0 0 0 0,0 0-1 0 0,1 0 1 0 0,-1 0 0 0 0,0 0-1 0 0,1 1 1 0 0,-1-1 0 0 0,0 0-1 0 0,0 0 1 0 0,1 0-1 0 0,-1 0 1 0 0,0 1 0 0 0,0-1-1 0 0,1 0 1 0 0,-1 0 0 0 0,0 1-1 0 0,0-1 1 0 0,1 0-1 0 0,-1 1 1 0 0,0-1 0 0 0,0 0-1 0 0,0 0 1 0 0,0 1 0 0 0,0-1-1 0 0,1 0 1 0 0,-1 1-1 0 0,0-1 1 0 0,0 0 0 0 0,0 1-1 0 0,0-1 1 0 0,0 1 0 0 0,4 18 1416 0 0,-6 117 1548 0 0,-10 67-2649 0 0,10-190-480 0 0,-29 194 161 0 0,23-175-1176 0 0,-13 36 0 0 0,13-46-1155 0 0,-2 0 1 0 0,-16 28 0 0 0,6-25-809 0 0,11-14 1826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3.5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275 8 404 0 0,'-29'-2'732'0'0,"3"2"16"0"0,-2-3-296 0 0,-1 3-204 0 0,6 0-124 0 0,1 0-88 0 0,2-2-92 0 0,0 2-76 0 0,2 0-96 0 0,4 0-84 0 0,3 0-80 0 0,-1 2-68 0 0,1-2-52 0 0,-1 0-16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4.1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201 337 440 0 0,'-82'1'3591'0'0,"1"1"-53"0"0,44-2 2208 0 0,65-5-5184 0 0,19-3-262 0 0,75-4-1 0 0,-59 8-192 0 0,721-51 650 0 0,-206 16-416 0 0,500-47 51 0 0,-313 20-355 0 0,-765 66-37 0 0,254-16 31 0 0,-248 16-200 0 0,-6-2-2 0 0,-14-4-185 0 0,-24-4-438 0 0,-42-3-3791 0 0,18 3-1556 0 0,42 7 4461 0 0,-3-2 231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5.5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166 12 56 0 0,'36'23'2609'0'0,"-27"-15"-2203"0"0,1-1-1 0 0,-1 0 1 0 0,1-1 0 0 0,0 0 0 0 0,1-1 0 0 0,11 5-1 0 0,37 10 4013 0 0,-52-17-3037 0 0,-28-1 547 0 0,21-2-1870 0 0,7-9 1754 0 0,-4 6-2321 0 0,5-6 538 0 0,0 1 1 0 0,1 0-1 0 0,0 0 1 0 0,0 1-1 0 0,1 0 1 0 0,0 1-1 0 0,1 0 1 0 0,-1 0-1 0 0,1 1 1 0 0,0 1-1 0 0,0 0 1 0 0,20-5-1 0 0,-16 6-3 0 0,1 0 0 0 0,-1 2-1 0 0,1-1 1 0 0,-1 2 0 0 0,1 0 0 0 0,-1 1-1 0 0,1 0 1 0 0,-1 1 0 0 0,20 6-1 0 0,-26-5-21 0 0,0 1 0 0 0,-1-1 0 0 0,1 2-1 0 0,-1 0 1 0 0,0 0 0 0 0,0 0 0 0 0,0 1-1 0 0,-1 0 1 0 0,1 0 0 0 0,-2 1 0 0 0,1 0 0 0 0,-1 1-1 0 0,0-1 1 0 0,0 1 0 0 0,8 16 0 0 0,-1 0 6 0 0,-2 1-1 0 0,-1 0 1 0 0,-1 0 0 0 0,9 38 0 0 0,-9-19-9 0 0,-1 1 0 0 0,-3-1-1 0 0,0 72 1 0 0,-8-48 24 0 0,-18 114 1 0 0,14-139-24 0 0,-3 0-1 0 0,-2-1 1 0 0,-1-1 0 0 0,-27 56 0 0 0,25-66-10 0 0,-2-1-1 0 0,-1 0 1 0 0,-2-2 0 0 0,-1 0 0 0 0,0-1 0 0 0,-27 24 0 0 0,9-16 18 0 0,-1-2 1 0 0,-2-2 0 0 0,-1-2 0 0 0,-1-2 0 0 0,-1-2-1 0 0,-70 29 1 0 0,85-42-3 0 0,-36 11 0 0 0,54-20-10 0 0,0 0 0 0 0,0-1 1 0 0,0 0-1 0 0,-1-1 1 0 0,1 0-1 0 0,-14-2 1 0 0,24 1 0 0 0,0 0 0 0 0,0 0 1 0 0,0-1-1 0 0,0 1 0 0 0,1-1 1 0 0,-1 1-1 0 0,0-1 0 0 0,0 0 1 0 0,0 1-1 0 0,1-1 0 0 0,-1 0 1 0 0,0 0-1 0 0,1 0 0 0 0,-1-1 1 0 0,1 1-1 0 0,0 0 0 0 0,-1 0 1 0 0,1-1-1 0 0,0 1 0 0 0,-2-3 0 0 0,1 1 2 0 0,1 0-1 0 0,0 0 1 0 0,0 0-1 0 0,0-1 1 0 0,0 1-1 0 0,0 0 1 0 0,1-1-1 0 0,-1 1 0 0 0,1 0 1 0 0,0-7-1 0 0,1-3 4 0 0,1-1-1 0 0,0 1 0 0 0,1 0 1 0 0,9-23-1 0 0,12-27-16 0 0,2 0 1 0 0,4 2-1 0 0,2 2 0 0 0,2 1 0 0 0,59-74 0 0 0,-63 95 7 0 0,3 1-1 0 0,1 2 1 0 0,74-58-1 0 0,-77 70-491 0 0,0 1 1 0 0,2 2-1 0 0,0 1 0 0 0,2 2 1 0 0,54-19-1 0 0,-71 29-1186 0 0,0 1 0 0 0,1 1 0 0 0,-1 1 0 0 0,1 1 0 0 0,37-1 0 0 0,-35 5 257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6.1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324 261 684 0 0,'9'-40'2597'0'0,"-1"0"1"0"0,-2-1-1 0 0,0-53 0 0 0,-6 92-2487 0 0,0-1 1 0 0,0 1-1 0 0,0 0 1 0 0,0 0-1 0 0,-1 0 1 0 0,1 0-1 0 0,0 0 0 0 0,-1 0 1 0 0,0 0-1 0 0,1 0 1 0 0,-1 0-1 0 0,0 0 1 0 0,0 0-1 0 0,0 0 0 0 0,0 1 1 0 0,-1-1-1 0 0,1 0 1 0 0,0 1-1 0 0,-3-3 1 0 0,3 3-99 0 0,-1 1 1 0 0,1-1-1 0 0,-1 1 1 0 0,1-1 0 0 0,-1 1-1 0 0,1-1 1 0 0,0 1-1 0 0,-1 0 1 0 0,1 0-1 0 0,-1 0 1 0 0,1 0 0 0 0,-1 0-1 0 0,1 0 1 0 0,-1 0-1 0 0,1 1 1 0 0,-1-1 0 0 0,1 0-1 0 0,-1 1 1 0 0,1-1-1 0 0,0 1 1 0 0,-1 0-1 0 0,1-1 1 0 0,0 1 0 0 0,-1 0-1 0 0,1 0 1 0 0,0 0-1 0 0,0 0 1 0 0,-2 2 0 0 0,-12 10 57 0 0,1 1 1 0 0,0 0 0 0 0,1 2 0 0 0,1-1 0 0 0,0 1-1 0 0,-16 31 1 0 0,-46 113 306 0 0,46-88-192 0 0,-30 122-1 0 0,49-156-174 0 0,2 0-1 0 0,2 1 1 0 0,2-1-1 0 0,1 1 1 0 0,4 47-1 0 0,0-67-9 0 0,1 0-1 0 0,0 0 0 0 0,2 0 1 0 0,0 0-1 0 0,1-1 1 0 0,1 0-1 0 0,1 0 0 0 0,0-1 1 0 0,2 0-1 0 0,11 17 0 0 0,-17-28 3 0 0,1 0 0 0 0,0 0 0 0 0,0 0 0 0 0,0-1 0 0 0,0 0 0 0 0,1 0-1 0 0,0 0 1 0 0,0-1 0 0 0,0 0 0 0 0,1 0 0 0 0,-1-1 0 0 0,1 1 0 0 0,0-1 0 0 0,0-1-1 0 0,0 1 1 0 0,0-1 0 0 0,1-1 0 0 0,-1 1 0 0 0,0-1 0 0 0,1-1 0 0 0,-1 1 0 0 0,1-1-1 0 0,-1 0 1 0 0,1-1 0 0 0,-1 0 0 0 0,1 0 0 0 0,-1-1 0 0 0,11-3 0 0 0,-5 0 15 0 0,0-1 0 0 0,0 0 1 0 0,0-1-1 0 0,-1 0 0 0 0,0-1 1 0 0,-1-1-1 0 0,0 0 0 0 0,0 0 1 0 0,0-1-1 0 0,-2 0 1 0 0,12-15-1 0 0,2-5 3 0 0,-2-2 0 0 0,35-67 0 0 0,-36 54-18 0 0,-2-1-1 0 0,-2 0 1 0 0,-2-2-1 0 0,-2 1 0 0 0,-2-2 1 0 0,-3 1-1 0 0,-1-1 1 0 0,-3 0-1 0 0,-3-63 0 0 0,-1 94-3 0 0,-1 0-1 0 0,0 0 1 0 0,-2 0-1 0 0,0 0 1 0 0,-1 1-1 0 0,0-1 1 0 0,-2 1-1 0 0,0 0 1 0 0,-16-26-1 0 0,19 36-6 0 0,-1 0 1 0 0,0 1-1 0 0,0-1 0 0 0,-1 1 0 0 0,0 0 0 0 0,0 1 0 0 0,0-1 0 0 0,-1 1 1 0 0,0 1-1 0 0,-8-6 0 0 0,9 7-27 0 0,0 1 0 0 0,0 0-1 0 0,0 0 1 0 0,0 0 0 0 0,-1 1 0 0 0,1 0 0 0 0,-1 0-1 0 0,1 1 1 0 0,0-1 0 0 0,-1 1 0 0 0,1 1 0 0 0,-1-1-1 0 0,1 1 1 0 0,-10 3 0 0 0,9-2-334 0 0,0 1 0 0 0,0 0-1 0 0,0 0 1 0 0,0 0 0 0 0,1 1 0 0 0,-1 0 0 0 0,1 1-1 0 0,0-1 1 0 0,0 1 0 0 0,1 1 0 0 0,0-1 0 0 0,0 1-1 0 0,0-1 1 0 0,-7 12 0 0 0,2-1-1125 0 0,1 1 1 0 0,0-1-1 0 0,1 2 1 0 0,-10 30-1 0 0,9-15 151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6.6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112 291 112 0 0,'10'-7'1917'0'0,"-1"0"1"0"0,0-1-1 0 0,0 0 1 0 0,11-13-1 0 0,20-18 1491 0 0,-4 10-2697 0 0,9-8-259 0 0,59-37-1 0 0,-90 65-419 0 0,0 1-1 0 0,1 1 1 0 0,0 0 0 0 0,0 1-1 0 0,1 0 1 0 0,-1 2-1 0 0,1-1 1 0 0,0 2-1 0 0,18-2 1 0 0,-31 5-28 0 0,1 0 1 0 0,-1 0 0 0 0,1 0-1 0 0,0 0 1 0 0,-1 0 0 0 0,1 1-1 0 0,-1 0 1 0 0,1 0 0 0 0,-1 0-1 0 0,1 0 1 0 0,-1 0 0 0 0,0 1-1 0 0,1-1 1 0 0,-1 1-1 0 0,0 0 1 0 0,0 0 0 0 0,0 0-1 0 0,0 0 1 0 0,-1 1 0 0 0,1-1-1 0 0,-1 1 1 0 0,4 5 0 0 0,-3-4-3 0 0,0 1 0 0 0,-1 0 1 0 0,1 0-1 0 0,-1 1 0 0 0,-1-1 0 0 0,1 0 1 0 0,-1 1-1 0 0,0-1 0 0 0,0 1 1 0 0,0-1-1 0 0,-1 1 0 0 0,0-1 0 0 0,0 1 1 0 0,-1 5-1 0 0,-2 7 6 0 0,0-1 0 0 0,-1 0 0 0 0,-1 0 0 0 0,-1-1 0 0 0,0 1 0 0 0,-1-1-1 0 0,-1 0 1 0 0,-12 19 0 0 0,1-7 2 0 0,-1-1 1 0 0,-1-1-1 0 0,-34 33 0 0 0,26-33 1 0 0,0 0-1 0 0,-50 31 1 0 0,-71 32 152 0 0,4-1 151 0 0,114-65-232 0 0,31-21-78 0 0,-1-1 0 0 0,1 1 1 0 0,-1-1-1 0 0,1 1 0 0 0,0-1 1 0 0,-1 1-1 0 0,1 0 0 0 0,0 0 1 0 0,0-1-1 0 0,0 1 0 0 0,1 0 1 0 0,-1 0-1 0 0,0 0 0 0 0,1 0 1 0 0,-1 0-1 0 0,1 3 0 0 0,0-4-2 0 0,1 0-1 0 0,-1 0 1 0 0,1 0-1 0 0,0 1 1 0 0,-1-1-1 0 0,1 0 1 0 0,0 0-1 0 0,0 0 1 0 0,0 0 0 0 0,0 0-1 0 0,0 0 1 0 0,0-1-1 0 0,0 1 1 0 0,0 0-1 0 0,0 0 1 0 0,0-1-1 0 0,0 1 1 0 0,0-1-1 0 0,1 1 1 0 0,-1-1 0 0 0,0 1-1 0 0,0-1 1 0 0,1 0-1 0 0,-1 1 1 0 0,2-1-1 0 0,36 5 30 0 0,246-13-117 0 0,-210 2-400 0 0,0-3 0 0 0,93-24 0 0 0,-91 9-2212 0 0,-52 15-287 0 0,0-2 1 0 0,39-22-1 0 0,-45 20 1611 0 0,-4 0 191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7.1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231 205 452 0 0,'-5'-15'1297'0'0,"0"-1"1"0"0,-4-28-1 0 0,8 37-870 0 0,0 1-1 0 0,0-1 1 0 0,1 1 0 0 0,0-1 0 0 0,1 1-1 0 0,-1-1 1 0 0,1 1 0 0 0,1-1 0 0 0,3-11-1 0 0,-4 14-252 0 0,2 1 0 0 0,-1-1 0 0 0,0 1 0 0 0,1 0 0 0 0,0-1 0 0 0,-1 1 1 0 0,1 0-1 0 0,0 1 0 0 0,1-1 0 0 0,-1 0 0 0 0,0 1 0 0 0,1 0 0 0 0,0 0 0 0 0,-1 0 0 0 0,1 0 0 0 0,0 1 0 0 0,0-1 0 0 0,0 1 0 0 0,0 0 0 0 0,0 0 0 0 0,0 0 0 0 0,0 1 0 0 0,1-1 0 0 0,-1 1 0 0 0,0 0 0 0 0,0 0 0 0 0,6 2 0 0 0,-6-2-135 0 0,1 0 0 0 0,-1 1 0 0 0,0 0 0 0 0,0 0 0 0 0,0 0 0 0 0,1 0 0 0 0,-1 1 0 0 0,0-1 0 0 0,-1 1 0 0 0,1 0 0 0 0,0 0 0 0 0,0 1 0 0 0,-1-1 0 0 0,0 1 0 0 0,1 0 0 0 0,-1 0 1 0 0,0 0-1 0 0,0 0 0 0 0,-1 0 0 0 0,1 1 0 0 0,0-1 0 0 0,-1 1 0 0 0,0-1 0 0 0,0 1 0 0 0,0 0 0 0 0,1 6 0 0 0,-2-3-37 0 0,0 0-1 0 0,-1 0 1 0 0,0 0-1 0 0,0 0 1 0 0,-1 0-1 0 0,0-1 1 0 0,0 1 0 0 0,0 0-1 0 0,-1 0 1 0 0,0-1-1 0 0,-1 1 1 0 0,1-1-1 0 0,-1 0 1 0 0,0 0-1 0 0,-1 0 1 0 0,0 0 0 0 0,0 0-1 0 0,0-1 1 0 0,-6 7-1 0 0,-9 8 10 0 0,0 0 0 0 0,-2-2-1 0 0,-31 23 1 0 0,3-6 20 0 0,-56 45 141 0 0,86-65-122 0 0,2 2 0 0 0,0 0 0 0 0,-21 27 0 0 0,37-43-46 0 0,0 1 1 0 0,0-1 0 0 0,0 1-1 0 0,0-1 1 0 0,0 1 0 0 0,0-1-1 0 0,0 1 1 0 0,0 0 0 0 0,1-1-1 0 0,-1 1 1 0 0,0 0 0 0 0,1 0-1 0 0,0 0 1 0 0,-1-1 0 0 0,1 1-1 0 0,0 0 1 0 0,0 0 0 0 0,0 0-1 0 0,0 0 1 0 0,0-1 0 0 0,1 4-1 0 0,0-3 2 0 0,0 0 0 0 0,0-1 0 0 0,1 1 0 0 0,-1-1 0 0 0,0 1 0 0 0,0-1 0 0 0,1 1 1 0 0,-1-1-1 0 0,1 0 0 0 0,-1 0 0 0 0,1 0 0 0 0,0 0 0 0 0,-1 0 0 0 0,1 0 0 0 0,0 0 0 0 0,3 1 0 0 0,5 1 14 0 0,1 0 1 0 0,0-1-1 0 0,0 0 1 0 0,0-1-1 0 0,17 0 1 0 0,61-4 20 0 0,0-3 0 0 0,170-37 0 0 0,-231 37-1053 0 0,-1-2-1 0 0,44-18 0 0 0,-56 19-439 0 0,-1 0 0 0 0,0-2-1 0 0,0 1 1 0 0,0-2 0 0 0,-1 0 0 0 0,12-12-1 0 0,-8 4-165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7.7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180 159 76 0 0,'-91'-2'3637'0'0,"30"-4"-386"0"0,33 2 2296 0 0,48 4-4145 0 0,636 0-892 0 0,-517-8-1209 0 0,-120 5 518 0 0,-1 0 1 0 0,1-1-1 0 0,-1-1 1 0 0,0 0-1 0 0,23-11 0 0 0,-34 13-504 0 0,0-1-1 0 0,0 1 1 0 0,-1-1-1 0 0,1 0 1 0 0,-1-1-1 0 0,0 0 1 0 0,0 0-1 0 0,-1 0 0 0 0,1 0 1 0 0,-1-1-1 0 0,0 0 1 0 0,-1 0-1 0 0,1-1 1 0 0,-1 1-1 0 0,4-10 0 0 0,-5 3-405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8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 7 404 0 0,'-4'0'503'0'0,"0"1"-158"0"0,1-1 0 0 0,0 0 0 0 0,-1 0 0 0 0,1 0 0 0 0,0-1 0 0 0,-1 1-1 0 0,1-1 1 0 0,0 0 0 0 0,0 0 0 0 0,-1 0 0 0 0,-3-2 0 0 0,10 3-56 0 0,-1 1 0 0 0,0-1 0 0 0,0 1-1 0 0,1-1 1 0 0,-1 1 0 0 0,0 0 0 0 0,0 0 0 0 0,4 2 0 0 0,1 4 18 0 0,1 0 0 0 0,-1 0 0 0 0,0 1 1 0 0,-1 0-1 0 0,1 0 0 0 0,-2 0 0 0 0,1 1 0 0 0,-1 0 0 0 0,-1 0 1 0 0,1 1-1 0 0,4 17 0 0 0,2 11 409 0 0,10 67 0 0 0,-17-78-541 0 0,54 449-1812 0 0,-58-464 1222 0 0,2 69-2892 0 0,-3-71 1987 0 0,0 0 0 0 0,0 0 0 0 0,-3 10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8.3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 45 304 0 0,'-9'-12'1131'0'0,"7"9"-863"0"0,0 1-1 0 0,0-1 1 0 0,1 1-1 0 0,-1-1 1 0 0,1 0-1 0 0,-1 0 1 0 0,1 0-1 0 0,-1-3 1 0 0,2 5-243 0 0,0 1 0 0 0,0 0 0 0 0,0 0 0 0 0,1-1 0 0 0,-1 1 0 0 0,0 0 0 0 0,0 0 0 0 0,1-1 0 0 0,-1 1 0 0 0,0 0 0 0 0,1 0 0 0 0,-1 0 0 0 0,0 0 0 0 0,1-1 0 0 0,-1 1 0 0 0,0 0 0 0 0,1 0 0 0 0,-1 0 0 0 0,0 0 0 0 0,1 0 0 0 0,-1 0 0 0 0,0 0 0 0 0,1 0 0 0 0,-1 0 0 0 0,0 0 0 0 0,1 0 0 0 0,-1 0 0 0 0,0 0 0 0 0,1 0 0 0 0,-1 0 0 0 0,0 1 0 0 0,1-1 0 0 0,-1 0 0 0 0,0 0 0 0 0,1 0 0 0 0,-1 0 0 0 0,0 1 0 0 0,1-1 0 0 0,15 7 319 0 0,9 12-3 0 0,-1 0 0 0 0,-1 2-1 0 0,-1 1 1 0 0,28 33 0 0 0,-10-9-117 0 0,-18-20-333 0 0,20 32 0 0 0,-31-41-541 0 0,1-1 0 0 0,0 0-1 0 0,1 0 1 0 0,0-1 0 0 0,2-1 0 0 0,26 21-1 0 0,-25-25-189 0 0,-1-4 28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28.5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855 12 232 0 0,'-9'-3'482'0'0,"-1"1"1"0"0,1-1-1 0 0,-1 2 1 0 0,0-1-1 0 0,1 1 1 0 0,-1 1-1 0 0,0 0 0 0 0,0 0 1 0 0,0 1-1 0 0,1 1 1 0 0,-1-1-1 0 0,0 1 0 0 0,1 1 1 0 0,0 0-1 0 0,-16 7 1 0 0,-6 5 264 0 0,0 2 1 0 0,1 2 0 0 0,-29 23-1 0 0,-1-1-161 0 0,-172 136-1938 0 0,96-69-4254 0 0,66-57 2445 0 0,34-27 1909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0.1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38 290 368 0 0,'-6'-27'795'0'0,"3"16"-386"0"0,0 0 0 0 0,0-1 1 0 0,1 1-1 0 0,1-1 0 0 0,0 0 1 0 0,1 1-1 0 0,0-1 0 0 0,2-16 0 0 0,10-85 4237 0 0,-12 112-4576 0 0,0 0 1 0 0,0 0-1 0 0,0-1 0 0 0,1 1 0 0 0,-1 0 0 0 0,0 0 0 0 0,1-1 0 0 0,-1 1 1 0 0,1 0-1 0 0,-1 0 0 0 0,1 0 0 0 0,-1 0 0 0 0,1 0 0 0 0,0-1 0 0 0,-1 1 1 0 0,1 0-1 0 0,0 1 0 0 0,0-1 0 0 0,0 0 0 0 0,0 0 0 0 0,0 0 1 0 0,0 0-1 0 0,0 1 0 0 0,0-1 0 0 0,0 1 0 0 0,0-1 0 0 0,1 1 0 0 0,-1-1 1 0 0,0 1-1 0 0,0-1 0 0 0,1 1 0 0 0,-1 0 0 0 0,0 0 0 0 0,0 0 1 0 0,3 0-1 0 0,0 0 5 0 0,1 1 1 0 0,-1 1-1 0 0,0-1 0 0 0,1 1 1 0 0,-1-1-1 0 0,0 1 1 0 0,0 0-1 0 0,0 1 0 0 0,4 2 1 0 0,7 6 89 0 0,0 0 1 0 0,-1 1-1 0 0,-1 1 0 0 0,22 26 1 0 0,41 65 184 0 0,-47-62-246 0 0,249 389 112 0 0,-248-374-196 0 0,-2 1 0 0 0,-3 2 1 0 0,-2 0-1 0 0,-3 1 1 0 0,23 124-1 0 0,-38-144-17 0 0,-2-1 0 0 0,-2 1 0 0 0,-1 0 0 0 0,-3 0 0 0 0,-1 0 0 0 0,-2-1 0 0 0,-2 1 0 0 0,-1-1 0 0 0,-2-1 0 0 0,-2 0 0 0 0,-2-1 0 0 0,-1 0 0 0 0,-2-1 0 0 0,-2-1 0 0 0,-42 60 0 0 0,39-67 5 0 0,0 0 0 0 0,-2-2 1 0 0,-40 35-1 0 0,48-48-2 0 0,-1 0 1 0 0,0-1-1 0 0,-1-1 1 0 0,0-1-1 0 0,-1-1 1 0 0,-41 16-1 0 0,51-23-4 0 0,0-1-1 0 0,1 0 1 0 0,-1-1-1 0 0,0 1 1 0 0,0-2-1 0 0,0 0 0 0 0,0 0 1 0 0,0 0-1 0 0,0-2 1 0 0,0 1-1 0 0,0-1 1 0 0,0 0-1 0 0,-10-5 0 0 0,13 4 0 0 0,0 1-1 0 0,1-2 1 0 0,-1 1-1 0 0,1-1 1 0 0,0 0-1 0 0,0 0 1 0 0,0-1-1 0 0,1 0 1 0 0,-1 0-1 0 0,1 0 1 0 0,0-1-1 0 0,1 1 1 0 0,-1-1-1 0 0,1 0 1 0 0,0-1-1 0 0,1 1 1 0 0,0-1-1 0 0,-5-11 1 0 0,4 3-7 0 0,0-1 1 0 0,0 0-1 0 0,2 0 1 0 0,0 0-1 0 0,1 0 1 0 0,0 0-1 0 0,3-23 1 0 0,1 15 6 0 0,1 0-1 0 0,1-1 1 0 0,1 2 0 0 0,12-31 0 0 0,3 4-16 0 0,3 1 0 0 0,2 2 0 0 0,55-77 0 0 0,-27 52-440 0 0,4 3-1 0 0,2 3 1 0 0,122-104-1 0 0,-172 162-320 0 0,1 0 0 0 0,0 0 1 0 0,1 1-1 0 0,0 1 0 0 0,21-9 0 0 0,-4 5-2440 0 0,42-8 1 0 0,-49 13 2096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0.86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334 263 220 0 0,'7'-12'545'0'0,"-1"-1"0"0"0,0 1 0 0 0,-1-1 0 0 0,0 0 0 0 0,-1 0 0 0 0,-1 0 0 0 0,0-1 0 0 0,2-17-1 0 0,-4 22-238 0 0,1-16 1291 0 0,-3 24-1565 0 0,1 1 0 0 0,0-1 0 0 0,-1 1 1 0 0,1-1-1 0 0,0 1 0 0 0,-1-1 1 0 0,1 1-1 0 0,0-1 0 0 0,-1 1 1 0 0,1-1-1 0 0,-1 1 0 0 0,1-1 0 0 0,-1 1 1 0 0,1 0-1 0 0,-1-1 0 0 0,1 1 1 0 0,-1 0-1 0 0,1 0 0 0 0,-1-1 0 0 0,0 1 1 0 0,1 0-1 0 0,-1 0 0 0 0,1 0 1 0 0,-1 0-1 0 0,0 0 0 0 0,1 0 1 0 0,-1 0-1 0 0,0 0 0 0 0,1 0 0 0 0,-1 0 1 0 0,1 0-1 0 0,-1 0 0 0 0,0 0 1 0 0,1 0-1 0 0,-1 0 0 0 0,1 1 1 0 0,-1-1-1 0 0,-1 1 0 0 0,-10 3 180 0 0,-1 1-1 0 0,1 0 1 0 0,0 1 0 0 0,0 0-1 0 0,0 1 1 0 0,1 0 0 0 0,0 1-1 0 0,1 0 1 0 0,-11 11 0 0 0,0 1 104 0 0,1 1 1 0 0,2 1-1 0 0,-19 27 0 0 0,18-18-135 0 0,1 1 0 0 0,2 0-1 0 0,1 1 1 0 0,2 1 0 0 0,1 0 0 0 0,1 1-1 0 0,2 0 1 0 0,2 1 0 0 0,-6 65-1 0 0,10-38-103 0 0,3 0 0 0 0,2 0 1 0 0,3 0-1 0 0,25 113 0 0 0,-20-130-58 0 0,3 0 0 0 0,2-1 1 0 0,2-1-1 0 0,32 61 0 0 0,-37-83-5 0 0,1 0 0 0 0,1-1-1 0 0,1 0 1 0 0,1-1 0 0 0,1-1 0 0 0,1-1-1 0 0,0 0 1 0 0,1-1 0 0 0,40 27 0 0 0,-41-34 3 0 0,-1-1 1 0 0,1 0 0 0 0,1-2-1 0 0,0 0 1 0 0,0-1 0 0 0,0 0 0 0 0,0-2-1 0 0,1 0 1 0 0,0-2 0 0 0,0 0-1 0 0,0-1 1 0 0,0-1 0 0 0,36-4-1 0 0,-40 1 9 0 0,1 0-1 0 0,-1-1 0 0 0,0-1 0 0 0,0 0 0 0 0,0-1 0 0 0,-1-1 1 0 0,0-1-1 0 0,0 0 0 0 0,-1 0 0 0 0,0-2 0 0 0,0 0 0 0 0,-1 0 0 0 0,-1-1 1 0 0,0-1-1 0 0,0 0 0 0 0,16-23 0 0 0,-13 13-10 0 0,-1-1 0 0 0,-2 0 1 0 0,0 0-1 0 0,-2-1 0 0 0,14-46 0 0 0,-14 32-12 0 0,-2 0-1 0 0,-2-1 0 0 0,2-50 1 0 0,-8-4-16 0 0,-4 0 0 0 0,-22-134 0 0 0,-28-61-4 0 0,44 249 21 0 0,-1 0 0 0 0,-2 1 0 0 0,-2 1 1 0 0,-2 0-1 0 0,-26-43 0 0 0,35 68-84 0 0,0 0 1 0 0,-1 0-1 0 0,0 1 1 0 0,-1 1-1 0 0,0-1 1 0 0,-1 2-1 0 0,0-1 1 0 0,-1 1-1 0 0,0 1 0 0 0,0 0 1 0 0,-1 1-1 0 0,0 0 1 0 0,0 1-1 0 0,0 1 1 0 0,-1 0-1 0 0,0 0 0 0 0,0 2 1 0 0,0-1-1 0 0,-1 2 1 0 0,-21-2-1 0 0,31 5-262 0 0,0-1 0 0 0,0 1 0 0 0,0 0 0 0 0,0 0 0 0 0,0 0 0 0 0,0 1 0 0 0,0 0 0 0 0,1 0 0 0 0,-1 0 0 0 0,1 0 0 0 0,0 1 0 0 0,-1 0 1 0 0,1 0-1 0 0,0 0 0 0 0,0 0 0 0 0,1 0 0 0 0,-7 9 0 0 0,1-2-569 0 0,1 1 0 0 0,1 1 1 0 0,0-1-1 0 0,0 1 0 0 0,-6 19 0 0 0,-1-1-210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1.5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234 408 92 0 0,'2'-3'242'0'0,"-1"-1"-1"0"0,1 1 1 0 0,-1 0 0 0 0,1 0 0 0 0,-1-1-1 0 0,0 1 1 0 0,0-1 0 0 0,-1 1-1 0 0,1-1 1 0 0,-1 1 0 0 0,1-1-1 0 0,-1 1 1 0 0,0-1 0 0 0,-1-5 0 0 0,-2-7 581 0 0,0 0 1 0 0,-5-16-1 0 0,1 6 26 0 0,3 7-293 0 0,1 0 1 0 0,1 0 0 0 0,-1-32 0 0 0,4 43-453 0 0,-1-1 1 0 0,1 1-1 0 0,0-1 1 0 0,1 1-1 0 0,0 0 1 0 0,0 0-1 0 0,1 0 1 0 0,0 0 0 0 0,0 0-1 0 0,8-12 1 0 0,-7 16-91 0 0,-1 0 1 0 0,0 0-1 0 0,1 0 0 0 0,0 1 1 0 0,-1-1-1 0 0,2 1 1 0 0,-1 0-1 0 0,0 0 1 0 0,0 0-1 0 0,1 1 1 0 0,0-1-1 0 0,-1 1 0 0 0,1 0 1 0 0,0 1-1 0 0,0-1 1 0 0,0 1-1 0 0,0 0 1 0 0,0 0-1 0 0,1 1 1 0 0,-1-1-1 0 0,0 1 1 0 0,0 0-1 0 0,0 1 0 0 0,1-1 1 0 0,-1 1-1 0 0,7 2 1 0 0,-2-1 8 0 0,0 1 1 0 0,-1 0 0 0 0,1 1-1 0 0,-1 0 1 0 0,0 0 0 0 0,0 1-1 0 0,0 0 1 0 0,-1 1-1 0 0,0 0 1 0 0,0 0 0 0 0,0 0-1 0 0,11 14 1 0 0,-14-13 9 0 0,0 0-1 0 0,0 0 1 0 0,-1 0-1 0 0,0 1 1 0 0,0 0-1 0 0,-1 0 1 0 0,0 0 0 0 0,-1 0-1 0 0,1 0 1 0 0,0 9-1 0 0,-1-3 61 0 0,-1-1 0 0 0,-1 1 0 0 0,0 0-1 0 0,0 0 1 0 0,-5 22 0 0 0,-1-8 77 0 0,-1-1-1 0 0,-2 0 1 0 0,-1 0 0 0 0,0-1-1 0 0,-21 36 1 0 0,1-12 9 0 0,-1-2 0 0 0,-3 0 0 0 0,-1-3-1 0 0,-3 0 1 0 0,-71 64 0 0 0,89-93-119 0 0,0-1 0 0 0,-27 15 0 0 0,25-17-11 0 0,1 1 0 0 0,-23 19 0 0 0,43-32-49 0 0,0 0-1 0 0,0 0 1 0 0,0 0 0 0 0,0 0 0 0 0,0 1-1 0 0,0-1 1 0 0,0 0 0 0 0,0 0 0 0 0,0 1-1 0 0,0-1 1 0 0,1 0 0 0 0,-1 1 0 0 0,0 2-1 0 0,1-3 1 0 0,0-1 0 0 0,0 1-1 0 0,0-1 1 0 0,0 1 0 0 0,0 0 0 0 0,0-1-1 0 0,0 1 1 0 0,0-1 0 0 0,1 1-1 0 0,-1-1 1 0 0,0 1 0 0 0,0 0-1 0 0,1-1 1 0 0,-1 1 0 0 0,0-1 0 0 0,1 1-1 0 0,-1-1 1 0 0,0 0 0 0 0,1 1-1 0 0,-1-1 1 0 0,1 1 0 0 0,-1-1-1 0 0,1 0 1 0 0,0 1 0 0 0,3 1-1 0 0,0 0 0 0 0,0-1 0 0 0,0 1 0 0 0,0-1 0 0 0,0 0 0 0 0,0 0 0 0 0,0-1 1 0 0,7 1-1 0 0,38 1 18 0 0,91-7 0 0 0,47-20-1453 0 0,-71 8-2236 0 0,-98 15 2132 0 0,0-1 1 0 0,1-1-1 0 0,-2 0 0 0 0,33-14 1 0 0,-33 9 326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2.0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63 130 180 0 0,'-5'-4'502'0'0,"-1"-1"80"0"0,-1-1-1 0 0,1 1 0 0 0,1-1 0 0 0,-1 0 1 0 0,1-1-1 0 0,0 0 0 0 0,0 1 0 0 0,1-2 0 0 0,-4-6 1 0 0,8 12-536 0 0,0 1 1 0 0,0 0 0 0 0,-1 0-1 0 0,1 0 1 0 0,1-1 0 0 0,-1 1-1 0 0,0 0 1 0 0,0 0-1 0 0,0 0 1 0 0,1-1 0 0 0,-1 1-1 0 0,1 0 1 0 0,-1 0 0 0 0,1 0-1 0 0,-1 0 1 0 0,1 0 0 0 0,-1 0-1 0 0,1 0 1 0 0,0 0 0 0 0,0 0-1 0 0,-1 0 1 0 0,1 0 0 0 0,0 1-1 0 0,0-1 1 0 0,0 0 0 0 0,0 0-1 0 0,0 1 1 0 0,0-1 0 0 0,0 1-1 0 0,2-2 1 0 0,3-1-2 0 0,0 0 1 0 0,0 1 0 0 0,1 0-1 0 0,6-2 1 0 0,4 0 91 0 0,0 2 1 0 0,0 0-1 0 0,0 1 0 0 0,0 1 1 0 0,0 0-1 0 0,0 2 1 0 0,0 0-1 0 0,0 0 0 0 0,0 2 1 0 0,0 0-1 0 0,-1 1 1 0 0,32 13-1 0 0,-45-16-110 0 0,1 0 0 0 0,0 0-1 0 0,-1 1 1 0 0,1-1 0 0 0,-1 1 0 0 0,0 0 0 0 0,1 0 0 0 0,-1 0-1 0 0,-1 0 1 0 0,1 0 0 0 0,0 1 0 0 0,-1-1 0 0 0,0 1 0 0 0,0-1-1 0 0,0 1 1 0 0,0 0 0 0 0,1 5 0 0 0,-1-3 29 0 0,-1 0 1 0 0,0 0 0 0 0,-1 0-1 0 0,0 0 1 0 0,1 0-1 0 0,-2 0 1 0 0,1 0-1 0 0,-1 0 1 0 0,0 0-1 0 0,-3 11 1 0 0,-4 3 201 0 0,0 0 0 0 0,-1-1 0 0 0,-1 0 0 0 0,0 0 0 0 0,-24 29 0 0 0,-5 1 387 0 0,-51 47 0 0 0,46-51-384 0 0,-42 56 1 0 0,84-99-259 0 0,0 1 1 0 0,0 0 0 0 0,1-1 0 0 0,-1 1-1 0 0,1 0 1 0 0,-1 0 0 0 0,1 0 0 0 0,0 0-1 0 0,0 0 1 0 0,0 0 0 0 0,1 0 0 0 0,-1 0-1 0 0,0 6 1 0 0,2-7-4 0 0,-1-1 1 0 0,0 1-1 0 0,1 0 1 0 0,0-1-1 0 0,-1 1 1 0 0,1 0-1 0 0,0-1 1 0 0,-1 1-1 0 0,1-1 1 0 0,0 0-1 0 0,0 1 1 0 0,0-1-1 0 0,1 1 1 0 0,-1-1-1 0 0,0 0 1 0 0,0 0-1 0 0,1 0 1 0 0,-1 0-1 0 0,1 0 1 0 0,-1 0-1 0 0,1 0 1 0 0,-1 0-1 0 0,1-1 1 0 0,-1 1-1 0 0,1-1 1 0 0,3 2-1 0 0,15 3 8 0 0,1 0 0 0 0,-1-1 0 0 0,1-1 0 0 0,42 0 0 0 0,87-11 16 0 0,-97 4-25 0 0,22 0-34 0 0,95-10-1026 0 0,-117 13-2070 0 0,-35 1-644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3.25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1106 465 16 0 0,'-7'0'73'0'0,"-85"0"800"0"0,-149 18 0 0 0,24 6-482 0 0,145-20 1461 0 0,71-4-1720 0 0,0-1-1 0 0,0 0 0 0 0,0 0 0 0 0,0 0 0 0 0,0 0 0 0 0,0 0 1 0 0,0-1-1 0 0,0 1 0 0 0,0 0 0 0 0,0 0 0 0 0,1-1 0 0 0,-1 1 1 0 0,1 0-1 0 0,-1-1 0 0 0,0-1 0 0 0,-8-13 1075 0 0,3 11-954 0 0,-1 1 0 0 0,1-1-1 0 0,-1 1 1 0 0,-1 1-1 0 0,1-1 1 0 0,0 1 0 0 0,-1 0-1 0 0,1 1 1 0 0,-1 0-1 0 0,0 0 1 0 0,-13-1 0 0 0,-11 0 661 0 0,-51 2 1 0 0,46 2-528 0 0,-164-1 1217 0 0,505-19-1519 0 0,-122 4-41 0 0,-49 7 12 0 0,1116-76 297 0 0,-4-62-396 0 0,-203 9 42 0 0,-554 114 13 0 0,-364 28 37 0 0,236 39 1 0 0,-339-40-43 0 0,-1 1 0 0 0,35 13 0 0 0,-54-17-7 0 0,0-1 0 0 0,-1 0 0 0 0,1 1 0 0 0,0-1 0 0 0,-1 0 0 0 0,1 1 0 0 0,-1-1 0 0 0,1 1 0 0 0,-1-1 0 0 0,1 1 1 0 0,-1-1-1 0 0,1 1 0 0 0,-1-1 0 0 0,0 1 0 0 0,1 0 0 0 0,-1-1 0 0 0,0 1 0 0 0,1-1 0 0 0,-1 1 0 0 0,0 0 0 0 0,0-1 0 0 0,1 1 0 0 0,-1 0 1 0 0,0 0-1 0 0,0-1 0 0 0,0 1 0 0 0,0 0 0 0 0,0-1 0 0 0,0 1 0 0 0,0 0 0 0 0,0-1 0 0 0,0 1 0 0 0,-1 1 0 0 0,1 1 171 0 0,-85 4-9317 0 0,18-1 4438 0 0,39-4 3614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4.1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161 386 484 0 0,'-18'-17'573'0'0,"0"-1"-1"0"0,1 0 1 0 0,1-1-1 0 0,-19-31 1 0 0,27 37-302 0 0,0 0-1 0 0,2-1 1 0 0,-1 0 0 0 0,2 0-1 0 0,0 0 1 0 0,1-1 0 0 0,0 1 0 0 0,-3-25-1 0 0,7 33-149 0 0,-1-2 332 0 0,0 0 0 0 0,1 0 0 0 0,0 0 0 0 0,0 0 0 0 0,3-14 1 0 0,-3 20-348 0 0,1-1 1 0 0,0 1 0 0 0,0 0 0 0 0,0 0-1 0 0,0 0 1 0 0,0 0 0 0 0,0 0 0 0 0,1 0 0 0 0,-1 0-1 0 0,1 0 1 0 0,-1 0 0 0 0,1 1 0 0 0,0-1-1 0 0,0 1 1 0 0,0-1 0 0 0,0 1 0 0 0,0 0-1 0 0,0-1 1 0 0,0 1 0 0 0,0 0 0 0 0,0 0-1 0 0,0 1 1 0 0,1-1 0 0 0,2 0 0 0 0,7-1 60 0 0,-1 0 1 0 0,1 1-1 0 0,0 1 1 0 0,0-1-1 0 0,-1 2 1 0 0,1 0 0 0 0,0 1-1 0 0,-1 0 1 0 0,1 0-1 0 0,-1 1 1 0 0,0 1-1 0 0,0 0 1 0 0,0 0-1 0 0,0 1 1 0 0,10 7 0 0 0,6 3-102 0 0,-1 2 0 0 0,-1 1 0 0 0,-1 1 0 0 0,34 35 0 0 0,-37-32-44 0 0,-1 1-1 0 0,-2 2 1 0 0,0 0 0 0 0,-1 0-1 0 0,-2 2 1 0 0,24 56-1 0 0,-19-30 6 0 0,-2 2 0 0 0,19 100 0 0 0,-29-102-19 0 0,-1 0 0 0 0,-3 0 0 0 0,-3 1 0 0 0,-2-1 0 0 0,-2 1 0 0 0,-2-1 1 0 0,-3 0-1 0 0,-2 0 0 0 0,-2-1 0 0 0,-29 75 0 0 0,29-98-16 0 0,-1 0 0 0 0,-2-2 0 0 0,-1 1 0 0 0,-21 28 0 0 0,25-41 7 0 0,-1 0 0 0 0,1-1 0 0 0,-2 0-1 0 0,0-1 1 0 0,-1 0 0 0 0,0-1 0 0 0,-33 19 0 0 0,44-29 2 0 0,0 0 0 0 0,1 0 0 0 0,-1 0 0 0 0,0-1 1 0 0,0 1-1 0 0,0-1 0 0 0,-1 0 0 0 0,1 0 0 0 0,0 0 1 0 0,0-1-1 0 0,0 0 0 0 0,-1 0 0 0 0,1 0 0 0 0,0 0 1 0 0,0 0-1 0 0,-1-1 0 0 0,1 0 0 0 0,0 0 0 0 0,0 0 0 0 0,0 0 1 0 0,0-1-1 0 0,0 1 0 0 0,0-1 0 0 0,0 0 0 0 0,1 0 1 0 0,-1-1-1 0 0,1 1 0 0 0,-1-1 0 0 0,1 0 0 0 0,0 1 1 0 0,0-1-1 0 0,0-1 0 0 0,1 1 0 0 0,-1 0 0 0 0,1-1 0 0 0,-4-5 1 0 0,-1-5-2 0 0,1-1-1 0 0,1 1 1 0 0,0-1 0 0 0,0 0 0 0 0,2 0 0 0 0,0 0 0 0 0,0 0 0 0 0,1-20 0 0 0,1 7 7 0 0,2-1 0 0 0,0 0 1 0 0,10-43-1 0 0,-7 50 6 0 0,1 0 0 0 0,1 0 0 0 0,2 1 0 0 0,0 0-1 0 0,18-34 1 0 0,-17 41-10 0 0,0 0-1 0 0,1 1 0 0 0,0 0 0 0 0,1 0 1 0 0,0 1-1 0 0,1 1 0 0 0,1 0 0 0 0,19-14 1 0 0,179-101-1318 0 0,-66 50-6338 0 0,-127 67 5345 0 0,30-11 0 0 0,-28 15 1179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4.7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288 365 268 0 0,'9'-13'788'0'0,"-1"0"0"0"0,0-1 0 0 0,10-24 0 0 0,-1-17 3126 0 0,-17 54-3803 0 0,1 0 0 0 0,-1 0 0 0 0,0 0 0 0 0,0 0 0 0 0,0 0 0 0 0,0 0 0 0 0,0 1 1 0 0,0-1-1 0 0,0 0 0 0 0,0 0 0 0 0,0 0 0 0 0,0 0 0 0 0,0 0 0 0 0,0 0 0 0 0,-1 0 0 0 0,1 1 0 0 0,0-1 0 0 0,-1 0 0 0 0,1 0 0 0 0,-1 0 0 0 0,1 1 0 0 0,-1-1 0 0 0,1 0 1 0 0,-1 0-1 0 0,0 0 0 0 0,-1 0-1 0 0,1 0-1 0 0,0 1 1 0 0,-1-1 0 0 0,1 1 0 0 0,-1-1 0 0 0,1 1 0 0 0,-1-1 0 0 0,1 1 0 0 0,-1 0-1 0 0,1 0 1 0 0,-1 0 0 0 0,1 0 0 0 0,-1 0 0 0 0,-1 0 0 0 0,-4 1 118 0 0,0 1 0 0 0,0-1 0 0 0,0 1-1 0 0,0 0 1 0 0,-9 5 0 0 0,4 0-127 0 0,1 0 0 0 0,0 1-1 0 0,1 0 1 0 0,-1 0 0 0 0,2 1 0 0 0,-1 0-1 0 0,1 1 1 0 0,-11 16 0 0 0,0 2 6 0 0,2 0-1 0 0,-17 37 1 0 0,19-33-71 0 0,2 0-1 0 0,1 1 1 0 0,2 0-1 0 0,1 1 1 0 0,1 1-1 0 0,3-1 1 0 0,0 1-1 0 0,2 0 1 0 0,2 70-1 0 0,3-89-30 0 0,2 0 0 0 0,0 0 0 0 0,1-1-1 0 0,0 0 1 0 0,1 1 0 0 0,1-1 0 0 0,0-1 0 0 0,1 1-1 0 0,1-1 1 0 0,17 24 0 0 0,-13-22-5 0 0,2 0 1 0 0,0-1-1 0 0,0-1 1 0 0,1 0 0 0 0,1-1-1 0 0,1-1 1 0 0,0-1-1 0 0,19 11 1 0 0,-16-11-3 0 0,1-2 1 0 0,0 0-1 0 0,1-2 1 0 0,0 0 0 0 0,0-1-1 0 0,0-1 1 0 0,27 2-1 0 0,-30-5 3 0 0,0-2-1 0 0,-1 0 1 0 0,1-1-1 0 0,0 0 1 0 0,0-2-1 0 0,-1 0 0 0 0,1-2 1 0 0,32-11-1 0 0,-40 12 6 0 0,-1-1 0 0 0,1-1 1 0 0,-1 1-1 0 0,-1-2 0 0 0,1 1 0 0 0,-1-1 0 0 0,0-1 0 0 0,-1 0 0 0 0,0 0 0 0 0,0-1 0 0 0,6-9 0 0 0,-4 4 3 0 0,-1 0 0 0 0,-1-1 0 0 0,-1 0 0 0 0,0-1 0 0 0,-1 0 0 0 0,8-29 0 0 0,-6 4-8 0 0,-2-1-1 0 0,-2 0 1 0 0,-1 0 0 0 0,-3 0-1 0 0,-5-52 1 0 0,1 41 3 0 0,-3 0 0 0 0,-2 0 0 0 0,-2 0 1 0 0,-32-86-1 0 0,34 116-4 0 0,0 0 0 0 0,-2 1 0 0 0,-1 0 1 0 0,-1 1-1 0 0,0 0 0 0 0,-2 1 0 0 0,0 1 1 0 0,-2 0-1 0 0,0 2 0 0 0,-1-1 0 0 0,0 2 0 0 0,-31-21 1 0 0,34 27-114 0 0,-16-11-75 0 0,29 20 70 0 0,0 0-1 0 0,0 0 0 0 0,0 0 0 0 0,0 0 1 0 0,0 0-1 0 0,0 1 0 0 0,-1-1 0 0 0,1 1 1 0 0,0-1-1 0 0,0 1 0 0 0,0 0 0 0 0,-4 0 1 0 0,5 1-38 0 0,0-1 1 0 0,0 0-1 0 0,0 1 1 0 0,0-1 0 0 0,0 1-1 0 0,0-1 1 0 0,1 1 0 0 0,-1 0-1 0 0,0-1 1 0 0,-1 2-311 0 0,2-1 310 0 0,-1 0 1 0 0,0 0 0 0 0,1 0-1 0 0,-1 0 1 0 0,1-1 0 0 0,0 1-1 0 0,-1 0 1 0 0,1 0 0 0 0,0 0-1 0 0,-1 0 1 0 0,1 0 0 0 0,0 0-1 0 0,0 0 1 0 0,0 0-1 0 0,0 0 1 0 0,0 0 0 0 0,0 0-1 0 0,0 1 1 0 0,6 37-3289 0 0,-5-32 2756 0 0,4 19-953 0 0,1 2 205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5.1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1 176 400 0 0,'23'-13'1988'0'0,"22"-15"-1"0"0,-6 1 221 0 0,37-29 2404 0 0,-31 13-1958 0 0,-36 36-2240 0 0,-7 6-193 0 0,-7 4-149 0 0,2 0-49 0 0,0 0 1 0 0,0 1-1 0 0,1-1 0 0 0,-1 1 0 0 0,1 0 1 0 0,0-1-1 0 0,-3 8 0 0 0,-1 1 24 0 0,-12 23 11 0 0,2 0 0 0 0,1 1 1 0 0,2 1-1 0 0,-8 40 0 0 0,-21 157 23 0 0,27-47-199 0 0,7-56-2474 0 0,8-92-1344 0 0,0-38 3708 0 0,0 0 0 0 0,0 0 1 0 0,0 0-1 0 0,0 0 0 0 0,1 0 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5.4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41 864 0 0,'1'-2'473'0'0,"19"-36"6584"0"0,-18 37-6877 0 0,-1 3 100 0 0,1 1 0 0 0,-1-1 0 0 0,1 1 1 0 0,-1-1-1 0 0,0 1 0 0 0,0-1 0 0 0,0 1 0 0 0,0 0 0 0 0,0 0 0 0 0,-1-1 0 0 0,1 1 1 0 0,-1 4-1 0 0,1-2-9 0 0,6 52 25 0 0,-2 0 1 0 0,-3 0-1 0 0,-2 1 0 0 0,-14 99 1 0 0,3-96-1572 0 0,0-4-3076 0 0,10-55 4036 0 0,1 0 0 0 0,0-1 0 0 0,0 1 1 0 0,0-1-1 0 0,0 1 0 0 0,0-1 0 0 0,0 1 1 0 0,1 0-1 0 0,-1-1 0 0 0,0 1 0 0 0,1-1 1 0 0,-1 1-1 0 0,1-1 0 0 0,5 8-1573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6.3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272 0 200 0 0,'-6'3'154'0'0,"0"0"1"0"0,1 0-1 0 0,0 0 0 0 0,-1 0 0 0 0,1 1 1 0 0,1 0-1 0 0,-1 0 0 0 0,0 0 1 0 0,1 1-1 0 0,0-1 0 0 0,0 1 1 0 0,1 0-1 0 0,-4 6 0 0 0,-18 21 1053 0 0,-30 27 861 0 0,54-57-1831 0 0,-1-1 1 0 0,0 0 0 0 0,1 0-1 0 0,-1 0 1 0 0,0 0 0 0 0,0-1-1 0 0,0 1 1 0 0,0 0 0 0 0,0-1-1 0 0,0 1 1 0 0,0-1 0 0 0,0 0-1 0 0,0 0 1 0 0,0 1 0 0 0,0-2-1 0 0,0 1 1 0 0,0 0 0 0 0,0 0-1 0 0,0 0 1 0 0,0-1 0 0 0,0 1-1 0 0,0-1 1 0 0,0 0 0 0 0,0 0-1 0 0,0 1 1 0 0,-2-3 0 0 0,-13-3 68 0 0,10 4-60 0 0,0 1-1 0 0,0 0 0 0 0,-1 0 0 0 0,-12 1 1 0 0,17 0 40 0 0,61-3 371 0 0,3-2-568 0 0,249-12 103 0 0,-177 18-245 0 0,131-2 190 0 0,-183-3-1181 0 0,101-18-1 0 0,-181 22 870 0 0,1 0 1 0 0,-1-1-1 0 0,0 1 1 0 0,1 0-1 0 0,-1-1 1 0 0,1 1-1 0 0,-1-1 1 0 0,0 1-1 0 0,1-1 1 0 0,-1 0-1 0 0,0 1 1 0 0,0-1-1 0 0,1 0 1 0 0,0-2-1 0 0,-43-25-8374 0 0,26 22 7392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6.67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163 69 396 0 0,'-6'-7'500'0'0,"0"1"0"0"0,0-1 0 0 0,-1 1 0 0 0,0 0 1 0 0,-10-6-1 0 0,-11-10 1047 0 0,28 21-1524 0 0,0 1 1 0 0,0 0-1 0 0,0 0 0 0 0,-1 0 1 0 0,1 0-1 0 0,0 0 1 0 0,0 0-1 0 0,0 0 0 0 0,0-1 1 0 0,0 1-1 0 0,0 0 1 0 0,0 0-1 0 0,-1 0 0 0 0,1 0 1 0 0,0 0-1 0 0,0 0 1 0 0,0 0-1 0 0,0 0 0 0 0,-1 0 1 0 0,1 0-1 0 0,0 0 1 0 0,0 0-1 0 0,0 0 1 0 0,0 0-1 0 0,0 0 0 0 0,-1 0 1 0 0,1 0-1 0 0,0 0 1 0 0,0 0-1 0 0,0 0 0 0 0,0 0 1 0 0,-1 0-1 0 0,1 0 1 0 0,0 0-1 0 0,0 0 0 0 0,0 0 1 0 0,0 0-1 0 0,0 1 1 0 0,0-1-1 0 0,-1 0 0 0 0,1 0 1 0 0,-3 9 767 0 0,3 18 438 0 0,0-20-841 0 0,4 208 4720 0 0,-2 134-4522 0 0,-5-311-940 0 0,-10 58 0 0 0,7-70-1841 0 0,-13 36 0 0 0,17-58 1516 0 0,1 0-1 0 0,-1 1 0 0 0,-1-1 0 0 0,1 0 0 0 0,-1 0 0 0 0,1 0 0 0 0,-1 0 0 0 0,-1 0 1 0 0,1-1-1 0 0,-6 5 0 0 0,1-2-473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6.9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29 87 292 0 0,'-29'-87'6164'0'0,"36"89"-5699"0"0,7 4 175 0 0,0 6 376 0 0,0 1 0 0 0,19 24 0 0 0,-17-19-363 0 0,163 161 1793 0 0,-120-129-3318 0 0,82 54 0 0 0,-129-96 297 0 0,3 2-1290 0 0,28 15 1 0 0,-39-23 1423 0 0,-1-1 0 0 0,1 1 0 0 0,0-1 0 0 0,-1 0 0 0 0,1 0 0 0 0,0 0 0 0 0,0 0 0 0 0,-1-1 0 0 0,1 1 0 0 0,0-1 0 0 0,0 0 0 0 0,0 0 0 0 0,0-1 0 0 0,4 0 0 0 0,-1-1-548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7.2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738 8 88 0 0,'-5'-2'306'0'0,"-1"1"1"0"0,1-1-1 0 0,0 1 0 0 0,-1 1 0 0 0,0-1 1 0 0,1 1-1 0 0,-1 0 0 0 0,1 0 0 0 0,-1 1 1 0 0,1-1-1 0 0,-1 1 0 0 0,1 1 1 0 0,-1-1-1 0 0,1 1 0 0 0,0 0 0 0 0,-6 3 1 0 0,-9 4 145 0 0,0 1 1 0 0,-30 21 0 0 0,-152 114 1941 0 0,15-11-3350 0 0,45-26-4937 0 0,124-92 4683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8.1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169 290 608 0 0,'-6'-12'810'0'0,"0"-1"-1"0"0,0 1 1 0 0,-6-26-1 0 0,11 33-550 0 0,0 0 0 0 0,0 0 0 0 0,0-1 0 0 0,0 1 0 0 0,1 0 0 0 0,0-1 0 0 0,0 1-1 0 0,0 0 1 0 0,1-1 0 0 0,0 1 0 0 0,0 0 0 0 0,3-10 0 0 0,1 5 407 0 0,1 1 0 0 0,0 1 1 0 0,1-1-1 0 0,-1 1 0 0 0,2 0 0 0 0,11-10 0 0 0,12-13 832 0 0,-28 28-1490 0 0,-1 0 1 0 0,1 0-1 0 0,0 0 0 0 0,0 1 0 0 0,0-1 1 0 0,1 1-1 0 0,-1 0 0 0 0,1 0 0 0 0,-1 0 0 0 0,1 0 1 0 0,0 0-1 0 0,-1 1 0 0 0,1 0 0 0 0,0-1 0 0 0,0 2 1 0 0,0-1-1 0 0,0 0 0 0 0,0 1 0 0 0,0 0 1 0 0,0 0-1 0 0,0 0 0 0 0,1 0 0 0 0,-1 0 0 0 0,4 2 1 0 0,-1 0-8 0 0,0 1 1 0 0,0 0-1 0 0,0 0 1 0 0,0 1-1 0 0,0-1 1 0 0,0 1-1 0 0,-1 1 0 0 0,0 0 1 0 0,0-1-1 0 0,0 2 1 0 0,-1-1-1 0 0,5 7 1 0 0,12 15 39 0 0,-1 1 1 0 0,-1 2-1 0 0,23 47 1 0 0,38 102 162 0 0,-65-142-149 0 0,109 292 222 0 0,-108-275-268 0 0,-3 1 0 0 0,-3 1 0 0 0,-2 0 1 0 0,3 67-1 0 0,-12-95 7 0 0,-1 0-1 0 0,-1 0 1 0 0,-1 0-1 0 0,-1 0 1 0 0,-2 0-1 0 0,-14 40 1 0 0,12-45 10 0 0,-1-2 0 0 0,-2 0 0 0 0,0 0 1 0 0,-1-1-1 0 0,-1 0 0 0 0,-1-1 0 0 0,0 0 0 0 0,-20 18 1 0 0,10-14-21 0 0,0-2 0 0 0,-2 0 1 0 0,0-1-1 0 0,-1-2 0 0 0,-1-1 1 0 0,-53 24-1 0 0,59-32 2 0 0,-1 0-1 0 0,0-2 1 0 0,0-1 0 0 0,0 0-1 0 0,-1-2 1 0 0,0-1 0 0 0,0-1-1 0 0,0-1 1 0 0,-44-3-1 0 0,60 1-7 0 0,0 0 0 0 0,1 0-1 0 0,-1-1 1 0 0,0 0 0 0 0,1-1 0 0 0,-1 1-1 0 0,1-1 1 0 0,0-1 0 0 0,0 0-1 0 0,0 0 1 0 0,-6-5 0 0 0,10 7-2 0 0,0-1 1 0 0,1 1 0 0 0,-1-1-1 0 0,1 0 1 0 0,0 0 0 0 0,0 0-1 0 0,0 0 1 0 0,0 0 0 0 0,0-1-1 0 0,0 1 1 0 0,1-1 0 0 0,0 1 0 0 0,0-1-1 0 0,0 1 1 0 0,0-1 0 0 0,0 0-1 0 0,1 1 1 0 0,0-1 0 0 0,-1 0-1 0 0,2 1 1 0 0,-1-1 0 0 0,0 0-1 0 0,1 0 1 0 0,1-6 0 0 0,11-35 8 0 0,3 1 0 0 0,1 0 1 0 0,37-66-1 0 0,-39 80-12 0 0,18-36-33 0 0,71-102 0 0 0,-83 140-99 0 0,1 0 1 0 0,1 2 0 0 0,1 0-1 0 0,2 2 1 0 0,48-36 0 0 0,-43 39-1620 0 0,61-30 1 0 0,-62 37-1110 0 0,0 2 0 0 0,44-11-1 0 0,-54 18 1660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8.7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456 236 64 0 0,'7'-18'1517'0'0,"4"-12"607"0"0,-11 29-1972 0 0,1 0 0 0 0,-1 0 0 0 0,0-1 0 0 0,0 1 0 0 0,1 0 0 0 0,-1 0 0 0 0,0-1 0 0 0,0 1 0 0 0,0 0 0 0 0,0 0 0 0 0,0-1 0 0 0,-1 1 0 0 0,1 0 0 0 0,0 0 0 0 0,-1-1 0 0 0,1 1 0 0 0,-1-1 0 0 0,0 0-66 0 0,-1 1-1 0 0,1 0 1 0 0,0 0-1 0 0,-1 1 1 0 0,1-1 0 0 0,-1 0-1 0 0,0 0 1 0 0,1 1-1 0 0,-1-1 1 0 0,1 1-1 0 0,-1-1 1 0 0,0 1 0 0 0,1 0-1 0 0,-1-1 1 0 0,0 1-1 0 0,1 0 1 0 0,-1 0-1 0 0,0 0 1 0 0,0 1-1 0 0,-2 0 1 0 0,-35 8 838 0 0,21-2-606 0 0,1 2 1 0 0,0 0-1 0 0,0 0 0 0 0,1 2 1 0 0,0 0-1 0 0,1 0 0 0 0,0 2 1 0 0,1 0-1 0 0,1 0 0 0 0,-15 20 1 0 0,4-2-166 0 0,2 0 0 0 0,2 1 0 0 0,1 1 1 0 0,-18 42-1 0 0,18-30-141 0 0,2 1-1 0 0,-18 82 1 0 0,28-96-3 0 0,2 1-1 0 0,1 0 1 0 0,2 0 0 0 0,3 64 0 0 0,1-83 13 0 0,0-1 0 0 0,0 1 0 0 0,1-1 1 0 0,1 0-1 0 0,0 0 0 0 0,1 0 0 0 0,0-1 1 0 0,12 20-1 0 0,-11-23-3 0 0,0 0-1 0 0,1 0 1 0 0,0-1 0 0 0,1 0 0 0 0,0 0-1 0 0,0-1 1 0 0,0 0 0 0 0,1-1 0 0 0,0 0-1 0 0,1 0 1 0 0,11 6 0 0 0,0-4 12 0 0,-1-1 1 0 0,1 0-1 0 0,0-2 0 0 0,0 0 1 0 0,1-1-1 0 0,-1-2 0 0 0,1 0 1 0 0,0-1-1 0 0,-1-1 0 0 0,1-1 1 0 0,0-1-1 0 0,-1-1 0 0 0,1-1 1 0 0,-1-1-1 0 0,0 0 0 0 0,0-2 1 0 0,-1 0-1 0 0,0-2 0 0 0,37-21 1 0 0,-42 19-28 0 0,-1 0 1 0 0,0-2 0 0 0,-1 1 0 0 0,0-2-1 0 0,-1 0 1 0 0,-1 0 0 0 0,0-1-1 0 0,-1 0 1 0 0,-1-1 0 0 0,12-27 0 0 0,-4 1-8 0 0,-2 1 0 0 0,-1-2 0 0 0,9-53 0 0 0,-6-6-25 0 0,6-196 0 0 0,-22 253 33 0 0,-5-52 1 0 0,2 83-8 0 0,0-1 0 0 0,0 1 0 0 0,-2 0 0 0 0,0 0-1 0 0,0 0 1 0 0,-1 1 0 0 0,-12-23 0 0 0,14 31-4 0 0,-1-1 0 0 0,0 1 0 0 0,0 0 0 0 0,0 1-1 0 0,-1-1 1 0 0,1 1 0 0 0,-1 0 0 0 0,0 0-1 0 0,-1 0 1 0 0,1 0 0 0 0,0 1 0 0 0,-10-4 0 0 0,6 4-40 0 0,0 0 1 0 0,0 0 0 0 0,0 1-1 0 0,-1 0 1 0 0,1 0-1 0 0,-1 1 1 0 0,-16 1 0 0 0,10 0-587 0 0,0 2 0 0 0,1 0 0 0 0,-1 1 0 0 0,1 0 0 0 0,0 2 1 0 0,0-1-1 0 0,0 2 0 0 0,0 0 0 0 0,-26 16 0 0 0,25-11-1138 0 0,1 0 0 0 0,-23 24-1 0 0,15-13 317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9.1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214 104 180 0 0,'9'-14'1667'0'0,"-1"1"0"0"0,0-1 1 0 0,-1-1-1 0 0,9-24 0 0 0,-14 30-391 0 0,-7 15-637 0 0,-6 12-228 0 0,-69 190 1812 0 0,14-26-1865 0 0,48-129-340 0 0,-35 115-59 0 0,38-123-841 0 0,-1 3-3687 0 0,16-41 3488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39.5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178 80 136 0 0,'-1'-18'1431'0'0,"0"12"-870"0"0,1 1 0 0 0,-1 0-1 0 0,1-1 1 0 0,1 1 0 0 0,0-6 0 0 0,-1 10-392 0 0,0 0-1 0 0,1 0 1 0 0,-1-1 0 0 0,1 1-1 0 0,-1 0 1 0 0,1 0 0 0 0,-1 0-1 0 0,1 0 1 0 0,0 0 0 0 0,-1 0-1 0 0,1 0 1 0 0,0 0-1 0 0,0 0 1 0 0,0 0 0 0 0,0 0-1 0 0,0 0 1 0 0,0 0 0 0 0,0 1-1 0 0,0-1 1 0 0,0 0 0 0 0,0 1-1 0 0,0-1 1 0 0,1 1 0 0 0,-1-1-1 0 0,0 1 1 0 0,2 0 0 0 0,-2-1-52 0 0,0 2 1 0 0,0-1 0 0 0,0 0-1 0 0,0 0 1 0 0,0 0 0 0 0,0 0 0 0 0,0 1-1 0 0,1-1 1 0 0,-1 0 0 0 0,0 1 0 0 0,0-1-1 0 0,0 1 1 0 0,-1-1 0 0 0,1 1 0 0 0,0 0-1 0 0,0-1 1 0 0,0 1 0 0 0,0 0 0 0 0,0 0-1 0 0,-1 0 1 0 0,1-1 0 0 0,0 1-1 0 0,-1 0 1 0 0,1 0 0 0 0,-1 0 0 0 0,1 0-1 0 0,-1 0 1 0 0,1 0 0 0 0,0 2 0 0 0,9 32 687 0 0,-8-21-725 0 0,-1 0 0 0 0,-1 0 0 0 0,0 0 1 0 0,-1 0-1 0 0,0 0 0 0 0,-5 17 0 0 0,-25 82-20 0 0,-27 35-89 0 0,32-88-285 0 0,-23 41-2942 0 0,10-38-3025 0 0,20-42 3146 0 0,10-13 1914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0.5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22 319 348 0 0,'-18'-13'2894'0'0,"18"12"-2850"0"0,-1 1 0 0 0,1 0 1 0 0,0 0-1 0 0,0 0 0 0 0,-1 0 0 0 0,1-1 0 0 0,0 1 0 0 0,0 0 0 0 0,0 0 0 0 0,0-1 0 0 0,-1 1 0 0 0,1 0 1 0 0,0 0-1 0 0,0-1 0 0 0,0 1 0 0 0,0 0 0 0 0,0 0 0 0 0,0-1 0 0 0,0 1 0 0 0,0 0 0 0 0,-1-1 0 0 0,1 1 0 0 0,0 0 1 0 0,0-1-1 0 0,0 1 0 0 0,1 0 0 0 0,-1 0 0 0 0,0-1 0 0 0,0 1 0 0 0,0 0 0 0 0,0-1 0 0 0,0 1 0 0 0,0 0 1 0 0,0 0-1 0 0,0-1 0 0 0,1 1 0 0 0,-1 0 0 0 0,0 0 0 0 0,0-1 0 0 0,0 1 0 0 0,0 0 0 0 0,1 0 0 0 0,-1 0 0 0 0,0-1 1 0 0,0 1-1 0 0,1 0 0 0 0,-1 0 0 0 0,0 0 0 0 0,0 0 0 0 0,1-1 0 0 0,-1 1 0 0 0,0 0 0 0 0,1 0 0 0 0,-1 0 0 0 0,0 0 1 0 0,0 0-1 0 0,1 0 0 0 0,-1 0 0 0 0,23-3 1054 0 0,-1 1 1 0 0,0 0-1 0 0,1 2 0 0 0,33 4 1 0 0,16-1 413 0 0,513-34 546 0 0,-357 14-1787 0 0,555-61 626 0 0,-244 20-229 0 0,1 24-115 0 0,109 39 906 0 0,-564-1-1281 0 0,5 1-19 0 0,98-7 0 0 0,-122-2-3 0 0,-65 3-141 0 0,-1 1-20 0 0,0 0-1 0 0,0-1 1 0 0,0 1-1 0 0,0 0 1 0 0,-1-1-1 0 0,1 1 1 0 0,0 0-1 0 0,0 0 1 0 0,0-1-1 0 0,0 1 1 0 0,0 0-1 0 0,0 0 1 0 0,0-1-1 0 0,0 1 1 0 0,-1 0-1 0 0,1 0 1 0 0,0 0-1 0 0,0-1 1 0 0,0 1-1 0 0,-1 0 0 0 0,1 0 1 0 0,0 0-1 0 0,0-1 1 0 0,0 1-1 0 0,-1 0 1 0 0,1 0-1 0 0,0 0 1 0 0,0 0-1 0 0,-1 0 1 0 0,1 0-1 0 0,0 0 1 0 0,0 0-1 0 0,-1-1 1 0 0,1 1-1 0 0,0 0 1 0 0,-1 0-1 0 0,1 0 1 0 0,0 0-1 0 0,-1 0 1 0 0,-23-22-5061 0 0,-4 12 3389 0 0,21 8 1023 0 0,-86-20-6760 0 0,38 11 4423 0 0,21 3 1720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1.4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485 338 620 0 0,'-19'-28'2336'0'0,"0"0"0"0"0,1-1 1 0 0,-17-41-1 0 0,25 44-972 0 0,0 0 0 0 0,-7-37 0 0 0,14 50-1104 0 0,1 0 0 0 0,0 1 0 0 0,0-16 0 0 0,3 28-259 0 0,-1-1 1 0 0,0 1 0 0 0,0 0-1 0 0,0 0 1 0 0,0 0 0 0 0,1 0-1 0 0,-1 0 1 0 0,0 0 0 0 0,0 0 0 0 0,0 0-1 0 0,1 0 1 0 0,-1 0 0 0 0,0 0-1 0 0,0 0 1 0 0,1 0 0 0 0,-1 0-1 0 0,0 0 1 0 0,0 0 0 0 0,0 0-1 0 0,1 0 1 0 0,-1 0 0 0 0,0 0-1 0 0,0 0 1 0 0,0 1 0 0 0,0-1-1 0 0,1 0 1 0 0,-1 0 0 0 0,0 0-1 0 0,0 0 1 0 0,0 0 0 0 0,0 0-1 0 0,1 1 1 0 0,-1-1 0 0 0,0 0 0 0 0,0 0-1 0 0,0 0 1 0 0,0 0 0 0 0,0 1-1 0 0,0-1 1 0 0,0 0 0 0 0,1 1-1 0 0,6 6 33 0 0,29 45 217 0 0,-2 1-1 0 0,47 100 1 0 0,-61-113-215 0 0,16 42 20 0 0,-4 2 0 0 0,40 159 0 0 0,-57-177-64 0 0,-3 0 0 0 0,-3 1-1 0 0,-2 0 1 0 0,-5 135-1 0 0,-6-159-59 0 0,-2 1-1 0 0,-2-1 1 0 0,-2 0-1 0 0,-2-1 1 0 0,-1 0-1 0 0,-3-1 1 0 0,-1-1-1 0 0,-2 0 1 0 0,-24 37-1 0 0,28-55 68 0 0,-1 0-1 0 0,-1-2 1 0 0,0 0-1 0 0,-2-1 1 0 0,-1-1-1 0 0,0 0 1 0 0,-1-2-1 0 0,0 0 1 0 0,-2-1-1 0 0,0-2 1 0 0,0 0-1 0 0,-1-2 1 0 0,-1 0-1 0 0,0-2 1 0 0,0 0 0 0 0,-1-2-1 0 0,0-1 1 0 0,-27 3-1 0 0,48-8 8 0 0,0-1-1 0 0,0 0 0 0 0,0 1 1 0 0,0-2-1 0 0,0 1 1 0 0,1 0-1 0 0,-1-1 1 0 0,0 0-1 0 0,0 0 1 0 0,0-1-1 0 0,1 1 0 0 0,-1-1 1 0 0,1 0-1 0 0,-1 0 1 0 0,1-1-1 0 0,0 1 1 0 0,0-1-1 0 0,0 0 1 0 0,0 0-1 0 0,1 0 1 0 0,-1-1-1 0 0,1 1 0 0 0,-1-1 1 0 0,1 0-1 0 0,1 0 1 0 0,-1 0-1 0 0,0 0 1 0 0,1 0-1 0 0,0-1 1 0 0,0 1-1 0 0,0-1 1 0 0,1 1-1 0 0,-1-1 0 0 0,1 0 1 0 0,0 0-1 0 0,0 0 1 0 0,1 1-1 0 0,0-1 1 0 0,0-6-1 0 0,1-6 15 0 0,0 1-1 0 0,2 0 1 0 0,0 0 0 0 0,0 0-1 0 0,2 0 1 0 0,0 1-1 0 0,1-1 1 0 0,14-27 0 0 0,-4 16-21 0 0,0 1-1 0 0,2 0 1 0 0,36-41 0 0 0,-30 43 7 0 0,2 0 0 0 0,0 2-1 0 0,1 1 1 0 0,1 1 0 0 0,48-25-1 0 0,164-66-163 0 0,-169 80 42 0 0,278-133-2425 0 0,-335 157 1223 0 0,0 0 1 0 0,-1-1-1 0 0,0-1 1 0 0,0 0-1 0 0,-1-1 1 0 0,18-17-1 0 0,-22 16-323 0 0,-4-2 222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3.0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342 509 540 0 0,'-3'-2'362'0'0,"1"-1"0"0"0,0 0 0 0 0,0 0 1 0 0,0 0-1 0 0,0 0 0 0 0,0 0 0 0 0,1 0 0 0 0,0 0 0 0 0,-1-1 0 0 0,1 1 1 0 0,-1-7-1 0 0,1 7-127 0 0,0-1-1 0 0,0 0 1 0 0,0 1 0 0 0,-1-1 0 0 0,1 1-1 0 0,-1-1 1 0 0,-4-5 0 0 0,-13-15 166 0 0,8 10-177 0 0,-25-24 1 0 0,0-3 376 0 0,27 30-465 0 0,-26-41 304 0 0,33 49-238 0 0,0 0 1 0 0,0-1 0 0 0,1 1-1 0 0,-1-1 1 0 0,1 0 0 0 0,0 0-1 0 0,0 1 1 0 0,0-1 0 0 0,0 0-1 0 0,0-5 1 0 0,1 6-109 0 0,1 1 0 0 0,0-1 1 0 0,-1 0-1 0 0,1 0 1 0 0,0 0-1 0 0,0 1 0 0 0,0-1 1 0 0,1 0-1 0 0,-1 1 0 0 0,1-1 1 0 0,-1 1-1 0 0,1 0 0 0 0,0-1 1 0 0,3-2-1 0 0,2-3 49 0 0,-1 0 0 0 0,0-1 0 0 0,0 1 0 0 0,-1-1 0 0 0,0-1 0 0 0,-1 1 0 0 0,0-1 0 0 0,0 0 0 0 0,-1 0-1 0 0,0 0 1 0 0,-1 0 0 0 0,0 0 0 0 0,-1-1 0 0 0,0 1 0 0 0,0-12 0 0 0,-19 37-79 0 0,0 10 32 0 0,1 1 1 0 0,1 0-1 0 0,1 1 1 0 0,-21 58-1 0 0,-27 122 129 0 0,49-148-214 0 0,3 1 0 0 0,3-1 0 0 0,2 2 0 0 0,3-1 0 0 0,5 65 0 0 0,-1-116-5 0 0,0 0 0 0 0,0 0-1 0 0,0 0 1 0 0,1-1 0 0 0,1 1-1 0 0,-1 0 1 0 0,5 8 0 0 0,-6-15-5 0 0,1 1 1 0 0,-1-1 0 0 0,0 0 0 0 0,1 1 0 0 0,0-1 0 0 0,-1 0 0 0 0,1 0-1 0 0,0 0 1 0 0,0 0 0 0 0,0-1 0 0 0,0 1 0 0 0,0-1 0 0 0,1 1 0 0 0,-1-1 0 0 0,0 0-1 0 0,1 1 1 0 0,-1-1 0 0 0,1 0 0 0 0,-1-1 0 0 0,1 1 0 0 0,0 0 0 0 0,-1-1-1 0 0,1 0 1 0 0,0 1 0 0 0,-1-1 0 0 0,1 0 0 0 0,4-1 0 0 0,2 0-4 0 0,1-1-1 0 0,-1 0 1 0 0,0-1 0 0 0,0 0 0 0 0,0 0-1 0 0,0-1 1 0 0,-1 0 0 0 0,1-1 0 0 0,-1 0-1 0 0,0 0 1 0 0,0-1 0 0 0,-1 0 0 0 0,11-11-1 0 0,7-9-2 0 0,-2 0 0 0 0,26-40-1 0 0,-34 45-2 0 0,38-58-49 0 0,85-166 1 0 0,-125 219 54 0 0,-2 0 0 0 0,-1-1-1 0 0,-1 0 1 0 0,-1 0 0 0 0,-1-1 0 0 0,-2 0 0 0 0,-1-1-1 0 0,1-40 1 0 0,-4 68 2 0 0,-1 1 1 0 0,0-1-1 0 0,0 1 0 0 0,0-1 1 0 0,0 1-1 0 0,0-1 0 0 0,0 1 1 0 0,0-1-1 0 0,0 1 0 0 0,0-1 1 0 0,0 1-1 0 0,-1-1 0 0 0,1 1 1 0 0,0-1-1 0 0,0 0 0 0 0,0 1 1 0 0,-1 0-1 0 0,1-1 0 0 0,0 1 0 0 0,-1-1 1 0 0,1 1-1 0 0,0-1 0 0 0,-1 1 1 0 0,1 0-1 0 0,0-1 0 0 0,-1 1 1 0 0,1 0-1 0 0,-1-1 0 0 0,0 1 0 0 0,0 0-1 0 0,0 0 0 0 0,0 0 0 0 0,1 0 1 0 0,-1 0-1 0 0,0 1 0 0 0,0-1 1 0 0,1 0-1 0 0,-1 0 0 0 0,0 1 0 0 0,0-1 1 0 0,1 1-1 0 0,-1-1 0 0 0,0 0 1 0 0,1 1-1 0 0,-2 0 0 0 0,-21 25-16 0 0,12-5 16 0 0,1 0 1 0 0,1 0-1 0 0,1 1 1 0 0,1 0-1 0 0,1 1 0 0 0,1-1 1 0 0,1 1-1 0 0,1 0 0 0 0,0 0 1 0 0,2 1-1 0 0,1-1 1 0 0,1 0-1 0 0,1 0 0 0 0,1 0 1 0 0,1 0-1 0 0,7 23 0 0 0,-8-35 1 0 0,1 0 0 0 0,0 0 0 0 0,1-1 0 0 0,0 1 0 0 0,1-1 0 0 0,0 0 0 0 0,0-1 0 0 0,1 1 0 0 0,0-1-1 0 0,1-1 1 0 0,0 1 0 0 0,0-1 0 0 0,1-1 0 0 0,0 0 0 0 0,1 0 0 0 0,-1 0 0 0 0,1-1 0 0 0,0-1 0 0 0,1 0-1 0 0,-1 0 1 0 0,1-1 0 0 0,0 0 0 0 0,0-1 0 0 0,0 0 0 0 0,1-1 0 0 0,17 1 0 0 0,-7-1 8 0 0,-1-1-1 0 0,0-1 1 0 0,1-1 0 0 0,-1-1 0 0 0,0-1 0 0 0,0 0 0 0 0,33-11-1 0 0,-51 13-46 0 0,0-1-1 0 0,-1 1 0 0 0,1-1 0 0 0,-1 1 0 0 0,1-1 0 0 0,-1 0 0 0 0,0 0 1 0 0,1 0-1 0 0,-1 0 0 0 0,0 0 0 0 0,0 0 0 0 0,-1-1 0 0 0,1 1 0 0 0,0-1 0 0 0,-1 1 1 0 0,0-1-1 0 0,1 0 0 0 0,1-5 0 0 0,-3 6 2 0 0,1 0 0 0 0,-1 0 1 0 0,1 0-1 0 0,-1-1 0 0 0,0 1 0 0 0,0 0 0 0 0,0-1 0 0 0,0 1 1 0 0,0 0-1 0 0,-1 0 0 0 0,1-1 0 0 0,-1 1 0 0 0,1 0 1 0 0,-1 0-1 0 0,0 0 0 0 0,0 0 0 0 0,0-1 0 0 0,0 1 1 0 0,0 0-1 0 0,0 1 0 0 0,0-1 0 0 0,-1 0 0 0 0,1 0 0 0 0,-3-2 1 0 0,-30-16-5784 0 0,5 3-67 0 0,20 10 4550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3.6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1 100 240 0 0,'19'-44'1735'0'0,"-18"41"-1611"0"0,0 1 0 0 0,0-1 0 0 0,-1 1 0 0 0,1-1 0 0 0,-1 0 0 0 0,1 1 1 0 0,-1-1-1 0 0,0 0 0 0 0,0 0 0 0 0,0 1 0 0 0,-1-1 0 0 0,1 0 0 0 0,-1 1 0 0 0,1-1 0 0 0,-2-3 0 0 0,0 0 390 0 0,-1 3-1046 0 0,-3 8-459 0 0,2 5-1144 0 0,4-5 1615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5.3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85 301 112 0 0,'2'0'206'0'0,"1"-1"1"0"0,0 0-1 0 0,-1 0 0 0 0,1 0 0 0 0,-1-1 1 0 0,0 1-1 0 0,1-1 0 0 0,-1 1 0 0 0,0-1 1 0 0,0 0-1 0 0,0 0 0 0 0,0 0 0 0 0,0 0 1 0 0,0 0-1 0 0,0 0 0 0 0,-1 0 1 0 0,1-1-1 0 0,1-3 0 0 0,-2 5-95 0 0,-1-1 0 0 0,1 1 0 0 0,-1-1 1 0 0,0 0-1 0 0,0 1 0 0 0,1-1 0 0 0,-1 0 0 0 0,0 1 0 0 0,0-1 1 0 0,-1-2-1 0 0,3-13 928 0 0,3 6 821 0 0,1 0 0 0 0,-2 0 0 0 0,5-17 0 0 0,-6 18-1577 0 0,-2 0 1 0 0,1 0 0 0 0,-2 0 0 0 0,1-11-1 0 0,-1 20-233 0 0,-1-1 35 0 0,0 1-65 0 0,-4 4-13 0 0,-5 8-4 0 0,1 0 1 0 0,-1 0-1 0 0,1 1 0 0 0,1 0 1 0 0,0 0-1 0 0,1 1 1 0 0,1 0-1 0 0,-7 16 0 0 0,-31 113 27 0 0,43-141-30 0 0,-8 36-1 0 0,1 0 1 0 0,-3 42-1 0 0,10-62 0 0 0,0 1 0 0 0,1-1 0 0 0,1 0 0 0 0,1 0 0 0 0,0 1 1 0 0,9 31-1 0 0,-8-41 2 0 0,0 0 0 0 0,1 0 0 0 0,-1 0 0 0 0,1-1 1 0 0,1 1-1 0 0,0-1 0 0 0,0 0 0 0 0,0-1 0 0 0,1 1 0 0 0,-1-1 0 0 0,2 0 1 0 0,-1 0-1 0 0,1-1 0 0 0,0 0 0 0 0,0 0 0 0 0,0 0 0 0 0,0-1 1 0 0,1 0-1 0 0,0-1 0 0 0,0 0 0 0 0,0 0 0 0 0,0-1 0 0 0,1 1 0 0 0,-1-2 1 0 0,0 1-1 0 0,1-1 0 0 0,-1-1 0 0 0,1 0 0 0 0,0 0 0 0 0,-1 0 1 0 0,1-1-1 0 0,-1 0 0 0 0,1-1 0 0 0,-1 0 0 0 0,0 0 0 0 0,0-1 0 0 0,0 0 1 0 0,0-1-1 0 0,0 1 0 0 0,-1-1 0 0 0,1-1 0 0 0,-1 1 0 0 0,0-2 1 0 0,12-10-1 0 0,-6 2-28 0 0,-1-1 1 0 0,0 0 0 0 0,0-1 0 0 0,-2 0-1 0 0,14-28 1 0 0,-7 6-29 0 0,19-60-1 0 0,-29 73 54 0 0,0 0 1 0 0,-2-1-1 0 0,0 1 1 0 0,0-46-1 0 0,-5 71 2 0 0,0-1 0 0 0,1 1 0 0 0,-1 0 0 0 0,0 0-1 0 0,0 0 1 0 0,0-1 0 0 0,0 1 0 0 0,0 0 0 0 0,0 0 0 0 0,0 0 0 0 0,0 0 0 0 0,-1-1-1 0 0,1 1 1 0 0,0 0 0 0 0,0 0 0 0 0,0 0 0 0 0,0 0 0 0 0,0-1 0 0 0,0 1 0 0 0,0 0-1 0 0,0 0 1 0 0,0 0 0 0 0,0 0 0 0 0,-1 0 0 0 0,1-1 0 0 0,0 1 0 0 0,0 0 0 0 0,0 0 0 0 0,0 0-1 0 0,0 0 1 0 0,-1 0 0 0 0,1 0 0 0 0,0 0 0 0 0,0 0 0 0 0,0-1 0 0 0,0 1 0 0 0,-1 0-1 0 0,1 0 1 0 0,0 0 0 0 0,0 0 0 0 0,0 0 0 0 0,0 0 0 0 0,-1 0 0 0 0,-9 6 5 0 0,-8 12 11 0 0,9 0-15 0 0,1 1 0 0 0,1-1 0 0 0,0 1 0 0 0,1 1-1 0 0,1-1 1 0 0,1 1 0 0 0,1 0 0 0 0,-1 20 0 0 0,3-23-4 0 0,1 1 0 0 0,0-1 0 0 0,2 0 0 0 0,0 1 0 0 0,0-1 0 0 0,2 0 0 0 0,0-1 1 0 0,1 1-1 0 0,12 26 0 0 0,-11-31 3 0 0,1-1 1 0 0,0 0-1 0 0,1-1 1 0 0,0 0-1 0 0,0 0 0 0 0,1 0 1 0 0,1-1-1 0 0,-1-1 1 0 0,1 1-1 0 0,1-2 1 0 0,0 1-1 0 0,0-1 1 0 0,0-1-1 0 0,1 0 1 0 0,14 5-1 0 0,-13-7 0 0 0,0 1 1 0 0,1-2-1 0 0,-1 0 0 0 0,1 0 1 0 0,0-2-1 0 0,0 1 0 0 0,0-2 1 0 0,0 0-1 0 0,0-1 0 0 0,0 0 0 0 0,0-1 1 0 0,-1 0-1 0 0,1-1 0 0 0,14-6 1 0 0,-19 5 0 0 0,1 0 0 0 0,-1-1 0 0 0,-1 0 1 0 0,1-1-1 0 0,-1 0 0 0 0,0 0 0 0 0,0 0 0 0 0,-1-1 1 0 0,0-1-1 0 0,0 1 0 0 0,-1-1 0 0 0,0 0 0 0 0,0-1 1 0 0,-1 1-1 0 0,0-1 0 0 0,0 0 0 0 0,5-16 0 0 0,3-13 4 0 0,-2 0-1 0 0,-1 0 0 0 0,4-44 0 0 0,-12 72-4 0 0,7-49-9 0 0,2-81 0 0 0,-11 107 4 0 0,-1 0 1 0 0,-1 0-1 0 0,-2 0 1 0 0,-9-34-1 0 0,9 54-42 0 0,0 0-1 0 0,0 0 1 0 0,-2 0-1 0 0,0 0 1 0 0,0 1 0 0 0,-1-1-1 0 0,-1 2 1 0 0,-9-14-1 0 0,15 24-93 0 0,1-1 0 0 0,-1 0 0 0 0,0 1 0 0 0,0-1 0 0 0,0 1 0 0 0,1 0 0 0 0,-1 0 1 0 0,-1-1-1 0 0,1 1 0 0 0,0 0 0 0 0,0 1 0 0 0,0-1 0 0 0,0 0 0 0 0,-1 1 0 0 0,1-1 0 0 0,0 1 0 0 0,0 0 0 0 0,-1-1 0 0 0,1 1 0 0 0,0 0 0 0 0,-1 0 0 0 0,1 1 0 0 0,0-1 0 0 0,-1 1 0 0 0,1-1 0 0 0,0 1 0 0 0,0-1 0 0 0,0 1 0 0 0,-1 0 0 0 0,1 0 0 0 0,0 0 0 0 0,-3 3 0 0 0,-4 1-1303 0 0,0 2 0 0 0,0-1-1 0 0,1 1 1 0 0,-1 1 0 0 0,-9 11-1 0 0,4-4 178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5.7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71 252 0 0,'108'-52'8591'0'0,"-97"48"-7871"0"0,-1 0 0 0 0,1 1-1 0 0,19-3 1 0 0,-28 6-646 0 0,0 0-1 0 0,1-1 1 0 0,-1 1 0 0 0,0 0 0 0 0,0 0 0 0 0,1 0 0 0 0,-1 0 0 0 0,0 0-1 0 0,1 1 1 0 0,-1-1 0 0 0,0 1 0 0 0,0-1 0 0 0,0 1 0 0 0,1 0 0 0 0,-1 0-1 0 0,0 0 1 0 0,0 0 0 0 0,0 0 0 0 0,0 1 0 0 0,-1-1 0 0 0,1 1 0 0 0,0-1-1 0 0,0 1 1 0 0,-1-1 0 0 0,3 4 0 0 0,-3 1-12 0 0,0 1 0 0 0,0 0 1 0 0,0-1-1 0 0,0 1 0 0 0,-1 0 1 0 0,-1 0-1 0 0,1-1 0 0 0,-1 1 0 0 0,-2 12 1 0 0,-48 167 159 0 0,8-38-92 0 0,31-97-926 0 0,3 0 0 0 0,1 0 0 0 0,0 63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6.5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250 106 560 0 0,'0'-10'988'0'0,"-1"1"-1"0"0,0 0 1 0 0,0-1-1 0 0,-4-9 1 0 0,5 17-769 0 0,0 0 0 0 0,-1 0 0 0 0,0-1 0 0 0,1 1 0 0 0,-1 0 0 0 0,0 0 1 0 0,0 0-1 0 0,0 0 0 0 0,-1 0 0 0 0,1 0 0 0 0,0 1 0 0 0,-1-1 0 0 0,1 0 0 0 0,-1 1 1 0 0,0-1-1 0 0,1 0 0 0 0,-1 1 0 0 0,0 0 0 0 0,0 0 0 0 0,0-1 0 0 0,0 1 1 0 0,-2-1-1 0 0,2 2-133 0 0,0 1 1 0 0,1-1 0 0 0,-1 0 0 0 0,0 0-1 0 0,1 1 1 0 0,-1-1 0 0 0,0 1 0 0 0,1 0-1 0 0,-1-1 1 0 0,1 1 0 0 0,-1 0 0 0 0,1 0 0 0 0,-1 0-1 0 0,1 0 1 0 0,-1 0 0 0 0,-1 2 0 0 0,-20 20 671 0 0,0 7-357 0 0,0 1-1 0 0,-31 59 0 0 0,44-69-388 0 0,0 1-1 0 0,1 0 1 0 0,2 1-1 0 0,0-1 1 0 0,-6 41-1 0 0,12-58-8 0 0,1 0-1 0 0,-1 0 1 0 0,1 0-1 0 0,0 0 1 0 0,1 0-1 0 0,-1 0 1 0 0,1 0-1 0 0,0 0 1 0 0,0 0-1 0 0,0 0 1 0 0,1-1 0 0 0,0 1-1 0 0,0 0 1 0 0,0-1-1 0 0,0 1 1 0 0,1-1-1 0 0,-1 0 1 0 0,1 0-1 0 0,1 0 1 0 0,5 6-1 0 0,-4-6-2 0 0,0 0 0 0 0,1 0 1 0 0,-1 0-1 0 0,1-1 0 0 0,0 0 0 0 0,0 0 0 0 0,0-1 0 0 0,1 1 0 0 0,-1-1 0 0 0,0-1 0 0 0,1 1 1 0 0,-1-1-1 0 0,1 0 0 0 0,0-1 0 0 0,7 0 0 0 0,4 0 21 0 0,1-1 0 0 0,0 0 0 0 0,-1-2 0 0 0,32-8 0 0 0,-41 8-13 0 0,1 0-1 0 0,-1-1 0 0 0,0 0 0 0 0,0-1 0 0 0,0 0 1 0 0,0 0-1 0 0,-1-1 0 0 0,0 0 0 0 0,0 0 0 0 0,9-10 1 0 0,-11 8-8 0 0,1 1 1 0 0,-1-1-1 0 0,-1 0 1 0 0,1 0-1 0 0,-2-1 1 0 0,1 1 0 0 0,-1-1-1 0 0,0 0 1 0 0,-1 0-1 0 0,0-1 1 0 0,0 1-1 0 0,-1-1 1 0 0,0 1 0 0 0,-1-1-1 0 0,0 0 1 0 0,-1 0-1 0 0,0 1 1 0 0,0-1-1 0 0,-1 0 1 0 0,0 0 0 0 0,-1 1-1 0 0,0-1 1 0 0,0 1-1 0 0,-1-1 1 0 0,-1 1-1 0 0,-4-9 1 0 0,-3-4-132 0 0,-1 2 0 0 0,-1-1 0 0 0,-1 2 0 0 0,0 0 0 0 0,-32-31 0 0 0,41 44-405 0 0,-12-11-461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6.8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86 60 700 0 0,'51'-59'10786'0'0,"-51"61"-10600"0"0,1 0 0 0 0,-1 0 0 0 0,1 0 0 0 0,-1 0 0 0 0,1 0 0 0 0,-1 0 0 0 0,0 1 0 0 0,0-1-1 0 0,0 0 1 0 0,-1 3 0 0 0,-39 262 526 0 0,27-198-913 0 0,-37 117 0 0 0,39-151-227 0 0,1-9-605 0 0,-5 11-1937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7.4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230 828 216 0 0,'11'-9'871'0'0,"0"0"0"0"0,0-2 0 0 0,-1 1 0 0 0,-1-1-1 0 0,12-19 1 0 0,-12 18-24 0 0,-1-1 0 0 0,-1-1-1 0 0,0 1 1 0 0,-1-1 0 0 0,0 0-1 0 0,-1-1 1 0 0,-1 0 0 0 0,5-28-1 0 0,-9 39-810 0 0,1 0 0 0 0,-1 0 1 0 0,0 0-1 0 0,0 0 0 0 0,-1 0 0 0 0,1 0 0 0 0,-1 0 0 0 0,0 1 0 0 0,0-1 0 0 0,0 0 0 0 0,0 0 1 0 0,-1 1-1 0 0,0-1 0 0 0,1 1 0 0 0,-1-1 0 0 0,0 1 0 0 0,-1 0 0 0 0,-2-3 0 0 0,2 2-26 0 0,-1 1-1 0 0,0 0 1 0 0,0 0 0 0 0,0 0-1 0 0,-1 1 1 0 0,1-1-1 0 0,-1 1 1 0 0,1 0-1 0 0,-1 0 1 0 0,0 1-1 0 0,0-1 1 0 0,-7 0-1 0 0,1 0-3 0 0,0 1 1 0 0,0 1-1 0 0,1 0 0 0 0,-1 0 0 0 0,0 1 0 0 0,1 1 0 0 0,-1-1 0 0 0,0 2 0 0 0,1-1 0 0 0,0 2 0 0 0,0-1 1 0 0,-17 9-1 0 0,17-5 8 0 0,1 0 0 0 0,-1 0 0 0 0,1 1 0 0 0,0 1 0 0 0,1-1 1 0 0,0 1-1 0 0,0 0 0 0 0,1 1 0 0 0,1 0 0 0 0,-1 0 0 0 0,1 1 1 0 0,1 0-1 0 0,-5 12 0 0 0,8-16-12 0 0,-1 1 0 0 0,1 0 0 0 0,1-1-1 0 0,-1 1 1 0 0,1 0 0 0 0,1 0 0 0 0,-1 0 0 0 0,1 0 0 0 0,2 10 0 0 0,-1-12-1 0 0,0-1 0 0 0,0 0 0 0 0,1 1 1 0 0,0-1-1 0 0,0 0 0 0 0,0 0 0 0 0,1 0 0 0 0,0 0 0 0 0,0 0 0 0 0,0 0 1 0 0,0-1-1 0 0,1 1 0 0 0,0-1 0 0 0,4 4 0 0 0,-4-4 1 0 0,1-1-1 0 0,-1 1 1 0 0,1-1 0 0 0,-1 0-1 0 0,1 0 1 0 0,0 0-1 0 0,0-1 1 0 0,0 0 0 0 0,1 0-1 0 0,-1 0 1 0 0,0 0-1 0 0,1-1 1 0 0,-1 0 0 0 0,1 0-1 0 0,-1-1 1 0 0,1 1-1 0 0,0-1 1 0 0,-1-1 0 0 0,1 1-1 0 0,0-1 1 0 0,-1 0-1 0 0,1 0 1 0 0,-1 0 0 0 0,0-1-1 0 0,7-2 1 0 0,-3-1-2 0 0,0 1 0 0 0,0-1-1 0 0,-1-1 1 0 0,1 0 0 0 0,-1 0 0 0 0,0-1 0 0 0,-1 0 0 0 0,0 0 0 0 0,0-1 0 0 0,0 0 0 0 0,-1 0 0 0 0,0 0-1 0 0,4-10 1 0 0,23-45 13 0 0,-4-1 0 0 0,34-102-1 0 0,-30 67 21 0 0,54-190 66 0 0,-82 271-47 0 0,-2 11-32 0 0,-1-1 1 0 0,-1 1-1 0 0,3-14 1 0 0,-4 21-25 0 0,0 18-11 0 0,-2 6 72 0 0,0 0-1 0 0,-10 38 1 0 0,2-12 19 0 0,-35 272 158 0 0,40-265-324 0 0,4 0-1 0 0,1 0 0 0 0,14 96 0 0 0,-11-139-164 0 0,0 0 0 0 0,0 0 0 0 0,10 21 0 0 0,-11-30-243 0 0,0 0 0 0 0,0-1 0 0 0,1 0 1 0 0,-1 1-1 0 0,1-1 0 0 0,0 0 0 0 0,0 0 0 0 0,1 0 0 0 0,-1-1 1 0 0,1 1-1 0 0,0-1 0 0 0,0 0 0 0 0,7 4 0 0 0,-10-6 181 0 0,1 0-1 0 0,0-1 1 0 0,0 1-1 0 0,-1-1 1 0 0,1 0 0 0 0,0 0-1 0 0,0 0 1 0 0,0 1-1 0 0,-1-1 1 0 0,1-1-1 0 0,0 1 1 0 0,0 0-1 0 0,0 0 1 0 0,-1-1 0 0 0,4 0-1 0 0,6-4-956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22T09:43:49.2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892 176 360 0 0,'-9'-9'819'0'0,"0"0"0"0"0,0-1 0 0 0,-12-18 0 0 0,17 23-521 0 0,0 1 0 0 0,0-1 1 0 0,-1 1-1 0 0,1 0 0 0 0,-1 1 1 0 0,0-1-1 0 0,0 1 0 0 0,-1 0 0 0 0,1 0 1 0 0,0 1-1 0 0,-1-1 0 0 0,-8-1 1 0 0,-26-14 1729 0 0,26 11-1405 0 0,12 6-482 0 0,9 1-125 0 0,-1 0-33 0 0,312 10 40 0 0,-241-9-20 0 0,-15 1 2 0 0,-1-3 1 0 0,1-3-1 0 0,61-11 0 0 0,-91 8 20 0 0,98-23 174 0 0,-129 30-182 0 0,-1-1 1 0 0,1 1 0 0 0,-1 0 0 0 0,0 0 0 0 0,1-1 0 0 0,-1 1 0 0 0,1 0-1 0 0,-1 0 1 0 0,1 0 0 0 0,-1 0 0 0 0,1-1 0 0 0,-1 1 0 0 0,1 0 0 0 0,-1 0-1 0 0,1 0 1 0 0,-1 0 0 0 0,1 0 0 0 0,-1 0 0 0 0,1 0 0 0 0,-1 1 0 0 0,1-1-1 0 0,-1 0 1 0 0,1 0 0 0 0,-1 0 0 0 0,1 0 0 0 0,-1 1 0 0 0,1-1 0 0 0,-1 0-1 0 0,1 0 1 0 0,0 1 0 0 0,-7 14 15 0 0,2-7-43 0 0,-3 8 43 0 0,2 0 1 0 0,-1 1-1 0 0,2-1 1 0 0,0 1-1 0 0,1 0 1 0 0,-1 32-1 0 0,7 107 648 0 0,-1-117-480 0 0,-1-28-144 0 0,8 229 904 0 0,-10-80-614 0 0,-34 181-18 0 0,15-178-174 0 0,-11 223 204 0 0,22-250-218 0 0,-67 403 61 0 0,49-383-170 0 0,-22 76 72 0 0,-14 91 8 0 0,41-138-42 0 0,-7 67 42 0 0,18-159-95 0 0,-17 81 30 0 0,-9 104 45 0 0,26-133-98 0 0,-1 70-8 0 0,15-153 41 0 0,4 1 0 0 0,21 92 0 0 0,-24-132-25 0 0,2 0 16 0 0,-4-13 47 0 0,1 0 1 0 0,-2 0 0 0 0,2 14 101 0 0,-6-25-121 0 0,1-1 0 0 0,0 1 0 0 0,-1-1 0 0 0,1 0-1 0 0,0 0 1 0 0,0 0 0 0 0,0 0 0 0 0,-2-4 0 0 0,-6-4-28 0 0,-4-1-20 0 0,-1 2 0 0 0,0 0-1 0 0,-1 0 1 0 0,0 2-1 0 0,-22-9 1 0 0,-88-20-220 0 0,91 27 126 0 0,-133-26-2414 0 0,-198-17-1 0 0,199 31-2602 0 0,45 9 1035 0 0,75 9 2541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42" Type="http://schemas.openxmlformats.org/officeDocument/2006/relationships/customXml" Target="../ink/ink24.xml"/><Relationship Id="rId63" Type="http://schemas.openxmlformats.org/officeDocument/2006/relationships/image" Target="../media/image35.png"/><Relationship Id="rId84" Type="http://schemas.openxmlformats.org/officeDocument/2006/relationships/customXml" Target="../ink/ink45.xml"/><Relationship Id="rId138" Type="http://schemas.openxmlformats.org/officeDocument/2006/relationships/customXml" Target="../ink/ink72.xml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32" Type="http://schemas.openxmlformats.org/officeDocument/2006/relationships/customXml" Target="../ink/ink19.xml"/><Relationship Id="rId53" Type="http://schemas.openxmlformats.org/officeDocument/2006/relationships/image" Target="../media/image30.png"/><Relationship Id="rId74" Type="http://schemas.openxmlformats.org/officeDocument/2006/relationships/customXml" Target="../ink/ink40.xml"/><Relationship Id="rId128" Type="http://schemas.openxmlformats.org/officeDocument/2006/relationships/customXml" Target="../ink/ink67.xml"/><Relationship Id="rId149" Type="http://schemas.openxmlformats.org/officeDocument/2006/relationships/image" Target="../media/image78.png"/><Relationship Id="rId5" Type="http://schemas.openxmlformats.org/officeDocument/2006/relationships/image" Target="../media/image6.png"/><Relationship Id="rId95" Type="http://schemas.openxmlformats.org/officeDocument/2006/relationships/image" Target="../media/image51.png"/><Relationship Id="rId22" Type="http://schemas.openxmlformats.org/officeDocument/2006/relationships/customXml" Target="../ink/ink14.xml"/><Relationship Id="rId27" Type="http://schemas.openxmlformats.org/officeDocument/2006/relationships/image" Target="../media/image17.png"/><Relationship Id="rId43" Type="http://schemas.openxmlformats.org/officeDocument/2006/relationships/image" Target="../media/image25.png"/><Relationship Id="rId48" Type="http://schemas.openxmlformats.org/officeDocument/2006/relationships/customXml" Target="../ink/ink27.xml"/><Relationship Id="rId64" Type="http://schemas.openxmlformats.org/officeDocument/2006/relationships/customXml" Target="../ink/ink35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18" Type="http://schemas.openxmlformats.org/officeDocument/2006/relationships/customXml" Target="../ink/ink62.xml"/><Relationship Id="rId134" Type="http://schemas.openxmlformats.org/officeDocument/2006/relationships/customXml" Target="../ink/ink70.xml"/><Relationship Id="rId139" Type="http://schemas.openxmlformats.org/officeDocument/2006/relationships/image" Target="../media/image73.png"/><Relationship Id="rId80" Type="http://schemas.openxmlformats.org/officeDocument/2006/relationships/customXml" Target="../ink/ink43.xml"/><Relationship Id="rId85" Type="http://schemas.openxmlformats.org/officeDocument/2006/relationships/image" Target="../media/image46.png"/><Relationship Id="rId150" Type="http://schemas.openxmlformats.org/officeDocument/2006/relationships/customXml" Target="../ink/ink78.xml"/><Relationship Id="rId12" Type="http://schemas.openxmlformats.org/officeDocument/2006/relationships/customXml" Target="../ink/ink9.xml"/><Relationship Id="rId17" Type="http://schemas.openxmlformats.org/officeDocument/2006/relationships/image" Target="../media/image12.png"/><Relationship Id="rId33" Type="http://schemas.openxmlformats.org/officeDocument/2006/relationships/image" Target="../media/image20.png"/><Relationship Id="rId38" Type="http://schemas.openxmlformats.org/officeDocument/2006/relationships/customXml" Target="../ink/ink22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08" Type="http://schemas.openxmlformats.org/officeDocument/2006/relationships/customXml" Target="../ink/ink57.xml"/><Relationship Id="rId124" Type="http://schemas.openxmlformats.org/officeDocument/2006/relationships/customXml" Target="../ink/ink65.xml"/><Relationship Id="rId129" Type="http://schemas.openxmlformats.org/officeDocument/2006/relationships/image" Target="../media/image68.png"/><Relationship Id="rId54" Type="http://schemas.openxmlformats.org/officeDocument/2006/relationships/customXml" Target="../ink/ink30.xml"/><Relationship Id="rId70" Type="http://schemas.openxmlformats.org/officeDocument/2006/relationships/customXml" Target="../ink/ink38.xml"/><Relationship Id="rId75" Type="http://schemas.openxmlformats.org/officeDocument/2006/relationships/image" Target="../media/image41.png"/><Relationship Id="rId91" Type="http://schemas.openxmlformats.org/officeDocument/2006/relationships/image" Target="../media/image49.png"/><Relationship Id="rId96" Type="http://schemas.openxmlformats.org/officeDocument/2006/relationships/customXml" Target="../ink/ink51.xml"/><Relationship Id="rId140" Type="http://schemas.openxmlformats.org/officeDocument/2006/relationships/customXml" Target="../ink/ink73.xml"/><Relationship Id="rId145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23" Type="http://schemas.openxmlformats.org/officeDocument/2006/relationships/image" Target="../media/image15.png"/><Relationship Id="rId28" Type="http://schemas.openxmlformats.org/officeDocument/2006/relationships/customXml" Target="../ink/ink17.xml"/><Relationship Id="rId49" Type="http://schemas.openxmlformats.org/officeDocument/2006/relationships/image" Target="../media/image28.png"/><Relationship Id="rId114" Type="http://schemas.openxmlformats.org/officeDocument/2006/relationships/customXml" Target="../ink/ink60.xml"/><Relationship Id="rId119" Type="http://schemas.openxmlformats.org/officeDocument/2006/relationships/image" Target="../media/image63.png"/><Relationship Id="rId44" Type="http://schemas.openxmlformats.org/officeDocument/2006/relationships/customXml" Target="../ink/ink25.xml"/><Relationship Id="rId60" Type="http://schemas.openxmlformats.org/officeDocument/2006/relationships/customXml" Target="../ink/ink33.xml"/><Relationship Id="rId65" Type="http://schemas.openxmlformats.org/officeDocument/2006/relationships/image" Target="../media/image36.png"/><Relationship Id="rId81" Type="http://schemas.openxmlformats.org/officeDocument/2006/relationships/image" Target="../media/image44.png"/><Relationship Id="rId86" Type="http://schemas.openxmlformats.org/officeDocument/2006/relationships/customXml" Target="../ink/ink46.xml"/><Relationship Id="rId130" Type="http://schemas.openxmlformats.org/officeDocument/2006/relationships/customXml" Target="../ink/ink68.xml"/><Relationship Id="rId135" Type="http://schemas.openxmlformats.org/officeDocument/2006/relationships/image" Target="../media/image71.png"/><Relationship Id="rId151" Type="http://schemas.openxmlformats.org/officeDocument/2006/relationships/image" Target="../media/image79.png"/><Relationship Id="rId13" Type="http://schemas.openxmlformats.org/officeDocument/2006/relationships/image" Target="../media/image10.png"/><Relationship Id="rId18" Type="http://schemas.openxmlformats.org/officeDocument/2006/relationships/customXml" Target="../ink/ink12.xml"/><Relationship Id="rId39" Type="http://schemas.openxmlformats.org/officeDocument/2006/relationships/image" Target="../media/image23.png"/><Relationship Id="rId109" Type="http://schemas.openxmlformats.org/officeDocument/2006/relationships/image" Target="../media/image58.png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31.png"/><Relationship Id="rId76" Type="http://schemas.openxmlformats.org/officeDocument/2006/relationships/customXml" Target="../ink/ink41.xml"/><Relationship Id="rId97" Type="http://schemas.openxmlformats.org/officeDocument/2006/relationships/image" Target="../media/image52.png"/><Relationship Id="rId104" Type="http://schemas.openxmlformats.org/officeDocument/2006/relationships/customXml" Target="../ink/ink55.xml"/><Relationship Id="rId120" Type="http://schemas.openxmlformats.org/officeDocument/2006/relationships/customXml" Target="../ink/ink63.xml"/><Relationship Id="rId125" Type="http://schemas.openxmlformats.org/officeDocument/2006/relationships/image" Target="../media/image66.png"/><Relationship Id="rId141" Type="http://schemas.openxmlformats.org/officeDocument/2006/relationships/image" Target="../media/image74.png"/><Relationship Id="rId146" Type="http://schemas.openxmlformats.org/officeDocument/2006/relationships/customXml" Target="../ink/ink76.xml"/><Relationship Id="rId7" Type="http://schemas.openxmlformats.org/officeDocument/2006/relationships/image" Target="../media/image7.png"/><Relationship Id="rId71" Type="http://schemas.openxmlformats.org/officeDocument/2006/relationships/image" Target="../media/image39.png"/><Relationship Id="rId92" Type="http://schemas.openxmlformats.org/officeDocument/2006/relationships/customXml" Target="../ink/ink49.xml"/><Relationship Id="rId2" Type="http://schemas.openxmlformats.org/officeDocument/2006/relationships/customXml" Target="../ink/ink4.xml"/><Relationship Id="rId29" Type="http://schemas.openxmlformats.org/officeDocument/2006/relationships/image" Target="../media/image18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26.png"/><Relationship Id="rId66" Type="http://schemas.openxmlformats.org/officeDocument/2006/relationships/customXml" Target="../ink/ink36.xml"/><Relationship Id="rId87" Type="http://schemas.openxmlformats.org/officeDocument/2006/relationships/image" Target="../media/image47.png"/><Relationship Id="rId110" Type="http://schemas.openxmlformats.org/officeDocument/2006/relationships/customXml" Target="../ink/ink58.xml"/><Relationship Id="rId115" Type="http://schemas.openxmlformats.org/officeDocument/2006/relationships/image" Target="../media/image61.png"/><Relationship Id="rId131" Type="http://schemas.openxmlformats.org/officeDocument/2006/relationships/image" Target="../media/image69.png"/><Relationship Id="rId136" Type="http://schemas.openxmlformats.org/officeDocument/2006/relationships/customXml" Target="../ink/ink71.xml"/><Relationship Id="rId61" Type="http://schemas.openxmlformats.org/officeDocument/2006/relationships/image" Target="../media/image34.png"/><Relationship Id="rId82" Type="http://schemas.openxmlformats.org/officeDocument/2006/relationships/customXml" Target="../ink/ink44.xml"/><Relationship Id="rId19" Type="http://schemas.openxmlformats.org/officeDocument/2006/relationships/image" Target="../media/image13.png"/><Relationship Id="rId14" Type="http://schemas.openxmlformats.org/officeDocument/2006/relationships/customXml" Target="../ink/ink10.xml"/><Relationship Id="rId30" Type="http://schemas.openxmlformats.org/officeDocument/2006/relationships/customXml" Target="../ink/ink18.xml"/><Relationship Id="rId35" Type="http://schemas.openxmlformats.org/officeDocument/2006/relationships/image" Target="../media/image21.png"/><Relationship Id="rId56" Type="http://schemas.openxmlformats.org/officeDocument/2006/relationships/customXml" Target="../ink/ink31.xml"/><Relationship Id="rId77" Type="http://schemas.openxmlformats.org/officeDocument/2006/relationships/image" Target="../media/image42.png"/><Relationship Id="rId100" Type="http://schemas.openxmlformats.org/officeDocument/2006/relationships/customXml" Target="../ink/ink53.xml"/><Relationship Id="rId105" Type="http://schemas.openxmlformats.org/officeDocument/2006/relationships/image" Target="../media/image56.png"/><Relationship Id="rId126" Type="http://schemas.openxmlformats.org/officeDocument/2006/relationships/customXml" Target="../ink/ink66.xml"/><Relationship Id="rId147" Type="http://schemas.openxmlformats.org/officeDocument/2006/relationships/image" Target="../media/image77.png"/><Relationship Id="rId8" Type="http://schemas.openxmlformats.org/officeDocument/2006/relationships/customXml" Target="../ink/ink7.xml"/><Relationship Id="rId51" Type="http://schemas.openxmlformats.org/officeDocument/2006/relationships/image" Target="../media/image29.png"/><Relationship Id="rId72" Type="http://schemas.openxmlformats.org/officeDocument/2006/relationships/customXml" Target="../ink/ink39.xml"/><Relationship Id="rId93" Type="http://schemas.openxmlformats.org/officeDocument/2006/relationships/image" Target="../media/image50.png"/><Relationship Id="rId98" Type="http://schemas.openxmlformats.org/officeDocument/2006/relationships/customXml" Target="../ink/ink52.xml"/><Relationship Id="rId121" Type="http://schemas.openxmlformats.org/officeDocument/2006/relationships/image" Target="../media/image64.png"/><Relationship Id="rId142" Type="http://schemas.openxmlformats.org/officeDocument/2006/relationships/customXml" Target="../ink/ink74.xml"/><Relationship Id="rId3" Type="http://schemas.openxmlformats.org/officeDocument/2006/relationships/image" Target="../media/image5.png"/><Relationship Id="rId25" Type="http://schemas.openxmlformats.org/officeDocument/2006/relationships/image" Target="../media/image16.png"/><Relationship Id="rId46" Type="http://schemas.openxmlformats.org/officeDocument/2006/relationships/customXml" Target="../ink/ink26.xml"/><Relationship Id="rId67" Type="http://schemas.openxmlformats.org/officeDocument/2006/relationships/image" Target="../media/image37.png"/><Relationship Id="rId116" Type="http://schemas.openxmlformats.org/officeDocument/2006/relationships/customXml" Target="../ink/ink61.xml"/><Relationship Id="rId137" Type="http://schemas.openxmlformats.org/officeDocument/2006/relationships/image" Target="../media/image72.png"/><Relationship Id="rId20" Type="http://schemas.openxmlformats.org/officeDocument/2006/relationships/customXml" Target="../ink/ink13.xml"/><Relationship Id="rId41" Type="http://schemas.openxmlformats.org/officeDocument/2006/relationships/image" Target="../media/image24.png"/><Relationship Id="rId62" Type="http://schemas.openxmlformats.org/officeDocument/2006/relationships/customXml" Target="../ink/ink34.xml"/><Relationship Id="rId83" Type="http://schemas.openxmlformats.org/officeDocument/2006/relationships/image" Target="../media/image45.png"/><Relationship Id="rId88" Type="http://schemas.openxmlformats.org/officeDocument/2006/relationships/customXml" Target="../ink/ink47.xml"/><Relationship Id="rId111" Type="http://schemas.openxmlformats.org/officeDocument/2006/relationships/image" Target="../media/image59.png"/><Relationship Id="rId132" Type="http://schemas.openxmlformats.org/officeDocument/2006/relationships/customXml" Target="../ink/ink69.xml"/><Relationship Id="rId15" Type="http://schemas.openxmlformats.org/officeDocument/2006/relationships/image" Target="../media/image11.png"/><Relationship Id="rId36" Type="http://schemas.openxmlformats.org/officeDocument/2006/relationships/customXml" Target="../ink/ink21.xml"/><Relationship Id="rId57" Type="http://schemas.openxmlformats.org/officeDocument/2006/relationships/image" Target="../media/image32.png"/><Relationship Id="rId106" Type="http://schemas.openxmlformats.org/officeDocument/2006/relationships/customXml" Target="../ink/ink56.xml"/><Relationship Id="rId127" Type="http://schemas.openxmlformats.org/officeDocument/2006/relationships/image" Target="../media/image67.png"/><Relationship Id="rId10" Type="http://schemas.openxmlformats.org/officeDocument/2006/relationships/customXml" Target="../ink/ink8.xml"/><Relationship Id="rId31" Type="http://schemas.openxmlformats.org/officeDocument/2006/relationships/image" Target="../media/image19.png"/><Relationship Id="rId52" Type="http://schemas.openxmlformats.org/officeDocument/2006/relationships/customXml" Target="../ink/ink29.xml"/><Relationship Id="rId73" Type="http://schemas.openxmlformats.org/officeDocument/2006/relationships/image" Target="../media/image40.png"/><Relationship Id="rId78" Type="http://schemas.openxmlformats.org/officeDocument/2006/relationships/customXml" Target="../ink/ink42.xml"/><Relationship Id="rId94" Type="http://schemas.openxmlformats.org/officeDocument/2006/relationships/customXml" Target="../ink/ink50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4.xml"/><Relationship Id="rId143" Type="http://schemas.openxmlformats.org/officeDocument/2006/relationships/image" Target="../media/image75.png"/><Relationship Id="rId148" Type="http://schemas.openxmlformats.org/officeDocument/2006/relationships/customXml" Target="../ink/ink77.xml"/><Relationship Id="rId4" Type="http://schemas.openxmlformats.org/officeDocument/2006/relationships/customXml" Target="../ink/ink5.xml"/><Relationship Id="rId9" Type="http://schemas.openxmlformats.org/officeDocument/2006/relationships/image" Target="../media/image8.png"/><Relationship Id="rId26" Type="http://schemas.openxmlformats.org/officeDocument/2006/relationships/customXml" Target="../ink/ink16.xml"/><Relationship Id="rId47" Type="http://schemas.openxmlformats.org/officeDocument/2006/relationships/image" Target="../media/image27.png"/><Relationship Id="rId68" Type="http://schemas.openxmlformats.org/officeDocument/2006/relationships/customXml" Target="../ink/ink37.xml"/><Relationship Id="rId89" Type="http://schemas.openxmlformats.org/officeDocument/2006/relationships/image" Target="../media/image48.png"/><Relationship Id="rId112" Type="http://schemas.openxmlformats.org/officeDocument/2006/relationships/customXml" Target="../ink/ink59.xml"/><Relationship Id="rId133" Type="http://schemas.openxmlformats.org/officeDocument/2006/relationships/image" Target="../media/image70.png"/><Relationship Id="rId16" Type="http://schemas.openxmlformats.org/officeDocument/2006/relationships/customXml" Target="../ink/ink11.xml"/><Relationship Id="rId37" Type="http://schemas.openxmlformats.org/officeDocument/2006/relationships/image" Target="../media/image22.png"/><Relationship Id="rId58" Type="http://schemas.openxmlformats.org/officeDocument/2006/relationships/customXml" Target="../ink/ink32.xml"/><Relationship Id="rId79" Type="http://schemas.openxmlformats.org/officeDocument/2006/relationships/image" Target="../media/image43.png"/><Relationship Id="rId102" Type="http://schemas.openxmlformats.org/officeDocument/2006/relationships/customXml" Target="../ink/ink54.xml"/><Relationship Id="rId123" Type="http://schemas.openxmlformats.org/officeDocument/2006/relationships/image" Target="../media/image65.png"/><Relationship Id="rId144" Type="http://schemas.openxmlformats.org/officeDocument/2006/relationships/customXml" Target="../ink/ink75.xml"/><Relationship Id="rId90" Type="http://schemas.openxmlformats.org/officeDocument/2006/relationships/customXml" Target="../ink/ink48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.png"/><Relationship Id="rId21" Type="http://schemas.openxmlformats.org/officeDocument/2006/relationships/image" Target="../media/image89.png"/><Relationship Id="rId42" Type="http://schemas.openxmlformats.org/officeDocument/2006/relationships/customXml" Target="../ink/ink99.xml"/><Relationship Id="rId63" Type="http://schemas.openxmlformats.org/officeDocument/2006/relationships/image" Target="../media/image110.png"/><Relationship Id="rId84" Type="http://schemas.openxmlformats.org/officeDocument/2006/relationships/customXml" Target="../ink/ink120.xml"/><Relationship Id="rId138" Type="http://schemas.openxmlformats.org/officeDocument/2006/relationships/customXml" Target="../ink/ink147.xml"/><Relationship Id="rId107" Type="http://schemas.openxmlformats.org/officeDocument/2006/relationships/image" Target="../media/image132.png"/><Relationship Id="rId11" Type="http://schemas.openxmlformats.org/officeDocument/2006/relationships/image" Target="../media/image84.png"/><Relationship Id="rId32" Type="http://schemas.openxmlformats.org/officeDocument/2006/relationships/customXml" Target="../ink/ink94.xml"/><Relationship Id="rId53" Type="http://schemas.openxmlformats.org/officeDocument/2006/relationships/image" Target="../media/image105.png"/><Relationship Id="rId74" Type="http://schemas.openxmlformats.org/officeDocument/2006/relationships/customXml" Target="../ink/ink115.xml"/><Relationship Id="rId128" Type="http://schemas.openxmlformats.org/officeDocument/2006/relationships/customXml" Target="../ink/ink142.xml"/><Relationship Id="rId149" Type="http://schemas.openxmlformats.org/officeDocument/2006/relationships/image" Target="../media/image153.png"/><Relationship Id="rId5" Type="http://schemas.openxmlformats.org/officeDocument/2006/relationships/image" Target="../media/image81.png"/><Relationship Id="rId95" Type="http://schemas.openxmlformats.org/officeDocument/2006/relationships/image" Target="../media/image126.png"/><Relationship Id="rId22" Type="http://schemas.openxmlformats.org/officeDocument/2006/relationships/customXml" Target="../ink/ink89.xml"/><Relationship Id="rId27" Type="http://schemas.openxmlformats.org/officeDocument/2006/relationships/image" Target="../media/image92.png"/><Relationship Id="rId43" Type="http://schemas.openxmlformats.org/officeDocument/2006/relationships/image" Target="../media/image100.png"/><Relationship Id="rId48" Type="http://schemas.openxmlformats.org/officeDocument/2006/relationships/customXml" Target="../ink/ink102.xml"/><Relationship Id="rId64" Type="http://schemas.openxmlformats.org/officeDocument/2006/relationships/customXml" Target="../ink/ink110.xml"/><Relationship Id="rId69" Type="http://schemas.openxmlformats.org/officeDocument/2006/relationships/image" Target="../media/image113.png"/><Relationship Id="rId113" Type="http://schemas.openxmlformats.org/officeDocument/2006/relationships/image" Target="../media/image135.png"/><Relationship Id="rId118" Type="http://schemas.openxmlformats.org/officeDocument/2006/relationships/customXml" Target="../ink/ink137.xml"/><Relationship Id="rId134" Type="http://schemas.openxmlformats.org/officeDocument/2006/relationships/customXml" Target="../ink/ink145.xml"/><Relationship Id="rId139" Type="http://schemas.openxmlformats.org/officeDocument/2006/relationships/image" Target="../media/image148.png"/><Relationship Id="rId80" Type="http://schemas.openxmlformats.org/officeDocument/2006/relationships/customXml" Target="../ink/ink118.xml"/><Relationship Id="rId85" Type="http://schemas.openxmlformats.org/officeDocument/2006/relationships/image" Target="../media/image121.png"/><Relationship Id="rId150" Type="http://schemas.openxmlformats.org/officeDocument/2006/relationships/customXml" Target="../ink/ink153.xml"/><Relationship Id="rId12" Type="http://schemas.openxmlformats.org/officeDocument/2006/relationships/customXml" Target="../ink/ink84.xml"/><Relationship Id="rId17" Type="http://schemas.openxmlformats.org/officeDocument/2006/relationships/image" Target="../media/image87.png"/><Relationship Id="rId33" Type="http://schemas.openxmlformats.org/officeDocument/2006/relationships/image" Target="../media/image95.png"/><Relationship Id="rId38" Type="http://schemas.openxmlformats.org/officeDocument/2006/relationships/customXml" Target="../ink/ink97.xml"/><Relationship Id="rId59" Type="http://schemas.openxmlformats.org/officeDocument/2006/relationships/image" Target="../media/image108.png"/><Relationship Id="rId103" Type="http://schemas.openxmlformats.org/officeDocument/2006/relationships/image" Target="../media/image130.png"/><Relationship Id="rId108" Type="http://schemas.openxmlformats.org/officeDocument/2006/relationships/customXml" Target="../ink/ink132.xml"/><Relationship Id="rId124" Type="http://schemas.openxmlformats.org/officeDocument/2006/relationships/customXml" Target="../ink/ink140.xml"/><Relationship Id="rId129" Type="http://schemas.openxmlformats.org/officeDocument/2006/relationships/image" Target="../media/image143.png"/><Relationship Id="rId54" Type="http://schemas.openxmlformats.org/officeDocument/2006/relationships/customXml" Target="../ink/ink105.xml"/><Relationship Id="rId70" Type="http://schemas.openxmlformats.org/officeDocument/2006/relationships/customXml" Target="../ink/ink113.xml"/><Relationship Id="rId75" Type="http://schemas.openxmlformats.org/officeDocument/2006/relationships/image" Target="../media/image116.png"/><Relationship Id="rId91" Type="http://schemas.openxmlformats.org/officeDocument/2006/relationships/image" Target="../media/image124.png"/><Relationship Id="rId96" Type="http://schemas.openxmlformats.org/officeDocument/2006/relationships/customXml" Target="../ink/ink126.xml"/><Relationship Id="rId140" Type="http://schemas.openxmlformats.org/officeDocument/2006/relationships/customXml" Target="../ink/ink148.xml"/><Relationship Id="rId145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1.xml"/><Relationship Id="rId23" Type="http://schemas.openxmlformats.org/officeDocument/2006/relationships/image" Target="../media/image90.png"/><Relationship Id="rId28" Type="http://schemas.openxmlformats.org/officeDocument/2006/relationships/customXml" Target="../ink/ink92.xml"/><Relationship Id="rId49" Type="http://schemas.openxmlformats.org/officeDocument/2006/relationships/image" Target="../media/image103.png"/><Relationship Id="rId114" Type="http://schemas.openxmlformats.org/officeDocument/2006/relationships/customXml" Target="../ink/ink135.xml"/><Relationship Id="rId119" Type="http://schemas.openxmlformats.org/officeDocument/2006/relationships/image" Target="../media/image138.png"/><Relationship Id="rId44" Type="http://schemas.openxmlformats.org/officeDocument/2006/relationships/customXml" Target="../ink/ink100.xml"/><Relationship Id="rId60" Type="http://schemas.openxmlformats.org/officeDocument/2006/relationships/customXml" Target="../ink/ink108.xml"/><Relationship Id="rId65" Type="http://schemas.openxmlformats.org/officeDocument/2006/relationships/image" Target="../media/image111.png"/><Relationship Id="rId81" Type="http://schemas.openxmlformats.org/officeDocument/2006/relationships/image" Target="../media/image119.png"/><Relationship Id="rId86" Type="http://schemas.openxmlformats.org/officeDocument/2006/relationships/customXml" Target="../ink/ink121.xml"/><Relationship Id="rId130" Type="http://schemas.openxmlformats.org/officeDocument/2006/relationships/customXml" Target="../ink/ink143.xml"/><Relationship Id="rId135" Type="http://schemas.openxmlformats.org/officeDocument/2006/relationships/image" Target="../media/image146.png"/><Relationship Id="rId151" Type="http://schemas.openxmlformats.org/officeDocument/2006/relationships/image" Target="../media/image154.png"/><Relationship Id="rId13" Type="http://schemas.openxmlformats.org/officeDocument/2006/relationships/image" Target="../media/image85.png"/><Relationship Id="rId18" Type="http://schemas.openxmlformats.org/officeDocument/2006/relationships/customXml" Target="../ink/ink87.xml"/><Relationship Id="rId39" Type="http://schemas.openxmlformats.org/officeDocument/2006/relationships/image" Target="../media/image98.png"/><Relationship Id="rId109" Type="http://schemas.openxmlformats.org/officeDocument/2006/relationships/image" Target="../media/image133.png"/><Relationship Id="rId34" Type="http://schemas.openxmlformats.org/officeDocument/2006/relationships/customXml" Target="../ink/ink95.xml"/><Relationship Id="rId50" Type="http://schemas.openxmlformats.org/officeDocument/2006/relationships/customXml" Target="../ink/ink103.xml"/><Relationship Id="rId55" Type="http://schemas.openxmlformats.org/officeDocument/2006/relationships/image" Target="../media/image106.png"/><Relationship Id="rId76" Type="http://schemas.openxmlformats.org/officeDocument/2006/relationships/customXml" Target="../ink/ink116.xml"/><Relationship Id="rId97" Type="http://schemas.openxmlformats.org/officeDocument/2006/relationships/image" Target="../media/image127.png"/><Relationship Id="rId104" Type="http://schemas.openxmlformats.org/officeDocument/2006/relationships/customXml" Target="../ink/ink130.xml"/><Relationship Id="rId120" Type="http://schemas.openxmlformats.org/officeDocument/2006/relationships/customXml" Target="../ink/ink138.xml"/><Relationship Id="rId125" Type="http://schemas.openxmlformats.org/officeDocument/2006/relationships/image" Target="../media/image141.png"/><Relationship Id="rId141" Type="http://schemas.openxmlformats.org/officeDocument/2006/relationships/image" Target="../media/image149.png"/><Relationship Id="rId146" Type="http://schemas.openxmlformats.org/officeDocument/2006/relationships/customXml" Target="../ink/ink151.xml"/><Relationship Id="rId7" Type="http://schemas.openxmlformats.org/officeDocument/2006/relationships/image" Target="../media/image82.png"/><Relationship Id="rId71" Type="http://schemas.openxmlformats.org/officeDocument/2006/relationships/image" Target="../media/image114.png"/><Relationship Id="rId92" Type="http://schemas.openxmlformats.org/officeDocument/2006/relationships/customXml" Target="../ink/ink124.xml"/><Relationship Id="rId2" Type="http://schemas.openxmlformats.org/officeDocument/2006/relationships/customXml" Target="../ink/ink79.xml"/><Relationship Id="rId29" Type="http://schemas.openxmlformats.org/officeDocument/2006/relationships/image" Target="../media/image93.png"/><Relationship Id="rId24" Type="http://schemas.openxmlformats.org/officeDocument/2006/relationships/customXml" Target="../ink/ink90.xml"/><Relationship Id="rId40" Type="http://schemas.openxmlformats.org/officeDocument/2006/relationships/customXml" Target="../ink/ink98.xml"/><Relationship Id="rId45" Type="http://schemas.openxmlformats.org/officeDocument/2006/relationships/image" Target="../media/image101.png"/><Relationship Id="rId66" Type="http://schemas.openxmlformats.org/officeDocument/2006/relationships/customXml" Target="../ink/ink111.xml"/><Relationship Id="rId87" Type="http://schemas.openxmlformats.org/officeDocument/2006/relationships/image" Target="../media/image122.png"/><Relationship Id="rId110" Type="http://schemas.openxmlformats.org/officeDocument/2006/relationships/customXml" Target="../ink/ink133.xml"/><Relationship Id="rId115" Type="http://schemas.openxmlformats.org/officeDocument/2006/relationships/image" Target="../media/image136.png"/><Relationship Id="rId131" Type="http://schemas.openxmlformats.org/officeDocument/2006/relationships/image" Target="../media/image144.png"/><Relationship Id="rId136" Type="http://schemas.openxmlformats.org/officeDocument/2006/relationships/customXml" Target="../ink/ink146.xml"/><Relationship Id="rId61" Type="http://schemas.openxmlformats.org/officeDocument/2006/relationships/image" Target="../media/image109.png"/><Relationship Id="rId82" Type="http://schemas.openxmlformats.org/officeDocument/2006/relationships/customXml" Target="../ink/ink119.xml"/><Relationship Id="rId152" Type="http://schemas.openxmlformats.org/officeDocument/2006/relationships/customXml" Target="../ink/ink154.xml"/><Relationship Id="rId19" Type="http://schemas.openxmlformats.org/officeDocument/2006/relationships/image" Target="../media/image88.png"/><Relationship Id="rId14" Type="http://schemas.openxmlformats.org/officeDocument/2006/relationships/customXml" Target="../ink/ink85.xml"/><Relationship Id="rId30" Type="http://schemas.openxmlformats.org/officeDocument/2006/relationships/customXml" Target="../ink/ink93.xml"/><Relationship Id="rId35" Type="http://schemas.openxmlformats.org/officeDocument/2006/relationships/image" Target="../media/image96.png"/><Relationship Id="rId56" Type="http://schemas.openxmlformats.org/officeDocument/2006/relationships/customXml" Target="../ink/ink106.xml"/><Relationship Id="rId77" Type="http://schemas.openxmlformats.org/officeDocument/2006/relationships/image" Target="../media/image117.png"/><Relationship Id="rId100" Type="http://schemas.openxmlformats.org/officeDocument/2006/relationships/customXml" Target="../ink/ink128.xml"/><Relationship Id="rId105" Type="http://schemas.openxmlformats.org/officeDocument/2006/relationships/image" Target="../media/image131.png"/><Relationship Id="rId126" Type="http://schemas.openxmlformats.org/officeDocument/2006/relationships/customXml" Target="../ink/ink141.xml"/><Relationship Id="rId147" Type="http://schemas.openxmlformats.org/officeDocument/2006/relationships/image" Target="../media/image152.png"/><Relationship Id="rId8" Type="http://schemas.openxmlformats.org/officeDocument/2006/relationships/customXml" Target="../ink/ink82.xml"/><Relationship Id="rId51" Type="http://schemas.openxmlformats.org/officeDocument/2006/relationships/image" Target="../media/image104.png"/><Relationship Id="rId72" Type="http://schemas.openxmlformats.org/officeDocument/2006/relationships/customXml" Target="../ink/ink114.xml"/><Relationship Id="rId93" Type="http://schemas.openxmlformats.org/officeDocument/2006/relationships/image" Target="../media/image125.png"/><Relationship Id="rId98" Type="http://schemas.openxmlformats.org/officeDocument/2006/relationships/customXml" Target="../ink/ink127.xml"/><Relationship Id="rId121" Type="http://schemas.openxmlformats.org/officeDocument/2006/relationships/image" Target="../media/image139.png"/><Relationship Id="rId142" Type="http://schemas.openxmlformats.org/officeDocument/2006/relationships/customXml" Target="../ink/ink149.xml"/><Relationship Id="rId3" Type="http://schemas.openxmlformats.org/officeDocument/2006/relationships/image" Target="../media/image80.png"/><Relationship Id="rId25" Type="http://schemas.openxmlformats.org/officeDocument/2006/relationships/image" Target="../media/image91.png"/><Relationship Id="rId46" Type="http://schemas.openxmlformats.org/officeDocument/2006/relationships/customXml" Target="../ink/ink101.xml"/><Relationship Id="rId67" Type="http://schemas.openxmlformats.org/officeDocument/2006/relationships/image" Target="../media/image112.png"/><Relationship Id="rId116" Type="http://schemas.openxmlformats.org/officeDocument/2006/relationships/customXml" Target="../ink/ink136.xml"/><Relationship Id="rId137" Type="http://schemas.openxmlformats.org/officeDocument/2006/relationships/image" Target="../media/image147.png"/><Relationship Id="rId20" Type="http://schemas.openxmlformats.org/officeDocument/2006/relationships/customXml" Target="../ink/ink88.xml"/><Relationship Id="rId41" Type="http://schemas.openxmlformats.org/officeDocument/2006/relationships/image" Target="../media/image99.png"/><Relationship Id="rId62" Type="http://schemas.openxmlformats.org/officeDocument/2006/relationships/customXml" Target="../ink/ink109.xml"/><Relationship Id="rId83" Type="http://schemas.openxmlformats.org/officeDocument/2006/relationships/image" Target="../media/image120.png"/><Relationship Id="rId88" Type="http://schemas.openxmlformats.org/officeDocument/2006/relationships/customXml" Target="../ink/ink122.xml"/><Relationship Id="rId111" Type="http://schemas.openxmlformats.org/officeDocument/2006/relationships/image" Target="../media/image134.png"/><Relationship Id="rId132" Type="http://schemas.openxmlformats.org/officeDocument/2006/relationships/customXml" Target="../ink/ink144.xml"/><Relationship Id="rId153" Type="http://schemas.openxmlformats.org/officeDocument/2006/relationships/image" Target="../media/image155.png"/><Relationship Id="rId15" Type="http://schemas.openxmlformats.org/officeDocument/2006/relationships/image" Target="../media/image86.png"/><Relationship Id="rId36" Type="http://schemas.openxmlformats.org/officeDocument/2006/relationships/customXml" Target="../ink/ink96.xml"/><Relationship Id="rId57" Type="http://schemas.openxmlformats.org/officeDocument/2006/relationships/image" Target="../media/image107.png"/><Relationship Id="rId106" Type="http://schemas.openxmlformats.org/officeDocument/2006/relationships/customXml" Target="../ink/ink131.xml"/><Relationship Id="rId127" Type="http://schemas.openxmlformats.org/officeDocument/2006/relationships/image" Target="../media/image142.png"/><Relationship Id="rId10" Type="http://schemas.openxmlformats.org/officeDocument/2006/relationships/customXml" Target="../ink/ink83.xml"/><Relationship Id="rId31" Type="http://schemas.openxmlformats.org/officeDocument/2006/relationships/image" Target="../media/image94.png"/><Relationship Id="rId52" Type="http://schemas.openxmlformats.org/officeDocument/2006/relationships/customXml" Target="../ink/ink104.xml"/><Relationship Id="rId73" Type="http://schemas.openxmlformats.org/officeDocument/2006/relationships/image" Target="../media/image115.png"/><Relationship Id="rId78" Type="http://schemas.openxmlformats.org/officeDocument/2006/relationships/customXml" Target="../ink/ink117.xml"/><Relationship Id="rId94" Type="http://schemas.openxmlformats.org/officeDocument/2006/relationships/customXml" Target="../ink/ink125.xml"/><Relationship Id="rId99" Type="http://schemas.openxmlformats.org/officeDocument/2006/relationships/image" Target="../media/image128.png"/><Relationship Id="rId101" Type="http://schemas.openxmlformats.org/officeDocument/2006/relationships/image" Target="../media/image129.png"/><Relationship Id="rId122" Type="http://schemas.openxmlformats.org/officeDocument/2006/relationships/customXml" Target="../ink/ink139.xml"/><Relationship Id="rId143" Type="http://schemas.openxmlformats.org/officeDocument/2006/relationships/image" Target="../media/image150.png"/><Relationship Id="rId148" Type="http://schemas.openxmlformats.org/officeDocument/2006/relationships/customXml" Target="../ink/ink152.xml"/><Relationship Id="rId4" Type="http://schemas.openxmlformats.org/officeDocument/2006/relationships/customXml" Target="../ink/ink80.xml"/><Relationship Id="rId9" Type="http://schemas.openxmlformats.org/officeDocument/2006/relationships/image" Target="../media/image83.png"/><Relationship Id="rId26" Type="http://schemas.openxmlformats.org/officeDocument/2006/relationships/customXml" Target="../ink/ink91.xml"/><Relationship Id="rId47" Type="http://schemas.openxmlformats.org/officeDocument/2006/relationships/image" Target="../media/image102.png"/><Relationship Id="rId68" Type="http://schemas.openxmlformats.org/officeDocument/2006/relationships/customXml" Target="../ink/ink112.xml"/><Relationship Id="rId89" Type="http://schemas.openxmlformats.org/officeDocument/2006/relationships/image" Target="../media/image123.png"/><Relationship Id="rId112" Type="http://schemas.openxmlformats.org/officeDocument/2006/relationships/customXml" Target="../ink/ink134.xml"/><Relationship Id="rId133" Type="http://schemas.openxmlformats.org/officeDocument/2006/relationships/image" Target="../media/image145.png"/><Relationship Id="rId16" Type="http://schemas.openxmlformats.org/officeDocument/2006/relationships/customXml" Target="../ink/ink86.xml"/><Relationship Id="rId37" Type="http://schemas.openxmlformats.org/officeDocument/2006/relationships/image" Target="../media/image97.png"/><Relationship Id="rId58" Type="http://schemas.openxmlformats.org/officeDocument/2006/relationships/customXml" Target="../ink/ink107.xml"/><Relationship Id="rId79" Type="http://schemas.openxmlformats.org/officeDocument/2006/relationships/image" Target="../media/image118.png"/><Relationship Id="rId102" Type="http://schemas.openxmlformats.org/officeDocument/2006/relationships/customXml" Target="../ink/ink129.xml"/><Relationship Id="rId123" Type="http://schemas.openxmlformats.org/officeDocument/2006/relationships/image" Target="../media/image140.png"/><Relationship Id="rId144" Type="http://schemas.openxmlformats.org/officeDocument/2006/relationships/customXml" Target="../ink/ink150.xml"/><Relationship Id="rId90" Type="http://schemas.openxmlformats.org/officeDocument/2006/relationships/customXml" Target="../ink/ink123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7.xml"/><Relationship Id="rId117" Type="http://schemas.openxmlformats.org/officeDocument/2006/relationships/image" Target="../media/image213.png"/><Relationship Id="rId21" Type="http://schemas.openxmlformats.org/officeDocument/2006/relationships/image" Target="../media/image165.png"/><Relationship Id="rId42" Type="http://schemas.openxmlformats.org/officeDocument/2006/relationships/customXml" Target="../ink/ink175.xml"/><Relationship Id="rId47" Type="http://schemas.openxmlformats.org/officeDocument/2006/relationships/image" Target="../media/image178.png"/><Relationship Id="rId63" Type="http://schemas.openxmlformats.org/officeDocument/2006/relationships/image" Target="../media/image186.png"/><Relationship Id="rId68" Type="http://schemas.openxmlformats.org/officeDocument/2006/relationships/customXml" Target="../ink/ink188.xml"/><Relationship Id="rId84" Type="http://schemas.openxmlformats.org/officeDocument/2006/relationships/customXml" Target="../ink/ink196.xml"/><Relationship Id="rId89" Type="http://schemas.openxmlformats.org/officeDocument/2006/relationships/image" Target="../media/image199.png"/><Relationship Id="rId112" Type="http://schemas.openxmlformats.org/officeDocument/2006/relationships/customXml" Target="../ink/ink210.xml"/><Relationship Id="rId16" Type="http://schemas.openxmlformats.org/officeDocument/2006/relationships/customXml" Target="../ink/ink162.xml"/><Relationship Id="rId107" Type="http://schemas.openxmlformats.org/officeDocument/2006/relationships/image" Target="../media/image208.png"/><Relationship Id="rId11" Type="http://schemas.openxmlformats.org/officeDocument/2006/relationships/image" Target="../media/image160.png"/><Relationship Id="rId32" Type="http://schemas.openxmlformats.org/officeDocument/2006/relationships/customXml" Target="../ink/ink170.xml"/><Relationship Id="rId37" Type="http://schemas.openxmlformats.org/officeDocument/2006/relationships/image" Target="../media/image173.png"/><Relationship Id="rId53" Type="http://schemas.openxmlformats.org/officeDocument/2006/relationships/image" Target="../media/image181.png"/><Relationship Id="rId58" Type="http://schemas.openxmlformats.org/officeDocument/2006/relationships/customXml" Target="../ink/ink183.xml"/><Relationship Id="rId74" Type="http://schemas.openxmlformats.org/officeDocument/2006/relationships/customXml" Target="../ink/ink191.xml"/><Relationship Id="rId79" Type="http://schemas.openxmlformats.org/officeDocument/2006/relationships/image" Target="../media/image194.png"/><Relationship Id="rId102" Type="http://schemas.openxmlformats.org/officeDocument/2006/relationships/customXml" Target="../ink/ink205.xml"/><Relationship Id="rId5" Type="http://schemas.openxmlformats.org/officeDocument/2006/relationships/image" Target="../media/image157.png"/><Relationship Id="rId90" Type="http://schemas.openxmlformats.org/officeDocument/2006/relationships/customXml" Target="../ink/ink199.xml"/><Relationship Id="rId95" Type="http://schemas.openxmlformats.org/officeDocument/2006/relationships/image" Target="../media/image202.png"/><Relationship Id="rId22" Type="http://schemas.openxmlformats.org/officeDocument/2006/relationships/customXml" Target="../ink/ink165.xml"/><Relationship Id="rId27" Type="http://schemas.openxmlformats.org/officeDocument/2006/relationships/image" Target="../media/image168.png"/><Relationship Id="rId43" Type="http://schemas.openxmlformats.org/officeDocument/2006/relationships/image" Target="../media/image176.png"/><Relationship Id="rId48" Type="http://schemas.openxmlformats.org/officeDocument/2006/relationships/customXml" Target="../ink/ink178.xml"/><Relationship Id="rId64" Type="http://schemas.openxmlformats.org/officeDocument/2006/relationships/customXml" Target="../ink/ink186.xml"/><Relationship Id="rId69" Type="http://schemas.openxmlformats.org/officeDocument/2006/relationships/image" Target="../media/image189.png"/><Relationship Id="rId113" Type="http://schemas.openxmlformats.org/officeDocument/2006/relationships/image" Target="../media/image211.png"/><Relationship Id="rId118" Type="http://schemas.openxmlformats.org/officeDocument/2006/relationships/customXml" Target="../ink/ink213.xml"/><Relationship Id="rId80" Type="http://schemas.openxmlformats.org/officeDocument/2006/relationships/customXml" Target="../ink/ink194.xml"/><Relationship Id="rId85" Type="http://schemas.openxmlformats.org/officeDocument/2006/relationships/image" Target="../media/image197.png"/><Relationship Id="rId12" Type="http://schemas.openxmlformats.org/officeDocument/2006/relationships/customXml" Target="../ink/ink160.xml"/><Relationship Id="rId17" Type="http://schemas.openxmlformats.org/officeDocument/2006/relationships/image" Target="../media/image163.png"/><Relationship Id="rId33" Type="http://schemas.openxmlformats.org/officeDocument/2006/relationships/image" Target="../media/image171.png"/><Relationship Id="rId38" Type="http://schemas.openxmlformats.org/officeDocument/2006/relationships/customXml" Target="../ink/ink173.xml"/><Relationship Id="rId59" Type="http://schemas.openxmlformats.org/officeDocument/2006/relationships/image" Target="../media/image184.png"/><Relationship Id="rId103" Type="http://schemas.openxmlformats.org/officeDocument/2006/relationships/image" Target="../media/image206.png"/><Relationship Id="rId108" Type="http://schemas.openxmlformats.org/officeDocument/2006/relationships/customXml" Target="../ink/ink208.xml"/><Relationship Id="rId54" Type="http://schemas.openxmlformats.org/officeDocument/2006/relationships/customXml" Target="../ink/ink181.xml"/><Relationship Id="rId70" Type="http://schemas.openxmlformats.org/officeDocument/2006/relationships/customXml" Target="../ink/ink189.xml"/><Relationship Id="rId75" Type="http://schemas.openxmlformats.org/officeDocument/2006/relationships/image" Target="../media/image192.png"/><Relationship Id="rId91" Type="http://schemas.openxmlformats.org/officeDocument/2006/relationships/image" Target="../media/image200.png"/><Relationship Id="rId96" Type="http://schemas.openxmlformats.org/officeDocument/2006/relationships/customXml" Target="../ink/ink20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7.xml"/><Relationship Id="rId23" Type="http://schemas.openxmlformats.org/officeDocument/2006/relationships/image" Target="../media/image166.png"/><Relationship Id="rId28" Type="http://schemas.openxmlformats.org/officeDocument/2006/relationships/customXml" Target="../ink/ink168.xml"/><Relationship Id="rId49" Type="http://schemas.openxmlformats.org/officeDocument/2006/relationships/image" Target="../media/image179.png"/><Relationship Id="rId114" Type="http://schemas.openxmlformats.org/officeDocument/2006/relationships/customXml" Target="../ink/ink211.xml"/><Relationship Id="rId119" Type="http://schemas.openxmlformats.org/officeDocument/2006/relationships/image" Target="../media/image214.png"/><Relationship Id="rId44" Type="http://schemas.openxmlformats.org/officeDocument/2006/relationships/customXml" Target="../ink/ink176.xml"/><Relationship Id="rId60" Type="http://schemas.openxmlformats.org/officeDocument/2006/relationships/customXml" Target="../ink/ink184.xml"/><Relationship Id="rId65" Type="http://schemas.openxmlformats.org/officeDocument/2006/relationships/image" Target="../media/image187.png"/><Relationship Id="rId81" Type="http://schemas.openxmlformats.org/officeDocument/2006/relationships/image" Target="../media/image195.png"/><Relationship Id="rId86" Type="http://schemas.openxmlformats.org/officeDocument/2006/relationships/customXml" Target="../ink/ink197.xml"/><Relationship Id="rId4" Type="http://schemas.openxmlformats.org/officeDocument/2006/relationships/customXml" Target="../ink/ink156.xml"/><Relationship Id="rId9" Type="http://schemas.openxmlformats.org/officeDocument/2006/relationships/image" Target="../media/image159.png"/><Relationship Id="rId13" Type="http://schemas.openxmlformats.org/officeDocument/2006/relationships/image" Target="../media/image161.png"/><Relationship Id="rId18" Type="http://schemas.openxmlformats.org/officeDocument/2006/relationships/customXml" Target="../ink/ink163.xml"/><Relationship Id="rId39" Type="http://schemas.openxmlformats.org/officeDocument/2006/relationships/image" Target="../media/image174.png"/><Relationship Id="rId109" Type="http://schemas.openxmlformats.org/officeDocument/2006/relationships/image" Target="../media/image209.png"/><Relationship Id="rId34" Type="http://schemas.openxmlformats.org/officeDocument/2006/relationships/customXml" Target="../ink/ink171.xml"/><Relationship Id="rId50" Type="http://schemas.openxmlformats.org/officeDocument/2006/relationships/customXml" Target="../ink/ink179.xml"/><Relationship Id="rId55" Type="http://schemas.openxmlformats.org/officeDocument/2006/relationships/image" Target="../media/image182.png"/><Relationship Id="rId76" Type="http://schemas.openxmlformats.org/officeDocument/2006/relationships/customXml" Target="../ink/ink192.xml"/><Relationship Id="rId97" Type="http://schemas.openxmlformats.org/officeDocument/2006/relationships/image" Target="../media/image203.png"/><Relationship Id="rId104" Type="http://schemas.openxmlformats.org/officeDocument/2006/relationships/customXml" Target="../ink/ink206.xml"/><Relationship Id="rId120" Type="http://schemas.openxmlformats.org/officeDocument/2006/relationships/customXml" Target="../ink/ink214.xml"/><Relationship Id="rId7" Type="http://schemas.openxmlformats.org/officeDocument/2006/relationships/image" Target="../media/image158.png"/><Relationship Id="rId71" Type="http://schemas.openxmlformats.org/officeDocument/2006/relationships/image" Target="../media/image190.png"/><Relationship Id="rId92" Type="http://schemas.openxmlformats.org/officeDocument/2006/relationships/customXml" Target="../ink/ink200.xml"/><Relationship Id="rId2" Type="http://schemas.openxmlformats.org/officeDocument/2006/relationships/customXml" Target="../ink/ink155.xml"/><Relationship Id="rId29" Type="http://schemas.openxmlformats.org/officeDocument/2006/relationships/image" Target="../media/image169.png"/><Relationship Id="rId24" Type="http://schemas.openxmlformats.org/officeDocument/2006/relationships/customXml" Target="../ink/ink166.xml"/><Relationship Id="rId40" Type="http://schemas.openxmlformats.org/officeDocument/2006/relationships/customXml" Target="../ink/ink174.xml"/><Relationship Id="rId45" Type="http://schemas.openxmlformats.org/officeDocument/2006/relationships/image" Target="../media/image177.png"/><Relationship Id="rId66" Type="http://schemas.openxmlformats.org/officeDocument/2006/relationships/customXml" Target="../ink/ink187.xml"/><Relationship Id="rId87" Type="http://schemas.openxmlformats.org/officeDocument/2006/relationships/image" Target="../media/image198.png"/><Relationship Id="rId110" Type="http://schemas.openxmlformats.org/officeDocument/2006/relationships/customXml" Target="../ink/ink209.xml"/><Relationship Id="rId115" Type="http://schemas.openxmlformats.org/officeDocument/2006/relationships/image" Target="../media/image212.png"/><Relationship Id="rId61" Type="http://schemas.openxmlformats.org/officeDocument/2006/relationships/image" Target="../media/image185.png"/><Relationship Id="rId82" Type="http://schemas.openxmlformats.org/officeDocument/2006/relationships/customXml" Target="../ink/ink195.xml"/><Relationship Id="rId19" Type="http://schemas.openxmlformats.org/officeDocument/2006/relationships/image" Target="../media/image164.png"/><Relationship Id="rId14" Type="http://schemas.openxmlformats.org/officeDocument/2006/relationships/customXml" Target="../ink/ink161.xml"/><Relationship Id="rId30" Type="http://schemas.openxmlformats.org/officeDocument/2006/relationships/customXml" Target="../ink/ink169.xml"/><Relationship Id="rId35" Type="http://schemas.openxmlformats.org/officeDocument/2006/relationships/image" Target="../media/image172.png"/><Relationship Id="rId56" Type="http://schemas.openxmlformats.org/officeDocument/2006/relationships/customXml" Target="../ink/ink182.xml"/><Relationship Id="rId77" Type="http://schemas.openxmlformats.org/officeDocument/2006/relationships/image" Target="../media/image193.png"/><Relationship Id="rId100" Type="http://schemas.openxmlformats.org/officeDocument/2006/relationships/customXml" Target="../ink/ink204.xml"/><Relationship Id="rId105" Type="http://schemas.openxmlformats.org/officeDocument/2006/relationships/image" Target="../media/image207.png"/><Relationship Id="rId8" Type="http://schemas.openxmlformats.org/officeDocument/2006/relationships/customXml" Target="../ink/ink158.xml"/><Relationship Id="rId51" Type="http://schemas.openxmlformats.org/officeDocument/2006/relationships/image" Target="../media/image180.png"/><Relationship Id="rId72" Type="http://schemas.openxmlformats.org/officeDocument/2006/relationships/customXml" Target="../ink/ink190.xml"/><Relationship Id="rId93" Type="http://schemas.openxmlformats.org/officeDocument/2006/relationships/image" Target="../media/image201.png"/><Relationship Id="rId98" Type="http://schemas.openxmlformats.org/officeDocument/2006/relationships/customXml" Target="../ink/ink203.xml"/><Relationship Id="rId121" Type="http://schemas.openxmlformats.org/officeDocument/2006/relationships/image" Target="../media/image215.png"/><Relationship Id="rId3" Type="http://schemas.openxmlformats.org/officeDocument/2006/relationships/image" Target="../media/image156.png"/><Relationship Id="rId25" Type="http://schemas.openxmlformats.org/officeDocument/2006/relationships/image" Target="../media/image167.png"/><Relationship Id="rId46" Type="http://schemas.openxmlformats.org/officeDocument/2006/relationships/customXml" Target="../ink/ink177.xml"/><Relationship Id="rId67" Type="http://schemas.openxmlformats.org/officeDocument/2006/relationships/image" Target="../media/image188.png"/><Relationship Id="rId116" Type="http://schemas.openxmlformats.org/officeDocument/2006/relationships/customXml" Target="../ink/ink212.xml"/><Relationship Id="rId20" Type="http://schemas.openxmlformats.org/officeDocument/2006/relationships/customXml" Target="../ink/ink164.xml"/><Relationship Id="rId41" Type="http://schemas.openxmlformats.org/officeDocument/2006/relationships/image" Target="../media/image175.png"/><Relationship Id="rId62" Type="http://schemas.openxmlformats.org/officeDocument/2006/relationships/customXml" Target="../ink/ink185.xml"/><Relationship Id="rId83" Type="http://schemas.openxmlformats.org/officeDocument/2006/relationships/image" Target="../media/image196.png"/><Relationship Id="rId88" Type="http://schemas.openxmlformats.org/officeDocument/2006/relationships/customXml" Target="../ink/ink198.xml"/><Relationship Id="rId111" Type="http://schemas.openxmlformats.org/officeDocument/2006/relationships/image" Target="../media/image210.png"/><Relationship Id="rId15" Type="http://schemas.openxmlformats.org/officeDocument/2006/relationships/image" Target="../media/image162.png"/><Relationship Id="rId36" Type="http://schemas.openxmlformats.org/officeDocument/2006/relationships/customXml" Target="../ink/ink172.xml"/><Relationship Id="rId57" Type="http://schemas.openxmlformats.org/officeDocument/2006/relationships/image" Target="../media/image183.png"/><Relationship Id="rId106" Type="http://schemas.openxmlformats.org/officeDocument/2006/relationships/customXml" Target="../ink/ink207.xml"/><Relationship Id="rId10" Type="http://schemas.openxmlformats.org/officeDocument/2006/relationships/customXml" Target="../ink/ink159.xml"/><Relationship Id="rId31" Type="http://schemas.openxmlformats.org/officeDocument/2006/relationships/image" Target="../media/image170.png"/><Relationship Id="rId52" Type="http://schemas.openxmlformats.org/officeDocument/2006/relationships/customXml" Target="../ink/ink180.xml"/><Relationship Id="rId73" Type="http://schemas.openxmlformats.org/officeDocument/2006/relationships/image" Target="../media/image191.png"/><Relationship Id="rId78" Type="http://schemas.openxmlformats.org/officeDocument/2006/relationships/customXml" Target="../ink/ink193.xml"/><Relationship Id="rId94" Type="http://schemas.openxmlformats.org/officeDocument/2006/relationships/customXml" Target="../ink/ink201.xml"/><Relationship Id="rId99" Type="http://schemas.openxmlformats.org/officeDocument/2006/relationships/image" Target="../media/image204.png"/><Relationship Id="rId101" Type="http://schemas.openxmlformats.org/officeDocument/2006/relationships/image" Target="../media/image205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3.png"/><Relationship Id="rId21" Type="http://schemas.openxmlformats.org/officeDocument/2006/relationships/image" Target="../media/image225.png"/><Relationship Id="rId42" Type="http://schemas.openxmlformats.org/officeDocument/2006/relationships/customXml" Target="../ink/ink235.xml"/><Relationship Id="rId63" Type="http://schemas.openxmlformats.org/officeDocument/2006/relationships/image" Target="../media/image246.png"/><Relationship Id="rId84" Type="http://schemas.openxmlformats.org/officeDocument/2006/relationships/customXml" Target="../ink/ink256.xml"/><Relationship Id="rId138" Type="http://schemas.openxmlformats.org/officeDocument/2006/relationships/customXml" Target="../ink/ink283.xml"/><Relationship Id="rId159" Type="http://schemas.openxmlformats.org/officeDocument/2006/relationships/image" Target="../media/image294.png"/><Relationship Id="rId170" Type="http://schemas.openxmlformats.org/officeDocument/2006/relationships/customXml" Target="../ink/ink299.xml"/><Relationship Id="rId191" Type="http://schemas.openxmlformats.org/officeDocument/2006/relationships/image" Target="../media/image310.png"/><Relationship Id="rId205" Type="http://schemas.openxmlformats.org/officeDocument/2006/relationships/image" Target="../media/image317.png"/><Relationship Id="rId226" Type="http://schemas.openxmlformats.org/officeDocument/2006/relationships/customXml" Target="../ink/ink327.xml"/><Relationship Id="rId107" Type="http://schemas.openxmlformats.org/officeDocument/2006/relationships/image" Target="../media/image268.png"/><Relationship Id="rId11" Type="http://schemas.openxmlformats.org/officeDocument/2006/relationships/image" Target="../media/image220.png"/><Relationship Id="rId32" Type="http://schemas.openxmlformats.org/officeDocument/2006/relationships/customXml" Target="../ink/ink230.xml"/><Relationship Id="rId53" Type="http://schemas.openxmlformats.org/officeDocument/2006/relationships/image" Target="../media/image241.png"/><Relationship Id="rId74" Type="http://schemas.openxmlformats.org/officeDocument/2006/relationships/customXml" Target="../ink/ink251.xml"/><Relationship Id="rId128" Type="http://schemas.openxmlformats.org/officeDocument/2006/relationships/customXml" Target="../ink/ink278.xml"/><Relationship Id="rId149" Type="http://schemas.openxmlformats.org/officeDocument/2006/relationships/image" Target="../media/image289.png"/><Relationship Id="rId5" Type="http://schemas.openxmlformats.org/officeDocument/2006/relationships/image" Target="../media/image217.png"/><Relationship Id="rId95" Type="http://schemas.openxmlformats.org/officeDocument/2006/relationships/image" Target="../media/image262.png"/><Relationship Id="rId160" Type="http://schemas.openxmlformats.org/officeDocument/2006/relationships/customXml" Target="../ink/ink294.xml"/><Relationship Id="rId181" Type="http://schemas.openxmlformats.org/officeDocument/2006/relationships/image" Target="../media/image305.png"/><Relationship Id="rId216" Type="http://schemas.openxmlformats.org/officeDocument/2006/relationships/customXml" Target="../ink/ink322.xml"/><Relationship Id="rId237" Type="http://schemas.openxmlformats.org/officeDocument/2006/relationships/image" Target="../media/image333.png"/><Relationship Id="rId22" Type="http://schemas.openxmlformats.org/officeDocument/2006/relationships/customXml" Target="../ink/ink225.xml"/><Relationship Id="rId43" Type="http://schemas.openxmlformats.org/officeDocument/2006/relationships/image" Target="../media/image236.png"/><Relationship Id="rId64" Type="http://schemas.openxmlformats.org/officeDocument/2006/relationships/customXml" Target="../ink/ink246.xml"/><Relationship Id="rId118" Type="http://schemas.openxmlformats.org/officeDocument/2006/relationships/customXml" Target="../ink/ink273.xml"/><Relationship Id="rId139" Type="http://schemas.openxmlformats.org/officeDocument/2006/relationships/image" Target="../media/image284.png"/><Relationship Id="rId85" Type="http://schemas.openxmlformats.org/officeDocument/2006/relationships/image" Target="../media/image257.png"/><Relationship Id="rId150" Type="http://schemas.openxmlformats.org/officeDocument/2006/relationships/customXml" Target="../ink/ink289.xml"/><Relationship Id="rId171" Type="http://schemas.openxmlformats.org/officeDocument/2006/relationships/image" Target="../media/image300.png"/><Relationship Id="rId192" Type="http://schemas.openxmlformats.org/officeDocument/2006/relationships/customXml" Target="../ink/ink310.xml"/><Relationship Id="rId206" Type="http://schemas.openxmlformats.org/officeDocument/2006/relationships/customXml" Target="../ink/ink317.xml"/><Relationship Id="rId227" Type="http://schemas.openxmlformats.org/officeDocument/2006/relationships/image" Target="../media/image328.png"/><Relationship Id="rId12" Type="http://schemas.openxmlformats.org/officeDocument/2006/relationships/customXml" Target="../ink/ink220.xml"/><Relationship Id="rId33" Type="http://schemas.openxmlformats.org/officeDocument/2006/relationships/image" Target="../media/image231.png"/><Relationship Id="rId108" Type="http://schemas.openxmlformats.org/officeDocument/2006/relationships/customXml" Target="../ink/ink268.xml"/><Relationship Id="rId129" Type="http://schemas.openxmlformats.org/officeDocument/2006/relationships/image" Target="../media/image279.png"/><Relationship Id="rId54" Type="http://schemas.openxmlformats.org/officeDocument/2006/relationships/customXml" Target="../ink/ink241.xml"/><Relationship Id="rId75" Type="http://schemas.openxmlformats.org/officeDocument/2006/relationships/image" Target="../media/image252.png"/><Relationship Id="rId96" Type="http://schemas.openxmlformats.org/officeDocument/2006/relationships/customXml" Target="../ink/ink262.xml"/><Relationship Id="rId140" Type="http://schemas.openxmlformats.org/officeDocument/2006/relationships/customXml" Target="../ink/ink284.xml"/><Relationship Id="rId161" Type="http://schemas.openxmlformats.org/officeDocument/2006/relationships/image" Target="../media/image295.png"/><Relationship Id="rId182" Type="http://schemas.openxmlformats.org/officeDocument/2006/relationships/customXml" Target="../ink/ink305.xml"/><Relationship Id="rId217" Type="http://schemas.openxmlformats.org/officeDocument/2006/relationships/image" Target="../media/image323.png"/><Relationship Id="rId6" Type="http://schemas.openxmlformats.org/officeDocument/2006/relationships/customXml" Target="../ink/ink217.xml"/><Relationship Id="rId238" Type="http://schemas.openxmlformats.org/officeDocument/2006/relationships/customXml" Target="../ink/ink333.xml"/><Relationship Id="rId23" Type="http://schemas.openxmlformats.org/officeDocument/2006/relationships/image" Target="../media/image226.png"/><Relationship Id="rId119" Type="http://schemas.openxmlformats.org/officeDocument/2006/relationships/image" Target="../media/image274.png"/><Relationship Id="rId44" Type="http://schemas.openxmlformats.org/officeDocument/2006/relationships/customXml" Target="../ink/ink236.xml"/><Relationship Id="rId65" Type="http://schemas.openxmlformats.org/officeDocument/2006/relationships/image" Target="../media/image247.png"/><Relationship Id="rId86" Type="http://schemas.openxmlformats.org/officeDocument/2006/relationships/customXml" Target="../ink/ink257.xml"/><Relationship Id="rId130" Type="http://schemas.openxmlformats.org/officeDocument/2006/relationships/customXml" Target="../ink/ink279.xml"/><Relationship Id="rId151" Type="http://schemas.openxmlformats.org/officeDocument/2006/relationships/image" Target="../media/image290.png"/><Relationship Id="rId172" Type="http://schemas.openxmlformats.org/officeDocument/2006/relationships/customXml" Target="../ink/ink300.xml"/><Relationship Id="rId193" Type="http://schemas.openxmlformats.org/officeDocument/2006/relationships/image" Target="../media/image311.png"/><Relationship Id="rId207" Type="http://schemas.openxmlformats.org/officeDocument/2006/relationships/image" Target="../media/image318.png"/><Relationship Id="rId228" Type="http://schemas.openxmlformats.org/officeDocument/2006/relationships/customXml" Target="../ink/ink328.xml"/><Relationship Id="rId13" Type="http://schemas.openxmlformats.org/officeDocument/2006/relationships/image" Target="../media/image221.png"/><Relationship Id="rId109" Type="http://schemas.openxmlformats.org/officeDocument/2006/relationships/image" Target="../media/image269.png"/><Relationship Id="rId34" Type="http://schemas.openxmlformats.org/officeDocument/2006/relationships/customXml" Target="../ink/ink231.xml"/><Relationship Id="rId55" Type="http://schemas.openxmlformats.org/officeDocument/2006/relationships/image" Target="../media/image242.png"/><Relationship Id="rId76" Type="http://schemas.openxmlformats.org/officeDocument/2006/relationships/customXml" Target="../ink/ink252.xml"/><Relationship Id="rId97" Type="http://schemas.openxmlformats.org/officeDocument/2006/relationships/image" Target="../media/image263.png"/><Relationship Id="rId120" Type="http://schemas.openxmlformats.org/officeDocument/2006/relationships/customXml" Target="../ink/ink274.xml"/><Relationship Id="rId141" Type="http://schemas.openxmlformats.org/officeDocument/2006/relationships/image" Target="../media/image285.png"/><Relationship Id="rId7" Type="http://schemas.openxmlformats.org/officeDocument/2006/relationships/image" Target="../media/image218.png"/><Relationship Id="rId162" Type="http://schemas.openxmlformats.org/officeDocument/2006/relationships/customXml" Target="../ink/ink295.xml"/><Relationship Id="rId183" Type="http://schemas.openxmlformats.org/officeDocument/2006/relationships/image" Target="../media/image306.png"/><Relationship Id="rId218" Type="http://schemas.openxmlformats.org/officeDocument/2006/relationships/customXml" Target="../ink/ink323.xml"/><Relationship Id="rId239" Type="http://schemas.openxmlformats.org/officeDocument/2006/relationships/image" Target="../media/image334.png"/><Relationship Id="rId24" Type="http://schemas.openxmlformats.org/officeDocument/2006/relationships/customXml" Target="../ink/ink226.xml"/><Relationship Id="rId45" Type="http://schemas.openxmlformats.org/officeDocument/2006/relationships/image" Target="../media/image237.png"/><Relationship Id="rId66" Type="http://schemas.openxmlformats.org/officeDocument/2006/relationships/customXml" Target="../ink/ink247.xml"/><Relationship Id="rId87" Type="http://schemas.openxmlformats.org/officeDocument/2006/relationships/image" Target="../media/image258.png"/><Relationship Id="rId110" Type="http://schemas.openxmlformats.org/officeDocument/2006/relationships/customXml" Target="../ink/ink269.xml"/><Relationship Id="rId131" Type="http://schemas.openxmlformats.org/officeDocument/2006/relationships/image" Target="../media/image280.png"/><Relationship Id="rId152" Type="http://schemas.openxmlformats.org/officeDocument/2006/relationships/customXml" Target="../ink/ink290.xml"/><Relationship Id="rId173" Type="http://schemas.openxmlformats.org/officeDocument/2006/relationships/image" Target="../media/image301.png"/><Relationship Id="rId194" Type="http://schemas.openxmlformats.org/officeDocument/2006/relationships/customXml" Target="../ink/ink311.xml"/><Relationship Id="rId208" Type="http://schemas.openxmlformats.org/officeDocument/2006/relationships/customXml" Target="../ink/ink318.xml"/><Relationship Id="rId229" Type="http://schemas.openxmlformats.org/officeDocument/2006/relationships/image" Target="../media/image329.png"/><Relationship Id="rId14" Type="http://schemas.openxmlformats.org/officeDocument/2006/relationships/customXml" Target="../ink/ink221.xml"/><Relationship Id="rId35" Type="http://schemas.openxmlformats.org/officeDocument/2006/relationships/image" Target="../media/image232.png"/><Relationship Id="rId56" Type="http://schemas.openxmlformats.org/officeDocument/2006/relationships/customXml" Target="../ink/ink242.xml"/><Relationship Id="rId77" Type="http://schemas.openxmlformats.org/officeDocument/2006/relationships/image" Target="../media/image253.png"/><Relationship Id="rId100" Type="http://schemas.openxmlformats.org/officeDocument/2006/relationships/customXml" Target="../ink/ink264.xml"/><Relationship Id="rId8" Type="http://schemas.openxmlformats.org/officeDocument/2006/relationships/customXml" Target="../ink/ink218.xml"/><Relationship Id="rId98" Type="http://schemas.openxmlformats.org/officeDocument/2006/relationships/customXml" Target="../ink/ink263.xml"/><Relationship Id="rId121" Type="http://schemas.openxmlformats.org/officeDocument/2006/relationships/image" Target="../media/image275.png"/><Relationship Id="rId142" Type="http://schemas.openxmlformats.org/officeDocument/2006/relationships/customXml" Target="../ink/ink285.xml"/><Relationship Id="rId163" Type="http://schemas.openxmlformats.org/officeDocument/2006/relationships/image" Target="../media/image296.png"/><Relationship Id="rId184" Type="http://schemas.openxmlformats.org/officeDocument/2006/relationships/customXml" Target="../ink/ink306.xml"/><Relationship Id="rId219" Type="http://schemas.openxmlformats.org/officeDocument/2006/relationships/image" Target="../media/image324.png"/><Relationship Id="rId230" Type="http://schemas.openxmlformats.org/officeDocument/2006/relationships/customXml" Target="../ink/ink329.xml"/><Relationship Id="rId25" Type="http://schemas.openxmlformats.org/officeDocument/2006/relationships/image" Target="../media/image227.png"/><Relationship Id="rId46" Type="http://schemas.openxmlformats.org/officeDocument/2006/relationships/customXml" Target="../ink/ink237.xml"/><Relationship Id="rId67" Type="http://schemas.openxmlformats.org/officeDocument/2006/relationships/image" Target="../media/image248.png"/><Relationship Id="rId88" Type="http://schemas.openxmlformats.org/officeDocument/2006/relationships/customXml" Target="../ink/ink258.xml"/><Relationship Id="rId111" Type="http://schemas.openxmlformats.org/officeDocument/2006/relationships/image" Target="../media/image270.png"/><Relationship Id="rId132" Type="http://schemas.openxmlformats.org/officeDocument/2006/relationships/customXml" Target="../ink/ink280.xml"/><Relationship Id="rId153" Type="http://schemas.openxmlformats.org/officeDocument/2006/relationships/image" Target="../media/image291.png"/><Relationship Id="rId174" Type="http://schemas.openxmlformats.org/officeDocument/2006/relationships/customXml" Target="../ink/ink301.xml"/><Relationship Id="rId195" Type="http://schemas.openxmlformats.org/officeDocument/2006/relationships/image" Target="../media/image312.png"/><Relationship Id="rId209" Type="http://schemas.openxmlformats.org/officeDocument/2006/relationships/image" Target="../media/image319.png"/><Relationship Id="rId190" Type="http://schemas.openxmlformats.org/officeDocument/2006/relationships/customXml" Target="../ink/ink309.xml"/><Relationship Id="rId204" Type="http://schemas.openxmlformats.org/officeDocument/2006/relationships/customXml" Target="../ink/ink316.xml"/><Relationship Id="rId220" Type="http://schemas.openxmlformats.org/officeDocument/2006/relationships/customXml" Target="../ink/ink324.xml"/><Relationship Id="rId225" Type="http://schemas.openxmlformats.org/officeDocument/2006/relationships/image" Target="../media/image327.png"/><Relationship Id="rId15" Type="http://schemas.openxmlformats.org/officeDocument/2006/relationships/image" Target="../media/image222.png"/><Relationship Id="rId36" Type="http://schemas.openxmlformats.org/officeDocument/2006/relationships/customXml" Target="../ink/ink232.xml"/><Relationship Id="rId57" Type="http://schemas.openxmlformats.org/officeDocument/2006/relationships/image" Target="../media/image243.png"/><Relationship Id="rId106" Type="http://schemas.openxmlformats.org/officeDocument/2006/relationships/customXml" Target="../ink/ink267.xml"/><Relationship Id="rId127" Type="http://schemas.openxmlformats.org/officeDocument/2006/relationships/image" Target="../media/image278.png"/><Relationship Id="rId10" Type="http://schemas.openxmlformats.org/officeDocument/2006/relationships/customXml" Target="../ink/ink219.xml"/><Relationship Id="rId31" Type="http://schemas.openxmlformats.org/officeDocument/2006/relationships/image" Target="../media/image230.png"/><Relationship Id="rId52" Type="http://schemas.openxmlformats.org/officeDocument/2006/relationships/customXml" Target="../ink/ink240.xml"/><Relationship Id="rId73" Type="http://schemas.openxmlformats.org/officeDocument/2006/relationships/image" Target="../media/image251.png"/><Relationship Id="rId78" Type="http://schemas.openxmlformats.org/officeDocument/2006/relationships/customXml" Target="../ink/ink253.xml"/><Relationship Id="rId94" Type="http://schemas.openxmlformats.org/officeDocument/2006/relationships/customXml" Target="../ink/ink261.xml"/><Relationship Id="rId99" Type="http://schemas.openxmlformats.org/officeDocument/2006/relationships/image" Target="../media/image264.png"/><Relationship Id="rId101" Type="http://schemas.openxmlformats.org/officeDocument/2006/relationships/image" Target="../media/image265.png"/><Relationship Id="rId122" Type="http://schemas.openxmlformats.org/officeDocument/2006/relationships/customXml" Target="../ink/ink275.xml"/><Relationship Id="rId143" Type="http://schemas.openxmlformats.org/officeDocument/2006/relationships/image" Target="../media/image286.png"/><Relationship Id="rId148" Type="http://schemas.openxmlformats.org/officeDocument/2006/relationships/customXml" Target="../ink/ink288.xml"/><Relationship Id="rId164" Type="http://schemas.openxmlformats.org/officeDocument/2006/relationships/customXml" Target="../ink/ink296.xml"/><Relationship Id="rId169" Type="http://schemas.openxmlformats.org/officeDocument/2006/relationships/image" Target="../media/image299.png"/><Relationship Id="rId185" Type="http://schemas.openxmlformats.org/officeDocument/2006/relationships/image" Target="../media/image307.png"/><Relationship Id="rId4" Type="http://schemas.openxmlformats.org/officeDocument/2006/relationships/customXml" Target="../ink/ink216.xml"/><Relationship Id="rId9" Type="http://schemas.openxmlformats.org/officeDocument/2006/relationships/image" Target="../media/image219.png"/><Relationship Id="rId180" Type="http://schemas.openxmlformats.org/officeDocument/2006/relationships/customXml" Target="../ink/ink304.xml"/><Relationship Id="rId210" Type="http://schemas.openxmlformats.org/officeDocument/2006/relationships/customXml" Target="../ink/ink319.xml"/><Relationship Id="rId215" Type="http://schemas.openxmlformats.org/officeDocument/2006/relationships/image" Target="../media/image322.png"/><Relationship Id="rId236" Type="http://schemas.openxmlformats.org/officeDocument/2006/relationships/customXml" Target="../ink/ink332.xml"/><Relationship Id="rId26" Type="http://schemas.openxmlformats.org/officeDocument/2006/relationships/customXml" Target="../ink/ink227.xml"/><Relationship Id="rId231" Type="http://schemas.openxmlformats.org/officeDocument/2006/relationships/image" Target="../media/image330.png"/><Relationship Id="rId47" Type="http://schemas.openxmlformats.org/officeDocument/2006/relationships/image" Target="../media/image238.png"/><Relationship Id="rId68" Type="http://schemas.openxmlformats.org/officeDocument/2006/relationships/customXml" Target="../ink/ink248.xml"/><Relationship Id="rId89" Type="http://schemas.openxmlformats.org/officeDocument/2006/relationships/image" Target="../media/image259.png"/><Relationship Id="rId112" Type="http://schemas.openxmlformats.org/officeDocument/2006/relationships/customXml" Target="../ink/ink270.xml"/><Relationship Id="rId133" Type="http://schemas.openxmlformats.org/officeDocument/2006/relationships/image" Target="../media/image281.png"/><Relationship Id="rId154" Type="http://schemas.openxmlformats.org/officeDocument/2006/relationships/customXml" Target="../ink/ink291.xml"/><Relationship Id="rId175" Type="http://schemas.openxmlformats.org/officeDocument/2006/relationships/image" Target="../media/image302.png"/><Relationship Id="rId196" Type="http://schemas.openxmlformats.org/officeDocument/2006/relationships/customXml" Target="../ink/ink312.xml"/><Relationship Id="rId200" Type="http://schemas.openxmlformats.org/officeDocument/2006/relationships/customXml" Target="../ink/ink314.xml"/><Relationship Id="rId16" Type="http://schemas.openxmlformats.org/officeDocument/2006/relationships/customXml" Target="../ink/ink222.xml"/><Relationship Id="rId221" Type="http://schemas.openxmlformats.org/officeDocument/2006/relationships/image" Target="../media/image325.png"/><Relationship Id="rId37" Type="http://schemas.openxmlformats.org/officeDocument/2006/relationships/image" Target="../media/image233.png"/><Relationship Id="rId58" Type="http://schemas.openxmlformats.org/officeDocument/2006/relationships/customXml" Target="../ink/ink243.xml"/><Relationship Id="rId79" Type="http://schemas.openxmlformats.org/officeDocument/2006/relationships/image" Target="../media/image254.png"/><Relationship Id="rId102" Type="http://schemas.openxmlformats.org/officeDocument/2006/relationships/customXml" Target="../ink/ink265.xml"/><Relationship Id="rId123" Type="http://schemas.openxmlformats.org/officeDocument/2006/relationships/image" Target="../media/image276.png"/><Relationship Id="rId144" Type="http://schemas.openxmlformats.org/officeDocument/2006/relationships/customXml" Target="../ink/ink286.xml"/><Relationship Id="rId90" Type="http://schemas.openxmlformats.org/officeDocument/2006/relationships/customXml" Target="../ink/ink259.xml"/><Relationship Id="rId165" Type="http://schemas.openxmlformats.org/officeDocument/2006/relationships/image" Target="../media/image297.png"/><Relationship Id="rId186" Type="http://schemas.openxmlformats.org/officeDocument/2006/relationships/customXml" Target="../ink/ink307.xml"/><Relationship Id="rId211" Type="http://schemas.openxmlformats.org/officeDocument/2006/relationships/image" Target="../media/image320.png"/><Relationship Id="rId232" Type="http://schemas.openxmlformats.org/officeDocument/2006/relationships/customXml" Target="../ink/ink330.xml"/><Relationship Id="rId27" Type="http://schemas.openxmlformats.org/officeDocument/2006/relationships/image" Target="../media/image228.png"/><Relationship Id="rId48" Type="http://schemas.openxmlformats.org/officeDocument/2006/relationships/customXml" Target="../ink/ink238.xml"/><Relationship Id="rId69" Type="http://schemas.openxmlformats.org/officeDocument/2006/relationships/image" Target="../media/image249.png"/><Relationship Id="rId113" Type="http://schemas.openxmlformats.org/officeDocument/2006/relationships/image" Target="../media/image271.png"/><Relationship Id="rId134" Type="http://schemas.openxmlformats.org/officeDocument/2006/relationships/customXml" Target="../ink/ink281.xml"/><Relationship Id="rId80" Type="http://schemas.openxmlformats.org/officeDocument/2006/relationships/customXml" Target="../ink/ink254.xml"/><Relationship Id="rId155" Type="http://schemas.openxmlformats.org/officeDocument/2006/relationships/image" Target="../media/image292.png"/><Relationship Id="rId176" Type="http://schemas.openxmlformats.org/officeDocument/2006/relationships/customXml" Target="../ink/ink302.xml"/><Relationship Id="rId197" Type="http://schemas.openxmlformats.org/officeDocument/2006/relationships/image" Target="../media/image313.png"/><Relationship Id="rId201" Type="http://schemas.openxmlformats.org/officeDocument/2006/relationships/image" Target="../media/image315.png"/><Relationship Id="rId222" Type="http://schemas.openxmlformats.org/officeDocument/2006/relationships/customXml" Target="../ink/ink325.xml"/><Relationship Id="rId17" Type="http://schemas.openxmlformats.org/officeDocument/2006/relationships/image" Target="../media/image223.png"/><Relationship Id="rId38" Type="http://schemas.openxmlformats.org/officeDocument/2006/relationships/customXml" Target="../ink/ink233.xml"/><Relationship Id="rId59" Type="http://schemas.openxmlformats.org/officeDocument/2006/relationships/image" Target="../media/image244.png"/><Relationship Id="rId103" Type="http://schemas.openxmlformats.org/officeDocument/2006/relationships/image" Target="../media/image266.png"/><Relationship Id="rId124" Type="http://schemas.openxmlformats.org/officeDocument/2006/relationships/customXml" Target="../ink/ink276.xml"/><Relationship Id="rId70" Type="http://schemas.openxmlformats.org/officeDocument/2006/relationships/customXml" Target="../ink/ink249.xml"/><Relationship Id="rId91" Type="http://schemas.openxmlformats.org/officeDocument/2006/relationships/image" Target="../media/image260.png"/><Relationship Id="rId145" Type="http://schemas.openxmlformats.org/officeDocument/2006/relationships/image" Target="../media/image287.png"/><Relationship Id="rId166" Type="http://schemas.openxmlformats.org/officeDocument/2006/relationships/customXml" Target="../ink/ink297.xml"/><Relationship Id="rId187" Type="http://schemas.openxmlformats.org/officeDocument/2006/relationships/image" Target="../media/image30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20.xml"/><Relationship Id="rId233" Type="http://schemas.openxmlformats.org/officeDocument/2006/relationships/image" Target="../media/image331.png"/><Relationship Id="rId28" Type="http://schemas.openxmlformats.org/officeDocument/2006/relationships/customXml" Target="../ink/ink228.xml"/><Relationship Id="rId49" Type="http://schemas.openxmlformats.org/officeDocument/2006/relationships/image" Target="../media/image239.png"/><Relationship Id="rId114" Type="http://schemas.openxmlformats.org/officeDocument/2006/relationships/customXml" Target="../ink/ink271.xml"/><Relationship Id="rId60" Type="http://schemas.openxmlformats.org/officeDocument/2006/relationships/customXml" Target="../ink/ink244.xml"/><Relationship Id="rId81" Type="http://schemas.openxmlformats.org/officeDocument/2006/relationships/image" Target="../media/image255.png"/><Relationship Id="rId135" Type="http://schemas.openxmlformats.org/officeDocument/2006/relationships/image" Target="../media/image282.png"/><Relationship Id="rId156" Type="http://schemas.openxmlformats.org/officeDocument/2006/relationships/customXml" Target="../ink/ink292.xml"/><Relationship Id="rId177" Type="http://schemas.openxmlformats.org/officeDocument/2006/relationships/image" Target="../media/image303.png"/><Relationship Id="rId198" Type="http://schemas.openxmlformats.org/officeDocument/2006/relationships/customXml" Target="../ink/ink313.xml"/><Relationship Id="rId202" Type="http://schemas.openxmlformats.org/officeDocument/2006/relationships/customXml" Target="../ink/ink315.xml"/><Relationship Id="rId223" Type="http://schemas.openxmlformats.org/officeDocument/2006/relationships/image" Target="../media/image326.png"/><Relationship Id="rId18" Type="http://schemas.openxmlformats.org/officeDocument/2006/relationships/customXml" Target="../ink/ink223.xml"/><Relationship Id="rId39" Type="http://schemas.openxmlformats.org/officeDocument/2006/relationships/image" Target="../media/image234.png"/><Relationship Id="rId50" Type="http://schemas.openxmlformats.org/officeDocument/2006/relationships/customXml" Target="../ink/ink239.xml"/><Relationship Id="rId104" Type="http://schemas.openxmlformats.org/officeDocument/2006/relationships/customXml" Target="../ink/ink266.xml"/><Relationship Id="rId125" Type="http://schemas.openxmlformats.org/officeDocument/2006/relationships/image" Target="../media/image277.png"/><Relationship Id="rId146" Type="http://schemas.openxmlformats.org/officeDocument/2006/relationships/customXml" Target="../ink/ink287.xml"/><Relationship Id="rId167" Type="http://schemas.openxmlformats.org/officeDocument/2006/relationships/image" Target="../media/image298.png"/><Relationship Id="rId188" Type="http://schemas.openxmlformats.org/officeDocument/2006/relationships/customXml" Target="../ink/ink308.xml"/><Relationship Id="rId71" Type="http://schemas.openxmlformats.org/officeDocument/2006/relationships/image" Target="../media/image250.png"/><Relationship Id="rId92" Type="http://schemas.openxmlformats.org/officeDocument/2006/relationships/customXml" Target="../ink/ink260.xml"/><Relationship Id="rId213" Type="http://schemas.openxmlformats.org/officeDocument/2006/relationships/image" Target="../media/image321.png"/><Relationship Id="rId234" Type="http://schemas.openxmlformats.org/officeDocument/2006/relationships/customXml" Target="../ink/ink331.xml"/><Relationship Id="rId2" Type="http://schemas.openxmlformats.org/officeDocument/2006/relationships/customXml" Target="../ink/ink215.xml"/><Relationship Id="rId29" Type="http://schemas.openxmlformats.org/officeDocument/2006/relationships/image" Target="../media/image229.png"/><Relationship Id="rId40" Type="http://schemas.openxmlformats.org/officeDocument/2006/relationships/customXml" Target="../ink/ink234.xml"/><Relationship Id="rId115" Type="http://schemas.openxmlformats.org/officeDocument/2006/relationships/image" Target="../media/image272.png"/><Relationship Id="rId136" Type="http://schemas.openxmlformats.org/officeDocument/2006/relationships/customXml" Target="../ink/ink282.xml"/><Relationship Id="rId157" Type="http://schemas.openxmlformats.org/officeDocument/2006/relationships/image" Target="../media/image293.png"/><Relationship Id="rId178" Type="http://schemas.openxmlformats.org/officeDocument/2006/relationships/customXml" Target="../ink/ink303.xml"/><Relationship Id="rId61" Type="http://schemas.openxmlformats.org/officeDocument/2006/relationships/image" Target="../media/image245.png"/><Relationship Id="rId82" Type="http://schemas.openxmlformats.org/officeDocument/2006/relationships/customXml" Target="../ink/ink255.xml"/><Relationship Id="rId199" Type="http://schemas.openxmlformats.org/officeDocument/2006/relationships/image" Target="../media/image314.png"/><Relationship Id="rId203" Type="http://schemas.openxmlformats.org/officeDocument/2006/relationships/image" Target="../media/image316.png"/><Relationship Id="rId19" Type="http://schemas.openxmlformats.org/officeDocument/2006/relationships/image" Target="../media/image224.png"/><Relationship Id="rId224" Type="http://schemas.openxmlformats.org/officeDocument/2006/relationships/customXml" Target="../ink/ink326.xml"/><Relationship Id="rId30" Type="http://schemas.openxmlformats.org/officeDocument/2006/relationships/customXml" Target="../ink/ink229.xml"/><Relationship Id="rId105" Type="http://schemas.openxmlformats.org/officeDocument/2006/relationships/image" Target="../media/image267.png"/><Relationship Id="rId126" Type="http://schemas.openxmlformats.org/officeDocument/2006/relationships/customXml" Target="../ink/ink277.xml"/><Relationship Id="rId147" Type="http://schemas.openxmlformats.org/officeDocument/2006/relationships/image" Target="../media/image288.png"/><Relationship Id="rId168" Type="http://schemas.openxmlformats.org/officeDocument/2006/relationships/customXml" Target="../ink/ink298.xml"/><Relationship Id="rId51" Type="http://schemas.openxmlformats.org/officeDocument/2006/relationships/image" Target="../media/image240.png"/><Relationship Id="rId72" Type="http://schemas.openxmlformats.org/officeDocument/2006/relationships/customXml" Target="../ink/ink250.xml"/><Relationship Id="rId93" Type="http://schemas.openxmlformats.org/officeDocument/2006/relationships/image" Target="../media/image261.png"/><Relationship Id="rId189" Type="http://schemas.openxmlformats.org/officeDocument/2006/relationships/image" Target="../media/image309.png"/><Relationship Id="rId3" Type="http://schemas.openxmlformats.org/officeDocument/2006/relationships/image" Target="../media/image216.png"/><Relationship Id="rId214" Type="http://schemas.openxmlformats.org/officeDocument/2006/relationships/customXml" Target="../ink/ink321.xml"/><Relationship Id="rId235" Type="http://schemas.openxmlformats.org/officeDocument/2006/relationships/image" Target="../media/image332.png"/><Relationship Id="rId116" Type="http://schemas.openxmlformats.org/officeDocument/2006/relationships/customXml" Target="../ink/ink272.xml"/><Relationship Id="rId137" Type="http://schemas.openxmlformats.org/officeDocument/2006/relationships/image" Target="../media/image283.png"/><Relationship Id="rId158" Type="http://schemas.openxmlformats.org/officeDocument/2006/relationships/customXml" Target="../ink/ink293.xml"/><Relationship Id="rId20" Type="http://schemas.openxmlformats.org/officeDocument/2006/relationships/customXml" Target="../ink/ink224.xml"/><Relationship Id="rId41" Type="http://schemas.openxmlformats.org/officeDocument/2006/relationships/image" Target="../media/image235.png"/><Relationship Id="rId62" Type="http://schemas.openxmlformats.org/officeDocument/2006/relationships/customXml" Target="../ink/ink245.xml"/><Relationship Id="rId83" Type="http://schemas.openxmlformats.org/officeDocument/2006/relationships/image" Target="../media/image256.png"/><Relationship Id="rId179" Type="http://schemas.openxmlformats.org/officeDocument/2006/relationships/image" Target="../media/image30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Multi-Class Classification —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/>
            </a:pPr>
            <a:r>
              <a:rPr dirty="0"/>
              <a:t>Goal: </a:t>
            </a:r>
            <a:r>
              <a:rPr lang="en-US" dirty="0"/>
              <a:t>E</a:t>
            </a:r>
            <a:r>
              <a:rPr dirty="0"/>
              <a:t>valuate a classifier when there are K possible classes.</a:t>
            </a:r>
            <a:endParaRPr lang="en-US" dirty="0"/>
          </a:p>
          <a:p>
            <a:pPr algn="just">
              <a:spcAft>
                <a:spcPts val="800"/>
              </a:spcAft>
              <a:defRPr sz="2000"/>
            </a:pPr>
            <a:endParaRPr lang="en-US" dirty="0"/>
          </a:p>
          <a:p>
            <a:pPr algn="just">
              <a:spcAft>
                <a:spcPts val="800"/>
              </a:spcAft>
              <a:defRPr sz="2000"/>
            </a:pPr>
            <a:r>
              <a:rPr dirty="0"/>
              <a:t>Accuracy → Confusion Matrix → Per-class Precision/Recall/F1 → Macro/Weighted averages → Top-K Accuracy</a:t>
            </a:r>
            <a:endParaRPr lang="en-US" dirty="0"/>
          </a:p>
          <a:p>
            <a:pPr algn="just">
              <a:spcAft>
                <a:spcPts val="800"/>
              </a:spcAft>
              <a:defRPr sz="2000"/>
            </a:pPr>
            <a:endParaRPr lang="en-SG" dirty="0"/>
          </a:p>
          <a:p>
            <a:pPr algn="ctr">
              <a:spcAft>
                <a:spcPts val="800"/>
              </a:spcAft>
              <a:defRPr sz="2000"/>
            </a:pPr>
            <a:r>
              <a:rPr lang="en-US" b="1" dirty="0"/>
              <a:t>O</a:t>
            </a:r>
            <a:r>
              <a:rPr b="1" dirty="0"/>
              <a:t>ne overall score is often not enough; we also need to know which classes are being confused.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2F53C4-2405-4F6E-9DE4-A72DCF266870}"/>
                  </a:ext>
                </a:extLst>
              </p14:cNvPr>
              <p14:cNvContentPartPr/>
              <p14:nvPr/>
            </p14:nvContentPartPr>
            <p14:xfrm>
              <a:off x="4707000" y="2719440"/>
              <a:ext cx="1797480" cy="32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2F53C4-2405-4F6E-9DE4-A72DCF2668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7640" y="2710080"/>
                <a:ext cx="1816200" cy="34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2435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Evaluation Metrics for Multi-Class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rPr b="1" dirty="0"/>
              <a:t>“How do we know whether a multi-class classifier is performing well?”</a:t>
            </a:r>
            <a:endParaRPr lang="en-US" b="1" dirty="0"/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b="1" dirty="0"/>
              <a:t>Accuracy:</a:t>
            </a:r>
            <a:r>
              <a:rPr dirty="0"/>
              <a:t> measures overall proportion of correct predictions.</a:t>
            </a:r>
          </a:p>
          <a:p>
            <a:pPr>
              <a:spcAft>
                <a:spcPts val="800"/>
              </a:spcAft>
              <a:defRPr sz="2000"/>
            </a:pPr>
            <a:r>
              <a:rPr b="1" dirty="0"/>
              <a:t>Confusion matrix:</a:t>
            </a:r>
            <a:r>
              <a:rPr dirty="0"/>
              <a:t> shows which actual classes are being predicted as which classes.</a:t>
            </a:r>
            <a:endParaRPr b="1" dirty="0"/>
          </a:p>
          <a:p>
            <a:pPr>
              <a:spcAft>
                <a:spcPts val="800"/>
              </a:spcAft>
              <a:defRPr sz="2000"/>
            </a:pPr>
            <a:r>
              <a:rPr b="1" dirty="0"/>
              <a:t>Per-class Precision, Recall and F1:</a:t>
            </a:r>
            <a:r>
              <a:rPr dirty="0"/>
              <a:t> evaluate each class separately.</a:t>
            </a:r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For multi-class problems, these metrics reveal information that accuracy alone can hide.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7382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Example — 3-Class Animal Classifier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Actual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Number of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663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We will use the same dataset to calculate every metric.</a:t>
            </a:r>
          </a:p>
          <a:p>
            <a:pPr>
              <a:spcAft>
                <a:spcPts val="800"/>
              </a:spcAft>
              <a:defRPr sz="1700"/>
            </a:pPr>
            <a:r>
              <a:t>The model makes one predicted class for each of the 150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5152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rPr b="1" dirty="0"/>
              <a:t>“Out of all predictions, how many were correct?”</a:t>
            </a:r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Suppose the model correctly classifies 45 cats, 38 dogs and 44 horses.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Correct predictions = 45 + 38 + 44 = 127.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Total predictions = 150.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Therefore accuracy = 127 / 150 = 84.7%.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Accuracy = Correct Predictions / Total Predictions = 127 / 150 = 84.7%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Accuracy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rPr b="1" dirty="0"/>
              <a:t>Accuracy tells us how many predictions were correct overall.</a:t>
            </a:r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It does NOT tell us which classes were confused.</a:t>
            </a:r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Example: 84.7% accuracy does not reveal whether the model is especially poor at recognizing dogs.</a:t>
            </a:r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 algn="ctr">
              <a:spcAft>
                <a:spcPts val="800"/>
              </a:spcAft>
              <a:defRPr sz="2000"/>
            </a:pPr>
            <a:r>
              <a:rPr b="1" dirty="0"/>
              <a:t>Accuracy = “How much was correct?”</a:t>
            </a:r>
            <a:endParaRPr lang="en-US" b="1" dirty="0"/>
          </a:p>
          <a:p>
            <a:pPr algn="ctr">
              <a:spcAft>
                <a:spcPts val="800"/>
              </a:spcAft>
              <a:defRPr sz="2000"/>
            </a:pPr>
            <a:r>
              <a:rPr b="1" dirty="0"/>
              <a:t>Confusion matrix = “Where did the errors occur?”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4995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Multi-Class Confusion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109923"/>
              </p:ext>
            </p:extLst>
          </p:nvPr>
        </p:nvGraphicFramePr>
        <p:xfrm>
          <a:off x="2490651" y="1176012"/>
          <a:ext cx="4786048" cy="1925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17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 dirty="0"/>
                        <a:t>Actual \ Predicted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sz="2000" dirty="0"/>
                        <a:t>Horse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6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45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3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566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38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7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69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/>
                        <a:t>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4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sz="2000" dirty="0"/>
                        <a:t>44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886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rPr dirty="0"/>
              <a:t>Rows = Actual class.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Columns = Predicted class.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Diagonal values = correct predictions.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Off-diagonal values = misclassifications.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B9D27B-7F41-E62A-981B-0FE0BF10F0B2}"/>
                  </a:ext>
                </a:extLst>
              </p14:cNvPr>
              <p14:cNvContentPartPr/>
              <p14:nvPr/>
            </p14:nvContentPartPr>
            <p14:xfrm>
              <a:off x="2047680" y="712800"/>
              <a:ext cx="5260320" cy="1854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B9D27B-7F41-E62A-981B-0FE0BF10F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8320" y="703440"/>
                <a:ext cx="5279040" cy="187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Read the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45 in </a:t>
            </a:r>
            <a:r>
              <a:rPr dirty="0" err="1"/>
              <a:t>Cat→Cat</a:t>
            </a:r>
            <a:r>
              <a:rPr dirty="0"/>
              <a:t> means 45 actual cats were correctly predicted as cats.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3 in </a:t>
            </a:r>
            <a:r>
              <a:rPr dirty="0" err="1"/>
              <a:t>Cat→Dog</a:t>
            </a:r>
            <a:r>
              <a:rPr dirty="0"/>
              <a:t> means 3 actual cats were incorrectly predicted as dogs.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5 in </a:t>
            </a:r>
            <a:r>
              <a:rPr dirty="0" err="1"/>
              <a:t>Dog→Cat</a:t>
            </a:r>
            <a:r>
              <a:rPr dirty="0"/>
              <a:t> means 5 actual dogs were incorrectly predicted as cats.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7 in </a:t>
            </a:r>
            <a:r>
              <a:rPr dirty="0" err="1"/>
              <a:t>Dog→Horse</a:t>
            </a:r>
            <a:r>
              <a:rPr dirty="0"/>
              <a:t> means 7 actual dogs were incorrectly predicted as horses.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44 in </a:t>
            </a:r>
            <a:r>
              <a:rPr dirty="0" err="1"/>
              <a:t>Horse→Horse</a:t>
            </a:r>
            <a:r>
              <a:rPr dirty="0"/>
              <a:t> means 44 actual horses were correctly predicted as horses</a:t>
            </a:r>
            <a:r>
              <a:rPr lang="en-US" dirty="0"/>
              <a:t> and so 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Diagonal = 45 + 38 + 44 = 127 correct predictions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81877-41C5-4BE3-D880-BD137B0D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870" y="3581976"/>
            <a:ext cx="4387770" cy="17551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0935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Per-Class Precision, Recall and 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In multi-class classification, calculate Precision, Recall and F1 separately for each class.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Use a one-vs-all interpretation: temporarily treat the selected class as Positive and all other classes as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For Cat: Cat = Positive; Dog + Horse =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Then calculate TP, FP and FN for Cat.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Repeat the same process for Dog and Horse.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 1 — Cat: TP, FP and FN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734034"/>
              </p:ext>
            </p:extLst>
          </p:nvPr>
        </p:nvGraphicFramePr>
        <p:xfrm>
          <a:off x="640080" y="1325880"/>
          <a:ext cx="710825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Actual Cat → Predicted 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Predicted Cat but actually Dog/Horse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 + 2 =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Actual Cat but predicted Dog/Horse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3 + 2 =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Think: “Cat versus Not Cat.” This converts the multi-class problem into a binary view for one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07899-537B-5EC0-84C5-030EEDF82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37" y="2265094"/>
            <a:ext cx="4219330" cy="16877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120AF2-99E1-8C91-AF04-A42F0A35F2A9}"/>
                  </a:ext>
                </a:extLst>
              </p14:cNvPr>
              <p14:cNvContentPartPr/>
              <p14:nvPr/>
            </p14:nvContentPartPr>
            <p14:xfrm>
              <a:off x="7091280" y="1906200"/>
              <a:ext cx="2615040" cy="2256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120AF2-99E1-8C91-AF04-A42F0A35F2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1920" y="1896840"/>
                <a:ext cx="2633760" cy="227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 —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/>
            </a:pPr>
            <a:r>
              <a:rPr b="1" dirty="0"/>
              <a:t>“Whenever the model predicts Cat, how often is it actually Cat?”</a:t>
            </a:r>
          </a:p>
          <a:p>
            <a:pPr>
              <a:spcAft>
                <a:spcPts val="800"/>
              </a:spcAft>
              <a:defRPr sz="2000"/>
            </a:pPr>
            <a:endParaRPr lang="en-US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TP = 45.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FP = 7 because 5 dogs and 2 horses were incorrectly predicted as cats.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Precision = 45 / (45 + 7) = 45 / 52 = 86.5%.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Precision(Cat) = TP / (TP + FP) = 45 / 52 = 86.5%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94DF8-068F-397D-8697-42D094866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478" y="3596065"/>
            <a:ext cx="4219330" cy="16877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 —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Recall asks: “Of all actual cats, how many did the model find?”</a:t>
            </a:r>
          </a:p>
          <a:p>
            <a:pPr>
              <a:spcAft>
                <a:spcPts val="800"/>
              </a:spcAft>
              <a:defRPr sz="2000"/>
            </a:pPr>
            <a:r>
              <a:t>TP = 45.</a:t>
            </a:r>
          </a:p>
          <a:p>
            <a:pPr>
              <a:spcAft>
                <a:spcPts val="800"/>
              </a:spcAft>
              <a:defRPr sz="2000"/>
            </a:pPr>
            <a:r>
              <a:t>FN = 5 because 3 cats were predicted as dogs and 2 cats as horses.</a:t>
            </a:r>
          </a:p>
          <a:p>
            <a:pPr>
              <a:spcAft>
                <a:spcPts val="800"/>
              </a:spcAft>
              <a:defRPr sz="2000"/>
            </a:pPr>
            <a:r>
              <a:t>Recall = 45 / (45 + 5) = 45 / 50 = 90%.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Recall(Cat) = TP / (TP + FN) = 45 / 50 = 90%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68F39-2B57-AAAB-9A73-EBF52B4CD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095" y="3387188"/>
            <a:ext cx="4219330" cy="16877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 — F1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44065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F1 combines Precision and Recall using their harmonic mean.</a:t>
            </a:r>
          </a:p>
          <a:p>
            <a:pPr>
              <a:spcAft>
                <a:spcPts val="800"/>
              </a:spcAft>
              <a:defRPr sz="2000"/>
            </a:pPr>
            <a:r>
              <a:t>Precision(Cat) = 86.5%.</a:t>
            </a:r>
          </a:p>
          <a:p>
            <a:pPr>
              <a:spcAft>
                <a:spcPts val="800"/>
              </a:spcAft>
              <a:defRPr sz="2000"/>
            </a:pPr>
            <a:r>
              <a:t>Recall(Cat) = 90.0%.</a:t>
            </a:r>
          </a:p>
          <a:p>
            <a:pPr>
              <a:spcAft>
                <a:spcPts val="800"/>
              </a:spcAft>
              <a:defRPr sz="2000"/>
            </a:pPr>
            <a:r>
              <a:t>F1(Cat) ≈ 88.2%.</a:t>
            </a:r>
          </a:p>
          <a:p>
            <a:pPr>
              <a:spcAft>
                <a:spcPts val="800"/>
              </a:spcAft>
              <a:defRPr sz="2000"/>
            </a:pPr>
            <a:r>
              <a:t>F1 is useful when both false positives and false negatives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F1 = 2 × Precision × Recall / (Precision + Recall) ≈ 88.2%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FAD1B-5CB0-AC8A-89C3-3A0125AF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979" y="3663462"/>
            <a:ext cx="4219330" cy="16877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Dog — Per-Class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204552"/>
              </p:ext>
            </p:extLst>
          </p:nvPr>
        </p:nvGraphicFramePr>
        <p:xfrm>
          <a:off x="0" y="907181"/>
          <a:ext cx="74625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2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Dog→Dog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Cat→Dog + Horse→Dog = 3 + 4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Dog→Cat + Dog→Horse = 5 + 7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38 / (38 + 7)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84.4%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38 / (38 + 12)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Harmonic mean of 84.4% and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79.9%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20D46C-2A64-B508-46B8-9BEC23BC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37" y="2265094"/>
            <a:ext cx="4219330" cy="16877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Horse — Per-Class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239208"/>
              </p:ext>
            </p:extLst>
          </p:nvPr>
        </p:nvGraphicFramePr>
        <p:xfrm>
          <a:off x="640080" y="1234440"/>
          <a:ext cx="659811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Horse→Horse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Cat→Horse + Dog→Horse = 2 + 7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Horse→Cat + Horse→Dog = 2 + 4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44 / (44 + 9)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44 / (44 + 6)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Harmonic mean of 83.0% and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85.4%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1B13987-7778-C1E2-F59A-FA480326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37" y="2265094"/>
            <a:ext cx="4219330" cy="16877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Per-Class Results — Compare the Classes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89758"/>
              </p:ext>
            </p:extLst>
          </p:nvPr>
        </p:nvGraphicFramePr>
        <p:xfrm>
          <a:off x="231006" y="1325880"/>
          <a:ext cx="731519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614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rPr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1"/>
                      </a:pPr>
                      <a: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88.2%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79.9%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Horse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/>
                      </a:pPr>
                      <a:r>
                        <a:rPr dirty="0"/>
                        <a:t>85.4%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Dog has the lowest recall: 76%.</a:t>
            </a:r>
          </a:p>
          <a:p>
            <a:pPr>
              <a:spcAft>
                <a:spcPts val="800"/>
              </a:spcAft>
              <a:defRPr sz="1700"/>
            </a:pPr>
            <a:r>
              <a:t>Interpretation: the model misses more actual dogs than it misses cats or horses.</a:t>
            </a:r>
          </a:p>
          <a:p>
            <a:pPr>
              <a:spcAft>
                <a:spcPts val="800"/>
              </a:spcAft>
              <a:defRPr sz="1700"/>
            </a:pPr>
            <a:r>
              <a:t>This is information that the single 84.7% accuracy value does not provide.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56BC5-0B84-D911-9613-866F5FAE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37" y="2265094"/>
            <a:ext cx="4219330" cy="16877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6209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Why Do We Need Averaging?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We now have three precision values, three recall values and three F1 values.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How can we summarize the model with one overall Precision, Recall or F1?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Two important approaches in the slide: Macro-average and Weighted-average.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choice depends on whether every class should have equal influence or class frequency should influence the result.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Macro-Average — Every Class Gets Equal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Macro-average calculates the metric for every class and then takes a simple arithmetic mean.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For Precision: (86.5% + 84.4% + 83.0%) / 3.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Macro Precision ≈ 84.6%.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same approach can be applied to Recall and F1.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Useful when every class is considered equally important.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Precision_macro = (Precision_Cat + Precision_Dog + Precision_Horse) / 3 ≈ 84.6%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Weighted-Average — Class Frequency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Weighted average gives each class a weight according to its number of samples.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Example imbalanced dataset: Cat = 900, Dog = 90, Horse = 10; total = 1000.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Weights: Cat = 0.90, Dog = 0.09, Horse = 0.01.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large Cat class therefore has much more influence on the final weighted metric.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Useful when the class distribution should be reflected in the summary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Weighted Metric = Σ (class frequency weight × class metric)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1355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Macro vs Weighted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How classes are treated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Best intuition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Every class has equal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“Every class gets one vote.”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Weight depends on class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/>
                      </a:pPr>
                      <a:r>
                        <a:t>“Large classes have more influence.”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If Cat, Dog and Horse each have 50 samples, macro-average is very natural.</a:t>
            </a:r>
          </a:p>
          <a:p>
            <a:pPr>
              <a:spcAft>
                <a:spcPts val="800"/>
              </a:spcAft>
              <a:defRPr sz="1600"/>
            </a:pPr>
            <a:r>
              <a:t>If one class dominates the dataset, weighted-average reflects the actual class distribution.</a:t>
            </a:r>
          </a:p>
          <a:p>
            <a:pPr>
              <a:spcAft>
                <a:spcPts val="800"/>
              </a:spcAft>
              <a:defRPr sz="1600"/>
            </a:pPr>
            <a:r>
              <a:t>Do not confuse “weighted” with “better”: the appropriate choice depends on the evaluation objective.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4364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Top-K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Top-K accuracy asks whether the correct class is among the model’s K highest-probability predictions.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Top-1: only the highest-probability prediction counts.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Top-5: any of the five highest-probability predictions can be correct.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This is particularly useful when the number of classes is very large.</a:t>
            </a:r>
          </a:p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Example application: image classification with hundreds or thousands of possible classes.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Top-1 vs Top-5 — Golden Retriever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Labrador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Golden Retriever ← TRUE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German Shepherd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Beagle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Poodle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Top-1: incorrect because Golden Retriever is not rank 1.</a:t>
            </a:r>
          </a:p>
          <a:p>
            <a:pPr>
              <a:spcAft>
                <a:spcPts val="800"/>
              </a:spcAft>
              <a:defRPr sz="1600"/>
            </a:pPr>
            <a:r>
              <a:t>Top-5: correct because Golden Retriever appears within ranks 1–5.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Top-K Accuracy — Numerical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Rank of true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Top-5?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992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dirty="0"/>
              <a:t>Top-5 Accuracy = 7 / 10 = 70%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Top-1 vs Top-5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Suppose the correct class is ranked #1 for 4 of 10 images.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Top-1 accuracy = 4 / 10 = 40%.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The correct class is within the top 5 for 7 of 10 images.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Top-5 accuracy = 7 / 10 = 70%.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/>
            </a:pPr>
            <a:r>
              <a:rPr dirty="0"/>
              <a:t>Top-5 is more forgiving because it accepts the correct answer when it is one of the model’s top candidates.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0761" y="5394960"/>
            <a:ext cx="43114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rPr dirty="0"/>
              <a:t>Top-K Accuracy ≥ Top-1 Accuracy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9C56921-418A-6240-F0A4-96A61794CB2F}"/>
                  </a:ext>
                </a:extLst>
              </p14:cNvPr>
              <p14:cNvContentPartPr/>
              <p14:nvPr/>
            </p14:nvContentPartPr>
            <p14:xfrm>
              <a:off x="703940" y="2730940"/>
              <a:ext cx="514554" cy="514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9C56921-418A-6240-F0A4-96A61794CB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932" y="2695314"/>
                <a:ext cx="586210" cy="585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AF1992C-968D-4141-E1B1-90A84E4A0AC5}"/>
                  </a:ext>
                </a:extLst>
              </p14:cNvPr>
              <p14:cNvContentPartPr/>
              <p14:nvPr/>
            </p14:nvContentPartPr>
            <p14:xfrm>
              <a:off x="1080377" y="1668840"/>
              <a:ext cx="1773720" cy="12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AF1992C-968D-4141-E1B1-90A84E4A0A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4377" y="1633200"/>
                <a:ext cx="1845360" cy="19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6D96460D-C69E-29B6-C019-049353F0207C}"/>
              </a:ext>
            </a:extLst>
          </p:cNvPr>
          <p:cNvGrpSpPr/>
          <p:nvPr/>
        </p:nvGrpSpPr>
        <p:grpSpPr>
          <a:xfrm>
            <a:off x="559817" y="459960"/>
            <a:ext cx="3095280" cy="2577600"/>
            <a:chOff x="559817" y="459960"/>
            <a:chExt cx="3095280" cy="257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87670B9-8293-00CF-FB27-86BF2AF04BF0}"/>
                    </a:ext>
                  </a:extLst>
                </p14:cNvPr>
                <p14:cNvContentPartPr/>
                <p14:nvPr/>
              </p14:nvContentPartPr>
              <p14:xfrm>
                <a:off x="662057" y="558240"/>
                <a:ext cx="13320" cy="244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87670B9-8293-00CF-FB27-86BF2AF04BF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6057" y="522240"/>
                  <a:ext cx="84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FB5739-8F46-64E4-9782-F0F5F0031A1D}"/>
                    </a:ext>
                  </a:extLst>
                </p14:cNvPr>
                <p14:cNvContentPartPr/>
                <p14:nvPr/>
              </p14:nvContentPartPr>
              <p14:xfrm>
                <a:off x="645497" y="459960"/>
                <a:ext cx="40320" cy="3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FB5739-8F46-64E4-9782-F0F5F0031A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9497" y="424320"/>
                  <a:ext cx="111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8B781DC-FFCA-5493-0BF0-8C626160BDB4}"/>
                    </a:ext>
                  </a:extLst>
                </p14:cNvPr>
                <p14:cNvContentPartPr/>
                <p14:nvPr/>
              </p14:nvContentPartPr>
              <p14:xfrm>
                <a:off x="559817" y="500280"/>
                <a:ext cx="572760" cy="58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8B781DC-FFCA-5493-0BF0-8C626160BD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4177" y="464280"/>
                  <a:ext cx="64440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B9A27B9-549E-9716-6191-D7951E39BA25}"/>
                    </a:ext>
                  </a:extLst>
                </p14:cNvPr>
                <p14:cNvContentPartPr/>
                <p14:nvPr/>
              </p14:nvContentPartPr>
              <p14:xfrm>
                <a:off x="617777" y="1497480"/>
                <a:ext cx="512280" cy="563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B9A27B9-549E-9716-6191-D7951E39BA2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2137" y="1461480"/>
                  <a:ext cx="58392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87DD4A-162D-FDE3-E26B-886FB9A8A6EA}"/>
                    </a:ext>
                  </a:extLst>
                </p14:cNvPr>
                <p14:cNvContentPartPr/>
                <p14:nvPr/>
              </p14:nvContentPartPr>
              <p14:xfrm>
                <a:off x="1092977" y="825720"/>
                <a:ext cx="1688400" cy="403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87DD4A-162D-FDE3-E26B-886FB9A8A6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6977" y="789720"/>
                  <a:ext cx="17600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526994-75C0-C11D-A94B-44BAF0085775}"/>
                    </a:ext>
                  </a:extLst>
                </p14:cNvPr>
                <p14:cNvContentPartPr/>
                <p14:nvPr/>
              </p14:nvContentPartPr>
              <p14:xfrm>
                <a:off x="1043657" y="1594680"/>
                <a:ext cx="263520" cy="2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526994-75C0-C11D-A94B-44BAF008577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7657" y="1559040"/>
                  <a:ext cx="335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7CCD5D-8AFE-B4D9-AC9A-46FC395DB64F}"/>
                    </a:ext>
                  </a:extLst>
                </p14:cNvPr>
                <p14:cNvContentPartPr/>
                <p14:nvPr/>
              </p14:nvContentPartPr>
              <p14:xfrm>
                <a:off x="1196657" y="2002200"/>
                <a:ext cx="1883160" cy="1035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7CCD5D-8AFE-B4D9-AC9A-46FC395DB6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1017" y="1966200"/>
                  <a:ext cx="1954800" cy="11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D76374-D9D8-014C-9CC2-DB207C392C55}"/>
                    </a:ext>
                  </a:extLst>
                </p14:cNvPr>
                <p14:cNvContentPartPr/>
                <p14:nvPr/>
              </p14:nvContentPartPr>
              <p14:xfrm>
                <a:off x="2641697" y="1229280"/>
                <a:ext cx="1013400" cy="995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D76374-D9D8-014C-9CC2-DB207C392C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06057" y="1193640"/>
                  <a:ext cx="1085040" cy="10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C249E1-50B9-7401-DC56-3D2D8B888479}"/>
                    </a:ext>
                  </a:extLst>
                </p14:cNvPr>
                <p14:cNvContentPartPr/>
                <p14:nvPr/>
              </p14:nvContentPartPr>
              <p14:xfrm>
                <a:off x="1856897" y="471120"/>
                <a:ext cx="354240" cy="28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C249E1-50B9-7401-DC56-3D2D8B8884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1257" y="435120"/>
                  <a:ext cx="4258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480E45-74E8-8CD6-62C6-30D522D10D4F}"/>
                    </a:ext>
                  </a:extLst>
                </p14:cNvPr>
                <p14:cNvContentPartPr/>
                <p14:nvPr/>
              </p14:nvContentPartPr>
              <p14:xfrm>
                <a:off x="2365217" y="552480"/>
                <a:ext cx="18720" cy="178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480E45-74E8-8CD6-62C6-30D522D10D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9217" y="516840"/>
                  <a:ext cx="903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BFA066-AE4F-85D6-CD96-A949AD9A18DE}"/>
                    </a:ext>
                  </a:extLst>
                </p14:cNvPr>
                <p14:cNvContentPartPr/>
                <p14:nvPr/>
              </p14:nvContentPartPr>
              <p14:xfrm>
                <a:off x="1575737" y="1470120"/>
                <a:ext cx="27720" cy="134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BFA066-AE4F-85D6-CD96-A949AD9A18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40097" y="1434120"/>
                  <a:ext cx="99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FD7A1E-9F6B-7675-7CC8-CC13B5713A85}"/>
                    </a:ext>
                  </a:extLst>
                </p14:cNvPr>
                <p14:cNvContentPartPr/>
                <p14:nvPr/>
              </p14:nvContentPartPr>
              <p14:xfrm>
                <a:off x="1719377" y="1213800"/>
                <a:ext cx="280080" cy="264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FD7A1E-9F6B-7675-7CC8-CC13B5713A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83737" y="1177800"/>
                  <a:ext cx="3517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176CAD-535B-51BA-FC71-C1B306597104}"/>
                    </a:ext>
                  </a:extLst>
                </p14:cNvPr>
                <p14:cNvContentPartPr/>
                <p14:nvPr/>
              </p14:nvContentPartPr>
              <p14:xfrm>
                <a:off x="2080817" y="1335840"/>
                <a:ext cx="216720" cy="188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176CAD-535B-51BA-FC71-C1B3065971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45177" y="1299840"/>
                  <a:ext cx="288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1DF3EB-5E97-9F86-AE0D-A9D0269083F1}"/>
                    </a:ext>
                  </a:extLst>
                </p14:cNvPr>
                <p14:cNvContentPartPr/>
                <p14:nvPr/>
              </p14:nvContentPartPr>
              <p14:xfrm>
                <a:off x="1572857" y="1934880"/>
                <a:ext cx="405720" cy="268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1DF3EB-5E97-9F86-AE0D-A9D0269083F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37217" y="1898880"/>
                  <a:ext cx="4773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1D63ED-8C3A-427F-2199-6D8C5B02BCD4}"/>
                    </a:ext>
                  </a:extLst>
                </p14:cNvPr>
                <p14:cNvContentPartPr/>
                <p14:nvPr/>
              </p14:nvContentPartPr>
              <p14:xfrm>
                <a:off x="2019977" y="1887720"/>
                <a:ext cx="230760" cy="22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1D63ED-8C3A-427F-2199-6D8C5B02BC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3977" y="1851720"/>
                  <a:ext cx="30240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8715930-B90B-46BA-0547-4D1EE02381AE}"/>
              </a:ext>
            </a:extLst>
          </p:cNvPr>
          <p:cNvGrpSpPr/>
          <p:nvPr/>
        </p:nvGrpSpPr>
        <p:grpSpPr>
          <a:xfrm>
            <a:off x="3744737" y="1038480"/>
            <a:ext cx="4725720" cy="1355400"/>
            <a:chOff x="3744737" y="1038480"/>
            <a:chExt cx="4725720" cy="13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6E03DB1-122B-1132-686F-3858A0327B3D}"/>
                    </a:ext>
                  </a:extLst>
                </p14:cNvPr>
                <p14:cNvContentPartPr/>
                <p14:nvPr/>
              </p14:nvContentPartPr>
              <p14:xfrm>
                <a:off x="3744737" y="1689360"/>
                <a:ext cx="1534320" cy="87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6E03DB1-122B-1132-686F-3858A0327B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09097" y="1653360"/>
                  <a:ext cx="1605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1D837C-3DD5-8BC2-BBD7-61F0DE8AA314}"/>
                    </a:ext>
                  </a:extLst>
                </p14:cNvPr>
                <p14:cNvContentPartPr/>
                <p14:nvPr/>
              </p14:nvContentPartPr>
              <p14:xfrm>
                <a:off x="5128217" y="1339440"/>
                <a:ext cx="1131480" cy="964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1D837C-3DD5-8BC2-BBD7-61F0DE8AA3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92577" y="1303440"/>
                  <a:ext cx="1203120" cy="10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233528-E49C-BED6-45E5-3E7AE17E54BE}"/>
                    </a:ext>
                  </a:extLst>
                </p14:cNvPr>
                <p14:cNvContentPartPr/>
                <p14:nvPr/>
              </p14:nvContentPartPr>
              <p14:xfrm>
                <a:off x="6186977" y="1803120"/>
                <a:ext cx="945360" cy="49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233528-E49C-BED6-45E5-3E7AE17E54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51337" y="1767120"/>
                  <a:ext cx="1017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25946F-ECCB-ECE9-0733-B9A31B00A1BB}"/>
                    </a:ext>
                  </a:extLst>
                </p14:cNvPr>
                <p14:cNvContentPartPr/>
                <p14:nvPr/>
              </p14:nvContentPartPr>
              <p14:xfrm>
                <a:off x="7232057" y="1527360"/>
                <a:ext cx="398520" cy="484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25946F-ECCB-ECE9-0733-B9A31B00A1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96057" y="1491360"/>
                  <a:ext cx="47016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36FE671-9B9D-DC61-D8AD-26037CB9FF46}"/>
                    </a:ext>
                  </a:extLst>
                </p14:cNvPr>
                <p14:cNvContentPartPr/>
                <p14:nvPr/>
              </p14:nvContentPartPr>
              <p14:xfrm>
                <a:off x="7702217" y="1514040"/>
                <a:ext cx="582840" cy="879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36FE671-9B9D-DC61-D8AD-26037CB9FF4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66217" y="1478400"/>
                  <a:ext cx="65448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38BEDA-5045-7F00-0659-752EE07FD4AB}"/>
                    </a:ext>
                  </a:extLst>
                </p14:cNvPr>
                <p14:cNvContentPartPr/>
                <p14:nvPr/>
              </p14:nvContentPartPr>
              <p14:xfrm>
                <a:off x="8109017" y="1043160"/>
                <a:ext cx="361440" cy="236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38BEDA-5045-7F00-0659-752EE07FD4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73377" y="1007520"/>
                  <a:ext cx="4330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3E2504-5E87-7CCC-7D63-048099F17157}"/>
                    </a:ext>
                  </a:extLst>
                </p14:cNvPr>
                <p14:cNvContentPartPr/>
                <p14:nvPr/>
              </p14:nvContentPartPr>
              <p14:xfrm>
                <a:off x="4429457" y="1038480"/>
                <a:ext cx="340920" cy="289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3E2504-5E87-7CCC-7D63-048099F171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93457" y="1002840"/>
                  <a:ext cx="412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762952-1866-ABF9-A0AC-EBE90F712EC7}"/>
                    </a:ext>
                  </a:extLst>
                </p14:cNvPr>
                <p14:cNvContentPartPr/>
                <p14:nvPr/>
              </p14:nvContentPartPr>
              <p14:xfrm>
                <a:off x="4727537" y="1222440"/>
                <a:ext cx="203760" cy="168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762952-1866-ABF9-A0AC-EBE90F712E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91897" y="1186800"/>
                  <a:ext cx="275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26E7DA-F0C7-FD7D-BFE6-2971865EE496}"/>
                    </a:ext>
                  </a:extLst>
                </p14:cNvPr>
                <p14:cNvContentPartPr/>
                <p14:nvPr/>
              </p14:nvContentPartPr>
              <p14:xfrm>
                <a:off x="4814657" y="1215600"/>
                <a:ext cx="105480" cy="407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26E7DA-F0C7-FD7D-BFE6-2971865EE4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78657" y="1179600"/>
                  <a:ext cx="17712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189473F-802F-7D66-951F-DABED6D793AD}"/>
              </a:ext>
            </a:extLst>
          </p:cNvPr>
          <p:cNvGrpSpPr/>
          <p:nvPr/>
        </p:nvGrpSpPr>
        <p:grpSpPr>
          <a:xfrm>
            <a:off x="1056977" y="2744520"/>
            <a:ext cx="8815680" cy="3528000"/>
            <a:chOff x="1056977" y="2744520"/>
            <a:chExt cx="8815680" cy="352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752D3C-A862-D3EE-36BB-6995326C77F7}"/>
                    </a:ext>
                  </a:extLst>
                </p14:cNvPr>
                <p14:cNvContentPartPr/>
                <p14:nvPr/>
              </p14:nvContentPartPr>
              <p14:xfrm>
                <a:off x="2244977" y="3074640"/>
                <a:ext cx="384480" cy="406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752D3C-A862-D3EE-36BB-6995326C77F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208977" y="3039000"/>
                  <a:ext cx="4561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CD12AA8-1588-B660-6D0D-AB1F9CF4258F}"/>
                    </a:ext>
                  </a:extLst>
                </p14:cNvPr>
                <p14:cNvContentPartPr/>
                <p14:nvPr/>
              </p14:nvContentPartPr>
              <p14:xfrm>
                <a:off x="2744657" y="3414840"/>
                <a:ext cx="437400" cy="24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CD12AA8-1588-B660-6D0D-AB1F9CF425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09017" y="3378840"/>
                  <a:ext cx="5090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128DB6-387C-D652-36DB-D62E1C2A9E46}"/>
                    </a:ext>
                  </a:extLst>
                </p14:cNvPr>
                <p14:cNvContentPartPr/>
                <p14:nvPr/>
              </p14:nvContentPartPr>
              <p14:xfrm>
                <a:off x="3253697" y="3494760"/>
                <a:ext cx="354240" cy="194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128DB6-387C-D652-36DB-D62E1C2A9E4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18057" y="3459120"/>
                  <a:ext cx="425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68298E0-ED3B-77C0-D53E-48C9BE1CEB6C}"/>
                    </a:ext>
                  </a:extLst>
                </p14:cNvPr>
                <p14:cNvContentPartPr/>
                <p14:nvPr/>
              </p14:nvContentPartPr>
              <p14:xfrm>
                <a:off x="4018697" y="3360120"/>
                <a:ext cx="142200" cy="24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68298E0-ED3B-77C0-D53E-48C9BE1CEB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83057" y="3324120"/>
                  <a:ext cx="213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8C310D2-1D94-22CC-D568-448EA3C9B259}"/>
                    </a:ext>
                  </a:extLst>
                </p14:cNvPr>
                <p14:cNvContentPartPr/>
                <p14:nvPr/>
              </p14:nvContentPartPr>
              <p14:xfrm>
                <a:off x="4039217" y="3436800"/>
                <a:ext cx="82800" cy="1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8C310D2-1D94-22CC-D568-448EA3C9B25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03577" y="3401160"/>
                  <a:ext cx="154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6DD9B0-4900-5819-8E3E-56391B662ED1}"/>
                    </a:ext>
                  </a:extLst>
                </p14:cNvPr>
                <p14:cNvContentPartPr/>
                <p14:nvPr/>
              </p14:nvContentPartPr>
              <p14:xfrm>
                <a:off x="4760657" y="3158520"/>
                <a:ext cx="465120" cy="347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6DD9B0-4900-5819-8E3E-56391B662E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25017" y="3122880"/>
                  <a:ext cx="53676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3DA1E1-8A99-80E1-FC57-D9572A22BD87}"/>
                    </a:ext>
                  </a:extLst>
                </p14:cNvPr>
                <p14:cNvContentPartPr/>
                <p14:nvPr/>
              </p14:nvContentPartPr>
              <p14:xfrm>
                <a:off x="5384537" y="3505200"/>
                <a:ext cx="100440" cy="20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3DA1E1-8A99-80E1-FC57-D9572A22BD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48897" y="3469560"/>
                  <a:ext cx="172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219A8F-23CC-59FF-1EB2-A42ECF4B27C7}"/>
                    </a:ext>
                  </a:extLst>
                </p14:cNvPr>
                <p14:cNvContentPartPr/>
                <p14:nvPr/>
              </p14:nvContentPartPr>
              <p14:xfrm>
                <a:off x="5634377" y="3354720"/>
                <a:ext cx="38880" cy="32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219A8F-23CC-59FF-1EB2-A42ECF4B27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98377" y="3319080"/>
                  <a:ext cx="1105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34E9293-33BF-5FA3-9B44-FC5914D00C3E}"/>
                    </a:ext>
                  </a:extLst>
                </p14:cNvPr>
                <p14:cNvContentPartPr/>
                <p14:nvPr/>
              </p14:nvContentPartPr>
              <p14:xfrm>
                <a:off x="5838857" y="3383520"/>
                <a:ext cx="241560" cy="381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34E9293-33BF-5FA3-9B44-FC5914D00C3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02857" y="3347880"/>
                  <a:ext cx="3132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2D4E66-601E-A345-5414-1606CBE5100C}"/>
                    </a:ext>
                  </a:extLst>
                </p14:cNvPr>
                <p14:cNvContentPartPr/>
                <p14:nvPr/>
              </p14:nvContentPartPr>
              <p14:xfrm>
                <a:off x="6442937" y="3384240"/>
                <a:ext cx="268560" cy="3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2D4E66-601E-A345-5414-1606CBE510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07297" y="3348240"/>
                  <a:ext cx="340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137283C-04C2-35C7-3673-BE9F8FBCACF1}"/>
                    </a:ext>
                  </a:extLst>
                </p14:cNvPr>
                <p14:cNvContentPartPr/>
                <p14:nvPr/>
              </p14:nvContentPartPr>
              <p14:xfrm>
                <a:off x="7062497" y="3192720"/>
                <a:ext cx="542520" cy="968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137283C-04C2-35C7-3673-BE9F8FBCACF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26497" y="3156720"/>
                  <a:ext cx="614160" cy="10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43ECF73-5DE0-FC82-597F-C84BEF693E87}"/>
                    </a:ext>
                  </a:extLst>
                </p14:cNvPr>
                <p14:cNvContentPartPr/>
                <p14:nvPr/>
              </p14:nvContentPartPr>
              <p14:xfrm>
                <a:off x="7999217" y="2744520"/>
                <a:ext cx="332640" cy="819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43ECF73-5DE0-FC82-597F-C84BEF693E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63217" y="2708880"/>
                  <a:ext cx="404280" cy="89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5E8A07-4755-7D93-22A6-E88E42B34A03}"/>
                    </a:ext>
                  </a:extLst>
                </p14:cNvPr>
                <p14:cNvContentPartPr/>
                <p14:nvPr/>
              </p14:nvContentPartPr>
              <p14:xfrm>
                <a:off x="8409617" y="2907240"/>
                <a:ext cx="392040" cy="559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5E8A07-4755-7D93-22A6-E88E42B34A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73617" y="2871600"/>
                  <a:ext cx="4636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00B7C9-FB2F-687C-7A46-1485A5E15033}"/>
                    </a:ext>
                  </a:extLst>
                </p14:cNvPr>
                <p14:cNvContentPartPr/>
                <p14:nvPr/>
              </p14:nvContentPartPr>
              <p14:xfrm>
                <a:off x="7958537" y="3692760"/>
                <a:ext cx="1021320" cy="52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00B7C9-FB2F-687C-7A46-1485A5E1503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22537" y="3657120"/>
                  <a:ext cx="1092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ED311D-D539-F875-DED5-FC5483C3C9C2}"/>
                    </a:ext>
                  </a:extLst>
                </p14:cNvPr>
                <p14:cNvContentPartPr/>
                <p14:nvPr/>
              </p14:nvContentPartPr>
              <p14:xfrm>
                <a:off x="7999937" y="3913440"/>
                <a:ext cx="407520" cy="624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ED311D-D539-F875-DED5-FC5483C3C9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64297" y="3877800"/>
                  <a:ext cx="47916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CD7E3E6-7601-D21D-02DD-79FAE8802E9D}"/>
                    </a:ext>
                  </a:extLst>
                </p14:cNvPr>
                <p14:cNvContentPartPr/>
                <p14:nvPr/>
              </p14:nvContentPartPr>
              <p14:xfrm>
                <a:off x="8586737" y="4025400"/>
                <a:ext cx="426600" cy="369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CD7E3E6-7601-D21D-02DD-79FAE8802E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51097" y="3989760"/>
                  <a:ext cx="4982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230AFC8-DB4B-CB92-304A-5DCD1920A67C}"/>
                    </a:ext>
                  </a:extLst>
                </p14:cNvPr>
                <p14:cNvContentPartPr/>
                <p14:nvPr/>
              </p14:nvContentPartPr>
              <p14:xfrm>
                <a:off x="9063017" y="4381800"/>
                <a:ext cx="143280" cy="135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230AFC8-DB4B-CB92-304A-5DCD1920A6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27017" y="4345800"/>
                  <a:ext cx="214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DE504B5-225C-7BCA-2E19-5D9B2A90904B}"/>
                    </a:ext>
                  </a:extLst>
                </p14:cNvPr>
                <p14:cNvContentPartPr/>
                <p14:nvPr/>
              </p14:nvContentPartPr>
              <p14:xfrm>
                <a:off x="9329057" y="4234920"/>
                <a:ext cx="107640" cy="279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DE504B5-225C-7BCA-2E19-5D9B2A9090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93057" y="4198920"/>
                  <a:ext cx="1792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DFE8D0-16BB-89CB-066D-99BCE079500C}"/>
                    </a:ext>
                  </a:extLst>
                </p14:cNvPr>
                <p14:cNvContentPartPr/>
                <p14:nvPr/>
              </p14:nvContentPartPr>
              <p14:xfrm>
                <a:off x="9523097" y="4145640"/>
                <a:ext cx="349560" cy="458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DFE8D0-16BB-89CB-066D-99BCE07950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87097" y="4109640"/>
                  <a:ext cx="42120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4AF9B9-CDDD-3A19-A48E-33CA9903C12A}"/>
                    </a:ext>
                  </a:extLst>
                </p14:cNvPr>
                <p14:cNvContentPartPr/>
                <p14:nvPr/>
              </p14:nvContentPartPr>
              <p14:xfrm>
                <a:off x="1056977" y="4733520"/>
                <a:ext cx="398160" cy="358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4AF9B9-CDDD-3A19-A48E-33CA9903C12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1337" y="4697520"/>
                  <a:ext cx="4698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A4B89A2-B683-6C77-8B19-495D8F2C5F37}"/>
                    </a:ext>
                  </a:extLst>
                </p14:cNvPr>
                <p14:cNvContentPartPr/>
                <p14:nvPr/>
              </p14:nvContentPartPr>
              <p14:xfrm>
                <a:off x="1497617" y="5056800"/>
                <a:ext cx="384480" cy="22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A4B89A2-B683-6C77-8B19-495D8F2C5F3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61617" y="5020800"/>
                  <a:ext cx="4561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EB6D5D-2820-6FFB-72ED-0F9F047BAE20}"/>
                    </a:ext>
                  </a:extLst>
                </p14:cNvPr>
                <p14:cNvContentPartPr/>
                <p14:nvPr/>
              </p14:nvContentPartPr>
              <p14:xfrm>
                <a:off x="1764377" y="5044560"/>
                <a:ext cx="64800" cy="48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EB6D5D-2820-6FFB-72ED-0F9F047BAE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28377" y="5008920"/>
                  <a:ext cx="1364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E1B454B-9A00-F670-834B-E6EA92F68629}"/>
                    </a:ext>
                  </a:extLst>
                </p14:cNvPr>
                <p14:cNvContentPartPr/>
                <p14:nvPr/>
              </p14:nvContentPartPr>
              <p14:xfrm>
                <a:off x="2072177" y="4956000"/>
                <a:ext cx="424800" cy="266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E1B454B-9A00-F670-834B-E6EA92F6862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36537" y="4920000"/>
                  <a:ext cx="4964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1E7E1D1-AD61-A0E5-3E04-289F7D1EBB87}"/>
                    </a:ext>
                  </a:extLst>
                </p14:cNvPr>
                <p14:cNvContentPartPr/>
                <p14:nvPr/>
              </p14:nvContentPartPr>
              <p14:xfrm>
                <a:off x="2574017" y="5027280"/>
                <a:ext cx="357480" cy="205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1E7E1D1-AD61-A0E5-3E04-289F7D1EBB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38017" y="4991640"/>
                  <a:ext cx="4291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DDBA9C-184D-7806-B6FD-E8C72F1EDEF1}"/>
                    </a:ext>
                  </a:extLst>
                </p14:cNvPr>
                <p14:cNvContentPartPr/>
                <p14:nvPr/>
              </p14:nvContentPartPr>
              <p14:xfrm>
                <a:off x="3606497" y="4784640"/>
                <a:ext cx="200880" cy="36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DDBA9C-184D-7806-B6FD-E8C72F1EDE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70497" y="4748640"/>
                  <a:ext cx="272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DEAB9F5-4C71-3CA0-93D1-ADBF40F6B4C5}"/>
                    </a:ext>
                  </a:extLst>
                </p14:cNvPr>
                <p14:cNvContentPartPr/>
                <p14:nvPr/>
              </p14:nvContentPartPr>
              <p14:xfrm>
                <a:off x="3592817" y="4916040"/>
                <a:ext cx="226080" cy="42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DEAB9F5-4C71-3CA0-93D1-ADBF40F6B4C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56817" y="4880040"/>
                  <a:ext cx="297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A0B7E8-B6B0-F62D-81C8-665265D0E83B}"/>
                    </a:ext>
                  </a:extLst>
                </p14:cNvPr>
                <p14:cNvContentPartPr/>
                <p14:nvPr/>
              </p14:nvContentPartPr>
              <p14:xfrm>
                <a:off x="4226417" y="4538040"/>
                <a:ext cx="304560" cy="339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A0B7E8-B6B0-F62D-81C8-665265D0E83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90777" y="4502400"/>
                  <a:ext cx="3762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B8E4187-8CFE-4D47-B780-805BB7D7073F}"/>
                    </a:ext>
                  </a:extLst>
                </p14:cNvPr>
                <p14:cNvContentPartPr/>
                <p14:nvPr/>
              </p14:nvContentPartPr>
              <p14:xfrm>
                <a:off x="4521977" y="4850880"/>
                <a:ext cx="252360" cy="23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B8E4187-8CFE-4D47-B780-805BB7D707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85977" y="4815240"/>
                  <a:ext cx="324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4AE61F9-73CF-AE8A-E524-67C4233E1EE6}"/>
                    </a:ext>
                  </a:extLst>
                </p14:cNvPr>
                <p14:cNvContentPartPr/>
                <p14:nvPr/>
              </p14:nvContentPartPr>
              <p14:xfrm>
                <a:off x="4655537" y="4914240"/>
                <a:ext cx="87840" cy="350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4AE61F9-73CF-AE8A-E524-67C4233E1EE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19897" y="4878240"/>
                  <a:ext cx="1594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C984819-3FCB-859D-1028-E73EC5BEB780}"/>
                    </a:ext>
                  </a:extLst>
                </p14:cNvPr>
                <p14:cNvContentPartPr/>
                <p14:nvPr/>
              </p14:nvContentPartPr>
              <p14:xfrm>
                <a:off x="4991777" y="5104320"/>
                <a:ext cx="162720" cy="19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C984819-3FCB-859D-1028-E73EC5BEB78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56137" y="5068320"/>
                  <a:ext cx="234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A89695E-C411-AAB8-4B13-A7FE814D873A}"/>
                    </a:ext>
                  </a:extLst>
                </p14:cNvPr>
                <p14:cNvContentPartPr/>
                <p14:nvPr/>
              </p14:nvContentPartPr>
              <p14:xfrm>
                <a:off x="5286977" y="4963920"/>
                <a:ext cx="79200" cy="325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A89695E-C411-AAB8-4B13-A7FE814D873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50977" y="4927920"/>
                  <a:ext cx="1508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F84D1EC-3551-C9CC-0270-8AB5B163C21F}"/>
                    </a:ext>
                  </a:extLst>
                </p14:cNvPr>
                <p14:cNvContentPartPr/>
                <p14:nvPr/>
              </p14:nvContentPartPr>
              <p14:xfrm>
                <a:off x="5408657" y="5009280"/>
                <a:ext cx="290160" cy="346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F84D1EC-3551-C9CC-0270-8AB5B163C2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73017" y="4973280"/>
                  <a:ext cx="3618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74217A7-48F7-37EC-5BA4-8C1078751CDF}"/>
                    </a:ext>
                  </a:extLst>
                </p14:cNvPr>
                <p14:cNvContentPartPr/>
                <p14:nvPr/>
              </p14:nvContentPartPr>
              <p14:xfrm>
                <a:off x="6113177" y="5069760"/>
                <a:ext cx="181440" cy="31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74217A7-48F7-37EC-5BA4-8C1078751C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77177" y="5033760"/>
                  <a:ext cx="253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6C5ED3D-90C2-B2DD-BDF1-B47CD594CEDB}"/>
                    </a:ext>
                  </a:extLst>
                </p14:cNvPr>
                <p14:cNvContentPartPr/>
                <p14:nvPr/>
              </p14:nvContentPartPr>
              <p14:xfrm>
                <a:off x="6809777" y="4823520"/>
                <a:ext cx="477000" cy="802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6C5ED3D-90C2-B2DD-BDF1-B47CD594CE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74137" y="4787520"/>
                  <a:ext cx="54864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BD0C576-6B3B-7D81-C9AC-C845E3904512}"/>
                    </a:ext>
                  </a:extLst>
                </p14:cNvPr>
                <p14:cNvContentPartPr/>
                <p14:nvPr/>
              </p14:nvContentPartPr>
              <p14:xfrm>
                <a:off x="7523657" y="4449120"/>
                <a:ext cx="281520" cy="690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BD0C576-6B3B-7D81-C9AC-C845E39045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88017" y="4413480"/>
                  <a:ext cx="35316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5A6731-1FFD-652F-951C-4BD6CEEDA794}"/>
                    </a:ext>
                  </a:extLst>
                </p14:cNvPr>
                <p14:cNvContentPartPr/>
                <p14:nvPr/>
              </p14:nvContentPartPr>
              <p14:xfrm>
                <a:off x="7868897" y="4765200"/>
                <a:ext cx="411120" cy="414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5A6731-1FFD-652F-951C-4BD6CEEDA79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33257" y="4729200"/>
                  <a:ext cx="4827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A91D60-13D8-FBB6-5EA5-40C0D37010F9}"/>
                    </a:ext>
                  </a:extLst>
                </p14:cNvPr>
                <p14:cNvContentPartPr/>
                <p14:nvPr/>
              </p14:nvContentPartPr>
              <p14:xfrm>
                <a:off x="7324577" y="5334000"/>
                <a:ext cx="1218240" cy="26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A91D60-13D8-FBB6-5EA5-40C0D37010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88937" y="5298360"/>
                  <a:ext cx="1289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2A45AB-F263-26B7-27A7-F37C284840DD}"/>
                    </a:ext>
                  </a:extLst>
                </p14:cNvPr>
                <p14:cNvContentPartPr/>
                <p14:nvPr/>
              </p14:nvContentPartPr>
              <p14:xfrm>
                <a:off x="7517897" y="5468640"/>
                <a:ext cx="324360" cy="693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2A45AB-F263-26B7-27A7-F37C284840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1897" y="5433000"/>
                  <a:ext cx="396000" cy="76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A5E0C4-334E-9B48-F03A-57F0CE9A172D}"/>
                    </a:ext>
                  </a:extLst>
                </p14:cNvPr>
                <p14:cNvContentPartPr/>
                <p14:nvPr/>
              </p14:nvContentPartPr>
              <p14:xfrm>
                <a:off x="8032337" y="5651160"/>
                <a:ext cx="370440" cy="338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A5E0C4-334E-9B48-F03A-57F0CE9A172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96337" y="5615160"/>
                  <a:ext cx="44208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BCF6141-9336-D5A6-B3E7-4BA52F6DC601}"/>
                    </a:ext>
                  </a:extLst>
                </p14:cNvPr>
                <p14:cNvContentPartPr/>
                <p14:nvPr/>
              </p14:nvContentPartPr>
              <p14:xfrm>
                <a:off x="8394857" y="5883720"/>
                <a:ext cx="200520" cy="212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BCF6141-9336-D5A6-B3E7-4BA52F6DC6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58857" y="5847720"/>
                  <a:ext cx="272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D7455F-BFC6-17A9-4CD7-D5AC37FC5712}"/>
                    </a:ext>
                  </a:extLst>
                </p14:cNvPr>
                <p14:cNvContentPartPr/>
                <p14:nvPr/>
              </p14:nvContentPartPr>
              <p14:xfrm>
                <a:off x="8614817" y="6000000"/>
                <a:ext cx="32760" cy="272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D7455F-BFC6-17A9-4CD7-D5AC37FC571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79177" y="5964000"/>
                  <a:ext cx="1044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7413F6D-4C13-7BAD-2F48-70428DB9FA13}"/>
                    </a:ext>
                  </a:extLst>
                </p14:cNvPr>
                <p14:cNvContentPartPr/>
                <p14:nvPr/>
              </p14:nvContentPartPr>
              <p14:xfrm>
                <a:off x="8816057" y="5907840"/>
                <a:ext cx="124560" cy="217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7413F6D-4C13-7BAD-2F48-70428DB9FA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780057" y="5871840"/>
                  <a:ext cx="1962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AFDF542-A5DE-25F7-F291-555A056EB2EA}"/>
                    </a:ext>
                  </a:extLst>
                </p14:cNvPr>
                <p14:cNvContentPartPr/>
                <p14:nvPr/>
              </p14:nvContentPartPr>
              <p14:xfrm>
                <a:off x="9045017" y="5749440"/>
                <a:ext cx="91800" cy="362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AFDF542-A5DE-25F7-F291-555A056EB2E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09377" y="5713440"/>
                  <a:ext cx="1634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3F869A-D4B7-AA93-C5C7-FCDDCB1E7141}"/>
                    </a:ext>
                  </a:extLst>
                </p14:cNvPr>
                <p14:cNvContentPartPr/>
                <p14:nvPr/>
              </p14:nvContentPartPr>
              <p14:xfrm>
                <a:off x="9212777" y="5666280"/>
                <a:ext cx="324360" cy="492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3F869A-D4B7-AA93-C5C7-FCDDCB1E714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77137" y="5630640"/>
                  <a:ext cx="396000" cy="56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9F89792-C338-2056-8969-9092A51D4EF8}"/>
                  </a:ext>
                </a:extLst>
              </p14:cNvPr>
              <p14:cNvContentPartPr/>
              <p14:nvPr/>
            </p14:nvContentPartPr>
            <p14:xfrm>
              <a:off x="7134137" y="6450000"/>
              <a:ext cx="2767320" cy="2534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9F89792-C338-2056-8969-9092A51D4EF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098137" y="6414360"/>
                <a:ext cx="2838960" cy="32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2FEEA1E-C18B-7DA8-7BF4-D1B36A194C24}"/>
              </a:ext>
            </a:extLst>
          </p:cNvPr>
          <p:cNvGrpSpPr/>
          <p:nvPr/>
        </p:nvGrpSpPr>
        <p:grpSpPr>
          <a:xfrm>
            <a:off x="3482297" y="639600"/>
            <a:ext cx="631080" cy="811080"/>
            <a:chOff x="3482297" y="639600"/>
            <a:chExt cx="631080" cy="81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A9718F-73BC-312F-B38A-173C3C1BD9B2}"/>
                    </a:ext>
                  </a:extLst>
                </p14:cNvPr>
                <p14:cNvContentPartPr/>
                <p14:nvPr/>
              </p14:nvContentPartPr>
              <p14:xfrm>
                <a:off x="3482297" y="639600"/>
                <a:ext cx="315360" cy="405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A9718F-73BC-312F-B38A-173C3C1BD9B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446657" y="603960"/>
                  <a:ext cx="3870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C3138F-C53A-2065-8C42-C5782CB34879}"/>
                    </a:ext>
                  </a:extLst>
                </p14:cNvPr>
                <p14:cNvContentPartPr/>
                <p14:nvPr/>
              </p14:nvContentPartPr>
              <p14:xfrm>
                <a:off x="4086737" y="1014720"/>
                <a:ext cx="26640" cy="435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C3138F-C53A-2065-8C42-C5782CB348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0737" y="978720"/>
                  <a:ext cx="98280" cy="50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FC8E0D0-5B15-F84A-012B-68561B9FBD8A}"/>
              </a:ext>
            </a:extLst>
          </p:cNvPr>
          <p:cNvGrpSpPr/>
          <p:nvPr/>
        </p:nvGrpSpPr>
        <p:grpSpPr>
          <a:xfrm>
            <a:off x="5599817" y="563640"/>
            <a:ext cx="917640" cy="564120"/>
            <a:chOff x="5599817" y="563640"/>
            <a:chExt cx="917640" cy="56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1B651A3-421D-833D-1A02-4DD8AD779301}"/>
                    </a:ext>
                  </a:extLst>
                </p14:cNvPr>
                <p14:cNvContentPartPr/>
                <p14:nvPr/>
              </p14:nvContentPartPr>
              <p14:xfrm>
                <a:off x="5599817" y="563640"/>
                <a:ext cx="296640" cy="413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1B651A3-421D-833D-1A02-4DD8AD77930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64177" y="527640"/>
                  <a:ext cx="3682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A9E1F34-79D5-416A-876D-EC6F09A42F75}"/>
                    </a:ext>
                  </a:extLst>
                </p14:cNvPr>
                <p14:cNvContentPartPr/>
                <p14:nvPr/>
              </p14:nvContentPartPr>
              <p14:xfrm>
                <a:off x="6040097" y="863520"/>
                <a:ext cx="477360" cy="264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A9E1F34-79D5-416A-876D-EC6F09A42F7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04457" y="827520"/>
                  <a:ext cx="549000" cy="33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146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D793CD0-B162-2167-E6AA-303224DA3239}"/>
              </a:ext>
            </a:extLst>
          </p:cNvPr>
          <p:cNvGrpSpPr/>
          <p:nvPr/>
        </p:nvGrpSpPr>
        <p:grpSpPr>
          <a:xfrm>
            <a:off x="337697" y="449520"/>
            <a:ext cx="2393280" cy="2130120"/>
            <a:chOff x="337697" y="449520"/>
            <a:chExt cx="2393280" cy="21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4EEDBD5-9517-625B-C68D-C0670F3865C9}"/>
                    </a:ext>
                  </a:extLst>
                </p14:cNvPr>
                <p14:cNvContentPartPr/>
                <p14:nvPr/>
              </p14:nvContentPartPr>
              <p14:xfrm>
                <a:off x="466577" y="449520"/>
                <a:ext cx="271080" cy="757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4EEDBD5-9517-625B-C68D-C0670F3865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0577" y="413880"/>
                  <a:ext cx="342720" cy="82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0BAF1B-A5BD-1F22-A797-639615A622E7}"/>
                    </a:ext>
                  </a:extLst>
                </p14:cNvPr>
                <p14:cNvContentPartPr/>
                <p14:nvPr/>
              </p14:nvContentPartPr>
              <p14:xfrm>
                <a:off x="875897" y="603240"/>
                <a:ext cx="515880" cy="498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0BAF1B-A5BD-1F22-A797-639615A622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9897" y="567600"/>
                  <a:ext cx="5875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E5622D9-7CEA-BD2C-8E46-CE10A1ECEBBC}"/>
                    </a:ext>
                  </a:extLst>
                </p14:cNvPr>
                <p14:cNvContentPartPr/>
                <p14:nvPr/>
              </p14:nvContentPartPr>
              <p14:xfrm>
                <a:off x="337697" y="1307760"/>
                <a:ext cx="1526400" cy="212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E5622D9-7CEA-BD2C-8E46-CE10A1ECEBB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1697" y="1272120"/>
                  <a:ext cx="15980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B6E8494-51E7-5A39-5A49-9DB072378E84}"/>
                    </a:ext>
                  </a:extLst>
                </p14:cNvPr>
                <p14:cNvContentPartPr/>
                <p14:nvPr/>
              </p14:nvContentPartPr>
              <p14:xfrm>
                <a:off x="491417" y="1678200"/>
                <a:ext cx="317520" cy="813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B6E8494-51E7-5A39-5A49-9DB072378E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5777" y="1642200"/>
                  <a:ext cx="38916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CCCCD7-BF7D-A3B3-B027-517F2D3D9C39}"/>
                    </a:ext>
                  </a:extLst>
                </p14:cNvPr>
                <p14:cNvContentPartPr/>
                <p14:nvPr/>
              </p14:nvContentPartPr>
              <p14:xfrm>
                <a:off x="1160657" y="1808520"/>
                <a:ext cx="554760" cy="428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CCCCD7-BF7D-A3B3-B027-517F2D3D9C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5017" y="1772520"/>
                  <a:ext cx="6264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81A4408-CCE7-F550-52B4-EAC441D522B0}"/>
                    </a:ext>
                  </a:extLst>
                </p14:cNvPr>
                <p14:cNvContentPartPr/>
                <p14:nvPr/>
              </p14:nvContentPartPr>
              <p14:xfrm>
                <a:off x="1779137" y="2079600"/>
                <a:ext cx="217080" cy="222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81A4408-CCE7-F550-52B4-EAC441D522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3497" y="2043960"/>
                  <a:ext cx="2887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8C2EC4-A0F6-1083-7A8C-350436713C88}"/>
                    </a:ext>
                  </a:extLst>
                </p14:cNvPr>
                <p14:cNvContentPartPr/>
                <p14:nvPr/>
              </p14:nvContentPartPr>
              <p14:xfrm>
                <a:off x="1890017" y="2176080"/>
                <a:ext cx="103320" cy="40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8C2EC4-A0F6-1083-7A8C-350436713C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4017" y="2140440"/>
                  <a:ext cx="17496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A1D2A6-6F2B-CB45-B235-3236B6BD03F6}"/>
                    </a:ext>
                  </a:extLst>
                </p14:cNvPr>
                <p14:cNvContentPartPr/>
                <p14:nvPr/>
              </p14:nvContentPartPr>
              <p14:xfrm>
                <a:off x="2008097" y="2335560"/>
                <a:ext cx="119160" cy="18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A1D2A6-6F2B-CB45-B235-3236B6BD03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72457" y="2299560"/>
                  <a:ext cx="190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76BDD4-684A-6B70-9D28-41E03E7D024C}"/>
                    </a:ext>
                  </a:extLst>
                </p14:cNvPr>
                <p14:cNvContentPartPr/>
                <p14:nvPr/>
              </p14:nvContentPartPr>
              <p14:xfrm>
                <a:off x="2199617" y="2214960"/>
                <a:ext cx="33120" cy="245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76BDD4-684A-6B70-9D28-41E03E7D02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63617" y="2178960"/>
                  <a:ext cx="1047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5470A6-8F4A-C894-A223-F0BD137B418B}"/>
                    </a:ext>
                  </a:extLst>
                </p14:cNvPr>
                <p14:cNvContentPartPr/>
                <p14:nvPr/>
              </p14:nvContentPartPr>
              <p14:xfrm>
                <a:off x="2339297" y="2076000"/>
                <a:ext cx="165600" cy="36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5470A6-8F4A-C894-A223-F0BD137B41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03657" y="2040000"/>
                  <a:ext cx="2372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27C71A-4787-891B-2AB6-5E9E0C0BAC0C}"/>
                    </a:ext>
                  </a:extLst>
                </p14:cNvPr>
                <p14:cNvContentPartPr/>
                <p14:nvPr/>
              </p14:nvContentPartPr>
              <p14:xfrm>
                <a:off x="2464577" y="1101480"/>
                <a:ext cx="205200" cy="36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27C71A-4787-891B-2AB6-5E9E0C0BAC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28577" y="1065480"/>
                  <a:ext cx="276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5D6966-8C55-438C-9370-A024B5131960}"/>
                    </a:ext>
                  </a:extLst>
                </p14:cNvPr>
                <p14:cNvContentPartPr/>
                <p14:nvPr/>
              </p14:nvContentPartPr>
              <p14:xfrm>
                <a:off x="2432537" y="1252320"/>
                <a:ext cx="298440" cy="42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5D6966-8C55-438C-9370-A024B513196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6897" y="1216680"/>
                  <a:ext cx="37008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9C02BA0-E8A5-255F-A8B7-E85020CC4A97}"/>
              </a:ext>
            </a:extLst>
          </p:cNvPr>
          <p:cNvGrpSpPr/>
          <p:nvPr/>
        </p:nvGrpSpPr>
        <p:grpSpPr>
          <a:xfrm>
            <a:off x="3475457" y="534120"/>
            <a:ext cx="892800" cy="599760"/>
            <a:chOff x="3475457" y="534120"/>
            <a:chExt cx="892800" cy="59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894235-5E3E-CD27-7745-2CF314ECDC01}"/>
                    </a:ext>
                  </a:extLst>
                </p14:cNvPr>
                <p14:cNvContentPartPr/>
                <p14:nvPr/>
              </p14:nvContentPartPr>
              <p14:xfrm>
                <a:off x="3475457" y="534120"/>
                <a:ext cx="277560" cy="591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894235-5E3E-CD27-7745-2CF314ECDC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9457" y="498120"/>
                  <a:ext cx="34920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35BFAD-21F5-6078-A969-1855E719BC97}"/>
                    </a:ext>
                  </a:extLst>
                </p14:cNvPr>
                <p14:cNvContentPartPr/>
                <p14:nvPr/>
              </p14:nvContentPartPr>
              <p14:xfrm>
                <a:off x="3903497" y="682800"/>
                <a:ext cx="464760" cy="451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35BFAD-21F5-6078-A969-1855E719BC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7497" y="647160"/>
                  <a:ext cx="536400" cy="52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2F4A34-95DF-39D3-29C0-26A91B7005DE}"/>
              </a:ext>
            </a:extLst>
          </p:cNvPr>
          <p:cNvGrpSpPr/>
          <p:nvPr/>
        </p:nvGrpSpPr>
        <p:grpSpPr>
          <a:xfrm>
            <a:off x="3147857" y="1497480"/>
            <a:ext cx="1565640" cy="1036440"/>
            <a:chOff x="3147857" y="1497480"/>
            <a:chExt cx="1565640" cy="10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8FCEAD5-8641-27A3-EE40-40F0177F7769}"/>
                    </a:ext>
                  </a:extLst>
                </p14:cNvPr>
                <p14:cNvContentPartPr/>
                <p14:nvPr/>
              </p14:nvContentPartPr>
              <p14:xfrm>
                <a:off x="3147857" y="1497480"/>
                <a:ext cx="1565640" cy="2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8FCEAD5-8641-27A3-EE40-40F0177F776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11857" y="1461840"/>
                  <a:ext cx="1637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8E149B-E594-6255-49EB-1A8B51B7CC44}"/>
                    </a:ext>
                  </a:extLst>
                </p14:cNvPr>
                <p14:cNvContentPartPr/>
                <p14:nvPr/>
              </p14:nvContentPartPr>
              <p14:xfrm>
                <a:off x="3332897" y="1668480"/>
                <a:ext cx="365400" cy="865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8E149B-E594-6255-49EB-1A8B51B7CC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97257" y="1632480"/>
                  <a:ext cx="437040" cy="9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21B46E-F851-DC24-54C3-F9B21B27A2E7}"/>
              </a:ext>
            </a:extLst>
          </p:cNvPr>
          <p:cNvGrpSpPr/>
          <p:nvPr/>
        </p:nvGrpSpPr>
        <p:grpSpPr>
          <a:xfrm>
            <a:off x="4131377" y="1869000"/>
            <a:ext cx="784800" cy="606600"/>
            <a:chOff x="4131377" y="1869000"/>
            <a:chExt cx="784800" cy="6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CC4E90-56F7-25E1-3394-53B2F313FECA}"/>
                    </a:ext>
                  </a:extLst>
                </p14:cNvPr>
                <p14:cNvContentPartPr/>
                <p14:nvPr/>
              </p14:nvContentPartPr>
              <p14:xfrm>
                <a:off x="4131377" y="1869000"/>
                <a:ext cx="249120" cy="538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CC4E90-56F7-25E1-3394-53B2F313FEC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5737" y="1833360"/>
                  <a:ext cx="32076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30845A-3AE9-F45E-C500-694E65D59E58}"/>
                    </a:ext>
                  </a:extLst>
                </p14:cNvPr>
                <p14:cNvContentPartPr/>
                <p14:nvPr/>
              </p14:nvContentPartPr>
              <p14:xfrm>
                <a:off x="4485617" y="2218920"/>
                <a:ext cx="430560" cy="256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30845A-3AE9-F45E-C500-694E65D59E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49617" y="2183280"/>
                  <a:ext cx="502200" cy="32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29A117-FD29-8F5C-BD71-1B2E099F8B24}"/>
              </a:ext>
            </a:extLst>
          </p:cNvPr>
          <p:cNvGrpSpPr/>
          <p:nvPr/>
        </p:nvGrpSpPr>
        <p:grpSpPr>
          <a:xfrm>
            <a:off x="5359337" y="1417920"/>
            <a:ext cx="392760" cy="329760"/>
            <a:chOff x="5359337" y="1417920"/>
            <a:chExt cx="3927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395D2F-403D-693E-C4B5-46828DA4FF69}"/>
                    </a:ext>
                  </a:extLst>
                </p14:cNvPr>
                <p14:cNvContentPartPr/>
                <p14:nvPr/>
              </p14:nvContentPartPr>
              <p14:xfrm>
                <a:off x="5359337" y="1576320"/>
                <a:ext cx="392760" cy="20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395D2F-403D-693E-C4B5-46828DA4FF6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23337" y="1540320"/>
                  <a:ext cx="46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0599B6-75EE-A7C3-2CBD-B4AF0965E7CA}"/>
                    </a:ext>
                  </a:extLst>
                </p14:cNvPr>
                <p14:cNvContentPartPr/>
                <p14:nvPr/>
              </p14:nvContentPartPr>
              <p14:xfrm>
                <a:off x="5521697" y="1417920"/>
                <a:ext cx="108720" cy="32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0599B6-75EE-A7C3-2CBD-B4AF0965E7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85697" y="1382280"/>
                  <a:ext cx="1803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15AF9D-48E9-BC79-8BAD-67EC98616152}"/>
                    </a:ext>
                  </a:extLst>
                </p14:cNvPr>
                <p14:cNvContentPartPr/>
                <p14:nvPr/>
              </p14:nvContentPartPr>
              <p14:xfrm>
                <a:off x="5474897" y="1448880"/>
                <a:ext cx="176400" cy="255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515AF9D-48E9-BC79-8BAD-67EC986161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39257" y="1413240"/>
                  <a:ext cx="248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DA579F-1717-A70C-9981-8817223AE87B}"/>
                    </a:ext>
                  </a:extLst>
                </p14:cNvPr>
                <p14:cNvContentPartPr/>
                <p14:nvPr/>
              </p14:nvContentPartPr>
              <p14:xfrm>
                <a:off x="5384897" y="1508640"/>
                <a:ext cx="258480" cy="238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DA579F-1717-A70C-9981-8817223AE8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8897" y="1473000"/>
                  <a:ext cx="33012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F02E46B-4367-47AA-D21B-22463A2897C2}"/>
              </a:ext>
            </a:extLst>
          </p:cNvPr>
          <p:cNvGrpSpPr/>
          <p:nvPr/>
        </p:nvGrpSpPr>
        <p:grpSpPr>
          <a:xfrm>
            <a:off x="6407657" y="633840"/>
            <a:ext cx="1212480" cy="780840"/>
            <a:chOff x="6407657" y="633840"/>
            <a:chExt cx="1212480" cy="7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861270-1C8D-7335-9B3D-002FB6A898D2}"/>
                    </a:ext>
                  </a:extLst>
                </p14:cNvPr>
                <p14:cNvContentPartPr/>
                <p14:nvPr/>
              </p14:nvContentPartPr>
              <p14:xfrm>
                <a:off x="6407657" y="633840"/>
                <a:ext cx="302760" cy="744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861270-1C8D-7335-9B3D-002FB6A898D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71657" y="597840"/>
                  <a:ext cx="37440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558B7-8A00-BE5D-1743-E8A21C0BF8D9}"/>
                    </a:ext>
                  </a:extLst>
                </p14:cNvPr>
                <p14:cNvContentPartPr/>
                <p14:nvPr/>
              </p14:nvContentPartPr>
              <p14:xfrm>
                <a:off x="6987257" y="651480"/>
                <a:ext cx="332280" cy="689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558B7-8A00-BE5D-1743-E8A21C0BF8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51257" y="615480"/>
                  <a:ext cx="40392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DBF8FBD-B0CD-DB43-A342-EA0491064360}"/>
                    </a:ext>
                  </a:extLst>
                </p14:cNvPr>
                <p14:cNvContentPartPr/>
                <p14:nvPr/>
              </p14:nvContentPartPr>
              <p14:xfrm>
                <a:off x="7228097" y="1186080"/>
                <a:ext cx="392040" cy="228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DBF8FBD-B0CD-DB43-A342-EA049106436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92457" y="1150440"/>
                  <a:ext cx="463680" cy="30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69AFCA8-F878-4DAC-D38F-D4A4C0E6A6D2}"/>
                  </a:ext>
                </a:extLst>
              </p14:cNvPr>
              <p14:cNvContentPartPr/>
              <p14:nvPr/>
            </p14:nvContentPartPr>
            <p14:xfrm>
              <a:off x="6242417" y="1748400"/>
              <a:ext cx="1440360" cy="87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69AFCA8-F878-4DAC-D38F-D4A4C0E6A6D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06777" y="1712760"/>
                <a:ext cx="151200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B0896A81-6423-76CE-0D69-5B03C44A8B23}"/>
              </a:ext>
            </a:extLst>
          </p:cNvPr>
          <p:cNvGrpSpPr/>
          <p:nvPr/>
        </p:nvGrpSpPr>
        <p:grpSpPr>
          <a:xfrm>
            <a:off x="6466697" y="1961520"/>
            <a:ext cx="2505960" cy="865440"/>
            <a:chOff x="6466697" y="1961520"/>
            <a:chExt cx="2505960" cy="86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D44233-F547-3C0D-7623-1EBD092AF302}"/>
                    </a:ext>
                  </a:extLst>
                </p14:cNvPr>
                <p14:cNvContentPartPr/>
                <p14:nvPr/>
              </p14:nvContentPartPr>
              <p14:xfrm>
                <a:off x="6466697" y="1961520"/>
                <a:ext cx="320400" cy="63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D44233-F547-3C0D-7623-1EBD092AF3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30697" y="1925520"/>
                  <a:ext cx="39204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48A7C74-CF00-7D1B-0F72-C085E8B75BDA}"/>
                    </a:ext>
                  </a:extLst>
                </p14:cNvPr>
                <p14:cNvContentPartPr/>
                <p14:nvPr/>
              </p14:nvContentPartPr>
              <p14:xfrm>
                <a:off x="6990137" y="2153760"/>
                <a:ext cx="463680" cy="358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48A7C74-CF00-7D1B-0F72-C085E8B75B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54497" y="2118120"/>
                  <a:ext cx="5353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BED8CC-81BB-B155-88AC-B9F754632489}"/>
                    </a:ext>
                  </a:extLst>
                </p14:cNvPr>
                <p14:cNvContentPartPr/>
                <p14:nvPr/>
              </p14:nvContentPartPr>
              <p14:xfrm>
                <a:off x="7367057" y="2474880"/>
                <a:ext cx="340560" cy="202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BED8CC-81BB-B155-88AC-B9F75463248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31417" y="2439240"/>
                  <a:ext cx="412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204FBA-9AD8-9EE4-7001-3C06D3C32CD4}"/>
                    </a:ext>
                  </a:extLst>
                </p14:cNvPr>
                <p14:cNvContentPartPr/>
                <p14:nvPr/>
              </p14:nvContentPartPr>
              <p14:xfrm>
                <a:off x="7623017" y="2556960"/>
                <a:ext cx="38520" cy="270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204FBA-9AD8-9EE4-7001-3C06D3C32C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87017" y="2520960"/>
                  <a:ext cx="110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67AD019-F809-CAED-F0FD-A267BE20B26E}"/>
                    </a:ext>
                  </a:extLst>
                </p14:cNvPr>
                <p14:cNvContentPartPr/>
                <p14:nvPr/>
              </p14:nvContentPartPr>
              <p14:xfrm>
                <a:off x="7918577" y="2330520"/>
                <a:ext cx="217080" cy="172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67AD019-F809-CAED-F0FD-A267BE20B26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82577" y="2294880"/>
                  <a:ext cx="2887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AF5F08-ADD7-3DA6-F0B8-40BC0FF41D55}"/>
                    </a:ext>
                  </a:extLst>
                </p14:cNvPr>
                <p14:cNvContentPartPr/>
                <p14:nvPr/>
              </p14:nvContentPartPr>
              <p14:xfrm>
                <a:off x="8278577" y="2110560"/>
                <a:ext cx="91440" cy="471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AF5F08-ADD7-3DA6-F0B8-40BC0FF41D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42937" y="2074560"/>
                  <a:ext cx="1630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061C3D-71F2-A678-5561-F76A36D4C24A}"/>
                    </a:ext>
                  </a:extLst>
                </p14:cNvPr>
                <p14:cNvContentPartPr/>
                <p14:nvPr/>
              </p14:nvContentPartPr>
              <p14:xfrm>
                <a:off x="8507537" y="2154120"/>
                <a:ext cx="465120" cy="501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061C3D-71F2-A678-5561-F76A36D4C24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71897" y="2118120"/>
                  <a:ext cx="536760" cy="57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E9B36D7-DF9A-5537-6D1B-1547B2F2EDF5}"/>
              </a:ext>
            </a:extLst>
          </p:cNvPr>
          <p:cNvGrpSpPr/>
          <p:nvPr/>
        </p:nvGrpSpPr>
        <p:grpSpPr>
          <a:xfrm>
            <a:off x="117017" y="3158880"/>
            <a:ext cx="2241720" cy="1862640"/>
            <a:chOff x="117017" y="3158880"/>
            <a:chExt cx="2241720" cy="186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084EAF-6CD9-5E2B-F317-5922B0393F6D}"/>
                    </a:ext>
                  </a:extLst>
                </p14:cNvPr>
                <p14:cNvContentPartPr/>
                <p14:nvPr/>
              </p14:nvContentPartPr>
              <p14:xfrm>
                <a:off x="279017" y="3158880"/>
                <a:ext cx="299880" cy="80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084EAF-6CD9-5E2B-F317-5922B0393F6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3017" y="3122880"/>
                  <a:ext cx="37152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FEFFDE-B6CD-3597-11D0-0C4895B3EE92}"/>
                    </a:ext>
                  </a:extLst>
                </p14:cNvPr>
                <p14:cNvContentPartPr/>
                <p14:nvPr/>
              </p14:nvContentPartPr>
              <p14:xfrm>
                <a:off x="703097" y="3387840"/>
                <a:ext cx="438480" cy="451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FEFFDE-B6CD-3597-11D0-0C4895B3EE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67097" y="3352200"/>
                  <a:ext cx="51012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B14F3A-657E-E891-524A-8DF83C8C18CA}"/>
                    </a:ext>
                  </a:extLst>
                </p14:cNvPr>
                <p14:cNvContentPartPr/>
                <p14:nvPr/>
              </p14:nvContentPartPr>
              <p14:xfrm>
                <a:off x="117017" y="4121880"/>
                <a:ext cx="1170360" cy="71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B14F3A-657E-E891-524A-8DF83C8C18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377" y="4085880"/>
                  <a:ext cx="12420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8ED1CB-43EA-A61E-EF8A-4692A056DADB}"/>
                    </a:ext>
                  </a:extLst>
                </p14:cNvPr>
                <p14:cNvContentPartPr/>
                <p14:nvPr/>
              </p14:nvContentPartPr>
              <p14:xfrm>
                <a:off x="207737" y="4364160"/>
                <a:ext cx="285480" cy="594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8ED1CB-43EA-A61E-EF8A-4692A056DA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1737" y="4328160"/>
                  <a:ext cx="35712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083B72-8C79-01AB-6366-DC3DC50EBB62}"/>
                    </a:ext>
                  </a:extLst>
                </p14:cNvPr>
                <p14:cNvContentPartPr/>
                <p14:nvPr/>
              </p14:nvContentPartPr>
              <p14:xfrm>
                <a:off x="700217" y="4436160"/>
                <a:ext cx="478440" cy="361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083B72-8C79-01AB-6366-DC3DC50EBB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4577" y="4400520"/>
                  <a:ext cx="5500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6076A69-20CE-E811-2CF0-CD7F4F51C0DD}"/>
                    </a:ext>
                  </a:extLst>
                </p14:cNvPr>
                <p14:cNvContentPartPr/>
                <p14:nvPr/>
              </p14:nvContentPartPr>
              <p14:xfrm>
                <a:off x="1221497" y="4732800"/>
                <a:ext cx="90720" cy="28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6076A69-20CE-E811-2CF0-CD7F4F51C0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85497" y="4697160"/>
                  <a:ext cx="1623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344C24A-34DD-2F50-4516-FF9C197E2161}"/>
                    </a:ext>
                  </a:extLst>
                </p14:cNvPr>
                <p14:cNvContentPartPr/>
                <p14:nvPr/>
              </p14:nvContentPartPr>
              <p14:xfrm>
                <a:off x="1479977" y="4699680"/>
                <a:ext cx="115200" cy="152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344C24A-34DD-2F50-4516-FF9C197E21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44337" y="4663680"/>
                  <a:ext cx="1868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6F43370-A2F4-6170-B7A8-A2E47B14CB5C}"/>
                    </a:ext>
                  </a:extLst>
                </p14:cNvPr>
                <p14:cNvContentPartPr/>
                <p14:nvPr/>
              </p14:nvContentPartPr>
              <p14:xfrm>
                <a:off x="1704617" y="4597080"/>
                <a:ext cx="92160" cy="288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6F43370-A2F4-6170-B7A8-A2E47B14CB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68617" y="4561080"/>
                  <a:ext cx="1638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C1EFBC-FAF4-6E45-42ED-2A357933F441}"/>
                    </a:ext>
                  </a:extLst>
                </p14:cNvPr>
                <p14:cNvContentPartPr/>
                <p14:nvPr/>
              </p14:nvContentPartPr>
              <p14:xfrm>
                <a:off x="1818737" y="4564680"/>
                <a:ext cx="228960" cy="339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C1EFBC-FAF4-6E45-42ED-2A357933F4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83097" y="4528680"/>
                  <a:ext cx="3006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6E1F5A-C081-C730-2B83-FBFBEB20F0A9}"/>
                    </a:ext>
                  </a:extLst>
                </p14:cNvPr>
                <p14:cNvContentPartPr/>
                <p14:nvPr/>
              </p14:nvContentPartPr>
              <p14:xfrm>
                <a:off x="2212217" y="4120800"/>
                <a:ext cx="140040" cy="12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6E1F5A-C081-C730-2B83-FBFBEB20F0A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6217" y="4085160"/>
                  <a:ext cx="2116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DF2BDE-7094-E3A9-F200-D605EFB23643}"/>
                    </a:ext>
                  </a:extLst>
                </p14:cNvPr>
                <p14:cNvContentPartPr/>
                <p14:nvPr/>
              </p14:nvContentPartPr>
              <p14:xfrm>
                <a:off x="2164697" y="4302960"/>
                <a:ext cx="194040" cy="11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DF2BDE-7094-E3A9-F200-D605EFB236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28697" y="4267320"/>
                  <a:ext cx="26568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15A172-67B5-D022-4580-5DD95F1B57E6}"/>
              </a:ext>
            </a:extLst>
          </p:cNvPr>
          <p:cNvGrpSpPr/>
          <p:nvPr/>
        </p:nvGrpSpPr>
        <p:grpSpPr>
          <a:xfrm>
            <a:off x="2848337" y="3235200"/>
            <a:ext cx="1848240" cy="1682280"/>
            <a:chOff x="2848337" y="3235200"/>
            <a:chExt cx="1848240" cy="168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8653EF-9B2F-302F-4A59-0503668C4421}"/>
                    </a:ext>
                  </a:extLst>
                </p14:cNvPr>
                <p14:cNvContentPartPr/>
                <p14:nvPr/>
              </p14:nvContentPartPr>
              <p14:xfrm>
                <a:off x="2848337" y="3235200"/>
                <a:ext cx="338760" cy="644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8653EF-9B2F-302F-4A59-0503668C44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12697" y="3199200"/>
                  <a:ext cx="410400" cy="71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E0F8C10-4E7B-A366-CBB3-E77F9BD77A71}"/>
                    </a:ext>
                  </a:extLst>
                </p14:cNvPr>
                <p14:cNvContentPartPr/>
                <p14:nvPr/>
              </p14:nvContentPartPr>
              <p14:xfrm>
                <a:off x="3330017" y="3402240"/>
                <a:ext cx="441720" cy="398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E0F8C10-4E7B-A366-CBB3-E77F9BD77A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4017" y="3366240"/>
                  <a:ext cx="51336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6AA552-B751-ABFB-4D2B-2FC695183A60}"/>
                    </a:ext>
                  </a:extLst>
                </p14:cNvPr>
                <p14:cNvContentPartPr/>
                <p14:nvPr/>
              </p14:nvContentPartPr>
              <p14:xfrm>
                <a:off x="2881097" y="4012440"/>
                <a:ext cx="1134000" cy="86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6AA552-B751-ABFB-4D2B-2FC695183A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45097" y="3976800"/>
                  <a:ext cx="1205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5C6FE2A-FB81-DEC8-2D4C-884158335E37}"/>
                    </a:ext>
                  </a:extLst>
                </p14:cNvPr>
                <p14:cNvContentPartPr/>
                <p14:nvPr/>
              </p14:nvContentPartPr>
              <p14:xfrm>
                <a:off x="3141737" y="4263720"/>
                <a:ext cx="273600" cy="653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5C6FE2A-FB81-DEC8-2D4C-884158335E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6097" y="4227720"/>
                  <a:ext cx="34524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2DE54A4-8FC6-F965-C7AE-DC423BDA9CBF}"/>
                    </a:ext>
                  </a:extLst>
                </p14:cNvPr>
                <p14:cNvContentPartPr/>
                <p14:nvPr/>
              </p14:nvContentPartPr>
              <p14:xfrm>
                <a:off x="3590297" y="4460280"/>
                <a:ext cx="224280" cy="32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2DE54A4-8FC6-F965-C7AE-DC423BDA9C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54657" y="4424640"/>
                  <a:ext cx="2959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0447A89-4BC0-33BF-88CC-136402B01E08}"/>
                    </a:ext>
                  </a:extLst>
                </p14:cNvPr>
                <p14:cNvContentPartPr/>
                <p14:nvPr/>
              </p14:nvContentPartPr>
              <p14:xfrm>
                <a:off x="3892697" y="4626240"/>
                <a:ext cx="292320" cy="245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0447A89-4BC0-33BF-88CC-136402B01E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56697" y="4590240"/>
                  <a:ext cx="3639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370EB7-4732-6D9C-67EB-C65D48EA49B0}"/>
                    </a:ext>
                  </a:extLst>
                </p14:cNvPr>
                <p14:cNvContentPartPr/>
                <p14:nvPr/>
              </p14:nvContentPartPr>
              <p14:xfrm>
                <a:off x="4353497" y="4178400"/>
                <a:ext cx="343080" cy="24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370EB7-4732-6D9C-67EB-C65D48EA49B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17497" y="4142400"/>
                  <a:ext cx="414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0C6499E-B22A-9AAE-6B8E-E8CECA44134D}"/>
                    </a:ext>
                  </a:extLst>
                </p14:cNvPr>
                <p14:cNvContentPartPr/>
                <p14:nvPr/>
              </p14:nvContentPartPr>
              <p14:xfrm>
                <a:off x="4440257" y="4071480"/>
                <a:ext cx="35280" cy="291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0C6499E-B22A-9AAE-6B8E-E8CECA44134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04257" y="4035840"/>
                  <a:ext cx="1069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14489D9-B167-9D60-D65C-46109C2DF579}"/>
                    </a:ext>
                  </a:extLst>
                </p14:cNvPr>
                <p14:cNvContentPartPr/>
                <p14:nvPr/>
              </p14:nvContentPartPr>
              <p14:xfrm>
                <a:off x="4381937" y="4137360"/>
                <a:ext cx="159840" cy="132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14489D9-B167-9D60-D65C-46109C2DF57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46297" y="4101360"/>
                  <a:ext cx="231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9F9997-C03A-15A6-946A-E55E76445A84}"/>
                    </a:ext>
                  </a:extLst>
                </p14:cNvPr>
                <p14:cNvContentPartPr/>
                <p14:nvPr/>
              </p14:nvContentPartPr>
              <p14:xfrm>
                <a:off x="4379057" y="4128000"/>
                <a:ext cx="200160" cy="156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9F9997-C03A-15A6-946A-E55E76445A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43057" y="4092360"/>
                  <a:ext cx="27180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E8118B9-DF1A-3A96-0EEC-64909D7119C0}"/>
              </a:ext>
            </a:extLst>
          </p:cNvPr>
          <p:cNvGrpSpPr/>
          <p:nvPr/>
        </p:nvGrpSpPr>
        <p:grpSpPr>
          <a:xfrm>
            <a:off x="5098337" y="3287040"/>
            <a:ext cx="4570200" cy="2101680"/>
            <a:chOff x="5098337" y="3287040"/>
            <a:chExt cx="4570200" cy="21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39B6A12-1566-D6A1-0549-D4E55657502D}"/>
                    </a:ext>
                  </a:extLst>
                </p14:cNvPr>
                <p14:cNvContentPartPr/>
                <p14:nvPr/>
              </p14:nvContentPartPr>
              <p14:xfrm>
                <a:off x="5229737" y="4578360"/>
                <a:ext cx="264600" cy="517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39B6A12-1566-D6A1-0549-D4E5565750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93737" y="4542360"/>
                  <a:ext cx="33624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BD5F634-58E7-9CC2-F718-AFA8D003CE76}"/>
                    </a:ext>
                  </a:extLst>
                </p14:cNvPr>
                <p14:cNvContentPartPr/>
                <p14:nvPr/>
              </p14:nvContentPartPr>
              <p14:xfrm>
                <a:off x="5713937" y="4541280"/>
                <a:ext cx="280440" cy="397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BD5F634-58E7-9CC2-F718-AFA8D003CE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78297" y="4505280"/>
                  <a:ext cx="3520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64821D8-D82F-4975-199E-6D19ED00D9E9}"/>
                    </a:ext>
                  </a:extLst>
                </p14:cNvPr>
                <p14:cNvContentPartPr/>
                <p14:nvPr/>
              </p14:nvContentPartPr>
              <p14:xfrm>
                <a:off x="6136217" y="4786440"/>
                <a:ext cx="19440" cy="276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64821D8-D82F-4975-199E-6D19ED00D9E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0577" y="4750440"/>
                  <a:ext cx="910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38E33F-C144-2342-5283-6F96BC8E21CE}"/>
                    </a:ext>
                  </a:extLst>
                </p14:cNvPr>
                <p14:cNvContentPartPr/>
                <p14:nvPr/>
              </p14:nvContentPartPr>
              <p14:xfrm>
                <a:off x="5159897" y="3287040"/>
                <a:ext cx="196560" cy="685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38E33F-C144-2342-5283-6F96BC8E21C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23897" y="3251400"/>
                  <a:ext cx="26820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784ED99-E026-D103-22C3-4490EAC25815}"/>
                    </a:ext>
                  </a:extLst>
                </p14:cNvPr>
                <p14:cNvContentPartPr/>
                <p14:nvPr/>
              </p14:nvContentPartPr>
              <p14:xfrm>
                <a:off x="5550857" y="3431040"/>
                <a:ext cx="168480" cy="37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784ED99-E026-D103-22C3-4490EAC2581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15217" y="3395400"/>
                  <a:ext cx="24012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17D503-AE49-E7D3-0163-FE4CE8DD5C06}"/>
                    </a:ext>
                  </a:extLst>
                </p14:cNvPr>
                <p14:cNvContentPartPr/>
                <p14:nvPr/>
              </p14:nvContentPartPr>
              <p14:xfrm>
                <a:off x="5844617" y="3727680"/>
                <a:ext cx="268560" cy="220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17D503-AE49-E7D3-0163-FE4CE8DD5C0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08617" y="3691680"/>
                  <a:ext cx="340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E327C14-89CF-AE65-CD81-2C37513113EB}"/>
                    </a:ext>
                  </a:extLst>
                </p14:cNvPr>
                <p14:cNvContentPartPr/>
                <p14:nvPr/>
              </p14:nvContentPartPr>
              <p14:xfrm>
                <a:off x="5098337" y="4093800"/>
                <a:ext cx="1092960" cy="123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E327C14-89CF-AE65-CD81-2C37513113E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62337" y="4057800"/>
                  <a:ext cx="1164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2D28DA-CBC6-490A-A63C-DEB709DF2B94}"/>
                    </a:ext>
                  </a:extLst>
                </p14:cNvPr>
                <p14:cNvContentPartPr/>
                <p14:nvPr/>
              </p14:nvContentPartPr>
              <p14:xfrm>
                <a:off x="6498017" y="4007040"/>
                <a:ext cx="477720" cy="26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2D28DA-CBC6-490A-A63C-DEB709DF2B9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62017" y="3971400"/>
                  <a:ext cx="549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129D5CD-AA10-737E-109D-93F87A3378F9}"/>
                    </a:ext>
                  </a:extLst>
                </p14:cNvPr>
                <p14:cNvContentPartPr/>
                <p14:nvPr/>
              </p14:nvContentPartPr>
              <p14:xfrm>
                <a:off x="6730577" y="3837840"/>
                <a:ext cx="30600" cy="354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129D5CD-AA10-737E-109D-93F87A3378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94937" y="3801840"/>
                  <a:ext cx="1022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42D5E7-49D7-8295-EC1A-F6C6C034A090}"/>
                    </a:ext>
                  </a:extLst>
                </p14:cNvPr>
                <p14:cNvContentPartPr/>
                <p14:nvPr/>
              </p14:nvContentPartPr>
              <p14:xfrm>
                <a:off x="6617177" y="3895080"/>
                <a:ext cx="247320" cy="258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42D5E7-49D7-8295-EC1A-F6C6C034A09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81177" y="3859080"/>
                  <a:ext cx="3189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34CEDE-7703-5313-90D6-3E4600FAE9A5}"/>
                    </a:ext>
                  </a:extLst>
                </p14:cNvPr>
                <p14:cNvContentPartPr/>
                <p14:nvPr/>
              </p14:nvContentPartPr>
              <p14:xfrm>
                <a:off x="6622217" y="3926040"/>
                <a:ext cx="248400" cy="219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34CEDE-7703-5313-90D6-3E4600FAE9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86217" y="3890040"/>
                  <a:ext cx="3200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81A2A18-30D6-002E-952D-8A5D5AA19692}"/>
                    </a:ext>
                  </a:extLst>
                </p14:cNvPr>
                <p14:cNvContentPartPr/>
                <p14:nvPr/>
              </p14:nvContentPartPr>
              <p14:xfrm>
                <a:off x="7271297" y="3341400"/>
                <a:ext cx="407160" cy="849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81A2A18-30D6-002E-952D-8A5D5AA1969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35657" y="3305760"/>
                  <a:ext cx="478800" cy="9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8F36EAA-E3E8-4AC9-7CCE-9F30241CED46}"/>
                    </a:ext>
                  </a:extLst>
                </p14:cNvPr>
                <p14:cNvContentPartPr/>
                <p14:nvPr/>
              </p14:nvContentPartPr>
              <p14:xfrm>
                <a:off x="7844777" y="3986520"/>
                <a:ext cx="30240" cy="279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8F36EAA-E3E8-4AC9-7CCE-9F30241CED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9137" y="3950880"/>
                  <a:ext cx="1018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BB79C46-E5F1-4201-F6C2-B84C8575C0FE}"/>
                    </a:ext>
                  </a:extLst>
                </p14:cNvPr>
                <p14:cNvContentPartPr/>
                <p14:nvPr/>
              </p14:nvContentPartPr>
              <p14:xfrm>
                <a:off x="7783217" y="4093440"/>
                <a:ext cx="181440" cy="276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BB79C46-E5F1-4201-F6C2-B84C8575C0F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47577" y="4057440"/>
                  <a:ext cx="253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26164F1-4368-223E-5D22-5E51BF9BB8A6}"/>
                    </a:ext>
                  </a:extLst>
                </p14:cNvPr>
                <p14:cNvContentPartPr/>
                <p14:nvPr/>
              </p14:nvContentPartPr>
              <p14:xfrm>
                <a:off x="8115497" y="4120800"/>
                <a:ext cx="93960" cy="280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26164F1-4368-223E-5D22-5E51BF9BB8A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79857" y="4085160"/>
                  <a:ext cx="1656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92BC5E5-19D8-8B7B-86BF-B9BF38555165}"/>
                    </a:ext>
                  </a:extLst>
                </p14:cNvPr>
                <p14:cNvContentPartPr/>
                <p14:nvPr/>
              </p14:nvContentPartPr>
              <p14:xfrm>
                <a:off x="7144937" y="4563240"/>
                <a:ext cx="1410840" cy="56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92BC5E5-19D8-8B7B-86BF-B9BF385551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09297" y="4527600"/>
                  <a:ext cx="1482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98A85BE-96FB-1C25-34A5-AEB94818893A}"/>
                    </a:ext>
                  </a:extLst>
                </p14:cNvPr>
                <p14:cNvContentPartPr/>
                <p14:nvPr/>
              </p14:nvContentPartPr>
              <p14:xfrm>
                <a:off x="7318097" y="4727040"/>
                <a:ext cx="361800" cy="655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98A85BE-96FB-1C25-34A5-AEB94818893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82097" y="4691400"/>
                  <a:ext cx="43344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F7B872-30B6-8454-F5A8-DB190667128D}"/>
                    </a:ext>
                  </a:extLst>
                </p14:cNvPr>
                <p14:cNvContentPartPr/>
                <p14:nvPr/>
              </p14:nvContentPartPr>
              <p14:xfrm>
                <a:off x="8032337" y="4823520"/>
                <a:ext cx="501480" cy="404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F7B872-30B6-8454-F5A8-DB19066712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96337" y="4787880"/>
                  <a:ext cx="57312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F5EF670-5F2F-CB14-DD14-15F6E4567713}"/>
                    </a:ext>
                  </a:extLst>
                </p14:cNvPr>
                <p14:cNvContentPartPr/>
                <p14:nvPr/>
              </p14:nvContentPartPr>
              <p14:xfrm>
                <a:off x="8620577" y="5128800"/>
                <a:ext cx="65520" cy="259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F5EF670-5F2F-CB14-DD14-15F6E456771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84937" y="5093160"/>
                  <a:ext cx="1371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11BB009-A8E2-47FF-AED4-48448DB14B50}"/>
                    </a:ext>
                  </a:extLst>
                </p14:cNvPr>
                <p14:cNvContentPartPr/>
                <p14:nvPr/>
              </p14:nvContentPartPr>
              <p14:xfrm>
                <a:off x="8954657" y="5179920"/>
                <a:ext cx="203400" cy="178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11BB009-A8E2-47FF-AED4-48448DB14B5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919017" y="5144280"/>
                  <a:ext cx="275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C986E42-F3EB-F681-32B9-880497E805D9}"/>
                    </a:ext>
                  </a:extLst>
                </p14:cNvPr>
                <p14:cNvContentPartPr/>
                <p14:nvPr/>
              </p14:nvContentPartPr>
              <p14:xfrm>
                <a:off x="9229337" y="5053560"/>
                <a:ext cx="33120" cy="314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C986E42-F3EB-F681-32B9-880497E805D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93337" y="5017920"/>
                  <a:ext cx="1047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9C8BA68-6823-4386-FD61-04BC67589E8F}"/>
                    </a:ext>
                  </a:extLst>
                </p14:cNvPr>
                <p14:cNvContentPartPr/>
                <p14:nvPr/>
              </p14:nvContentPartPr>
              <p14:xfrm>
                <a:off x="9412937" y="4970040"/>
                <a:ext cx="255600" cy="404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9C8BA68-6823-4386-FD61-04BC67589E8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76937" y="4934040"/>
                  <a:ext cx="327240" cy="47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8674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5F6774-9A33-9388-1349-C5B4A1DCDB8F}"/>
                  </a:ext>
                </a:extLst>
              </p14:cNvPr>
              <p14:cNvContentPartPr/>
              <p14:nvPr/>
            </p14:nvContentPartPr>
            <p14:xfrm>
              <a:off x="-66583" y="2604840"/>
              <a:ext cx="11160" cy="6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5F6774-9A33-9388-1349-C5B4A1DCDB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2583" y="2569200"/>
                <a:ext cx="828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88C4F6-FFDF-7755-D6CC-C11BC3B932D8}"/>
                  </a:ext>
                </a:extLst>
              </p14:cNvPr>
              <p14:cNvContentPartPr/>
              <p14:nvPr/>
            </p14:nvContentPartPr>
            <p14:xfrm>
              <a:off x="295577" y="2585400"/>
              <a:ext cx="244080" cy="29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88C4F6-FFDF-7755-D6CC-C11BC3B932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937" y="2549760"/>
                <a:ext cx="31572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4297F3-FFA0-5E80-CA1E-F6D7D1B58626}"/>
                  </a:ext>
                </a:extLst>
              </p14:cNvPr>
              <p14:cNvContentPartPr/>
              <p14:nvPr/>
            </p14:nvContentPartPr>
            <p14:xfrm>
              <a:off x="627857" y="2788800"/>
              <a:ext cx="54720" cy="252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4297F3-FFA0-5E80-CA1E-F6D7D1B586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2217" y="2753160"/>
                <a:ext cx="1263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251BAE-A196-F4B1-E41B-7BD501BB6F62}"/>
                  </a:ext>
                </a:extLst>
              </p14:cNvPr>
              <p14:cNvContentPartPr/>
              <p14:nvPr/>
            </p14:nvContentPartPr>
            <p14:xfrm rot="1356854">
              <a:off x="807058" y="2545361"/>
              <a:ext cx="516398" cy="516398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251BAE-A196-F4B1-E41B-7BD501BB6F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1356854">
                <a:off x="771432" y="2509735"/>
                <a:ext cx="588010" cy="588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BDE8BBA-BA58-DB1C-C8DF-EBB48EA105E1}"/>
                  </a:ext>
                </a:extLst>
              </p14:cNvPr>
              <p14:cNvContentPartPr/>
              <p14:nvPr/>
            </p14:nvContentPartPr>
            <p14:xfrm>
              <a:off x="1321937" y="2731560"/>
              <a:ext cx="797040" cy="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BDE8BBA-BA58-DB1C-C8DF-EBB48EA105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6297" y="2659560"/>
                <a:ext cx="868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926DB3D-0968-C9E1-B66F-8B4BF7233415}"/>
                  </a:ext>
                </a:extLst>
              </p14:cNvPr>
              <p14:cNvContentPartPr/>
              <p14:nvPr/>
            </p14:nvContentPartPr>
            <p14:xfrm>
              <a:off x="2152817" y="2535360"/>
              <a:ext cx="560520" cy="615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926DB3D-0968-C9E1-B66F-8B4BF723341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17177" y="2499360"/>
                <a:ext cx="63216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A4C2CAB-21A9-09E6-703E-3601E098A1CA}"/>
                  </a:ext>
                </a:extLst>
              </p14:cNvPr>
              <p14:cNvContentPartPr/>
              <p14:nvPr/>
            </p14:nvContentPartPr>
            <p14:xfrm>
              <a:off x="5617457" y="3624000"/>
              <a:ext cx="349920" cy="612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A4C2CAB-21A9-09E6-703E-3601E098A1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81457" y="3588000"/>
                <a:ext cx="42156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0B15AFE2-8D9C-DA25-17BC-CC7864F81F7D}"/>
              </a:ext>
            </a:extLst>
          </p:cNvPr>
          <p:cNvGrpSpPr/>
          <p:nvPr/>
        </p:nvGrpSpPr>
        <p:grpSpPr>
          <a:xfrm>
            <a:off x="343457" y="4916040"/>
            <a:ext cx="2081880" cy="704880"/>
            <a:chOff x="343457" y="4916040"/>
            <a:chExt cx="2081880" cy="70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A3144C-724A-547A-8422-7E313240D1EB}"/>
                    </a:ext>
                  </a:extLst>
                </p14:cNvPr>
                <p14:cNvContentPartPr/>
                <p14:nvPr/>
              </p14:nvContentPartPr>
              <p14:xfrm>
                <a:off x="343457" y="4916040"/>
                <a:ext cx="420120" cy="414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A3144C-724A-547A-8422-7E313240D1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7457" y="4880400"/>
                  <a:ext cx="4917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C4A41F3-59AF-E4D7-E621-C8CFFA12E635}"/>
                    </a:ext>
                  </a:extLst>
                </p14:cNvPr>
                <p14:cNvContentPartPr/>
                <p14:nvPr/>
              </p14:nvContentPartPr>
              <p14:xfrm>
                <a:off x="885977" y="5214480"/>
                <a:ext cx="34560" cy="296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C4A41F3-59AF-E4D7-E621-C8CFFA12E63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0337" y="5178480"/>
                  <a:ext cx="1062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0B25685-9613-71A0-89FD-212B2C39AD6A}"/>
                    </a:ext>
                  </a:extLst>
                </p14:cNvPr>
                <p14:cNvContentPartPr/>
                <p14:nvPr/>
              </p14:nvContentPartPr>
              <p14:xfrm>
                <a:off x="1157417" y="5372160"/>
                <a:ext cx="677520" cy="248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0B25685-9613-71A0-89FD-212B2C39AD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1417" y="5336160"/>
                  <a:ext cx="7491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1D896A-41B6-2FD2-7E50-2943E4E6F40D}"/>
                    </a:ext>
                  </a:extLst>
                </p14:cNvPr>
                <p14:cNvContentPartPr/>
                <p14:nvPr/>
              </p14:nvContentPartPr>
              <p14:xfrm>
                <a:off x="1761497" y="5316000"/>
                <a:ext cx="299520" cy="271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1D896A-41B6-2FD2-7E50-2943E4E6F4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25497" y="5280360"/>
                  <a:ext cx="3711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66FE7C-2551-6A80-40B6-0ED5EB590147}"/>
                    </a:ext>
                  </a:extLst>
                </p14:cNvPr>
                <p14:cNvContentPartPr/>
                <p14:nvPr/>
              </p14:nvContentPartPr>
              <p14:xfrm>
                <a:off x="2212937" y="5017560"/>
                <a:ext cx="173880" cy="280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66FE7C-2551-6A80-40B6-0ED5EB5901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77297" y="4981560"/>
                  <a:ext cx="2455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4482224-9F66-EB7E-F22E-886922A0B0E3}"/>
                    </a:ext>
                  </a:extLst>
                </p14:cNvPr>
                <p14:cNvContentPartPr/>
                <p14:nvPr/>
              </p14:nvContentPartPr>
              <p14:xfrm>
                <a:off x="2361977" y="5460000"/>
                <a:ext cx="63360" cy="93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4482224-9F66-EB7E-F22E-886922A0B0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5977" y="5424000"/>
                  <a:ext cx="13500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0544DAE-8145-1775-ECBF-AD8764DE1DA9}"/>
                  </a:ext>
                </a:extLst>
              </p14:cNvPr>
              <p14:cNvContentPartPr/>
              <p14:nvPr/>
            </p14:nvContentPartPr>
            <p14:xfrm>
              <a:off x="3055337" y="2709240"/>
              <a:ext cx="92880" cy="15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0544DAE-8145-1775-ECBF-AD8764DE1DA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19337" y="2673600"/>
                <a:ext cx="16452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608B9231-F0D2-2AE9-ADDE-FF864351CD63}"/>
              </a:ext>
            </a:extLst>
          </p:cNvPr>
          <p:cNvGrpSpPr/>
          <p:nvPr/>
        </p:nvGrpSpPr>
        <p:grpSpPr>
          <a:xfrm>
            <a:off x="1388177" y="446280"/>
            <a:ext cx="6606360" cy="4586760"/>
            <a:chOff x="1388177" y="446280"/>
            <a:chExt cx="6606360" cy="45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05AAF1-B29B-B275-4329-A532ED3C78F4}"/>
                    </a:ext>
                  </a:extLst>
                </p14:cNvPr>
                <p14:cNvContentPartPr/>
                <p14:nvPr/>
              </p14:nvContentPartPr>
              <p14:xfrm>
                <a:off x="2558537" y="1912920"/>
                <a:ext cx="1612800" cy="807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05AAF1-B29B-B275-4329-A532ED3C78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22537" y="1877280"/>
                  <a:ext cx="168444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A9E560-B456-7697-B305-8633F5B5ED81}"/>
                    </a:ext>
                  </a:extLst>
                </p14:cNvPr>
                <p14:cNvContentPartPr/>
                <p14:nvPr/>
              </p14:nvContentPartPr>
              <p14:xfrm>
                <a:off x="4067297" y="1652640"/>
                <a:ext cx="612000" cy="646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A9E560-B456-7697-B305-8633F5B5ED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1297" y="1616640"/>
                  <a:ext cx="68364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82B4D29-F61B-2DA9-C2FD-1D13EE07A882}"/>
                    </a:ext>
                  </a:extLst>
                </p14:cNvPr>
                <p14:cNvContentPartPr/>
                <p14:nvPr/>
              </p14:nvContentPartPr>
              <p14:xfrm>
                <a:off x="4335137" y="2062320"/>
                <a:ext cx="1302120" cy="614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82B4D29-F61B-2DA9-C2FD-1D13EE07A8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99137" y="2026320"/>
                  <a:ext cx="137376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D4ABA3-85ED-0C97-D795-EF7DFB7C8171}"/>
                    </a:ext>
                  </a:extLst>
                </p14:cNvPr>
                <p14:cNvContentPartPr/>
                <p14:nvPr/>
              </p14:nvContentPartPr>
              <p14:xfrm>
                <a:off x="5316497" y="2574960"/>
                <a:ext cx="695880" cy="603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D4ABA3-85ED-0C97-D795-EF7DFB7C81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80857" y="2539320"/>
                  <a:ext cx="76752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AF7ECB-FDD6-CD9C-D6A8-FFEA3EC73A33}"/>
                    </a:ext>
                  </a:extLst>
                </p14:cNvPr>
                <p14:cNvContentPartPr/>
                <p14:nvPr/>
              </p14:nvContentPartPr>
              <p14:xfrm>
                <a:off x="2585177" y="2983200"/>
                <a:ext cx="1236960" cy="676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AF7ECB-FDD6-CD9C-D6A8-FFEA3EC73A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49537" y="2947560"/>
                  <a:ext cx="130860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19C0ED7-EBFD-B881-67D1-46D560B427D6}"/>
                    </a:ext>
                  </a:extLst>
                </p14:cNvPr>
                <p14:cNvContentPartPr/>
                <p14:nvPr/>
              </p14:nvContentPartPr>
              <p14:xfrm>
                <a:off x="3793697" y="3350400"/>
                <a:ext cx="676080" cy="698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19C0ED7-EBFD-B881-67D1-46D560B427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57697" y="3314400"/>
                  <a:ext cx="74772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D93F6E-F2C2-1707-348B-3AA8A8A8A85A}"/>
                    </a:ext>
                  </a:extLst>
                </p14:cNvPr>
                <p14:cNvContentPartPr/>
                <p14:nvPr/>
              </p14:nvContentPartPr>
              <p14:xfrm>
                <a:off x="4270697" y="3182280"/>
                <a:ext cx="1579320" cy="638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D93F6E-F2C2-1707-348B-3AA8A8A8A8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35057" y="3146640"/>
                  <a:ext cx="165096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D5253A-4E70-6451-DC77-F5FBAE631BA4}"/>
                    </a:ext>
                  </a:extLst>
                </p14:cNvPr>
                <p14:cNvContentPartPr/>
                <p14:nvPr/>
              </p14:nvContentPartPr>
              <p14:xfrm>
                <a:off x="6071057" y="2821200"/>
                <a:ext cx="1305360" cy="61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D5253A-4E70-6451-DC77-F5FBAE631B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35417" y="2785200"/>
                  <a:ext cx="13770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91D73DF-8C45-317C-CE5D-0B2D2E31B73F}"/>
                    </a:ext>
                  </a:extLst>
                </p14:cNvPr>
                <p14:cNvContentPartPr/>
                <p14:nvPr/>
              </p14:nvContentPartPr>
              <p14:xfrm>
                <a:off x="7362017" y="2778000"/>
                <a:ext cx="484560" cy="813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91D73DF-8C45-317C-CE5D-0B2D2E31B73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26017" y="2742000"/>
                  <a:ext cx="55620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A10778-B96B-67CA-38B2-3B25327B8FA4}"/>
                    </a:ext>
                  </a:extLst>
                </p14:cNvPr>
                <p14:cNvContentPartPr/>
                <p14:nvPr/>
              </p14:nvContentPartPr>
              <p14:xfrm>
                <a:off x="7696817" y="2410800"/>
                <a:ext cx="297720" cy="231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A10778-B96B-67CA-38B2-3B25327B8F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61177" y="2374800"/>
                  <a:ext cx="369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3E444D-254B-CF0B-8CB7-86A668439A31}"/>
                    </a:ext>
                  </a:extLst>
                </p14:cNvPr>
                <p14:cNvContentPartPr/>
                <p14:nvPr/>
              </p14:nvContentPartPr>
              <p14:xfrm>
                <a:off x="1388177" y="2135040"/>
                <a:ext cx="347040" cy="262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3E444D-254B-CF0B-8CB7-86A668439A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52177" y="2099040"/>
                  <a:ext cx="418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28E0AA-64D3-5CED-DCD1-673C346734A4}"/>
                    </a:ext>
                  </a:extLst>
                </p14:cNvPr>
                <p14:cNvContentPartPr/>
                <p14:nvPr/>
              </p14:nvContentPartPr>
              <p14:xfrm>
                <a:off x="1797497" y="2292000"/>
                <a:ext cx="44640" cy="31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28E0AA-64D3-5CED-DCD1-673C346734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61497" y="2256000"/>
                  <a:ext cx="1162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7C718F7-22B8-9A0B-4C93-19C1E02CA2FD}"/>
                    </a:ext>
                  </a:extLst>
                </p14:cNvPr>
                <p14:cNvContentPartPr/>
                <p14:nvPr/>
              </p14:nvContentPartPr>
              <p14:xfrm>
                <a:off x="2190257" y="1931280"/>
                <a:ext cx="262440" cy="256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7C718F7-22B8-9A0B-4C93-19C1E02CA2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54617" y="1895280"/>
                  <a:ext cx="334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568D35-9948-6CEA-044F-789302A467C0}"/>
                    </a:ext>
                  </a:extLst>
                </p14:cNvPr>
                <p14:cNvContentPartPr/>
                <p14:nvPr/>
              </p14:nvContentPartPr>
              <p14:xfrm>
                <a:off x="2592017" y="2041080"/>
                <a:ext cx="402480" cy="167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568D35-9948-6CEA-044F-789302A467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56017" y="2005440"/>
                  <a:ext cx="474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AC6B72-7B8F-484A-69BD-B26E6005E46D}"/>
                    </a:ext>
                  </a:extLst>
                </p14:cNvPr>
                <p14:cNvContentPartPr/>
                <p14:nvPr/>
              </p14:nvContentPartPr>
              <p14:xfrm>
                <a:off x="5070977" y="1853880"/>
                <a:ext cx="431640" cy="290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AC6B72-7B8F-484A-69BD-B26E6005E46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34977" y="1818240"/>
                  <a:ext cx="5032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FE28F1A-29DD-D1C3-2030-0C040718E4CC}"/>
                    </a:ext>
                  </a:extLst>
                </p14:cNvPr>
                <p14:cNvContentPartPr/>
                <p14:nvPr/>
              </p14:nvContentPartPr>
              <p14:xfrm>
                <a:off x="5496497" y="2046840"/>
                <a:ext cx="356400" cy="204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FE28F1A-29DD-D1C3-2030-0C040718E4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60857" y="2010840"/>
                  <a:ext cx="428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1EA177-906F-9480-69E9-E50325ABDB4D}"/>
                    </a:ext>
                  </a:extLst>
                </p14:cNvPr>
                <p14:cNvContentPartPr/>
                <p14:nvPr/>
              </p14:nvContentPartPr>
              <p14:xfrm>
                <a:off x="5574977" y="2127840"/>
                <a:ext cx="176400" cy="367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1EA177-906F-9480-69E9-E50325ABDB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39337" y="2092200"/>
                  <a:ext cx="2480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8A7D26F-809A-E959-0C17-5E8A88F4AAF0}"/>
                    </a:ext>
                  </a:extLst>
                </p14:cNvPr>
                <p14:cNvContentPartPr/>
                <p14:nvPr/>
              </p14:nvContentPartPr>
              <p14:xfrm>
                <a:off x="2608937" y="3406200"/>
                <a:ext cx="448920" cy="379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8A7D26F-809A-E959-0C17-5E8A88F4AA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72937" y="3370200"/>
                  <a:ext cx="5205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C4A707-4E0A-A4A6-1BC0-CB29F7A802A9}"/>
                    </a:ext>
                  </a:extLst>
                </p14:cNvPr>
                <p14:cNvContentPartPr/>
                <p14:nvPr/>
              </p14:nvContentPartPr>
              <p14:xfrm>
                <a:off x="3200417" y="3632280"/>
                <a:ext cx="229680" cy="32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C4A707-4E0A-A4A6-1BC0-CB29F7A802A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64417" y="3596640"/>
                  <a:ext cx="3013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5166A3-6C84-6FC5-D756-0A5D9E376393}"/>
                    </a:ext>
                  </a:extLst>
                </p14:cNvPr>
                <p14:cNvContentPartPr/>
                <p14:nvPr/>
              </p14:nvContentPartPr>
              <p14:xfrm>
                <a:off x="5122457" y="3517440"/>
                <a:ext cx="306360" cy="336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5166A3-6C84-6FC5-D756-0A5D9E3763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86817" y="3481800"/>
                  <a:ext cx="3780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8B5FBF-EF4A-D214-7257-D9EA160042B0}"/>
                    </a:ext>
                  </a:extLst>
                </p14:cNvPr>
                <p14:cNvContentPartPr/>
                <p14:nvPr/>
              </p14:nvContentPartPr>
              <p14:xfrm>
                <a:off x="5552657" y="3562440"/>
                <a:ext cx="161640" cy="316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8B5FBF-EF4A-D214-7257-D9EA160042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16657" y="3526440"/>
                  <a:ext cx="233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FF0A4D-319D-FA4A-258E-C41135413888}"/>
                    </a:ext>
                  </a:extLst>
                </p14:cNvPr>
                <p14:cNvContentPartPr/>
                <p14:nvPr/>
              </p14:nvContentPartPr>
              <p14:xfrm>
                <a:off x="6083657" y="2937120"/>
                <a:ext cx="130680" cy="316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FF0A4D-319D-FA4A-258E-C411354138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48017" y="2901120"/>
                  <a:ext cx="202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0D5870B-3FEE-EF65-A949-9B7237894C74}"/>
                    </a:ext>
                  </a:extLst>
                </p14:cNvPr>
                <p14:cNvContentPartPr/>
                <p14:nvPr/>
              </p14:nvContentPartPr>
              <p14:xfrm>
                <a:off x="6262217" y="3209280"/>
                <a:ext cx="169200" cy="249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0D5870B-3FEE-EF65-A949-9B7237894C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26217" y="3173280"/>
                  <a:ext cx="2408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6BD4D4-5A0C-DA1C-5486-2F71151CA17F}"/>
                    </a:ext>
                  </a:extLst>
                </p14:cNvPr>
                <p14:cNvContentPartPr/>
                <p14:nvPr/>
              </p14:nvContentPartPr>
              <p14:xfrm>
                <a:off x="6550217" y="3263640"/>
                <a:ext cx="27720" cy="262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6BD4D4-5A0C-DA1C-5486-2F71151CA1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14217" y="3227640"/>
                  <a:ext cx="993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E5F8DF-758E-93AA-D581-96550749FD53}"/>
                    </a:ext>
                  </a:extLst>
                </p14:cNvPr>
                <p14:cNvContentPartPr/>
                <p14:nvPr/>
              </p14:nvContentPartPr>
              <p14:xfrm>
                <a:off x="4386617" y="1068720"/>
                <a:ext cx="244800" cy="385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E5F8DF-758E-93AA-D581-96550749FD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50617" y="1032720"/>
                  <a:ext cx="3164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557620-BC42-F256-9848-C96149991B39}"/>
                    </a:ext>
                  </a:extLst>
                </p14:cNvPr>
                <p14:cNvContentPartPr/>
                <p14:nvPr/>
              </p14:nvContentPartPr>
              <p14:xfrm>
                <a:off x="4745897" y="1425480"/>
                <a:ext cx="232920" cy="178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557620-BC42-F256-9848-C96149991B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09897" y="1389480"/>
                  <a:ext cx="304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DE4C7A-E164-E507-C258-5605BE1293C6}"/>
                    </a:ext>
                  </a:extLst>
                </p14:cNvPr>
                <p14:cNvContentPartPr/>
                <p14:nvPr/>
              </p14:nvContentPartPr>
              <p14:xfrm>
                <a:off x="5054057" y="1424400"/>
                <a:ext cx="15480" cy="243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DE4C7A-E164-E507-C258-5605BE1293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18417" y="1388760"/>
                  <a:ext cx="871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585296-98CB-EDB7-A669-AB895BBE7475}"/>
                    </a:ext>
                  </a:extLst>
                </p14:cNvPr>
                <p14:cNvContentPartPr/>
                <p14:nvPr/>
              </p14:nvContentPartPr>
              <p14:xfrm>
                <a:off x="4009337" y="4135920"/>
                <a:ext cx="267840" cy="487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585296-98CB-EDB7-A669-AB895BBE74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73337" y="4099920"/>
                  <a:ext cx="33948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5D72E5A-0C26-07AC-BFE5-A2B46D8DD49A}"/>
                    </a:ext>
                  </a:extLst>
                </p14:cNvPr>
                <p14:cNvContentPartPr/>
                <p14:nvPr/>
              </p14:nvContentPartPr>
              <p14:xfrm>
                <a:off x="4451057" y="4386480"/>
                <a:ext cx="315000" cy="209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5D72E5A-0C26-07AC-BFE5-A2B46D8DD4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15057" y="4350840"/>
                  <a:ext cx="386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D542A6-EBD9-68C1-784F-0B5412C240B4}"/>
                    </a:ext>
                  </a:extLst>
                </p14:cNvPr>
                <p14:cNvContentPartPr/>
                <p14:nvPr/>
              </p14:nvContentPartPr>
              <p14:xfrm>
                <a:off x="4820057" y="4332120"/>
                <a:ext cx="279720" cy="165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D542A6-EBD9-68C1-784F-0B5412C240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84057" y="4296480"/>
                  <a:ext cx="351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5C7A0D6-9C61-6A89-78F6-7150732960E5}"/>
                    </a:ext>
                  </a:extLst>
                </p14:cNvPr>
                <p14:cNvContentPartPr/>
                <p14:nvPr/>
              </p14:nvContentPartPr>
              <p14:xfrm>
                <a:off x="1883177" y="3341400"/>
                <a:ext cx="259920" cy="414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5C7A0D6-9C61-6A89-78F6-7150732960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47537" y="3305400"/>
                  <a:ext cx="3315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3809EA-A8BD-8A53-0852-6EFB0C00598F}"/>
                    </a:ext>
                  </a:extLst>
                </p14:cNvPr>
                <p14:cNvContentPartPr/>
                <p14:nvPr/>
              </p14:nvContentPartPr>
              <p14:xfrm>
                <a:off x="2223017" y="3595920"/>
                <a:ext cx="43920" cy="27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3809EA-A8BD-8A53-0852-6EFB0C0059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87017" y="3560280"/>
                  <a:ext cx="1155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C14CD2-2708-6E2B-4864-B3B4D17EE56C}"/>
                    </a:ext>
                  </a:extLst>
                </p14:cNvPr>
                <p14:cNvContentPartPr/>
                <p14:nvPr/>
              </p14:nvContentPartPr>
              <p14:xfrm>
                <a:off x="2323097" y="3620760"/>
                <a:ext cx="64440" cy="323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C14CD2-2708-6E2B-4864-B3B4D17EE5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87097" y="3585120"/>
                  <a:ext cx="1360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2C29D40-E77A-768C-5F65-C7B31B4C7994}"/>
                    </a:ext>
                  </a:extLst>
                </p14:cNvPr>
                <p14:cNvContentPartPr/>
                <p14:nvPr/>
              </p14:nvContentPartPr>
              <p14:xfrm>
                <a:off x="1904417" y="446280"/>
                <a:ext cx="4776840" cy="1910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2C29D40-E77A-768C-5F65-C7B31B4C79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68417" y="410640"/>
                  <a:ext cx="4848480" cy="19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3E03D1-933F-EA08-D87F-99D4DCF0606D}"/>
                    </a:ext>
                  </a:extLst>
                </p14:cNvPr>
                <p14:cNvContentPartPr/>
                <p14:nvPr/>
              </p14:nvContentPartPr>
              <p14:xfrm>
                <a:off x="6241697" y="3532200"/>
                <a:ext cx="27000" cy="12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3E03D1-933F-EA08-D87F-99D4DCF060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05697" y="3496560"/>
                  <a:ext cx="98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0ED5B7-A098-F276-7CEC-B71624BAE24A}"/>
                    </a:ext>
                  </a:extLst>
                </p14:cNvPr>
                <p14:cNvContentPartPr/>
                <p14:nvPr/>
              </p14:nvContentPartPr>
              <p14:xfrm>
                <a:off x="1413377" y="3909480"/>
                <a:ext cx="5061240" cy="1123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0ED5B7-A098-F276-7CEC-B71624BAE24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77737" y="3873480"/>
                  <a:ext cx="5132880" cy="11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94E6247-0D4F-A98F-1379-EF6D2C667173}"/>
              </a:ext>
            </a:extLst>
          </p:cNvPr>
          <p:cNvGrpSpPr/>
          <p:nvPr/>
        </p:nvGrpSpPr>
        <p:grpSpPr>
          <a:xfrm>
            <a:off x="7206497" y="4068960"/>
            <a:ext cx="2812680" cy="2042280"/>
            <a:chOff x="7206497" y="4068960"/>
            <a:chExt cx="2812680" cy="20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62718BB-6C33-1FF9-992E-F75B289DF9D0}"/>
                    </a:ext>
                  </a:extLst>
                </p14:cNvPr>
                <p14:cNvContentPartPr/>
                <p14:nvPr/>
              </p14:nvContentPartPr>
              <p14:xfrm>
                <a:off x="7383257" y="4068960"/>
                <a:ext cx="377640" cy="840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62718BB-6C33-1FF9-992E-F75B289DF9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47617" y="4033320"/>
                  <a:ext cx="44928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E71EE3-D45E-99AF-D89C-9078A81B4AFC}"/>
                    </a:ext>
                  </a:extLst>
                </p14:cNvPr>
                <p14:cNvContentPartPr/>
                <p14:nvPr/>
              </p14:nvContentPartPr>
              <p14:xfrm>
                <a:off x="8015777" y="4339680"/>
                <a:ext cx="505440" cy="521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E71EE3-D45E-99AF-D89C-9078A81B4A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80137" y="4304040"/>
                  <a:ext cx="57708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E5D9F2-8D85-9FD0-B9F8-C9F96BE47CFC}"/>
                    </a:ext>
                  </a:extLst>
                </p14:cNvPr>
                <p14:cNvContentPartPr/>
                <p14:nvPr/>
              </p14:nvContentPartPr>
              <p14:xfrm>
                <a:off x="7206497" y="5044560"/>
                <a:ext cx="1767960" cy="141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E5D9F2-8D85-9FD0-B9F8-C9F96BE47C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70497" y="5008920"/>
                  <a:ext cx="183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DDEE827-EB86-BC03-7E4A-F84DACB74098}"/>
                    </a:ext>
                  </a:extLst>
                </p14:cNvPr>
                <p14:cNvContentPartPr/>
                <p14:nvPr/>
              </p14:nvContentPartPr>
              <p14:xfrm>
                <a:off x="7291097" y="5306640"/>
                <a:ext cx="342720" cy="682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DDEE827-EB86-BC03-7E4A-F84DACB7409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55097" y="5270640"/>
                  <a:ext cx="41436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80A4104-2133-5052-FDE5-8128B22E1907}"/>
                    </a:ext>
                  </a:extLst>
                </p14:cNvPr>
                <p14:cNvContentPartPr/>
                <p14:nvPr/>
              </p14:nvContentPartPr>
              <p14:xfrm>
                <a:off x="7925417" y="5460360"/>
                <a:ext cx="497520" cy="355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80A4104-2133-5052-FDE5-8128B22E19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89777" y="5424360"/>
                  <a:ext cx="56916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7B5BEF-0081-68C8-6CAB-5595A872C99D}"/>
                    </a:ext>
                  </a:extLst>
                </p14:cNvPr>
                <p14:cNvContentPartPr/>
                <p14:nvPr/>
              </p14:nvContentPartPr>
              <p14:xfrm>
                <a:off x="8574137" y="5709480"/>
                <a:ext cx="10440" cy="230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7B5BEF-0081-68C8-6CAB-5595A872C99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538497" y="5673480"/>
                  <a:ext cx="820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9E4759F-866D-9AC8-C76E-D7367CDE636E}"/>
                    </a:ext>
                  </a:extLst>
                </p14:cNvPr>
                <p14:cNvContentPartPr/>
                <p14:nvPr/>
              </p14:nvContentPartPr>
              <p14:xfrm>
                <a:off x="8836577" y="5805240"/>
                <a:ext cx="194400" cy="226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9E4759F-866D-9AC8-C76E-D7367CDE636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00577" y="5769600"/>
                  <a:ext cx="266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A5F70A2-891B-5F34-69A7-E5860490D677}"/>
                    </a:ext>
                  </a:extLst>
                </p14:cNvPr>
                <p14:cNvContentPartPr/>
                <p14:nvPr/>
              </p14:nvContentPartPr>
              <p14:xfrm>
                <a:off x="8757737" y="5839080"/>
                <a:ext cx="434520" cy="272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A5F70A2-891B-5F34-69A7-E5860490D6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21737" y="5803080"/>
                  <a:ext cx="5061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15F910-6D05-AEAF-8687-2BEAFD48D753}"/>
                    </a:ext>
                  </a:extLst>
                </p14:cNvPr>
                <p14:cNvContentPartPr/>
                <p14:nvPr/>
              </p14:nvContentPartPr>
              <p14:xfrm>
                <a:off x="9159497" y="5835480"/>
                <a:ext cx="188640" cy="129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15F910-6D05-AEAF-8687-2BEAFD48D7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23857" y="5799840"/>
                  <a:ext cx="260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BFC7FA6-FCED-2C10-3EFC-1922DD9AE65A}"/>
                    </a:ext>
                  </a:extLst>
                </p14:cNvPr>
                <p14:cNvContentPartPr/>
                <p14:nvPr/>
              </p14:nvContentPartPr>
              <p14:xfrm>
                <a:off x="9211697" y="5791560"/>
                <a:ext cx="807480" cy="318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BFC7FA6-FCED-2C10-3EFC-1922DD9AE65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75697" y="5755920"/>
                  <a:ext cx="879120" cy="39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57201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99537F7-421F-E936-C276-FD2BE8E8E656}"/>
                  </a:ext>
                </a:extLst>
              </p14:cNvPr>
              <p14:cNvContentPartPr/>
              <p14:nvPr/>
            </p14:nvContentPartPr>
            <p14:xfrm rot="-396400">
              <a:off x="3114919" y="1625285"/>
              <a:ext cx="276836" cy="36395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99537F7-421F-E936-C276-FD2BE8E8E6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-396400">
                <a:off x="3078920" y="1589286"/>
                <a:ext cx="348475" cy="435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393EAB5-6E1D-7A6E-3AE5-C24779334A33}"/>
                  </a:ext>
                </a:extLst>
              </p14:cNvPr>
              <p14:cNvContentPartPr/>
              <p14:nvPr/>
            </p14:nvContentPartPr>
            <p14:xfrm>
              <a:off x="7399817" y="674520"/>
              <a:ext cx="294480" cy="7491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393EAB5-6E1D-7A6E-3AE5-C24779334A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63817" y="638520"/>
                <a:ext cx="366120" cy="8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3F46669-AAAD-9E94-7221-F30A60006062}"/>
                  </a:ext>
                </a:extLst>
              </p14:cNvPr>
              <p14:cNvContentPartPr/>
              <p14:nvPr/>
            </p14:nvContentPartPr>
            <p14:xfrm>
              <a:off x="7853623" y="865098"/>
              <a:ext cx="359228" cy="518484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3F46669-AAAD-9E94-7221-F30A600060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17988" y="829092"/>
                <a:ext cx="430858" cy="590136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BA45A9BB-8BEA-08A0-C7B0-E7AD6AF229A9}"/>
              </a:ext>
            </a:extLst>
          </p:cNvPr>
          <p:cNvGrpSpPr/>
          <p:nvPr/>
        </p:nvGrpSpPr>
        <p:grpSpPr>
          <a:xfrm>
            <a:off x="7443017" y="1170960"/>
            <a:ext cx="1929960" cy="1239480"/>
            <a:chOff x="7443017" y="1170960"/>
            <a:chExt cx="1929960" cy="12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A48F1F2-6CD3-2A49-E979-434D62827B55}"/>
                    </a:ext>
                  </a:extLst>
                </p14:cNvPr>
                <p14:cNvContentPartPr/>
                <p14:nvPr/>
              </p14:nvContentPartPr>
              <p14:xfrm>
                <a:off x="8283257" y="1232160"/>
                <a:ext cx="241200" cy="189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A48F1F2-6CD3-2A49-E979-434D62827B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47257" y="1196160"/>
                  <a:ext cx="312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052CF37-3CC5-8976-420E-10F69777CA81}"/>
                    </a:ext>
                  </a:extLst>
                </p14:cNvPr>
                <p14:cNvContentPartPr/>
                <p14:nvPr/>
              </p14:nvContentPartPr>
              <p14:xfrm>
                <a:off x="8587817" y="1170960"/>
                <a:ext cx="79200" cy="256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052CF37-3CC5-8976-420E-10F69777CA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51817" y="1135320"/>
                  <a:ext cx="1508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9AB07BA-D373-9B45-A398-52D58162B6A6}"/>
                    </a:ext>
                  </a:extLst>
                </p14:cNvPr>
                <p14:cNvContentPartPr/>
                <p14:nvPr/>
              </p14:nvContentPartPr>
              <p14:xfrm>
                <a:off x="7443017" y="1658760"/>
                <a:ext cx="1341360" cy="39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9AB07BA-D373-9B45-A398-52D58162B6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07017" y="1622760"/>
                  <a:ext cx="1413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8E3BBF0-F10A-B978-4760-E065DFC4B913}"/>
                    </a:ext>
                  </a:extLst>
                </p14:cNvPr>
                <p14:cNvContentPartPr/>
                <p14:nvPr/>
              </p14:nvContentPartPr>
              <p14:xfrm>
                <a:off x="7445897" y="1689000"/>
                <a:ext cx="409680" cy="597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8E3BBF0-F10A-B978-4760-E065DFC4B9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10257" y="1653000"/>
                  <a:ext cx="48132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05790D-61B4-43F4-2A27-9E87BE8233D4}"/>
                    </a:ext>
                  </a:extLst>
                </p14:cNvPr>
                <p14:cNvContentPartPr/>
                <p14:nvPr/>
              </p14:nvContentPartPr>
              <p14:xfrm>
                <a:off x="8019737" y="1889520"/>
                <a:ext cx="274680" cy="409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05790D-61B4-43F4-2A27-9E87BE8233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83737" y="1853520"/>
                  <a:ext cx="3463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12926DD-F1DC-E501-98F7-6D88B082A430}"/>
                    </a:ext>
                  </a:extLst>
                </p14:cNvPr>
                <p14:cNvContentPartPr/>
                <p14:nvPr/>
              </p14:nvContentPartPr>
              <p14:xfrm>
                <a:off x="8437337" y="2147280"/>
                <a:ext cx="9720" cy="263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12926DD-F1DC-E501-98F7-6D88B082A4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01697" y="2111640"/>
                  <a:ext cx="813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8E53B5-1AA4-FEE3-F0E8-A168E53851C4}"/>
                    </a:ext>
                  </a:extLst>
                </p14:cNvPr>
                <p14:cNvContentPartPr/>
                <p14:nvPr/>
              </p14:nvContentPartPr>
              <p14:xfrm>
                <a:off x="8583497" y="2201280"/>
                <a:ext cx="18360" cy="196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8E53B5-1AA4-FEE3-F0E8-A168E53851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47857" y="2165640"/>
                  <a:ext cx="90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5D70FB1-0BEB-478C-FC4E-8EF107C81919}"/>
                    </a:ext>
                  </a:extLst>
                </p14:cNvPr>
                <p14:cNvContentPartPr/>
                <p14:nvPr/>
              </p14:nvContentPartPr>
              <p14:xfrm>
                <a:off x="9088577" y="1566240"/>
                <a:ext cx="284400" cy="31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5D70FB1-0BEB-478C-FC4E-8EF107C819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52577" y="1530240"/>
                  <a:ext cx="356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00F190C-5B3E-AA80-0F69-E85D42871E52}"/>
                    </a:ext>
                  </a:extLst>
                </p14:cNvPr>
                <p14:cNvContentPartPr/>
                <p14:nvPr/>
              </p14:nvContentPartPr>
              <p14:xfrm>
                <a:off x="9149417" y="1394880"/>
                <a:ext cx="70200" cy="308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00F190C-5B3E-AA80-0F69-E85D42871E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13417" y="1359240"/>
                  <a:ext cx="141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AE6B8B1-2797-F60A-88D4-6F885CE49E84}"/>
                    </a:ext>
                  </a:extLst>
                </p14:cNvPr>
                <p14:cNvContentPartPr/>
                <p14:nvPr/>
              </p14:nvContentPartPr>
              <p14:xfrm>
                <a:off x="9087137" y="1409640"/>
                <a:ext cx="218880" cy="173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AE6B8B1-2797-F60A-88D4-6F885CE49E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51137" y="1374000"/>
                  <a:ext cx="2905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D9527E3-8355-CB2A-90C8-A76BC14B3312}"/>
                    </a:ext>
                  </a:extLst>
                </p14:cNvPr>
                <p14:cNvContentPartPr/>
                <p14:nvPr/>
              </p14:nvContentPartPr>
              <p14:xfrm>
                <a:off x="9006137" y="1467600"/>
                <a:ext cx="266760" cy="223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D9527E3-8355-CB2A-90C8-A76BC14B33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70497" y="1431600"/>
                  <a:ext cx="33840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73FAF0D-5C7F-7743-FD51-67E68BCC5799}"/>
              </a:ext>
            </a:extLst>
          </p:cNvPr>
          <p:cNvGrpSpPr/>
          <p:nvPr/>
        </p:nvGrpSpPr>
        <p:grpSpPr>
          <a:xfrm>
            <a:off x="9637937" y="670200"/>
            <a:ext cx="2290320" cy="2022840"/>
            <a:chOff x="9637937" y="670200"/>
            <a:chExt cx="2290320" cy="20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F0147D1-7FA7-48D3-DD20-C485D46C268B}"/>
                    </a:ext>
                  </a:extLst>
                </p14:cNvPr>
                <p14:cNvContentPartPr/>
                <p14:nvPr/>
              </p14:nvContentPartPr>
              <p14:xfrm>
                <a:off x="9799577" y="681720"/>
                <a:ext cx="342360" cy="774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F0147D1-7FA7-48D3-DD20-C485D46C26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63937" y="645720"/>
                  <a:ext cx="414000" cy="8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8692BA6-3C0A-E472-91D7-A2C028AD4004}"/>
                    </a:ext>
                  </a:extLst>
                </p14:cNvPr>
                <p14:cNvContentPartPr/>
                <p14:nvPr/>
              </p14:nvContentPartPr>
              <p14:xfrm>
                <a:off x="10358297" y="870000"/>
                <a:ext cx="307440" cy="546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8692BA6-3C0A-E472-91D7-A2C028AD40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22297" y="834360"/>
                  <a:ext cx="37908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267A9D4-82CF-96BA-B6C1-CCEA59DA2834}"/>
                    </a:ext>
                  </a:extLst>
                </p14:cNvPr>
                <p14:cNvContentPartPr/>
                <p14:nvPr/>
              </p14:nvContentPartPr>
              <p14:xfrm>
                <a:off x="10662137" y="1273200"/>
                <a:ext cx="37800" cy="263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267A9D4-82CF-96BA-B6C1-CCEA59DA28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26497" y="1237560"/>
                  <a:ext cx="1094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41CC78A-7DC5-C5B9-2592-FDB5837E3F50}"/>
                    </a:ext>
                  </a:extLst>
                </p14:cNvPr>
                <p14:cNvContentPartPr/>
                <p14:nvPr/>
              </p14:nvContentPartPr>
              <p14:xfrm>
                <a:off x="10842497" y="1320360"/>
                <a:ext cx="26640" cy="228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41CC78A-7DC5-C5B9-2592-FDB5837E3F5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06497" y="1284720"/>
                  <a:ext cx="98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C9729D6-90EA-BBF9-CFFD-7683CC0EB5D8}"/>
                    </a:ext>
                  </a:extLst>
                </p14:cNvPr>
                <p14:cNvContentPartPr/>
                <p14:nvPr/>
              </p14:nvContentPartPr>
              <p14:xfrm>
                <a:off x="9637937" y="1816080"/>
                <a:ext cx="1241640" cy="61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C9729D6-90EA-BBF9-CFFD-7683CC0EB5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02297" y="1780080"/>
                  <a:ext cx="1313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050BDB5-F4D0-721B-8B85-3A3D9F65F8F0}"/>
                    </a:ext>
                  </a:extLst>
                </p14:cNvPr>
                <p14:cNvContentPartPr/>
                <p14:nvPr/>
              </p14:nvContentPartPr>
              <p14:xfrm>
                <a:off x="9765737" y="1958280"/>
                <a:ext cx="372240" cy="543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050BDB5-F4D0-721B-8B85-3A3D9F65F8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30097" y="1922280"/>
                  <a:ext cx="44388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82F0B2D-8C28-AED3-C197-47572BC8F547}"/>
                    </a:ext>
                  </a:extLst>
                </p14:cNvPr>
                <p14:cNvContentPartPr/>
                <p14:nvPr/>
              </p14:nvContentPartPr>
              <p14:xfrm>
                <a:off x="10317617" y="2147640"/>
                <a:ext cx="346320" cy="326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82F0B2D-8C28-AED3-C197-47572BC8F5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81617" y="2111640"/>
                  <a:ext cx="4179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EC18832-B0A4-1A25-3792-4CA721AE731F}"/>
                    </a:ext>
                  </a:extLst>
                </p14:cNvPr>
                <p14:cNvContentPartPr/>
                <p14:nvPr/>
              </p14:nvContentPartPr>
              <p14:xfrm>
                <a:off x="10802177" y="2403960"/>
                <a:ext cx="40680" cy="263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EC18832-B0A4-1A25-3792-4CA721AE731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66177" y="2368320"/>
                  <a:ext cx="1123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7A1946-392C-6F24-A7F0-B957C0E8618C}"/>
                    </a:ext>
                  </a:extLst>
                </p14:cNvPr>
                <p14:cNvContentPartPr/>
                <p14:nvPr/>
              </p14:nvContentPartPr>
              <p14:xfrm>
                <a:off x="10983257" y="2082840"/>
                <a:ext cx="215640" cy="381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7A1946-392C-6F24-A7F0-B957C0E861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47257" y="2047200"/>
                  <a:ext cx="2872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C3DE02D-35FE-E611-1244-9A6EC36F626B}"/>
                    </a:ext>
                  </a:extLst>
                </p14:cNvPr>
                <p14:cNvContentPartPr/>
                <p14:nvPr/>
              </p14:nvContentPartPr>
              <p14:xfrm>
                <a:off x="11187737" y="2440680"/>
                <a:ext cx="58320" cy="187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C3DE02D-35FE-E611-1244-9A6EC36F62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52097" y="2404680"/>
                  <a:ext cx="1299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C96CCE-B29E-1639-00C4-C52D4D037382}"/>
                    </a:ext>
                  </a:extLst>
                </p14:cNvPr>
                <p14:cNvContentPartPr/>
                <p14:nvPr/>
              </p14:nvContentPartPr>
              <p14:xfrm>
                <a:off x="11301137" y="2366880"/>
                <a:ext cx="202680" cy="326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C96CCE-B29E-1639-00C4-C52D4D0373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65137" y="2330880"/>
                  <a:ext cx="2743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D840C53-F2BA-75E7-13F6-28474BB78D44}"/>
                    </a:ext>
                  </a:extLst>
                </p14:cNvPr>
                <p14:cNvContentPartPr/>
                <p14:nvPr/>
              </p14:nvContentPartPr>
              <p14:xfrm>
                <a:off x="11366657" y="670200"/>
                <a:ext cx="561600" cy="1987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D840C53-F2BA-75E7-13F6-28474BB78D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30657" y="634560"/>
                  <a:ext cx="633240" cy="20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BC958E2-2E15-56F3-161F-B876ECD0D661}"/>
              </a:ext>
            </a:extLst>
          </p:cNvPr>
          <p:cNvGrpSpPr/>
          <p:nvPr/>
        </p:nvGrpSpPr>
        <p:grpSpPr>
          <a:xfrm>
            <a:off x="30617" y="312000"/>
            <a:ext cx="6951960" cy="2040120"/>
            <a:chOff x="30617" y="312000"/>
            <a:chExt cx="6951960" cy="20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C8B3517-9A93-0BE4-4BD6-18CFF13E8B09}"/>
                    </a:ext>
                  </a:extLst>
                </p14:cNvPr>
                <p14:cNvContentPartPr/>
                <p14:nvPr/>
              </p14:nvContentPartPr>
              <p14:xfrm>
                <a:off x="472697" y="932640"/>
                <a:ext cx="14400" cy="1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C8B3517-9A93-0BE4-4BD6-18CFF13E8B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6697" y="897000"/>
                  <a:ext cx="86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31879B8-347D-7484-2802-97724EF9779D}"/>
                    </a:ext>
                  </a:extLst>
                </p14:cNvPr>
                <p14:cNvContentPartPr/>
                <p14:nvPr/>
              </p14:nvContentPartPr>
              <p14:xfrm>
                <a:off x="162017" y="312000"/>
                <a:ext cx="307080" cy="735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31879B8-347D-7484-2802-97724EF977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6377" y="276360"/>
                  <a:ext cx="37872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F2EE80-3252-8DE3-51D4-C0B31F7165E9}"/>
                    </a:ext>
                  </a:extLst>
                </p14:cNvPr>
                <p14:cNvContentPartPr/>
                <p14:nvPr/>
              </p14:nvContentPartPr>
              <p14:xfrm>
                <a:off x="530297" y="456360"/>
                <a:ext cx="312120" cy="412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F2EE80-3252-8DE3-51D4-C0B31F7165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4657" y="420720"/>
                  <a:ext cx="3837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2484016-E551-8F10-87FD-EC4AABE21A80}"/>
                    </a:ext>
                  </a:extLst>
                </p14:cNvPr>
                <p14:cNvContentPartPr/>
                <p14:nvPr/>
              </p14:nvContentPartPr>
              <p14:xfrm>
                <a:off x="30617" y="1113360"/>
                <a:ext cx="1239480" cy="116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2484016-E551-8F10-87FD-EC4AABE21A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-5023" y="1077720"/>
                  <a:ext cx="1311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BCFC77-F1B9-2BFE-11F5-45DB1D0227C6}"/>
                    </a:ext>
                  </a:extLst>
                </p14:cNvPr>
                <p14:cNvContentPartPr/>
                <p14:nvPr/>
              </p14:nvContentPartPr>
              <p14:xfrm>
                <a:off x="115577" y="1385880"/>
                <a:ext cx="194400" cy="630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BCFC77-F1B9-2BFE-11F5-45DB1D0227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937" y="1350240"/>
                  <a:ext cx="26604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4EA35E-34A4-ADD4-81FD-6FACEC447A0B}"/>
                    </a:ext>
                  </a:extLst>
                </p14:cNvPr>
                <p14:cNvContentPartPr/>
                <p14:nvPr/>
              </p14:nvContentPartPr>
              <p14:xfrm>
                <a:off x="454337" y="1510800"/>
                <a:ext cx="509760" cy="380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4EA35E-34A4-ADD4-81FD-6FACEC447A0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8337" y="1474800"/>
                  <a:ext cx="5814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BB2A134-E6E0-82AD-2EF6-747F99D8032C}"/>
                    </a:ext>
                  </a:extLst>
                </p14:cNvPr>
                <p14:cNvContentPartPr/>
                <p14:nvPr/>
              </p14:nvContentPartPr>
              <p14:xfrm>
                <a:off x="1071377" y="1780080"/>
                <a:ext cx="74880" cy="230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BB2A134-E6E0-82AD-2EF6-747F99D803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5737" y="1744080"/>
                  <a:ext cx="146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FDCECB-EAFB-97DB-81B5-10DF6EA0453D}"/>
                    </a:ext>
                  </a:extLst>
                </p14:cNvPr>
                <p14:cNvContentPartPr/>
                <p14:nvPr/>
              </p14:nvContentPartPr>
              <p14:xfrm>
                <a:off x="1186577" y="1992840"/>
                <a:ext cx="537120" cy="149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FDCECB-EAFB-97DB-81B5-10DF6EA0453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0577" y="1957200"/>
                  <a:ext cx="608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9DD4A7-3445-0232-18EE-B4F498AC1F92}"/>
                    </a:ext>
                  </a:extLst>
                </p14:cNvPr>
                <p14:cNvContentPartPr/>
                <p14:nvPr/>
              </p14:nvContentPartPr>
              <p14:xfrm>
                <a:off x="1814777" y="1234680"/>
                <a:ext cx="360" cy="3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9DD4A7-3445-0232-18EE-B4F498AC1F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79137" y="1199040"/>
                  <a:ext cx="72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887712-A489-FA0F-599E-D1D75FB277C7}"/>
                    </a:ext>
                  </a:extLst>
                </p14:cNvPr>
                <p14:cNvContentPartPr/>
                <p14:nvPr/>
              </p14:nvContentPartPr>
              <p14:xfrm>
                <a:off x="1806497" y="1181040"/>
                <a:ext cx="134280" cy="11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887712-A489-FA0F-599E-D1D75FB277C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70857" y="1145040"/>
                  <a:ext cx="205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02DD0F-20E0-36CF-E9C7-699D12F0A87A}"/>
                    </a:ext>
                  </a:extLst>
                </p14:cNvPr>
                <p14:cNvContentPartPr/>
                <p14:nvPr/>
              </p14:nvContentPartPr>
              <p14:xfrm>
                <a:off x="1811177" y="1341240"/>
                <a:ext cx="131400" cy="28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02DD0F-20E0-36CF-E9C7-699D12F0A87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75537" y="1305240"/>
                  <a:ext cx="203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43DC12-6C56-0F51-36BB-5AB75BCD8EC2}"/>
                    </a:ext>
                  </a:extLst>
                </p14:cNvPr>
                <p14:cNvContentPartPr/>
                <p14:nvPr/>
              </p14:nvContentPartPr>
              <p14:xfrm>
                <a:off x="2262617" y="370680"/>
                <a:ext cx="621360" cy="198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43DC12-6C56-0F51-36BB-5AB75BCD8E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26977" y="334680"/>
                  <a:ext cx="693000" cy="20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D61DDB-7277-41DC-4AF8-E3C74A192ABF}"/>
                    </a:ext>
                  </a:extLst>
                </p14:cNvPr>
                <p14:cNvContentPartPr/>
                <p14:nvPr/>
              </p14:nvContentPartPr>
              <p14:xfrm>
                <a:off x="2871737" y="524040"/>
                <a:ext cx="255960" cy="62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D61DDB-7277-41DC-4AF8-E3C74A192A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35737" y="488040"/>
                  <a:ext cx="32760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4A309F-6119-211E-5471-F8A291EE90C1}"/>
                    </a:ext>
                  </a:extLst>
                </p14:cNvPr>
                <p14:cNvContentPartPr/>
                <p14:nvPr/>
              </p14:nvContentPartPr>
              <p14:xfrm>
                <a:off x="3215897" y="548880"/>
                <a:ext cx="298080" cy="419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4A309F-6119-211E-5471-F8A291EE90C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80257" y="512880"/>
                  <a:ext cx="3697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2834DB-AEF4-05C6-D349-33D51844B168}"/>
                    </a:ext>
                  </a:extLst>
                </p14:cNvPr>
                <p14:cNvContentPartPr/>
                <p14:nvPr/>
              </p14:nvContentPartPr>
              <p14:xfrm>
                <a:off x="2392937" y="1209120"/>
                <a:ext cx="1408680" cy="58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2834DB-AEF4-05C6-D349-33D51844B16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56937" y="1173120"/>
                  <a:ext cx="1480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1FB17D-EAB0-8018-236C-F2FF35641995}"/>
                    </a:ext>
                  </a:extLst>
                </p14:cNvPr>
                <p14:cNvContentPartPr/>
                <p14:nvPr/>
              </p14:nvContentPartPr>
              <p14:xfrm>
                <a:off x="2629457" y="1572720"/>
                <a:ext cx="374760" cy="521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1FB17D-EAB0-8018-236C-F2FF3564199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593817" y="1536720"/>
                  <a:ext cx="44640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4D866AE-527E-9C70-BFAA-8C25397A25BD}"/>
                    </a:ext>
                  </a:extLst>
                </p14:cNvPr>
                <p14:cNvContentPartPr/>
                <p14:nvPr/>
              </p14:nvContentPartPr>
              <p14:xfrm>
                <a:off x="3285377" y="1807800"/>
                <a:ext cx="216720" cy="229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4D866AE-527E-9C70-BFAA-8C25397A25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49737" y="1771800"/>
                  <a:ext cx="288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7160BFE-7561-2149-07C2-B2AC99A56973}"/>
                    </a:ext>
                  </a:extLst>
                </p14:cNvPr>
                <p14:cNvContentPartPr/>
                <p14:nvPr/>
              </p14:nvContentPartPr>
              <p14:xfrm>
                <a:off x="3606857" y="1826880"/>
                <a:ext cx="60120" cy="207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7160BFE-7561-2149-07C2-B2AC99A5697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71217" y="1790880"/>
                  <a:ext cx="131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064E48-534C-075B-8760-85775E792C3E}"/>
                    </a:ext>
                  </a:extLst>
                </p14:cNvPr>
                <p14:cNvContentPartPr/>
                <p14:nvPr/>
              </p14:nvContentPartPr>
              <p14:xfrm>
                <a:off x="4165937" y="1266360"/>
                <a:ext cx="329400" cy="3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064E48-534C-075B-8760-85775E792C3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30297" y="1230360"/>
                  <a:ext cx="401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C61B45-5C75-837C-E7D1-58B20CC206B2}"/>
                    </a:ext>
                  </a:extLst>
                </p14:cNvPr>
                <p14:cNvContentPartPr/>
                <p14:nvPr/>
              </p14:nvContentPartPr>
              <p14:xfrm>
                <a:off x="4321457" y="1102560"/>
                <a:ext cx="85320" cy="339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C61B45-5C75-837C-E7D1-58B20CC206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85457" y="1066560"/>
                  <a:ext cx="15696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05C7A6-316B-6A81-14DA-B4F7953B1BB8}"/>
                    </a:ext>
                  </a:extLst>
                </p14:cNvPr>
                <p14:cNvContentPartPr/>
                <p14:nvPr/>
              </p14:nvContentPartPr>
              <p14:xfrm>
                <a:off x="4305617" y="1196160"/>
                <a:ext cx="216720" cy="21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05C7A6-316B-6A81-14DA-B4F7953B1B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69617" y="1160520"/>
                  <a:ext cx="288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2BB9FC-7442-3518-3162-9FF885F3082C}"/>
                    </a:ext>
                  </a:extLst>
                </p14:cNvPr>
                <p14:cNvContentPartPr/>
                <p14:nvPr/>
              </p14:nvContentPartPr>
              <p14:xfrm>
                <a:off x="4294457" y="1188240"/>
                <a:ext cx="209160" cy="257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2BB9FC-7442-3518-3162-9FF885F308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58817" y="1152600"/>
                  <a:ext cx="2808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624770-2048-888A-EDE6-D8081C1C4821}"/>
                    </a:ext>
                  </a:extLst>
                </p14:cNvPr>
                <p14:cNvContentPartPr/>
                <p14:nvPr/>
              </p14:nvContentPartPr>
              <p14:xfrm>
                <a:off x="4917617" y="595320"/>
                <a:ext cx="288720" cy="670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624770-2048-888A-EDE6-D8081C1C482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81617" y="559320"/>
                  <a:ext cx="36036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1B42CF-E680-B7CC-BB60-8AE4D89131FA}"/>
                    </a:ext>
                  </a:extLst>
                </p14:cNvPr>
                <p14:cNvContentPartPr/>
                <p14:nvPr/>
              </p14:nvContentPartPr>
              <p14:xfrm>
                <a:off x="5378777" y="703320"/>
                <a:ext cx="190800" cy="501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1B42CF-E680-B7CC-BB60-8AE4D89131F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42777" y="667680"/>
                  <a:ext cx="2624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52E114-8D62-DD91-EE30-D30916B8110D}"/>
                    </a:ext>
                  </a:extLst>
                </p14:cNvPr>
                <p14:cNvContentPartPr/>
                <p14:nvPr/>
              </p14:nvContentPartPr>
              <p14:xfrm>
                <a:off x="5672897" y="1049280"/>
                <a:ext cx="159840" cy="295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52E114-8D62-DD91-EE30-D30916B8110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36897" y="1013280"/>
                  <a:ext cx="231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03F5D5-EE34-A4EF-F248-5849CE9C5250}"/>
                    </a:ext>
                  </a:extLst>
                </p14:cNvPr>
                <p14:cNvContentPartPr/>
                <p14:nvPr/>
              </p14:nvContentPartPr>
              <p14:xfrm>
                <a:off x="5900057" y="1124880"/>
                <a:ext cx="56160" cy="212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03F5D5-EE34-A4EF-F248-5849CE9C525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64417" y="1089240"/>
                  <a:ext cx="1278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9B956A-6FCF-7A81-874B-64AD30A0BD1B}"/>
                    </a:ext>
                  </a:extLst>
                </p14:cNvPr>
                <p14:cNvContentPartPr/>
                <p14:nvPr/>
              </p14:nvContentPartPr>
              <p14:xfrm>
                <a:off x="4959017" y="1542840"/>
                <a:ext cx="1386720" cy="94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9B956A-6FCF-7A81-874B-64AD30A0BD1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23377" y="1507200"/>
                  <a:ext cx="1458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7BB5AB-82EB-1ADE-8144-071FF22866B2}"/>
                    </a:ext>
                  </a:extLst>
                </p14:cNvPr>
                <p14:cNvContentPartPr/>
                <p14:nvPr/>
              </p14:nvContentPartPr>
              <p14:xfrm>
                <a:off x="5121017" y="1768920"/>
                <a:ext cx="310320" cy="487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7BB5AB-82EB-1ADE-8144-071FF22866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85377" y="1733280"/>
                  <a:ext cx="38196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5573A2F-603E-4F7B-1EEB-6DA6F2EDE5BB}"/>
                    </a:ext>
                  </a:extLst>
                </p14:cNvPr>
                <p14:cNvContentPartPr/>
                <p14:nvPr/>
              </p14:nvContentPartPr>
              <p14:xfrm>
                <a:off x="5646617" y="1701960"/>
                <a:ext cx="283320" cy="46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5573A2F-603E-4F7B-1EEB-6DA6F2EDE5B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10977" y="1665960"/>
                  <a:ext cx="35496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2131F6-301E-A18A-34C2-300E08B279D3}"/>
                    </a:ext>
                  </a:extLst>
                </p14:cNvPr>
                <p14:cNvContentPartPr/>
                <p14:nvPr/>
              </p14:nvContentPartPr>
              <p14:xfrm>
                <a:off x="5943617" y="1988160"/>
                <a:ext cx="226440" cy="213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2131F6-301E-A18A-34C2-300E08B279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07617" y="1952520"/>
                  <a:ext cx="298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BC49F79-1A96-3AD7-85ED-2940F44D16E8}"/>
                    </a:ext>
                  </a:extLst>
                </p14:cNvPr>
                <p14:cNvContentPartPr/>
                <p14:nvPr/>
              </p14:nvContentPartPr>
              <p14:xfrm>
                <a:off x="6333857" y="2026320"/>
                <a:ext cx="31680" cy="207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BC49F79-1A96-3AD7-85ED-2940F44D16E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97857" y="1990320"/>
                  <a:ext cx="103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5A5CEDD-CA84-183E-33F5-2C08D89F69CE}"/>
                    </a:ext>
                  </a:extLst>
                </p14:cNvPr>
                <p14:cNvContentPartPr/>
                <p14:nvPr/>
              </p14:nvContentPartPr>
              <p14:xfrm>
                <a:off x="6603857" y="1471560"/>
                <a:ext cx="378720" cy="30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5A5CEDD-CA84-183E-33F5-2C08D89F69C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68217" y="1435920"/>
                  <a:ext cx="450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27462D-A72D-E5CD-FF11-8558F23CCCC2}"/>
                    </a:ext>
                  </a:extLst>
                </p14:cNvPr>
                <p14:cNvContentPartPr/>
                <p14:nvPr/>
              </p14:nvContentPartPr>
              <p14:xfrm>
                <a:off x="6711497" y="1267080"/>
                <a:ext cx="21240" cy="353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27462D-A72D-E5CD-FF11-8558F23CCCC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75857" y="1231440"/>
                  <a:ext cx="928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26FCD1-2FFC-7443-F5B9-FADB3785FF07}"/>
                    </a:ext>
                  </a:extLst>
                </p14:cNvPr>
                <p14:cNvContentPartPr/>
                <p14:nvPr/>
              </p14:nvContentPartPr>
              <p14:xfrm>
                <a:off x="6629057" y="1394160"/>
                <a:ext cx="149760" cy="124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26FCD1-2FFC-7443-F5B9-FADB3785FF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93417" y="1358160"/>
                  <a:ext cx="221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1DE4AE9-F3BF-8470-54B7-29460911883C}"/>
                    </a:ext>
                  </a:extLst>
                </p14:cNvPr>
                <p14:cNvContentPartPr/>
                <p14:nvPr/>
              </p14:nvContentPartPr>
              <p14:xfrm>
                <a:off x="6596297" y="1367160"/>
                <a:ext cx="196920" cy="234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1DE4AE9-F3BF-8470-54B7-29460911883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60657" y="1331160"/>
                  <a:ext cx="268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134D1A-C21F-EB07-0ED5-B92C6C6275CF}"/>
                    </a:ext>
                  </a:extLst>
                </p14:cNvPr>
                <p14:cNvContentPartPr/>
                <p14:nvPr/>
              </p14:nvContentPartPr>
              <p14:xfrm>
                <a:off x="1119617" y="2004360"/>
                <a:ext cx="270000" cy="301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134D1A-C21F-EB07-0ED5-B92C6C6275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3617" y="1968720"/>
                  <a:ext cx="3416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CCF2CB-8C60-802C-C48A-B4494BC06187}"/>
                    </a:ext>
                  </a:extLst>
                </p14:cNvPr>
                <p14:cNvContentPartPr/>
                <p14:nvPr/>
              </p14:nvContentPartPr>
              <p14:xfrm>
                <a:off x="1520657" y="1854960"/>
                <a:ext cx="199800" cy="473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CCF2CB-8C60-802C-C48A-B4494BC0618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84657" y="1819320"/>
                  <a:ext cx="2714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7C8730A-B7C2-95AB-DC16-04F32DAAE7CA}"/>
                    </a:ext>
                  </a:extLst>
                </p14:cNvPr>
                <p14:cNvContentPartPr/>
                <p14:nvPr/>
              </p14:nvContentPartPr>
              <p14:xfrm>
                <a:off x="1735217" y="1812120"/>
                <a:ext cx="272880" cy="533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7C8730A-B7C2-95AB-DC16-04F32DAAE7C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99577" y="1776480"/>
                  <a:ext cx="344520" cy="60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71C43BA-64C8-01BC-142A-537F335949E7}"/>
              </a:ext>
            </a:extLst>
          </p:cNvPr>
          <p:cNvGrpSpPr/>
          <p:nvPr/>
        </p:nvGrpSpPr>
        <p:grpSpPr>
          <a:xfrm>
            <a:off x="4686857" y="2785200"/>
            <a:ext cx="502920" cy="547920"/>
            <a:chOff x="4686857" y="2785200"/>
            <a:chExt cx="50292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B8D489-D6BA-AC4D-814C-CC98B3BF9BE4}"/>
                    </a:ext>
                  </a:extLst>
                </p14:cNvPr>
                <p14:cNvContentPartPr/>
                <p14:nvPr/>
              </p14:nvContentPartPr>
              <p14:xfrm>
                <a:off x="4686857" y="3016680"/>
                <a:ext cx="502920" cy="58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B8D489-D6BA-AC4D-814C-CC98B3BF9B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51217" y="2980680"/>
                  <a:ext cx="574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72E7F7-7C29-FE04-D331-449E7B299427}"/>
                    </a:ext>
                  </a:extLst>
                </p14:cNvPr>
                <p14:cNvContentPartPr/>
                <p14:nvPr/>
              </p14:nvContentPartPr>
              <p14:xfrm>
                <a:off x="4828337" y="2785200"/>
                <a:ext cx="88920" cy="547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72E7F7-7C29-FE04-D331-449E7B2994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92697" y="2749560"/>
                  <a:ext cx="160560" cy="61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D2538CB-789E-F0E9-0673-295F540B41FE}"/>
              </a:ext>
            </a:extLst>
          </p:cNvPr>
          <p:cNvGrpSpPr/>
          <p:nvPr/>
        </p:nvGrpSpPr>
        <p:grpSpPr>
          <a:xfrm>
            <a:off x="813977" y="3475320"/>
            <a:ext cx="3368160" cy="2154600"/>
            <a:chOff x="813977" y="3475320"/>
            <a:chExt cx="3368160" cy="21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41A0AF7-4272-C1AC-359A-394E56502DFA}"/>
                    </a:ext>
                  </a:extLst>
                </p14:cNvPr>
                <p14:cNvContentPartPr/>
                <p14:nvPr/>
              </p14:nvContentPartPr>
              <p14:xfrm>
                <a:off x="813977" y="3609240"/>
                <a:ext cx="1316880" cy="2020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41A0AF7-4272-C1AC-359A-394E56502DF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8337" y="3573240"/>
                  <a:ext cx="1388520" cy="20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56ED91F-3F87-C43E-F0DE-45577C16967A}"/>
                    </a:ext>
                  </a:extLst>
                </p14:cNvPr>
                <p14:cNvContentPartPr/>
                <p14:nvPr/>
              </p14:nvContentPartPr>
              <p14:xfrm>
                <a:off x="2032217" y="3475320"/>
                <a:ext cx="268560" cy="595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56ED91F-3F87-C43E-F0DE-45577C1696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96217" y="3439680"/>
                  <a:ext cx="34020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4DF319A-715E-EE13-18A1-4A0029B9AE2C}"/>
                    </a:ext>
                  </a:extLst>
                </p14:cNvPr>
                <p14:cNvContentPartPr/>
                <p14:nvPr/>
              </p14:nvContentPartPr>
              <p14:xfrm>
                <a:off x="2464937" y="3493680"/>
                <a:ext cx="461880" cy="505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4DF319A-715E-EE13-18A1-4A0029B9AE2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28937" y="3457680"/>
                  <a:ext cx="53352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522C7A-E2FA-A9A8-ACB2-943EBEDF56C7}"/>
                    </a:ext>
                  </a:extLst>
                </p14:cNvPr>
                <p14:cNvContentPartPr/>
                <p14:nvPr/>
              </p14:nvContentPartPr>
              <p14:xfrm>
                <a:off x="1705337" y="4093080"/>
                <a:ext cx="1483560" cy="114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522C7A-E2FA-A9A8-ACB2-943EBEDF56C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69697" y="4057440"/>
                  <a:ext cx="1555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B81C509-FBA4-A92E-F23F-E30557C533B7}"/>
                    </a:ext>
                  </a:extLst>
                </p14:cNvPr>
                <p14:cNvContentPartPr/>
                <p14:nvPr/>
              </p14:nvContentPartPr>
              <p14:xfrm>
                <a:off x="2033657" y="4374240"/>
                <a:ext cx="361440" cy="615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B81C509-FBA4-A92E-F23F-E30557C533B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98017" y="4338600"/>
                  <a:ext cx="43308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3203C80-194A-054E-9AC2-BB5412AD91DD}"/>
                    </a:ext>
                  </a:extLst>
                </p14:cNvPr>
                <p14:cNvContentPartPr/>
                <p14:nvPr/>
              </p14:nvContentPartPr>
              <p14:xfrm>
                <a:off x="2568977" y="4296480"/>
                <a:ext cx="394920" cy="641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3203C80-194A-054E-9AC2-BB5412AD91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32977" y="4260840"/>
                  <a:ext cx="4665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2DF740-E03F-8FB2-F3E3-16E55244AAF5}"/>
                    </a:ext>
                  </a:extLst>
                </p14:cNvPr>
                <p14:cNvContentPartPr/>
                <p14:nvPr/>
              </p14:nvContentPartPr>
              <p14:xfrm>
                <a:off x="3180617" y="4668720"/>
                <a:ext cx="209520" cy="35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2DF740-E03F-8FB2-F3E3-16E55244AAF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44977" y="4633080"/>
                  <a:ext cx="2811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0AA2BFB-DF00-32C4-AF61-83F50F629FBD}"/>
                    </a:ext>
                  </a:extLst>
                </p14:cNvPr>
                <p14:cNvContentPartPr/>
                <p14:nvPr/>
              </p14:nvContentPartPr>
              <p14:xfrm>
                <a:off x="3551057" y="4674480"/>
                <a:ext cx="29160" cy="332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0AA2BFB-DF00-32C4-AF61-83F50F629FB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15057" y="4638480"/>
                  <a:ext cx="1008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BFB8090-F3BE-722E-A6D2-201468B9D79D}"/>
                    </a:ext>
                  </a:extLst>
                </p14:cNvPr>
                <p14:cNvContentPartPr/>
                <p14:nvPr/>
              </p14:nvContentPartPr>
              <p14:xfrm>
                <a:off x="3769217" y="4047720"/>
                <a:ext cx="412920" cy="72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BFB8090-F3BE-722E-A6D2-201468B9D79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33577" y="4012080"/>
                  <a:ext cx="484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A22DB3D-99B0-89B0-A543-186FB0E97836}"/>
                    </a:ext>
                  </a:extLst>
                </p14:cNvPr>
                <p14:cNvContentPartPr/>
                <p14:nvPr/>
              </p14:nvContentPartPr>
              <p14:xfrm>
                <a:off x="3954977" y="3921000"/>
                <a:ext cx="41760" cy="324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A22DB3D-99B0-89B0-A543-186FB0E9783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19337" y="3885360"/>
                  <a:ext cx="1134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F71A596-2702-6FF6-08A2-010B9D6E14F5}"/>
                    </a:ext>
                  </a:extLst>
                </p14:cNvPr>
                <p14:cNvContentPartPr/>
                <p14:nvPr/>
              </p14:nvContentPartPr>
              <p14:xfrm>
                <a:off x="3867497" y="3965640"/>
                <a:ext cx="227880" cy="249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F71A596-2702-6FF6-08A2-010B9D6E14F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31857" y="3929640"/>
                  <a:ext cx="2995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E56BDDF-1CCB-86A9-0CC4-889761C2D862}"/>
                    </a:ext>
                  </a:extLst>
                </p14:cNvPr>
                <p14:cNvContentPartPr/>
                <p14:nvPr/>
              </p14:nvContentPartPr>
              <p14:xfrm>
                <a:off x="3851297" y="3969240"/>
                <a:ext cx="257400" cy="259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E56BDDF-1CCB-86A9-0CC4-889761C2D86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15657" y="3933600"/>
                  <a:ext cx="32904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8599EEC-7A6A-2E00-9A11-C8F987C909FC}"/>
              </a:ext>
            </a:extLst>
          </p:cNvPr>
          <p:cNvGrpSpPr/>
          <p:nvPr/>
        </p:nvGrpSpPr>
        <p:grpSpPr>
          <a:xfrm>
            <a:off x="4605137" y="3451560"/>
            <a:ext cx="1059840" cy="689040"/>
            <a:chOff x="4605137" y="3451560"/>
            <a:chExt cx="105984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C73D84F-A564-C22D-A5A2-203D5C96B068}"/>
                    </a:ext>
                  </a:extLst>
                </p14:cNvPr>
                <p14:cNvContentPartPr/>
                <p14:nvPr/>
              </p14:nvContentPartPr>
              <p14:xfrm>
                <a:off x="4605137" y="3451560"/>
                <a:ext cx="236880" cy="623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C73D84F-A564-C22D-A5A2-203D5C96B06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69497" y="3415920"/>
                  <a:ext cx="30852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B80D2CB-EDE0-F14C-F835-8EB0231B12B0}"/>
                    </a:ext>
                  </a:extLst>
                </p14:cNvPr>
                <p14:cNvContentPartPr/>
                <p14:nvPr/>
              </p14:nvContentPartPr>
              <p14:xfrm>
                <a:off x="5055857" y="3488640"/>
                <a:ext cx="285840" cy="518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B80D2CB-EDE0-F14C-F835-8EB0231B12B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19857" y="3452640"/>
                  <a:ext cx="35748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AB73721-C85D-E464-F71E-B86584A7D950}"/>
                    </a:ext>
                  </a:extLst>
                </p14:cNvPr>
                <p14:cNvContentPartPr/>
                <p14:nvPr/>
              </p14:nvContentPartPr>
              <p14:xfrm>
                <a:off x="5360417" y="3796800"/>
                <a:ext cx="179640" cy="343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AB73721-C85D-E464-F71E-B86584A7D95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24777" y="3761160"/>
                  <a:ext cx="2512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951398A-3C93-4788-5FEA-CAA8EE8F6AC1}"/>
                    </a:ext>
                  </a:extLst>
                </p14:cNvPr>
                <p14:cNvContentPartPr/>
                <p14:nvPr/>
              </p14:nvContentPartPr>
              <p14:xfrm>
                <a:off x="5610977" y="3830640"/>
                <a:ext cx="54000" cy="294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951398A-3C93-4788-5FEA-CAA8EE8F6A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75337" y="3795000"/>
                  <a:ext cx="12564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811F000-2D7C-642E-67EA-5EF3625B9E31}"/>
              </a:ext>
            </a:extLst>
          </p:cNvPr>
          <p:cNvGrpSpPr/>
          <p:nvPr/>
        </p:nvGrpSpPr>
        <p:grpSpPr>
          <a:xfrm>
            <a:off x="4561937" y="4326720"/>
            <a:ext cx="2154240" cy="964440"/>
            <a:chOff x="4561937" y="4326720"/>
            <a:chExt cx="2154240" cy="96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391E071-3A0B-8DD4-15B5-374DFE84D8A4}"/>
                    </a:ext>
                  </a:extLst>
                </p14:cNvPr>
                <p14:cNvContentPartPr/>
                <p14:nvPr/>
              </p14:nvContentPartPr>
              <p14:xfrm>
                <a:off x="4716377" y="4542000"/>
                <a:ext cx="99000" cy="3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391E071-3A0B-8DD4-15B5-374DFE84D8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80377" y="4506360"/>
                  <a:ext cx="170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5613F51-2B22-BDD2-1579-4A250BEF0E49}"/>
                    </a:ext>
                  </a:extLst>
                </p14:cNvPr>
                <p14:cNvContentPartPr/>
                <p14:nvPr/>
              </p14:nvContentPartPr>
              <p14:xfrm>
                <a:off x="4561937" y="4432920"/>
                <a:ext cx="1341360" cy="122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5613F51-2B22-BDD2-1579-4A250BEF0E4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526297" y="4396920"/>
                  <a:ext cx="1413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0FCFE38-BA39-905A-DB60-1BC0D157EBF7}"/>
                    </a:ext>
                  </a:extLst>
                </p14:cNvPr>
                <p14:cNvContentPartPr/>
                <p14:nvPr/>
              </p14:nvContentPartPr>
              <p14:xfrm>
                <a:off x="4696937" y="4650000"/>
                <a:ext cx="318960" cy="559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0FCFE38-BA39-905A-DB60-1BC0D157EBF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61297" y="4614360"/>
                  <a:ext cx="39060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7BB4927-3E3B-35A9-160C-1572AA49238E}"/>
                    </a:ext>
                  </a:extLst>
                </p14:cNvPr>
                <p14:cNvContentPartPr/>
                <p14:nvPr/>
              </p14:nvContentPartPr>
              <p14:xfrm>
                <a:off x="5233337" y="4786080"/>
                <a:ext cx="229680" cy="412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7BB4927-3E3B-35A9-160C-1572AA4923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97697" y="4750440"/>
                  <a:ext cx="3013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AC0EFFA-6897-8894-6B19-46A26543A491}"/>
                    </a:ext>
                  </a:extLst>
                </p14:cNvPr>
                <p14:cNvContentPartPr/>
                <p14:nvPr/>
              </p14:nvContentPartPr>
              <p14:xfrm>
                <a:off x="5548337" y="5003880"/>
                <a:ext cx="322200" cy="287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AC0EFFA-6897-8894-6B19-46A26543A49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12697" y="4968240"/>
                  <a:ext cx="3938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9924FCA-69C0-0A52-C4EA-5EC356692774}"/>
                    </a:ext>
                  </a:extLst>
                </p14:cNvPr>
                <p14:cNvContentPartPr/>
                <p14:nvPr/>
              </p14:nvContentPartPr>
              <p14:xfrm>
                <a:off x="5870537" y="5042400"/>
                <a:ext cx="288360" cy="212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9924FCA-69C0-0A52-C4EA-5EC35669277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34537" y="5006400"/>
                  <a:ext cx="3600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FE985C0-1407-61F2-C628-768C2C3D90D0}"/>
                    </a:ext>
                  </a:extLst>
                </p14:cNvPr>
                <p14:cNvContentPartPr/>
                <p14:nvPr/>
              </p14:nvContentPartPr>
              <p14:xfrm>
                <a:off x="6339617" y="4455240"/>
                <a:ext cx="376560" cy="57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FE985C0-1407-61F2-C628-768C2C3D90D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03617" y="4419240"/>
                  <a:ext cx="4482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11CB6A-626E-FD44-C401-2426B08D792F}"/>
                    </a:ext>
                  </a:extLst>
                </p14:cNvPr>
                <p14:cNvContentPartPr/>
                <p14:nvPr/>
              </p14:nvContentPartPr>
              <p14:xfrm>
                <a:off x="6511337" y="4326720"/>
                <a:ext cx="70920" cy="329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11CB6A-626E-FD44-C401-2426B08D792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75337" y="4290720"/>
                  <a:ext cx="1425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49DDDA-DDE3-F251-834D-DABE43A5E748}"/>
                    </a:ext>
                  </a:extLst>
                </p14:cNvPr>
                <p14:cNvContentPartPr/>
                <p14:nvPr/>
              </p14:nvContentPartPr>
              <p14:xfrm>
                <a:off x="6484697" y="4386120"/>
                <a:ext cx="153360" cy="151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49DDDA-DDE3-F251-834D-DABE43A5E74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49057" y="4350480"/>
                  <a:ext cx="225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200124-8649-9EF2-2AAE-22691EEF11E5}"/>
                    </a:ext>
                  </a:extLst>
                </p14:cNvPr>
                <p14:cNvContentPartPr/>
                <p14:nvPr/>
              </p14:nvContentPartPr>
              <p14:xfrm>
                <a:off x="6324857" y="4399080"/>
                <a:ext cx="307800" cy="186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200124-8649-9EF2-2AAE-22691EEF11E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289217" y="4363080"/>
                  <a:ext cx="3794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CB0A029-1940-8805-A783-AD2C0698141B}"/>
              </a:ext>
            </a:extLst>
          </p:cNvPr>
          <p:cNvGrpSpPr/>
          <p:nvPr/>
        </p:nvGrpSpPr>
        <p:grpSpPr>
          <a:xfrm>
            <a:off x="7223057" y="3493680"/>
            <a:ext cx="1884600" cy="1820160"/>
            <a:chOff x="7223057" y="3493680"/>
            <a:chExt cx="1884600" cy="18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BE0B2AE-628B-21B0-C156-FB36F8543068}"/>
                    </a:ext>
                  </a:extLst>
                </p14:cNvPr>
                <p14:cNvContentPartPr/>
                <p14:nvPr/>
              </p14:nvContentPartPr>
              <p14:xfrm>
                <a:off x="7364537" y="3493680"/>
                <a:ext cx="275040" cy="759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BE0B2AE-628B-21B0-C156-FB36F854306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28537" y="3458040"/>
                  <a:ext cx="34668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A94783-1569-BB4F-1F48-7227943A4343}"/>
                    </a:ext>
                  </a:extLst>
                </p14:cNvPr>
                <p14:cNvContentPartPr/>
                <p14:nvPr/>
              </p14:nvContentPartPr>
              <p14:xfrm>
                <a:off x="7941977" y="3562800"/>
                <a:ext cx="369720" cy="60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EA94783-1569-BB4F-1F48-7227943A434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06337" y="3526800"/>
                  <a:ext cx="44136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D4C80AD-B53A-1292-434F-890950280065}"/>
                    </a:ext>
                  </a:extLst>
                </p14:cNvPr>
                <p14:cNvContentPartPr/>
                <p14:nvPr/>
              </p14:nvContentPartPr>
              <p14:xfrm>
                <a:off x="8361737" y="3938280"/>
                <a:ext cx="245880" cy="355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D4C80AD-B53A-1292-434F-89095028006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26097" y="3902280"/>
                  <a:ext cx="3175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568F803-DB3C-9240-F24C-2C1625D03A91}"/>
                    </a:ext>
                  </a:extLst>
                </p14:cNvPr>
                <p14:cNvContentPartPr/>
                <p14:nvPr/>
              </p14:nvContentPartPr>
              <p14:xfrm>
                <a:off x="8732897" y="4045560"/>
                <a:ext cx="251640" cy="255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568F803-DB3C-9240-F24C-2C1625D03A9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696897" y="4009920"/>
                  <a:ext cx="323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121097E-E8B0-B979-893A-8CFC0562C32E}"/>
                    </a:ext>
                  </a:extLst>
                </p14:cNvPr>
                <p14:cNvContentPartPr/>
                <p14:nvPr/>
              </p14:nvContentPartPr>
              <p14:xfrm>
                <a:off x="7223057" y="4458120"/>
                <a:ext cx="1884600" cy="184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121097E-E8B0-B979-893A-8CFC0562C32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187417" y="4422120"/>
                  <a:ext cx="1956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9FE6316-A3B8-FDA4-9772-F3C29DA7584E}"/>
                    </a:ext>
                  </a:extLst>
                </p14:cNvPr>
                <p14:cNvContentPartPr/>
                <p14:nvPr/>
              </p14:nvContentPartPr>
              <p14:xfrm>
                <a:off x="7675217" y="4728120"/>
                <a:ext cx="279360" cy="585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9FE6316-A3B8-FDA4-9772-F3C29DA7584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39577" y="4692120"/>
                  <a:ext cx="35100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770B7C-0061-680C-58EF-3788ABEDDAC7}"/>
                    </a:ext>
                  </a:extLst>
                </p14:cNvPr>
                <p14:cNvContentPartPr/>
                <p14:nvPr/>
              </p14:nvContentPartPr>
              <p14:xfrm>
                <a:off x="8215577" y="4764480"/>
                <a:ext cx="298080" cy="441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770B7C-0061-680C-58EF-3788ABEDDAC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79937" y="4728480"/>
                  <a:ext cx="3697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8FCB70-945E-B22D-304A-B9FC3E236672}"/>
                    </a:ext>
                  </a:extLst>
                </p14:cNvPr>
                <p14:cNvContentPartPr/>
                <p14:nvPr/>
              </p14:nvContentPartPr>
              <p14:xfrm>
                <a:off x="8677097" y="5001000"/>
                <a:ext cx="86400" cy="312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8FCB70-945E-B22D-304A-B9FC3E23667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41457" y="4965360"/>
                  <a:ext cx="1580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9C0DAB0-0094-71AE-4922-8809458C87C5}"/>
                    </a:ext>
                  </a:extLst>
                </p14:cNvPr>
                <p14:cNvContentPartPr/>
                <p14:nvPr/>
              </p14:nvContentPartPr>
              <p14:xfrm>
                <a:off x="8899217" y="5101440"/>
                <a:ext cx="18720" cy="208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9C0DAB0-0094-71AE-4922-8809458C87C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863577" y="5065440"/>
                  <a:ext cx="9036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D070A2C-56BA-AEE4-1FCB-7D2A39FBDD9C}"/>
              </a:ext>
            </a:extLst>
          </p:cNvPr>
          <p:cNvGrpSpPr/>
          <p:nvPr/>
        </p:nvGrpSpPr>
        <p:grpSpPr>
          <a:xfrm>
            <a:off x="9609137" y="3719400"/>
            <a:ext cx="2410200" cy="1967040"/>
            <a:chOff x="9609137" y="3719400"/>
            <a:chExt cx="2410200" cy="19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35D3BCA-3664-547B-EE40-16509C2EE194}"/>
                    </a:ext>
                  </a:extLst>
                </p14:cNvPr>
                <p14:cNvContentPartPr/>
                <p14:nvPr/>
              </p14:nvContentPartPr>
              <p14:xfrm>
                <a:off x="9609137" y="4491240"/>
                <a:ext cx="399960" cy="58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35D3BCA-3664-547B-EE40-16509C2EE19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73137" y="4455240"/>
                  <a:ext cx="471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62B353-3DBA-7811-39C6-DE650A682231}"/>
                    </a:ext>
                  </a:extLst>
                </p14:cNvPr>
                <p14:cNvContentPartPr/>
                <p14:nvPr/>
              </p14:nvContentPartPr>
              <p14:xfrm>
                <a:off x="9730457" y="4351560"/>
                <a:ext cx="59040" cy="318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62B353-3DBA-7811-39C6-DE650A68223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94457" y="4315920"/>
                  <a:ext cx="1306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C0ADAA5-703D-6BBC-4EF5-D5AE25142125}"/>
                    </a:ext>
                  </a:extLst>
                </p14:cNvPr>
                <p14:cNvContentPartPr/>
                <p14:nvPr/>
              </p14:nvContentPartPr>
              <p14:xfrm>
                <a:off x="9691217" y="4448760"/>
                <a:ext cx="221760" cy="171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C0ADAA5-703D-6BBC-4EF5-D5AE251421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655217" y="4412760"/>
                  <a:ext cx="293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A2C70B-B69E-0589-82B2-2ECCD91F8BCB}"/>
                    </a:ext>
                  </a:extLst>
                </p14:cNvPr>
                <p14:cNvContentPartPr/>
                <p14:nvPr/>
              </p14:nvContentPartPr>
              <p14:xfrm>
                <a:off x="9660257" y="4448760"/>
                <a:ext cx="265680" cy="168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A2C70B-B69E-0589-82B2-2ECCD91F8BC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24617" y="4413120"/>
                  <a:ext cx="337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BAFCDBD-CE58-4DC5-1D2B-669346D52251}"/>
                    </a:ext>
                  </a:extLst>
                </p14:cNvPr>
                <p14:cNvContentPartPr/>
                <p14:nvPr/>
              </p14:nvContentPartPr>
              <p14:xfrm>
                <a:off x="10477097" y="3719400"/>
                <a:ext cx="289440" cy="633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BAFCDBD-CE58-4DC5-1D2B-669346D5225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441097" y="3683760"/>
                  <a:ext cx="3610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6441070-963C-AB95-E534-EE72CEC38BEA}"/>
                    </a:ext>
                  </a:extLst>
                </p14:cNvPr>
                <p14:cNvContentPartPr/>
                <p14:nvPr/>
              </p14:nvContentPartPr>
              <p14:xfrm>
                <a:off x="10943657" y="3819480"/>
                <a:ext cx="311400" cy="4413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6441070-963C-AB95-E534-EE72CEC38BE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08017" y="3783840"/>
                  <a:ext cx="38304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2A0AF5A-4EA5-568C-B616-99951494727E}"/>
                    </a:ext>
                  </a:extLst>
                </p14:cNvPr>
                <p14:cNvContentPartPr/>
                <p14:nvPr/>
              </p14:nvContentPartPr>
              <p14:xfrm>
                <a:off x="11230217" y="4140240"/>
                <a:ext cx="95400" cy="264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2A0AF5A-4EA5-568C-B616-99951494727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94217" y="4104240"/>
                  <a:ext cx="167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C3100A-83FB-C065-5DAE-0C19B9A5F0C9}"/>
                    </a:ext>
                  </a:extLst>
                </p14:cNvPr>
                <p14:cNvContentPartPr/>
                <p14:nvPr/>
              </p14:nvContentPartPr>
              <p14:xfrm>
                <a:off x="11330657" y="4196040"/>
                <a:ext cx="86400" cy="246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C3100A-83FB-C065-5DAE-0C19B9A5F0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295017" y="4160040"/>
                  <a:ext cx="158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D2507A-B3BE-8D1E-C84B-E69A891A2A05}"/>
                    </a:ext>
                  </a:extLst>
                </p14:cNvPr>
                <p14:cNvContentPartPr/>
                <p14:nvPr/>
              </p14:nvContentPartPr>
              <p14:xfrm>
                <a:off x="10086857" y="4653240"/>
                <a:ext cx="1432440" cy="115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D2507A-B3BE-8D1E-C84B-E69A891A2A0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50857" y="4617240"/>
                  <a:ext cx="1504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97B0FFB-B282-7127-9BF9-B812F9D42A05}"/>
                    </a:ext>
                  </a:extLst>
                </p14:cNvPr>
                <p14:cNvContentPartPr/>
                <p14:nvPr/>
              </p14:nvContentPartPr>
              <p14:xfrm>
                <a:off x="10122497" y="4866720"/>
                <a:ext cx="410400" cy="690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97B0FFB-B282-7127-9BF9-B812F9D42A0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86857" y="4831080"/>
                  <a:ext cx="48204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0BDECF-7B83-2772-118F-50F172ED28AC}"/>
                    </a:ext>
                  </a:extLst>
                </p14:cNvPr>
                <p14:cNvContentPartPr/>
                <p14:nvPr/>
              </p14:nvContentPartPr>
              <p14:xfrm>
                <a:off x="10271897" y="4940160"/>
                <a:ext cx="356040" cy="342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0BDECF-7B83-2772-118F-50F172ED28A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235897" y="4904520"/>
                  <a:ext cx="4276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DBF3E13-966E-0700-E57C-CCEBC10420C7}"/>
                    </a:ext>
                  </a:extLst>
                </p14:cNvPr>
                <p14:cNvContentPartPr/>
                <p14:nvPr/>
              </p14:nvContentPartPr>
              <p14:xfrm>
                <a:off x="10670417" y="5106840"/>
                <a:ext cx="9000" cy="36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DBF3E13-966E-0700-E57C-CCEBC10420C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34777" y="5071200"/>
                  <a:ext cx="80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80CED2D-B237-EFCE-B10F-FF2F52B3348C}"/>
                    </a:ext>
                  </a:extLst>
                </p14:cNvPr>
                <p14:cNvContentPartPr/>
                <p14:nvPr/>
              </p14:nvContentPartPr>
              <p14:xfrm>
                <a:off x="10683377" y="5034480"/>
                <a:ext cx="376200" cy="326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80CED2D-B237-EFCE-B10F-FF2F52B3348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47377" y="4998480"/>
                  <a:ext cx="4478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DFD844E-16F7-532F-2FA9-FE3507372517}"/>
                    </a:ext>
                  </a:extLst>
                </p14:cNvPr>
                <p14:cNvContentPartPr/>
                <p14:nvPr/>
              </p14:nvContentPartPr>
              <p14:xfrm>
                <a:off x="11103497" y="5322120"/>
                <a:ext cx="83160" cy="253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DFD844E-16F7-532F-2FA9-FE350737251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67497" y="5286480"/>
                  <a:ext cx="154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D2F4259-4BB3-6857-92E8-D51C6E39591C}"/>
                    </a:ext>
                  </a:extLst>
                </p14:cNvPr>
                <p14:cNvContentPartPr/>
                <p14:nvPr/>
              </p14:nvContentPartPr>
              <p14:xfrm>
                <a:off x="11370617" y="5439120"/>
                <a:ext cx="155880" cy="183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D2F4259-4BB3-6857-92E8-D51C6E3959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334617" y="5403480"/>
                  <a:ext cx="2275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5954A1C-AE72-415F-0534-E29EB982D387}"/>
                    </a:ext>
                  </a:extLst>
                </p14:cNvPr>
                <p14:cNvContentPartPr/>
                <p14:nvPr/>
              </p14:nvContentPartPr>
              <p14:xfrm>
                <a:off x="11610737" y="5408520"/>
                <a:ext cx="50760" cy="232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5954A1C-AE72-415F-0534-E29EB982D38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74737" y="5372880"/>
                  <a:ext cx="1224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E30DE57-9120-799C-F975-D1D3E958D05F}"/>
                    </a:ext>
                  </a:extLst>
                </p14:cNvPr>
                <p14:cNvContentPartPr/>
                <p14:nvPr/>
              </p14:nvContentPartPr>
              <p14:xfrm>
                <a:off x="11728457" y="5339040"/>
                <a:ext cx="218880" cy="347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E30DE57-9120-799C-F975-D1D3E958D05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692457" y="5303400"/>
                  <a:ext cx="2905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8A350D4-7818-5053-2381-1A7C9C3298BE}"/>
                    </a:ext>
                  </a:extLst>
                </p14:cNvPr>
                <p14:cNvContentPartPr/>
                <p14:nvPr/>
              </p14:nvContentPartPr>
              <p14:xfrm>
                <a:off x="11439737" y="3764400"/>
                <a:ext cx="579600" cy="1720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8A350D4-7818-5053-2381-1A7C9C3298B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404097" y="3728400"/>
                  <a:ext cx="651240" cy="179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64709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6081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/>
              <a:t>Summary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Remember it as…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Overall correctness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Confusion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Where are the mistakes?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When I predict this class, am I right?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Did I find the actual class?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Precision–Recall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All classes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Class frequency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Correct class among top K?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28" ma:contentTypeDescription="Create a new document." ma:contentTypeScope="" ma:versionID="d970add5068ae18ab8f96e11d692c61c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18a24fad8e043d041b6aaf9d8e98fbda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2723f1bc-7802-4c44-b827-a549654b530e" xsi:nil="true"/>
    <FolderType xmlns="2723f1bc-7802-4c44-b827-a549654b530e" xsi:nil="true"/>
    <LMS_Mappings xmlns="2723f1bc-7802-4c44-b827-a549654b530e" xsi:nil="true"/>
    <DefaultSectionNames xmlns="2723f1bc-7802-4c44-b827-a549654b530e" xsi:nil="true"/>
    <AppVersion xmlns="2723f1bc-7802-4c44-b827-a549654b530e" xsi:nil="true"/>
    <TeamsChannelId xmlns="2723f1bc-7802-4c44-b827-a549654b530e" xsi:nil="true"/>
    <IsNotebookLocked xmlns="2723f1bc-7802-4c44-b827-a549654b530e" xsi:nil="true"/>
    <CultureName xmlns="2723f1bc-7802-4c44-b827-a549654b530e" xsi:nil="true"/>
    <Students xmlns="2723f1bc-7802-4c44-b827-a549654b530e">
      <UserInfo>
        <DisplayName/>
        <AccountId xsi:nil="true"/>
        <AccountType/>
      </UserInfo>
    </Students>
    <Templates xmlns="2723f1bc-7802-4c44-b827-a549654b530e" xsi:nil="true"/>
    <Self_Registration_Enabled xmlns="2723f1bc-7802-4c44-b827-a549654b530e" xsi:nil="true"/>
    <Invited_Students xmlns="2723f1bc-7802-4c44-b827-a549654b530e" xsi:nil="true"/>
    <Teachers xmlns="2723f1bc-7802-4c44-b827-a549654b530e">
      <UserInfo>
        <DisplayName/>
        <AccountId xsi:nil="true"/>
        <AccountType/>
      </UserInfo>
    </Teachers>
    <Student_Groups xmlns="2723f1bc-7802-4c44-b827-a549654b530e">
      <UserInfo>
        <DisplayName/>
        <AccountId xsi:nil="true"/>
        <AccountType/>
      </UserInfo>
    </Student_Groups>
    <Teams_Channel_Section_Location xmlns="2723f1bc-7802-4c44-b827-a549654b530e" xsi:nil="true"/>
    <Owner xmlns="2723f1bc-7802-4c44-b827-a549654b530e">
      <UserInfo>
        <DisplayName/>
        <AccountId xsi:nil="true"/>
        <AccountType/>
      </UserInfo>
    </Owner>
    <Distribution_Groups xmlns="2723f1bc-7802-4c44-b827-a549654b530e" xsi:nil="true"/>
    <Math_Settings xmlns="2723f1bc-7802-4c44-b827-a549654b530e" xsi:nil="true"/>
    <Has_Teacher_Only_SectionGroup xmlns="2723f1bc-7802-4c44-b827-a549654b530e" xsi:nil="true"/>
    <Is_Collaboration_Space_Locked xmlns="2723f1bc-7802-4c44-b827-a549654b530e" xsi:nil="true"/>
    <Invited_Teachers xmlns="2723f1bc-7802-4c44-b827-a549654b530e" xsi:nil="true"/>
  </documentManagement>
</p:properties>
</file>

<file path=customXml/itemProps1.xml><?xml version="1.0" encoding="utf-8"?>
<ds:datastoreItem xmlns:ds="http://schemas.openxmlformats.org/officeDocument/2006/customXml" ds:itemID="{D308696F-170E-42C1-9BCF-15D84F47E975}"/>
</file>

<file path=customXml/itemProps2.xml><?xml version="1.0" encoding="utf-8"?>
<ds:datastoreItem xmlns:ds="http://schemas.openxmlformats.org/officeDocument/2006/customXml" ds:itemID="{B82E268C-AD8E-4BAE-8657-A3BAE6CF5E5D}"/>
</file>

<file path=customXml/itemProps3.xml><?xml version="1.0" encoding="utf-8"?>
<ds:datastoreItem xmlns:ds="http://schemas.openxmlformats.org/officeDocument/2006/customXml" ds:itemID="{CD5488AE-FF4D-4328-9965-C749EA06D97D}"/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1624</Words>
  <Application>Microsoft Office PowerPoint</Application>
  <PresentationFormat>Widescreen</PresentationFormat>
  <Paragraphs>309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Nivethitha Somu .</cp:lastModifiedBy>
  <cp:revision>4</cp:revision>
  <dcterms:created xsi:type="dcterms:W3CDTF">2013-01-27T09:14:16Z</dcterms:created>
  <dcterms:modified xsi:type="dcterms:W3CDTF">2026-08-22T09:44:17Z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0x0101008507BA72441AEE45A3CAE1ADD5070980</vt:lpwstr>
  </property>
</Properties>
</file>