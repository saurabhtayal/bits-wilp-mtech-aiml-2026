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80ABCA-4C31-4130-BE0C-65B23B5C37CF}" v="6" dt="2026-08-23T11:45:26.17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customXml" Target="../customXml/item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83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8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na kumari" userId="e8c293e7a058df72" providerId="LiveId" clId="{C23EA179-D794-4125-99B8-B0414D97DF8E}"/>
    <pc:docChg chg="modSld">
      <pc:chgData name="krishna kumari" userId="e8c293e7a058df72" providerId="LiveId" clId="{C23EA179-D794-4125-99B8-B0414D97DF8E}" dt="2026-08-23T11:45:26.165" v="5"/>
      <pc:docMkLst>
        <pc:docMk/>
      </pc:docMkLst>
      <pc:sldChg chg="addSp">
        <pc:chgData name="krishna kumari" userId="e8c293e7a058df72" providerId="LiveId" clId="{C23EA179-D794-4125-99B8-B0414D97DF8E}" dt="2026-08-23T10:29:33.925" v="4"/>
        <pc:sldMkLst>
          <pc:docMk/>
          <pc:sldMk cId="0" sldId="260"/>
        </pc:sldMkLst>
        <pc:inkChg chg="add">
          <ac:chgData name="krishna kumari" userId="e8c293e7a058df72" providerId="LiveId" clId="{C23EA179-D794-4125-99B8-B0414D97DF8E}" dt="2026-08-16T11:48:07.283" v="0"/>
          <ac:inkMkLst>
            <pc:docMk/>
            <pc:sldMk cId="0" sldId="260"/>
            <ac:inkMk id="18" creationId="{22C0AFE8-9FBA-CC1D-2424-EB77157854BE}"/>
          </ac:inkMkLst>
        </pc:inkChg>
        <pc:inkChg chg="add">
          <ac:chgData name="krishna kumari" userId="e8c293e7a058df72" providerId="LiveId" clId="{C23EA179-D794-4125-99B8-B0414D97DF8E}" dt="2026-08-23T10:29:33.925" v="4"/>
          <ac:inkMkLst>
            <pc:docMk/>
            <pc:sldMk cId="0" sldId="260"/>
            <ac:inkMk id="19" creationId="{DA19C1BF-E236-A647-E7F3-91D108A7724C}"/>
          </ac:inkMkLst>
        </pc:inkChg>
      </pc:sldChg>
      <pc:sldChg chg="addSp">
        <pc:chgData name="krishna kumari" userId="e8c293e7a058df72" providerId="LiveId" clId="{C23EA179-D794-4125-99B8-B0414D97DF8E}" dt="2026-08-16T11:48:07.283" v="0"/>
        <pc:sldMkLst>
          <pc:docMk/>
          <pc:sldMk cId="0" sldId="262"/>
        </pc:sldMkLst>
        <pc:inkChg chg="add">
          <ac:chgData name="krishna kumari" userId="e8c293e7a058df72" providerId="LiveId" clId="{C23EA179-D794-4125-99B8-B0414D97DF8E}" dt="2026-08-16T11:48:07.283" v="0"/>
          <ac:inkMkLst>
            <pc:docMk/>
            <pc:sldMk cId="0" sldId="262"/>
            <ac:inkMk id="42" creationId="{D8AE7880-AC2A-C83F-7F4E-0AA597B28FAB}"/>
          </ac:inkMkLst>
        </pc:inkChg>
      </pc:sldChg>
      <pc:sldChg chg="addSp">
        <pc:chgData name="krishna kumari" userId="e8c293e7a058df72" providerId="LiveId" clId="{C23EA179-D794-4125-99B8-B0414D97DF8E}" dt="2026-08-16T11:48:07.283" v="0"/>
        <pc:sldMkLst>
          <pc:docMk/>
          <pc:sldMk cId="0" sldId="263"/>
        </pc:sldMkLst>
        <pc:inkChg chg="add">
          <ac:chgData name="krishna kumari" userId="e8c293e7a058df72" providerId="LiveId" clId="{C23EA179-D794-4125-99B8-B0414D97DF8E}" dt="2026-08-16T11:48:07.283" v="0"/>
          <ac:inkMkLst>
            <pc:docMk/>
            <pc:sldMk cId="0" sldId="263"/>
            <ac:inkMk id="4" creationId="{C5E81594-F29F-E93A-1EAF-C13CFEF702FF}"/>
          </ac:inkMkLst>
        </pc:inkChg>
      </pc:sldChg>
      <pc:sldChg chg="addSp">
        <pc:chgData name="krishna kumari" userId="e8c293e7a058df72" providerId="LiveId" clId="{C23EA179-D794-4125-99B8-B0414D97DF8E}" dt="2026-08-23T10:29:33.925" v="4"/>
        <pc:sldMkLst>
          <pc:docMk/>
          <pc:sldMk cId="0" sldId="264"/>
        </pc:sldMkLst>
        <pc:inkChg chg="add">
          <ac:chgData name="krishna kumari" userId="e8c293e7a058df72" providerId="LiveId" clId="{C23EA179-D794-4125-99B8-B0414D97DF8E}" dt="2026-08-16T11:48:07.283" v="0"/>
          <ac:inkMkLst>
            <pc:docMk/>
            <pc:sldMk cId="0" sldId="264"/>
            <ac:inkMk id="4" creationId="{679044B5-AA81-5BAF-E9DE-FC8B6C997774}"/>
          </ac:inkMkLst>
        </pc:inkChg>
        <pc:inkChg chg="add">
          <ac:chgData name="krishna kumari" userId="e8c293e7a058df72" providerId="LiveId" clId="{C23EA179-D794-4125-99B8-B0414D97DF8E}" dt="2026-08-16T11:53:35.668" v="1"/>
          <ac:inkMkLst>
            <pc:docMk/>
            <pc:sldMk cId="0" sldId="264"/>
            <ac:inkMk id="5" creationId="{498C6C65-C588-BA11-D994-EC6F65F716DB}"/>
          </ac:inkMkLst>
        </pc:inkChg>
        <pc:inkChg chg="add">
          <ac:chgData name="krishna kumari" userId="e8c293e7a058df72" providerId="LiveId" clId="{C23EA179-D794-4125-99B8-B0414D97DF8E}" dt="2026-08-23T10:29:33.925" v="4"/>
          <ac:inkMkLst>
            <pc:docMk/>
            <pc:sldMk cId="0" sldId="264"/>
            <ac:inkMk id="6" creationId="{5BC597A0-1B0B-FC3D-AF4D-C14C3C805BEB}"/>
          </ac:inkMkLst>
        </pc:inkChg>
      </pc:sldChg>
      <pc:sldChg chg="addSp">
        <pc:chgData name="krishna kumari" userId="e8c293e7a058df72" providerId="LiveId" clId="{C23EA179-D794-4125-99B8-B0414D97DF8E}" dt="2026-08-16T11:53:35.668" v="1"/>
        <pc:sldMkLst>
          <pc:docMk/>
          <pc:sldMk cId="0" sldId="265"/>
        </pc:sldMkLst>
        <pc:inkChg chg="add">
          <ac:chgData name="krishna kumari" userId="e8c293e7a058df72" providerId="LiveId" clId="{C23EA179-D794-4125-99B8-B0414D97DF8E}" dt="2026-08-16T11:53:35.668" v="1"/>
          <ac:inkMkLst>
            <pc:docMk/>
            <pc:sldMk cId="0" sldId="265"/>
            <ac:inkMk id="4" creationId="{688C4FC2-CFB3-BEA5-5E81-1261236BAB51}"/>
          </ac:inkMkLst>
        </pc:inkChg>
      </pc:sldChg>
      <pc:sldChg chg="addSp">
        <pc:chgData name="krishna kumari" userId="e8c293e7a058df72" providerId="LiveId" clId="{C23EA179-D794-4125-99B8-B0414D97DF8E}" dt="2026-08-16T12:09:24.925" v="2"/>
        <pc:sldMkLst>
          <pc:docMk/>
          <pc:sldMk cId="0" sldId="266"/>
        </pc:sldMkLst>
        <pc:inkChg chg="add">
          <ac:chgData name="krishna kumari" userId="e8c293e7a058df72" providerId="LiveId" clId="{C23EA179-D794-4125-99B8-B0414D97DF8E}" dt="2026-08-16T12:09:24.925" v="2"/>
          <ac:inkMkLst>
            <pc:docMk/>
            <pc:sldMk cId="0" sldId="266"/>
            <ac:inkMk id="4" creationId="{2D58E277-9E0A-F8B4-070C-E5189C78A4D9}"/>
          </ac:inkMkLst>
        </pc:inkChg>
      </pc:sldChg>
      <pc:sldChg chg="addSp">
        <pc:chgData name="krishna kumari" userId="e8c293e7a058df72" providerId="LiveId" clId="{C23EA179-D794-4125-99B8-B0414D97DF8E}" dt="2026-08-16T12:09:24.925" v="2"/>
        <pc:sldMkLst>
          <pc:docMk/>
          <pc:sldMk cId="0" sldId="267"/>
        </pc:sldMkLst>
        <pc:inkChg chg="add">
          <ac:chgData name="krishna kumari" userId="e8c293e7a058df72" providerId="LiveId" clId="{C23EA179-D794-4125-99B8-B0414D97DF8E}" dt="2026-08-16T12:09:24.925" v="2"/>
          <ac:inkMkLst>
            <pc:docMk/>
            <pc:sldMk cId="0" sldId="267"/>
            <ac:inkMk id="8" creationId="{C9F15C93-923A-F55C-C845-304710281C7B}"/>
          </ac:inkMkLst>
        </pc:inkChg>
      </pc:sldChg>
      <pc:sldChg chg="addSp">
        <pc:chgData name="krishna kumari" userId="e8c293e7a058df72" providerId="LiveId" clId="{C23EA179-D794-4125-99B8-B0414D97DF8E}" dt="2026-08-16T12:09:24.925" v="2"/>
        <pc:sldMkLst>
          <pc:docMk/>
          <pc:sldMk cId="0" sldId="268"/>
        </pc:sldMkLst>
        <pc:inkChg chg="add">
          <ac:chgData name="krishna kumari" userId="e8c293e7a058df72" providerId="LiveId" clId="{C23EA179-D794-4125-99B8-B0414D97DF8E}" dt="2026-08-16T12:09:24.925" v="2"/>
          <ac:inkMkLst>
            <pc:docMk/>
            <pc:sldMk cId="0" sldId="268"/>
            <ac:inkMk id="4" creationId="{CF6C67F4-775B-6395-DB28-CA5750618B3A}"/>
          </ac:inkMkLst>
        </pc:inkChg>
      </pc:sldChg>
      <pc:sldChg chg="addSp">
        <pc:chgData name="krishna kumari" userId="e8c293e7a058df72" providerId="LiveId" clId="{C23EA179-D794-4125-99B8-B0414D97DF8E}" dt="2026-08-16T12:09:24.925" v="2"/>
        <pc:sldMkLst>
          <pc:docMk/>
          <pc:sldMk cId="0" sldId="269"/>
        </pc:sldMkLst>
        <pc:inkChg chg="add">
          <ac:chgData name="krishna kumari" userId="e8c293e7a058df72" providerId="LiveId" clId="{C23EA179-D794-4125-99B8-B0414D97DF8E}" dt="2026-08-16T12:09:24.925" v="2"/>
          <ac:inkMkLst>
            <pc:docMk/>
            <pc:sldMk cId="0" sldId="269"/>
            <ac:inkMk id="4" creationId="{91E47EC8-2949-5EF5-AA35-454B08339310}"/>
          </ac:inkMkLst>
        </pc:inkChg>
      </pc:sldChg>
      <pc:sldChg chg="addSp">
        <pc:chgData name="krishna kumari" userId="e8c293e7a058df72" providerId="LiveId" clId="{C23EA179-D794-4125-99B8-B0414D97DF8E}" dt="2026-08-16T12:09:24.925" v="2"/>
        <pc:sldMkLst>
          <pc:docMk/>
          <pc:sldMk cId="0" sldId="270"/>
        </pc:sldMkLst>
        <pc:inkChg chg="add">
          <ac:chgData name="krishna kumari" userId="e8c293e7a058df72" providerId="LiveId" clId="{C23EA179-D794-4125-99B8-B0414D97DF8E}" dt="2026-08-16T12:09:24.925" v="2"/>
          <ac:inkMkLst>
            <pc:docMk/>
            <pc:sldMk cId="0" sldId="270"/>
            <ac:inkMk id="13" creationId="{D7EF0EC8-185D-8137-3EA4-767D661976AE}"/>
          </ac:inkMkLst>
        </pc:inkChg>
      </pc:sldChg>
      <pc:sldChg chg="addSp">
        <pc:chgData name="krishna kumari" userId="e8c293e7a058df72" providerId="LiveId" clId="{C23EA179-D794-4125-99B8-B0414D97DF8E}" dt="2026-08-16T12:09:24.925" v="2"/>
        <pc:sldMkLst>
          <pc:docMk/>
          <pc:sldMk cId="0" sldId="271"/>
        </pc:sldMkLst>
        <pc:inkChg chg="add">
          <ac:chgData name="krishna kumari" userId="e8c293e7a058df72" providerId="LiveId" clId="{C23EA179-D794-4125-99B8-B0414D97DF8E}" dt="2026-08-16T12:09:24.925" v="2"/>
          <ac:inkMkLst>
            <pc:docMk/>
            <pc:sldMk cId="0" sldId="271"/>
            <ac:inkMk id="4" creationId="{E0E6456E-0085-B0DB-E14F-657988B3BC3F}"/>
          </ac:inkMkLst>
        </pc:inkChg>
      </pc:sldChg>
      <pc:sldChg chg="addSp">
        <pc:chgData name="krishna kumari" userId="e8c293e7a058df72" providerId="LiveId" clId="{C23EA179-D794-4125-99B8-B0414D97DF8E}" dt="2026-08-16T12:09:24.925" v="2"/>
        <pc:sldMkLst>
          <pc:docMk/>
          <pc:sldMk cId="0" sldId="272"/>
        </pc:sldMkLst>
        <pc:inkChg chg="add">
          <ac:chgData name="krishna kumari" userId="e8c293e7a058df72" providerId="LiveId" clId="{C23EA179-D794-4125-99B8-B0414D97DF8E}" dt="2026-08-16T12:09:24.925" v="2"/>
          <ac:inkMkLst>
            <pc:docMk/>
            <pc:sldMk cId="0" sldId="272"/>
            <ac:inkMk id="14" creationId="{6AD9CCBB-9261-D876-2726-38002124E321}"/>
          </ac:inkMkLst>
        </pc:inkChg>
      </pc:sldChg>
      <pc:sldChg chg="addSp">
        <pc:chgData name="krishna kumari" userId="e8c293e7a058df72" providerId="LiveId" clId="{C23EA179-D794-4125-99B8-B0414D97DF8E}" dt="2026-08-16T12:09:24.925" v="2"/>
        <pc:sldMkLst>
          <pc:docMk/>
          <pc:sldMk cId="0" sldId="273"/>
        </pc:sldMkLst>
        <pc:inkChg chg="add">
          <ac:chgData name="krishna kumari" userId="e8c293e7a058df72" providerId="LiveId" clId="{C23EA179-D794-4125-99B8-B0414D97DF8E}" dt="2026-08-16T12:09:24.925" v="2"/>
          <ac:inkMkLst>
            <pc:docMk/>
            <pc:sldMk cId="0" sldId="273"/>
            <ac:inkMk id="4" creationId="{8AC9455C-0BD8-AFE0-5689-02617EC35F73}"/>
          </ac:inkMkLst>
        </pc:inkChg>
      </pc:sldChg>
      <pc:sldChg chg="addSp">
        <pc:chgData name="krishna kumari" userId="e8c293e7a058df72" providerId="LiveId" clId="{C23EA179-D794-4125-99B8-B0414D97DF8E}" dt="2026-08-16T12:11:19.615" v="3"/>
        <pc:sldMkLst>
          <pc:docMk/>
          <pc:sldMk cId="0" sldId="274"/>
        </pc:sldMkLst>
        <pc:inkChg chg="add">
          <ac:chgData name="krishna kumari" userId="e8c293e7a058df72" providerId="LiveId" clId="{C23EA179-D794-4125-99B8-B0414D97DF8E}" dt="2026-08-16T12:11:19.615" v="3"/>
          <ac:inkMkLst>
            <pc:docMk/>
            <pc:sldMk cId="0" sldId="274"/>
            <ac:inkMk id="4" creationId="{12F12AA1-7C13-0141-7149-255D1B9C04E7}"/>
          </ac:inkMkLst>
        </pc:inkChg>
      </pc:sldChg>
      <pc:sldChg chg="addSp">
        <pc:chgData name="krishna kumari" userId="e8c293e7a058df72" providerId="LiveId" clId="{C23EA179-D794-4125-99B8-B0414D97DF8E}" dt="2026-08-23T10:29:33.925" v="4"/>
        <pc:sldMkLst>
          <pc:docMk/>
          <pc:sldMk cId="0" sldId="276"/>
        </pc:sldMkLst>
        <pc:inkChg chg="add">
          <ac:chgData name="krishna kumari" userId="e8c293e7a058df72" providerId="LiveId" clId="{C23EA179-D794-4125-99B8-B0414D97DF8E}" dt="2026-08-23T10:29:33.925" v="4"/>
          <ac:inkMkLst>
            <pc:docMk/>
            <pc:sldMk cId="0" sldId="276"/>
            <ac:inkMk id="5" creationId="{DEE3364D-1125-37B5-9D8A-464F5ACE6CD7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277"/>
        </pc:sldMkLst>
        <pc:inkChg chg="add">
          <ac:chgData name="krishna kumari" userId="e8c293e7a058df72" providerId="LiveId" clId="{C23EA179-D794-4125-99B8-B0414D97DF8E}" dt="2026-08-23T10:29:33.925" v="4"/>
          <ac:inkMkLst>
            <pc:docMk/>
            <pc:sldMk cId="0" sldId="277"/>
            <ac:inkMk id="8" creationId="{90E45DC6-DD03-E7AC-DE66-FC0F9B11B4F8}"/>
          </ac:inkMkLst>
        </pc:inkChg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277"/>
            <ac:inkMk id="9" creationId="{4556C906-406B-8959-7206-735B5DC90280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278"/>
        </pc:sldMkLst>
        <pc:inkChg chg="add">
          <ac:chgData name="krishna kumari" userId="e8c293e7a058df72" providerId="LiveId" clId="{C23EA179-D794-4125-99B8-B0414D97DF8E}" dt="2026-08-23T10:29:33.925" v="4"/>
          <ac:inkMkLst>
            <pc:docMk/>
            <pc:sldMk cId="0" sldId="278"/>
            <ac:inkMk id="11" creationId="{A6443E8F-5A3B-8829-5D26-D326DAB012E6}"/>
          </ac:inkMkLst>
        </pc:inkChg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278"/>
            <ac:inkMk id="12" creationId="{96983480-8367-DA5A-EFF1-B8F4AA9A864B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280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280"/>
            <ac:inkMk id="8" creationId="{9DAB6DAE-DD88-5841-7D2C-BDA5C0148F3C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281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281"/>
            <ac:inkMk id="10" creationId="{05A13886-789D-094A-7C7D-A656433F9432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282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282"/>
            <ac:inkMk id="13" creationId="{F82096C1-6E33-3585-BF31-DEB64BFBB8A4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283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283"/>
            <ac:inkMk id="18" creationId="{08537F08-5D09-F24D-E3CB-D4EB2372EEA3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284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284"/>
            <ac:inkMk id="27" creationId="{B874B2FF-F885-014F-19AC-6A0A0E7AAF5D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285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285"/>
            <ac:inkMk id="5" creationId="{1B2B1771-75AC-5DA3-B46B-72A128878A6A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286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286"/>
            <ac:inkMk id="7" creationId="{B839E3DE-6AE5-927B-8400-58B8E9BBB2F7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287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287"/>
            <ac:inkMk id="44" creationId="{07CD5AF2-7153-45CC-753D-E3036D45E75C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288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288"/>
            <ac:inkMk id="5" creationId="{AED66345-96B4-D2FE-48FC-0A05EB8380EC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289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289"/>
            <ac:inkMk id="30" creationId="{239C9BAB-293D-4463-5068-7502CBDDE1F2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290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290"/>
            <ac:inkMk id="28" creationId="{86E99CD2-4EE8-5DC8-FBC8-609483E72613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291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291"/>
            <ac:inkMk id="9" creationId="{72A84F52-F2C6-0D35-A8AF-D7B1326BC64A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292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292"/>
            <ac:inkMk id="7" creationId="{B2549DA7-B2B7-1F96-B60F-BB3C2FCD4AA1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293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293"/>
            <ac:inkMk id="60" creationId="{0B7B03E9-662A-1C76-3200-F030CF85AFEE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294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294"/>
            <ac:inkMk id="5" creationId="{CE2B1E93-3CA5-18CB-FF1A-069DB0DD753D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295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295"/>
            <ac:inkMk id="10" creationId="{7D56B416-BD36-BDEA-E0DC-7BD9FB4EAAF0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296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296"/>
            <ac:inkMk id="4" creationId="{2DCC2385-53E8-0713-8CC7-CDC98ACB6C63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297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297"/>
            <ac:inkMk id="4" creationId="{E7FC9188-25A2-1950-0482-391BC7AC20EA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298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298"/>
            <ac:inkMk id="6" creationId="{CEF0AFBB-B52F-3155-A8CF-942C41209690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299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299"/>
            <ac:inkMk id="5" creationId="{915EE6D7-0DDB-E364-2710-7B478D616C33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300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300"/>
            <ac:inkMk id="182" creationId="{53963A88-E330-B515-D204-C983C3D92597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301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301"/>
            <ac:inkMk id="4" creationId="{CD0318BA-CC3E-5B90-2063-009907B8D095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302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302"/>
            <ac:inkMk id="4" creationId="{CF1B1E54-7085-7AAC-43EB-C22914A68467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303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303"/>
            <ac:inkMk id="4" creationId="{DA34C9BD-ED3B-53FB-E88F-479327AB8151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305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305"/>
            <ac:inkMk id="4" creationId="{3A9EFA1B-2F95-5A90-44DC-EF44A87EFAD2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306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306"/>
            <ac:inkMk id="6" creationId="{B2183004-404E-5920-E5DF-69224C08C8CD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307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307"/>
            <ac:inkMk id="4" creationId="{832C3F14-D718-6C44-C968-15CA657AF290}"/>
          </ac:inkMkLst>
        </pc:inkChg>
      </pc:sldChg>
      <pc:sldChg chg="addSp">
        <pc:chgData name="krishna kumari" userId="e8c293e7a058df72" providerId="LiveId" clId="{C23EA179-D794-4125-99B8-B0414D97DF8E}" dt="2026-08-23T11:45:26.165" v="5"/>
        <pc:sldMkLst>
          <pc:docMk/>
          <pc:sldMk cId="0" sldId="308"/>
        </pc:sldMkLst>
        <pc:inkChg chg="add">
          <ac:chgData name="krishna kumari" userId="e8c293e7a058df72" providerId="LiveId" clId="{C23EA179-D794-4125-99B8-B0414D97DF8E}" dt="2026-08-23T11:45:26.165" v="5"/>
          <ac:inkMkLst>
            <pc:docMk/>
            <pc:sldMk cId="0" sldId="308"/>
            <ac:inkMk id="8" creationId="{E5A857B2-C53B-F134-8FAC-4603AA693091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1:40:50.6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14423 4284 176 0,'-6'-7'213'0,"6"7"-57"0,-7-6-26 0,7 6-18 0,-11-7-9 16,11 7-9-16,-13-4-9 0,13 4-6 0,-13-3-7 15,4-1-9-15,9 4-7 0,-14-4-8 0,5 1 3 16,-1 1-10-16,10 2 11 0,-13-6-1 0,4 4-1 16,9 2 6-16,-14-4 7 0,14 4 11 0,-11-4 0 15,11 4-6-15,-10-3-6 0,10 3-9 0,-7-4-1 0,7 4-13 16,0 0-7-16,0 0-17 0,3-5 20 0,-3 5 8 16,15-5-7-16,-2 3 10 0,3-1-17 15,4 0 8-15,0 1-12 0,8 2 22 0,2-1-24 16,1 1 16-16,9 0-18 0,2 1 13 0,8-1-3 15,4 2 11-15,2 1-21 0,3 0 27 0,0-3-17 0,3 2 10 16,2-2 26-16,13 0-2 0,2-2-10 16,3 0 17-16,6-2-9 0,2-3 3 0,2 1-1 15,2 0 11-15,-1 0-4 0,6-2-15 0,-2 1-2 16,4-2-21-16,0 1 11 0,2 1-19 0,0-2-4 16,-1 3-7-16,0-2 4 0,-1 1-7 0,-1 0 1 15,-1 1-8-15,2 2 0 0,-5 0-1 0,0 2 4 16,-4 0-5-16,0 0 6 0,-4-1-3 0,-6 3 1 15,1 0-6-15,0 3 5 0,-3-3-8 0,1 0 9 0,-4 2-2 16,1-1 10-16,-13 0-7 0,0-1 5 0,-1 0-4 16,-2-1 13-16,-4 0-3 0,1-1 10 0,-3-1-13 15,-1 2 5-15,-5-1-14 0,1-1 9 0,0 1-10 16,-3 0 4-16,-1-3-8 0,-7 3 9 0,-1-1-8 16,2-3 7-16,4 3-11 0,-2-2 8 0,3-1-5 15,-1 1 6-15,2 2-8 0,-1-4 8 0,2 3-8 16,-2-1 7-16,-7 3-8 0,1-2 5 0,-2 0-5 15,-2 2 7-15,-5 0-10 0,-3 0-17 0,-3 1-37 16,-3-1-67-16,-4 2-53 0,-3 0 7 0,-15 0-13 16,19 0-52-16,-19 0-49 0,0 0-91 0,4 7-395 15,-4-7-287-15</inkml:trace>
  <inkml:trace contextRef="#ctx0" brushRef="#br0" timeOffset="7781.16">27235 5650 193 0,'0'0'174'0,"10"-2"-49"0,-10 2-32 16,14-1-34-16,-14 1-41 0,18-2-67 0,-18 2-146 16,18-1 58-16</inkml:trace>
  <inkml:trace contextRef="#ctx0" brushRef="#br0" timeOffset="9514.16">20214 6189 78 0,'-3'-11'435'0,"2"1"-124"0,-2 2-68 16,2 2-49-16,1 6-49 0,-4-7-26 0,4 7-28 16,0 0-8-16,-4 8 29 0,0 3-9 0,3 4 7 15,-1 2-3-15,0 7-14 0,2 2-8 0,0 3-18 16,2 4-10-16,0 1-8 0,3 0-5 0,-1 6-8 15,5 1-11-15,-4-9 20 0,4 2-31 0,-2-2 17 16,2 1-19-16,-2-2 17 0,3 1-2 0,-1-4-26 16,0-2 18-16,1-1-23 0,-2-4 19 15,-1-2-55-15,-1-2-45 0,0-2-53 0,-2-2-51 16,-1-2-76-16</inkml:trace>
  <inkml:trace contextRef="#ctx0" brushRef="#br0" timeOffset="9965.09">20070 6386 20 0,'2'-27'542'0,"0"-1"-160"16,2 2-78-16,0 3-60 0,3 1-61 0,-2 0-20 15,3 3-45-15,1 0-17 0,3 1-31 0,2 2 7 16,0 0-23-16,1 1-10 0,1 3-9 0,2 0-4 16,-3 4 6-16,2 0-20 0,-3 4 5 0,2-1-18 15,-3 5 16-15,1 0-21 0,-2 2 12 0,0 2-10 16,0 1 15-16,-2 4-17 0,-2 1 1 0,-2 3-1 15,-3 1 0-15,-3 2 2 0,-3 3 1 0,-3 1-2 16,-4 1-2-16,-1-2 2 0,-3 3-1 0,1-5 0 16,1-2 8-16,-2 0-7 0,2-4 34 15,2-1 12-15,0 0 4 0,1-3 3 0,2 1-12 0,-2-2-8 16,6-2-3-16,3-4-4 0,-7 6-6 16,7-6-3-16,0 0-2 0,18 0-4 0,-6-2-3 0,4 1 3 15,5 1-8-15,-1 0-2 0,7 1 4 0,0 2-6 16,1 5 3-16,0 0-1 0,0 4 1 0,0 3-1 15,-3 2 0-15,-4 1-1 0,0 2 4 0,-2 2 2 16,-5 2-4-16,1 1-2 0,-4 0 16 0,-6-1-17 16,-2-1 33-16,-3 2-30 0,-5-1 26 0,0-2-26 15,-6 3 24-15,-5-2-13 0,2-3 50 0,-6-2-5 16,-1-2 24-16,0-5-10 0,-1-2 9 0,-2-2-21 16,2-2-2-16,0-4-13 0,-1-1-3 0,3-1-7 15,-1-2-10-15,0-1-4 0,5-4-8 0,0 1 1 16,4-3-21-16,3-2-52 0,4-3-91 0,5 0-39 15,4 0-80-15,6-5-95 0,4-1-478 0,3 2-384 16</inkml:trace>
  <inkml:trace contextRef="#ctx0" brushRef="#br0" timeOffset="10130.44">20841 6759 1358 0,'0'0'809'0,"8"-5"-193"0,-8 5-124 0,0 0-161 0,6-6-166 0,-6 6-167 16,0 0-149-16,0 0-83 0,7-4-98 0,-7 4-107 15,6 5-386-15,-6-5-362 0</inkml:trace>
  <inkml:trace contextRef="#ctx0" brushRef="#br0" timeOffset="19446.34">13499 7474 87 0,'0'-8'296'0,"0"1"-83"0,-1 0-30 0,1-1-43 0,-1 0-10 0,1 0-32 0,0-1-8 0,0 1-33 16,0 0-1-16,1-3-17 0,-2 2 0 0,2 0-13 15,0-2 1-15,-1 1-11 0,0 0 5 0,0 1-10 16,0-1 5-16,0-1-10 0,0 0 13 0,0 0-11 16,0 0 16-16,0-2 1 0,0 3 7 0,0-3-12 15,0 0 7-15,0-1-10 0,0 0 26 0,0-3-17 16,-1 0 17-16,0 0-1 0,-1-1-7 0,1-2 5 15,-3 1-4-15,2-2-11 0,-4 0 27 0,1-3 2 16,-5 1-12-16,1-2 2 0,-1 1-8 0,-3 1-5 16,-1-2 6-16,0 2-13 0,-1-2 4 0,-2 3-6 15,2 0-1-15,-2 0 0 0,-1-1-21 0,-1 4 15 16,0-4-11-16,1 3 16 0,0-2-17 0,0 1 13 16,-2 2-11-16,1 2 28 0,-1-1-16 0,0-1 0 0,0 3-12 15,-1-1 17-15,-2 1-19 0,0 1 15 16,1 2-15-16,-2-1 8 0,-1 1-14 0,-2 1 16 15,-1 1-6-15,-2 3 1 0,-3-2-1 0,2 2-3 0,-2 2 1 16,-3 1-17-16,-2 0 13 0,-2 2-12 16,-2 0 11-16,-6 2-7 0,-1 0 18 0,-5 2-22 15,2 0 19-15,-2 2-7 0,-2 0 1 0,-1 2 4 0,0 0 0 16,0 1-1-16,1 1 1 0,-1-1-3 16,1 3-13-16,-1 0 1 0,-9 3 2 0,1-1 10 0,2 3 12 15,2-3-16-15,-1 4 8 0,0 0-5 16,2 1 2-16,0 0-4 0,3 1 0 0,-1 1-3 0,10-1 22 15,-7 2-19-15,1 0 15 0,-1 3-19 0,1-1 16 16,3 2-16-16,0 2 16 0,0 1-19 0,1 2 23 16,-1 1-23-16,0 2 4 0,4 1-10 0,-3 3 14 15,4 2-1-15,-1 0-5 0,-1 4 7 0,2-3 0 16,5 3 1-16,2 0-1 0,-1 0-6 0,3 0 31 16,5 0-29-16,7-7 27 0,-1 4 4 0,4-1 2 15,3 4-26-15,1 1 25 0,3 2-26 0,3 0 23 16,-2 5-21-16,7-2-3 0,-1 3 7 0,4 0 2 15,-1 0 4-15,5 0 17 0,0 0-26 0,4 0 25 16,-2 0-24-16,3-2 26 0,2 4-6 0,-2-1-7 16,4 1-29-16,2 8 29 0,2-1-31 0,1-1 26 15,-1-1-23-15,6 0 22 0,-1-4-22 0,4 0 25 16,1-3-25-16,2-2 31 0,3 1-6 0,3-6 17 16,1-1-21-16,1-2 17 0,2 2 5 0,1-3-1 15,1-2-13-15,1 1 7 0,3-3-17 0,-2-2 19 16,4 0-6-16,1 0 22 0,2-3-11 0,6-1 25 15,1-2-4-15,5 0-10 0,2-2-15 0,5-2 7 16,0 2-9-16,4-4-1 0,2 1-6 0,1-3-1 16,-1 0 0-16,-1-2-6 0,-1 0 5 0,1-2 7 0,2-3-2 15,-2-2 0-15,4 0 11 0,-1-4 16 16,0-3 9-16,-9 0-12 0,1-3-1 0,9-3-6 0,-1-1-5 16,4-3-5-16,-2-3 24 0,4-3-13 15,3 1-1-15,0-2-12 0,2-4-2 0,-1-1-10 0,0-1 1 16,0-3-5-16,-1-2-5 0,-4 2 2 0,1-2-8 15,-1-3 4-15,0 1-2 0,-1-2 1 16,1-1 0-16,-3-2-4 0,1-2-1 0,-3-1-3 0,-2-2 5 16,-2-2-10-16,-2-1 9 0,-5-3-3 0,0-4 3 15,-4 0-4-15,0-3 4 0,-4-3-2 16,-1 1-1-16,-3-2 3 0,-1 0 15 0,-3-2 0 0,-4 0-1 16,-3-2-7-16,-3-1 7 0,-4-2-6 0,-4-2-2 15,-6-2-3-15,-3 0 0 0,-7-2-5 0,-3 0 2 16,-6 13 4-16,-3-4-3 0,-2 2 0 0,-7-9 0 15,-1 1-4-15,-3 1-3 0,-5 1 2 0,1 4-1 16,-2-1 2-16,-2 3-5 0,0 0 2 0,-2 2 2 16,-1 2-7-16,0 4 7 0,-2-2-4 0,5 11 3 15,-2 1-1-15,1 2 11 0,-3 2-12 0,2 1 2 16,0 4 1-16,-2-1-1 0,2 3-1 0,3 6-3 16,0 0-20-16,3 4-39 0,1 3-71 0,-2 1-34 15,-1 3-51-15,-4 4-35 0,-3 3-39 0,-3 3-46 16,-8 3-86-16,-7 3-466 0,-3 4-453 0</inkml:trace>
  <inkml:trace contextRef="#ctx0" brushRef="#br0" timeOffset="21648.12">11877 8349 134 0,'7'-6'141'0,"-1"3"-236"0,-6 3 34 16</inkml:trace>
  <inkml:trace contextRef="#ctx0" brushRef="#br0" timeOffset="43550.01">31045 10246 257 0,'0'-14'232'0,"0"4"-55"0,-3-2-12 0,3 2-28 0,-2-2-12 15,-2 3-26-15,0-2-5 0,-4 0-22 0,3-1-5 16,-4 1-4-16,0 3-10 0,-3-1-12 0,-3-1 4 16,0 4-4-16,-4-1 2 0,-3 0 0 0,-1 4-13 15,-2 1 16-15,-1 2-1 0,-3 2 11 0,-6 2-22 16,1 3-1-16,-3 5-7 0,-2 2-6 0,3 3-6 15,3 0 0-15,1 2-1 0,3 1-5 0,7-2 5 16,3 1 12-16,6-4-7 0,4 2 11 0,2-1 8 16,5-1-2-16,6-1 3 0,3 2 19 0,4-2 16 15,7 2-27-15,4 0 1 0,7-4-20 0,6 3-13 16,4-3-1-16,2-1 4 0,3-1-8 0,0-2-3 16,0 0 3-16,-1-3-2 0,-6 1-2 0,-2 0-1 15,-3-1-2-15,-5 1-2 0,-3-1 5 0,-4 1-2 16,1 0-6-16,-5 3 18 0,-5-2-13 0,-2 2 11 15,-6 0-12-15,-1 3 14 0,-5-3 3 0,-3 4 4 16,-7 3-5-16,-8 2 15 0,-1-4 6 0,-5 1-8 16,-8 1 7-16,-1-1-5 0,-1-1-4 0,-1-3-7 15,-3 1-3-15,0-2-6 0,-1-1 1 0,-1-1-4 16,0 0-1-16,-1-2-1 0,0 1-3 0,1 1 0 16,6-4-33-16,1 3-113 0,1 0-111 0,2 0-178 15,1 0-256-15,2-1-195 0</inkml:trace>
  <inkml:trace contextRef="#ctx0" brushRef="#br0" timeOffset="50566">13489 12156 257 0,'-14'-1'249'0,"0"-1"-54"0,3 1-26 0,0-1 7 15,11 2-5-15,-14-4-23 0,14 4-17 0,-14-2-16 16,14 2-19-16,-12-3-3 0,12 3-17 0,0 0-4 16,-10-2-17-16,10 2 4 0,0 0-19 0,9-2 8 15,1 1-4-15,8-2 17 0,8-2-17 0,10-1 11 16,16-2-27-16,18-3 0 0,7-1-2 0,11-1 1 15,4-3-4-15,24-3 7 0,6-2 1 0,2 2-2 16,2-2-2-16,1 1-3 0,-6-2-7 0,-3 1-3 16,-6 1 0-16,-21 4 2 0,-7-1-10 0,-2 2 0 15,-9 3 4-15,-3-1-1 0,-20 3-4 0,-5 3-4 16,-12 1-1-16,-6 1-4 0,-9 3 5 0,-5 0-5 0,-13 2 2 16,0 0 2-16,-2 7-12 0,-13 0-7 15,-9 1 0-15,-13 4 0 0,-7 0 3 0,-6 3-9 16,-12 0 16-16,-5 1 2 0,-2-1 2 0,-1 0-2 15,-3-2 2-15,3 2 0 0,-3-1-1 0,0-1 7 16,-1 0-3-16,-4 0-3 0,3-1 8 0,-6 1-4 16,1 1 16-16,0-3-16 0,3 2 4 0,1-1-8 0,2-2 15 15,6-1-15-15,11 1 12 0,4-2-13 0,2-1 15 16,8 2-17-16,7-5-4 0,9 1 11 0,1 0 12 16,9-4-14-16,5 3 16 0,12-4-17 0,0 0 19 15,0 0-20-15,28-1 21 0,11-3-15 0,17-2 12 16,21-4-13-16,8 1 12 0,7-3-20 0,5 1 21 15,26-3-19-15,0-1 3 0,-2 0-1 0,-1 1 4 16,-24 3-1-16,-4-2-4 0,-2 2 10 0,-5 2 4 16,-7-2-2-16,-5 2 0 0,-18 2-1 0,-3 1-2 15,-6 0-2-15,-13 2 0 0,-4 1 0 0,-6 1-5 16,-4 0 6-16,-9 2-1 0,-10 0-1 0,10 2-1 16,-10-2-2-16,-14 6-20 0,-1-2-33 0,-15 5-56 15,-10 2-67-15,-8 0-71 0,-13 2-397 0,-7 0-156 16</inkml:trace>
  <inkml:trace contextRef="#ctx0" brushRef="#br0" timeOffset="56063.16">13756 11465 268 0,'0'0'223'0,"0"0"-60"0,0 0-20 0,0 0-22 0,0 0 0 16,0 0-13-16,0 0-3 0,9-1-17 16,-9 1-3-16,0 0-17 0,0 0-13 0,0 0-8 0,0 0-8 15,0 0-10-15,0 0-4 0,0 0-6 0,0 0 0 16,5-5-6-16,-5 5 0 0,0 0-8 0,0 0-4 16,0 0-40-16,9-1-29 0,-9 1-44 15,0 0-35-15,9-3-99 0,-9 3-116 0,0 0 179 0</inkml:trace>
  <inkml:trace contextRef="#ctx0" brushRef="#br0" timeOffset="56277.53">13798 11619 375 0,'0'0'318'0,"-9"5"-79"0,9-5-49 0,-5 4-38 0,5-4-39 16,0 0-21-16,-9 5-16 0,9-5-15 0,0 0-14 15,0 0-42-15,-6 4-42 0,6-4-59 0,0 0-121 16,0 0-201-16,0 0 119 0</inkml:trace>
  <inkml:trace contextRef="#ctx0" brushRef="#br0" timeOffset="57993.44">15329 10799 45 0,'0'0'296'0,"3"-12"-93"0,-3 12 0 0,1-12-31 0,0 5-22 15,-1 1-11-15,2-3-20 0,-2 2-13 0,2-3-21 16,-2 2-8-16,3-3-14 0,-1 1-3 0,0-2-11 16,-1 3-4-16,0-3-11 0,-1 0-4 0,0 1 3 15,-1-2-10-15,-2 1 2 0,-1-1-4 0,-1-1-5 0,-1 1 1 16,-3 1-7-16,-3-3 2 0,1 0 3 16,-6 2 0-16,2 1 11 0,-4-3 2 0,-3 2 4 15,-2 1 4-15,-2 1 1 0,-2 0-1 0,1 3-10 0,-2-2 5 16,-2 3-4-16,-1 3 1 0,-1-2 4 15,4 4 1-15,-1 2 2 0,-2 1-2 0,-1 2-2 16,-2 2 3-16,2 4-4 0,-5 2-1 0,1 5 29 0,1 1-32 16,2 4 24-16,-1 2-18 0,2 8 25 0,-4 6 15 15,1 4-21-15,4 5 12 0,3 1-29 0,2 4 4 16,4-1-6-16,2 2 5 0,9-5 10 16,2-1 1-16,2 2 2 0,4-2 2 0,1 1-17 0,5 0 26 15,3 0 0-15,3 0-10 0,4 0-12 0,6 4 12 16,5-1 27-16,5-1-16 0,7-5-9 0,3 1-12 15,7-4-9-15,3-3-1 0,6-5-8 0,4-2-1 16,-1-5-2-16,3-6 2 0,-10-7-2 0,1-4 6 16,3-6 23-16,-3-6-5 0,3-6-7 0,6-7-6 15,-3-4-3-15,-1-7-9 0,-1-7 2 0,-5 1-11 16,-3-6 7-16,-2-1-7 0,-3-5 1 0,-7-3-7 16,-3-4 6-16,-5-1-6 0,-7-4-2 0,-3-2 1 15,-11 9-7-15,-3-3 5 0,-7-1-5 0,-8-7 0 16,-7 4 7-16,-8 4-7 0,-6-1 1 0,-5 6-7 15,-6 4 0-15,-2 3-13 0,-5 6-19 0,-4 5-42 16,0 7-58-16,-6 5-69 0,5 11-13 0,-2 3-81 0,-4 8-78 16,-9 8-543-16,1 7-500 0</inkml:trace>
  <inkml:trace contextRef="#ctx0" brushRef="#br0" timeOffset="69081.7">6617 14593 150 0,'-14'-7'370'0,"1"0"-71"0,2-2-36 16,-2 1-12-16,0-1-30 0,2 1-27 0,-1-1-4 0,3 1-6 15,-2-1 0-15,3 4-18 0,2 0-32 0,-1-2-24 16,2 4-20-16,5 3-20 0,-6-5-11 0,6 5 15 15,0 0 2-15,6 13 16 0,-1-4-9 16,3 8-3-16,2 2 0 0,3 6-17 0,1 7-7 0,2 5-9 16,0-1-6-16,2 2-8 0,-3 0-6 0,0 1-7 15,1 1-3-15,-1-1-2 0,-2 1-4 0,2-2-2 16,-3 1 1-16,-2-3-2 0,3 0 2 0,-7-4-3 16,3-2-2-16,-4-1-2 0,1-4-5 0,-2-2-26 15,2-2-55-15,-4-3-52 0,1-1-30 0,-1-4-31 16,0 0-74-16,-2-6-81 0,0-7-93 0,-3 11-229 15,3-11-181-15</inkml:trace>
  <inkml:trace contextRef="#ctx0" brushRef="#br0" timeOffset="69327.25">6574 14581 146 0,'5'-30'490'0,"-2"0"-123"0,3 6-73 15,-1 1-36-15,1 2-62 0,-2 2-13 0,4 5-49 16,-2-1 3-16,2 3-26 0,-2 2 1 0,4 1-17 15,-1 3 18-15,2 2-18 0,0 1-24 0,-11 3-18 16,20 1-7-16,-8 3-7 0,-2 2-4 0,2 6-8 16,-4-1-1-16,-1 3 21 0,-2 1-29 0,-1 4-2 15,-4 0-5-15,0 2-2 0,-4 3 0 0,-2-1-1 16,-7 2 0-16,0 3-1 0,-5 0-10 0,-1 0 10 16,-4-3-10-16,4-4 10 0,-2-2-12 0,1-1 9 15,5-4-5-15,-1-3 5 0,5 0-20 0,1-5-50 16,2-4-94-16,8-2-84 0,0 0-92 0,-4-4-411 15,8-3-254-15</inkml:trace>
  <inkml:trace contextRef="#ctx0" brushRef="#br0" timeOffset="69610.3">7398 14196 424 0,'1'-7'517'0,"-3"1"-109"15,2 6-58-15,-11-2-44 0,0 4 12 16,-1 4-43-16,-2 2 10 0,-6 7-4 0,-2 3-27 0,-3 7 13 16,0 7-50-16,-2 3-21 0,-1 11-24 0,3 6-22 15,2 3-28-15,5 3-13 0,3 2-23 0,6 2-12 16,2-8-23-16,7 1-3 0,3-1-15 0,4 11-8 16,5-7-4-16,7 0-1 0,4-2-4 0,4-6-1 15,4-3-5-15,3-6-2 0,3-4-1 0,-1-9-3 16,5-6-5-16,4-4-59 0,-2-5-91 0,7-6-76 15,0-5-67-15,0-4-31 0,-1-4-22 0,0-1-59 16,-2-5-79-16,-3-4-388 0,-3-1-426 0</inkml:trace>
  <inkml:trace contextRef="#ctx0" brushRef="#br0" timeOffset="69993.77">7996 14168 549 0,'-1'-7'431'0,"-3"1"-61"16,1-1-71-16,0 2-23 0,-4-1-49 0,1 1-23 0,-3 0-46 15,-3 2-16-15,1 2 22 0,-6 1-2 0,-1 1-28 16,-1 4-21-16,-3 3-15 0,1 0-11 0,-4 8 20 16,1 0-1-16,-1 7-2 0,-1 2-16 0,4 1-12 15,6-3-13-15,0 2-5 0,4 1-11 0,3-1-4 16,2-1 24-16,3-1-12 0,4-2-1 0,4 0 18 16,0-1-9-16,5-1-17 0,4-1-8 0,-1-3-8 15,5-2-5-15,4-2 0 0,2-3-10 0,1-2 0 16,4-2-1-16,0-3-3 0,-1-2-3 0,9-4-2 15,-4 0-11-15,-2-3-41 0,-5 1-91 0,-1-2-67 16,-2 1-63-16,-6-3-37 0,-2 2-20 0,-3 1-25 16,-6-1-26-16,-4-1-56 0,-1 4-269 0,-4-4-207 15</inkml:trace>
  <inkml:trace contextRef="#ctx0" brushRef="#br0" timeOffset="70178.83">7712 14459 287 0,'-9'3'311'0,"9"-3"-52"0,-10 4 10 0,10-4-24 15,0 0 1-15,0 0-25 0,0 0-26 16,13-2-31-16,0-1-21 0,-1 0-28 0,6-3-21 16,3-3-12-16,3 3-16 0,4-5-17 0,2 0-9 0,0-1-10 15,6-2-5-15,-7 2 0 0,2-1-6 16,-3-2-8-16,-2 5-40 0,-6-2-55 0,1 3-67 0,-5-1-64 16,-3 3-88-16,-1-1-40 0,-2 2-210 0,-4-1-64 15</inkml:trace>
  <inkml:trace contextRef="#ctx0" brushRef="#br0" timeOffset="70344.16">8148 14258 150 0,'0'0'397'0,"0"0"-127"0,0 0-28 0,0 0-4 16,0 0 25-16,0 0-12 0,9 4-12 0,-9-4-5 15,9 11 27-15,-4-5-3 0,3 4-32 0,-2-3-18 16,2 5-31-16,1-2-27 0,0 2-16 0,0 1-16 16,1 3-26-16,0-1-21 0,2 0-9 0,-2 1-13 15,1 1-8-15,1 0-16 0,-2-1-2 0,3-2-85 16,-4-2-134-16,0 1-62 0,1-2-129 0,-2-1-113 15,-2-3-373-15,0 0-429 0</inkml:trace>
  <inkml:trace contextRef="#ctx0" brushRef="#br0" timeOffset="70627.03">8314 14298 85 0,'0'0'724'0,"-2"-8"-163"16,2 8-77-16,-6-6-35 0,6 6-65 0,-1-7-39 15,1 7-38-15,-6-5-39 0,6 5-40 0,0 0-42 16,0-8-38-16,0 8-29 0,0-9-23 0,0 9-24 0,6-9-15 16,-5 2-9-16,2 1-9 0,1-2-10 15,-2-1-5-15,1 3-5 0,0-4-3 0,-1 3-3 16,0-3-2-16,-2 4-3 0,0-2 0 0,-2 0-2 16,0 2-6-16,-2-3 3 0,0 3 4 0,-3 2-7 0,0-2 3 15,-2 3-3-15,9 3 1 0,-16-3-5 16,16 3 6-16,-20 3-7 0,11 0 8 0,-1 3-7 15,1-2 5-15,3 2-3 0,-1 3 3 0,0-2-11 16,4 1-15-16,1 0-40 0,2 1-73 0,1-2-79 0,5 1-86 16,-1 0-78-16,4-2-96 0,1 0-501 0,3 0-567 15</inkml:trace>
  <inkml:trace contextRef="#ctx0" brushRef="#br0" timeOffset="71094.28">8654 14149 9 0,'0'0'739'0,"0"0"-199"0,-5 6-127 0,5-6-76 0,0 0-60 16,0 0-68-16,-5 6-43 0,5-6-21 0,0 0 43 15,0 0-6-15,-1 7-32 0,1-7-22 0,2 6 1 16,-2-6-30-16,3 6-13 0,-3-6-20 0,2 7-3 16,-2-7-8-16,4 4 44 0,-4-4 11 0,0 0 25 15,1 6-2-15,-1-6 4 0,0 0-24 0,0 0-19 16,0 0-19-16,0 0-14 0,-10-6-14 0,5 2-7 0,-2-3-8 15,-1-1-6-15,-1-3-3 0,0-1-2 0,0 2 1 16,3-5-6-16,-2 3-1 0,-1-1-1 16,4 1 2-16,-2 0-4 0,4 3-4 0,0-1 6 0,-1 1-9 15,2 1 0-15,0 2-3 0,2 6 0 0,-1-11-2 16,1 11 2-16,4-4-3 0,-4 4 2 0,0 0-4 16,0 0 2-16,10 2-2 0,-10-2 0 0,8 7-20 15,-8-7-47-15,6 10-34 0,-6-10-49 0,9 9-37 16,-9-9-43-16,5 6-36 0,-5-6-9 0,7 7-1 15,-7-7-16-15,4 7-26 0,-4-7-68 0,0 0-446 16,0 0-375-16</inkml:trace>
  <inkml:trace contextRef="#ctx0" brushRef="#br0" timeOffset="71526.17">8401 13875 9 0,'-4'-11'505'0,"-2"2"-78"0,3 2-36 0,1-1-36 0,-2 1-57 0,3 0 23 0,-2 2-21 16,1-1-4-16,-1 0-26 0,3 6-50 16,-4-8-38-16,4 8-40 0,-4-7-24 0,4 7-28 15,0 0 75-15,-10 8-7 0,6 1 6 0,3 3-21 0,0 6-12 16,2 6-7-16,3 8-18 0,5 8 8 0,1 3-19 15,4 4-20-15,8 5-13 0,2 1-24 0,4-2 8 16,0 0-24-16,4-1-3 0,1-1 13 16,2-3-25-16,1-3 9 0,-3-1-88 0,-2-9-103 0,-3-3-82 15,-3-3-84-15,0-4-48 0,-6-4-71 0,-3-6-58 16,-3-3-490-16,1-4-612 0</inkml:trace>
  <inkml:trace contextRef="#ctx0" brushRef="#br0" timeOffset="71911.57">9022 14009 625 0,'4'-6'496'0,"-4"6"-45"0,0 0 1 0,15 3-17 16,-10 2-31-16,2 3-27 0,-2 1-51 0,0 3-17 16,3 1-49-16,-3 2-43 0,0 1-50 0,0-1-28 15,0 2-20-15,-1-1-21 0,0-1-17 0,1 0-21 16,-4 0-8-16,2-3-12 0,-3-1-8 0,0 0-4 15,-2-1-4-15,1-1-4 0,-6-3 1 0,-1-1-5 16,-1 0-5-16,0-4-4 0,-5-2 2 0,1-4-4 16,-2-1-1-16,-2-5 3 0,-4-5-6 0,0-5-1 15,-2-8 1-15,0-5-2 0,3-1 1 0,3-5-9 16,2-3 11-16,3-1-3 0,7-2 6 0,0 3-8 16,9 9 7-16,1-2 1 0,5-1 5 0,3 4-9 15,6 3 2-15,4 4-2 0,0 8 1 0,0 3 27 16,4 5-4-16,-3 4 27 0,-1 5-19 0,4 2 45 15,-1 6-41-15,3 2-6 0,0 2-2 0,5 7 10 0,-5 3-9 16,2-1-2-16,-2 5-11 0,-3 1 37 0,-2-1-52 16,-2 1 37-16,-7 1-45 0,0-2 26 0,-2-2-79 15,-4 0-58-15,-1-2-74 0,-5-1-93 16,-1-2-76-16,-2 2-35 0,-3-4-46 0,-3 0-55 0,1-1-44 16,-4-3-391-16,-3 2-504 0</inkml:trace>
  <inkml:trace contextRef="#ctx0" brushRef="#br0" timeOffset="72094.02">9031 14080 372 0,'-9'-3'519'0,"9"3"-90"16,-10-6-52-16,10 6-36 0,-9-5-26 0,9 5-28 15,-1-8-11-15,1 8-18 0,4-11-34 0,2 3-32 16,0 0-32-16,5-2-30 0,0 0-24 0,3-5-21 16,4 3-18-16,1-4-14 0,4-1-13 0,1-1 1 15,6-3-15-15,-1-1-3 0,1 1-30 0,-3-1-96 16,-4 4-99-16,-3-2-37 0,0 2-77 0,-6 2-65 0,-2 2-105 15,1-1-331-15,-7 0-352 0</inkml:trace>
  <inkml:trace contextRef="#ctx0" brushRef="#br0" timeOffset="72327.06">9155 13347 89 0,'0'-11'609'16,"0"2"-146"-16,4 0-69 0,1 5-28 0,3-1-36 0,2 4-8 15,5 1 6-15,3 0-33 0,9 6 7 0,8 2-31 16,9 6-12-16,1 2-33 0,11 8-38 16,-1 2-40-16,-2 2-30 0,-2 4-30 0,-3 2-12 15,-7 0-22-15,-2 5-7 0,-5 0-11 0,-8-6 0 0,-2 6-14 16,-4 1 2-16,-6-1-15 0,-2 3 1 0,-2-3-68 16,-5-4-63-16,-4-2-41 0,-2 0-45 15,-3-2-39-15,-1-4-47 0,-5 1-35 0,4-8-54 16,-2-1-91-16,0-5-420 0,2-3-453 0</inkml:trace>
  <inkml:trace contextRef="#ctx0" brushRef="#br0" timeOffset="72560.39">10280 13398 281 0,'0'0'711'0,"-10"5"-119"0,10-5-67 0,0 0-51 15,0 0-58-15,-9 1-50 0,9-1-62 0,0 0-55 16,-4-4-46-16,4 4-41 0,4-9-32 0,2 3-32 16,4-3-18-16,3-1-15 0,5-1-15 0,4-4-11 0,2 0-18 15,8-4-48-15,-1 2-45 0,-1-2-52 16,-3 3-55-16,-1 3-50 0,-4-1-47 0,-3 5-18 16,-3 2-33-16,-6 2-2 0,-1 2 2 0,-9 3-11 15,9 3-37-15,-9-3-210 0,-5 16-98 0</inkml:trace>
  <inkml:trace contextRef="#ctx0" brushRef="#br0" timeOffset="72693.98">10299 13530 323 0,'-13'14'463'16,"4"-4"-55"-16,2-2-21 0,2-1-57 0,5-7-17 15,0 0-53-15,3 7-20 0,7-10-41 0,5 0-35 16,5-5-31-16,3 0-29 0,5-3-17 0,8-5-16 16,0-1-17-16,2 0-9 0,-1-2-11 0,3 1-52 0,-5 1-118 15,-1-1-122-15,-8 4-208 0,-5 0-396 0,-2 4-412 16</inkml:trace>
  <inkml:trace contextRef="#ctx0" brushRef="#br0" timeOffset="73213.92">8330 15927 39 0,'-5'-15'556'0,"1"1"-117"16,0 0-59-16,1 3-58 0,-1 0-23 16,2 1-59-16,-1 1-56 0,3 2-46 0,-2 1-19 15,2 6-23-15,2-9 80 0,-2 9-29 0,12-3-28 0,-12 3-19 16,20 4-17-16,-4 0-15 0,0 1-13 0,2 4-7 16,4 0-11-16,-1 1-5 0,4 4-11 0,-2-1-1 15,-1 1-6-15,-1 0-3 0,-3 1-8 0,-1-1-44 16,-2 1-86-16,-2 0-53 0,-4-3-55 0,-4 2-58 15,-1-1-43-15,-5-2-78 0,-2-3-256 0,-3 0-179 16</inkml:trace>
  <inkml:trace contextRef="#ctx0" brushRef="#br0" timeOffset="73443.32">8261 15684 359 0,'1'-29'366'0,"3"-2"-80"15,3 0-1-15,4 3-39 0,0 0-21 0,7 3-18 16,-1 3-35-16,2 0 5 0,1 6-56 0,-3 3-23 15,2 3-8-15,0 2-10 0,-4 3-11 0,2 2-14 16,-2 2 2-16,1 2 0 0,-2 4-15 0,-3 0 3 16,1 4-4-16,-3 0 1 0,-3 4-12 0,-5 1 0 0,-2 2-8 15,-1 2 1-15,-5 4-12 0,-3 3 1 16,-5-1-5-16,0 1 5 0,-1-1-12 0,1-3 10 16,1-4-13-16,2-1 5 0,1-2-4 0,2-3-14 15,2-2-65-15,2-3-65 0,5-6-90 0,0 0-78 0,0 0-130 16,0 0-197-16,16-8-154 0</inkml:trace>
  <inkml:trace contextRef="#ctx0" brushRef="#br0" timeOffset="73677.43">9087 15174 131 0,'9'-12'597'0,"-1"5"-163"0,-6 0-94 15,-2 7-31-15,0 0-22 0,0 0 15 0,0 0-21 16,-12 10-8-16,3 2 21 0,-3 5-27 0,-3 5-38 15,2 5-22-15,-3 7 0 0,3 4-30 0,1 4-47 16,6 1-23-16,2 1-21 0,4-4-17 0,4 5-18 16,5-1-1-16,4-1-20 0,2 0 6 0,8-4-17 15,0-3-4-15,5-2-3 0,3-4-2 0,2-3 1 16,4-3-25-16,3-7-106 0,0-3-100 0,4-6-66 16,2-2-70-16,-6-6-48 0,6-6-61 0,2-2-67 0,-3-4-278 15,0-6-343-15</inkml:trace>
  <inkml:trace contextRef="#ctx0" brushRef="#br0" timeOffset="73976.97">10028 14954 211 0,'-9'-21'583'0,"-1"1"-90"0,0 3-78 0,-2-2-15 15,1 3-50-15,-1 0-37 0,-1 0-34 0,0 2-25 16,0 3-14-16,1 0-18 0,-2 4-37 15,1 2-20-15,0 4-29 0,-2 2-13 0,2 5-12 0,-6 6-2 16,-1 5-11-16,2 3-21 0,1 5-11 0,0 4 7 16,5 0-9-16,3 3-11 0,1 0-12 0,4-1-5 15,4 2-16-15,0-1 7 0,5-1-7 16,3-1 0-16,4-2-6 0,4-2-4 0,2-2-1 0,3-4-1 16,3-3 0-16,1-2-4 0,2-5 2 0,4-3-11 15,-4-3-14-15,2-4-61 0,-2-2-42 0,6-3-68 16,-1-2-50-16,-5-2-67 0,1-1-36 0,-7 0-43 15,-2-2-52-15,-5-1-36 0,-3-2-359 0,-2 0-372 16</inkml:trace>
  <inkml:trace contextRef="#ctx0" brushRef="#br0" timeOffset="74262.17">9865 15147 175 0,'-12'5'378'15,"3"-1"-72"-15,0-2 20 0,9-2-15 0,0 0-18 16,0 0-28-16,0 0-46 0,10-2-51 0,-1-3-26 15,4-1-32-15,6-2-23 0,3-2-23 0,1-4-7 16,4 0-8-16,6-5-12 0,-1 0-4 0,1-2-12 16,-2 2 2-16,-3-1-16 0,-5 3 7 0,-1-1-19 15,-2 1-8-15,-6 4-5 0,-1 1-4 0,0 0 3 0,-4 2 4 16,-3 1-1-16,0 2 0 0,-2 1 9 16,0-1-1-16,-4 7 2 0,5-5-4 0,-5 5 7 0,0 0-3 15,0 0 10-15,7 4 1 0,-7-4 18 16,6 14 24-16,0-7 25 0,2 6 19 0,0-1-17 0,2 1-13 15,4 3-5-15,0-1 1 0,3 2-8 16,1 0-11-16,1 1-5 0,0 1-4 0,-1-3-6 16,-3-3-3-16,1 2-5 0,-1-2-11 0,-5-4-92 0,3 2-70 15,-3-3-76-15,-2-2-110 0,-2-1-536 0,-6-5-437 16</inkml:trace>
  <inkml:trace contextRef="#ctx0" brushRef="#br0" timeOffset="74527.88">10350 14791 443 0,'0'0'533'0,"-4"-8"-108"0,4 8-53 15,-2-8-29-15,2 8-19 0,-4-7-17 0,4 7-2 16,-3-6-20-16,3 6-48 0,0 0-46 0,-2-6-36 16,2 6-30-16,0 0-27 0,-4-6-20 0,4 6-14 15,0 0-13-15,0 0-9 0,-4-7-10 0,4 7 2 16,0 0-11-16,-5-4-8 0,5 4-2 0,0 0-4 15,-10-5 0-15,10 5-2 0,-13-1-1 0,13 1-1 16,-12 0-2-16,12 0-2 0,-12 0 0 0,12 0-2 16,-14 4 0-16,7-2-28 0,1 2-77 0,-1 0-60 15,1 3-55-15,5-2-46 0,0 2-60 0,1 1-85 16,3-1-529-16,5 1-523 0</inkml:trace>
  <inkml:trace contextRef="#ctx0" brushRef="#br0" timeOffset="74893.98">10847 14699 674 0,'0'0'528'0,"8"6"-107"0,-8-6-35 16,4 11-16-16,-2-5-74 0,-2 2-13 0,0-1-30 16,0-1-36-16,1 3-39 0,-1-9-34 0,2 12-19 15,-2-4-17-15,0-8-19 0,1 11-11 0,-1-11-17 0,0 8-6 16,0-8-6-16,0 9 35 0,0-9-16 0,0 0-14 15,0 0-8-15,0 0-11 0,-14-4-8 16,9-3-2-16,-3-3-9 0,-3-5-1 0,-2-2-2 0,-1-7-4 16,1 0-6-16,-2-3 9 0,0-5-6 0,-1-4 6 15,2-3-4-15,1 1-2 0,3-5-3 0,1 2 0 16,4-1-1-16,2 5 1 0,6 1 2 0,1 2-4 16,5 2 1-16,1 5 1 0,4 2 0 0,5 4-1 15,2 4-2-15,-1 7 0 0,2 4 4 0,1 6 17 16,2 3 41-16,6 6 0 0,-3 3-7 0,7 7-15 15,-3 3 14-15,-2 3 5 0,-3 1-23 0,0 3 6 16,-1 0-20-16,-3 3-2 0,-2-1 4 0,0 0-28 16,-3 1-52-16,-4-7-68 0,0-1-76 0,-4-3-101 15,-1-2-64-15,-1-2-67 0,-2-5-71 0,-3 1-526 16,-1-5-638-16</inkml:trace>
  <inkml:trace contextRef="#ctx0" brushRef="#br0" timeOffset="75243.97">11378 14294 320 0,'11'-1'516'0,"-11"1"-24"0,19 2-49 0,-7 1-23 0,-3 2-54 15,1 1-18-15,0 1-9 0,2 1-26 16,-3-1-50-16,1 2-53 0,-4-3-40 0,3 0-33 0,-4 1-34 16,3-1-15-16,-3-2-17 0,0 3-5 0,-5-7-2 15,4 6-16-15,-4-6-3 0,0 0-11 0,0 0-5 16,-9-3-9-16,1-2-2 0,0-3-3 15,-3-2-4-15,0-3 0 0,-2-3-4 0,-1-6-2 0,-3-3 1 16,2-6-2-16,-3-2 3 0,5 0-5 0,-2-4 1 16,6 2 0-16,1 4-7 0,6 0 9 15,-2 4-11-15,8 1 11 0,-1 3-8 0,5 3 2 16,3 2 4-16,1 2-3 0,6 6 6 0,0 3-7 0,0 2 4 16,2 7-3-16,5 1 2 0,-2 6 0 0,1 2 12 15,2 3 24-15,-1 4-4 0,2 4-6 0,-3 1-6 16,-5 0 0-16,4 4-10 0,-1 1-3 0,-4-4-51 15,-1-1-44-15,-3 1-90 0,1 0-92 0,-6-5-76 16,0 0-56-16,-2 0-34 0,-4-4-57 0,-2-1-434 16,-2-1-495-16</inkml:trace>
  <inkml:trace contextRef="#ctx0" brushRef="#br0" timeOffset="75410.06">11568 14341 315 0,'0'0'388'0,"-6"-4"-55"0,6 4-52 0,0 0-7 0,0-9-25 15,0 9-16-15,7-7-28 0,-3 0-32 0,1 1-37 16,3-3-15-16,0 0-20 0,2-1-22 0,0 0-21 16,4-5-3-16,-1 1-15 0,1 1-7 0,3-4-6 15,-2-1-3-15,3 0-20 0,0 1-65 0,-6-1-74 16,0 1-89-16,1 1-115 0,-6-1-414 0,-1 2-263 16</inkml:trace>
  <inkml:trace contextRef="#ctx0" brushRef="#br0" timeOffset="75594.92">11585 13747 478 0,'0'-8'459'16,"2"2"-80"-16,-2 6-28 0,12-6-31 0,-12 6 4 0,20 0-46 15,-3 3 11-15,1 3-24 0,6 1-12 0,4 3-8 16,5 5-33-16,2 2-47 0,-1 2-31 0,2 0-26 16,-3 3-18-16,-2 3-23 0,-2 2-17 0,-3 0-9 15,-2 3-10-15,-3 3-7 0,-7 0-15 0,-4-1-69 16,-5 2-105-16,-5 1-95 0,-6 8-44 0,-7-1-60 15,-5 1-60-15,-6 9-106 0,-7-3-251 0,-2 2-302 16</inkml:trace>
  <inkml:trace contextRef="#ctx0" brushRef="#br0" timeOffset="75877.11">9080 16637 780 0,'-21'12'674'0,"6"-3"-162"0,4-4-101 16,11-5-100-16,0 0-61 0,0 0-52 0,13-13-37 15,12-6-31-15,9-7-25 0,17-12 0 0,11-7 35 16,22-15-9-16,11-4 16 0,8-4 13 0,11-4-12 16,9-5-29-16,36-23-13 0,9-2-30 15,-1-3-6-15,3 2-20 0,-1-2-7 0,1 3-2 0,-4 4-2 0,-36 23-11 16,-3-1-1-16,-4 4-6 0,-8 3-3 15,-7 4-4-15,-9 3 1 0,-7 6-4 0,-11 6-5 16,-19 11 3-16,-10 5-9 0,-6 6-76 0,-13 6-133 0,-12 6-116 16,-6 4-61-16,-6 3-47 0,-9 9-66 0,-1-6-479 15,1 6-571-15</inkml:trace>
  <inkml:trace contextRef="#ctx0" brushRef="#br0" timeOffset="76377">10769 15995 74 0,'-1'-15'470'16,"-4"3"-77"-16,4 2-34 0,-2-2-32 0,2 2 2 15,-2 1-33-15,2 0-57 0,0 2-67 0,-1 1-25 16,2 6-28-16,6-7 24 0,-6 7 18 0,13 1-17 0,-2 4-1 16,4 3-6-16,3 4-24 0,4 5-15 0,6 5-18 15,-1 5-18-15,2 1-5 0,-2 2-22 16,1 2 2-16,0 0-20 0,-4 1 7 0,1 1-8 0,-6-2-1 15,1-1-9-15,-2 0-20 0,-5-8-67 0,-4-1-72 16,0-3-47-16,-3-2-23 0,-3-3-32 0,-3-3-35 16,0-3-41-16,-3-2-53 0,3-6-341 0,-11 1-231 15</inkml:trace>
  <inkml:trace contextRef="#ctx0" brushRef="#br0" timeOffset="76576.3">10893 15987 201 0,'-11'-41'447'0,"2"1"-83"16,5 7-63-16,3 3-13 0,1 3-50 0,3 2-14 15,3 2-49-15,3 3-5 0,1 2-18 0,1 3 6 16,3 5-28-16,-1 3-22 0,0 4-12 0,2 1-14 16,-2 5-7-16,1 2-14 0,0 3-9 0,-1 1-11 15,-3 3-5-15,0 3-6 0,-1 2-5 0,-5 0-5 16,-1 1-4-16,-5 1 1 0,-2 5-9 0,-3-2 1 16,-3 8 0-16,-2-3-3 0,-4 4-9 0,3-5-22 15,-2-3-45-15,2 1-52 0,0-10-17 0,4 1-37 16,3-5-45-16,-1-1-93 0,7-9-126 0,-4 4-200 15,4-4-148-15</inkml:trace>
  <inkml:trace contextRef="#ctx0" brushRef="#br0" timeOffset="76793.17">11457 15468 659 0,'8'-6'504'15,"-8"6"-66"-15,0 0 0 0,5 4-29 0,-8 4-17 0,-3 5-21 16,-5 5-30-16,-3 6-15 0,-2 5-61 0,-2 2-38 15,1 4-28-15,1 0-31 0,3-1-47 0,4-1-24 16,3-1-19-16,3 1-18 0,7 2-6 16,1-3-12-16,9 3-5 0,0-3-10 0,9-2-7 0,3-5-2 15,3-1-3-15,3-5-2 0,1-5-10 0,-1-3-80 16,1-5-103-16,-3-4-134 0,-1 1-82 0,2-4-130 16,-3-1-128-16,-3-4-338 0,0-1-590 15</inkml:trace>
  <inkml:trace contextRef="#ctx0" brushRef="#br0" timeOffset="77243.14">11805 15611 23 0,'-2'-7'687'0,"2"7"-181"0,0 0-71 0,9 8-5 16,-4-2-60-16,5 3-45 0,2 2-42 0,5 3-42 16,2 3-10-16,1 0-43 0,1 1-15 0,0 1-43 15,1-1-17-15,-1 0-24 0,-1 0-10 0,-2-1-25 16,-3-1-6-16,-2-3-15 0,1 0 0 0,-4-1-11 15,-3-2-2-15,-2-1-4 0,-3-2-2 0,-2-7-6 16,-2 12 0-16,2-12-2 0,-13 6 3 0,13-6-5 0,-24-5 6 16,8-1-12-16,-3-7 5 0,-5-3-1 15,-3-7-3-15,-1-4 0 0,1-4 6 0,0-4-9 16,0-10 7-16,7 4-6 0,5-1 1 0,2 2 2 16,5-1-7-16,6 7 9 0,2 0-2 0,2 4 4 15,5 0 1-15,4 3-2 0,1 2 2 0,3 2-5 16,3 3 2-16,2 3 0 0,-4 3-1 0,3 3 0 15,-1 1 0-15,0 5-1 0,-3-1 0 0,2 2 0 16,-3 3 0-16,0 1 0 0,-3 0 0 0,2 1 0 0,-3 3 0 16,-1-1-5-16,-1 2 7 0,-3 0-1 0,-1 2 1 15,-2 0-2-15,0-1 0 0,-2 2 2 0,-2-1-1 16,2 2-2-16,-2-3 1 0,-1 1-2 0,2-2-1 16,1-5 0-16,-3 11-13 0,3-11-47 0,-6 9-75 15,6-9-58-15,-4 7-36 0,4-7-1 0,-2 6 3 16,2-6 11-16,-4 5 14 0,4-5 18 0,0 0 4 15,-4 5 28-15,4-5 10 0,0 0 24 0,0 0 5 16,-4 4 19-16,4-4-16 0,0 0-10 0,0 0-27 16,0 0-35-16,0 0-285 0,-5 3 47 0</inkml:trace>
  <inkml:trace contextRef="#ctx0" brushRef="#br0" timeOffset="77510.07">11904 15356 178 0,'-5'-4'479'0,"1"-1"-88"0,2-1-52 0,-1 2-77 0,3 4-35 0,-4-12-49 16,4 12 11-16,3-13-27 0,-2 7-2 0,4-2-25 16,-1 0 15-16,4 0-11 0,1-1 3 0,2 1-3 15,2 1-4-15,1-2-8 0,2 4-17 0,3-1 8 16,1 3 29-16,2 1-15 0,-2 1-10 0,7 1-17 16,1 1-9-16,0 3-21 0,0 0-7 0,3 4-15 15,-2 3 1-15,-1 2-8 0,-1 1-10 0,-2 1-5 16,0 1-7-16,-2 3-4 0,-4 2-5 0,2 0-3 15,-3-2-3-15,-4 3 3 0,1 1-8 0,-6-4-4 16,0 2-53-16,-2-2-73 0,-3-3-86 0,-1 2-93 16,-2 0-41-16,-2-4-92 0,-3 4-97 0,0-4-347 15,-5-2-441-15</inkml:trace>
  <inkml:trace contextRef="#ctx0" brushRef="#br0" timeOffset="77678.25">12013 15691 53 0,'-5'-6'630'0,"2"0"-161"0,2-4-61 16,1 2-58-16,2-3-27 0,3-1-48 0,6-3-28 16,3-2-10-16,5-5-20 0,8-2-30 0,4-2-24 15,2 0-27-15,4 1-24 0,-3 0-20 0,2 1-24 16,0 1-3-16,-3 2-27 0,-1 2-18 0,-8 3-103 16,-1 2-116-16,-5 0-81 0,-1 2-143 0,-7 2-548 15,-1 0-562-15</inkml:trace>
  <inkml:trace contextRef="#ctx0" brushRef="#br0" timeOffset="77810.05">12369 15012 160 0,'4'-4'302'0,"-4"4"-99"0,7-7-117 15,-7 7-116-15,6-4-199 0,-6 4 74 0</inkml:trace>
  <inkml:trace contextRef="#ctx0" brushRef="#br0" timeOffset="78093.25">12415 14986 551 0,'8'-18'744'0,"2"-1"-113"0,0 1-63 0,2 0-85 16,2 2-64-16,0 0-57 0,8 0-53 0,1 3-39 16,5 4-14-16,1 1-51 0,1 6-20 0,3 2-49 15,9 5-12-15,5 6-21 0,-4 5-21 0,0 5-24 16,6 6-12-16,-6 6-8 0,-2 1-23 0,-12 0 8 16,-4 2-40-16,-6 5-39 0,-6 1-68 0,-6 2-80 15,-7 3-32-15,-4-1-19 0,-6 2-5 0,-3-4-12 16,-4 1-16-16,-3-4 22 0,-1-3-3 0,-2-3 5 15,-3-5-8-15,4-4-20 0,2-5-47 16,1-7-357-16,2-4-201 0</inkml:trace>
  <inkml:trace contextRef="#ctx0" brushRef="#br0" timeOffset="78194.77">12863 15455 454 0,'5'-7'430'0,"-5"7"-96"15,4-5-78-15,-4 5-84 0,-6 6-154 0,-1 1-296 16,-6 5-160-16,-10 3 91 0</inkml:trace>
  <inkml:trace contextRef="#ctx0" brushRef="#br0" timeOffset="80343.3">13129 15437 250 0,'0'0'256'0,"0"0"-124"0,2-7-89 0,-2 7-102 0,0 0-138 0,0 0 58 0</inkml:trace>
  <inkml:trace contextRef="#ctx0" brushRef="#br0" timeOffset="80910.43">14928 15484 153 0,'-3'-13'383'0,"2"-2"-64"0,-3 2-14 0,3 0-20 0,0 1-24 0,1 1 6 16,-3 0-25-16,3 0 17 0,0 1-40 0,0 1-16 16,0 3-40-16,-1-2-23 0,1 8-26 0,1-9 70 15,-1 9 9-15,0 0-11 0,9 3-24 0,-4 3-21 16,4 4 1-16,3 7-26 0,2-2-20 0,1 9-10 15,3-1-19-15,2 7-9 0,1-1-14 0,0 1-3 16,1 1-13-16,-3 1 1 0,2-1-12 16,-1-1 7-16,-2 0-14 0,0 0-5 0,-4-5-3 0,0 0-27 15,-1-2-45-15,-4-2-50 0,2-2-46 0,-3-1-63 16,0-4-51-16,-1 0-31 0,0-3-24 0,-5-2-59 16,1 0-79-16,-3-9-293 0,-1 7-288 0</inkml:trace>
  <inkml:trace contextRef="#ctx0" brushRef="#br0" timeOffset="81129.53">14977 15458 382 0,'0'-26'438'0,"1"-1"-88"15,6 2-76-15,1-3-42 0,4 3-28 0,3 0 1 16,0 2-23-16,4 3-21 0,3 1 3 0,-1 1-6 16,2 4 4-16,-2 2-13 0,-1 3-23 0,1 5-20 0,-2 1-15 15,-5 3-13-15,4 3-13 0,-2 1 4 16,-1 5-15-16,-5 0-7 0,1 4-9 0,-3 2-8 15,-4 1-7-15,-3 3-7 0,-2 0 2 0,-1 2-5 16,-6 2-3-16,-2 4-2 0,-2-3 1 0,-2 1-29 16,0-3-38-16,-1 1-73 0,2-4-80 0,-1-3-89 0,1-1-129 15,2-5-426-15,-1-1-402 0</inkml:trace>
  <inkml:trace contextRef="#ctx0" brushRef="#br0" timeOffset="81376.34">14211 16105 165 0,'-27'11'717'0,"-2"-1"-183"0,3-2-127 0,4 0-79 15,6-2-58-15,-1-3-51 0,6 1-51 0,11-4-30 16,-14 1-28-16,14-1-18 0,5-7-18 0,6 1-17 15,6-4-8-15,7-3-8 0,8-5-9 0,5 0-23 16,-1-1-38-16,3 0-45 0,0 0-43 0,-5 1-68 16,-4 5-33-16,-5 0-66 0,-3 4-63 0,-4-2-335 15,-3 6-191-15</inkml:trace>
  <inkml:trace contextRef="#ctx0" brushRef="#br0" timeOffset="81544.35">14157 16206 331 0,'-15'16'425'0,"1"-4"-84"0,1-3-31 0,5 2 2 16,3-5 15-16,1 0-11 0,4-6-41 16,4 7-30-16,-4-7-47 0,16 1-27 0,-2-2-29 15,7-5-36-15,4-2-9 0,4-4-25 0,11-4-12 0,-1-2-7 16,2 1-15-16,0-2-36 0,-4 4-90 16,0-2-103-16,-7 5-121 0,-5 0-136 0,-7 2-427 0,0-1-431 15</inkml:trace>
  <inkml:trace contextRef="#ctx0" brushRef="#br0" timeOffset="82460.34">16222 14764 308 0,'-5'-14'514'0,"-3"3"-71"15,-3-1-100-15,0 3-24 0,-6 3-47 16,3 1 3-16,-5 5-41 0,-2 2-3 0,0 5-14 15,-5 4-8-15,1 5 0 0,-5 9-29 0,3 4 3 0,1 3-33 16,0 3-29-16,5 3-21 0,1 4-27 0,6 0-11 16,3 5-13-16,4-1-6 0,7 2-9 0,5-1-7 15,5 1-5-15,6-4 1 0,7 4-11 0,5-3 7 16,1-13-8-16,3 0-3 0,4-7 4 0,1-2-7 16,4-7 1-16,5-6-26 0,-1-5-20 0,-3-5-82 15,7-6-55-15,-2-6-72 0,0-4-27 0,4-9-41 16,-2 0-41-16,-11 0-96 0,-5-3-398 0,-5 0-396 15</inkml:trace>
  <inkml:trace contextRef="#ctx0" brushRef="#br0" timeOffset="82812.03">16932 14705 489 0,'2'-14'522'0,"-2"2"-114"16,0 1-33-16,-2 1-82 0,-1-2-25 0,-1 0-65 16,-2 3-4-16,0-2-26 0,-1 1-5 0,-2-1-26 0,-3 5-12 15,1-1-27-15,-4 3-7 0,2 2 6 16,-6 4 0-16,1 3-10 0,-2 3-4 0,-3 5 16 0,1 3-17 15,0 5 10-15,-1 5-1 0,4 2-20 16,0 3-15-16,5 3-12 0,4-3-10 0,3-1-8 0,3 3-2 16,4-5-8-16,4 3 1 0,3-2-4 15,4-3-7-15,2-1-1 0,5-2 0 0,0-4-4 0,3-3 1 16,4-3-7-16,-4-4 8 0,5-5-9 0,1-2 6 16,2-2-10-16,-1-3-44 0,4-5-135 0,-2 0-105 15,-5-3-64-15,1 0-94 0,-8-2-91 0,-3 1-365 16,-6 0-467-16</inkml:trace>
  <inkml:trace contextRef="#ctx0" brushRef="#br0" timeOffset="83126">16716 14974 440 0,'-10'5'351'0,"3"0"-84"0,7-5-31 16,-7 6-20-16,7-6 29 0,0 0-5 0,0 0-13 15,7 3-26-15,-7-3-29 0,18-4-25 0,-4 0-24 16,5-2-24-16,3-3-23 0,4-2-9 0,9-5-10 15,-3 0-15-15,3-3-7 0,-1 0-6 0,1-2-5 16,-3 4-5-16,-5 1-5 0,-2 0 5 0,-7 6-9 16,1-2-23-16,-5 2-30 0,-1 0-10 0,-4 2 5 15,-1 1 3-15,-1 1 18 0,-4 0-4 0,-3 6 11 16,1-9 4-16,-1 9 4 0,-2-5 4 0,2 5 2 16,0 0 6-16,0 0 30 0,0 0-2 0,-12 3 9 0,12-3 10 15,0 10 16-15,0-10-6 0,3 15-6 16,1-7 9-16,2 3-2 0,0 0-11 0,2 2-7 15,2-2-8-15,4 4-4 0,-2-1-7 0,0 0-5 0,1-2 2 16,1 3-9-16,-3-3-5 0,-1-1-42 0,0 0-103 16,-1-2-74-16,-3 0-96 0,2-2-89 0,-4 0-414 15,0-2-346-15</inkml:trace>
  <inkml:trace contextRef="#ctx0" brushRef="#br0" timeOffset="83296.48">17131 14696 616 0,'-5'-10'562'0,"1"3"-112"16,0-3-19-16,2 6-62 0,-1-2-66 0,1-1-59 15,2 7-54-15,-5-8-41 0,5 8-27 0,-4-8-51 16,4 8-69-16,0-6-74 0,0 6-56 0,7-5-103 16,-7 5-90-16,0 0-141 0,11-3-268 0,-11 3-234 15</inkml:trace>
  <inkml:trace contextRef="#ctx0" brushRef="#br0" timeOffset="83675.98">17573 14612 557 0,'0'0'808'0,"13"-3"-199"0,-13 3-126 0,9-1-94 16,-9 1-64-16,0 0-60 0,13 0-16 0,-13 0-43 15,9 4-36-15,-9-4-39 0,9 7-19 0,-9-7-31 0,9 8-12 16,-4-4-13-16,-5-4-10 0,6 9-12 0,-6-9-4 16,8 6 0-16,-8-6 3 0,5 4 10 15,-5-4 10-15,0 0-12 0,0 0-12 0,0 0-1 16,0 0-12-16,-6-10 4 0,-1 0-6 0,1-1-2 0,-1 0-3 16,-3-7-1-16,1 0 2 0,0-2-8 0,-1-2 8 15,2-5-4-15,3-1 3 0,0 3-8 0,3-3 2 16,2 2 0-16,2-1-2 0,1 4 2 15,2-1-2-15,1 3 1 0,2 2 1 0,3 2-1 0,0 5-2 16,1 2 1-16,0 3 0 0,-1 4 1 16,3 2 0-16,1 2 6 0,1 3 1 0,2 6-1 0,1 0 1 15,4 5-10-15,-1 3 8 0,0 1-11 0,-2 2 8 16,4 2-22-16,-2 2-61 0,0-4-78 0,-4 1-73 16,-2-2-91-16,1 0-60 0,-4-4-89 0,-2-2-112 15,-1-3-305-15,-2-1-445 0</inkml:trace>
  <inkml:trace contextRef="#ctx0" brushRef="#br0" timeOffset="84026.58">18122 14296 223 0,'0'0'457'0,"0"0"-72"0,16 3-35 16,-16-3-32-16,12 9-39 0,-5-5-22 0,0 2-14 15,-1 1-23-15,-2-2-40 0,1 1-30 0,-1-1-27 16,1 1-10-16,-5-6-15 0,4 9-9 0,-4-9-24 15,-3 9-3-15,3-9-15 0,-11 3-11 0,11-3-4 16,-17 0-5-16,6-3-2 0,-1-4-4 0,-1-2-2 16,-2 0 0-16,2-4 7 0,-2-3 1 0,1-2 0 0,-1-3-1 15,2-3 2-15,-1 0 20 0,4-3 0 16,-1-1-10-16,4-1 0 0,4 4 4 0,-1 0-2 16,4 4-7-16,2 1-1 0,0 1-6 0,2 3-1 0,3 0-10 15,3 5 0-15,1 0-7 0,3 5 6 0,0 2 8 16,3 4 8-16,1 3 16 0,5 2-6 0,2 6-7 15,1 2-5-15,1 3-6 0,3 4-3 0,-2 2-6 16,-2-1-2-16,0 3-2 0,-5-5-3 0,-2 1-2 16,-2 1-12-16,-2-5-61 0,-4 1-68 0,-4 0-62 15,-2-3-69-15,-2-2-27 0,-3 2-67 0,-3-4-45 16,0 1-48-16,-5-1-331 0,-2-1-304 16</inkml:trace>
  <inkml:trace contextRef="#ctx0" brushRef="#br0" timeOffset="84193.22">18184 14296 246 0,'0'0'467'0,"5"-7"-106"16,-5 7-46-16,7-11-37 0,-2 6-47 0,1 0-5 16,1-2-13-16,0 1-15 0,2-1-27 0,2-1-26 15,0 1-31-15,0-4-16 0,2 3-15 0,3-4-22 16,-1 1-9-16,2-3-5 0,-2 1-14 0,0 1-8 16,3-1-3-16,-4 0-5 0,-1-1-66 0,2 1-69 15,-6 0-53-15,-1 1-63 0,-2-1-60 0,-2-1-58 16,-1-2-341-16,-5 3-198 0</inkml:trace>
  <inkml:trace contextRef="#ctx0" brushRef="#br0" timeOffset="84376.28">18251 13765 399 0,'0'-9'367'0,"2"2"-66"0,5 4-22 16,3 0 6-16,3 3-44 0,3 3 18 0,7 1-27 16,4 7 18-16,1 2-39 0,5 6 11 0,1 3-19 0,0 3 3 15,-2 3-18-15,0 1-34 0,0 1-24 0,-4 3-28 16,0 1-20-16,-5 2-17 0,-3 0-15 15,-4 2-8-15,-4 1-11 0,-6 1-13 0,-1-7-37 16,-6 5-53-16,-6 5-44 0,-2 1-63 0,-3 1-21 0,-9 6-50 16,-4 1-32-16,-3-2-41 0,-6 0-37 0,-3 0-437 15,-4-3-321-15</inkml:trace>
  <inkml:trace contextRef="#ctx0" brushRef="#br0" timeOffset="84676.55">15695 16418 734 0,'-18'8'591'0,"4"-4"-132"0,2 0-92 16,12-4-82-16,-9-1-50 0,9 1-39 0,11-15-34 16,10-2-10-16,11-10-27 0,17-7-5 0,6-7 3 15,24-9-13-15,9-3 8 0,11-6 28 0,10-3 1 16,8-2-17-16,7-7-11 0,7-4-18 0,38-19-8 15,2 0 1-15,2 1-15 0,-3 2-10 0,-1-1 4 16,0 2-10-16,0-2-8 0,-33 19-7 0,-2-2-5 16,-4-1-15-16,-2 3 8 0,-5 3-18 0,-4 5 1 15,-11 5-2-15,-7 10-5 0,-11 3 5 0,-24 12-24 16,-10 8-35-16,-13 5-136 0,-9 4-125 0,-11 6-67 16,-10 4-115-16,-13 8-102 0,0 0-416 0,-14-5-605 15</inkml:trace>
  <inkml:trace contextRef="#ctx0" brushRef="#br0" timeOffset="86078.79">17297 16240 100 0,'7'-17'449'0,"-2"2"-76"0,0 1-58 0,-1-1-30 0,-3-2-25 15,-1 3 4-15,0 0-15 0,0-2-20 0,-4 2-30 16,-1-2-21-16,-3 3-26 0,-3 0-23 0,1 3-17 16,-6 1-10-16,-4 2-16 0,-2 2 16 0,-2 5-4 15,-2 3-5-15,-9 5 1 0,-4 6 6 0,0 7-17 16,-9 7-10-16,4 4-25 0,1 6 2 0,1 3-16 16,3 1-7-16,4-1-3 0,3 4-5 0,9-8-6 15,5 2-1-15,5-3-2 0,6-5 5 0,4-2-8 16,6-3-5-16,3 3 6 0,7-4-4 0,6-3 3 15,5 2-3-15,3-7 5 0,1-4-6 0,4-2 6 16,3-4-9-16,1-4 6 0,-2-1-5 0,-2-4 3 16,3 0 2-16,-1-3 0 0,-7 0-3 0,-3-1 0 0,-1 0-1 15,-5 2 29-15,-3-1 16 0,-3 1-6 16,-4 0-10-16,-8 4-8 0,0 0-4 0,0 0 11 16,-4 9-14-16,-10 3 4 0,-7 5-16 0,-4 8 16 0,-2 3-11 15,0 2 0-15,-1 2 1 0,1 0-4 0,4 4-3 16,0-3 0-16,5 2 1 0,4-2-3 0,5-3-1 15,3-7-2-15,3 0 4 0,6-4 0 0,3-1 9 16,6-1 22-16,7-6-3 0,5-3 0 0,4-4-5 16,5-5-7-16,14-4-2 0,2-5-3 0,9-8-3 0,1-6 0 15,1-5 0-15,0-3-10 0,-4-6 16 16,4-3-10-16,-5-4 9 0,1-1-12 0,-2 1 5 16,-8 0-9-16,-4 5 10 0,-6 3-13 0,-9 8 13 15,-5 2-15-15,-5 5-26 0,-4 5-98 0,-3 1-79 16,-2 4-98-16,-4 1-73 0,-2 3-70 0,0 2-66 15,-2 6-432-15,0 0-530 0</inkml:trace>
  <inkml:trace contextRef="#ctx0" brushRef="#br0" timeOffset="86478.19">18058 15996 174 0,'2'-6'829'0,"-2"6"-155"0,5-10-144 16,-5 10-132-16,4-6-61 0,-4 6-65 0,0 0-15 16,13 2-30-16,-5 1-38 0,2 3-36 0,3 2-31 15,3 3-21-15,1 0-22 0,3 5-11 0,2 2-22 16,-1 0-2-16,4 5-13 0,-1 0-3 0,1 3-17 15,-7-6-77-15,1 2-140 0,-3-1-96 0,1-2-74 16,-5-3-58-16,-2 1-64 0,-4-5-350 0,-2-1-391 0</inkml:trace>
  <inkml:trace contextRef="#ctx0" brushRef="#br0" timeOffset="86692.4">18161 16037 390 0,'-2'-25'432'0,"2"0"-77"16,0 1-18-16,3 3-53 0,4 0-15 0,2 0-22 15,5 0-30-15,1 0-16 0,3 3-23 0,-1 5-39 16,2 2-26-16,1 1-24 0,-4 6-15 0,0 1-18 0,0 2-11 16,-1 3-8-16,-1 2-8 0,0 2-7 0,-4 2-1 15,1 3-3-15,-5 0-6 0,0 3-4 0,-3-3-2 16,-3 4 1-16,-3 1-5 0,-4 4-10 0,-2-1-42 16,-3 2-50-16,-3 2-36 0,-2-4-57 0,1 0-22 15,1-5-49-15,2 1-47 0,2-6-90 0,2-3-198 16,-1-1-111-16</inkml:trace>
  <inkml:trace contextRef="#ctx0" brushRef="#br0" timeOffset="86944.15">18814 15497 190 0,'11'-14'688'0,"-4"2"-148"15,-2 3-106-15,-5 2-27 0,0 7-32 0,-5-9-29 16,5 9-25-16,-14 0-30 0,3 5-15 0,-7 3-23 15,-1 5-41-15,-3 2-46 0,-4 10 1 0,-1 3-46 16,3 0-12-16,4 6-28 0,1 1-5 0,2 0-29 16,7 2 8-16,5-3-29 0,5 0-1 0,3-1-8 15,8 5-10-15,5-5 10 0,6 0-4 0,2-4-3 16,7-4 1-16,5-3-3 0,-2-6-7 0,5-2-29 16,-5-5-108-16,3-7-111 0,-5 0-67 0,6-5-30 0,-2-3-41 15,6-4-29-15,-2-5-26 0,0-4-46 16,-6-3-305-16,-1-2-313 0</inkml:trace>
  <inkml:trace contextRef="#ctx0" brushRef="#br0" timeOffset="87293.8">19296 15356 316 0,'0'0'282'15,"0"0"-42"-15,-4-6-41 0,4 6-5 0,0 0-32 16,0 0-16-16,-1-7-15 0,1 7-10 0,0 0 0 16,0 0 3-16,0 0 6 0,-4-6 0 0,4 6-1 15,0 0-1-15,0 0 22 0,0 0 8 0,0 0-9 16,-18 4 10-16,8-2 21 0,0 4 19 0,-2 0-24 16,-3 1-10-16,-2 4 0 0,-2 0-26 0,0 3-20 15,2-2-30-15,1 2-14 0,0 1 4 0,1 2-4 16,4 1-19-16,0 1-2 0,3 0-19 0,1 1 3 15,4-3-13-15,3 2 5 0,3-1-8 0,2-2 8 16,5 1-10-16,3-2 2 0,1 0-12 0,4-2 7 16,4-2-11-16,-2-3 6 0,5-1-13 0,0-2 14 0,1 0-9 15,-1-5 1-15,3 0-10 0,-3-5-52 16,0 0-102-16,1 0-99 0,-3-2-72 0,-4-3-86 16,1 0-49-16,-2-2-98 0,-5 1-311 0,-4 1-425 15</inkml:trace>
  <inkml:trace contextRef="#ctx0" brushRef="#br0" timeOffset="87559.43">19159 15683 458 0,'0'0'379'0,"-9"-2"-27"15,9 2-21-15,0 0-47 0,-10-2-12 16,10 2-50-16,0 0-33 0,-5-7-40 0,5 7-28 0,0-7-28 16,5 2-9-16,4-1-16 0,3-4-1 0,4 0-4 15,2 0 0-15,5-5-13 0,1 1-3 0,3-2-15 16,-1 1 4-16,-2 0-12 0,-1 1 2 0,0 0-11 16,-5 3-51-16,1 0-79 0,-2-1-56 0,-4 6-61 15,-3-1-101-15,1-1-470 0,-6 4-331 0</inkml:trace>
  <inkml:trace contextRef="#ctx0" brushRef="#br0" timeOffset="87792.9">19531 15509 496 0,'3'-7'619'0,"-3"7"-140"0,5-8-72 15,-5 8-60-15,6-4-40 0,-6 4-5 0,11-4-11 16,-11 4-21-16,11 1-44 0,-2 3-43 0,-1-1-42 16,1 5-17-16,2 0-37 0,-1 1-11 0,1 2-24 15,-1 2-6-15,1-1-61 0,-2 3-152 0,1-1-109 16,-3 0-104-16,-1-1-82 0,-2 0-103 0,-1-3-253 16,-1 2-351-16</inkml:trace>
  <inkml:trace contextRef="#ctx0" brushRef="#br0" timeOffset="87942.57">19549 15416 324 0,'-6'-17'587'0,"-2"3"-96"15,3 0-82-15,0 1-13 0,0-1-73 0,0 3-34 16,1 1-54-16,-1-1-46 0,2 4-40 16,-2 0-30-16,4 0-29 0,-2 2-80 0,3 5-104 0,0-10-46 15,0 10-107-15,0-8-89 0,0 8-113 0,4-6-297 16,-4 6-252-16</inkml:trace>
  <inkml:trace contextRef="#ctx0" brushRef="#br0" timeOffset="88143.42">19535 15072 326 0,'13'-11'432'16,"2"2"-9"-16,4-2-46 0,2 3-4 0,3 2 8 16,6 1-31-16,3 3 4 0,-1 2-21 0,7 1-26 15,-2 3-47-15,4 4-34 0,-1 3-42 0,-2 3-25 16,-1 2-30-16,-5 1-27 0,-1 4-22 0,-4 2-24 15,-2 1 7-15,-5 4-24 0,-3-3-4 0,-5 1-6 16,-1 4-9-16,-7-2-6 0,-1 0-25 0,-3 0-56 16,-3-1-33-16,-1 2-71 0,-6 0-59 0,1-4-66 15,-2 0-60-15,-3-2-63 0,2-4-87 0,-3-5-404 16,1 0-475-16</inkml:trace>
  <inkml:trace contextRef="#ctx0" brushRef="#br0" timeOffset="88575.97">20246 14780 283 0,'11'-8'731'0,"-2"0"-164"0,0 3-97 0,1 4 7 0,3 1-34 16,2 4-60-16,2 0-36 0,3 7-56 15,5 2-35-15,-1 4-50 0,4 3-35 0,0 1-44 0,-1 3-27 16,1 1-21-16,-2 0-13 0,-2 0-13 15,-5-4-9-15,0 0-9 0,-2-2-10 0,-3-4-5 0,-2-1-3 16,-1-2-2-16,-3-2-1 0,-2-1 0 0,-1-3-3 16,-5-6 4-16,0 9-7 0,0-9-1 0,0 0 0 15,-18-3-3-15,6-3 0 0,-4-5 0 0,-3 0 5 16,-3-8-7-16,-3-6-1 0,-3-3 0 0,-2-5 10 16,-3-6-12-16,0-3-12 0,2-1 16 0,3-1-8 15,6 6-4-15,3 1 8 0,9-1 1 0,2 8 10 16,4 3-13-16,4 1 14 0,3 2-15 0,3 1 8 15,5 3-11-15,1 3 11 0,4 1-10 0,0 5 11 16,5 1-15-16,-1 6 15 0,1-1-8 0,-1 5 6 16,-1 2-13-16,0 1 15 0,1 3-12 0,-3 4 3 15,0-1 12-15,-3 4-12 0,-5-1 9 0,0-1-12 16,-3 4 12-16,-4-2-12 0,-4 2 13 0,-1-1-9 16,-4 3-16-16,-2-1-63 0,-2 2-66 0,-3-4-62 15,0 2-56-15,-3-4-44 0,2 2-24 0,-2-4-48 16,3-2-41-16,-1-4-70 0,2 2-335 0,0-3-364 15</inkml:trace>
  <inkml:trace contextRef="#ctx0" brushRef="#br0" timeOffset="88859.19">20814 14233 476 0,'13'-14'730'0,"-3"4"-125"0,-1 0-93 15,-4 2-108-15,3 0-64 0,-4 2-49 0,-4 6 13 16,9-5-11-16,-9 5-35 0,-3 6-25 16,-3 5-28-16,0 0-9 0,-3 10-54 0,-2 6 25 0,-4 8-67 15,1 4-3-15,1 5-15 0,4 5 19 0,0 0-55 16,4 3 19-16,4 0-10 0,5-1-15 0,2-2-6 16,7-2-7-16,2-1-1 0,6-5-5 0,2-3 0 15,4-5-7-15,3-4-41 0,2-4 38 0,3-5-77 16,1-6-38-16,-5-5-94 0,4-3-87 15,-4-3-70-15,2-5-52 0,1-3-62 0,-2-4-58 0,0 0-93 16,1-9-272-16,-2-2-453 0</inkml:trace>
  <inkml:trace contextRef="#ctx0" brushRef="#br0" timeOffset="89192.19">21326 14474 270 0,'-8'4'487'16,"0"4"-72"-16,2 3-52 0,-1 1-55 0,1 1-14 15,4 1-57-15,0-1-1 0,2 2-34 0,0-3-3 16,0 1-15-16,2 0-36 0,-2-3-28 0,1 0-29 16,0-1-11-16,0 0-6 0,1-2 53 0,-2-7 13 15,1 10-21-15,-1-10-32 0,0 0-13 0,0 0-15 16,-3-7-11-16,2 0-17 0,-1-3-1 0,-1-1-9 16,-1-3 2-16,0-1-8 0,-2-6 4 0,-3 0-10 15,5-3-1-15,-5-6 2 0,3 2-5 0,-1-2 0 16,-1-2-1-16,0 1 0 0,3 1-2 0,-2 0 0 15,3 7 6-15,-1 1 14 0,3 4 3 0,-1 1-6 16,1 5-6-16,2 2 0 0,2 2-4 0,-2 8-2 16,10-6 11-16,-10 6 31 0,18 5-10 0,-2 1-9 15,0 4-1-15,2 2-8 0,3 3-6 0,0 1 2 16,2-1-7-16,-2 1-1 0,-1 1-4 0,1-2-4 0,-6-1 4 16,4 0-6-16,-2-3-1 0,-3 1-63 0,-4-4-80 15,3 2-98-15,-3-3-97 0,-3 0-114 0,-2-2-166 16,-5-5-333-16,3 8-537 0</inkml:trace>
  <inkml:trace contextRef="#ctx0" brushRef="#br0" timeOffset="89659.36">21383 14347 507 0,'-2'-14'436'0,"0"3"-36"0,2 3-40 16,0 0-32-16,-1-1-55 0,0 3-63 0,1 6-46 0,-2-12-13 15,2 12 20-15,0 0 32 0,2-6-13 0,-2 6-28 16,6 4-15-16,-1 2-5 0,3 0-26 0,0 3-22 16,3 1-16-16,3 3-17 0,0-1-12 15,0 2-11-15,3-2-8 0,-2 0-99 0,1 2-127 0,-1-3-94 16,-5 0-151-16,0 0-592 0,-1-3-647 0</inkml:trace>
  <inkml:trace contextRef="#ctx0" brushRef="#br0" timeOffset="90010.13">21240 14500 312 0,'-13'-1'509'0,"13"1"-124"0,0 0-36 0,-4-5-61 16,4 5-17-16,7-8-69 0,0 2-31 0,4-2-52 16,0 0-28-16,4-3-17 0,2-1-17 0,6-3-11 15,1-1-22-15,-1-1 5 0,4-4-7 0,0-2-29 0,0-1-33 16,-3-3-14-16,0 0-18 0,-1-3 11 15,-3-1-1-15,-1-2 26 0,-4-1 0 0,-2-1 12 16,-4 4 8-16,-3-2 2 0,-3 1 6 0,-3 3 25 16,-3-2 1-16,-2 1 46 0,-3 4-19 0,-2-1 50 15,1 2-16-15,-1 7 40 0,-1 0 0 0,-1 1 9 16,4 6-21-16,-3-1-7 0,1 5-28 0,1 2 23 0,0 1 5 16,9 4 0-16,-17 6 45 0,13 2-5 15,-1 7 21-15,5 3-7 0,5 6 0 0,6 14-12 16,4 0-26-16,4 2 11 0,8 10-2 0,2-2-24 0,1 0-34 15,2 0 7-15,-2-1-34 0,2-3 12 16,-1 0-33-16,-2-3-1 0,-4-4-5 0,-1-4-31 0,-2-1-69 16,-3-3-134-16,-3-5-120 0,-3-2-68 0,-1-3-91 15,-2-3-85-15,-4-2-433 0,-2-3-627 0</inkml:trace>
  <inkml:trace contextRef="#ctx0" brushRef="#br0" timeOffset="90379.99">21975 14126 462 0,'1'-7'594'15,"-1"7"-120"-15,1-12-34 0,-1 12-38 0,3-9-54 16,-3 9-27-16,2-9-34 0,-2 9-37 0,8-7-40 16,-3 2-38-16,0 0-34 0,4-1-29 0,-4 4-19 0,2-3-20 15,-2 1-15-15,0-2-12 0,1 1-8 16,-1-2-7-16,1 0-6 0,-3-2-4 0,1 0-8 15,-2-2 1-15,-2 1-2 0,0-1 0 0,-2 1-5 16,0-1 3-16,-1 1-5 0,-1 0 8 0,-2 1-3 0,-2 1 7 16,1 2 4-16,-2 2 35 0,-4 1-11 15,0 5 21-15,-5 2 12 0,0 3 5 0,-1 5-22 16,-3 6 46-16,-2 7-26 0,1 3 0 0,3 3-32 16,3-1 11-16,2 3-24 0,6-3 14 0,4 0-29 0,2-3 31 15,6-1-38-15,2 3-1 0,5-2-2 0,5-2 2 16,2-4-5-16,7-2 4 0,2-5-4 15,3 0-3-15,4-6 4 0,3-1-3 0,0-4-5 16,-4-3-30-16,6-3-70 0,-3-2-88 0,-1-2-78 0,-3-5-32 16,-2 1-34-16,-3-3-35 0,-4-1-44 15,-6-1-69-15,-3 0-496 0,-5 2-570 0</inkml:trace>
  <inkml:trace contextRef="#ctx0" brushRef="#br0" timeOffset="90660.11">22059 14246 207 0,'-6'6'528'0,"6"-6"-59"0,-7 3-30 0,7-3-17 16,0 0-18-16,9-1-46 0,-1-1-31 0,5-3-30 16,1-2-40-16,4 0-43 0,1-4-36 0,5 0-36 15,2-1-22-15,1-3-31 0,1 1-16 0,0-1-11 16,-1-1-12-16,-3 0-7 0,0 1-8 0,-1-2-9 16,-4 6-2-16,-3-3 21 0,-1 3-5 0,-3 2-7 15,-2 0-6-15,0 0-1 0,-4 2-8 0,-1 1-1 16,1 3-8-16,-6 3-2 0,4-6 1 0,-4 6-2 15,0 0-2-15,0 0 4 0,0 0 1 0,2 9 6 16,1-3-1-16,2 3 0 0,-3 0-3 0,3 1-3 16,2 2 3-16,-1-1-5 0,-1 2-20 0,3-1-9 15,-2-1-34-15,-1 1-65 0,1-3-84 0,-4 1-87 16,4-4-47-16,-2 1-54 0,-4-7-98 0,5 10-495 0,-5-10-584 16</inkml:trace>
  <inkml:trace contextRef="#ctx0" brushRef="#br0" timeOffset="90926.32">22324 13936 9 0,'-9'-9'730'0,"1"1"-161"0,4 3-108 15,-1-3-50-15,4 2-57 0,1 6-21 0,1-11-4 16,4 3-39-16,2 2-34 0,4-1-47 0,1 0-31 16,0-1-39-16,0 1-21 0,-2 2-29 0,2-1-7 15,-3 1 9-15,-2 1 9 0,0 0-7 16,0 2 5-16,-7 2-4 0,11-9-11 0,-11 9-23 0,5-8-9 15,-5 8-11-15,-3-9-9 0,-1 6-4 0,4 3-7 16,-16-5-4-16,4 4-5 0,1 1 0 16,-5 1-4-16,1 2 0 0,0 2-4 0,-1 0-3 0,4 1 0 15,1 0 0-15,1 1 17 0,1 1-21 0,5-1 13 16,-1 1-55-16,5-1-63 0,3-1-100 0,2 2-105 16,0-2-57-16,5-2-64 0,-1 1-47 0,0-2-75 15,2-2-354-15,-11-1-476 0</inkml:trace>
  <inkml:trace contextRef="#ctx0" brushRef="#br0" timeOffset="91113.63">22514 13646 485 0,'12'-16'540'0,"2"2"-71"0,1 4-20 15,4 1-10-15,3 2-41 0,2 6 10 0,3 1-33 16,5 8-36-16,9 3-26 0,-2 5-67 0,1 7-47 16,7 7-28-16,-6 5-25 0,-1 3-13 0,-4 5-46 15,-6 3 1-15,-7-1-38 0,-3-2 9 0,-9 1-34 16,-1 0 21-16,-3 3-30 0,-7-1 13 0,-7 1-55 15,-3-3-74-15,-8 8-104 0,-9-1-75 0,-10-3-83 16,-5 1-22-16,-8-3-55 0,-5 0-38 0,-9-1-93 16,-17 5-272-16,-6-3-384 0</inkml:trace>
  <inkml:trace contextRef="#ctx0" brushRef="#br0" timeOffset="92009.38">11640 16543 431 0,'-16'5'477'0,"3"1"-84"0,-1 1-40 0,-1 0-40 15,2-1-33-15,-2 1-30 0,2-1-44 0,3 0-35 16,1-1-21-16,0-2-21 0,4 1 3 0,5-4 24 15,0 0-17-15,0 0-7 0,0 0-2 0,22-9-15 16,3-6 6-16,11-5-18 0,14-10-24 0,6-3 6 16,5-7-17-16,17-10 0 0,4-3 1 0,1 0-5 15,0 2-6-15,-2-2-11 0,-16 10-8 0,-2 3-6 16,-6 2-8-16,-6 7-3 0,-12 3-5 0,-6 8-2 16,-9 2-14-16,-5 6-16 0,-5 5-53 0,-6 1-52 15,-8 6-39-15,0 0-62 0,-3 6-56 0,-12 6-14 16,-8 7 3-16,-9 7-1 0,-12 10 53 0,-4 3 25 15,-6 7 38-15,0 1 32 0,-4 2 25 0,-7 11 24 16,6-8 32-16,-10 6 43 0,12-7 21 0,-2-2 16 16,1-2 51-16,4-1 10 0,5-3 11 0,5-4-21 0,12-9 8 15,5-1-28-15,10-7-3 0,5-4 27 16,8-5 23-16,4-4 8 0,4-2-12 0,6-4-8 0,7-3-16 16,5-5 2-16,10-3 25 0,11-9-3 0,11-8 12 15,2-5 20-15,7-6-3 0,2-5 10 0,10-12 14 16,-2-2 11-16,0-2-16 0,-16 10-20 0,-3 0-10 15,0 1-10-15,-5 1-19 0,-2 6-12 0,-3 3-22 16,-3 2-1-16,-9 9-11 0,-2 3-10 0,-5 6-22 16,-2 1-127-16,-5 7-115 0,-3 1-103 0,-2 3-98 15,-1 4-100-15,-12 0-498 0,16 4-649 0</inkml:trace>
  <inkml:trace contextRef="#ctx0" brushRef="#br0" timeOffset="92592.4">13318 14984 220 0,'7'6'514'0,"-7"-6"-118"0,0 0-45 0,0 0-18 0,0 0-3 0,0 0-15 15,0 0-20-15,-10 1-20 0,10-1-7 0,-15-6 0 16,6 3-26-16,-4-3-17 0,3-2-29 0,-4 0-16 15,2-3-27-15,-2-1-24 0,1-3-17 0,3 1-24 16,-1-5-23-16,2-2-3 0,2 0-19 0,2-3 2 16,1-2-18-16,4 1 9 0,0-4-22 0,4-2 3 15,1-4-1-15,2 2-5 0,2-3 5 0,-1 4-9 16,2 3 7-16,-1 1-6 0,-2 6 4 0,1 2-14 16,-2 1 8-16,1 2-19 0,-2 2-13 0,1 3-60 0,-2 1-54 15,-2 1-82-15,1 2-77 0,-3 8-49 16,1-11-40-16,-1 11-13 0,-5-6-30 0,5 6-59 15,-11 3-285-15,3 2-292 0</inkml:trace>
  <inkml:trace contextRef="#ctx0" brushRef="#br0" timeOffset="92925.66">13062 14487 105 0,'0'0'502'0,"0"0"-97"0,-13-4-68 0,13 4-39 15,-10-3-12-15,10 3 11 0,-9-5-57 0,9 5-21 16,-10-9-4-16,6 5 19 0,4 4 0 0,-9-10-27 15,7 4-15-15,-1 1-35 0,0 0-23 0,3 5-31 16,2-14-12-16,0 6-15 0,2-2-11 0,2 2-13 16,2-4-11-16,5-3-6 0,1 1-7 0,5-4-3 15,0-1-8-15,4-1-2 0,0-5-3 0,4 0-1 16,-3-2 0-16,2 0-5 0,-3 1 0 16,-6 3 0-16,-1 1-1 0,0 2 5 0,-4 3 40 0,-3 0 3 15,0 6 7-15,-4-1 0 0,2-1-12 0,-5 5 0 16,2 1-19-16,-4 7 3 0,1-10-13 0,-1 10 19 15,0 0-11-15,0 0 8 0,3 7-20 0,-2 3 10 16,2 1-9-16,3 2 1 0,1 4-8 0,3 3 7 16,1 3-12-16,3 1 10 0,2 1-15 0,0-2 16 15,5 5-16-15,-1-2-2 0,3 0 0 0,-1-1-3 16,0-3 1-16,1-3-9 0,-2 1-85 0,1-2-124 16,0-1-101-16,-2-1-86 0,-3 0-91 0,-2-6-58 15,-2 5-428-15,0-6-583 0</inkml:trace>
  <inkml:trace contextRef="#ctx0" brushRef="#br0" timeOffset="93375.9">13916 13924 591 0,'-4'-12'499'0,"1"2"-127"0,2 4-54 0,-3-1-80 15,3 1-27-15,1 6 3 0,0 0 45 0,0-6 14 16,0 6-23-16,6 6 17 0,1 0-35 0,-1 2-35 16,3 4-23-16,4 3-20 0,1 1-27 0,2 3-31 15,2 1-20-15,2 0-16 0,1 2-10 0,-3-2-11 16,4 1-9-16,-2 0-4 0,-3-2-6 0,2 0-4 15,-3-3-11-15,-1-2-41 0,-2-1-91 0,-2-2-101 16,-1-2-75-16,-2 1-35 0,-3-2-73 0,0-1-79 16,-5-7-409-16,3 9-462 0</inkml:trace>
  <inkml:trace contextRef="#ctx0" brushRef="#br0" timeOffset="93576.59">13789 14094 108 0,'-16'-7'631'0,"4"2"-110"0,4-2-102 15,-2 0-41-15,2 0-79 0,5-2-39 0,0 1-26 16,3-3-27-16,5-3-13 0,3-4-31 0,6-3-30 16,3-2-3-16,8-4 0 0,3-1-26 0,2-1-17 15,3 0-15-15,7-6-17 0,-7 7-8 0,0-1-13 16,-1 4-1-16,1 1-14 0,-6 1-1 0,-4 4-37 16,-3 4-52-16,-4 2-66 0,-2 2-78 0,-4 3-31 15,-4 2-46-15,-6 6-16 0,9-3-17 0,-9 3-39 16,0 0-367-16,0 7-236 0</inkml:trace>
  <inkml:trace contextRef="#ctx0" brushRef="#br0" timeOffset="94659.6">14208 13835 430 0,'0'0'364'0,"8"5"-65"0,-8-5 10 0,5 5 5 15,-5-5-37-15,7 7 5 0,-4-1-32 0,1-2-2 16,3 2-19-16,0 1-34 0,0-1 2 0,-1 2-27 15,3 2-18-15,1-1-26 0,-1-1-25 0,1 0-14 16,3 0-15-16,-3-3-20 0,2 1-5 0,2-2-10 0,-2 0-5 16,1-2-7-16,-1-2-4 0,3 0-4 0,-2-2-2 15,-1-2 2-15,2 0-8 0,-3-3 3 16,2 1-6-16,-3-2 4 0,-3-2-8 0,-1 0 7 16,0 1-5-16,-3-3 3 0,-2 1-5 0,-2 0 0 0,0 0-1 15,-3-1 2-15,-4 0 0 0,-1 3-1 0,-2-1-1 16,-3 2-1-16,-2 1 1 0,1 2 0 15,-2 0-4-15,-2 2 3 0,0 1 0 0,1 2-1 16,0 0 3-16,4 2-4 0,-1-1 3 0,2 2-10 0,0 1 12 16,3 0-7-16,2 0 4 0,3 0-4 0,5-4 9 15,-6 6-8-15,6-6 6 0,0 0-8 0,13 4 7 16,-13-4-4-16,18-4 6 0,-7 2-4 16,1-3 0-16,0-2 2 0,1-1-11 0,0-1 5 0,2-4-3 15,-2 1 5-15,1-4-4 0,-4-1 4 0,2-1-5 16,-6-2 6-16,2-2-3 0,-4-1 5 0,-2 0 0 15,-2-5 1-15,-1 1-1 0,-3-4-3 0,0-1 6 16,-2 0-10-16,-3 1 11 0,0 1-5 0,0-1 6 16,-2 4-6-16,2 2 5 0,0 2-2 0,2 3 12 15,-3 2 0-15,6 4 1 0,-2 1-10 0,3 3 3 16,3 10-2-16,-5-6 7 0,5 6-3 0,3 6 13 16,1 4 1-16,2 4 5 0,3 5 10 0,6 5 3 15,4 5-2-15,1 2 33 0,4 1-21 0,1 1-5 16,5-2-13-16,-2 2-1 0,1-3-15 0,3 2-2 15,0-2-4-15,0-3-3 0,-1 1-1 0,-2-1-3 16,2-4 2-16,-2-1-8 0,-1-1 4 0,-6-6-12 16,1-1-64-16,-1-3-62 0,-4-1-40 0,-3-4-31 15,-1-2-35-15,0-1 12 0,-2-1-7 0,-2-4 23 16,0-2 11-16,-1-1 28 0,-1-2 26 0,-3-2 41 16,1 0 9-16,-3-2 30 0,-2-3 3 0,-1 0 13 15,-1-2 19-15,-2-1 27 0,2 2 38 0,-5-2 19 16,2 2 51-16,-1 1-6 0,0 0 22 0,-2 1 37 0,3 2-1 15,-2 2-13-15,2 0-27 0,-2 1-24 0,1 3-15 16,-2 1-9-16,7 4-4 0,-10-2-3 16,10 2 0-16,-10 3 5 0,10-3-9 0,-8 9-11 15,4-2-13-15,-2 0-1 0,5 2-7 0,-2-1-1 0,1 2-9 16,0-2 4-16,2 0-8 0,0 2 3 0,0-3-10 16,0 1 5-16,3 0-3 0,-2 0-9 0,3-1 7 15,2-2 1-15,1 2 1 0,-2-3-2 0,1 1 0 16,4-3 3-16,-10-2-8 0,14 3 7 0,-14-3-4 15,18-2 4-15,-7 1-8 0,-1 0 8 0,0 0-6 16,-2-2 5-16,-1 1-6 0,-7 2 5 0,16-5-4 16,-10 2 5-16,-6 3-6 0,13-6 4 0,-13 6-4 15,11-6 4-15,-11 6-5 0,12-7 7 0,-12 7-6 16,13-6 6-16,-6 1-8 0,2 1 8 0,-1-1-4 16,0 2 3-16,0-2-3 0,0 0 2 0,1-1-1 15,-1 1 5-15,-1-1 12 0,0-3 13 0,-2 1-2 16,0-2 0-16,3 0 4 0,-6-2-7 0,2-2-7 15,-1-1 2-15,-1-2 2 0,-3 0 3 0,-2-2 2 16,-1-2-10-16,-3-2 4 0,-1-5-11 0,-3 0 6 16,-6-5-8-16,-2-1 3 0,-3 1-4 0,-3-3-1 15,-3 4 0-15,0 0 2 0,-2 0 1 0,2 2 19 16,2 3 25-16,-1 2-9 0,7 6-3 0,1 2 11 16,4 2-9-16,2 3-9 0,0 2 0 0,7 3-14 0,-1 3-2 15,7 4-3-15,0 0-1 0,0 0 12 0,-1 9 16 16,7 1-12-16,7 6-1 0,4 3-10 15,1 3 2-15,5 6-6 0,2-1 16 0,1 2-26 16,-1-1 17-16,1 2-20 0,0-2 13 0,-2 1-20 0,-1-3 21 16,0 3-26-16,-7-7 20 0,2-1-22 0,-2-1-5 15,-4-1-38-15,-1-4-68 0,-2 0-65 0,-3-2-65 16,-1 0-57-16,-4-1-95 0,-1 0-95 0,-2-2-95 16,-6-1-354-16,-1 1-531 0</inkml:trace>
  <inkml:trace contextRef="#ctx0" brushRef="#br0" timeOffset="94875.75">14418 13578 156 0,'-19'0'642'0,"0"2"-163"0,3-2-79 0,3 0-60 0,3-2-33 0,0 0-60 16,10 2 8-16,-9-7-16 0,10 2-20 0,3-4-24 16,3-2-33-16,4-4-22 0,3 0-26 0,8-5-16 15,5-5-21-15,2 0-12 0,4-1-16 0,2-2-7 16,-1 0-8-16,2 2-5 0,-4-1-8 0,0 4-1 15,-4 1-9-15,-5 4-9 0,-4 5-72 0,-5 1-91 16,-2 3-44-16,-2 2-56 0,-10 7-27 0,10-2-35 16,-10 2-54-16,3 6-461 0,-7 1-381 0</inkml:trace>
  <inkml:trace contextRef="#ctx0" brushRef="#br0" timeOffset="98012.07">14170 14593 12 0,'-4'-10'523'15,"0"1"-124"-15,0 3-21 0,2 0-59 0,-1-1-25 0,0 1-51 16,3 6-32-16,-4-9-63 0,4 9 1 16,0 0 20-16,0 0 15 0,0 0 13 0,9 11-16 0,-4 0 10 15,2 1-24-15,4 7-24 0,1 3-12 0,0 4 3 16,3 1-13-16,2 4-28 0,1 1-18 0,-3-1-17 15,3 0-10-15,-3 0-10 0,1-4-10 16,-2-2-7-16,1 1-4 0,-2-3-36 0,0-4-91 0,-3-1-87 16,-1-1-73-16,0-5-19 0,-3-1-25 0,-2-1-37 15,-3-4-47-15,-1-6-44 0,0 5-283 0,0-5-231 16</inkml:trace>
  <inkml:trace contextRef="#ctx0" brushRef="#br0" timeOffset="100125.47">14258 14888 292 0,'-21'-26'341'0,"0"-2"-61"16,-1-1-23-16,-1 1-21 0,4 0-18 0,2 2-4 15,5 2-30-15,-1 1 7 0,7 2-62 0,0-1-1 16,5 3-26-16,1 2 22 0,5 1-24 0,3-1 20 16,5-1-11-16,1 2 11 0,4 2-23 0,1 5 24 15,3-1-10-15,0 4-12 0,2 1-14 0,-1 2-4 16,-2 3 2-16,2 3-20 0,-1 2-10 0,0 1-4 16,-2 0-12-16,-2 5-8 0,1-1 0 0,-3 1-4 15,-2 2 2-15,-5-2-7 0,0 1-1 0,-3 1-4 16,-2-2-1-16,-3 2 0 0,-1-2-3 0,-4 0-1 15,0 2-1-15,-3-2 0 0,-2 0-3 0,0-3 1 16,-4-1-3-16,4-2-3 0,-2-3 2 0,-2 0-2 0,0-4 1 16,-1 1 0-16,1-3 0 0,0-2-2 15,1-4 1-15,0 2-2 0,2-3 3 0,4-3-4 0,2 2 8 16,1-1-6-16,3-2 5 0,4 2-6 0,1-1 3 16,4 1-2-16,1 3 4 0,1-1-8 15,2 1 9-15,3 4-9 0,-1 1 6 0,3 2-6 16,0 2 8-16,-1 1-7 0,2 2 5 0,0 1-4 0,-2 3 6 15,2 2-8-15,-3 0 5 0,0 1 3 16,-3-1-3-16,-1 3 0 0,-3-2 0 0,0 3 0 16,-2-2-1-16,-2-1-1 0,-3 1 2 0,-2 0 3 0,0 1-2 15,-2-1-1-15,-1-1 1 0,-3-1 2 0,-1-2-3 16,2 1 3-16,-4-3 2 0,9-4 0 0,-14 2 5 16,14-2 8-16,-14-6-3 0,8-1 2 0,-2-1-13 15,6-3 8-15,-2-3-8 0,2 2 7 0,2-3-7 16,3-2 2-16,0 0-5 0,3-3 5 0,3 2-2 15,0-1-5-15,0 1 3 0,2 4-1 0,-2-1 0 16,2 3-1-16,0 1-1 0,-2 2-1 0,1 0-2 16,0 3 3-16,-1 1 0 0,2 3 0 0,-3-2-4 15,-8 4 1-15,17-3-7 0,-17 3-6 0,17 1 3 16,-17-1-1-16,14 2 6 0,-14-2 1 0,14 4 0 16,-14-4 3-16,11 2-2 0,-11-2 4 0,8 2-2 15,-8-2 1-15,8 3 0 0,-8-3 3 0,0 0 2 16,6 6-2-16,-6-6-5 0,1 6 5 0,-1-6-4 15,-1 7 7-15,1-7-3 0,-1 8 7 0,1-8 0 16,2 13 5-16,-2-8-3 0,3 1 2 0,1 2-7 16,-1-2 7-16,4-1-10 0,-2 1 8 0,4-1-10 0,-1 0 11 15,-1-2-7-15,2-1 6 0,-9-2-7 0,17 3 5 16,-17-3-9-16,15-1 7 0,-15 1-5 0,14-4 6 16,-7 1-6-16,-2-2 6 0,-5 5-9 0,7-11 8 15,-4 6-3-15,-2-1-1 0,-1 6 1 0,-2-14-1 16,-3 7 0-16,1 0-2 0,-4 0 2 0,0 1-2 15,-2 0 2-15,-1 0-4 0,-2 1 6 0,-2 1-4 16,-1 0 1-16,2-1 1 0,-1 1-2 0,1 2 1 16,2 0-2-16,3-1 4 0,-2 1-3 0,2-1 1 15,9 3 1-15,-15-3 0 0,15 3-3 0,-7-4 2 16,7 4-1-16,2-6 1 0,-2 6 0 0,10-9 0 16,-3 4 0-16,1-2 1 0,2-2-2 0,2 0 1 15,-2 1 0-15,-1-3 0 0,2 0 0 0,0-2 1 16,0-2-2-16,-2 0 3 0,-1-2 1 15,-1 0-4-15,1-1 2 0,-3 2-2 0,-1-1 1 0,-1 2 2 16,-1-4 0-16,-1 3-3 0,-1-1 2 0,-1 0-1 16,0 2 2-16,-2-1-1 0,-1 1-1 0,2 2 2 15,-2 3 0-15,-1-1-1 0,1 1 0 0,2 2-1 16,-1 0 1-16,0 4-2 0,3 4 5 0,0 0 5 16,0 0 11-16,0 0 40 0,3 5-7 0,5 7-7 15,1 2-7-15,1 5 17 0,3 3-4 0,3 2-14 16,0 0-4-16,3 6-2 0,0-1 12 0,-2 0-1 15,-1-4-17-15,-2 1 5 0,0-1-14 0,-2-2 5 0,-3-3-11 16,1-2-4-16,-2 0-1 0,-2-4-1 0,-1 0 1 16,-1-3 21-16,0 1-26 0,-2-1 1 15,0-5 3-15,-2 1-3 0,-2-1 0 0,2-6 2 16,-6 7 1-16,6-7-2 0,0 0 11 0,0 0-12 0,-9-4 6 16,9 4-14-16,-1-13 13 0,1 6-9 0,2-4 7 15,2 1-1-15,1-3 0 0,4-3 3 0,-1 2-7 16,2 1 0-16,0-4 0 0,3 3-2 0,-1 1 1 15,0 0 1-15,1 2 3 0,0 1-3 0,-2 2 1 16,1 1-2-16,1 1 1 0,-2 2 0 0,-1 2-4 16,-10 2 9-16,17 0-5 0,-17 0-3 0,13 5 1 15,-9-1-1-15,-2 2 3 0,-1 0-12 0,-2 3 13 16,0 0-6-16,-3 1 7 0,-5 2-10 0,1 1 12 16,-2 0-12-16,-1-1 12 0,-1 2-12 0,-3-1 10 15,2-1-12-15,2-1-2 0,-1-3-14 0,3 2 1 16,0-4-9-16,2 1-47 0,0-5-56 0,7-2-42 15,-9 4-10-15,9-4-19 0,0 0 10 0,3-6-30 16,2-1 10-16,1-1 12 0,4-2 21 0,1-1 22 16,3-2 31-16,-1-2 22 0,1 1 23 0,2-1 17 0,0-4 14 15,1 0 9-15,3 1 17 0,-4 0 22 16,1 1 31-16,-4 2 33 0,2-1 17 0,-4 1 19 16,0 3 39-16,-1 2 28 0,-2 0 11 0,-2 1 6 15,-1 2-25-15,-1 0-27 0,0 1-21 0,-4 6-5 0,-3-7 1 16,3 7-2-16,0 0-9 0,-13 0-15 15,13 0-12-15,-14 6-12 0,4-2-6 0,1 3-4 16,3-1 7-16,-4 1-3 0,3 2-9 0,0-2-4 16,0 3-3-16,3-2-7 0,-2 3-2 0,5-3-4 0,-1 2-3 15,4-3 2-15,-1 4-6 0,4-3-2 0,0-2 3 16,0 2-6-16,3-3 2 0,-2 0-1 0,3-2 2 16,-9-3-5-16,16 4 3 0,-16-4-2 15,16-1-2-15,-16 1 3 0,13-5-2 0,-5 0 0 0,-1-1 1 16,-3 0-1-16,1-2-1 0,-1 0 1 0,-1-1 2 15,-1 1 1-15,-2-2-4 0,0 3 3 0,0-2-1 16,0 3-3-16,0 6 4 0,0-13-1 0,0 13-1 16,0-10 0-16,0 10-3 0,0-9 4 0,0 9-2 15,0 0-1-15,0 0 1 0,0 0 1 0,0 0 0 16,0 0-2-16,14 3 1 0,-14-3 0 0,9 9 1 16,-9-9 3-16,13 4-2 0,-5-1-1 0,-8-3 0 15,14 4 0-15,-14-4 0 0,14 0 2 0,-14 0-2 16,14-5-2-16,-9 0 1 0,3-2 2 0,-1-2-1 15,-3-1 0-15,1-3 1 0,-1-2 1 0,-1-1-1 16,-1-1-1-16,-2 0 3 0,0-2-3 0,-5-3-1 16,3-1 4-16,-5 0-5 0,-2-5 4 0,3 3 1 15,-6-1-4-15,2-1 2 0,-4 1 2 0,1 2-3 16,-1 2 4-16,3 3-9 0,-2 1 10 0,4 4-5 16,1 1 7-16,-1 1-10 0,2 2 9 0,2 3-10 15,5 7 7-15,-7-4 1 0,7 4 9 0,0 0 0 16,4 12 6-16,4-1-2 0,2 4 7 0,1 3-9 15,6 4 31-15,-2 0-18 0,3 1 4 0,-1 2-5 0,-1-1-6 16,1 0-3-16,-3-1 0 0,0 0-9 16,-2-5 1-16,-2-1-3 0,-2-3 1 0,-2-1-2 0,0 1 1 15,-2-5 4-15,-1 1-3 0,-1-1-1 16,-3-4 2-16,1-5-5 0,-5 11 3 0,5-11-2 0,-9 4-1 16,9-4 3-16,0 0-5 0,-13-1 1 15,13 1-1-15,-6-9 2 0,3 4 1 0,3 5-4 16,-2-13 3-16,4 4-4 0,-2 1-6 0,4-3 6 15,2 2-9-15,2-1 11 0,4 0-9 0,-1 2 11 0,2-1-12 16,2 3 13-16,-1-1-11 0,3 3 10 0,-3 0-10 16,0 3 9-16,0 0-12 0,-1 2 16 15,-2 0-4-15,0 2-3 0,0-1 2 0,-3 3 0 16,0 0-1-16,-3-1-1 0,0 2 1 0,-3 1 2 0,-2-7-5 16,-1 12 1-16,-2-3 1 0,-4-3 2 0,0 2-3 15,0 0 0-15,-1-1 0 0,-3-1 2 0,2-2-2 16,0 1 2-16,-2-2 1 0,11-3-3 0,-15 1 3 15,15-1-2-15,-14-6 7 0,10 2-8 0,-1-4 0 16,4 0 2-16,-1-2-4 0,4-1-4 0,-1 0 7 16,4 0-4-16,-1-2 7 0,4-1-7 0,-2 3 9 15,2-3-11-15,-1 4 11 0,4 1-11 0,-2-1 9 16,1 1-10-16,1 2 14 0,-2 1-13 0,2 2 11 16,0 1-10-16,-1 0 10 0,-10 3-14 0,19 3 16 15,-10-2-12-15,-1 4 8 0,1 1-8 16,1 1 9-16,-2 2-1 0,0 2 1 0,0-2-6 0,-3 1-16 15,1 1-56-15,-1-2-63 0,-1 1-72 0,-1-2-62 16,0 0-39-16,2-1-12 0,-5-7-44 0,3 8-56 16,-3-8-67-16,0 0-329 0,0 0-352 0</inkml:trace>
  <inkml:trace contextRef="#ctx0" brushRef="#br0" timeOffset="100396.43">15698 13777 407 0,'-3'-6'471'0,"3"6"-88"0,-8-7-98 0,8 7-35 15,-4-6-31-15,4 6 17 0,-4-6-40 0,4 6 11 16,0 0-36-16,4-5-14 0,-4 5-25 0,4-4-5 16,-4 4-5-16,8-4-3 0,-8 4-3 0,6-6-13 15,-6 6-12-15,8-5 5 0,-8 5 0 0,6-6-7 16,-6 6-4-16,5-8-20 0,-5 8-1 0,5-9-15 16,-5 9-6-16,-2-9-15 0,2 9 2 0,-7-9-13 15,4 5 2-15,-3-1-11 0,0 1 4 0,6 4-11 16,-14-3 9-16,14 3-8 0,-15-3 5 0,15 3-7 15,-17-2 4-15,17 2-4 0,-14 3 3 0,14-3-8 16,-10 4 8-16,10-4-5 0,-8 5-1 0,8-5-30 16,3 6-75-16,-3-6-59 0,10 5-57 0,-10-5-15 15,14 4-62-15,-14-4-48 0,16 1-35 0,-16-1-80 16,20-1-249-16,-10-1-217 0</inkml:trace>
  <inkml:trace contextRef="#ctx0" brushRef="#br0" timeOffset="100824.99">15792 13471 441 0,'-2'-13'402'0,"1"4"-41"0,-1-1-40 0,0 1-24 0,-1 1-9 16,0 0 8-16,2 2-23 0,-2 0-36 0,3 6-47 15,-2-9-36-15,2 9 15 0,0 0 50 16,0 0 6-16,0 0-22 0,2 5-29 0,1 4-7 16,4 0-30-16,0 5 16 0,2 3-24 0,1 2-4 0,5 2-18 15,1 2-15-15,0 0-18 0,0-1-16 16,1 3-5-16,1-2-14 0,-2 1-9 0,0 1-9 15,-3-4 0-15,0 2 12 0,0-4-26 0,-2-1-2 16,-1-1 1-16,-2-1-5 0,0-5-5 0,-2 2-12 0,-1-4-30 16,2 0-34-16,-2-2-82 0,-3-2-62 0,-2-5-38 15,7 6-34-15,-7-6 10 0,0 0-6 16,0 0 24-16,6-5 11 0,-6 5 38 0,3-12 32 0,-2 6 46 16,-1-1 24-16,1-3 29 0,2 1 21 0,-1-2 53 15,-2 3 37-15,3-1 48 0,-2 0 4 0,0 2 40 16,1 0-17-16,0 1 3 0,-2 6-33 0,2-11-8 15,-2 11 19-15,2-7 61 0,-2 7-18 0,0 0-8 16,8-5-2-16,-8 5-3 0,0 0 12 0,11 4-12 16,-11-4-17-16,8 4-21 0,-8-4-8 0,9 7-12 15,-9-7-15-15,11 8-6 0,-7-4-6 0,3 0-3 16,-7-4-6-16,10 8-3 0,-10-8-6 0,11 7-6 16,-11-7-25-16,11 4-79 0,-11-4-58 0,9 2-30 15,-9-2-63-15,8-2-18 0,-8 2-43 0,4-7-57 16,-4 7-119-16,3-9-215 0,-3 9-213 0</inkml:trace>
  <inkml:trace contextRef="#ctx0" brushRef="#br0" timeOffset="100984.53">16035 13565 220 0,'-8'-3'555'0,"8"3"-109"16,-9-7-44-16,9 7-79 0,-9-7-14 0,9 7-82 15,-6-5-46-15,6 5-34 0,-5-9-30 0,5 9-23 16,-3-7-21-16,3 7-17 0,6-8-15 0,-6 8-82 0,4-5-58 15,-4 5-105-15,7-6-103 0,-7 6-497 16,6-6-331-16</inkml:trace>
  <inkml:trace contextRef="#ctx0" brushRef="#br0" timeOffset="101542.2">15995 13283 241 0,'-2'-8'553'0,"0"1"-158"0,2 7-77 0,0-8-31 0,0 8 32 16,0 0-26-16,0 0 9 0,7 6 8 0,-1 3-20 15,0 0 2-15,2 4-43 0,1 4-2 0,1 2-21 16,3 1-14-16,2 3-63 0,1 1-13 0,0-1-41 16,0 1-19-16,0 0-19 0,2-1-10 15,-1-1-6-15,-2-1-8 0,2 1-10 0,-4-5-6 0,2 0-1 16,-4-2-2-16,3-1-3 0,-5-2-4 0,0-3-2 16,-1 2-3-16,-1-4-3 0,1 0-1 0,-4-2-42 15,-4-5-39-15,9 7-8 0,-9-7 6 0,0 0 14 16,0 0 12-16,0 0 12 0,0 0 11 0,10-2 4 15,-10 2 10-15,0 0 1 0,-1-6 10 0,1 6-3 16,0 0 7-16,0 0-4 0,-3-6 7 0,3 6-2 16,0 0 5-16,0 0-3 0,5-7 9 0,-5 7-10 0,11-4 7 15,-11 4-11-15,15-3 10 0,-15 3-7 16,14-5 9-16,-14 5-8 0,18-4 8 0,-10 1-9 16,-8 3 10-16,14-4-5 0,-5 1 5 0,-3-2-6 15,2 2 6-15,-2-3-7 0,-2 1 8 0,4-1-6 0,-5 0 8 16,3-2-4-16,-4 0 0 0,2-1-2 15,0 0 3-15,-3-2-4 0,3 0 1 0,-3 2 6 16,2-1 6-16,-1 1 6 0,-2 2 4 0,1 1-3 0,-1 6-5 16,3-12-4-16,-3 12-1 0,3-7 1 15,-3 7-7-15,0 0 3 0,6 5 14 0,-1 1 1 0,0 2 8 16,4 3 13-16,-2 0 1 0,2 3 11 16,3 2-13-16,0-1-6 0,-2 2-6 0,4-1 0 0,-2 0-8 15,2 2 7-15,-3-2 5 0,1 2-7 16,0-1-4-16,-1 1-6 0,-1-3-4 0,-1 1 12 0,-3-3-22 15,-2 0 20-15,1-1-10 0,-5 0 17 16,-2 0-23-16,-3 1 19 0,-2-3-21 0,-3 2 19 0,-3 1-24 16,-5-1 30-16,2-2-38 0,-5-1 21 0,2 0-24 15,-3-2 23-15,-2-4-26 0,0 1 1 0,2-2-92 16,-2-1-81-16,-2-2-102 0,-2-2-96 0,3 1-81 16,-4-2-113-16,-1-3-496 0,-1-2-691 0</inkml:trace>
  <inkml:trace contextRef="#ctx0" brushRef="#br0" timeOffset="101708.48">16049 13609 348 0,'14'-7'634'0,"-3"-1"-74"0,2 0-44 0,6-2-51 0,0-1-38 16,3-2-38-16,4-2-48 0,4-1-52 0,5-3-41 16,2 0-64-16,5 0-34 0,-1 0-31 0,-1 0-20 15,-1 2-28-15,-2 2-8 0,-7 3-56 0,-2-1-126 16,-5 5-168-16,-5 0-175 0,-2 2-816 0,-7 3-885 15</inkml:trace>
  <inkml:trace contextRef="#ctx0" brushRef="#br0" timeOffset="103924.82">19285 13866 391 0,'0'-5'323'0,"0"5"-67"0,-3-13-43 0,2 8-11 16,-2-2-29-16,-1 0-8 0,-1 1-24 0,-1-1 10 0,0 1-22 15,-2 0 5-15,0-1-24 0,-2 0-3 16,2 0-34-16,-1-1 8 0,0-1-29 0,-2 2 13 0,1 0-33 15,-1-2 21-15,1 2-34 0,-1-2 20 0,-1 1-32 16,-1 1 23-16,1-2-36 0,-4 1 30 16,1 0-29-16,-4 0 20 0,-2 1-21 0,1 0 21 0,-4 0-23 15,-2 1 24-15,-1 1-26 0,-5-1 21 16,-2 2-18-16,-2 2 24 0,-2 0-24 0,-3 2 21 0,-1 0-20 16,-8 0 20-16,0 3-23 0,-5 0 26 15,1 1-21-15,-3 3 26 0,-1 0-10 0,-8 2 19 16,-1 3-21-16,1 1 22 0,-2 1-14 0,3 2-15 0,-4 2-2 15,4-1-1-15,-3 2 24 0,3 2-8 0,-2-1 12 16,2 3-23-16,0 0 0 0,-1 4-4 16,0-1 3-16,3 0 1 0,-3 4-4 0,1-2-1 0,1 4 1 15,0 1 2-15,-2-1 0 0,1-1 0 0,-3 4 11 16,2-3 5-16,-1 2 4 0,-1-1 6 0,2 0-13 16,-1 0 12-16,-2 1-14 0,4 1 11 0,0-1-16 15,-1 2 12-15,-1 0-8 0,3-1 0 0,0 1 4 16,-3-1-2-16,3 0-3 0,0 1-2 0,3-3-2 15,-1 0 3-15,1 2 2 0,-1 0-3 0,2-1 2 16,2 3-3-16,0-2 4 0,-1 2 6 0,2-2 4 0,-2 5 8 16,0-4 15-16,3 3 1 0,0-1-6 15,3 0 2-15,0 1 2 0,2-2-5 0,2 1 0 16,4-3 4-16,2 3 1 0,2-1-8 0,3 0 2 16,8-5-12-16,1 1 3 0,2 0-8 0,4 3 4 0,0-3-5 15,1 3 15-15,4-1 7 0,2 0-5 16,3-1-7-16,1-3-5 0,5-2-4 0,-1 2 2 15,3-1-6-15,1 1-2 0,-1-5 12 0,4 0 7 16,1-2 2-16,1 2-13 0,0-1 3 0,4-1-1 0,-1-2 12 16,4 0-9-16,2 0 13 0,4 0 0 15,4-1 0-15,5-4-15 0,6 4 5 0,6-6-14 16,2-2 5-16,8-2-9 0,1-3 2 0,4-3-9 16,4-5 8-16,5-3-8 0,14-6 9 0,4-4-12 0,6-4 5 15,3-3-2-15,17-10-4 0,3-2 4 0,2-1 6 16,0-5 1-16,6-1 1 0,2-1 0 0,3-2 13 15,1-1-15-15,4-3 0 0,-1-1 0 0,1-3-1 16,2-1-3-16,2 0 3 0,-1-1 18 0,0-1-28 16,-3-1 11-16,0 0-8 0,0-3 10 0,-1 0-13 15,-2-4 7-15,0 1 3 0,-4-5 1 0,-2-1-5 16,-4-4-11-16,-3 0 13 0,-5 0-11 0,1 0 2 16,-6-1 0-16,-1 0 16 0,-6 2-17 0,-4-1 12 15,-7 3-13-15,-8 0 14 0,-7 0-17 0,-14 15 19 16,-6 1-21-16,-4 3 5 0,-3 1-3 0,-6 4 6 15,-6 8-2-15,-6 1 4 0,-1 4 6 0,-6 4-6 16,0 1 5-16,-5 4-4 0,-3 1 1 0,-4 4-7 16,-1-1 1-16,-4 2 2 0,-5 2-2 0,-5 0-7 15,-4 1-2-15,-10 1-3 0,-5 3-2 0,-5 2-18 16,-10 5-45-16,-3 0-60 0,-5 3-66 0,2 1-74 16,-1 5-65-16,0 0-93 0,2 1-83 0,1 1-540 15,3 0-674-15</inkml:trace>
  <inkml:trace contextRef="#ctx0" brushRef="#br0" timeOffset="104075.43">18335 13980 115 0,'0'0'678'0,"-2"9"-150"0,2-9-130 0,-4 5-80 0,4-5-61 16,-4 5-60-16,4-5-44 0,-5 9-33 0,5-9-21 15,-7 6-21-15,0 1-41 0,-1 0-88 16,-2 4-122-16,-4 0-169 0,-2 4-423 0,-1-3-281 0</inkml:trace>
  <inkml:trace contextRef="#ctx0" brushRef="#br0" timeOffset="108342.77">17061 14439 120 0,'0'0'378'0,"-12"2"-83"0,12-2-48 0,-10 2-34 0,10-2-29 16,-9 3-24-16,9-3-17 0,-9 2-23 0,9-2-12 15,0 0-13-15,-10 4 22 0,10-4-11 0,0 0 13 16,0 0-39-16,0 0 7 0,14-4-36 0,-14 4 5 15,14-5-19-15,-4 3 4 0,1 0-20 0,-2-4 18 0,2 1-14 16,-1 0 16-16,-1 0 20 0,-1 1 2 0,1-5 1 16,-3 3-5-16,-1-2-7 0,1 1-5 0,-4 0-14 15,1-2-7-15,-3 2 2 0,-2-1-5 0,0 2-4 16,-1 0-3-16,-3-2-1 0,-2 3-1 0,0 1-4 16,-2 1 5-16,-1 0 2 0,-2 3 7 0,0 0 5 15,2 0-3-15,-3 4 0 0,-1 1 0 0,2-1-2 16,2 2-9-16,1 0 7 0,1 0 1 15,3 1-3-15,1-1 8 0,3 0-9 0,1 2 2 0,2-1-4 16,3-1 3-16,1 1-9 0,2-1 6 0,0-1-3 16,2 2 3-16,0-5-6 0,1 2 1 0,-3-1 4 15,-7-3-4-15,13 6-3 0,-13-6 23 0,12 4 24 16,-12-4-7-16,8 3-4 0,-8-3-11 0,0 0-7 16,0 0-12-16,5-6 4 0,-5 6-9 0,-4-4-3 15,4 4-31-15,-7-4-51 0,7 4-40 0,-14-2-52 16,14 2-16-16,-15 0-41 0,15 0-32 0,-15 3-43 15,6 2-53-15,3 1-440 0,-2-1-318 0</inkml:trace>
  <inkml:trace contextRef="#ctx0" brushRef="#br0" timeOffset="109893.65">17020 15274 91 0,'0'0'298'0,"-18"2"-61"0,18-2-37 0,-18 0-21 16,18 0-13-16,-16 1-16 0,16-1-20 0,-17 2-10 0,17-2-20 15,-13 0-19-15,13 0-20 0,-10 3-3 0,10-3-13 16,0 0 1-16,-9 4-11 0,9-4 7 0,0 0 6 16,1 5 5-16,-1-5 4 0,0 0-16 0,16 2 7 15,-16-2-19-15,15-2 8 0,-2 0-10 0,-2 0 16 16,3-3-9-16,2 0 17 0,0-1-21 0,0-2-4 16,3 0 2-16,-1-3-6 0,1 1-1 15,1-2 19-15,-2-1 9 0,1 3 22 0,-3-2 9 0,0 2 4 16,-4 1 9-16,-1-1 8 0,-2 3-9 0,0 1-16 15,-2-2-18-15,-1 4-11 0,-6 4-5 0,4-9-16 16,-4 9-2-16,-4-4-5 0,4 4-5 0,-13 0 0 16,2 3-6-16,-3 3-3 0,-2-2 10 0,-2 2-11 15,-1 3 7-15,0-1-8 0,0 1 8 0,0 0-11 16,0 1 9-16,1-1-12 0,0 2 6 0,5-3-3 16,-1-1 5-16,1-1-9 0,3 1 8 0,2-2-10 15,1-1 13-15,7-4-13 0,-7 8 9 0,7-8-6 16,0 0 13-16,7 8-13 0,-7-8 11 0,19-3-10 15,-5 0 9-15,4-1-9 0,-2-2 8 0,7 1-10 16,0-4 1-16,5 1 1 0,-1-3-3 0,1 1 3 16,2-2 0-16,-1 0-1 0,-2-1 4 0,1-1 6 15,-2 1 14-15,-5 3 12 0,-4 1 18 0,0 2 6 16,-3 0 4-16,-4 2-7 0,0 0-6 0,-2 0-11 0,-8 5-6 16,4-4-6-16,-4 4-4 0,0 0-8 0,-16 3-2 15,2 3 0-15,-2 0-2 0,-5 2-4 0,-7 3 2 16,1 0 1-16,-1-1-4 0,0 2-3 0,2 1 0 15,-1-1 2-15,1-2 0 0,0 2-2 0,5 0 0 16,1-4 0-16,0 3-2 0,2-2-5 0,5-2 6 16,2 1-2-16,1-1 2 0,2-2-1 0,3 2 3 15,5-7 1-15,-3 9-3 0,3-9 0 16,9 3 3-16,-9-3-4 0,18-2 5 0,-7 1-5 0,5-4 3 16,-1 1-3-16,2-1 2 0,1-2-2 0,2-2 3 15,-1 0-2-15,3-2 5 0,2-3-5 0,-1 1-1 16,-5 0 2-16,0 3-1 0,-4-1 1 0,0 1-1 15,-2 1 5-15,-5 3-1 0,1 0 1 0,-6-1-3 16,-2 7-2-16,-1-7 4 0,1 7-6 0,-10-1 3 16,-1 2-1-16,-2 2 0 0,-4 1-1 0,-4 3 0 15,1 1 2-15,-3 1-2 0,2-1 3 0,-2 1-3 16,2 1 6-16,1 0-5 0,-2 1 2 0,5-1-7 16,-2 1 6-16,5-1-4 0,0-2 2 0,4 0-3 15,1 1 5-15,4-4-1 0,0 0-2 0,5-5 1 16,-2 11-3-16,2-11 6 0,9 3 1 0,-9-3-5 15,18-2 8-15,-5 1-5 0,1-2 3 0,1-3-4 16,1 2 3-16,0-3 0 0,1 0-2 0,1-1-2 16,0-1 0-16,-3 1 0 0,-1 0 1 0,-1 0-1 15,-3 1 1-15,-1 1 0 0,-1-1-2 0,-3 3 6 16,-5 4-8-16,1-8 2 0,-1 8 1 0,-4-5 1 16,4 5 4-16,-15 0-3 0,3 3 1 0,-3 1 1 15,1 1-3-15,-4 0-1 0,0 3 1 0,-2 1-2 0,-2-1 4 16,4 3-6-16,-1-2 5 0,2 2-2 0,0-1-2 15,1-2 6-15,5 0-7 0,-1-1 2 16,2 0 1-16,4-1-1 0,-1-1 0 0,7-5 0 0,-4 10 3 16,4-10 0-16,0 0 0 0,7 4-2 0,-7-4 4 15,14-1-3-15,-5-2 1 0,1 0-2 0,-1-1 5 16,4-1-4-16,0-1 4 0,-1 0-7 0,1-1 5 16,0 0 0-16,-2-1-3 0,0 1 3 0,-4 1 0 15,2 1 3-15,-2-1 1 0,-1 2-2 0,-6 4-4 16,8-7 4-16,-8 7-2 0,0 0 9 0,0 0-12 15,-4-8 0-15,4 8 2 0,-10 3-5 0,2 0 6 16,-2 1-6-16,-2 2 9 0,-1 2-8 0,-2 0 4 16,0 2-3-16,-4 2 2 0,1-1 0 0,0 1-31 15,-1 1-67-15,1 1-90 0,-2-3-89 0,4-1-152 16,2 0-571-16,2-4-598 0</inkml:trace>
  <inkml:trace contextRef="#ctx0" brushRef="#br0" timeOffset="112108.46">18413 14526 316 0,'0'0'533'0,"-14"-2"-147"0,14 2-77 16,-9-3-78-16,9 3-27 0,-8-3-58 0,8 3-13 15,0 0-89-15,-10-2-96 0,10 2-133 0,0 0-185 0,0 0-161 16,-11-1-32-16</inkml:trace>
  <inkml:trace contextRef="#ctx0" brushRef="#br0" timeOffset="112307.71">18266 14359 208 0,'-4'-9'489'0,"4"9"-132"16,-5-6-71-16,5 6-66 0,-4-5-45 0,4 5-34 0,0 0-32 16,-4-6-24-16,4 6-32 0,0 0-95 0,0 0-98 15,0 0-140-15,0 0-240 0,0 0-20 0</inkml:trace>
  <inkml:trace contextRef="#ctx0" brushRef="#br0" timeOffset="112474.59">18279 14294 249 0,'0'0'687'0,"0"0"-177"0,0 0-140 0,0 0-177 15,-3 7-154-15,3-7-171 0,0 0-469 0,5 8-113 16</inkml:trace>
  <inkml:trace contextRef="#ctx0" brushRef="#br0" timeOffset="113775.19">18057 17614 447 0,'-13'-5'506'0,"2"2"-119"0,1 1-84 0,1-3-50 0,0 4-7 0,9 1-20 0,-14-5-26 0,14 5-13 16,-11-3-24-16,11 3-17 0,-7-4-20 0,7 4-3 15,0 0-18-15,2-9-9 0,3 5-18 0,4-2-19 16,1-1-11-16,7 1-12 0,0-4-60 0,3 0-56 16,1 0-54-16,2-3-28 0,2 0-53 0,0 1-28 15,-6 1-59-15,2 1-42 0,-5 1-364 0,0 1-214 16</inkml:trace>
  <inkml:trace contextRef="#ctx0" brushRef="#br0" timeOffset="113942.22">18065 17620 163 0,'-10'10'350'0,"4"-3"-110"16,1-1 2-16,2-1 14 0,3-5-7 0,-1 8-17 15,1-8-23-15,6 6-30 0,-6-6-32 0,19 1-31 16,-6-2-26-16,4-1-20 0,2-3-11 0,5-1-13 16,4-2-12-16,3-2-24 0,5-4-46 0,0 1-44 15,1-4-63-15,-2 3-117 0,-6 2-428 0,-1 0-196 16</inkml:trace>
  <inkml:trace contextRef="#ctx0" brushRef="#br0" timeOffset="114624.76">19451 16974 574 0,'-5'-11'519'16,"2"2"-73"-16,1 2-86 0,0 1-61 0,0-1-65 0,2 7-49 0,-3-9-37 0,3 9 26 0,0 0 19 16,0 0 9-16,0 0-15 0,8 4-17 0,-3 3-29 15,4 2-30-15,0 2-20 0,1 5-19 0,5 0-15 16,1 5-9-16,0 0-14 0,1 1-5 15,1 2 24-15,-2-1-40 0,-2 1 21 0,3 1-33 0,-4-2 16 16,0-1-105-16,-3 0-65 0,-1-4-91 0,0-1-44 16,-2 0-56-16,-3-3-21 0,0-2-60 15,-1-1-362-15,-3-3-310 0</inkml:trace>
  <inkml:trace contextRef="#ctx0" brushRef="#br0" timeOffset="114876.02">19442 16917 405 0,'-3'-19'488'0,"3"2"-122"16,0 3-70-16,2-2-57 0,0 1-4 0,4 2-25 16,1 1-1-16,0 1-10 0,4-1-10 0,0 3-20 15,2 1-19-15,0-1-19 0,0 3-23 0,-2 1-22 16,-1 2-18-16,2-2-10 0,-3 5-4 0,-9 0-2 16,16-1-3-16,-16 1-1 0,13 1-4 0,-13-1 8 15,4 7-15-15,-4-7 3 0,-1 12-13 0,-2-5 2 16,-3 1-15-16,-1 2 8 0,-2 1-14 0,-2-1 1 15,1 0-6-15,-3 1 6 0,3-3-10 0,1 3 5 16,1-5-39-16,-1 0-56 0,3 1-47 16,-1-1-48-16,7-6-33 0,-5 6-77 0,5-6-77 0,0 0-120 15,4 5-231-15,-4-5-226 0</inkml:trace>
  <inkml:trace contextRef="#ctx0" brushRef="#br0" timeOffset="115175.23">20179 16252 714 0,'2'-15'655'0,"-4"3"-124"0,-2 4-59 0,-1 3-78 16,-4-1-36-16,9 6-23 0,-21 5-10 0,4 2-42 16,0 5-6-16,-4 7-68 0,-4 8-22 0,4 3-46 15,0 3-15-15,2 3-32 0,6 6 3 0,3-1-31 16,1 2 57-16,7 0-47 0,4 3 16 0,4-3 22 15,5-1-30-15,3 0 29 0,5-3-30 0,3-3 16 16,1-2-29-16,5-5 5 0,1-3-31 0,1-1 12 16,2-6-26-16,1-4 9 0,-4-5-24 0,3-4 14 0,-2-2-22 15,0-4 9-15,5-4-29 0,0-1 7 16,-3-3-64-16,-1-1-36 0,-2-1-82 0,-6-2-69 16,2 0-94-16,-9-1-59 0,0 0-42 0,-6 1-86 15,-1 2-103-15,-5-2-419 0,-3 1-676 0</inkml:trace>
  <inkml:trace contextRef="#ctx0" brushRef="#br0" timeOffset="117458.32">20933 16066 222 0,'-4'-10'471'0,"-3"3"-116"0,2 1-22 16,-2 0-41-16,-2 2-20 0,-1 2-13 0,0 0-27 0,10 2-18 0,-26 2 1 0,12 3 0 0,-2 2-25 15,-2 4-6-15,-1 2 5 0,-2 4-7 0,4 3-32 16,0 0-14-16,1 4-15 0,4 1-10 0,1 0-31 0,2-2-10 16,5-1-13-16,-1 2-7 0,5-4-7 0,5 2-8 15,-1 0-4-15,5-1-6 0,5 1-4 16,4-3-1-16,1 0-4 0,3-2-2 0,1-4-3 15,-1-4-2-15,1 1-1 0,-1-4 0 0,2-2-2 0,-3-2-7 16,0-2 5-16,1-5-3 0,2 2 8 0,-2-3-11 16,-3-4 9-16,-1 3-9 0,-3-6-6 0,-1 2-51 15,-5-2-39-15,-2 0-45 0,-2 0-25 0,-3 2-42 16,-3-1-24-16,-3 3 22 0,-2-1-5 0,-5 3 28 16,-1 1 1-16,-2 0 20 0,-4 5 20 0,0-1 33 15,-4 2 19-15,0 3 20 0,-1 0 14 0,-4 2 14 16,3 0 15-16,-4 1 16 0,5 3 6 0,-2-3 20 15,3 3 20-15,0-2-1 0,2-1 5 0,6 0 3 16,-3 0 0-16,5-1 6 0,2-2 18 0,1 2 45 16,4 0 5-16,5-5 25 0,-6 4-8 0,6-4-5 15,0 0-5-15,0 0-10 0,8 3-5 0,-8-3 5 16,16-3-8-16,-6-1-1 0,6-3 2 0,-2 0-5 16,5-4-5-16,0 0 3 0,5-3 8 0,1-3-14 15,0 3-7-15,-3-1-22 0,2 0-1 0,-5 3-18 16,-2 2-2-16,-2 1-13 0,-2 1 7 0,1 1-18 15,-2 1 4-15,-3 1-11 0,1 0 5 0,-1 1-7 16,0 1 3-16,0 1-4 0,-9 2 7 0,14-3-14 16,-14 3 8-16,14 0-6 0,-14 0 7 0,11 3-3 15,-11-3 6-15,13 3-7 0,-5 2 6 0,-2-1-7 16,1 0 7-16,-1 1-11 0,0 0 12 0,2 1-10 16,0 1 9-16,-2-1-8 0,-1 1 6 0,4-1-8 15,-4 3 6-15,2-2-8 0,-1 1-9 0,-1-1-75 16,0-1-94-16,1 0-88 0,-2 0-80 0,-4-6-59 0,8 7-134 15,-8-7-396-15,0 0-521 0</inkml:trace>
  <inkml:trace contextRef="#ctx0" brushRef="#br0" timeOffset="117774.23">21117 16162 792 0,'0'0'594'0,"0"0"-120"0,-4 5-56 0,4-5-64 0,0 0-49 16,0 0-33-16,0 0-47 0,0 0-39 0,0 0-41 16,0 0-26-16,0 0-28 0,3-8-16 0,2 3-10 15,0-1-14-15,-2 0-7 0,1-2 1 0,-1 1 1 16,0 0-3-16,1-2 0 0,-3 2-5 0,0 0 4 16,-2-2 6-16,0 2 6 0,-3-1-7 0,0 1-8 15,0 0-8-15,-1 2-3 0,-3-1-8 0,2 1-1 16,-3 2-6-16,0 0-4 0,9 3-1 0,-16 0-4 15,16 0 0-15,-16 2 1 0,16-2-2 0,-9 7 0 16,9-7 0-16,-7 6-1 0,7-6-3 0,0 10-3 16,0-10-28-16,10 10-61 0,-4-7-90 0,3 1-77 15,3-2-54-15,-1 1-79 0,0-2-88 0,1 0-473 16,0-2-537-16</inkml:trace>
  <inkml:trace contextRef="#ctx0" brushRef="#br0" timeOffset="118024.98">21148 15771 207 0,'1'-9'716'0,"-1"9"-185"16,3-10-111-16,-3 10 6 0,9-7 3 0,-2 5 8 16,6 0-5-16,3 2-68 0,5 2-61 0,7 3-45 15,6 2-50-15,7 3-30 0,3 5-26 0,2-1-24 0,-1 5-24 16,-3 2-16-16,-1 1-16 0,-3 3-13 0,-1 0-37 15,-5 3 14-15,-4 0-2 0,-2 3-9 16,-7 0-7-16,-2 1 5 0,-8-1-15 0,-3 0-3 0,-6 2 22 16,-2 0-33-16,-5 0 1 0,-2 4-88 0,-3-2-69 15,-3-3-91-15,0-2-99 0,0-5-75 0,-2-2-105 16,0-1-117-16,0-4-359 0,1-6-614 0</inkml:trace>
  <inkml:trace contextRef="#ctx0" brushRef="#br0" timeOffset="118708.43">21922 15677 431 0,'-2'-15'703'0,"-1"5"-132"0,1-1-108 0,0 1-103 0,0 4-84 0,2 6-34 0,0-9 16 0,0 9 7 0,0 0-31 16,0 0-34-16,18 5-4 0,-9 1-26 0,3 4-42 0,5 2-16 16,4 5-27-16,0 0-13 0,1 2-22 0,6 3 1 15,-2 3-20-15,-1-1-6 0,-1-1-6 0,-4-3-4 16,-1 0-5-16,-4 0-24 0,-1-3-45 0,-3 0-62 15,-1-2-55-15,-5-1-59 0,-3-2-67 0,-2-1-24 16,-2-1-21-16,-3-2-21 0,-4-2 11 0,0-3 8 16,-3 1 4-16,0-6 48 0,-4-3 35 0,-3-3 42 15,-1-4 39-15,-2-7 63 0,-4-3 49 0,-2-4 37 16,4-5 34-16,0-2 42 0,2-3 46 0,1 0 41 16,4-2 33-16,4 1 23 0,6 6-10 0,2 0 11 15,3 5-13-15,4 3-8 0,3-1-8 0,3 3 4 16,2 2-24-16,8 0 9 0,1 3-23 0,3 1 34 15,-1 5-4-15,3 3-14 0,0 1-10 0,-1 4-16 16,-1 2-4-16,-1 0-2 0,-1 5-14 0,0 1-14 16,-1 1 1-16,-5 0 3 0,0 5-1 0,-5-2-12 15,-4 2 2-15,-2 1-17 0,-3-1-7 0,-4 4-15 16,-5 3-2-16,-2-1-11 0,-5 4 1 0,-3-1-10 16,1-1 5-16,-3-1-12 0,-1-1 2 0,0-1-10 15,2-3-35-15,3-2-65 0,-1-4-81 0,6 0-75 16,1-4-65-16,11-4-63 0,-14 0-105 0,14 0-398 0,-5-9-446 15</inkml:trace>
  <inkml:trace contextRef="#ctx0" brushRef="#br0" timeOffset="118942.13">22416 15079 473 0,'10'-8'745'0,"-2"2"-174"0,-8 6-60 0,0 0-61 0,0 0-32 16,7 7-36-16,-7 4-29 0,-6 3-49 0,0 5-12 15,-2 10-66-15,0 3 2 0,-1 10-59 0,2 2 4 16,0 5-38-16,2 1-29 0,2 0-18 0,5 0-22 16,2 0-10-16,3-2-16 0,6-2-6 0,0-4-7 15,6-3-1-15,2-3 2 0,1-3-11 0,5-3-1 16,1-5-3-16,2-5-41 0,0-2 39 0,0-6-78 16,-1-5-83-16,-3-4-109 0,-4-1-114 0,3-5-76 15,1 0-82-15,-3-6-83 0,0-4-476 0,-2-3-706 16</inkml:trace>
  <inkml:trace contextRef="#ctx0" brushRef="#br0" timeOffset="119291.17">22914 15323 68 0,'0'0'744'0,"0"0"-166"0,-13 4-68 0,7 3-55 16,1 3-46-16,-2 2-23 0,2 3-43 0,0-1-59 0,3 0-30 15,-3 3-26-15,2 0-38 0,3-2-35 0,-1 1-32 16,0-1-12-16,1-3-33 0,0-1-5 15,0 0-28-15,0 0 13 0,-2-3 12 0,2 0 28 16,0-8 27-16,0 11-18 0,0-11-20 0,0 0-19 0,0 0-16 16,-11-3-5-16,5-5-7 0,-1-3-6 0,-1-2-2 15,-1-4-9-15,0-3-43 0,-5-4 47 0,4-4-43 16,-5-6 3-16,3 1 46 0,-1-3-47 16,2-1 38-16,3 9-6 0,2-2-1 0,1 6 1 0,0 2 0 15,2 4 0-15,3 0-12 0,0 5 5 0,4 1-6 16,2 2 0-16,2 3 2 0,2 3-2 0,3 2 7 15,0 4-44-15,5 4 50 0,2 0-40 0,1 5 50 16,4 4-47-16,-1 1 1 0,6 3 7 0,-5 3 4 16,4-2 43-16,-8 1-51 0,2-1 44 0,-5-1-58 15,1-2 12-15,-6 1-85 0,2-4-73 0,-6 2-86 16,-1-2-69-16,-3 0-67 0,-4-3-44 0,-2 2-83 16,-4-2-44-16,-3 0-425 0,-1-2-592 0</inkml:trace>
  <inkml:trace contextRef="#ctx0" brushRef="#br0" timeOffset="119640.88">22718 15402 507 0,'-1'-8'474'0,"1"8"-109"0,3-12-52 0,5 7-11 15,2-4-47-15,2 2-13 0,5-2-49 0,4-2-14 16,3-1-20-16,3-3-3 0,-3 0-34 0,8-1-20 16,1-4-22-16,0 1-17 0,-3-1-9 0,-3 1-11 15,-4 0-13-15,-2-1-4 0,-4 0-4 0,1-3-1 16,-7-1-9-16,2 0 2 0,-8 1-5 0,-1-2 5 0,-3-3-8 15,-2 2 3-15,-3-4 1 0,-4-1 8 0,-2 2 57 16,0 1 35-16,0 2 29 0,-3 2 16 0,2 2-11 16,0 3 1-16,1 2-12 0,1 3-19 15,3 2-23-15,1 2-23 0,-3 1-12 0,8 9 1 0,-4-4 26 16,4 4-30-16,-2 10 12 0,4 2-10 0,2 5 13 16,6 7-3-16,1 5 49 0,3 7-18 0,2 1-20 15,5 2-50-15,-3 0 36 0,2-1-42 16,0 1 58-16,0 2-56 0,0-1 36 0,-2-2-54 15,1 2 42-15,0-5-11 0,-3 1-6 0,0-2-6 0,0-2-11 16,-4-5-18-16,0-2-71 0,-2-5-100 0,0-2-98 16,-2-1-89-16,-3-2-61 0,3-3-12 15,-4-4-48-15,1-2-90 0,-5-6-471 0,7 6-663 0</inkml:trace>
  <inkml:trace contextRef="#ctx0" brushRef="#br0" timeOffset="119924.08">23535 14780 953 0,'-2'-16'738'0,"-3"2"-111"16,1 3-90-16,-1 2-47 0,-2 1-60 0,2 2-20 0,-4 2-103 15,9 4 19-15,-13 2-95 0,3 2 10 16,1 5-34-16,-1 4-34 0,0 5 2 0,1 4-36 16,1 5-29-16,3 1-17 0,-1 2-24 0,3 1-14 15,3-2-10-15,0 0-50 0,5 2 44 0,0 0-48 16,3-1 5-16,1-4 2 0,2 1 0 0,0-3 39 15,0-4-45-15,1-1 44 0,0-4-51 0,4-2 43 16,-2-1-45-16,1-6 6 0,2-1 5 0,1-2 0 16,0-3 1-16,1-3-5 0,1-2 3 0,1-3 38 15,0-3-54-15,-4-1 6 0,5-3-88 0,-2-4-28 16,-3 2-65-16,-1-2-37 0,-3 2-45 0,0-1-56 16,-3 2-71-16,-2 0-53 0,-4 3-136 0,-2 1-542 0,-2 2-753 15</inkml:trace>
  <inkml:trace contextRef="#ctx0" brushRef="#br0" timeOffset="120274.17">23341 15183 360 0,'8'3'566'0,"-8"-3"-128"0,16-6-50 16,-4 1-4-16,4-2-39 0,2 0-28 0,5-3-18 15,3-4-18-15,1 1-18 0,6-2-24 0,-1-3-28 16,0 2-30-16,-4 2-23 0,-4 0-26 0,-1 0-22 15,-2 3-20-15,-3 1-15 0,-4 0-16 0,0 1-11 16,0 1-7-16,-3 2-10 0,1-2-5 0,-5 3-3 16,1-1-3-16,0 0-4 0,-1 1-4 0,-7 5-2 15,7-9 3-15,-3 4-7 0,-4 5 0 0,2-8-4 16,-2 8 3-16,5-6-2 0,-5 6 0 16,2-8 4-16,-2 8-5 0,0 0-2 0,2-5 0 0,-2 5 28 15,0 0 6-15,5 5 4 0,-5-5-4 0,7 9-2 16,-2-1-6-16,-1 0-4 0,2 1-3 0,-1 2-6 15,4-1 0-15,-3 2 2 0,1-1-5 0,-1 2-5 16,3-2-6-16,-4 1 9 0,3-2-17 0,-2 2 17 16,-2-2-22-16,4-1-18 0,-3 0-127 0,-1-3-110 15,0 2-105-15,-2-3-72 0,-2-5-146 0,7 8-529 16,-7-8-736-16</inkml:trace>
  <inkml:trace contextRef="#ctx0" brushRef="#br0" timeOffset="120558.45">23853 14790 23 0,'-6'-9'798'16,"2"3"-196"-16,0 2-117 0,4 4-52 0,-3-10-71 0,3 10-40 15,-4-7-35-15,4 7-31 0,-4-7-31 0,4 7-19 16,0 0-21-16,0-8-25 0,0 8-38 0,4-5-24 16,-4 5-17-16,6-4-14 0,-6 4 1 0,7-7 13 15,-7 7 5-15,8-7-15 0,-8 7 9 0,4-9-20 16,-4 9 12-16,5-11-34 0,-5 11 15 0,0-13-28 15,0 7 14-15,-2-2-25 0,-1 3 16 0,-1-1-26 16,-2 0-1-16,1 1 0 0,-3 1 0 0,8 4 20 16,-15-2-25-16,15 2 15 0,-18 2-21 0,7 2 20 15,2 1-20-15,2 3 18 0,-2 0-19 0,3 1 19 16,2 0-1-16,0 1-5 0,4-1-16 0,0 2 13 16,3-1-44-16,1 0-88 0,3-3-108 0,0 2-104 15,-1-3-67-15,3-2-128 0,0-2-652 0,-9-2-800 16</inkml:trace>
  <inkml:trace contextRef="#ctx0" brushRef="#br0" timeOffset="120794.45">23783 14347 145 0,'-2'-10'904'0,"-1"1"-186"0,3 3-152 15,-1-1-120-15,1 7 11 0,4-4-18 0,-4 4-49 16,12 3 1-16,1 4-85 0,6 2 2 0,7 8-49 0,11 4-12 15,10 9-6-15,7 2-14 0,2 4-10 0,0 3-74 16,1 2 2-16,-2 0-29 0,-4 2 11 16,-7 0-58-16,-3 2 24 0,-6-2-55 0,-11-5 30 15,-6-1-52-15,-4 3 27 0,-9-4-44 0,-6-1 8 0,-11 7-88 16,-8 8-57-16,-11-1-89 0,-8 0-70 0,-5 1-137 16,-9 4-131-16,-2-2-93 0,-12 7-840 15,7-9-1128-15</inkml:trace>
  <inkml:trace contextRef="#ctx0" brushRef="#br0" timeOffset="121829.24">19782 17871 598 0,'-14'-4'459'0,"-3"1"-107"0,3-1-53 0,-4 2-43 15,5 0-26-15,-2 0 1 0,2 2-20 0,2-2 30 16,-2 1-44-16,1-1 26 0,1 1-47 0,11 1 13 0,-15 0-55 15,15 0 9-15,-16-2-49 0,16 2 19 16,-10-1 0-16,10 1 60 0,0 0-35 0,5-8 39 16,4 4-53-16,4-2 40 0,11-7 3 0,11-4-23 15,8-4-8-15,13-7-14 0,12-7-36 0,16-10 6 16,10-5-14-16,5-4-10 0,13-5-9 0,5-7 13 16,11-4-5-16,5-6-4 0,34-17-23 0,7 2 18 15,1 0-19-15,4-1 6 0,1 0-23 0,4-2 14 0,4 0-20 16,1 0 11-16,-1-2-19 0,-1 5 3 0,1 0-36 15,-2 3 43-15,-4 0-3 0,-7 2-3 16,-36 14 2-16,-1 0-6 0,-2 2 0 0,-6 1 0 0,-7 2 2 16,-10 3-42-16,-8 6 51 0,-8 2-39 0,-12 8 41 15,-18 8-42-15,-9 3 43 0,-6 3-44 0,-4 5 47 16,-13 6-5-16,-5 2 2 0,-6 6-3 0,-6 2-4 16,-3 1-45-16,-4 4 41 0,-8 2-42 15,-3 6 17-15,-3-8-86 0,3 8-29 0,-31 3-109 0,0 4-91 16,-12 4-108-16,-15 8-55 0,-3 5-108 0,-6 5-745 15,-3 2-947-15</inkml:trace>
  <inkml:trace contextRef="#ctx0" brushRef="#br0" timeOffset="122890.48">21214 17720 462 0,'4'-7'421'0,"-4"0"-54"0,0 7-60 0,4-8-38 0,-4 8 2 16,3-10 3-16,-3 10-28 0,2-7-27 0,-2 7-31 16,0-6-35-16,0 6-28 0,0 0-24 0,-2-7 7 15,2 7-48-15,0 0 22 0,-11 1-14 0,2 3 58 16,-1 2-20-16,-4 0 28 0,-4 5-28 0,-7 2 29 16,0 2-54-16,-8 3 24 0,0 2-9 0,-1-1 30 15,-2 4-55-15,-1-2 18 0,1 2-51 0,1-1 30 0,2 0-51 16,2-3 35-16,7-3-12 0,2-1-14 15,7-3-2-15,1 0-5 0,5-1-3 0,4-2-1 0,2-2-1 16,5 1-3-16,3-3-4 0,4 1 6 0,5-4-8 16,2 1-34-16,6-3 42 0,2 0-33 0,2-3 42 15,2-1-27-15,7-1 36 0,-3 1-40 0,1-4 39 16,-1 2-40-16,-2-1 39 0,-7 3-43 0,2-2 40 16,-5 3-41-16,-3-1 37 0,-1 2-35 0,-3 0 36 15,-1 2-39-15,-3 1 48 0,-4 3-13 0,-3 5 76 16,-2 2-18-16,-4 4 20 0,-3 4-43 0,-9 8 47 15,-3 5-48-15,-4 2 20 0,-5 3-46 0,-4 2 28 16,-2 3-38-16,0-3 28 0,8-6-11 0,-1-1-6 16,3-3-9-16,4-3 0 0,1-3-4 0,8-5-5 15,-1-3-3-15,4-4 4 0,6 1-4 0,2-6-4 16,5 1 0-16,3-4 1 0,8-3-1 0,2-2-3 16,15-6-29-16,3-3 34 0,5-5-29 0,5-1 6 15,9-12 38-15,3-1-32 0,4-3 29 0,2-3-28 16,3-3 27-16,1 0-28 0,13-11 38 15,-12 10-44-15,-4-1 36 0,-1 3-37 0,-4 1 39 0,-7 6-39 16,-5 4 7-16,-13 7-10 0,-6 3-44 0,-3 3-100 16,-8 4-78-16,-3 2-132 0,-5 2-98 0,-10 6-58 15,10-4-95-15,-10 4-527 0,0 0-766 0</inkml:trace>
  <inkml:trace contextRef="#ctx0" brushRef="#br0" timeOffset="123192.14">22041 17556 619 0,'-4'-15'553'0,"-3"0"-106"0,2 3 12 0,0 0-55 0,-2 2 14 0,3-1-72 15,-1 4-24-15,1 0-92 0,1-1-13 0,1 3-76 16,2 5 2-16,-5-6-36 0,5 6 50 0,0 0-62 15,8 6-15-15,-2 1-13 0,3 3-10 0,1 0-13 16,6 8-3-16,0 1-12 0,5 2-2 16,-1 4-10-16,5 3 34 0,-4-3-46 0,2 3 36 15,-2-1-43-15,-3-5 38 0,-1 2-45 0,-1-2 25 0,-3 0-104 16,-2-4-37-16,-2 0-62 0,-4-3-50 0,3 1-65 16,-6-4-30-16,0 1-38 0,-4-3-20 0,0-1-2 15,-5-3-26-15,2-1-319 0,5-5-242 0</inkml:trace>
  <inkml:trace contextRef="#ctx0" brushRef="#br0" timeOffset="123407.87">22008 17516 364 0,'-8'-24'457'0,"5"-1"-84"0,1 3-45 0,0 3-25 0,2-1-5 16,1 1-34-16,2 4-16 0,-1-1-51 0,3 5 0 16,0 2-54-16,2 0 33 0,-1 5-45 0,2-1 31 15,-8 5-57-15,16-1 17 0,-7 4-36 0,-1 2 18 16,1 1-7-16,-1 0 19 0,-1 5-54 0,-2-1 10 15,-1 1-39-15,1 1 21 0,-5 1-37 0,0-1-5 16,0 5 2-16,-6-1-6 0,0 1 0 0,-3 3-2 16,0-1-15-16,-3-1-31 0,-1-1-102 0,-1 0-67 15,3-3-66-15,-1 1-49 0,2-4-34 0,1-2-65 16,1-1-77-16,3-6-223 0,5-2-230 0</inkml:trace>
  <inkml:trace contextRef="#ctx0" brushRef="#br0" timeOffset="123674.18">22595 17043 180 0,'20'-20'842'15,"-2"1"-165"-15,-5 3-130 0,-2 4-119 0,-4 1-75 16,-4 1-22-16,1 2-40 0,-4 8-1 0,-4-10-36 16,4 10-3-16,-11 0-41 0,0 5-24 0,-4 3-47 15,-5 8 3-15,-7 6-35 0,2 7-5 0,-2 0-21 16,1 6-20-16,1 1-4 0,2 1-18 0,3 1-3 15,4 3-9-15,4-3-12 0,2 0-13 0,6-3 15 16,3 1-21-16,5-1 20 0,5 2-1 16,4-2-3-16,6-3 5 0,3-2-10 0,3-5-3 0,3-3-1 15,4-3-1-15,-1-5 0 0,1-6 0 0,0 0-8 16,2-4-109-16,-4-4-108 0,0-1-126 16,4-3-85-16,-1-3-73 0,-1 1-110 0,-2-5-474 0,-2-3-707 15</inkml:trace>
  <inkml:trace contextRef="#ctx0" brushRef="#br0" timeOffset="124224.71">23199 16965 490 0,'-4'-14'527'0,"-1"5"-74"16,-1 1-35-16,-4 4-4 0,1-1-29 0,-2 3-18 16,-3 2-9-16,2 1-39 0,-6 2-13 0,0 4-44 0,-3 3-35 15,-2 5-54-15,3 2-17 0,-2 5-21 16,-1 3 0-16,1 3-23 0,3 2-21 0,0 2-19 15,8-3-15-15,3-1-15 0,0 1-8 0,7-5-6 16,2 0-1-16,4-1-28 0,3-3 23 0,2-1-22 0,4-2 14 16,2-1-23-16,4-4 22 0,-1-3-17 15,4 0 13-15,3-5 7 0,-1 0-8 0,0-1 0 16,-5-5-5-16,3 1-8 0,-4-2-29 0,1 0-31 16,-3-3-64-16,-4 0 10 0,1-1-59 0,-5 0-1 0,-1-1-59 15,-7-1 35-15,0 4-4 0,-2-3 40 0,-5 2 14 16,-3 0 48-16,-4 1 1 0,0 2 33 0,-6-3-3 15,2 4 34-15,-3 1-6 0,-2-1 29 16,-1 4-13-16,-2-1 16 0,-1 1-12 0,1-1 29 0,5 2-9 16,0-1 34-16,2-1-16 0,5 1 28 0,-1-1-28 15,14-1 24-15,-14 0-28 0,14 0 26 0,0 0-30 16,0 0 30-16,10-9-33 0,4 5 34 0,1-2-36 16,5-3 22-16,2 0-29 0,3-2 28 0,1-2-6 15,2-1 74-15,0-1-5 0,3-2 58 0,-5 3-12 16,1-2 21-16,-1 2-6 0,-4-1 4 0,-2 5 3 15,-2-1-27-15,-4 2-26 0,0 2-17 16,-2 1-16-16,-3 0-15 0,1 2-12 0,-3 2 15 0,-7 2 3 16,15-1-4-16,-15 1-14 0,13 6 0 0,-5 0-2 15,-3 1-9-15,2 0-5 0,0 3-3 0,-2 1-5 16,2 0-2-16,-1 2 0 0,1-2-7 0,0 3 5 16,-3-3-8-16,3 2-3 0,-1-1-1 0,-2-1 2 15,3 0-4-15,-3-2-41 0,1 0-55 0,-1-1-78 16,0 0-45-16,1 0-89 0,-1-3-47 0,1 1-48 15,-5-6-84-15,6 8-77 0,-6-8-357 0,0 0-495 0</inkml:trace>
  <inkml:trace contextRef="#ctx0" brushRef="#br0" timeOffset="124524.12">23521 17014 513 0,'0'0'508'0,"0"0"-123"0,-1-8-80 0,1 8-40 15,0 0-3-15,-1-7-7 0,1 7-2 0,0 0-11 0,0 0-20 16,-2-6-30-16,2 6-23 0,0 0-12 16,0 0-2-16,0 0-12 0,2-10-19 0,-2 10-26 0,2-9-13 15,-1 3-19-15,2 0-9 0,-2-1-12 16,1-1-7-16,-2-2-4 0,0 2 1 0,0-2-3 0,-3 0 7 16,-1 1-13-16,0-2 8 0,-2 3-15 0,-2-3 2 15,1 3-7-15,-2 0 2 0,-3 0-9 0,3 2 6 16,-2 1-8-16,1 1 3 0,-1 2-9 0,1 0 10 15,10 2-10-15,-19 2 4 0,10 2-5 0,0 0 8 16,1 2-9-16,3 0 10 0,0 3-8 0,1 0 1 16,4-2-1-16,0 0-14 0,5 2-60 0,-1-3-84 15,5 2-86-15,1-6-93 0,1 4-86 0,0-6-111 16,-11 0-425-16,26 0-546 0</inkml:trace>
  <inkml:trace contextRef="#ctx0" brushRef="#br0" timeOffset="124743.38">23503 16563 313 0,'-1'-8'600'0,"0"2"-148"0,1 6-98 0,4-7 1 15,-4 7 25-15,0 0 3 0,20 2 20 0,-8 5-26 0,3 0-52 16,4 5-39-16,5 2-53 0,1 3-30 16,5 6-52-16,0 1-9 0,0 2-44 0,-3 2-20 0,1-1 2 15,-3 2-33-15,-2 1 3 0,-3 1-24 0,-3 1 8 16,-3-4-21-16,-4-1 9 0,-2 3-2 0,-2-1-6 15,-5-2-2-15,0-2-29 0,-2 0-53 0,-1 0-56 16,-5-1-86-16,2 0-52 0,-3-2-99 0,1 0-66 16,-3-1-74-16,1-2-58 0,-3-2-351 0,3-4-481 15</inkml:trace>
  <inkml:trace contextRef="#ctx0" brushRef="#br0" timeOffset="125209.02">24175 16593 506 0,'-5'-13'846'0,"0"1"-161"16,-2 4-149-16,2 2-88 0,1 0-45 0,4 6-66 0,-8-2-35 16,8 2-33-16,-4 8-43 0,5-2-54 0,3 4-16 15,1 4-43-15,4 3-5 0,4 4-36 0,1 3 2 16,5 4-27-16,-2 2 9 0,2 0-31 0,1-2 10 15,0 2-26-15,-4-5 16 0,0-1-18 0,0 0 14 16,-5-5-16-16,1-1 11 0,-3-2-19 0,-2-3 10 16,-1-1 7-16,2-1-1 0,-5-3-3 0,1-2-15 0,-4-6 18 15,-2 8-20-15,2-8 19 0,0 0-17 16,-17-7 16-16,8-1-21 0,-1-3 12 0,-4-6-13 0,0-4 3 16,-3-2 12-16,1-7-19 0,-2-3 13 0,1-5-25 15,3 0 18-15,1-2-11 0,1-2 17 0,1 0-10 16,4 2 13-16,2 5-14 0,1 2 17 15,3 6-12-15,1 1 15 0,1 3-14 0,0 4 17 0,2 2-18 16,2 3 19-16,-2 3-10 0,3 3 4 0,-1 3-16 16,-5 5 15-16,10-1-14 0,-10 1 12 0,15 7-13 15,-11 2 14-15,3 0-12 0,-2 3 13 16,0 2-9-16,-2-2 10 0,1 3-12 0,-2 1 15 0,-1-2-14 16,-1 0 12-16,-1 2-14 0,-1 0 14 0,-3-1-13 15,0 0-3-15,0-1-58 0,-1 0-45 0,-1-3-91 16,-2-2-82-16,-1 3-77 0,1-5-63 0,1-1-52 15,0-1-70-15,8-5-356 0,-16 2-470 0</inkml:trace>
  <inkml:trace contextRef="#ctx0" brushRef="#br0" timeOffset="125473.86">24393 16135 324 0,'8'-9'796'0,"0"1"-208"16,-4 2-102-16,-4 6 11 0,0 0-26 0,10 5-21 15,-10-5-55-15,3 14-28 0,-4 0-38 0,-2 5-13 16,1 4-51-16,-5 8-31 0,3 3-6 0,-3 6-22 16,0 1-51-16,3 3-15 0,2 2-46 0,1-8-1 15,3 6-36-15,2-1 4 0,4-1-24 0,2-1 14 0,3-1-27 16,5-3 3-16,1-3-19 0,2-2 13 16,4-4-19-16,2-1 12 0,3-5-23 0,0-3-2 15,-2-5-65-15,-1-2-80 0,-2-4-93 0,1-6-85 0,-5 1-91 16,0-4-50-16,-2-2-14 0,3-6-31 0,-5 0 1 15,0-5 3-15,-1-5-15 0,-2-5-239 0,-3-2-285 16</inkml:trace>
  <inkml:trace contextRef="#ctx0" brushRef="#br0" timeOffset="126107.96">24896 16518 550 0,'-1'-13'490'0,"0"2"-107"16,0 4-34-16,1 7-3 0,-3-6-9 0,3 6-29 16,0 0-29-16,-5 5-9 0,5-5-19 0,-3 12-28 15,3-4-17-15,0 2-29 0,0-1-17 0,0 2-23 16,0-1-18-16,0 0-36 0,0-1-8 0,0-1-23 15,0-2-1-15,0 2-4 0,0-8 21 0,2 11 22 16,-2-11-22-16,-4 6-8 0,4-6-22 0,0 0 3 16,-14-3-19-16,7 0 8 0,0-5-19 0,-1-2 9 15,-2-2-13-15,-2-2 8 0,2-5-14 0,-3-4 13 16,0-3-17-16,2-1 16 0,-2-3-18 0,4 0 18 16,-1 0-18-16,2 1 3 0,1 3 2 0,0 4 1 15,3 1 1-15,1 5-2 0,0 3 1 0,4 1 3 16,4 4-4-16,-1 2 0 0,-4 6 2 0,14-3-4 15,-5 7 18-15,7 3-18 0,1 5 11 0,0 6-10 0,5 1 11 16,-2 3-9-16,2 1 8 0,-3 2-12 16,-2-2 14-16,-1-1-15 0,-3 1 15 0,-1-3-18 15,-3 0 9-15,-4 0-18 0,-1-4 10 0,-6 2-32 16,0-1-12-16,-5-2-26 0,-3 2 4 0,-4-3-3 16,0-3 17-16,-4 0 7 0,4-3 19 0,-4-4-2 0,3-1 14 15,-2-2 6-15,1-3 0 0,0-3 6 16,0 1 3-16,2-2 7 0,2-3 9 0,1 2 3 0,3-5-4 15,3 3 3-15,3-2-12 0,5-1 8 0,2-1-1 16,3-2 0-16,5 1-6 0,3-2 16 16,3 0-14-16,4-2-5 0,2 1 5 0,4-4-4 15,1 2-6-15,0-2 9 0,0-1-7 0,-1 3 10 0,-2-4-9 16,0 1 9-16,-6 3-11 0,-3-2 8 0,-3 0-6 16,0-2 2-16,-6 2 0 0,-1 1 2 0,-2-1 9 15,-4-1-12-15,-1 2 9 0,-2 0-4 0,-3-2 6 16,-2 2-8-16,-4-1 16 0,1 2-1 0,0 2 27 15,-4 3-4-15,4 0 8 0,0 3-17 0,-4 3 3 16,6 1-16-16,-2 4 8 0,9 3 7 0,-15 3 0 16,9 4 0-16,1 4 16 0,3 3 17 0,0 5-23 0,6 6 22 15,1 5-5-15,6 8 29 0,4 0-24 16,0 3 35-16,3 1-33 0,1-2 1 0,-1 1-27 16,3-1 8-16,-2-1-22 0,-1-2 8 0,1 0-21 15,-1-2 16-15,0 0-22 0,-3-4 12 0,-1-5-20 16,-2-2-15-16,-2-2-68 0,-1-2-79 0,-2-1-87 15,0-5-118-15,0 0-98 0,-2-2-29 0,1-1-85 16,-1-4-28-16,1-1-397 0,-6-6-606 0</inkml:trace>
  <inkml:trace contextRef="#ctx0" brushRef="#br0" timeOffset="126624.18">25581 16043 462 0,'3'-17'791'0,"-3"3"-185"0,-3 3-71 0,2 3-58 0,-3 1-31 15,-1 4-31-15,5 3-43 0,-13-2-36 0,4 6-68 16,-1 1 17-16,-1 4-87 0,-1 4 6 16,-2 5-26-16,4 1-34 0,-3 5-28 0,4 2-7 0,3 4-38 15,2 0 2-15,1-2-32 0,3 0 6 0,3-1-21 16,1 4 4-16,3-5-14 0,4 2 7 0,1-4-20 16,1-1 17-16,2-4-19 0,1-2 13 0,0-3-22 15,1-1 16-15,2-4-27 0,-3-3-11 0,0-2-51 16,3-1-28-16,-5-3-49 0,4-3-34 15,-4 1-31-15,2-4-34 0,-5-3-15 0,0-1-8 0,-1-1-5 16,-4-1 14-16,-2 0 41 0,-3 2 50 0,-1-1 31 16,-2 0 31-16,-2 3 31 0,-6-2 11 0,-1 2 20 15,-3 2 29-15,-1 1 26 0,-2 1 13 0,-4 1 20 16,-2 3 11-16,-2 0 10 0,1 0 1 0,-3 3 13 16,2 0-4-16,3-1-2 0,3-1-1 0,1 1 13 15,4-1-1-15,2 0-11 0,12-1-9 0,-15 0 1 16,15 0 4-16,0 0 9 0,-3-6-1 0,10-1-4 15,2 3-12-15,5-2-5 0,0-3-3 0,4 0-16 16,0-1 4-16,2-2 8 0,2-1 29 0,1-1 2 0,0 0 20 16,0 0 18-16,-1 0 12 0,-3 2 5 15,0 2-3-15,-2 1-1 0,-5 0-22 0,2 2-19 16,-3 1-10-16,-1 0-13 0,-1 2 4 0,0 2 8 0,1-1 2 16,-10 3 10-16,19 4-8 0,-5 0-4 15,-2 2-14-15,2 0 9 0,0 4-29 0,2-1 9 0,-2 2-27 16,4 2 15-16,-5-1-26 0,4 1 19 15,-3 1-25-15,1-3 13 0,-3 1-94 0,-1-1-72 0,-1-1-115 16,-1 0-98-16,-2-4-57 0,-1 2-19 0,-2-1-40 16,0-3-53-16,-4-4-60 0,0 0-302 15,-2 9-463-15</inkml:trace>
  <inkml:trace contextRef="#ctx0" brushRef="#br0" timeOffset="126924.1">25815 16124 681 0,'-2'-9'542'0,"2"9"-90"0,1-7-14 0,-1 7-8 0,5-8-17 0,-5 8-12 16,9-8-45-16,-3 3-56 0,-1-1-57 0,3 0-50 15,0 2-42-15,-2-2-28 0,1-3-23 0,0 5-20 16,0-5-17-16,0 2-5 0,0 0-5 0,-2-4-18 16,0 4 3-16,-1-3-14 0,-2 2 8 0,3-1-14 15,-5-1 9-15,0 2-20 0,0 1 9 0,-3-3-13 16,-1 2 8-16,-1 1-8 0,-2 0 6 0,-2 1-13 15,-1 1 15-15,1 1-17 0,-1-2 11 0,-3 6-11 16,4-1 12-16,9 1-6 0,-19 1 5 0,10 2-13 16,3 2 13-16,-1 2-14 0,2-3 4 0,3 2 0 15,2 3 14-15,2-1-22 0,3-1-56 0,-1 0-64 0,3 4-65 16,-1-5-73-16,0 1-53 0,3 0-45 16,-2-2-67-16,0-2-50 0,-7-3-455 0,14 3-516 15</inkml:trace>
  <inkml:trace contextRef="#ctx0" brushRef="#br0" timeOffset="127124.92">25971 15606 701 0,'10'-6'587'0,"-1"4"-27"0,2 6-14 16,2 0-26-16,2 5-38 0,2 3-20 0,3 7-65 16,0 1-45-16,4 5-47 0,2 4-19 0,-2 3-33 15,3-1-44-15,-1 2-41 0,-1-1-31 0,1 3-64 16,-6 0 22-16,1 1-21 0,-5-3-15 0,-3 3-13 15,-5-4-10-15,-4-1 9 0,-1-4-25 0,-6 8 9 16,-5-3-20-16,-5 5 5 0,-6 0-80 0,-7-4-91 16,-7 9-170-16,-5-2-209 0,-4 0-142 0,-4-1-814 15,0-6-1116-15</inkml:trace>
  <inkml:trace contextRef="#ctx0" brushRef="#br0" timeOffset="129790.55">20970 17833 120 0,'0'0'506'15,"-5"-4"-127"-15,5 4-61 0,-6-5-50 0,6 5-23 16,-8-4-7-16,8 4-26 0,-4-3-16 0,4 3-42 16,0 0-12-16,-7-5-49 0,7 5 6 0,0 0-35 15,-6-4 5-15,6 4-33 0,0 0 13 0,-1-8-30 16,1 8 13-16,0-8-20 0,0 8 12 0,5-12-21 15,-1 5 18-15,5-4-22 0,1 0 24 0,6-3-28 0,7-6 1 16,5-1 10-16,8-5-4 0,7-5 3 16,8-2-3-16,3 1 18 0,1-1-21 0,-1 0 26 0,-2 5-24 15,-2 2 14-15,-13 5-20 0,-3 4 15 16,-6 5-98-16,-6 1-70 0,-5 5-67 0,-3 4-124 0,-3 1-464 16,-11 1-345-16</inkml:trace>
  <inkml:trace contextRef="#ctx0" brushRef="#br0" timeOffset="141023.87">8002 14952 267 0,'0'0'222'0,"0"0"-37"0,-2-5-32 0,2 5-18 0,0 0-13 0,0 0-23 0,0 0-24 0,-5-6-8 16,5 6-5-16,0 0-4 0,-12 0-6 0,12 0 14 16,0 0-15-16,-15 0 7 0,15 0-26 0,-14 0 28 15,14 0-12-15,-14 2 17 0,14-2-9 0,-13 1 16 16,13-1-10-16,0 0 9 0,-15 2-14 0,15-2 10 15,0 0-26-15,-12 0 7 0,12 0-20 0,0 0 10 16,0 0-20-16,-14 1-3 0,14-1 0 0,0 0 13 16,0 0-21-16,0 0 15 0,0 0-16 0,0 0 11 15,7-11-20-15,3 6 10 0,1-2-10 0,3-1 14 16,5-2-14-16,3-3 16 0,2 3-16 0,2-5 11 16,1 1-13-16,5-4 6 0,-1 0-2 0,0 0 14 0,-2 4-2 15,-4 0 0-15,3 0-6 0,-5-1 1 0,-5 6-2 16,0-2 4-16,-4 4-3 0,-1 2-1 0,-3-2-1 15,-2 2 0-15,-8 5 4 0,10-3-4 0,-10 3-13 16,0 0 15-16,-11 8-24 0,-1-1 23 0,-6 2-14 16,-5 4 19-16,-4-1-17 0,-6 5 19 0,-4 0 1 15,1 0 23-15,-1 1-14 0,-1-2 6 0,-2 2-21 16,1 0 18-16,-1-1-17 0,0 2 22 0,1-2-16 16,2 0 15-16,-1 1-14 0,4-4 8 0,7 0-18 15,2-3 11-15,5-3-15 0,4-1 3 0,2 0 2 16,1-1 14-16,4-2-16 0,3 1 12 0,6-5-13 15,-7 4 16-15,7-4-5 0,0 0-11 0,18-1 13 16,-4-5-13-16,8-3 13 0,6-1-16 0,9-5 14 16,3-1-11-16,2-2 7 0,0-3-12 0,9-2 10 15,-9 1-12-15,2 2 13 0,-3 1-12 0,-3-1 13 16,0 1-1-16,-3 1-2 0,-8 6 1 0,-7 2-1 16,-1-1 0-16,-3 5-9 0,-2 0 10 0,-3-3-6 15,-3 7 2-15,-8 2 1 0,0 0-5 0,0 0-3 16,0 0-5-16,-14 11 5 0,-5-1-4 0,-6 3 10 15,-9 3-13-15,1 1 15 0,-4 1-14 0,-3-1 14 0,2 2-14 16,-3-2 16-16,1 1-10 0,2-2 10 16,-3 2-5-16,5-2 13 0,0 0-12 0,8-3 5 15,8-4-11-15,-2-1 12 0,7 0-4 0,3-1 8 16,3-3-10-16,9-4 8 0,0 0-5 0,0 0 9 0,9 3-7 16,3-6 0-16,9-4-2 0,5 1-4 0,5-4 9 15,7-3-12-15,2-2 10 0,2 0-11 0,0-2 10 16,-1-1-10-16,1-2 8 0,-2 2-2 15,-2-1 1-15,-1 1 3 0,-4 1-4 0,-6 5-8 0,-5 2 11 16,-3 0-3-16,-4 2 2 0,1 1 5 16,-6 1-3-16,-1 1 2 0,-9 5-5 0,6-5-1 0,-6 5 6 15,0 0-11-15,-14 6 2 0,1 0-6 16,-7 3 5-16,-2 0-4 0,-5 4-1 0,-1-1 1 0,-6 4 2 16,3-6-5-16,3 4 10 0,0-2-5 0,6-3 5 15,2 0-6-15,3-3 5 0,3 0-4 0,3 0 4 16,0-1-5-16,2-1 8 0,9-4-8 0,-7 7 10 15,7-7-8-15,0 0 8 0,10 3-4 0,1-5 0 16,4-2-3-16,1 0 6 0,5-4-7 0,2 1 4 16,1-2-2-16,1-2 4 0,2 1-2 0,-5 1 3 15,-3 0-3-15,3-1 0 0,-4 2 2 0,-3 0-2 16,-2 4-1-16,0-2 3 0,-3 1-5 0,-2 0 11 16,-2 3-4-16,-6 2 0 0,10-6-9 0,-10 6 1 15,0 0 6-15,0 0-7 0,-16 6 5 0,3 2-4 16,-6 2-2-16,-7 4-2 0,2-2 5 0,-4 2-3 15,1-1 6-15,0 2-4 0,0-2 4 0,4-1-6 16,4-2 6-16,0-1-8 0,5-1 5 0,0-2-6 16,2 0 7-16,3 1-8 0,3-3 12 0,6-4-6 0,-4 5 5 15,4-5-5-15,0 0 8 0,19-3-5 16,-5-3 4-16,8-1-1 0,2-5-1 0,4-1-3 16,-2 0 7-16,2 0-8 0,0-2 7 0,-4 0-2 15,1 1-1-15,-5 3 0 0,-5 2 1 0,1 0 0 0,-5 2-3 16,2 1 2-16,-4 0 4 0,-4 1-6 0,-5 5 2 15,5-3-6-15,-5 3 4 0,-8 3-6 0,-3 3 1 16,-4 4 0-16,-10 4 4 0,0 0-8 16,-8 5 10-16,-2 0-9 0,1 2-1 0,-2-2-44 0,1 0-27 15,1 0-68-15,2-1-84 0,8-2-83 0,-1-1-452 16,2-1-282-16</inkml:trace>
  <inkml:trace contextRef="#ctx0" brushRef="#br0" timeOffset="144856.93">8981 13459 226 0,'7'-6'629'0,"-7"6"-167"0,2-7-112 0,-2 7-73 15,3-7-50-15,-3 7-51 0,0 0-45 0,0 0-97 16,0 0-99-16,1 8-135 0,-2 1-514 0,-3 1-218 16</inkml:trace>
  <inkml:trace contextRef="#ctx0" brushRef="#br0" timeOffset="146090.31">9260 13537 185 0,'0'0'315'0,"0"0"-92"0,0 0-43 16,0 0-40-16,-6-3-37 0,6 3-76 0,0 0-54 15,0 0-97-15,0 0-197 0,0 0 221 0</inkml:trace>
  <inkml:trace contextRef="#ctx0" brushRef="#br0" timeOffset="150773.28">9230 14387 238 0,'-7'-2'273'0,"1"-1"-49"0,6 3-59 0,-9-5-20 0,9 5-22 0,0 0 9 16,-10-5-34-16,10 5 1 0,0 0 0 0,0 0 4 16,0 0-12-16,0 0-17 0,0 0 10 0,0 0-1 15,0 0-7-15,0 0 2 0,11-1-1 0,-11 1-1 16,13-6-8-16,-3 0-7 0,0-1-16 0,4-1-6 15,0-2-11-15,3 1-1 0,-2-2-7 0,4-2-5 16,-2 1 1-16,1-3-4 0,-3 2-2 0,3 1 0 16,-4-1 2-16,0 4 19 0,-2-2 13 0,-3 3 3 15,-2 0-11-15,-3 4-1 0,-4 4-8 0,-1-7 4 16,1 7-8-16,-15 0 2 0,-1 5-3 0,-4 3 2 16,-8 4 4-16,-8 3-1 0,-4 3 10 0,-2 1-6 0,1 1 5 15,0-1-1-15,4 0 1 0,-1-2 5 16,5 0-2-16,6-4 3 0,6-2-24 0,2-3 8 15,5 0-13-15,3-2 10 0,4-1-17 0,7-5 10 16,1 6-10-16,-1-6 1 0,23-1-5 0,0-5 4 0,8 0-3 16,2-3-2-16,8-1 0 0,4-4 2 15,1 3 5-15,-1-4-8 0,1-1 6 0,-3 1-5 16,1-2-2-16,-5 2 4 0,-3 0-6 0,-7 4 6 16,-6 1-2-16,-2 2-2 0,-6 2 1 0,-2 0 4 0,-5 1-3 15,-8 5-1-15,0 0 3 0,0 0 1 0,-12-1-5 16,-3 5 2-16,-4 1-1 0,-6 1 3 0,-4 1-4 15,2 2 1-15,-6 0 2 0,5 1-2 16,-3-2-2-16,4 2 2 0,3-2 2 0,4 0-1 0,0-1-2 16,5 0 0-16,2-1-3 0,2 0-27 0,3-1-23 15,4 1-48-15,4-6-54 0,-1 8-77 0,1-8-69 16,8 5-116-16,-8-5-300 0,16 3-224 0</inkml:trace>
  <inkml:trace contextRef="#ctx0" brushRef="#br0" timeOffset="153857.41">26638 15781 345 0,'-4'-6'285'0,"-1"-1"-56"0,-2 0-11 0,0-2-37 16,-2 0-29-16,-1 0 1 0,-3-2-28 0,3 0-18 15,-5 0-21-15,1-2-10 0,-3 2-12 0,2-1-3 16,-3-1-14-16,-1 2-2 0,-2-1-3 0,-2-2-3 15,-2 1-9-15,-1 0-3 0,-2 3-9 0,-3-3 2 16,-6 1 2-16,-2 1 26 0,-1 1-15 0,-5 3 3 16,-1-3-16-16,-4 5 21 0,2-1-14 0,-6 3 9 15,-1 0-16-15,-2 1 10 0,-3 1-18 0,-3 3 14 16,0-1-14-16,1 2 23 0,-10 1-20 0,2 2 27 16,10 0-4-16,2 2 8 0,0-1-12 0,3 3 1 15,0 1-20-15,5 1 13 0,-1 1-16 0,0 1 9 0,3 1-18 16,-8 4 16-16,10-2-15 0,-8 5 2 0,1 0-4 15,-1 2 5-15,3-2 4 0,-3 0-4 16,-1 3-2-16,-1 0 2 0,4-1 12 0,-5 1-1 16,-1 1-10-16,-1-1-1 0,1 0 18 0,0 3 19 0,0-1-7 15,-1 1-1-15,3 0-4 0,-2-1-1 0,2 1-5 16,1-1-3-16,2 0 2 0,1 2-6 0,3-3 4 16,1 2-8-16,8-4-3 0,1-2-1 15,2 3 0-15,1-3 22 0,-1 2-31 0,2-1 25 0,1-1-28 16,0 0-3-16,-1 0 1 0,3-1 4 0,2-1-5 15,-2 1 4-15,0-1 3 0,0 0 0 0,0-1 2 16,0-1 10-16,1 1 8 0,-1 0 3 0,0-2-4 16,0 0 3-16,2 1-2 0,-1-1-3 0,3-2-2 15,0-1 1-15,1 0 4 0,-1 0 2 0,0 1-5 16,0-1-4-16,-1-3-3 0,3 3 0 0,-1-2-6 16,0 0 2-16,-1-2-6 0,0 2 0 0,0 0 0 0,-1 1 10 15,1 0 9-15,0-1 0 0,0 1-5 16,-1 1-1-16,3 0 1 0,-1 1 11 0,2 1-2 0,-1 0-7 15,3 1 25-15,1 0-38 0,1 1 26 16,0 1-33-16,3-1 29 0,-1 2-38 0,0-1 35 0,2-1-35 16,2-2 30-16,1 0-33 0,-1-1 37 0,2 0-35 15,-2 0 33-15,2-1-16 0,1-1 35 0,-2 0-23 16,0 1 23-16,0-1-34 0,3-1 24 0,-1-2-31 16,-2 1 29-16,4 0-16 0,-3-1 25 0,4 1-32 15,0-2 23-15,-2 1-29 0,2 0 22 0,1 0-27 16,-1 1 28-16,0-2-33 0,0 2 31 0,0 1-32 15,2 0 32-15,-1 0-5 0,0 0-4 0,2 1 1 0,-2-1-2 16,1 1-4-16,0 0-2 0,3 0 25 16,-2 0-32-16,1 1 29 0,-3 0-34 0,4 0 30 15,-1 2-29-15,1-1 32 0,0-1-14 0,2 2 27 16,-1 0-35-16,0 1 34 0,1-1-45 0,1 0 40 0,4 2-37 16,0-1 34-16,0 1-34 0,3 2 36 0,2-1-32 15,1 0 41-15,4 1-6 0,2 1-8 0,-1 1-6 16,3-3-4-16,1 1-3 0,-3-2 2 0,4 0-9 15,0 0 0-15,1 0-8 0,0-1 7 0,0-1-37 16,-2 0 38-16,-1-1-32 0,2-1 36 0,0 0-35 16,2 1 42-16,-3-2-38 0,1 0 31 0,0-1-32 0,0 1 39 15,3-3-4-15,-3 0 0 0,8 1-6 16,0 0 1-16,2-3-3 0,2 1 0 0,1-2 1 0,4-3-1 16,2 2-5-16,0-2 3 0,3-3 18 15,1 0-18-15,8-3 43 0,1-1-40 0,-1 0 50 0,2-2-34 16,3-1 34-16,-2-1-33 0,2-2 28 0,9-1-42 15,-9-2 36-15,9 0-42 0,-2-1 36 0,0-2-37 16,-2 0 31-16,-2-2-36 0,-8 3 55 16,8-5-37-16,-3 0 30 0,-2-1-51 0,2-2 44 0,-1 0-42 15,-3-3 36-15,3 1-40 0,-1-2 34 0,2 1-39 16,-2-3-1-16,3 1 2 0,0 0 0 0,2-2 3 16,-1 3 2-16,3-3-12 0,-5 3 19 0,3 1-17 15,-1 0 23-15,-2 0-12 0,-2 3 15 0,-10 3-4 16,4 2-2-16,-4-3-1 0,0 2 1 0,-1 0 4 0,0 1-2 15,-1-2 2-15,1 2 6 0,-1-1 1 0,0 0-8 16,0-1-4-16,0-1 4 0,0 1 2 0,2-1-5 16,-3 1 1-16,0-1-4 0,2-2-1 0,-4 1 0 15,2 2 3-15,-1-3-2 0,-2 3 1 0,0 0 0 16,1 0 0-16,-3-1 7 0,2 4-6 0,-2-2-21 16,-1 1 35-16,1-1-23 0,-1 2 41 0,2 1-33 15,-3-2 22-15,2 1-29 0,-1-1 34 0,0 2-35 16,-5 1 30-16,-1 0-29 0,0 2 28 0,-1-2-23 15,3 2-10-15,-2-1 33 0,1-1-32 0,-1 1 28 16,1 1-30-16,1-2 29 0,3-2-30 0,-5 2 30 16,0 0-28-16,4-3 33 0,0 0-28 0,0-2 23 0,-1 2-26 15,-4 1 25-15,3-2-21 0,0-1 24 16,-1 0-22-16,0 0 19 0,1-1-23 0,-1 0 22 16,-2-1-22-16,4 1 19 0,-3-3-23 0,1 3 25 15,0-1-16-15,-1-1 14 0,-2 2-23 0,-1 1 21 0,0-3-23 16,0-3 25-16,0 3-21 0,-4 1 27 0,0 0-24 15,-3 2 1-15,1-1 10 0,-1-1-3 0,-1 0 3 16,-2 1 2-16,1-1 9 0,-5 4-4 16,0-2 0-16,0-1-4 0,-2 1 1 0,-2 0-5 0,0-2-1 15,-2 1 19-15,-4 1-20 0,2 0 15 0,-5-2-18 16,1-2 20-16,-3-1-25 0,-2-1 20 0,-5-1-20 16,-1-2 20-16,-6-2-22 0,-1 0 18 0,-5 1-14 15,-3 0 13-15,-5 1-16 0,-3 2 18 0,-2 1-20 16,-11-2 3-16,-5 3 3 0,-2 2-2 0,-4 1 2 15,-4 6-31-15,-9 2-43 0,-6 5-61 0,-9 6-90 16,-7 4-168-16,-7 9-167 0,-35 11-218 0,-8 4-483 16,-13 1-870-16</inkml:trace>
  <inkml:trace contextRef="#ctx0" brushRef="#br0" timeOffset="164158.47">21663 16541 186 0,'0'0'160'0,"4"-8"-24"0,-4 8-30 0,1-8-6 16,-1 8-30-16,0 0 5 0,1-7-32 0,-1 7 7 0,0 0-23 16,2-6 8-16,-2 6-22 0,0 0 8 0,0 0-13 15,1-6 14-15,-1 6-25 0,0 0 17 0,0 0-17 16,0 0 17-16,0 0-17 0,0 0 9 0,0 0-6 15,0 0 20-15,-4-5 1 0,4 5 28 0,0 0-11 16,-13 3 14-16,13-3-17 0,-11 2 10 0,11-2-13 16,-17 3 23-16,17-3-24 0,-20 1 16 0,7-1 2 15,0-1 13-15,-1-2-26 0,1 2 10 0,-3-3-18 16,0 1 12-16,-1-3-23 0,-2-3 11 0,-1 1-16 16,1-5 21-16,2 0-14 0,-3-3 12 0,2-4-4 15,-1 0-1-15,1-2-9 0,4-2 8 0,-3-2-2 16,4-2 8-16,2 0-17 0,-2-1 16 0,3-1-20 15,0 1 15-15,0-2-17 0,1 0 4 0,1 0-5 16,-1-1 4-16,3-2-4 0,-1 3-3 0,-1-1 0 16,3 0 3-16,-3 1 4 0,1-2-2 0,3 1 1 15,-2 1-1-15,2-1 0 0,-2 1-3 0,3 4 52 16,-1 1-4-16,2 1 21 0,-1 0-31 0,2 0 5 16,0-1-10-16,-1 4-5 0,2 1-5 0,0 1 3 15,0 0-5-15,2 1 7 0,-1 1 17 0,1 2-30 16,2-1 21-16,-1 1-25 0,1 0 14 0,1 2-22 15,0 0 2-15,1 2-1 0,1-1-6 0,-1 3 2 16,4-1-1-16,0 2 1 0,2-1 3 0,3 2 4 16,1-1-1-16,4 1 0 0,2 0 8 0,-2 2-8 15,5 1 0-15,0 0 9 0,1 1-2 0,-2 2 4 16,-1-1-10-16,1 1 0 0,-1 1-3 0,-2 1-5 16,-1 0 0-16,2 1 5 0,-2-1-5 0,0 5 3 15,0-2-2-15,-1 2-1 0,2 0 9 0,0 2 13 0,0 0-8 16,-1 2-4-16,1 0 1 0,0 1-3 0,-1 1 1 15,3 1-7-15,-1 1 4 0,-1 2 0 16,3-1 3-16,-3 3-6 0,0-1 3 0,0 1 4 16,-1 0 1-16,1 2-6 0,-1 0-1 0,-2 1 2 0,0 0-7 15,0-1 4-15,-3 3 1 0,2-1 0 0,-3 2-2 16,0-1-6-16,-2 1 2 0,0-1 3 0,-2 2-1 16,1-2 2-16,-2 0 5 0,-2 1 3 0,2-2-7 15,-4 3 2-15,4-1 2 0,-4 0-2 0,2 5 7 16,-1-3-1-16,1 1-3 0,0 4-3 0,1-4-4 15,-3-1-1-15,2 3 7 0,-2-3-9 0,1 4 2 16,0-4-1-16,-1 3 0 0,2 0 1 0,-2-3 1 16,3 3 8-16,-3-1-10 0,1-2 29 0,-1 0-35 15,-1 0 27-15,1 0-29 0,0 0 35 0,0-1-39 16,-1 0 32-16,3 0-37 0,-3-1 9 0,1 1-2 16,0 0 4-16,0-2-5 0,1 0 7 0,-1-1 4 15,-1 3-4-15,4-4 1 0,-3 2 2 0,1-2 0 16,1 0-2-16,-1-2 0 0,2 1-3 0,-2 0 1 15,-1-3 2-15,2 0-1 0,-1-1 0 0,2 0 0 0,-1-1 41 16,0 1-50-16,-1-1 30 0,1-2-32 0,0 1 33 16,1 0-38-16,0-3 42 0,-1 0-29 15,2 1 44-15,-1-2-31 0,1-2 30 0,1 1-35 0,-1-2 28 16,1-2-33-16,2 1 32 0,-1-1-31 0,1-2 26 16,2-1-37-16,-1 1 32 0,2-2-33 0,0 0 5 15,2-3 2-15,-2 1 3 0,4-2-2 0,-5 0 1 16,4 0 5-16,-4-1-5 0,2-1 2 0,-2 0 0 15,0 0 3-15,-3 0 0 0,2-1-6 0,-3 0 7 16,-1 1-40-16,-2-1-56 0,0-1-43 0,0 1-34 16,-2 0 5-16,-3-1-32 0,1 2-8 0,-3 6-3 15,1-10-3-15,-3 5-2 0,2 5-17 0,-8-8-1 16,1 4 5-16,2 1 5 0,5 3 9 0,-17-4-3 16,6 1-111-16,1 2 217 0</inkml:trace>
  <inkml:trace contextRef="#ctx0" brushRef="#br0" timeOffset="164505.19">22449 16874 72 0,'-18'3'340'0,"5"-1"-93"0,4 0-25 0,-2-2-23 16,11 0-23-16,-17 3-27 0,17-3-24 0,-14 2-5 15,14-2-12-15,-11 1-3 0,11-1-3 0,-9 3 15 0,9-3-9 16,0 0-12-16,-2 6-3 0,2-6-9 0,4 8 14 16,1-6-10-16,2 4-11 0,-1 1-20 0,4-1 10 15,-1 0-3-15,3 0 21 0,-1 2-9 0,1-2 13 16,-2 1-19-16,3-3 37 0,-3 1-11 0,2-2 37 15,0 0-26-15,1-2 25 0,0 1-43 0,1-2-15 16,1-3-10-16,1-1-9 0,0 1-6 0,2-3 12 16,-1 0-2-16,1-3-2 0,-2 1-11 0,2-2-2 15,-4 0 0-15,0-1 18 0,0 0-9 0,-3-1 5 16,-1 0-20-16,-1-1 8 0,-2-2-14 0,-1 1 8 16,-1-2 10-16,-2 1-9 0,-1-2-5 0,-2 3-8 15,-2-3-4-15,-1 1-8 0,-2 0-1 0,-1 0-2 16,1 1-9-16,-4 1 8 0,2 1-8 0,0 0 0 15,-2 2-1-15,0 1-2 0,0 2-10 0,2 2-52 16,0 0-112-16,7 6-67 0,-15-2-99 0,15 2-47 16,-13 5-58-16,9 0-55 0,-1 3-405 0,3-1-471 0</inkml:trace>
  <inkml:trace contextRef="#ctx0" brushRef="#br0" timeOffset="164622.71">22730 16826 42 0,'0'0'506'0,"-13"0"-152"0,13 0-79 16,-16 4-115-16,4-1-164 0,1 1-216 0,-1 2-132 0,-1 0 192 15</inkml:trace>
  <inkml:trace contextRef="#ctx0" brushRef="#br0" timeOffset="169088.92">24974 9400 15 0,'0'0'286'0,"-5"-4"-98"0,5 4-73 0,0 0-75 0,-6-4-90 0,6 4-138 0,0 0 54 15</inkml:trace>
  <inkml:trace contextRef="#ctx0" brushRef="#br0" timeOffset="170488.65">25004 9583 271 0,'-9'3'464'0,"-1"-1"-117"0,10-2-77 0,-16 5-56 0,16-5-21 0,-16 3-31 0,16-3 10 0,-13 3-38 15,13-3 9-15,-13 0-50 0,13 0 10 0,-10 0-43 16,10 0 17-16,0 0-45 0,-12 1 35 16,12-1-36-16,0 0 37 0,-11-1-21 0,11 1 30 15,-7-6-21-15,7 6 24 0,-5-8 3 0,3 3 10 0,0-1-17 16,0-3 22-16,-1 2-4 0,3-4-14 15,0 1-15-15,0-1-1 0,1-2-7 0,3 3-10 0,0-3-3 16,3 1-9-16,-1 2-3 0,4-2-4 0,3 5-6 16,2 1-3-16,-2 1 6 0,6 5 17 15,-1 1 23-15,5 7-3 0,-1 0-2 0,1 6-17 16,-1 5 2-16,3 3 0 0,-6 0 1 0,-1 9-9 0,-4-5-5 16,-3 3 6-16,-2 0-2 0,-6 2 3 15,-1-1 11-15,-5 2-15 0,-5 2 2 0,-3 1-5 16,-6 1 0-16,-4-3 7 0,-1-4-2 0,-2-1 3 15,-2-6-7-15,3-3-7 0,1-5 0 0,2-4-5 16,3-4-5-16,1-4-9 0,3-2-56 0,1-5-13 16,1-3-24-16,4-4-4 0,1-1-15 0,5-6 3 0,3-3 2 15,7-6-2-15,0-1 9 0,8-6 2 16,1-1 21-16,3 1 8 0,2 0 17 0,-1 1 0 16,1 2 17-16,0 4 2 0,-1 0 18 0,-6 6 18 15,-3 5 22-15,1 4 12 0,-5 0 14 0,-1 1 21 16,-2 6 30-16,-6 6 9 0,5-5-7 0,-5 5-10 15,-3 5-21-15,-4 1 0 0,-2 8-5 0,-2 1 4 0,-2 3-15 16,0 3 16-16,-2 1 0 0,2-1 3 16,0 4-6-16,3-4 0 0,4 0-5 0,1 0 18 15,1 1-20-15,1-3-2 0,4-1-25 0,2-1 16 16,2 2-23-16,2-1 10 0,3-1-28 0,1-4 6 16,3 0-25-16,4-3 7 0,-2-4-43 0,3-2-6 0,0-4-8 15,0 0-7-15,0-4 0 0,0-3-27 16,-1-3 16-16,-1-2 1 0,-4-1 10 0,-2-3 15 0,1-3 8 15,-5 2 4-15,-1-2 7 0,-3 1 18 16,-1 0 9-16,-2 0 4 0,-2 3 25 0,0-1 8 16,-1 3 2-16,-1 0-6 0,2 4-3 0,-1 1-14 15,3 8 1-15,-5-9-7 0,5 9 1 0,0 0-3 0,-5 7-3 16,4 0 0-16,2 2 9 0,0 4 6 16,2 1-7-16,-1 2 6 0,2 1 10 0,3 3 3 15,-2 2-16-15,2 0 9 0,1 0-17 0,0 0 8 16,0-1-10-16,0-2-10 0,0 1-29 0,0-2-38 15,-2-3-56-15,4-1-95 0,-2-2-97 0,0-1-83 16,1-3-118-16,1-3-157 0,-1-4-404 0,1-2-694 16</inkml:trace>
  <inkml:trace contextRef="#ctx0" brushRef="#br0" timeOffset="170688.31">25644 9366 646 0,'6'-16'844'0,"-1"3"-185"0,1 1-153 15,-3 5-98-15,1 2-43 0,-4 5-20 0,0 0-20 16,14 3-33-16,-10 5-56 0,3 3-46 0,-1 4-26 16,0 5-28-16,3 6-20 0,0 2 12 0,1 2-22 15,3 6-8-15,-3 0-16 0,3 0-16 0,1 1-9 16,-1-4-29-16,-1 2-19 0,-1-2-45 0,0-3-96 16,0-3-82-16,-4 1-108 0,2-4-68 0,-5-2-44 15,-1-4-82-15,-1-2-67 0,-3-2-410 0,-3-5-592 16</inkml:trace>
  <inkml:trace contextRef="#ctx0" brushRef="#br0" timeOffset="170838.55">25717 9821 582 0,'-13'-17'521'16,"-2"0"-112"-16,3 1-16 0,-1-1-36 0,4 0-50 0,3 4-40 15,1-3-35-15,4 4-44 0,2-2-32 16,3 0-22-16,2 0-8 0,8 0-15 0,3-1-23 16,6 0-16-16,4 1-16 0,7-3-9 0,2 1-13 15,1 2-4-15,0 1-24 0,1 1-63 0,-9 0-63 16,0 3-83-16,-5 0-18 0,-1 2-70 0,-2-2-41 15,-3 0-36-15,-2-2-74 0,-3 3-216 0,-3-3-165 16</inkml:trace>
  <inkml:trace contextRef="#ctx0" brushRef="#br0" timeOffset="171222.34">26130 9357 726 0,'-3'-11'386'15,"2"2"-62"-15,-2-3-7 0,-1 3-37 0,2-2 1 16,-1 2-26-16,2-1-2 0,0 2-20 0,1-1-25 16,1 2-12-16,2-2-5 0,3 3-3 0,0-1-7 15,4 2-11-15,3 2-7 0,1 0-13 0,-1 3-6 16,6 3-8-16,-1 0-10 0,4 5-10 0,-2-1-18 15,0 5-14-15,-1 0-26 0,-3 1-10 0,2 5-9 16,-5-1-9-16,1 2-7 0,-4 0 1 0,-3 2-4 16,-1-1-3-16,-3 0-4 0,-3-2-2 0,-3 0 2 15,-3 3 0-15,-1-3-3 0,-3-2 2 0,-1-2 19 16,0-2 18-16,-2-3 4 0,1-2 1 0,0-3 11 16,1-2-21-16,-2-4-5 0,1-1 31 0,1-5-61 15,3-2-1-15,1-2-2 0,1-6-2 0,5-1 0 16,1-4 0-16,4-5-4 0,1-2 0 0,6-1-24 15,1-4 26-15,2 1-12 0,0 7 10 0,-1 0-16 16,-1 3 20-16,-2 5 7 0,-1 2 6 0,-3 3 0 16,1 3-4-16,-1 0 1 0,-2 5 7 0,-4 6 1 15,6-4-18-15,-6 4 23 0,0 7-24 0,0 4 22 16,-4 3-5-16,2 4-5 0,-1 5-7 0,-1 2 1 16,3 0 2-16,-3 4-4 0,3-2-5 0,2 3 5 15,3-4 1-15,0 5-28 0,4-1-39 16,-1-4-56-16,5-2-78 0,-1 0-92 0,3-4-105 0,3-6-48 15,0 0-87-15,2-3-81 0,1-5-509 0,-2-3-732 16</inkml:trace>
  <inkml:trace contextRef="#ctx0" brushRef="#br0" timeOffset="171492.09">26691 9426 381 0,'2'-18'676'16,"1"2"-86"-16,-3 0-62 0,0 3-48 0,-3 0-45 16,3 1-49-16,0-1-36 0,-1 4-44 0,1 0-39 15,-1 1-45-15,1 1-28 0,0 0-25 0,0 7-27 16,-2-13-26-16,2 13-8 0,3-7-15 0,-3 7-3 15,6-3 1-15,-6 3-9 0,12 3-13 0,-3 1-14 16,-2 1-12-16,2 2-1 0,-2 0-9 0,2 4-6 16,-2 0-3-16,-3 1 35 0,1 3-56 0,-2-1 47 15,-2 1-58-15,-1 1 47 0,-2 2-49 0,-1-1 44 16,-1 1-50-16,-4 0 49 0,2 0-50 0,-1-2 6 16,0-3 4-16,1-1-3 0,0-2 4 0,3 0 2 15,-4 0 2-15,5-5 0 0,2-5 2 0,-1 11 0 16,1-11-4-16,10 2 2 0,1-5-2 0,3-3 3 15,7-1-43-15,7-5-69 0,1-2-82 16,3-5-89-16,3-5-99 0,-1 0-67 0,0-2-49 16,-1-2-39-16,-3-1-41 0,1-1-369 0,-3-2-531 0</inkml:trace>
  <inkml:trace contextRef="#ctx0" brushRef="#br0" timeOffset="171888.14">27192 9069 739 0,'-2'-18'476'0,"-2"4"-40"0,1-1-40 0,-4-1-19 15,2 4-23-15,1 0-27 0,-1 1-39 0,1 3-53 16,2 1-18-16,2 7-3 0,-4-5-19 0,4 5-4 15,-3 6 14-15,5 1-43 0,0 1-11 0,1 5-15 16,2 2-15-16,3 4-12 0,1 3 3 0,3 3-29 16,1 3-9-16,2 3-17 0,0 1-10 0,1 1-7 15,-3-5-17-15,0-1-13 0,-2-1-27 16,-2 2-28-16,1-3-41 0,-3-5-50 0,-1-1-66 16,-3 0-51-16,-1-4-24 0,-2-1-26 0,-2-4 9 15,-3 0-15-15,-1-3 29 0,-4-2 20 0,1-2 59 0,-2-6 34 16,-2-1 30-16,0-3 40 0,-3-5 36 0,-1 0 24 15,-3-4 60-15,0-1 15 0,-1-1 59 16,0-1 10-16,3 2 70 0,4 1 31 0,0 1 13 0,5 4-26 16,3-3-33-16,3 2-26 0,3 2-20 0,4-1-20 15,5-1-13-15,1 1-15 0,7-1-7 16,2 2-13-16,9-3-8 0,0 0-11 0,8-1-2 16,3 0-7-16,1 1-5 0,-3 0 0 0,-1 0-9 0,-4 1 3 15,-4 1-8-15,0-1 5 0,-3-1-6 0,-6 2 1 16,-1-2 2-16,-3 1-1 0,2-1-2 15,-6-1 1-15,-1 2 0 0,-1 2-3 0,-5-4 1 16,1 5 1-16,-3-1 0 0,0 0 0 0,-2 2-1 16,0 1-16-16,0-2-67 0,0 9-125 0,1-11-106 0,-1 11-104 15,0 0-171-15,0-8-347 0,0 8-512 16</inkml:trace>
  <inkml:trace contextRef="#ctx0" brushRef="#br0" timeOffset="172338.64">27667 8817 703 0,'3'-7'778'0,"2"1"-156"0,0 1-96 0,1-1-60 16,1-2-39-16,3 2-53 0,3 2-11 0,-2 0-91 16,4 1-13-16,0 1-87 0,1 4 2 0,1 2-68 15,2 2 15-15,1 4-59 0,-2 2 28 0,0 2-61 0,0 3-1 16,-1 3-2-16,-3 1-5 0,-2-2-6 15,-4 2 3-15,1-1-7 0,-4 2 0 0,-2 0-4 16,-3 1 0-16,-3-4-7 0,-2 1 5 0,-1-2 2 16,-3-2 0-16,-3-3-4 0,1-2 7 0,-1-3-7 15,-2-1 0-15,1-4 1 0,-2-3-8 0,2-2 6 16,-2-3-6-16,2-2 12 0,2-2-8 0,1-4 0 16,4-2 3-16,1-4 37 0,5-1-37 0,5-4 22 15,2-6-46-15,7-5 41 0,1-1-44 0,3 1 43 16,0 2-48-16,0 1 46 0,-2 7-43 0,-3 1 2 15,-4 6 11-15,1 3 10 0,-1 1 1 0,-2 2 4 16,-1 3 3-16,-2 2 8 0,-4 7 49 0,0 0-52 16,0 0 50-16,4 7-54 0,-9 4 48 0,0 2-56 15,-2 6 46-15,1 3-37 0,-1 2 38 0,0 0-54 16,4 0 0-16,-1 2 7 0,4 0 0 0,0-1 3 16,4-2 6-16,0 2-12 0,4-3 13 0,2-1-21 15,0-2-21-15,5-1-65 0,1-4-103 0,3-3-119 16,1-3-92-16,0-2-62 0,-1-1-88 0,-1-5-95 15,1-2-351-15,-1-1-615 0</inkml:trace>
  <inkml:trace contextRef="#ctx0" brushRef="#br0" timeOffset="172742.23">28231 8862 100 0,'-2'-11'785'16,"0"1"-194"-16,-1 0-110 0,1-1-36 0,-1 3-43 0,3 0-23 16,-1 1-24-16,1 7-29 0,-3-12-32 15,3 12-35-15,-2-10-56 0,2 10-7 0,1-9-45 16,-1 9 21-16,5-4-62 0,-5 4 32 0,15-2-61 15,-15 2 29-15,21 2-65 0,-8-1 38 0,-2 4-54 0,3-1 29 16,0 2-9-16,-2 0-53 0,-1 4 42 16,-3-1-49-16,-3 4 46 0,0 1-50 0,-2-2 49 0,-3 2-50 15,-4 2 46-15,-2 0-50 0,-2 3 6 16,-2-1 3-16,-3-1 4 0,1-2 4 0,-3-1 6 0,2 1-8 16,4-4 4-16,-2-2 7 0,2 1 15 0,2-4 4 15,0 0 0-15,-1-2-7 0,8-4-4 0,-5 5-5 16,5-5 5-16,0 0-11 0,5-7-1 15,3 3 0-15,1 0 41 0,4 0-56 0,0-4 48 16,3 2-51-16,-1 1 47 0,2-1-51 0,-1 1 49 0,-1 2-49 16,-2-1 43-16,0 2-49 0,-2-2 50 0,1 3-50 15,-12 1 52-15,18 1-53 0,-9 0 51 16,0 4-46-16,-4-1 49 0,-1 2-53 0,-1 0 12 16,-3 0 9-16,-3 2 1 0,1 2 3 0,-5-3 2 0,-1 5 4 15,-2-3-4-15,-1 1 8 0,-1-1-8 0,-6 1 0 16,2-1 1-16,-2-1-2 0,1-2 3 15,-1-1-14-15,2 0-35 0,0-4-25 0,1-1-71 0,2-1-88 16,3-3-72-16,-1-2-74 0,4 0-63 0,3-2-85 16,2-3-94-16,2-3-418 0,6-5-651 0</inkml:trace>
  <inkml:trace contextRef="#ctx0" brushRef="#br0" timeOffset="172988.49">28696 8685 1052 0,'-4'6'848'0,"4"-6"-147"0,-9 6-129 0,9-6-75 0,-5 6-101 16,5-6-48-16,0 0-115 0,0 0-18 0,6-8-72 16,4 2 4-16,5-1-60 0,5-3 15 0,5-2-54 0,6-1 24 15,6 0-57-15,2-3-24 0,2 3-40 0,-1 1-26 16,-2-2-45-16,-7 4-38 0,-2 1-45 0,-7 2-60 15,-2 1-57-15,-4 1-12 0,-5 2-2 0,-11 3-38 16,0 0-6-16,9 4-95 0,-13 0-286 16,-5 3-271-16</inkml:trace>
  <inkml:trace contextRef="#ctx0" brushRef="#br0" timeOffset="173122.09">28743 8845 5 0,'-13'12'782'0,"4"-1"-184"0,-1-3-91 15,8-1-31-15,2-7-69 0,2 8-43 16,-2-8-47-16,18 2-40 0,-4-2-41 0,5-3-46 0,4-2-34 15,8-2-33-15,3 0-28 0,7-4-19 0,4 0-17 16,0-3-15-16,1-1-58 0,0 1-126 0,-3 1-154 16,1-4-147-16,-5-2-763 0,0 2-814 0</inkml:trace>
  <inkml:trace contextRef="#ctx0" brushRef="#br0" timeOffset="173438.28">30068 8026 1291 0,'-3'-19'842'0,"0"3"-169"0,-1-1-131 15,2 4-108-15,-1 1-90 0,0 2-71 0,3 10-63 16,-1-8-38-16,1 8-8 0,0 0-16 0,0 0-27 16,0 11-18-16,3-1-18 0,1 4-11 0,2 1-18 15,2 7-5-15,4 1-11 0,1 2-6 0,4 6-37 16,1-2 34-16,3 1-64 0,2-3-64 0,-1-2-127 16,-3-3-120-16,2-3-75 0,-3 0-124 0,-2-4-132 15,-3-3-369-15,1-4-661 0</inkml:trace>
  <inkml:trace contextRef="#ctx0" brushRef="#br0" timeOffset="173720.84">30402 8018 111 0,'0'-24'765'15,"-1"5"-140"-15,1 2-82 0,0 3-122 0,0 2-92 16,0 2-45-16,0 10 7 0,-2-9-1 0,2 9 7 0,0 0-26 16,0 0-15-16,-2 12-19 0,2-3-26 15,0 4-38-15,2 3-28 0,1 1-22 0,1 2-29 0,3 0-9 16,1-1-24-16,0 2-8 0,1-2-8 15,2-3 16-15,1 0 17 0,-1 0 2 0,1-5 11 0,-1-1-2 16,3-3-1-16,0-1-6 0,0-5-11 0,0 0-10 16,3-3-14-16,-3-2-11 0,0-5-7 0,2-2-6 15,-4-4-4-15,0-2 7 0,-5-1-15 16,0-3-1-16,-4 0 4 0,-5-3-4 0,0 0 0 16,-7 0-2-16,-5-3 0 0,-6 2-3 0,-4 2-1 0,-4 4 2 15,1 6-6-15,-3 3 0 0,-2 6 0 0,2 4-52 16,-6 5-86-16,3 4-121 0,-5 5-151 0,3 5-140 15,3 5-74-15,2 2-850 0,5 0-1095 0</inkml:trace>
  <inkml:trace contextRef="#ctx0" brushRef="#br0" timeOffset="182437.36">25509 9697 72 0,'-2'-5'382'0,"1"-4"-98"15,-2 2-54-15,2-2-35 0,-1-1-41 0,0 0-15 0,-2 0-13 16,2-1-10-16,-1 1-10 0,1-2-21 0,-3 1-9 15,2 0-4-15,1-1-7 0,-2 2-10 16,1-3-10-16,1 2 3 0,-2 0-16 0,1-1-3 16,-1 2 0-16,-1-2 0 0,1 2 1 0,1 0-3 15,-1-3-3-15,-3 4-4 0,2-4-2 0,-2 3 2 16,0-1 0-16,-1-1 22 0,1 3-22 0,-2-3 8 16,-1 4-32-16,-1-3 31 0,0 2-21 0,-2-1 17 15,2 4-13-15,-3-4 19 0,1 3-20 0,-2-1 20 16,0 1-19-16,-1 1 21 0,-1-1-28 0,1 2 30 15,-1-1-26-15,-1 2 23 0,-2-2-27 0,2 3 22 16,-3-1-29-16,0 2 27 0,1 0-26 0,-1-1 25 16,0 1-31-16,1-1 33 0,-1 3-27 0,0-2 32 15,1 2-28-15,-1 0 29 0,0 0-23 0,3 2 22 16,-2-1-30-16,2 1 29 0,-2 0-20 0,0 2 19 16,2-2-29-16,1 2 28 0,-1 0-26 0,0 3 25 15,-4 0-9-15,4 3 25 0,-2-2-21 0,-2 4 16 16,0 1-14-16,-1 2 51 0,0 4-9 15,-1-1-11-15,3 1-11 0,0 1-9 0,-3 6 3 0,4-4 0 16,1 0 29-16,0 0-2 0,4 4-4 0,-2-1-10 16,6 0-6-16,-1 2 10 0,1-1 1 0,3 1-2 15,3-1-6-15,2-1 3 0,1 3-4 0,2 1 7 16,2 4-6-16,1 1-1 0,2 2-6 0,1 3 0 16,2 0-11-16,2 1 1 0,-1 0-8 15,1-2 26-15,3-2-15 0,0 0 0 0,1-2-7 0,0-2-2 16,4 0-9-16,-1-2 9 0,4-2-13 0,1-1 6 15,1-1-4-15,5-4 3 0,0 1 3 0,4-4-4 16,4-3 1-16,2-1-6 0,3-3 0 0,1-3 0 16,4-3-2-16,-6-2 2 0,0-4 4 0,-1-1-5 15,2-4 9-15,1-2 6 0,0-1 13 0,-2-4-1 16,-3-5 13-16,-1 0-4 0,-3-3 14 0,2-4-21 16,-5-3-5-16,-3-1-4 0,0-5-5 0,-1 1-4 15,-5-4 0-15,0-1-4 0,-5-2 6 0,1-1-10 16,-5-2-1-16,-3 0-6 0,-1-2 0 0,-4-2 21 15,-1 1-26-15,-5-3 19 0,-1 3-20 0,-6-4 21 16,0 4-25-16,-5-1 21 0,-4 2-22 16,-5-5 1-16,-4 2 2 0,-4 6-1 0,-2 3 1 0,1 7-1 15,-10 0 4-15,1 8 0 0,-5 5-2 16,-4 6-4-16,-5 3-14 0,-1 6-48 0,-5 6-62 0,-13 6-80 16,-1 6-77-16,-1 7-80 0,-5 4-86 0,-15 11-132 15,0 1-424-15,3 4-615 0</inkml:trace>
  <inkml:trace contextRef="#ctx0" brushRef="#br0" timeOffset="183621.26">26784 9232 329 0,'5'-6'378'0,"-2"0"-84"0,-1-1-65 0,-2 7-50 0,5-9-38 0,-5 9-4 15,2-11-20-15,-2 11-6 0,1-11-16 0,-2 4 9 16,-1 0-13-16,0-1 7 0,-1 1-30 0,-1-4 16 15,-1 2-27-15,0-3 25 0,-4 2-31 0,0-4 7 16,0 2-19-16,-2-2-8 0,-1 0-2 0,-2-2 13 16,0 1 10-16,-1 0-5 0,-4-2-6 0,-2-1-6 15,3 3 9-15,-5-2 3 0,0 1-3 0,-1 0-7 16,1 1 1-16,-3 3 2 0,0 1-1 0,-1-1 8 16,-1 4-6-16,2 3-4 0,-1 1-7 0,0 2-4 15,-2 2-3-15,-1 2 0 0,-3 3-2 0,1 2 0 16,-1 4 13-16,-4 4 3 0,0 2-1 0,3 5 8 15,0 1 6-15,2 3 1 0,0 4 16 0,4 3 3 16,0 1-7-16,3 4-2 0,0 0-11 0,6 3-5 16,1 0-11-16,4 0 0 0,3 0 57 0,3 1-15 15,4 0-8-15,4-6-4 0,3 1 3 0,6 4-9 16,5-2 11-16,1-1-6 0,8 0-10 0,4-2-10 16,6 4 0-16,7-2-8 0,3-2-6 0,2-4 2 15,5-3 11-15,2-2-1 0,6-5-12 0,3-3 3 16,3-6 1-16,5-2 7 0,-10-6-7 0,0-2-1 15,2-4-1-15,-2-4 0 0,-2-2-11 0,-2-2-6 16,-4-4 1-16,-2-3 18 0,-3-3-5 0,1-8-2 16,-10-1-8-16,3-5 30 0,-11 0-40 0,1-11 27 15,-10 6-40-15,-1-3 38 0,-6-5-47 0,0-1 6 16,-7-3-2-16,-2 3 4 0,-4-3 7 0,-4 1-4 16,-2 2 3-16,-4-1 30 0,-2 5-37 0,-1 1 23 15,-6 3-32-15,0 1 32 0,-3 4-31 0,-2 3 27 16,-4 5-4-16,-3 1-34 0,-1 6 26 0,0 4-40 15,0 5-50-15,0 4-62 0,4 3-70 0,0 4-79 16,3 4-70-16,0 2-47 0,6 5-72 0,1 3-147 16,5-1-279-16,6 3-484 0</inkml:trace>
  <inkml:trace contextRef="#ctx0" brushRef="#br0" timeOffset="184257.49">28583 8695 465 0,'6'-10'338'0,"-1"-3"-30"0,-2 5-64 16,1-3-17-16,-1 2-27 0,-1-3-15 0,1 1-12 16,-2-1-10-16,-1 0-35 0,0 1 4 0,-2-1-18 15,0-2-10-15,-3 1-4 0,-2-1-6 0,0 1 11 16,-4-1-18-16,-3-1 7 0,-2 2-8 0,-3 0 4 16,-3-1-15-16,-3 1 1 0,-3 1-8 0,-3 2-2 15,-2-1-7-15,-7 0 4 0,-1 3-4 0,0 0-6 16,-5 0-2-16,4 3 4 0,1 2 18 0,-1 0-7 15,1 3-4-15,0 1-3 0,-7 4 1 0,4 2-13 16,2 3 3-16,3 5 10 0,3 2-2 0,1 6 4 16,6 3 15-16,3 5 1 0,2 3-12 0,1 5-12 15,6 1-7-15,2 2-8 0,4 2-9 0,0 1-4 16,5-1-12-16,2 2 8 0,5 1-8 0,7 2 0 16,2-3 10-16,4 8-17 0,8-2 10 0,4 1-3 15,2-4-1-15,5-1 6 0,3-2-1 0,2-2-3 16,4-3-13-16,4-4 14 0,3-3-2 0,1-7-3 15,5-1 1-15,2-6 1 0,3-4 5 0,-9-7 11 16,1-3 34-16,0-1-7 0,-1-5-5 0,-4-5-5 16,2-1 7-16,-6-8-2 0,1-1-3 0,-3-6-51 15,-3-2 42-15,5-10-54 0,-6-5 8 0,-1 0 8 16,-4-3-4-16,-9 3 23 0,-4-2 12 0,-1-3-46 16,-5-1 39-16,-3 1-7 0,-2-2-3 0,-7 1-2 15,-3-1-4-15,-5 2 3 0,-5-1-7 0,-4 3 2 16,-6 2-7-16,-10-5-37 0,-5 4 53 0,-7 5-49 15,-5 3 44-15,-6 2-41 0,0 8 44 0,-2 3-45 16,8 5 2-16,-1 6-16 0,4 1-42 0,4 5-54 16,6 3-74-16,1 4-97 0,3 3-93 0,2 5-65 15,0 6-132-15,7 0-495 0,5 1-713 0</inkml:trace>
  <inkml:trace contextRef="#ctx0" brushRef="#br0" timeOffset="184421.23">28358 9108 847 0,'0'0'721'0,"4"8"-160"0,-4-8-136 0,-2 5-120 0,2-5-108 0,-4 5-140 0,4-5-97 0,-3 6-123 0,3-6-152 16,-5 5-505-16,5-5-354 0</inkml:trace>
  <inkml:trace contextRef="#ctx0" brushRef="#br0" timeOffset="192970.43">23479 13036 270 0,'-5'7'274'0,"5"-7"-59"0,-5 7-45 0,5-7-21 16,0 0-21-16,10-3-18 0,1-1-19 0,6-3-13 15,4-2-8-15,7-4-14 0,6-4-3 0,7-1-5 16,2-1-9-16,11-5-6 0,4-1-17 0,2 0 5 16,2-2-13-16,2-1 7 0,0 0-13 0,1-3 8 15,-1 3-10-15,-1-2 6 0,-3-2-10 0,-4 1 17 16,-2 1-16-16,-2-2 7 0,-7 4-4 0,-7 1 15 15,-3 3-6-15,-2-2 12 0,-5 0 12 0,-2 1 10 16,-7 3-9-16,-4 0 0 0,-1-1 36 0,-6 4-15 16,-2 3 8-16,-4-1-26 0,-5 0 0 0,-4 3-17 15,-4-4-7-15,-4 1 4 0,-6 1-3 0,-4 2-4 16,-5 2 1-16,-7-3-6 0,-9 7 2 0,-1 0 1 16,-8 5-3-16,0 0 0 0,-5 3 9 0,0 2-11 15,0 1 11-15,0 1-13 0,2 5 10 0,3-2-12 16,6 2 8-16,5 0-10 0,12 0 2 0,9-2-35 15,7 0-88-15,9-1-73 0,7-6-125 0,0 0-241 16,10 7-77-16</inkml:trace>
  <inkml:trace contextRef="#ctx0" brushRef="#br0" timeOffset="193937.18">25099 10696 156 0,'-1'-10'335'0,"-1"-1"-64"0,0 3-37 0,-3-2-24 0,1 3-45 16,-4-2-30-16,0 3-16 0,-4-1-20 0,0 1-9 15,-1 2-13-15,-4-1 12 0,0 4-4 0,0-1 8 16,-4 0 7-16,1 2-32 0,-2 2 7 0,-1 0-23 15,0-1 12-15,-3 2-26 0,2 0 27 0,0 3-24 0,0 0 19 16,1-2-31-16,0 2 14 0,0 3-29 0,3-3 16 16,1 0-25-16,1 1 20 0,4-2-31 0,-1-1 27 15,6 0-24-15,0 1 23 0,9-5-22 16,-11 3 33-16,11-3-24 0,0 0 18 0,16-3-25 16,3-3 30-16,11-3-32 0,13-6 19 0,15-1-24 15,4-3-3-15,6-2 4 0,1-2-2 0,3 1 0 0,-1-2-8 16,0-1 19-16,0 0 3 0,-3 1 14 0,-3 0-1 15,-6 3-4-15,-16 5 1 0,-2 3 10 16,-10 1-11-16,-7 3 1 0,-2 3-1 0,-8 0-4 16,-3 4-5-16,-11 2 0 0,0 0-3 0,0 0 4 15,-14 5-5-15,-4 3 3 0,-10 4 0 0,-9 4-3 16,-4 2-5-16,-1 2 8 0,-3-1-11 0,-6 2-14 16,7-2-53-16,4 1-11 0,2-2-64 0,4 1-32 15,8-4-40-15,4 1-83 0,6-5-367 0,6 2-175 16</inkml:trace>
  <inkml:trace contextRef="#ctx0" brushRef="#br0" timeOffset="194536.51">26468 10218 503 0,'-22'0'397'0,"1"-2"-103"0,-2 1-47 0,-3-1-54 15,3 2-2-15,3-1-7 0,-1 1 8 0,5-2-6 16,0 1-21-16,4 1-24 0,1-2-28 0,11 2-23 16,-14-1-18-16,14 1-19 0,0 0-4 0,9-9-9 15,7 3-8-15,5 0-7 0,11-5-8 0,9-1 0 0,4-1 0 16,5-3-9-16,11-2-2 0,2 0-5 16,1 0 21-16,-2-1-19 0,-2 0 15 0,-1 0-17 15,0-2 8-15,-3 2 6 0,-10 2-22 0,-4-1 18 16,-1 3-20-16,-4 1 20 0,-10 0 42 0,-5 4 7 15,-4 0-11-15,-4 4-10 0,-5-1-4 0,-4 0-8 16,-5 7-5-16,-5-8-5 0,-7 6-4 0,-8 1-3 16,-8 2-1-16,-18 3 7 0,-8 2-12 0,-15 6 10 15,-4 2-6-15,2 2 3 0,-2 2-12 0,1-1 13 16,8 1-13-16,4-1-2 0,13-3 2 0,5 0-3 16,10-4 1-16,4 0 0 0,6-3-1 15,5 0 0-15,7 1 1 0,4-4 6 0,6-4-1 0,3 7-2 16,9-4 1-16,7-1-3 0,9-2-1 15,9-2-4-15,9-2 2 0,5-3-1 0,2 1 1 0,-2-4 6 16,0 1-11-16,-1 0 11 0,-7-1-36 0,-3 1 9 16,-7 2-19-16,-8 0-27 0,-2 1-63 0,-6 1 2 15,-4-1-35-15,-4 3-14 0,-9 3-24 0,5-5-12 16,-5 5-18-16,-10-1-83 0,-3 2-268 0,-3-1-99 16</inkml:trace>
  <inkml:trace contextRef="#ctx0" brushRef="#br0" timeOffset="195571.48">28361 9481 63 0,'-22'4'278'0,"4"-1"-75"0,-1 2-12 0,0-1-36 15,2 2-4-15,0-2-2 0,2 1-39 0,0 0-20 16,4 0-24-16,0-1-6 0,1-1-18 0,1 0-5 15,3 2-12-15,-1 0 7 0,0-2-9 0,7-3 6 16,-8 6-4-16,8-6 10 0,0 0-13 0,5 9 4 16,-5-9 19-16,23 1 6 0,0-2-20 0,13-3-7 15,11-1-4-15,8-2-4 0,14-2 1 0,3-2 4 16,1-3-3-16,1 1 32 0,1 0-22 0,-2-3-1 16,0 1 7-16,-3 0 3 0,-5 1 20 0,-2 1-8 15,-13 1 6-15,-5 3-13 0,-11 1 34 0,-2 1-15 16,-8 1 2-16,-1 0-27 0,-10 0 10 0,-3 3-20 15,-10 3 8-15,0 0-21 0,-10-7 8 0,-7 6-13 16,-11 2 6-16,-11 3 1 0,-16 2-7 0,-17 5-10 16,-7 2 10-16,-8 1-10 0,-4 2 11 0,1-2-9 15,-2 0 13-15,2 1-1 0,6-1 5 0,3-1 8 16,8-1-6-16,7-1-13 0,17-3 7 0,6 1-9 16,10-2 5-16,10 0 4 0,6-2 1 0,9 1-7 15,8-6 5-15,2 9-4 0,12-4 3 0,13-1-14 16,12-1 10-16,16-1-8 0,7-2 9 0,13-1-16 15,0-2 13-15,1-1-8 0,-3-3 7 0,-3 0-2 16,-11 2-1-16,-3-5-3 0,-4 4 8 0,-4-1 9 16,-5 0-14-16,-10 1 3 0,-7 1 21 0,-4-2-11 15,-5 4 3-15,-6 0-7 0,-11 3 2 0,4-7-4 16,-4 7 1-16,-22-3-4 0,-6 4 1 0,-13 2-7 16,-14 3 8-16,-17 3-7 0,-2 1-10 0,-1 2-46 15,3-2-29-15,6 3-53 0,13-4-27 0,5 2-63 16,4-1-82-16,12-1-390 0,7-2-206 0</inkml:trace>
  <inkml:trace contextRef="#ctx0" brushRef="#br0" timeOffset="198020.23">29079 9610 313 0,'10'-11'256'0,"-3"-1"-38"0,-1 1-52 0,2-2-19 0,-2 0-31 16,1-1-7-16,-2-1-11 0,1-2 1 0,-1-2-13 16,-1-1 7-16,1-2-24 0,0-1 14 0,-2 0-3 0,-1 0-3 15,-2-2-16-15,-2 0-8 0,-2 0-9 16,-5-4-17-16,-2 1-3 0,-7-5-2 0,-3-2-3 16,-6 2-6-16,-7-7-22 0,-7 1 24 0,-4-1-16 15,-6 0 22-15,-5-2-13 0,-5 1 16 0,-6-2-21 16,-13-6 19-16,-3 2-22 0,12 9 19 0,-14-8 1 15,9 11-1-15,-11-5-1 0,8 10-2 0,-4 0 6 16,-13-4-13-16,9 11 7 0,0 1-14 0,-2 3 12 16,-4 4-22-16,-6 3 22 0,-3 2-21 0,-7 5 15 15,-25 5-10-15,-1 7 12 0,-1 5-8 16,-4 7 0-16,-5 7-1 0,-6 6 3 0,-2 7-6 0,2 4 1 16,0 6-1-16,-6 2 3 0,3 3 2 0,-1 3-7 15,9 2 17-15,2 1-5 0,8 3 13 0,4 3-18 16,6 2-4-16,6 1-2 0,9 1 0 0,5 0 2 15,6-3 2-15,8 2 14 0,7-2-27 0,6-3 27 16,7 1 2-16,7 1 0 0,3-1-21 0,15-6 19 16,2 0-19-16,4-1 18 0,2 1-20 0,3 0 3 15,4 0 15-15,5 0-17 0,1-2 12 0,6 0-17 16,5-1 28-16,5-7 2 0,3 1 3 0,7 1-4 16,5 0-14-16,9 7 26 0,6-1-14 0,9-1 34 15,9-3-20-15,8-2 30 0,12-5-30 0,20 7 36 16,9-9-10-16,7-1 11 0,10-8-15 0,8-7 24 15,10-6-10-15,12-3 0 0,4-6-11 0,6-8-2 16,7-5-6-16,5-5-5 0,6-8-14 0,1-4 1 16,1-5-10-16,4-5 5 0,2-5-9 0,-3-2 4 15,1-4-6-15,-5-4 7 0,-1-3-4 0,1-2 5 16,-3-1-14-16,-1-6 0 0,-5-4-6 0,-5-4-2 16,28-19-1-16,-36 8-3 0,28-20-1 0,-37 15 2 15,-6-4 13-15,-3-4-12 0,-7-3-1 0,-6-3-2 16,-9 1-2-16,-6-3-3 0,-10 2 1 0,-7 4 4 15,-13 5 6-15,-8 6-2 0,-19 16 1 16,-9 3-3-16,-8 5 6 0,-10 11-10 0,-7 6 3 0,-8 4-3 16,-8 4-7-16,-8-1-56 0,-4 5-44 0,-5 4-46 15,2 6-41-15,-1 4-65 0,2 4-63 0,7 5-144 16,3 0-204-16,4 1-188 0</inkml:trace>
  <inkml:trace contextRef="#ctx0" brushRef="#br0" timeOffset="198539.57">31203 8065 122 0,'-7'-34'543'0,"-1"-5"-156"0,-5 0-88 0,2 1-68 0,-3 1-28 16,-2 0-52-16,1 0 13 0,-2 2-26 16,-2 2 6-16,1 2-27 0,-2 1 12 0,-3 2-29 0,0-1-14 15,-3 5-21-15,-3 1-15 0,-2 2-10 0,-3 3-7 16,-5 3 3-16,-4 2-14 0,-4 6 4 0,-6 1-16 16,-6 6 8-16,-15 4-11 0,-2 5 9 15,-5 4-4-15,0 6 0 0,1 5 21 0,1 4-19 0,-12 12 5 16,5 4-4-16,5 6 2 0,5 3-1 0,17-6 30 15,3 5 2-15,5 2 13 0,9 1 4 0,3 3-4 16,9 1 25-16,8 1 3 0,8 2 3 0,8-9 3 16,10 4 1-16,8 8-8 0,11-3-19 0,4-1 12 15,11-3-10-15,10-4-7 0,7-1-18 16,21 0 2-16,4-6-8 0,-6-13 2 0,4-4 9 16,1-7 6-16,-1-7-8 0,2-5-5 0,-3-6 2 15,1-5 14-15,-4-7 6 0,0-3-19 0,-3-9 3 0,-2-4-21 16,-3-6 7-16,-3-5-17 0,-6-7-1 0,-2-1-11 15,-5-7 7-15,-8-2-6 0,-3-1-1 16,-7-2 5-16,-7-2-14 0,-7 1 9 0,-8 5-13 16,-10 1 13-16,-6 0-12 0,-12-3 14 0,-10 1-14 0,-9 6 9 15,-8 6-12-15,-9 3 12 0,-6 11-19 16,-9 5-25-16,-6 7-85 0,-8 9-100 0,-7 7-80 0,-3 11-98 16,-21 8-78-16,3 6-645 0,5 9-741 0</inkml:trace>
  <inkml:trace contextRef="#ctx0" brushRef="#br0" timeOffset="200603.55">25838 15777 90 0,'-2'-11'331'0,"-2"1"-79"0,-1 0-51 0,-3 1-27 0,3-4-36 0,-3 3-23 16,-1 0-24-16,-1-3-12 0,0 3 3 0,-2 0-16 15,-3-1-2-15,0 0-5 0,-3 0 5 0,-1 3-8 16,-2 0-8-16,-2-2-13 0,0 4 5 0,-4 2-7 15,-1 0 2-15,-8 2-12 0,-2 2 7 0,-9 2-2 16,-6 4-1-16,-3-1-5 0,-12 7 1 0,-1-2-3 16,-6 3-4-16,-2 4-1 0,-4 1 9 0,-4 2 11 15,-3 1 3-15,-17 7 2 0,-2-2-3 0,1 2-2 16,0-1 12-16,2 0-11 0,1 3 21 0,0 0-14 16,-4 2-1-16,2 0-14 0,-6 6-12 0,-1 0 6 15,-1 3-14-15,-2 4 9 0,-2 0-17 0,-3 6-6 0,-3 3 3 16,-2 0-1-16,-1 2-2 0,5 0 5 15,1 2 11-15,5-1-19 0,2 1 18 0,6-1-13 16,5-2 2-16,6 1-4 0,8-4-7 0,5-3 4 0,19-8-4 16,2-2 12-16,7 1-3 0,2-2 1 0,2 1-6 15,3-2 3-15,2 0 6 0,3 0-5 16,-1 0 1-16,2 1 1 0,1-1-2 0,-3-1 1 0,1 2 0 16,-1 1 5-16,0-1-5 0,-2 0 3 15,3 1-5-15,-1 0 4 0,-2-1-4 0,4-3 3 16,-1 1-2-16,2-2 2 0,1 0-5 0,8-6 4 0,0-2-3 15,3-1 3-15,3-1 1 0,3-7 2 0,2 0-4 16,4-3 7-16,2-2-4 0,2-1 0 0,1-1 1 16,2-2-4-16,2-1 3 0,1 0 2 0,0 2-4 15,-3-3 4-15,1 4 3 0,1 0-6 0,0 3 4 16,-4 2-3-16,3 4-1 0,0 1-1 0,-2 5 0 0,0 1-1 16,0 2 11-16,2 1-11 0,1 0 4 15,2 0-2-15,-2 0 0 0,3 0 3 0,1-4-4 0,2 1 8 16,-1-1-7-16,2 0 3 0,0-1-4 0,-1-3 12 15,4-1-9-15,-2-1 8 0,2 2-2 0,1 1 25 16,-2-2-4-16,4-1 11 0,2 1 3 0,1 3 13 16,3-4 25-16,3 3-1 0,1-2 9 0,8 0 29 15,5-1-16-15,4-1-2 0,8-2 5 0,3-4-11 16,10-2 4-16,4-5-21 0,3-2-4 0,17-4-5 16,5-3-19-16,6-3 11 0,3-2-5 0,4-1 0 15,5-3-7-15,16-2-15 0,-17 3 6 0,-1-1-11 16,21-3 8-16,-20 2-19 0,0 5 15 0,2-4-15 0,0 3 10 15,-2-2-15-15,-1 4 13 0,-4-2-15 0,2-1-3 16,0 1 19-16,0-5 13 0,3 2-7 16,18-3 1-16,-1-4-3 0,-2 1 18 0,-3-4-25 0,-1 1 40 15,3-3-46-15,2-3 27 0,0-3-5 0,0-1-5 16,1-5-4-16,-1 0-9 0,1-4-3 0,1-3 3 16,0-4-4-16,2-2-6 0,1-5 2 0,-2-1-35 15,-1-1 37-15,-2-4-31 0,-2 1 12 0,-1 0 6 16,-2-3 23-16,-4 1-34 0,-2-1 34 0,-6 1-30 15,-1-2 31-15,-7 2-34 0,-6-1 32 0,-3 3-32 16,-5 0 3-16,2 1 3 0,-5 3 0 0,1 0 6 16,-2 0 3-16,-11 9-3 0,12-9 2 0,-13 8-1 0,12-9 0 15,-15 7 1-15,-1 0 0 0,1 0-3 16,-2-4 19-16,-4 4-26 0,-1-2 8 0,1 2-7 16,-5 2 10-16,0 2-3 0,-4 1 5 0,-1 4-10 15,-4 2 8-15,-8 6-8 0,-1 2 9 0,-5 2-8 0,0-1 7 16,-5 8 3-16,-2-2-4 0,-2 1 0 0,-7 3-2 15,0 0 2-15,-5 2-3 0,0-3 2 16,-6 0-1-16,-3-1 0 0,-4-5 0 0,-6 4-10 16,-6-5 11-16,-6 0-5 0,-4 2 8 0,-12-3-9 0,-5 2 10 15,-5 2-9-15,-5 2 7 0,-5 1-7 0,-7 2 5 16,-1 6-4-16,-6-1 5 0,-4 6-6 0,-3 1 3 16,-8 5-9-16,-4 3 1 0,-5 3-10 0,-2 5-3 15,-24 4-21-15,2 6-8 0,-4 1-27 0,-1 6-33 16,-3 4-46-16,0 5-49 0,2 3-38 0,0 2-18 15,1 1-56-15,6 4-40 0,2 2-61 0,5 1-397 16,6 0-348-16</inkml:trace>
  <inkml:trace contextRef="#ctx0" brushRef="#br0" timeOffset="204506.18">20982 16655 134 0,'2'-5'110'0,"-2"5"-194"0,9-7 29 0</inkml:trace>
  <inkml:trace contextRef="#ctx0" brushRef="#br0" timeOffset="204737.13">21453 16624 505 0,'0'0'352'16,"0"-12"-135"-16,0 12-159 0,4-6-117 0,-4 6-80 16,0 0-153-16,13 0 251 0</inkml:trace>
  <inkml:trace contextRef="#ctx0" brushRef="#br0" timeOffset="205955.98">25388 11303 67 0,'-5'-27'208'0,"0"-1"-48"0,0-4-34 0,0-4 3 0,0-5-13 16,-2-3 2-16,4-3-6 0,-4 2 2 0,3-2 10 0,-3 3 8 16,-1-3 8-16,-1 6-14 0,-3 2 6 0,0 3 0 15,0 6 5-15,1 3-9 0,-2 4-22 16,1 5-22-16,1 2-16 0,2 5-10 0,-1 2-10 15,1 6-11-15,9 3 15 0,-14 0 49 0,7 6-37 16,2 4 19-16,3 5-8 0,2 2 6 0,2 9-8 16,3 3-5-16,4 9-12 0,5 2-3 0,-1 0-6 0,5 1-7 15,1-1-5-15,0-1-5 0,4 1-3 0,3 6 2 16,-2-9-3-16,1 1-3 0,1-1-15 16,-1-1 11-16,0-1 0 0,0 0-4 0,-1-2-15 15,-4-1-44-15,-2-3-98 0,-4-4-3 0,-6-3-57 16,-4-3-17-16,-3-3-40 0,-5 1-43 0,-4-3-76 15,-6-2-229-15,0-3-120 0</inkml:trace>
  <inkml:trace contextRef="#ctx0" brushRef="#br0" timeOffset="206104.43">25252 11497 304 0,'-21'-1'493'15,"6"-2"-85"-15,1 3-116 0,2-3-41 0,12 3-69 16,-16 1-13-16,16-1-11 0,-5 3-1 0,5-3-24 16,7 7 7-16,2 0-25 0,3-3 7 0,4 2-9 15,2-1-4-15,5 0-23 0,5-1-3 0,0-1-23 0,3-1-7 16,6 0-20-16,2-4 3 0,3 0-16 15,-3 0-36-15,0-3-104 0,-1-1-34 0,-1 0-94 16,-5-1-65-16,-3-5-102 0,-11 2-299 0,0-3-222 16</inkml:trace>
  <inkml:trace contextRef="#ctx0" brushRef="#br0" timeOffset="206270.75">25654 11200 592 0,'-6'-17'474'0,"2"6"-83"0,1 0-87 0,0 3-53 15,1 0-34-15,2 8-14 0,0 0-3 0,0 0-6 16,0 0-15-16,9 5-1 0,-4 3 0 0,-1 3-8 15,-1 2-31-15,-1 2-30 0,0 6-16 0,0 0-22 16,-2 5-11-16,0 1-11 0,0 6-3 0,-1 2-16 16,-2 0-33-16,2 1-93 0,-2-1-91 0,2-4-45 15,1 0-59-15,1-3-55 0,3-3-97 0,3-5-358 16,4-3-327-16</inkml:trace>
  <inkml:trace contextRef="#ctx0" brushRef="#br0" timeOffset="206537.62">27051 10297 671 0,'-1'-14'678'0,"-2"5"-175"0,1-2-102 16,-1 4-99-16,-1 1-60 0,0 1-51 0,4 5-28 15,-10-1-10-15,10 1-12 0,-9 7-19 0,4 1 17 16,4 4-16-16,1 0-24 0,1 5-21 0,4 4-12 15,4 2-18-15,3 5-6 0,2 4-12 0,6 2 0 16,1 0-3-16,-1 1-7 0,4 1 3 0,2 1-10 16,-2-1-1-16,-1 1-8 0,2-2-8 0,-3 1-69 15,0-7-65-15,-4 3-60 0,-3-7-26 0,-4 1-23 16,-2-6-26-16,-7-2-38 0,1-2-76 0,-7-3-395 16,-2 0-301-16</inkml:trace>
  <inkml:trace contextRef="#ctx0" brushRef="#br0" timeOffset="206885.87">26719 10950 633 0,'0'0'444'0,"5"-5"-102"0,-5 5-75 0,15-2-53 15,-2 2-42-15,2 2-12 0,4-1-8 0,2 2 0 16,5-2 1-16,0 0-7 0,2 2-8 0,3-1-14 16,-2-1-8-16,2 1-15 0,0 3-18 0,-1-5-21 15,1 4-10-15,-4-2-9 0,0 0-9 0,-8 0-6 16,3-1-6-16,-4 0-7 0,-4-1 0 0,0 0-4 15,-3-1-1-15,0-2-1 0,-3-2 1 0,-1-3-16 16,-2 0 1-16,-3-2-10 0,1 0 7 0,-3-3-13 16,0-2 10-16,-1-2-3 0,-2 0 13 0,-1-1-9 15,2 1 12-15,-1 0 0 0,-1 1-10 0,1 0 13 16,0 0 7-16,1 6 17 0,0 0 1 0,0-2 3 16,-1 3-10-16,2 1-1 0,0 0-14 0,-1 3 5 15,2 5-5-15,-4-10 2 0,4 10-7 0,0 0 9 16,0 0-4-16,-12 9-8 0,5-2 5 0,0 5-5 15,-2 1 4-15,-3 2-6 0,2 4-3 0,0 0-12 16,0 0-51-16,2 3-44 0,1-1-29 0,3 0-24 16,3-4-44-16,2 1-46 0,3-1-66 0,4 0-103 15,2-3-246-15,7-1-178 0</inkml:trace>
  <inkml:trace contextRef="#ctx0" brushRef="#br0" timeOffset="207120.37">28356 10087 366 0,'9'-19'648'0,"-1"0"-132"0,-3 2-97 15,0 3-70-15,-3 3-95 0,1 1-30 0,-3 10-8 0,0-7 11 16,0 7 7-16,0 0-26 0,-2 7 11 0,4 2-20 16,0 3-9-16,2 5-35 0,5 5-34 0,4 5-24 15,2 6-20-15,4 0-16 0,1 1-9 0,3 0-12 16,2-3-7-16,-1 0-5 0,1 0-4 15,-2-4-5-15,0 1-13 0,-4-5-125 0,-2-3-78 16,-5-1-91-16,1-4-30 0,-6-1-34 0,-2-2-25 0,-5 1-65 16,-3-5-465-16,-3 1-474 0</inkml:trace>
  <inkml:trace contextRef="#ctx0" brushRef="#br0" timeOffset="207394.42">28242 10439 153 0,'-10'-5'608'0,"0"1"-162"0,10 4-108 16,-7-5-30-16,7 5-36 0,0 0-16 0,0 0-10 15,19 0-17-15,-6 1-10 0,4 2-25 0,2-2-29 16,5 0-11-16,2 0-18 0,3 0-27 0,1 0-19 0,0 2-17 16,2-2-17-16,-2 0-10 0,0 0-6 15,-2-1-8-15,-1 2-5 0,-5-2-1 0,1-2-8 16,-3 0-3-16,0-3-12 0,-1 1-9 0,0-3-6 16,-4-3-20-16,1-1 1 0,-5-3 11 0,-2-3-3 15,1-2 11-15,-5-1-5 0,-1 0 5 0,-1-1 3 0,-2 3 3 16,0 0 25-16,-1 1 41 0,2 5-2 15,-1-1-12-15,0 2-12 0,-1 4-7 0,0 7-5 16,0 0-6-16,0 0-6 0,-9 7 1 0,3 8 1 16,-4 6-7-16,-2 5 4 0,-1 10-4 0,-3 2-1 15,2 1-15-15,-2 4-165 0,1 3-163 16,-5 10-224-16,-1-1-474 0,-4-3-653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0:16:02.0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14302 4249 216 0,'0'0'314'0,"0"0"-82"0,0 0-51 0,0 0-41 0,1 6-25 0,-1-6-29 0,0 0-13 0,-4 8-22 0,4-8-29 0,0 0-76 0,0 8-137 0,0-8-185 0,0 0 168 0</inkml:trace>
  <inkml:trace contextRef="#ctx0" brushRef="#br0" timeOffset="12930.85">13664 11568 124 0,'0'0'146'0,"0"0"-32"0,-9-4-31 0,9 4-15 0,0 0-6 16,-8-5-10-16,8 5-8 0,0 0-14 15,0 0-6-15,-7-3 3 0,7 3-1 0,0 0 14 0,0 0 22 16,0 0 21-16,0 0 0 0,10 5-13 0,1-2-13 16,1-2-15-16,6 2-10 0,1-1-8 15,9 0 0-15,1 1-10 0,6 0 3 0,2 2-10 0,1-2 7 16,-3 0-18-16,-1 0 17 0,-4-2-10 16,-2 2 5-16,-5-2-12 0,-4 2 7 0,0-2 4 0,-5 1-1 15,0-2-6-15,-14 0 3 0,13 2-4 0,-13-2 4 16,0 0-4-16,0 0 7 0,-11-4-3 0,-3 3 1 15,-2-2 0-15,-4-1 8 0,-4 0 4 0,-3 1 6 16,2-2-6-16,-3-1 9 0,0 2 0 0,1 0 8 16,-1-2 3-16,0 1-5 0,4 0-2 0,1 2-11 15,2 0-1-15,4 0-4 0,1 0-4 0,2 1 7 16,3 0-2-16,0 1-2 0,11 1 4 0,-16-1-3 0,16 1 4 16,0 0 0-16,-9 2-8 0,9-2 2 15,0 0-2-15,9 4-3 0,-9-4-1 0,15 3 1 16,-6 0-2-16,0-2-2 0,0 1-3 0,4 0 1 15,-13-2 3-15,21 3 2 0,-21-3-3 0,17 1 0 16,-17-1-2-16,17 4-1 0,-17-4 2 0,11 1 1 16,-11-1 0-16,10 2-2 0,-10-2-1 0,0 0 2 15,0 0 0-15,0 0-3 0,0 0 4 0,0 0 1 16,0 0-2-16,-10 4 1 0,10-4-5 0,-13 2 4 16,13-2-2-16,-15 1-1 0,15-1 1 0,-13 1 2 15,13-1-10-15,-10 1-28 0,10-1-39 0,0 0-51 16,-13 2-48-16,13-2-289 0,0 0 55 0</inkml:trace>
  <inkml:trace contextRef="#ctx0" brushRef="#br0" timeOffset="69057.74">13470 11665 160 0,'0'0'149'0,"0"0"-24"0,-8-6-6 0,8 6-1 0,-6-5-16 0,6 5-7 0,0 0-18 0,-7-4-5 0,7 4-7 0,0 0-4 0,-7-3-15 0,7 3 0 0,0 0-17 16,0 0 4-16,0 0-10 0,0 0 4 0,0 0-9 16,0 0 3-16,0 0 14 0,0 0 31 0,0 0-20 15,8 0 3-15,-8 0-10 0,12 7-14 0,-3-3 12 16,4 0-7-16,0 0 27 0,-1 0-2 0,4 2-15 15,-1 0-19-15,-1-1 7 0,4 1-13 0,-4-1 8 16,5 0-12-16,-2 0 14 0,2 1-16 0,0-3 8 16,-1 0-11-16,6 1 20 0,-1-2 26 0,4 2 20 15,-1-1-14-15,2 0-11 0,1 0-7 0,6-2-12 16,2 2 0-16,0 1-8 0,0-1 3 0,1 2-3 16,-2-2-7-16,2 3 5 0,-2-1-8 0,0 0-9 15,0 2 4-15,-2-3-1 0,0 2 3 0,-1-1-2 16,0-1-1-16,1 0 0 0,-4 0-13 0,-2-2 6 15,3 0-8-15,-2 0 21 0,2-1-17 0,-1 0 17 0,1-1-17 16,2 0 16-16,5-1-17 0,1 0 20 16,-1-1-20-16,3-1 18 0,-1 1-15 0,5-4 11 15,0 1 12-15,-6 0-11 0,-1-1-2 0,-2 2 3 0,2-2-19 16,-5 0 18-16,1-1 1 0,-4 1-5 16,1 0-3-16,-5-1 2 0,-2 3 0 0,0-2-9 15,-1-2 10-15,0 3-2 0,-1-1 2 0,-2 0 0 16,-2 1 0-16,0-1-4 0,-1 1 1 0,-2-2-5 0,3 1 8 15,-4-1 1-15,3 1 0 0,-3-2 0 0,0-3-4 16,1 3-2-16,0-3 4 0,0-2-4 0,0 1 19 16,-1-2-18-16,1-2 15 0,-3 1-16 15,1 1 15-15,1-2-18 0,-3 0 17 0,2 0-13 0,-2-2-3 16,0 1 7-16,0 0-2 0,-2 1-1 0,0-1-1 16,1 1 2-16,-2 2-5 0,-3-1 8 0,1-1-1 15,1 3 0-15,-3-2-1 0,1 1 4 0,-3 0-9 16,2 3 7-16,-3-1-6 0,2-2 7 0,-2 4-1 15,1-2-1-15,0 0-1 0,-2 1 2 0,0-2-5 16,0 1 2-16,0 0-5 0,0-1 8 0,0 0-1 16,-2 0 2-16,0-3-6 0,1 0 5 0,-2-1 0 15,1 1-8-15,-1-2 5 0,-2 1 2 0,3 0-2 16,-5-1-1-16,2-1 1 0,0 1-2 0,1-3 19 16,-2 2-19-16,1 0 30 0,-3 3-19 0,4-1 18 15,-1 0-26-15,0 1 16 0,-2-1-25 0,0 2 17 16,1-1-15-16,-1 1 19 0,1 1-22 0,-1-1 19 15,-3 0-19-15,4 2 17 0,-2 0-16 0,0 0 13 16,0-1-12-16,1 3-2 0,-2-3 1 0,3 3 3 16,-3-1 1-16,1-1-2 0,-1 0 5 0,0 1-6 0,2 0 8 15,-1 0-2-15,-1 0-3 0,0-1 4 16,0 1-1-16,0 0-3 0,1-1 4 0,-2 0-3 16,1 1 1-16,0-1 1 0,-1 2-3 0,1 0 3 15,0-2-5-15,-1 3 2 0,1-2 1 0,0 1 3 0,1 2 0 16,-2-1 0-16,1 0 0 0,0 0-3 0,-1 1 1 15,1 0 8-15,0 2-9 0,-1-2 1 16,1 0 1-16,-3 1 0 0,1 0 2 0,-1 1-4 16,2-3-1-16,-4 3 5 0,3-2-9 0,-3 0 10 0,1-1-3 15,-1 2-3-15,-3-3 4 0,-1 3-2 0,3-3-2 16,-3 2 1-16,1-1 0 0,0 1 2 0,0 0 0 16,-1 1-2-16,3-2-2 0,-2 2 0 15,2 1 1-15,-2-2-1 0,1 4 1 0,0-3-4 0,-3 0 4 16,2 2 3-16,1 0-3 0,-1 1-5 15,-2 1 5-15,4-1-4 0,-3 0 7 0,0-1-2 0,1 4 2 16,-2-1-2-16,1 0 0 0,-2 1-2 0,-2-1 1 16,3 2 0-16,-3 1-2 0,-1-2 1 0,-1 1-1 15,3-1-5-15,-3 2 2 0,0 0 0 0,-3-1-5 16,5-1 10-16,1 1-4 0,-2-1 5 0,2 1-1 16,-2 0-4-16,0 1 2 0,3-2 2 0,-1 1-6 15,1-1 9-15,-2 2-2 0,3 0 0 0,-3 0-13 16,1 2-13-16,-5-1 17 0,0 1 3 0,-2 2-8 15,0 0 11-15,-3 1 5 0,1 1-2 0,-2 1 1 16,1 2-1-16,-1 0 0 0,1 1-4 0,1 1 4 16,-1 1 2-16,-1 5-3 0,-1-2 5 0,2 1-2 15,3 0-1-15,1 0 1 0,2 0-5 0,-2 1 5 16,4 0 1-16,1-2 1 0,-1 2 2 0,2-1-3 16,1 1 0-16,0 0 0 0,1 1-4 0,1-2 7 15,-1 2 2-15,2 0 0 0,0-1 1 0,3 2 5 16,-2 0 0-16,2 2 10 0,2-2 6 0,-1 4 18 15,2 1-19-15,1 1 13 0,2 1-2 0,0 5 10 16,-2-3-23-16,4 4 20 0,1 0-22 0,-2 1 19 0,3 0-8 16,1-1-7-16,-1 2-5 0,1-1 4 0,3-6-10 15,-2 2 0-15,2-3-5 0,1 0 2 0,0 1-4 16,-1-3-1-16,2-1 4 0,0 1-9 0,1-2 24 16,0-3-23-16,1-2 18 0,0 1-23 0,1-5 9 15,4 2-75-15,1 0-76 0,2-3-85 0,2-1-143 16,4-2-370-16,0-4-247 0</inkml:trace>
  <inkml:trace contextRef="#ctx0" brushRef="#br0" timeOffset="71507">21386 9849 91 0,'11'-5'155'0,"-11"5"-13"0,9-5-36 0,-2 2 2 0,-7 3-20 0,10-8-19 0,-10 8-11 0,9-6-3 16,-6 2-7-16,-3 4-7 0,8-11-8 0,-5 5-10 16,-1 1 10-16,3-1-10 0,-3-2 3 0,-1 0 16 0,0 0-4 15,3-2-13-15,-3 1 3 0,1-2-9 0,-2 1 13 16,1-1-11-16,0 1 1 0,-1-1 5 0,0-1 2 16,0 1-9-16,1-1-3 0,-1-1-6 15,2 1 19-15,-2 0 17 0,0-1-8 0,-2 1-14 16,1-2 1-16,1 0-12 0,-1 2 4 0,0-3-7 15,-2-1 3-15,-1 2-9 0,0-1 3 0,-2 2-8 16,0-3 5-16,-1 2-6 0,1-1 9 0,-2 2-4 16,-1 0 0-16,0-1-3 0,0-1 5 0,-1 2-2 15,1-1 1-15,0 1-4 0,0 1 11 0,0-1 14 0,0 0-4 16,-3-1-6-16,0 1-1 0,0-2-3 16,-1 1 1-16,0 1-5 0,-3 1 3 0,2-3-9 15,-2 4 0-15,0-1-2 0,-1-1 2 0,-2 0-2 0,0 3 2 16,-1-2-1-16,2 3-5 0,-4-1 4 0,2 1-2 15,-2-1 3-15,2 3-2 0,-2-2 2 16,4 2-2-16,-4 1 1 0,6-1-8 0,-5 1 10 16,2 1-10-16,1 0 11 0,-3 0-9 0,0 1 8 15,-1-1-8-15,-1 0 9 0,-2 0-7 0,1 2 5 16,-2-1-6-16,2-1 9 0,-3 0-8 0,0 1 8 16,-1 0-6-16,0-1 5 0,-4-1-4 0,-3 2 5 15,1 0-5-15,-1-2 1 0,-2 1-5 0,2 1 8 16,-1 0-7-16,1-1 5 0,-2 1-8 0,4 0 8 15,-2 1-5-15,0 0 8 0,0-2-9 0,2 2 6 0,2 0-18 16,2 2 24-16,1-2-11 0,3 1 10 0,-3 2-11 16,7-1 9-16,-2 1-8 0,2 0 8 0,-1 0-10 15,1 0 12-15,-1 1-11 0,4 1 9 16,-2-1-6-16,0 2 6 0,1-1-4 0,-2 1 4 16,3 2-8-16,-3-2 10 0,1-1-9 0,0 2 11 0,0-1-2 15,1 3-3-15,0-3 0 0,0 1 2 16,-1-1 0-16,1 1-5 0,0-2 3 0,-1 3-3 15,-1-1-3-15,-2-2 6 0,1 2-4 0,-2 0-1 16,0 0 3-16,0 0-4 0,-2-1 7 16,4 1-2-16,-1 0-2 0,0 0-1 0,0 0 1 0,4-1 0 0,-3 1 1 15,1 2 1-15,1-1-11 0,0-2 10 0,0 3 2 16,0 2-3-16,0-2 4 0,3 2 0 0,-2 0-2 16,-1 4 2-16,3-2 0 0,-1 3-7 15,2 1 6-15,-5 1 1 0,1 3 4 0,2 0 3 16,-4 2 0-16,3-1-10 0,1 2 8 0,-2 1 0 0,2-1 11 15,-1 1-15-15,1-1 15 0,0 1 4 0,1 1 16 16,-1-1 15-16,3-2 2 0,1 1-21 0,1-1 4 16,3-1-18-16,1 0 4 0,0 0 7 15,3 2 3-15,-1-1 1 0,5-2-5 0,-1 6 4 16,3-5-1-16,-1 1 14 0,2-1-20 0,-1 4 22 0,3-1-26 16,-1 1 32-16,-1 1-8 0,2 1-27 0,1 0 31 15,-1 0-26-15,-1 1 22 0,4 4-30 16,-2-1 41-16,3 2-31 0,-1-1-5 0,-1 2 0 15,3 1-6-15,-2-2 6 0,3 3 11 0,0 2-2 0,1-4-6 16,-1-1-3-16,0 0-4 0,1-2-1 0,1 0 6 16,0 0 11-16,6 3 11 0,-4-5 0 0,6 2 0 15,1 0-10-15,1-3 19 0,3 2-2 0,0-3-8 16,4 0 8-16,4 2-9 0,0-3-3 16,3 5 7-16,0-4 8 0,10 6-4 0,2-3-16 0,2 2 2 15,-3-1-14-15,2 0 1 0,1-1-8 0,-3 0-5 16,2-3-5-16,-8 0 0 0,0-3-4 0,0 0 2 15,-2-2-1-15,1 0 2 0,1-2-5 0,-3-1 0 16,-1 0 2-16,2 0-2 0,-2-4 1 0,1-1-1 16,-5-1-1-16,3-3 1 0,-1 1 0 0,2-2 1 15,1-3 0-15,-1 3 1 0,1-3-5 0,1-1 0 16,-1-2 5-16,4 0-4 0,0-2-2 0,9 0 3 16,-1-2-2-16,3-1-1 0,0-4-4 0,-2-1 6 15,1-1 0-15,-2-1 0 0,-2-1 2 0,0-3-2 16,-4 0 1-16,-1 0-1 0,0-1-5 0,-3-3 8 15,0 0-5-15,-3 0 2 0,1-1-3 0,-4-3 3 16,-1 1-6-16,-2 0 8 0,0-1-5 0,-1-1 0 16,-3-1 2-16,1 0-1 0,-2 0-1 0,0 0 0 15,-3-1-6-15,0-3-8 0,1 3-6 0,-2-4-19 16,-2 0 0-16,0 1 0 0,0-4-20 0,-3 2 17 16,0-1 0-16,-2-2 6 0,0 0-16 0,-3 5 12 15,-1-1-16-15,0 0 11 0,-2 0-7 0,-1-1 14 16,0 2-22-16,0-1 35 0,-3 5-24 0,-1 0 17 15,1 0-20-15,-2 0 14 0,-2 2-21 0,3-1 28 16,-2 5-15-16,-1-2 20 0,0 2-15 0,-1 1 26 16,-2 1-17-16,1 1 1 0,-5 0-3 0,-3-1-44 15,-3 1-66-15,-7-1-55 0,-6 3-96 0,-1 2-367 16,-12-1-174-16</inkml:trace>
  <inkml:trace contextRef="#ctx0" brushRef="#br0" timeOffset="84245.96">21423 10037 68 0,'5'-8'104'0,"-1"-2"-23"0,-2 2-18 0,2-3-13 16,0 0-9-16,-3-2-8 0,2 0-14 0,-3-3-5 0,0 0-1 0,-3-3-3 0,-1-5-15 0,-3-1-75 0,-4-5-56 15,-5-3 41-15</inkml:trace>
  <inkml:trace contextRef="#ctx0" brushRef="#br0" timeOffset="84790.56">21597 9980 122 0,'-11'-39'183'0,"-8"1"-50"0,-9-7-32 0,-4 1-22 0,-5 2-14 0,-4 0-17 0,-2 1-6 16,-5 3-13-16,-1 3-9 0,0 4-13 0,-1 4-13 16,8 8-81-16,0 4-146 0,0 3 75 0</inkml:trace>
  <inkml:trace contextRef="#ctx0" brushRef="#br0" timeOffset="84990.55">19423 11095 207 0,'-12'6'261'0,"3"0"-180"0,1 1-254 0,-3 0 46 15</inkml:trace>
  <inkml:trace contextRef="#ctx0" brushRef="#br0" timeOffset="86757.1">16801 12959 348 0,'0'0'303'0,"0"0"-81"0,0 0-87 0,0 0-68 0,0 0-48 0,0 0-20 15,0 0-41-15,0 0-20 0,0 0-39 0,0 0-52 16,0 0-80-16,0 0 76 0</inkml:trace>
  <inkml:trace contextRef="#ctx0" brushRef="#br0" timeOffset="98710.46">14502 11736 112 0,'0'0'282'0,"-16"0"-68"0,16 0-26 0,-12 0-17 0,12 0-20 0,0 0-24 0,-16 0-24 0,16 0-17 0,0 0-17 0,-12-2-6 0,12 2-11 16,0 0-7-16,0 0-9 0,0 0-9 0,-12-1-2 0,12 1-8 0,0 0-4 16,0 0 0-16,8-5-1 0,-8 5 1 15,13-4-1-15,-2 1-5 0,5 0 4 0,2-1 4 16,5-2-5-16,1 1 3 0,8-1-7 0,4-1 6 15,1 1-1-15,5-2 1 0,3 2 2 0,-2 0-3 0,-7 0 4 16,0-1-2-16,-3 3-2 0,-5 0-1 16,-1 1-2-16,-7 0-1 0,-2 0-2 0,0 1-4 0,-5 1 3 15,0-2 0-15,-13 3-2 0,14-2 2 16,-14 2-4-16,0 0 2 0,0 0-4 0,-17-1-2 0,1 2 7 16,-4 1 0-16,-8-2-1 0,-4 0-2 0,-2 3 11 15,-4-3 9-15,-1 1 1 0,2 0 1 0,1-1-2 16,3 0-1-16,2 1 0 0,1-1-7 0,0 0-4 15,9 1 6-15,0-1-2 0,3 2 3 0,3 0 0 16,3-1-1-16,5 2-2 0,7-3 7 0,-4 7 0 16,4-7-6-16,13 9-6 0,1-6 1 0,4 1-2 15,6 1 1-15,0 0-5 0,6-3 2 0,-1 1-2 16,9-1 0-16,-2-2 1 0,1 0 0 0,0-1-8 16,0 0 9-16,2-2 0 0,-5 0-2 0,-6 0-2 15,-3 1-3-15,-5 1 10 0,-1-2-2 0,-6 2-2 16,-4-2 0-16,-9 3-2 0,10-3 1 0,-10 3 2 15,-4-5-7-15,4 5 6 0,-21-3-2 0,3 2 1 16,-3-2 2-16,-4 3-2 0,-3-3 1 0,1 2 1 16,-1 1-8-16,0-2 10 0,1 2 3 0,6-1-4 15,2 1 0-15,2-1 11 0,1 1 0 0,16 0-7 16,-22 1 4-16,22-1-4 0,0 0-2 0,-5 3 1 16,5-3 0-16,13 4-5 0,-2 0 0 0,1-2-13 15,4 2 14-15,1-1 1 0,2-1-3 0,0 1-2 16,-1-2 2-16,1 2-2 0,2-3 0 0,-3 1-3 0,2-1 8 15,-2 0-1-15,-1-1-1 0,-4 1 0 16,2-1 16-16,-5-1-6 0,-1 1-9 0,-9 1 11 16,13-3-5-16,-13 3-1 0,0 0-2 0,-3-6-3 15,3 6-1-15,-15-5-1 0,2 4-4 0,-2-2 6 0,-3 3-4 16,-1 0 0-16,-3-1 7 0,4 1-7 16,-2 0-1-16,2 0 1 0,1 0-1 0,3 0 3 15,0 0-1-15,1 0-2 0,13 0-5 0,-19 1 2 16,19-1-8-16,-9 0-28 0,9 0-20 0,0 0-27 15,0 0-28-15,5 7-26 0,-5-7-29 0,13 4-39 16,-13-4-98-16,17 2-161 0,-17-2 52 0</inkml:trace>
  <inkml:trace contextRef="#ctx0" brushRef="#br0" timeOffset="107188.52">13711 11662 141 0,'0'0'129'0,"0"0"-21"0,0 0-21 0,0 0-3 0,0 0 4 0,0 0-2 0,0 0-13 0,0 0 20 0,0 0-3 0,0 0-9 15,4 6-23-15,-4-6-3 0,8 4-12 0,-8-4-1 16,11 4-16-16,-3 1 5 0,3-3-7 0,1 0 5 15,1 0-9-15,3 0 6 0,1 1-13 0,3-1 1 0,2-2-1 16,0 1 8-16,1-2-7 0,2 0 24 16,2-3-5-16,0 0 7 0,5 0 3 0,-1-5-10 15,-2 2 4-15,0-4 14 0,-1 0-13 0,1 0 0 0,-5-3-14 16,2-1 4-16,-3 1-3 0,-2-3-7 0,0-1 3 16,-1-1-9-16,-1 0 4 0,-1-3-8 15,0 0-5-15,3-7 1 0,-1 0-6 0,0-4 4 0,0-2-2 16,-1-3 1-16,1-1-5 0,-2-4 5 0,3-7-25 15,-2-3 28-15,-4 9-1 0,-2-3 2 0,2 2 8 16,-3-2-2-16,-1 1 1 0,-2 2 1 0,0 0-1 16,-5 0 4-16,2 2-5 0,-6 6 1 0,0-1-1 15,0 2-24-15,-6-1 23 0,2 0-14 0,-2-3 17 16,-3 1-16-16,-3 3 14 0,1-1 1 0,-1 1-5 16,-4 3-14-16,0 0 12 0,-4 2 4 0,-2 1-1 15,2 2-2-15,-5 1-2 0,0 2 2 0,-3 1-4 16,0 4 5-16,-4 1-2 0,4 5-1 0,-2 1-1 15,-2 0-3-15,-1 3 0 0,-2 2 2 0,2 1-5 16,-4 3 6-16,1 1-1 0,-2 2-2 0,2 4 0 16,-1 0-4-16,-4 4 2 0,0 3 3 0,3 3-1 15,0 4 8-15,-1 2 14 0,1 4 4 0,-3 8 0 16,1 1 4-16,1 5-3 0,3 3-3 0,-1 1 5 16,4 4-8-16,1 0 12 0,1 5-13 0,3 0 9 15,1 2-18-15,3 3 0 0,5 1-10 0,0-1-1 16,3 0 7-16,6-7-1 0,1-1-1 0,4-2 2 15,1 1 13-15,5-3 2 0,3 1 10 0,4-4-10 16,1 0 21-16,8-2 4 0,2-1-6 0,3-2-5 16,3-1-25-16,4-4 26 0,3 0-23 0,4-2 22 15,0-3-30-15,5-2 23 0,-2-2-36 0,4-4 30 0,1-3-27 16,1-2 27-16,1-5-27 0,0-2 26 16,-5-6-28-16,0 0 28 0,-1-4-35 0,4-3 28 0,-3-5-13 15,-1 0 25-15,-1-4-4 0,-3-3-26 0,0-4 23 16,-4-3-31-16,-1-3 30 0,-2-5-27 0,0-9 23 15,-2-4-19-15,-5-3-8 0,-3-3 24 0,-4-2-27 16,-7 5 26-16,0-3-21 0,-4 0 28 0,-4-1-28 16,-6 1 22-16,-1-9-28 0,-7 2 3 0,-2 2-2 15,-3 2 2-15,-1 1 6 0,-6 3-3 0,1 4 6 16,-5 3 0-16,3 10 4 0,-2 2-8 16,-3 3 5-16,1 5 0 0,-2 2 1 0,-4 7 3 15,-4 3-3-15,6 7-29 0,-5 3-24 0,-1 6-60 0,-9 6-57 16,-2 3-51-16,-7 8-89 0,5 3-341 0,-2 4-162 15</inkml:trace>
  <inkml:trace contextRef="#ctx0" brushRef="#br0" timeOffset="107375.62">13293 11440 517 0,'0'0'407'0,"4"9"-168"0,-4-9-191 0,0 9-120 0,0-9-288 0,0 10 182 0</inkml:trace>
  <inkml:trace contextRef="#ctx0" brushRef="#br0" timeOffset="117221.74">20869 10882 222 0,'-1'7'191'16,"1"-7"-32"-16,-5 10-26 0,5-10-27 0,-4 7 6 0,4-7-4 0,-4 6 9 0,4-6-17 0,0 0-9 0,0 7-25 0,0-7 0 16,0 0-19-16,12 5 1 0,-12-5-18 0,19 0 5 15,-4 0-8-15,1-2-9 0,3-1 1 0,-1 0-3 16,5-1-4-16,1-1 0 0,-1-1 0 0,-1 2-5 0,1-3 4 15,-2-1 4-15,1 1 1 0,-4-1-4 16,1 0 3-16,-3 2-1 0,-4-3-3 0,1 2-1 16,-1-4 1-16,-2 5-4 0,-4-2 4 0,-1-1-2 15,1-1-8-15,-4 2 7 0,-2-2-3 0,0 0-3 16,-2-2 2-16,-2 3 1 0,-3-4-3 0,1 2-4 16,-1-1 2-16,-3-1 2 0,3 2-9 0,-1-1 7 15,-2 2-8-15,3-1 10 0,0 3-2 0,0 0 2 16,1 2-3-16,-2 1-4 0,3-1 6 0,-1 3-2 15,6 3-1-15,-16-5-4 0,16 5-47 0,-12 0-63 16,12 0-80-16,-16 3-286 0,16-3 32 0</inkml:trace>
  <inkml:trace contextRef="#ctx0" brushRef="#br0" timeOffset="117438.1">20808 11000 90 0,'-11'1'353'0,"11"-1"-107"0,0 0-54 0,0 0-49 0,0 0-29 15,0 0-57-15,0 0-41 0,0 0-55 0,0 0-56 16,12-1-101-16,-12 1-81 0,18-3 274 0</inkml:trace>
  <inkml:trace contextRef="#ctx0" brushRef="#br0" timeOffset="117621.67">20933 10797 82 0,'-7'-8'309'0,"7"8"-87"0,-5-5-52 0,5 5-40 16,0 0-28-16,-6-5-40 0,6 5-53 0,0 0-65 15,0 0-267-15,0 0 217 0</inkml:trace>
  <inkml:trace contextRef="#ctx0" brushRef="#br0" timeOffset="121954.8">19608 10209 143 0,'10'-3'414'0,"-10"3"-124"0,0 0-106 0,5-5-108 0,-5 5-82 0,0 0-90 0,0 0-219 0,0 0 226 15</inkml:trace>
  <inkml:trace contextRef="#ctx0" brushRef="#br0" timeOffset="122362.45">19737 10275 15 0,'-3'8'207'0,"3"-8"-137"0,-2 6-171 0,2-6 36 0</inkml:trace>
  <inkml:trace contextRef="#ctx0" brushRef="#br0" timeOffset="132156.32">18219 10826 97 0,'0'0'218'0,"2"-5"-85"0,-2 5-72 0,0 0-45 0,0 0-75 16,0 0-89-16,0 0 39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1:44:27.0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30480 13565 775 0,'-10'11'752'0,"2"-4"-175"0,2 0-135 16,-1 2-104-16,5 0-71 0,0 1-52 0,-1 2-42 15,3-2-34-15,3 2-26 0,-1-3-23 0,0 2 11 16,2-3 4-16,0 2 11 0,1-3 12 0,0 0 7 16,5 0-4-16,-3-3 11 0,2 1-16 0,1-3-7 15,3-1-9-15,0-2-2 0,3-1-4 0,1-3-9 16,3-3 25-16,2-3-62 0,1-2 29 0,1-4-8 16,4-8-8-16,-1 0-15 0,-1-5-13 0,0-4-2 15,5-9-14-15,0-5-4 0,2-5-4 0,2-3-4 16,4-3-3-16,3-6-34 0,11-12 43 0,4-3-9 15,3-4-1-15,4-3-19 0,7-2-25 0,3 1-38 16,4 1-44-16,6 3-36 0,2 4-67 0,2 6-82 16,-3 7-120-16,-3 6-82 0,-18 17-190 0,-5 5-424 15,-8 8-731-15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1:44:49.6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17291 5961 345 0,'0'0'356'0,"-6"-8"-81"0,-1 5-39 0,1-2-25 16,-1-1-14-16,-3 1-5 0,4-1-5 15,-5-3-25-15,0 0 7 0,2 2-49 0,0-3-8 16,-1 2 7-16,1-3-16 0,0 3-12 0,0-3-15 0,-1 1-12 16,1-1-11-16,0-1 8 0,0 1-6 0,0 0 2 15,1-1 4-15,1 0-12 0,-2-1-11 0,0-1-5 16,-2 0-3-16,0 0-6 0,0-2 0 16,-2 0 1-16,-1 0-3 0,-5-3-4 0,1 1-2 0,-5 0-6 15,-7-3 2-15,-2 1 4 0,-2-1-11 0,-5 1 3 16,-4 1 13-16,-9-3 8 0,-6 2-5 0,-3-2 9 15,-3 1-7-15,-1 3-4 0,-4-1 8 16,-3 4-1-16,-1-1 3 0,-6 0-8 0,-3 3-5 0,-1 1 1 16,-4 0-4-16,-1 2 6 0,0 0 21 0,-3 1-6 15,1 3-6-15,-3 1-10 0,3 1 3 0,-4 1-2 16,1 3-11-16,1 3 6 0,0 1-8 0,4 3 8 16,3 3-8-16,2-1 4 0,3 5-7 0,2 3 0 15,0-1-2-15,5 3-1 0,3 2 0 0,0 1-1 16,3 2 1-16,2 2 2 0,1 0-4 0,3 3 2 15,2-1-1-15,0 3 3 0,2-3 2 0,2 3 9 0,-3 1 9 16,4-2-1-16,1 1 3 0,-2 1 12 16,4-1-4-16,-3 1 22 0,2 3 5 0,0-1-10 15,3 0-5-15,-1 2-9 0,5 1-1 0,2 1-12 16,1-2 5-16,3 2-8 0,1 0 0 0,10-3-4 16,1-2 1-16,1 3-11 0,3-1 10 0,4 0-12 15,0-1 9-15,4 0-10 0,-1-2 5 0,6-2-5 16,1-1 3-16,2 1 2 0,0-2 16 0,5-2-3 15,0-1-9-15,4 0 3 0,0 1 9 0,3-1-15 16,4 6-1-16,0-1-1 0,6 4-4 0,3 1 4 16,3-1-3-16,2 1 4 0,4-1 9 0,7 7-15 15,1-1 20-15,4-2-15 0,2-1 13 0,0-3-17 0,1-1 1 16,4 0 5-16,3-2 7 0,1-3-2 0,6-2 1 16,3-4-3-16,2-1 3 0,6-2 6 0,3-5 11 15,1-1 6-15,2-2-5 0,1-3 1 0,4 0-7 16,0-5-1-16,3 0-4 0,2-1-4 0,1-1-6 15,2-2 11-15,-2 1 1 0,0-2-7 0,1-1-4 16,-5 2-1-16,2-5 0 0,0 0-8 0,-3-1 14 16,4 1 22-16,0-4-9 0,2 1-2 15,-1-3-5-15,0 0-7 0,1-3-3 0,-2 0-4 0,-2-4 14 16,2 0 3-16,-2-2-5 0,2-1-1 0,-1 0-3 16,-1-2-9-16,0 1-3 0,-4-4 4 0,0 2-4 15,-3-1-24-15,-2-1 27 0,-2-1-21 0,-5 0 26 16,0 1-30-16,-4-2 24 0,1 2-22 0,-5-3 16 15,1 2-3-15,-3-3-3 0,-3 1 1 0,0 1-1 16,-2-2 45-16,-2 0-52 0,-4-1 44 0,0 2-53 16,-10 2 47-16,-2-1-48 0,0 0 46 0,-2-1-49 15,-4-1 8-15,1 0 3 0,-5-2 0 0,-3 2 7 16,-2-5 12-16,-4 3 9 0,-3 2-17 0,-5-2 14 16,-3 0-7-16,-2-1 0 0,-2 0 49 0,-7-6-63 15,-1 2 49-15,-5 0-52 0,-1 1 46 0,1 0-8 0,-3 3-2 16,0 1-6-16,1 2-6 0,2 6-36 15,1 1 52-15,0 1-50 0,-3 0 48 0,4 3-47 16,-2 2 50-16,2 4-48 0,-2-1 39 0,0 0-43 16,-2 3 42-16,-3 2-52 0,-1-1 33 0,-4 3-45 0,-5-1 47 15,-4 3-51-15,-4 4 47 0,-4 0-52 0,-9 0 32 16,-2 2-76-16,-5 2 13 0,1 0-61 16,-1-1-35-16,4 1-57 0,5 1-82 0,8-1-92 15,2 3-48-15,6-2-106 0,5 0-597 0,5-2-777 16</inkml:trace>
  <inkml:trace contextRef="#ctx0" brushRef="#br0" timeOffset="149.15">16421 5656 442 0,'0'0'701'0,"5"7"-159"0,-5-7-116 0,5 6-93 16,-5-6-77-16,4 4-50 0,-4-4-39 0,0 0-25 15,3 8-26-15,-3-8-27 0,0 0-52 0,6 5-59 16,-6-5-101-16,5 6-119 0,-5-6-164 0,5 8-434 15,-5-8-383-15</inkml:trace>
  <inkml:trace contextRef="#ctx0" brushRef="#br0" timeOffset="7488.6">13822 15411 93 0,'-20'4'515'0,"2"-3"-142"0,-2 1-49 16,-1 0-58-16,-1 1-50 0,1-2-42 0,0 2-25 0,3-1-22 0,-1-1-20 0,4 2-10 16,2-2 2-16,4 1-9 0,9-2-6 0,-11 1-10 15,11-1-11-15,0 0-2 0,25-3-1 0,3-1-7 16,22-3-4-16,22-4-7 0,12 0 7 0,13-4-2 16,32-3 27-16,13-1-10 0,11-1 22 0,7-1-6 15,5-1 15-15,8-1-9 0,4 1-9 0,-2 2 15 0,2-2-7 16,-1 0-6-16,-2 1 14 0,0 0-1 15,-6 2 16-15,-8 0-20 0,-4 1-2 0,-5 0-3 16,-5 1 1-16,-6 2-3 0,-7-2-6 0,-9 3-1 16,-22 2-15-16,-9 0-6 0,-2 1-12 0,-9 0-8 0,-3 0-9 15,-10 1-10-15,-14 3-22 0,-6-1-9 0,-11 4-49 16,-6 0-33-16,-6 0-33 0,-11 2-91 16,-6-1-85-16,-9 3-51 0,0 0-61 0,-15-3-69 0,-12 3-451 15,-14 1-516-15</inkml:trace>
  <inkml:trace contextRef="#ctx0" brushRef="#br0" timeOffset="7816.49">13941 15774 189 0,'-48'17'473'15,"11"-2"-131"-15,7-3-56 0,3 1-84 0,7 1-26 16,7-3-51-16,4 1-20 0,5 0-24 0,6-5 3 15,7 5-33-15,10-3 37 0,9 0 8 0,18-2 21 16,10-4 21-16,21-3 11 0,11-4 9 0,17-7 14 16,33-2 8-16,11-5 12 0,11-1-10 0,11 0 1 15,8-5-9-15,7 3 17 0,5-2-28 0,0 2-8 16,3-2-4-16,-4 1-35 0,-3-1-1 0,-5 0-2 16,-5 1-13-16,-2 0 1 0,-10 1 2 0,-8-1 7 15,-10 0-55-15,-11 0 34 0,-10 1-48 0,-7 0 42 16,-27 4-54-16,-5 0 39 0,-8 1-55 0,-6 0 39 15,-9 3-54-15,-17 1 30 0,-6 3-76 0,-9 1-6 0,-9-1-54 16,-9 2-52-16,-5 0-70 0,-9 7-75 16,-9-13-42-16,-10 4-51 0,-17 5-68 0,-16-2-53 15,-25 1-475-15,-12 1-593 0</inkml:trace>
  <inkml:trace contextRef="#ctx0" brushRef="#br0" timeOffset="8181.87">14805 15759 316 0,'-106'25'432'0,"0"2"-111"0,0 0-45 16,5 3-72-16,18-5-20 0,6 1-35 0,8-1-27 16,8 0-42-16,8-1 2 0,16-5-29 0,12-2 10 15,10-3 16-15,10-3 18 0,7-3-15 0,12 2 7 16,17-5 13-16,14-1 12 0,17-5 12 0,24-5 2 16,35-7 24-16,12-5-12 0,14-2 9 0,12-5 2 15,9 0 11-15,12-1 3 0,1 0-4 0,4-2 0 16,5 3-17-16,1 0-17 0,-3 3 19 0,-4-1-18 15,-4 2-18-15,-5 0 7 0,-5 5-5 0,-10-1-6 16,-11 3 1-16,-8 0-5 0,-12 0-5 0,-30 5-6 16,-4-1-18-16,-7 0-6 0,-7 1-15 0,-10 2 3 15,-16 0-6-15,-6 1-4 0,-12 1-8 0,0 1-7 16,-10 1-3-16,-3-2-7 0,-3 5 2 0,-2-2-9 16,-4 0-3-16,-1-2-1 0,-2 1-4 0,-3-1-11 15,-3 0-11-15,-6 4-20 0,9-5-14 0,-9 5-6 16,0 0-13-16,-3-9-13 0,3 9-12 0,-11-5-22 15,11 5-40-15,-13-2-51 0,13 2-77 0,-18 0-56 16,18 0-56-16,-22 2-70 0,10 3-104 0,-4-1-453 16,-2-1-633-16</inkml:trace>
  <inkml:trace contextRef="#ctx0" brushRef="#br0" timeOffset="14631.74">10925 12037 292 0,'4'-9'342'0,"-4"9"-67"0,3-7-37 0,-3 7-32 15,2-10-34-15,-2 10-14 0,1-10-27 16,-1 10 3-16,3-12-29 0,-3 12 6 0,3-13-25 0,-3 13-9 15,1-11-10-15,-1 11 18 0,0-14-24 0,0 14 18 16,0-11-28-16,-1 4 12 0,-2 0-33 0,2 2 18 16,-2-2-30-16,1 2 20 0,-1-1-27 0,-1-1 23 15,-1 0-31-15,-1 2 30 0,-1-1-27 0,2 0 35 16,-3 0-20-16,2 2 24 0,-3-2-22 0,3 1 32 16,-2 1-19-16,0-2 15 0,0 2-18 0,0 0 15 15,0-1-19-15,-1 2 10 0,2-3-22 0,-1 2 15 16,0 1-11-16,2-2 11 0,-3-1-12 0,1 3 10 15,-1-2-13-15,2 2 7 0,-1-2-8 0,2 1 12 16,-2 1-10-16,-1-1 17 0,3 1-10 0,-1-2 0 16,-1 1-9-16,1 1 0 0,-1 0 2 0,-1 0 1 15,0 1-12-15,0-2 18 0,0 3 9 0,0-2-1 16,2 0 8-16,-3 2 1 0,1-2-3 0,0 0-5 16,-3 1 11-16,12 2-1 0,-15-5-4 0,15 5-6 15,-17-4 1-15,17 4-10 0,-14-3 1 0,14 3-13 0,-16-4 7 16,8 3-7-16,0-2 3 0,8 3-7 15,-16-3 2-15,7 0-2 0,0 1 2 0,9 2-10 0,-17-3 10 16,17 3 0-16,-17-4 4 0,17 4-6 16,-17-2 3-16,7 0-4 0,0-1 5 0,10 3-3 0,-18-2 4 15,18 2 5-15,-16-3 7 0,16 3-6 0,-17-3-2 16,17 3-6-16,-16-3 6 0,16 3-6 16,-16-2 0-16,7-1-5 0,9 3 2 0,-15-3-6 15,15 3 1-15,-15-2-5 0,15 2 6 0,-16-3 1 0,16 3-6 16,-15-3 1-16,15 3 2 0,-14-3 0 15,14 3-5-15,-15-2 5 0,15 2-1 0,-14-1-4 0,14 1 7 16,-17-2-6-16,17 2 1 0,-15-1-2 0,15 1 1 16,-17 0 0-16,17 0 3 0,-17 1-5 0,17-1 6 15,-17 2-4-15,17-2 3 0,-20 1-8 0,20-1 9 16,-20 2-3-16,10-1 0 0,-2 1-3 0,1 0 6 16,-1 0-6-16,-1 0 5 0,2-1-4 0,-2 1 4 15,2 2-5-15,0-3 4 0,-1 1-2 0,0 1 1 16,1 0-2-16,-1-2 5 0,2 3-6 0,-2-1 5 15,2-1-5-15,0 1 5 0,-3 0-3 0,4 0 2 16,-2 0-6-16,-1 0 6 0,1 2-2 0,-2-1 2 16,3 0-2-16,-1 0 3 0,0 0-3 0,1 0 2 15,-2 1-6-15,2-1 8 0,1-1-5 0,-1 1 3 16,0 1-4-16,1-2 5 0,0 1-8 0,1-1 11 16,-1 1-6-16,1-1 2 0,1 1-3 0,0-1 3 15,-3 1-3-15,4 0 4 0,-2 0-5 0,-1-1 6 16,2 3-9-16,-3-2 8 0,3 2-5 0,-3-1 7 15,1 1-8-15,0-1 6 0,-4 3-7 0,3-2 7 16,-1 2-4-16,-1-1 5 0,0 2-4 0,1-3 5 16,-2 2-6-16,0 0 2 0,0-1-3 0,2 1 7 15,-1 0-7-15,0-1 5 0,0 1-2 0,1-1-2 16,0 1 4-16,2-3-4 0,-1 2 4 0,3-1-3 0,-2-1 0 16,1 2 4-16,-2-1-3 0,2 0-1 0,-1 0 4 15,3 0-6-15,-3-1 3 0,1 2 1 16,3-3-2-16,-3 3 1 0,1-1-1 0,-1 0 1 15,2 2-3-15,-1-3 4 0,-2 4-1 0,2-1 0 0,-1-2 1 16,0 2-1-16,-1-1 0 0,2 1 0 0,0 0 0 16,-2-1 1-16,2 1 2 0,-1 0 1 15,2 0 1-15,-1 0 4 0,-2 1-2 0,4 0 7 0,-3-2 1 16,2 3-4-16,1-1 3 0,0 0-7 0,-3 0 1 16,3 1-4-16,1-2 2 0,-1 3 0 0,1-3 0 15,2 4 1-15,-5-3-3 0,4 3 3 0,-1 0 7 16,0 3 29-16,0-2-9 0,0 3 0 0,0 1-14 15,2-2 5-15,-3 2-11 0,2 1 8 0,2-1-12 16,-2-1 8-16,2 2-2 0,0 0 14 0,-1-1-14 16,2-1 10-16,-1 2-11 0,2-4 6 0,-1 0-10 15,2 0 21-15,-1-1-14 0,-1 1-3 0,1-3-7 16,2 3 6-16,-2-1-2 0,0-1 1 0,2 0 14 16,1 1 2-16,-2-1 9 0,1 0-22 0,1 0-3 15,-2 1-2-15,2 1-1 0,0 0-4 0,0-1 1 0,0 2 0 16,1-2-5-16,-2 1 8 0,3 1-12 0,-3-3 16 15,1 3-16-15,1-2 11 0,2 0-7 16,-2 2 8-16,0 0-6 0,0-1 10 0,-1-2-8 16,2 1 2-16,2 1-1 0,-3 0 3 0,2-3-2 0,-1 1 0 15,-1-1-3-15,3 1 5 0,-3-2 1 0,1-1-7 16,1 3 1-16,-1-3 4 0,4 2-10 16,-2-3 11-16,-2 2-7 0,2-3 1 0,2 5-1 15,-1-5 2-15,0 5-1 0,1-3-1 0,-1 2 1 0,2-1 0 16,0 1-1-16,-1 0-3 0,2-1-1 0,-1 2 3 15,1-3-1-15,-2 2-2 0,3-2 2 0,0 3-1 16,-1-3 0-16,0 1 1 0,2-1 4 0,-3 0-7 16,2 1 7-16,1-2 3 0,-1-1 4 0,1 2 5 15,-1-2 10-15,2-1-8 0,-1 3 2 0,0-4-2 16,3 1-5-16,-3 0 3 0,4 0-5 0,-2 0 1 16,1 0-1-16,1-2-4 0,-3 1-1 0,3 0 1 15,0 0-3-15,1-1 5 0,-1-1 1 0,0 2 2 16,1-2 3-16,-1 1 6 0,4-2 9 0,-2 1-2 15,-2-1-2-15,4 0-3 0,-2-1 2 0,2-1-6 16,0 0 0-16,2-1 3 0,1 1 5 0,4-3 3 16,-4 0 3-16,5 0 1 0,-2-1-1 0,1 0-3 15,-1 0-9-15,6-2-2 0,-8 4-3 0,2-4 5 16,-1 1 0-16,0 1 1 0,-1-1 5 0,-2 0 2 16,0-1 2-16,1 1 2 0,-1-1-1 0,-1 0-6 15,-1 2 11-15,1-3 11 0,-1 0-13 0,-1 0-5 16,2 0-2-16,0 0-3 0,-1 0 0 0,0-2-9 15,-1 1-3-15,1-2-2 0,-3 2-1 0,2-1-2 16,0-1 1-16,-3 0-27 0,3 1 34 0,-2-1-14 16,-1 1 39-16,-1-3-37 0,2 2 27 0,-2-2-31 15,0 1 30-15,0 1-30 0,-2-1 27 0,0 1-27 0,-2-1 30 16,1 0-23-16,0 0 5 0,-2 1 1 0,-1-2-2 16,1 1-1-16,-1 0 24 0,-1 0-31 0,1-2 24 15,-1 1-30-15,-1 0 27 0,0-1-31 0,1 0 27 16,-2-1-27-16,-2-1 23 0,3 1-29 0,-2-1 32 15,1 0-4-15,-4 1-2 0,3-4-4 0,-1-1-2 16,0 0 9-16,-2 2-13 0,1-3 0 0,-1 2 1 16,0-2 1-16,-1 1 1 0,-2 0 0 0,-1 0 3 15,0-1-3-15,0-1-1 0,-1 1 1 0,-2-2-2 16,-1-2-26-16,0 2 32 0,-2 1-27 0,-3-1 27 16,3 1-26-16,-2-3 25 0,-1 4-23 0,-3-1 2 15,2 1 3-15,1 0 2 0,-2 1 5 0,-1-1-1 16,2 2-1-16,-3 0 2 0,3 1 25 0,-3 0-30 15,3 1 28-15,0 2-30 0,-3 0 26 0,3 1-30 16,1 0 25-16,-1 1-23 0,-1 0 29 0,2 1-33 16,2 0 31-16,-3 2-32 0,1-1 28 0,1 2-3 15,-1 0 0-15,1 0-3 0,2 1 6 0,-2 1-9 16,1-1-5-16,0 1-1 0,-2 0-1 0,4 0 1 16,-1 2-1-16,-2-2-17 0,2 3-63 0,-2-3-123 0,0 2-141 15,-2-2-154-15,1 2-155 0,0-2-106 0,-5-1-786 16,0 2-1187-16</inkml:trace>
  <inkml:trace contextRef="#ctx0" brushRef="#br0" timeOffset="14783.01">10603 12058 544 0,'0'0'699'0,"-2"8"-147"0,2-8-111 0,-7 3-142 0,7-3-101 15,-9 5-109-15,9-5-146 0,-10 8-228 0,4-3-501 16,-2 1-307-16</inkml:trace>
  <inkml:trace contextRef="#ctx0" brushRef="#br0" timeOffset="17414.52">18189 10847 150 0,'0'0'616'0,"7"-3"-173"0,-7 3-104 0,4-5-67 0,-4 5-57 16,0 0-31-16,5-5-18 0,-5 5-8 0,0 0 0 16,4-5-8-16,-4 5-28 0,0 0-18 0,1-7-3 15,-1 7-9-15,0 0-6 0,-3-5-8 0,3 5-8 16,-2-8-6-16,2 8 0 0,-5-6-6 0,5 6-5 16,-9-7 4-16,2 2-19 0,1 1 6 0,-2-1-18 15,-1-1 22-15,-1 1-16 0,0-1 18 0,-2 0-20 0,-2-2 12 16,0 1-20-16,-1 0 19 0,-1-2 1 15,-1 3 11-15,-1-4-13 0,-3 1 11 0,2 0-20 0,0 2 21 16,-3-4-15-16,2 5 8 0,-1-2-21 16,-2 0 7-16,-1 0-17 0,1 0 13 0,1 4-24 0,-3-2 20 15,-2 0-13-15,0 2 10 0,0-1-16 0,-1 2 12 16,-3-1-16-16,-2 1 12 0,-3 1-12 0,1 1 19 16,-1 0 3-16,2 1 17 0,-2 0-14 15,-1 1 21-15,1 2-18 0,1-1 12 0,6 0-20 0,-2 1 9 16,3 0-1-16,1 2 0 0,-1-2-9 0,0 2 6 15,-1 3-13-15,0-2 2 0,0 3-5 16,-2-2 6-16,2 4-5 0,-2-3 24 0,-1 3-16 0,0-1 11 16,-6 3-11-16,1 2 11 0,-1-3-16 0,-1 1 15 15,-3 3-8-15,3-2 1 0,-1 1-6 0,-1 0 7 16,3 0-5-16,-1 0 3 0,2-1-7 0,-1 1 8 16,3-1-18-16,6 0 10 0,1-3-3 0,2 1 4 15,-2 1-11-15,3 1 9 0,-1-3-6 0,3 4 3 16,1 2 15-16,-2-3-2 0,1 2 2 0,1 1-6 15,2 0-3-15,-2-1-2 0,3 2 7 0,0 2 3 16,-3-2 0-16,3 0-10 0,1 1 6 0,-2-1-14 16,2-1 7-16,-3 2-17 0,2-1 23 0,1-1-18 15,-1 0 10-15,4-2 1 0,-2-1 7 0,3 3-4 16,-1-3 0-16,2 1-1 0,0-1-1 0,2 2-6 0,0-2 19 16,1 3-19-16,3-2 15 0,0 0-21 0,3 1 23 15,-2 0-13-15,2 1 29 0,3-1-25 16,0 1 20-16,1 1-27 0,0-1 15 0,0 1-19 15,2 2 21-15,-1-3-5 0,2 2 0 0,2 2-5 16,-1 1-4-16,0-1 2 0,1 1 2 0,-1 0-1 16,1 0-3-16,2 1-19 0,-3-1 41 0,3 1-2 15,-1 1 23-15,-1 1-36 0,5 3 27 0,-1-3-34 0,-1 3 1 16,0-5-1-16,2 4-1 0,0-4 1 0,-1 4 4 16,4-3 3-16,-2 0 9 0,3 1 8 0,-1-1 3 15,0-2-8-15,2 2-3 0,1-2 27 0,0 0-30 16,2 0 65-16,0-1-15 0,1-1 26 0,3-1-33 15,0 0 37-15,1 2-52 0,1-4 17 0,5 4-36 16,-6-5 22-16,4 1-35 0,-1 0 21 0,1-1-30 16,-2-2 31-16,3 0-16 0,-2 2 48 0,-2-3-33 15,4 0 34-15,-4-1-47 0,3 2 34 0,-4-4-45 16,-1 1 37-16,1-1-30 0,0 0 27 0,0-2 11 16,-2 0-8-16,1 0 0 0,3-1 13 0,-2-1 7 15,0-2-55-15,1 1-18 0,-1-1 0 0,3 0 0 16,-3-2 0-16,2 0 0 0,1-2 0 0,-3 1 0 15,3-1 0-15,1 0 0 0,-1 0 0 0,2 0 0 16,-1-1 0-16,0 1 0 0,1 0 0 0,0-1 0 16,0 0 0-16,0 0 0 0,0 0 0 0,2-2 0 15,-2 2 0-15,0-1 0 0,3-2 0 0,2 0 0 16,1 1 0-16,0-2 0 0,-4 0 0 0,3-1 0 16,-1 0 0-16,0 0 0 0,-1-1 0 0,2-1 0 0,-2 0 0 15,1-1 0-15,0-2 0 0,0 1 0 0,-1-1 0 16,-1 0 0-16,1 0 0 0,-2-1 0 15,1 1 0-15,-2-1 0 0,0-1 0 0,0 1 0 0,0-2 0 16,-2-1 0-16,3-3 0 0,-1 5 0 0,2-6 0 16,-5 3 0-16,5-3 0 0,-5 1 0 0,3-2 0 15,-1-1 0-15,-3-2 0 0,-1 4 0 0,4-4 0 16,-3-2 0-16,1 0 0 0,-3 0 0 0,-1 0 0 16,1-2 0-16,-3-2 0 0,0 0 0 0,-3 0 0 15,0-3 0-15,-3-2 0 0,2 1 0 0,-2-1 0 16,0-2 0-16,-4 5 0 0,0-9 0 0,0 2 0 15,-3-2 0-15,-1 0 0 0,-4 2 0 0,2-8 0 16,-3 7 0-16,-3-10 0 0,0 1 0 0,-4-3 0 16,-2 0 0-16,-2-7 0 0,-3 1 0 0,-5 2 0 15,-2 3 0-15,-1 2 0 0,-5 0 0 0,-2 3 0 16,-3 3 0-16,-6 1 0 0,1 4 0 0,-4 1 0 16,-5 3 0-16,1 2 0 0,-3 5 0 0,-5-1 0 15,0 4 0-15,-4 6 0 0,0-1 0 0,6 7 0 0,-4 3 0 16,-3 2 0-16,1 5 0 0,-1 0 0 15,-2 4 0-15,-9 6 0 0,1 4-169 0,2 3-668 16,-3 9-239-16,0-1-850 0,-1 0-1656 0</inkml:trace>
  <inkml:trace contextRef="#ctx0" brushRef="#br0" timeOffset="26264.46">18468 13243 307 0,'2'-6'341'0,"1"1"-82"0,-2-3-46 0,-1 2-31 15,0 6-21-15,0-15-7 0,0 9-22 0,-1-2 1 16,-3-1-19-16,2 1-10 0,-3 0-77 0,0 0-32 15,-3 0 142-15,0-1-10 0,-3-2-24 0,-1 1 3 16,-1-3-18-16,-3 1-20 0,-1 2-2 0,-1-2-6 16,-2 0 9-16,0 0-1 0,-1 2-7 0,-3 0-13 15,-2-2-4-15,-2 2-17 0,2 0 10 0,-3-1 2 16,-2 2 3-16,2-1-4 0,-3 1 1 0,0-1-2 0,-1 0-4 16,-7-2 1-16,2 3-5 0,-2-3 20 0,-2 3-17 15,0-2 11-15,-2 2-19 0,-3-1 4 0,1 1-11 16,-5 0 13-16,-3 2-2 0,-1-3 1 15,2 4-8-15,-5-1 1 0,2 1-6 0,-3 2 1 0,3-1-7 16,-3 0 2-16,-1 0-3 0,4 4 6 0,-3-3-4 16,0 3-2-16,-1-1 1 0,0 0-2 0,1-1-7 15,1 3 6-15,-1-1 3 0,0 1 2 16,0 0-4-16,2 0 4 0,2 0 6 0,-3 0-3 0,3 1 1 16,-1-1-2-16,1 3 0 0,1-2-1 0,1 0 13 15,-1 0-1-15,3 0 3 0,-2-1-13 16,1 1 5-16,1 0-8 0,1 1 3 0,2-1-4 0,4 0 15 15,2-1 0-15,1 2-5 0,0-1 4 0,-1 2-3 16,1 0 3-16,1 0-9 0,-7 1 0 0,1 0-4 16,0 4 1-16,0-2-10 0,0 0 9 0,0 2-6 15,1-2-2-15,3 1 0 0,-4 2 0 0,4-1-1 16,1 1-5-16,-2-1 5 0,3 2 2 0,6-3 0 16,-1 1 0-16,3 0 7 0,0-2-11 0,1 3 10 15,1-2-15-15,-1-1 14 0,6 1-12 0,-1-2 3 16,1 0-7-16,-1 1 9 0,3-1 1 0,-1-2 0 0,1 1 2 15,0 1 0-15,1-1 0 0,0 0-6 16,-1-1 2-16,-1 2-1 0,2 0 2 0,-2 1-7 16,1-2 9-16,-4 3-1 0,5-2 4 0,-2 1-1 0,-3-1 0 15,3 3-3-15,-5-1-1 0,-1 3 2 16,1-1 0-16,-2 2 6 0,2-1-3 0,-2 2 8 16,3 0-16-16,1-2 7 0,-1 4-5 0,1 0 2 15,0 0-4-15,0 0 4 0,2 2-4 0,-2-2 3 0,5 3-5 16,-1-3 4-16,-1 3-5 0,6-3 4 0,0-1-5 15,0 2 4-15,4 0-5 0,-2 0 5 16,3 1-5-16,-1 1 6 0,0 1-6 0,1 4 8 16,-2 0 2-16,3 2 9 0,-2-2-5 0,4 3-1 0,1-4 2 15,-1 4 2-15,2 2 2 0,0 0 2 0,2 1 10 16,-2 0 7-16,5 1-7 0,-1-2 22 0,1-1-18 16,3 2 3-16,-1 1-8 0,2-2 13 0,0 2-14 15,3 2 4-15,0 0-6 0,4-2 14 0,-2 0-16 16,2 0 7-16,2-1-6 0,0-2 8 0,2 1-16 15,3-2 14-15,-1 0-14 0,3 0 6 0,-1-2-13 16,7 4 1-16,0-3-2 0,2-2 2 0,2 0-3 16,3-1 4-16,1 0 6 0,2-2 0 0,3-1-4 15,2-2 2-15,2 0 7 0,1 0 0 0,2-1 1 16,1 0 4-16,0-2-6 0,1 0-1 0,2 0 2 16,-2-2-3-16,3 3 1 0,1-3 1 0,2-1 0 15,0 2-1-15,1-2-1 0,1 1-5 0,-1-2 24 16,1 1-31-16,3-3-1 0,-1 2 4 0,0-4-2 15</inkml:trace>
  <inkml:trace contextRef="#ctx0" brushRef="#br0" timeOffset="28082.67">14669 14496 109 0,'-17'-2'359'0,"0"1"-70"0,3-1-36 0,0 1-29 0,0 0-28 0,0-1-21 0,1 1-10 16,2-2-27-16,-1 3 20 0,3-2-15 0,9 2-13 15,-16-1-19-15,16 1-13 0,-13-2-17 0,13 2-9 16,0 0 3-16,0 0-3 0,0 0-7 16,0 0-5-16,0 0-12 0,0 0-8 0,2 8-12 0,6-4-5 15,1-1-2-15,1 3-21 0,1 0 26 0,4 1 0 16,0-1 25-16,4 3-17 0,4-1 22 0,-1 0-3 15,6 2 14-15,4-1-5 0,0-1 11 16,3-2 12-16,9 2 7 0,1-2 0 0,5-1 16 0,2-1-2 16,6-3-20-16,4-1 16 0,13-3 15 0,6-1 6 15,1 0-13-15,8-4-12 0,0 0-21 0,4 0 2 16,0 0 4-16,3-1-26 0,4 2-6 0,0 0-11 16,3 1-11-16,-1 0 15 0,-2 0-24 0,-1 2-5 15,-3 0 10-15,-1-2-15 0,1 1-1 0,-4 1 0 16,-1 0-5-16,-1-2 0 0,-4 1 0 0,-1 1 0 15,-2-2-3-15,-2-1 2 0,-2-1 3 0,-2-2-2 0,0 1-4 16,1-2 5-16,-1-2-1 0,2 0-3 16,-2-2 3-16,-2-1-2 0,-2-3 14 0,0 0-18 15,-3-1 16-15,-5-1-14 0,-2 0-1 0,-2-4-1 16,-5 0 0-16,-1-2 2 0,-3-1 0 0,-7-3 0 16,0 2 5-16,-5-4-2 0,-10 5 0 0,0 0 4 15,-3-1 31-15,-5-2 0 0,-2 0-10 0,-3-1 5 16,-7 2-6-16,-1 0 0 0,-5-2-15 0,-1 1 1 15,-4 4-4-15,-4-8 0 0,-1 2-5 0,-6-5 4 16,-3 0-11-16,-4 2 5 0,-6 2-19 0,-2 0-20 16,-12-2-43-16,-4 3-61 0,-7 4-70 0,0 2-84 15,-3 2-77-15,-3 5-63 0,9 2-97 0,0 4-548 0,3-2-699 16</inkml:trace>
  <inkml:trace contextRef="#ctx0" brushRef="#br0" timeOffset="29498.12">18070 11222 388 0,'-5'-15'327'0,"-2"1"-53"0,2-1-55 0,-2 1-53 0,2 1-34 16,1 1-19-16,0-2-13 0,-2 1-13 0,2 1 4 15,0-1-7-15,2 2-11 0,-1 0 23 0,1-1-17 16,0 2 22-16,1-3-38 0,0 2 15 0,-1 0-30 0,1-1 39 15,1 2-37-15,-1-2 30 0,-3 2-37 0,3-3 17 16,-3 1-21-16,2-1 22 0,-5 1-30 16,3-3 29-16,-1 0-4 0,1 3-11 0,-3-3-11 0,0 0 0 15,1-1 8-15,-2-1 3 0,-2 1 8 0,1-2-19 16,0 2 4-16,-1 0 4 0,0-3-10 16,-2 1-4-16,1 0 8 0,-1 0-8 0,-2-2 6 15,-3-1-8-15,1 0 0 0,-2 0-8 0,-2-1 11 0,-5-1-8 16,2-1 5-16,-5-1 11 0,-1 0 0 0,-2 3-6 15,-2-4-6-15,-2 2-5 0,-3 2-7 16,0-1 1-16,-3 2-3 0,-1 2 2 0,-2 0-3 0,2 2-1 16,-5 0-3-16,1 2 3 0,-3 0-7 0,1 5 4 15,-1-4 1-15,-1 4 1 0,0 1-4 0,-1-2 1 16,0 3 1-16,0 0 13 0,-1 0 5 0,-1 1 8 16,2 0-9-16,-1 0 10 0,2 0-2 0,0 0 4 15,0 1 1-15,-1 0-12 0,4 0 3 0,-2 1-7 16,-1 0 1-16,2 0 0 0,-2-1 3 0,1 2 3 15,0 0 1-15,0 1-13 0,-5 0 6 0,1 0-7 16,-4 1 2-16,0 2-6 0,-3 0 2 0,-2 0-9 16,-4 2 6-16,-8-1-7 0,-2 1 2 0,-3 2-7 15,0 1 6-15,-2 0-8 0,0 3 6 0,-2 1-6 16,2 1 7-16,-2 1-6 0,4 1 8 0,1 0-7 16,2 1 6-16,1 2 0 0,5-1-3 0,2 0-3 15,-1 1 2-15,5 0 0 0,0 0 0 0,2-1 3 16,9-3-4-16,3 3 1 0,-1-3 0 0,4 0-9 15,0 2 11-15,3 0-6 0,1 1 7 0,2 0-8 16,1 3 6-16,1 1-6 0,0 0 8 0,2 3-6 16,-1 0 6-16,-3 2-6 0,-4 6 3 0,-3 2 3 15,-1 0 1-15,2 3-4 0,-2-2-5 0,1 1 6 16,0 0 1-16,2 0 5 0,4-2-11 0,-1 0 8 0,7-3-6 16,1-2 5-16,3 2-7 0,2-1 9 0,2-2-8 15,1 0 7-15,3-2-7 0,4-1 7 0,3 1-6 16,1 0 8-16,1 1-9 0,1-1 0 15,1 4 1-15,3-2 3 0,1 0 0 0,-1 4 2 0,2-3 3 16,2 5 5-16,-1-1 3 0,3 1-10 0,2 2 0 16,-2-1-2-16,3 3-1 0,1 1 1 0,0 0 0 15,0 1 5-15,1 1-3 0,5 4 5 0,-2 1-9 16,3-4 8-16,2 1-5 0,3 0 9 0,1-4-6 16,1 2 2-16,4-2 3 0,4 1 1 0,1-2 13 15,1 0-1-15,9 5 14 0,4-3-5 0,-5-6-2 16,7 2-4-16,2 0 1 0,2-2 6 0,2-1 21 15,-1-1-4-15,2-3-7 0,4 0-4 0,3 0 0 16,3-4 5-16,4 1 8 0,3 0 1 0,4-3 18 16,5 2-9-16,-2-1-15 0,3-1-4 0,1-1-9 15,-1 1-7-15,2-2-4 0,-2 1-6 0,1-2 0 16,3 1-2-16,0-4 0 0,-2-2-2 0,1 1 9 16,0-1 9-16,-3-5-4 0,0 3 4 0,0-4-7 15,-12-3 17-15,13-1-4 0,-10 0 5 0,0-2 10 0,17-2 8 16,0 0-7-16,0-2-11 0,3-3-4 0,-1-1-1 15,2 1 8-15,0-5 8 0,3 5 3 16,3-5-8-16,1 0 13 0,4 2-11 0,0-3-5 16,0 1 4-16,0-1-7 0,-1-1-6 0,-3 0 5 0,0 1-6 15,-2-2-2-15,1 0-3 0,-2-2-4 0,-1 1 1 16,-1-2-3-16,0 0-5 0,-5-1-29 16,0 0 32-16,-3-2-33 0,-5-1 32 0,3 2-18 0,-4-6 30 15,-2 0-36-15,3-2 33 0,-5-3-5 0,-1-1-9 16,0-1-3-16,-3-2 2 0,0-3-3 0,-4 0-5 15,-4-2 2-15,0-2-3 0,-3-2-1 0,-4 1 0 16,-3-2 1-16,0-1-29 0,-3 2 35 0,-5-1-29 16,-2 3 11-16,-3 1 34 0,-4-3-39 0,-8 6 29 15,0 2-5-15,-3-4-1 0,-4 0-3 0,-1 1-4 16,-3-4 1-16,-5-1-4 0,-2 0 2 0,-4-2-4 16,-3-2 2-16,-2 2-28 0,-4-1 33 0,-5-2-27 15,-4-1 5-15,-5-1 26 0,-2 1-32 0,-5 4 32 16,-4-2-1-16,-1 4-7 0,-6 1-1 0,-1-1 2 15,-4 4-4-15,0 1-3 0,0 0 2 0,-1 3 0 16,-1 2 1-16,4 1 1 0,-2 2 0 0,1 4-4 16,5 2 1-16,2 5-1 0,0-1 1 0,-2 3-3 15,-1 2 2-15,-1 1-2 0,-4 5 6 0,-2-1-9 16,-4 4-6-16,-4 4-23 0,-3 0-32 0,-2 4-48 0,-12 5-36 16,-1 2-77-16,-3 3-101 0,0 6-140 15,-4 0-105-15,-2 6-194 0,-1 0-592 0,-2 0-963 16</inkml:trace>
  <inkml:trace contextRef="#ctx0" brushRef="#br0" timeOffset="33301.21">12541 12526 213 0,'0'0'263'0,"-13"5"-56"0,5-2-23 0,-1 0-14 16,0 1-5-16,0 0-6 0,-1-1-8 0,1 1 2 15,-1 1 2-15,-3 0 3 0,2-1-13 16,-3 2 7-16,-2 0-32 0,1 2 12 0,0-1-37 16,-3 2 21-16,0 0-41 0,-1 1 6 0,1-1-36 0,0 1 16 15,0-1-17-15,4 1 31 0,1-3-12 0,-1 2 5 16,4-3-23-16,0 2 17 0,2-4-2 16,0 1 14-16,3-1 5 0,5-4 33 0,-4 6 18 0,4-6-20 15,9 3-10-15,2-5-26 0,5-1 13 0,8-5-17 16,6 1-2-16,8-5-8 0,2-1 20 0,1-1-5 15,3-2-6-15,2-1-14 0,12-2 7 0,-2-3-6 16,4 2-3-16,0-1-16 0,2 2 2 0,-2-2-15 16,0 2 4-16,-3 3-11 0,-11 1-3 0,-1 2-3 15,-5 2-3-15,-7 3 4 0,-4 1-8 0,-5 0 1 16,-3 3-4-16,-2 1-3 0,-5 2 5 0,-1 1-1 16,-3 2 11-16,-2 1-13 0,-4 6 7 0,-3 0-7 15,-6 8 7-15,-5 3-10 0,-6 4 10 0,-7 8-12 16,-6 2 10-16,-7 6-10 0,0 2 9 0,-6 1-7 15,1 0-2-15,0-2 3 0,0-2 12 0,3 3-10 16,1-3-4-16,5-6 4 0,5-2 1 0,-1-3-5 16,3-1 7-16,7-7-4 0,0-1 3 0,6-5-4 15,-2 0 6-15,5-4-6 0,0-1 13 0,3-1-7 16,5-2 10-16,1-6-10 0,7 3-3 0,-7-3 2 0,23-3-1 16,-1-1 3-16,4-3-2 0,6-4 5 15,6-3-2-15,3 0 9 0,2 1 2 0,-2-1-4 16,2 0-1-16,-2 3-2 0,-1 0-1 0,-8 4-1 15,0 1-5-15,-4 2 15 0,-2 3-18 0,-5 1 2 0,1 1-1 16,-4 2 3-16,1 2-2 0,-1 2 0 0,-1 1 1 16,-6 3 0-16,1 0 5 0,-6 1 3 0,-1 3 8 15,-5 1 23-15,-5 1-16 0,-5 4 31 0,-5 3-25 16,-11 6 23-16,-6 1 7 0,-10 3 46 0,-8 1-55 16,-5-1 26-16,-2-1-54 0,-6 0-7 0,-1 1-4 15,-2-4 2-15,-1 2 22 0,-1-5-10 0,3 0-5 16,4-3-4-16,5-4-3 0,13-4-2 0,6-3-9 15,8-2-36-15,8-3-96 0,5-1-179 0,3 0-201 16,3-5-162-16,10-2-721 0,-8 3-991 0</inkml:trace>
  <inkml:trace contextRef="#ctx0" brushRef="#br0" timeOffset="35880.97">21714 14058 671 0,'-13'-12'563'0,"2"0"-98"0,1 2-47 0,1 0-77 15,1 4-60-15,0-3-59 0,3 3-38 0,5 6-8 16,-9-4 48-16,9 4 15 0,0 0-8 0,0 12-11 0,5 1-23 15,3 4-31-15,2 7-34 0,6 4-11 0,0 5-41 16,5 3-3-16,0 1-21 0,0-1-12 16,1 3-9-16,-1-1-4 0,2 0-8 0,-3-1-2 15,1 0-5-15,-2 1-1 0,-2-4 6 0,-2-2-16 0,-3-5 12 16,-2-2-21-16,0-5 10 0,-1-1-40 16,-2-4-68-16,-2-2-67 0,0-3-122 0,-3-3-67 0,-2-7-95 15,0 0-21-15,0 0-28 0,0 0-412 0,-10-13-482 16</inkml:trace>
  <inkml:trace contextRef="#ctx0" brushRef="#br0" timeOffset="36100.33">21779 14291 21 0,'-14'-39'587'0,"1"2"-121"0,6 5-52 0,0 1-101 0,2 6-8 15,3 1-56-15,0 5-22 0,4 1-25 16,0 1 10-16,3 1-7 0,2 3 10 0,2 2 1 0,3 3-22 16,3 1-9-16,1 3-29 0,1 3-21 0,3 1-30 15,-1 4-5-15,1 4-20 0,1 2-13 0,-2 1-15 16,-3 1-3-16,0 3-15 0,-3 1 20 0,0 1-10 15,-3-1 4-15,-2 1 2 0,-3-2 16 0,-2 3-13 16,-3-2 16-16,-3 3-33 0,-3 0 17 16,-2 1-30-16,-5-2-6 0,-2 2-6 0,-2-4 1 0,2-2-3 15,-2-1-8-15,-1-2 5 0,4-3-29 0,0-2-82 16,2-3-97-16,12-3-106 0,-19-3-95 0,14-3-96 16,0-2-115-16,4-4-382 0,7-4-594 0</inkml:trace>
  <inkml:trace contextRef="#ctx0" brushRef="#br0" timeOffset="36381.37">22546 13747 307 0,'23'-16'882'0,"-8"3"-175"16,-2 0-128-16,-5 3-111 0,-6 4-57 0,-2 6-53 16,-5-11-40-16,-4 10-40 0,-7 2-43 0,-8 5-37 0,-8 3-15 15,-7 7-12-15,-2 3-15 0,-10 9 0 16,6 3-5-16,-2 4-20 0,6 4-1 0,2 0 21 0,4 4-61 15,13-6 57-15,1 2-49 0,4 0 26 0,6 0-26 16,7-4-13-16,4-1-12 0,5 0-10 0,5 5 18 16,8-4-35-16,4 0 21 0,3-3-44 0,5-1 23 15,4-5-10-15,1-2-6 0,3-5-9 0,0-2-8 16,3-4-13-16,0-6-42 0,-5-2-56 0,0-5-78 16,1-2-37-16,0-2-61 0,-3-5-113 0,3-3-95 15,-1-5-76-15,-3-4-75 0,-2-6-139 0,-3-2-314 16,-1-5-703-16</inkml:trace>
  <inkml:trace contextRef="#ctx0" brushRef="#br0" timeOffset="36997.91">23004 13756 754 0,'-3'-10'582'0,"-2"1"-107"0,-3 2-41 16,1-1-35-16,-2 1-4 0,0 3-10 0,-5-2-33 15,-2 3-33-15,1 2-34 0,0-1-35 0,-3 4-35 16,1 0-16-16,-3 4-32 0,-1 4-3 0,-2 4-36 15,0 3-11-15,0 7-21 0,0 3-11 0,0 0-14 16,5 4 32-16,0 1-65 0,6 2 39 0,3-5-53 0,0 2 34 16,6-1-55-16,1-2 44 0,3-2-44 15,2 1 32-15,4 0-48 0,2-1 6 0,3-1 3 16,3-3-1-16,0-3 6 0,3-5-1 0,0-2 2 0,2-1 0 16,2-4 6-16,1-2-3 0,2-1-3 0,-4-6 2 15,5 0-6-15,-1-5 0 0,2-1 31 0,0-5-80 16,-1 1-20-16,-2-3-74 0,-4-3 1 0,-2 1-26 15,-4 1-3-15,-2-1 0 0,-4 3-2 0,-3-1 1 16,-3 4 14-16,-4-1 10 0,-2 2 11 0,-1 0 22 16,-6 3 15-16,-1 1 23 0,-2 2 11 0,-7 1 16 15,2 3 6-15,-7 3 8 0,-7 1 7 0,-1 4 7 16,-7 0 5-16,0 4 5 0,2-2 13 0,7 1 6 16,3-2 6-16,6-1-1 0,1-1 5 0,7 1 24 15,0-2 51-15,3 0 22 0,6 0 9 0,6-6-6 16,-5 7-8-16,5-7-15 0,11 2-17 0,0-4-17 15,4-1 2-15,3-3-18 0,6-1 3 0,2-2-14 16,2-4 6-16,2 0 1 0,4-2 31 0,0-4-7 16,-1 3 16-16,-1-1-5 0,-6 3-1 0,-1-1 16 15,-4 6 11-15,-6-1-11 0,2 3-9 0,-4 0-13 16,-2-1 7-16,-1 4 1 0,-1-1 0 0,0-1 0 16,-2 2-4-16,0 1-7 0,-7 3-8 0,12-6-7 15,-12 6-8-15,9-5-8 0,-9 5-5 0,0 0-3 0,11 5-5 16,-11-5 28-16,7 9-44 0,-5-2 33 15,3 2-41-15,-2 0 36 0,2 2-42 0,1 3 39 0,-1 0-38 16,0 0 34-16,3 2-41 0,1 1 39 16,-1 1-40-16,-1-1 39 0,1 1-39 0,4-1 38 0,-3-1-37 15,-2-2 38-15,2 3-39 0,1-4 36 0,-2-1-39 16,1-4-14-16,1 4-58 0,-1-5-86 0,-1-2-124 16,2-1-142-16,-10-4-103 0,17 0-76 0,-8-4-117 15,-2-1-414-15,1-3-771 0</inkml:trace>
  <inkml:trace contextRef="#ctx0" brushRef="#br0" timeOffset="37266.58">23191 13511 104 0,'-3'-14'681'0,"-1"1"-104"0,1 4-83 0,1-1-39 0,0 3-71 0,1-2-39 0,2 3-12 0,1 0-11 16,5 0-2-16,2 2-41 0,5 0-1 0,4 4-56 15,8 3-20-15,4 2-29 0,4 4-10 0,4 6-23 16,2 1-30-16,-2 4-14 0,-2 1-19 0,-2 3-15 16,-2 2-25-16,-2 2 12 0,-5 1-25 0,-1 2 6 15,-3 1-8-15,-4 1-10 0,-3 1 2 0,-6-2-1 16,-2-1-6-16,-4 1-2 0,-2-4-1 0,-5 5-4 16,-3-3 46-16,-2-1-54 0,-1-2 41 0,-3-3-68 15,2-3-55-15,2-5-109 0,0-2-79 0,1-3-114 16,2-5-65-16,7-6-59 0,-10 2-79 0,10-2-514 15,-6-14-724-15</inkml:trace>
  <inkml:trace contextRef="#ctx0" brushRef="#br0" timeOffset="37717.01">23825 13273 585 0,'7'-4'765'15,"-7"4"-122"-15,13 3-69 0,-7 4-40 0,1 4-58 0,1 2-65 16,1 5-35-16,3 2-79 0,-1 5-41 0,1 2-34 15,4 6-20-15,2-1-32 0,-1 0-27 0,2 1-50 16,-1-1 3-16,1 2-32 0,-2-5 3 0,2 2-18 16,-3-6-9-16,-3 2-10 0,3-2 0 0,-2-2-8 15,-3-1-10-15,1-3-17 0,-2-2-65 0,-2-3-33 16,-2-2-24-16,0-4-21 0,-2-1-47 0,-4-7-44 16,0 0-21-16,0 0-4 0,0 0 35 0,-8-4 12 15,-2-6 47-15,1-6 34 0,-2-3 30 0,-6-6 2 16,-2-9 33-16,2-2-3 0,-4-3 37 0,0-4 8 15,1-7 37-15,3 6 25 0,3 2 43 0,0 3 56 16,5 2-11-16,4 7-5 0,2 5-21 0,2 1-15 16,2 5-18-16,5-2-6 0,-1 6-6 0,4 0 7 15,2 5 6-15,1 0 3 0,3 4 4 0,0 3-6 16,0 3-5-16,2 1-17 0,2 3-1 0,-2 4-12 16,0 2 6-16,-2 3-15 0,-1-2 29 0,-4 3-16 15,-2-1 6-15,-2 0-10 0,-2 2 38 0,-3-2-28 16,-3 2 15-16,-3 0-26 0,-4 2 17 0,-3-2-27 15,-4 1-6-15,-2-1-2 0,-5 0 1 0,2-4-8 0,2 0 3 16,-3-2 0-16,2-2-3 0,3-1-3 16,0-3-19-16,2-1-52 0,1-2-94 0,2-2-95 0,1-3-50 15,1-1-70-15,1-4-92 0,5-2-86 0,0-2-431 16,4-2-586-16</inkml:trace>
  <inkml:trace contextRef="#ctx0" brushRef="#br0" timeOffset="37964.47">24431 12971 494 0,'12'-7'860'0,"-5"2"-170"0,-7 5-118 15,7-2-80-15,-7 2-50 0,-4 4-43 0,-3 4-46 16,-3 2-48-16,-3 6-45 0,-2 5-34 0,-7 7-30 16,3 3-33-16,1 4-31 0,-1 3-14 0,4 1 20 15,3 2-68-15,3 1 30 0,4-1-62 0,5-5-2 16,5 1 57-16,4 2-5 0,7-1-15 0,2-5-40 15,5-1 25-15,2-3-36 0,2-4 20 16,4-3-36-16,0-5 12 0,5-2-49 0,-4-8-18 0,3-1-81 16,-6-3-59-16,8-4-78 0,-1-2-75 0,-3-6-66 15,-1-1-10-15,4-6-48 0,-7-4-23 0,-3-5-11 16,-3-2-63-16,-3-7-278 0,-4-3-382 0</inkml:trace>
  <inkml:trace contextRef="#ctx0" brushRef="#br0" timeOffset="38630.31">24927 13230 233 0,'-4'-21'527'0,"0"2"-66"16,-2 3-71-16,-2 1-53 0,2 3-30 0,0 4-43 15,-1 1-4-15,7 7-7 0,-10-4-29 0,10 4 6 16,-12 9-28-16,9-1 23 0,-1 3-28 0,0 4-34 16,1 0-40-16,3 2-12 0,-1 2 0 0,1 0 15 15,1 1-32-15,1-2-2 0,-1 0-29 0,0-1 2 16,0-1-25-16,1-3 3 0,-1-1-13 0,0-1 71 16,-1-2-6-16,2-1 39 0,-2-8-16 0,-3 10-24 15,3-10-16-15,0 0 0 0,-14-4-3 0,5-3 1 16,0-3 0-16,-3-5-8 0,1-3-8 0,-2-5-8 15,0-2-10-15,-1-2-10 0,2-7-21 0,-2 0 18 16,1-3-8-16,3 6 26 0,1 1-37 0,2 1 36 0,3 6-10 16,2 1-5-16,0 3-8 0,2 3-6 0,4 0-6 15,0 4-3-15,1 4-4 0,3 2 2 16,2 3-2-16,2 2 3 0,2 5-27 0,1 3 40 0,4 3-30 16,3 5 30-16,2 3-1 0,2 4-2 0,-1 2-4 15,0 2 1-15,-2-1-2 0,0 3-2 0,-4-4-11 16,-4-1-8-16,0-1-7 0,-2 1-25 15,-5-4-16-15,1-1-20 0,-7-4-18 0,-2 0-26 16,-2 0-37-16,-7-2-32 0,0-2 5 0,-4 0-2 0,-6-2 23 16,-1-1 15-16,0-4 31 0,-1 0 20 0,-1-5 19 15,-2-1 15-15,-2-2 12 0,2-3 11 0,0 1 9 16,1-3 7-16,2 1 17 0,3-2-2 0,4 3 8 16,4-2 2-16,4 2 0 0,3 0-3 0,4 1 2 15,3-2-2-15,3 2 3 0,5-3 1 0,1 2 0 16,8 0-4-16,0-3 5 0,6 0-2 0,-1 0-2 15,3-2 5-15,3-4-1 0,0 0 10 0,1-2-2 16,-3-1-1-16,-1-3 2 0,-3 1 0 0,-2-3-1 16,-4-1 2-16,-2-5 7 0,-5 5-7 0,-3-2 30 15,-1-2 3-15,-5 0 17 0,-3 3-8 0,-1-3 20 16,-4 0-1-16,-1 0 6 0,-2 2 5 0,0 6 5 16,-3 0 2-16,4 4-19 0,-1 1-7 0,3 5-18 0,-1 3-3 15,5 9 12-15,-10-1 13 0,8 5-4 16,0 6-4-16,1 7 24 0,2 2 4 0,2 7-8 15,4 7 11-15,4 8-23 0,2 0 13 0,2 5-13 16,3 4-12-16,2 2 18 0,-1 0-14 0,-1-9-9 16,1-1-13-16,-3-1-8 0,2-2-7 0,-3-1-5 15,2-4-2-15,-3 0-5 0,1-7-5 0,-2-2 7 16,-1-2-31-16,-1-4-77 0,-2-2-63 0,1-3-54 0,-2-2-68 16,-1-3-115-16,-2-1-113 0,4-4-27 0,-9-4-63 15,9 3-68-15,-2-8-454 0,-1-3-733 0</inkml:trace>
  <inkml:trace contextRef="#ctx0" brushRef="#br0" timeOffset="39214.68">25586 12764 122 0,'6'-21'744'0,"-4"5"-130"0,3 1-126 0,-2 0-58 0,-1 4-54 0,1 2-7 0,-1 2 4 16,-2 7-14-16,-6-9-8 0,6 9-58 0,0 0-28 15,-15 4-46-15,7 3-10 0,-5 3-4 0,-1 4-12 16,-1 2-34-16,-2 5-24 0,-1 1-30 0,4 1-40 15,-2 3 16-15,3 1-7 0,0 1 31 0,7 2-23 16,1-3-16-16,2 0-10 0,4 0 25 0,2-2-8 16,3-1 1-16,3 1-8 0,5-1-11 0,-1-3-9 15,4-6-7-15,-1 0-5 0,6-5-7 0,0 0-7 16,3-6-7-16,0-1 1 0,3-3-2 0,-1-3-2 16,5-3-6-16,-2-3-7 0,-2-1-12 0,-1-4-21 15,1 0-23-15,-5-4-50 0,-5 2-20 0,0 1-63 16,-6 1-43-16,-1-4-45 0,-6 4-19 0,-4 2-13 15,-3 1 3-15,-3 0 3 0,-5 2 37 0,-2 0 12 0,-5 5 49 16,1 1 20-16,-5 1 58 0,0 2 6 16,-2 2 44-16,-3 2 19 0,-1 0 13 0,4 4 10 15,-2-1 11-15,2 0 8 0,1 2 30 0,2-3 28 16,3 2 33-16,2-3 31 0,2-1 29 0,4 1 35 16,-1 0 12-16,10-5-3 0,-11 6-19 0,11-6-25 15,0 0-17-15,0 0-20 0,0 0-13 0,12-5-8 16,-3 2 2-16,1-2-10 0,2-1 3 0,3 0-17 15,0-2-5-15,2-1-1 0,1-2 13 0,2 3-1 16,-1-4 4-16,-1 5 8 0,1-5 16 0,-2 5-19 16,-2-2 16-16,-2 3 4 0,0-1 10 0,-3 1 8 15,-1 0 3-15,1 2 8 0,-2-2-2 0,-2 3-2 16,1-1-4-16,-7 4-4 0,10-6-6 0,-10 6-9 0,10-6-10 16,-10 6-14-16,8-2-9 0,-8 2 7 0,6 3-13 15,-1 2-7-15,-1 2-34 0,1 3 29 16,-1 2-20-16,3 3 22 0,0-1-35 0,1 5 26 15,0-1-4-15,1 1-7 0,1 2-5 0,0 0-3 0,0-2-1 16,0 0-2-16,-1-2-3 0,2 0-7 0,1 0-20 16,-3-5-49-16,-1 1-72 0,0-1-74 0,-1-4-78 15,2 0-99-15,-2-2-124 0,-7-6-54 0,12 4-42 16,-12-4-93-16,11-2-537 0,-11 2-852 0</inkml:trace>
  <inkml:trace contextRef="#ctx0" brushRef="#br0" timeOffset="39497.81">25930 12401 27 0,'-4'-14'906'0,"-1"0"-185"16,4 3-121-16,-2 3-119 0,1-2-77 0,-1 5-23 16,3 5-3-16,3-8-23 0,-3 8-39 0,0 0-33 15,20 6-23-15,-6 1-13 0,4 11-32 0,9 3 0 16,1 5-9-16,3 4 50 0,0 2-62 0,4 6-31 15,1-1-21-15,-3 3-26 0,-4-7-25 0,-3 0-16 16,-3-1-16-16,0 0-35 0,-5 1 18 0,-4-5-30 16,-5-1 23-16,-2 1-33 0,-3-2 25 0,-4-1-32 15,-6 0 23-15,-1 2-16 0,-4-3-17 0,-4 0-37 16,0-2-42-16,-4-2-55 0,0-1-79 0,3-4-51 16,0-2-74-16,3-3-99 0,0-2-76 0,4-2-101 15,3-2-201-15,6-4-311 0,-7-6-756 0</inkml:trace>
  <inkml:trace contextRef="#ctx0" brushRef="#br0" timeOffset="39748.08">26610 12527 1314 0,'0'0'892'15,"0"0"-178"-15,0 0-93 0,0 0-86 0,0 0-106 16,-1-8-96-16,1 8-50 0,8-10-32 0,0 3-35 15,4-4-42-15,3 3-28 0,6-4-11 16,4-3-7-16,3 2-11 0,7-4-17 0,1 0-19 0,1 1-13 16,1-2-10-16,0 0-40 0,-2 0 26 0,-1 0-36 15,-1 0 23-15,-3-1-39 0,-7 4 22 0,-1-1-63 16,-5 3-51-16,-3-1-86 0,-3 0-103 0,-7 2-109 16,-1 3-86-16,-7-2-26 0,-2 3-83 15,-6-2-108-15,-8 1-357 0,-1 1-675 0</inkml:trace>
  <inkml:trace contextRef="#ctx0" brushRef="#br0" timeOffset="39914.3">26694 12093 507 0,'0'0'553'15,"-2"11"-91"-15,3-1 17 0,-1 1-3 0,4 3-32 16,0 5-1-16,0 1-32 0,2 5-39 0,3 3-48 16,0 3-49-16,4 3-21 0,1 1-39 0,1 0 1 15,2 0-88-15,1 1 19 0,0-2-71 0,1-1-15 16,-3-2-4-16,1-1-13 0,-3-5-21 0,0 1-3 15,-4-6-92-15,-1 0-140 0,-1-3-158 0,-3 0-133 16,-4-1-205-16,-1-3-598 0,-4 1-909 0</inkml:trace>
  <inkml:trace contextRef="#ctx0" brushRef="#br0" timeOffset="40614.56">22538 15593 335 0,'-15'-20'580'0,"5"2"-87"16,-2-1-71-16,-2 2 26 0,5 3-8 16,0 0-62-16,1 4-70 0,1 0-62 0,1 1-46 15,0 3-25-15,6 6 36 0,0 0-25 0,0 0-14 16,4 9 4-16,4 3-36 0,2 4-25 0,7 6-21 0,6 4 11 15,0 6-23-15,3-1-13 0,-1-1-10 16,2 2-17-16,-2 0-7 0,0-1-6 0,-2-4-5 16,0 4-24-16,-3-3 24 0,-4-5-32 0,-1 0 17 15,0-3-25-15,-3-3-77 0,-5-4-85 0,2-1-28 0,-5-4-92 16,1 1-93-16,-5-9-66 0,0 7-38 0,0-7-5 16,-9-3-10-16,3-1-266 0,-6-5-292 0</inkml:trace>
  <inkml:trace contextRef="#ctx0" brushRef="#br0" timeOffset="40830.61">22583 15641 154 0,'-15'-37'425'0,"2"1"-49"0,4 6-45 16,5 2-59-16,2 4-44 0,3 0-23 0,3 3-54 16,4 0 25-16,3 2-23 0,2 2 23 0,5-1-17 15,1 2 8-15,1 3 2 0,-1 3 0 0,3 1-3 16,-1 3-22-16,-2 0-25 0,-3 4-20 0,2 0-20 16,-4 2-7-16,0 2-8 0,-2 0 18 0,-2 3-4 15,-1 0-7-15,-4 3-12 0,-2 1-9 0,-3 1-9 16,-3 2-7-16,-3 1-8 0,-6 4-1 0,1-1-11 15,-3 1 2-15,-2 1-9 0,0 0 4 0,0-4-10 16,1 1-8-16,5-5-65 0,0 1-72 0,-1-3-77 16,6-1-85-16,0-2-58 0,5-5-99 0,0 0-475 15,0 0-515-15</inkml:trace>
  <inkml:trace contextRef="#ctx0" brushRef="#br0" timeOffset="41100.82">23478 14976 752 0,'10'-13'710'0,"-6"5"-125"0,-4 8-86 16,-4-9-79-16,4 9-40 0,-19 1-45 0,3 4-23 15,-5 4-26-15,-6 6-34 0,-6 5-51 16,-1 2-9-16,1 4-56 0,2 4-24 0,3 3-16 16,3 1-14-16,3 4 25 0,5 1-54 0,4 2 16 0,6 1-14 15,3 0 36-15,4-5-5 0,7 6-18 0,4-4-3 16,3-1-6-16,5-2-16 0,3-4-6 15,6 0-6-15,2-7-4 0,2-1-9 0,2-5-6 16,4-3 0-16,-2-4-21 0,-3-4-33 0,3-7-47 0,-4-2-81 16,4-4-94-16,0-1-115 0,3-7-89 0,-2-2-88 15,-2-4-104-15,-2-5-450 0,-4-5-725 0</inkml:trace>
  <inkml:trace contextRef="#ctx0" brushRef="#br0" timeOffset="41348.67">24052 14954 430 0,'-7'-10'595'0,"1"2"-120"0,-4 3-37 16,-1 1-24-16,-4 4-17 0,0 0 1 0,-4 2-19 15,-1 2-45-15,-3 3-32 0,0 0-40 0,-2 6-43 16,0 1-29-16,1 3-5 0,1 4-34 0,4 0 8 0,0 5-68 16,2 0-19-16,6 0-12 0,2 0-7 15,1 1 22-15,8-2-52 0,0 2 34 0,3-2-48 16,4 2 37-16,5 0-50 0,1-4 40 0,3 0-43 15,2-3 39-15,1-2-9 0,4-6-5 0,-2-1-2 16,1-3-4-16,2-2-3 0,1-4 0 0,-2-2-5 16,-2 0-46-16,4-5-61 0,-2-1-91 0,-1-3-69 15,-3-4-86-15,-1 0-35 0,-4-1-44 0,-1-5-55 16,-4 3-44-16,-4-1-32 0,-4-2-271 0,-2 5-369 16</inkml:trace>
  <inkml:trace contextRef="#ctx0" brushRef="#br0" timeOffset="41513.75">23885 15183 24 0,'-23'3'418'15,"0"1"-93"-15,2 2-44 0,0 0-30 0,3 0-35 16,4-1-5-16,-1 1 6 0,2-1-16 0,3 1 45 16,2-2 0-16,2-1 15 0,6-3-2 0,-3 6-27 15,3-6-35-15,0 0-44 0,13 3-23 0,1-5-31 16,2-1-15-16,3-1-21 0,6-3-9 0,5 0-11 16,0-4-13-16,9-2-28 0,-2-2-65 0,0 1-98 15,0-1-81-15,-10 1-109 0,0 0-114 0,-1 0-464 16,-3 0-502-16</inkml:trace>
  <inkml:trace contextRef="#ctx0" brushRef="#br0" timeOffset="41864.67">24290 15158 87 0,'-11'4'842'0,"1"0"-199"15,1-2-101-15,-4 1-70 0,4 0-50 0,9-3-26 16,-14 3-37-16,14-3-24 0,-14 2-67 0,14-2-47 0,-10-2-60 15,10 2-18-15,0 0-41 0,-4-6-6 16,4 6-40-16,8-6 7 0,-8 6-12 0,11-6-11 16,-1 3-8-16,-1 2-3 0,-9 1-7 0,16-3-6 0,-16 3-15 15,19 0 9-15,-19 0-14 0,16 4 16 0,-8-2-19 16,-2 4 20-16,1-2-17 0,-2 3 12 16,0 1-20-16,-2 0 22 0,-1 1-16 0,-2 0 17 0,1 3-17 15,-1-4 19-15,-1 1-22 0,1-1 18 0,0 0-21 16,0-1 19-16,-1 0-15 0,1-7 20 15,0 11-18-15,0-11 22 0,-1 10-23 0,1-10 21 0,2 7-26 16,-2-7 25-16,0 0-24 0,14 0 25 16,-2-3-19-16,-1-1-2 0,2-1 0 0,5-2-1 0,-1-2 11 15,2 0-30-15,0-2-19 0,-1-1-47 0,5-3-33 16,-2-1-50-16,1-2-57 0,-3 1-60 0,2-2-44 16,-4 0-70-16,-5 2-106 0,1-2-481 0,-5-2-593 15</inkml:trace>
  <inkml:trace contextRef="#ctx0" brushRef="#br0" timeOffset="42113.57">24367 14701 521 0,'-1'-8'493'0,"1"8"-115"0,3-8-75 0,-3 8 11 16,10-5-3-16,-10 5-29 0,18-1 1 0,-4 4 4 15,2 0-8-15,3 5-2 0,4 1 6 0,3 4-40 16,5 6-4-16,-2 2-46 0,3 3-2 0,-4 1-25 15,2 3-47-15,-4 1 12 0,0 0-60 0,-4 3 23 16,-4 0-53-16,-2 0 34 0,-4-3-57 0,-5-1-5 0,0 3-2 16,-5-6-11-16,-2 3-20 0,0-1-16 15,-4-1-59-15,-3 2-49 0,-1-4-71 0,-1 1-76 16,0-3-61-16,0-3-61 0,-1-2-91 0,-1-1-126 16,2-4-285-16,2-5-485 0</inkml:trace>
  <inkml:trace contextRef="#ctx0" brushRef="#br0" timeOffset="42530.43">24993 14655 657 0,'0'0'628'0,"9"6"-77"0,-2-1-71 15,-1 6-106-15,4 1-41 0,1 4-42 0,0 2-40 16,6 4-33-16,-2 1-35 0,4 0-31 0,-1 0-25 15,-3-2-28-15,3 1-23 0,-1-2-11 0,-2 2-14 16,-2-5-7-16,-3-2-10 0,2-2-3 0,-5 0-8 16,1-4-1-16,0 1 10 0,-3-3-3 0,-3-3-5 15,-2-4-1-15,0 0-1 0,-3 6 5 0,-5-9-2 16,-1-3 9-16,-5-6-9 0,-4-2 4 0,-2-7 2 16,-3-5-2-16,-3-5-4 0,-1-3-6 0,3-3-2 15,-3-8-8-15,7 4 7 0,0 1-8 0,6-3 4 16,4 0-3-16,3 1-2 0,3 6 3 0,2 4-3 15,2 6-4-15,4 1-3 0,0 3 3 0,4-1-3 16,3 8 2-16,-1 0-5 0,2 6 3 0,3 3 6 16,-1 1-8-16,2 5 0 0,-2 5 2 0,2 1-1 15,-3 3-1-15,1 2-7 0,-1 3 12 0,-3 3-8 0,-1 0 8 16,-2 2-9-16,-5-2 12 0,1 2-8 16,-3-1 7-16,-3 1 1 0,-1 2 2 0,-3-1-5 15,-5 0 2-15,1-2-4 0,-6 3 1 0,4-6-6 16,-6-1-35-16,4 0-79 0,-2-4-84 0,3-2-97 0,-1-2-62 15,2-2-71-15,1-2-71 0,12-2-504 16,-19-1-610-16</inkml:trace>
  <inkml:trace contextRef="#ctx0" brushRef="#br0" timeOffset="42797.43">25452 14181 535 0,'13'-4'845'0,"-4"1"-188"0,-9 3-105 0,13-2-86 0,-13 2-52 16,2 6-23-16,-2 2-60 0,-5 2-19 0,0 3-66 16,-1 5 12-16,-1 2-79 0,-2 6-32 0,-1 2-23 15,4 4 8-15,1 3-25 0,1 1-21 0,2 3 26 16,4 7-66-16,4-2 31 0,1 0-57 0,5 0 39 16,4-4-54-16,3 0 42 0,3-2-12 0,3-5 2 15,1-3-14-15,3-3-8 0,3-2-1 0,1-6-5 16,1-1-16-16,0-3-30 0,-3-6-58 0,-2-2-90 15,-1-4-88-15,-1-1-95 0,-1-4-82 16,-1-1-54-16,-1-6-116 0,0-2-557 0,-3-5-787 16</inkml:trace>
  <inkml:trace contextRef="#ctx0" brushRef="#br0" timeOffset="43180.28">26038 14379 458 0,'-11'3'564'0,"11"-3"-72"16,-4 4-36-16,4-4-24 0,-3 12-56 0,0-5-34 16,-1 2-34-16,4 0-17 0,-2 2-50 0,0 0-38 0,0 2-17 15,1-2-39-15,1 1-33 0,0 0-14 0,1 0-28 16,1-1-9-16,-2-1-17 0,0-2-4 0,0-2-10 16,2 2 47-16,-2-8 18 0,0 11 65 0,0-11-71 15,0 0 21-15,0 0-61 0,0 0-13 0,-10-6-4 16,3-1 3-16,1-5-11 0,-1-3 0 0,-4-2 45 15,1-2-53-15,-4-6 44 0,1-3-11 16,0-4-10-16,-2 0-7 0,2-3 1 0,3 6-3 0,1 0 0 16,2 2-1-16,2 5 0 0,1 0-7 0,2 6-4 15,-1 0-6-15,6 4-3 0,-1 0-2 0,2 5 5 16,4 1-8-16,1 3 0 0,-9 3 9 0,23 3 8 16,-9 4 4-16,4 1-5 0,1 5-2 0,1 3 0 15,2 0 5-15,1 2-49 0,-2 1 46 0,0 2-59 16,0-2 39-16,-2 1-59 0,0-1-32 0,-1 0-56 15,-5-3-71-15,-2 0-84 0,1-4-74 0,-6 1-15 16,1-1-25-16,-5-2-49 0,-2-2-46 0,-1 0-36 16,-4-1-358-16,-2-1-467 0</inkml:trace>
  <inkml:trace contextRef="#ctx0" brushRef="#br0" timeOffset="43515.27">25928 14420 415 0,'-8'-4'453'15,"2"-1"-100"-15,6 5-84 0,-7-6-28 0,7 6-11 16,0-7-10-16,0 7-11 0,7-8-12 0,-1 4-3 15,0 0-9-15,3-2-13 0,0-1-10 0,5 0-13 0,-1 0-21 16,2-1-21-16,0-3-1 0,2 0-10 16,0-2 1-16,2-1-24 0,0-2-13 0,-1-2-9 15,-1-3-7-15,-2 0-6 0,0-1-1 0,-2-1-5 16,0-2-5-16,-3-1-4 0,-3-1-5 0,-1 3 1 0,-3-2-4 16,-1 1 6-16,-3-1 5 0,-2 1 23 15,0 3 22-15,-1-2-8 0,-1 3 17 0,-2 1 34 0,3 4 6 16,-1 0-12-16,0 3-6 0,1 1-6 0,2 3-13 15,-1 3-2-15,3 6 15 0,0 0-10 0,0 0 0 16,-6 8-4-16,8 4 39 0,2 5-64 0,3 5 51 16,4 7-47-16,3 8 40 0,5 0-40 0,-1 1 24 15,4 0-47-15,0 1 31 0,1-1-37 0,0-1 25 16,0-1-41-16,0-2 0 0,-2-2-6 0,1-2-4 16,1 0-3-16,-5-3-60 0,1-4-68 0,-5-3-79 15,0-3-90-15,-3-3-78 0,-1-2-50 0,-3-1-28 16,0-2-33-16,-1-4-82 0,-2 0-89 0,-4-5-287 15,11 1-516-15</inkml:trace>
  <inkml:trace contextRef="#ctx0" brushRef="#br0" timeOffset="43785.44">26813 13916 668 0,'7'-16'624'0,"-2"3"-102"15,-1-1-32-15,-2 3-59 0,-2 2-29 0,0 1-19 16,-5 2-28-16,-1 1-34 0,-3 0-23 0,-5 3-46 15,1 1-38-15,-2 1-30 0,-2 3-11 0,-2 2-23 16,0 4-9-16,1 1 20 0,1 2-56 0,2 4 25 16,-2 3-59-16,4 3 32 0,4-1-20 0,3 2-15 0,4 0-16 15,3 0-9-15,4 1-6 0,5 2-8 16,4-2-7-16,1 0 2 0,5-2-49 0,0-2 43 0,4-2-40 16,1-2 43-16,-1-3-46 0,2-1 42 0,-2-5-51 15,1-1 5-15,-2-2-105 0,-1-3-41 0,-1-2-120 16,-2-2-82-16,-1-3-58 0,1-1-2 0,-4-3-35 15,-1 1-7-15,-4-3 9 0,-2 0-17 0,2-1-363 16,-5-2-395-16</inkml:trace>
  <inkml:trace contextRef="#ctx0" brushRef="#br0" timeOffset="44162.96">26964 14052 340 0,'0'0'312'0,"-18"0"-56"0,18 0-4 0,-19 0-42 16,10 3-1-16,9-3-36 0,-15 1 20 0,15-1-1 15,-14 2 12-15,14-2 16 0,0 0 17 0,-13 1 5 16,13-1-2-16,0 0-19 0,0 0-25 0,4-6-21 15,-4 6-17-15,10-6-12 0,-2 2-19 0,0-2-20 16,4-1-19-16,0-2-15 0,2 0-13 0,1-1-7 16,2 1-4-16,-2-4-5 0,2 3 6 0,-2-2 12 15,0 1-9-15,1 1 9 0,-2 1-22 0,-3 2 5 16,1 1-18-16,-3-1 3 0,-2 1-17 0,2 3 8 16,-9 3-15-16,13-5 10 0,-13 5-15 0,10 2 13 15,-10-2-11-15,8 6 7 0,-6 1-12 0,0 0 9 16,-4 2-2-16,2 2 0 0,-5 0-1 0,3 1-1 15,-1 1 3-15,1-1 0 0,-1-1-3 0,1 2-1 16,0-2-1-16,1-2 2 0,-2 0-2 0,3 0 2 16,-1-3 0-16,0 1-1 0,1-7 4 0,-3 12 22 15,3-12-7-15,3 6-5 0,-3-6-1 0,0 0-2 16,8 3 7-16,-8-3-2 0,9-3-2 0,-9 3 5 16,12-8-29-16,-3 5 21 0,0-1-5 0,1 0-1 15,3-2-4-15,4 1 1 0,-2-1-1 0,2 2 0 16,-1-2-5-16,2 2-4 0,0-2-44 0,-1-1-93 15,2 1-116-15,-4-1-114 0,1-1-77 0,-2-1-130 16,1-2-557-16,-4-1-751 0</inkml:trace>
  <inkml:trace contextRef="#ctx0" brushRef="#br0" timeOffset="44413.75">27328 13593 678 0,'-1'-9'508'0,"1"9"-115"0,0-9-36 0,0 9-22 0,5-5-23 15,-5 5-4-15,0 0 1 0,21 2-6 0,-9 2-5 0,1 3 1 16,4 3-30-16,1 0-9 0,3 5-55 16,2 3-30-16,-1 0-8 0,6 5-26 0,-3 1 43 15,-4 1-67-15,-1-2 33 0,-3 0-51 0,-3 2 24 16,0 1-25-16,-6 0-15 0,-3-2-20 0,-3 2-11 16,-4-1-14-16,0 2-9 0,-5 0-7 0,-2 1-5 0,-3-1-5 15,0-2-12-15,-2 0-38 0,1-3-40 0,3-4-78 16,-1-1-89-16,3-4-65 0,0-1-55 0,-1 0-58 15,4-6-52-15,1-2-104 0,4-4-86 16,0 0-296-16,0 0-547 0</inkml:trace>
  <inkml:trace contextRef="#ctx0" brushRef="#br0" timeOffset="44664.2">27892 13226 458 0,'5'-15'837'0,"0"1"-192"0,-2 4-97 16,1 3-49-16,-4 7-29 0,7-6-57 0,-7 6 9 0,12 3-101 16,-6 3 10-16,1 2-81 0,3 6 32 0,0 3-81 15,3 2 23-15,3 6-70 0,-2 0 16 0,7 6-45 16,-1-1 7-16,0 1-59 0,1-2 19 0,0 2-51 16,-1-3 21-16,-1-2-41 0,0-2 24 0,-3-2-46 15,2-3-38-15,-6-3-85 0,1 0-71 0,1-2-83 16,-5-4-76-16,1 2-78 0,-2-3-55 0,-3-1-18 15,-4-2-59-15,-1-6-51 0,-1 9-392 0,1-9-607 16</inkml:trace>
  <inkml:trace contextRef="#ctx0" brushRef="#br0" timeOffset="44830.82">27974 13594 100 0,'-12'-7'626'0,"2"0"-163"16,1 2-64-16,5-1-28 0,0 1-6 0,4 5-7 15,0-12-4-15,4 4-22 0,3 0-44 0,3-2-50 16,5-1-41-16,2-2-29 0,3-2-43 0,5 0-26 15,5-2-20-15,2-2-15 0,3-2-13 0,2 1-10 16,-2-3-9-16,3 3-6 0,-1-4-9 0,0 1-5 16,0-3-40-16,-4 2-66 0,-4 1-82 0,1 0-76 15,-10 4-64-15,-1 1-91 0,-8 4-155 0,-4 1-370 16,-3 4-505-16</inkml:trace>
  <inkml:trace contextRef="#ctx0" brushRef="#br0" timeOffset="45369.49">23644 16836 198 0,'-5'-14'493'0,"0"2"-81"0,2 1-55 0,-1 0-10 0,2 2 16 0,-1-1-59 0,1 3-55 0,0 0-46 15,0 2-35-15,2 5 37 0,0 0 16 0,4-7-6 16,-4 7-15-16,11 8-37 0,-1 2-12 0,3 2-32 16,4 3-19-16,2 6-28 0,4 3-8 0,1 3-14 15,2 0-10-15,-3 4-12 0,2-1 1 0,-2 1-7 16,0-2-7-16,-2 0-8 0,-1 0-6 0,-1-7-72 0,-5 0-97 16,2-2-136-16,-5-2-80 0,-2-5-51 15,-2-1-64-15,-1-5-422 0,-6-7-492 0</inkml:trace>
  <inkml:trace contextRef="#ctx0" brushRef="#br0" timeOffset="45597.84">23732 16764 292 0,'-6'-33'444'0,"3"7"-103"0,2 1-65 0,2 1-50 16,3 2-15-16,2 0-12 0,3 3 0 0,2 3-11 16,2 0-19-16,2 4-21 0,-1 4-23 0,0 2-5 15,2 2 4-15,-3 3-11 0,2 4-10 0,-2 0-16 16,0 3-15-16,2 3-13 0,-6 0-2 0,0 4-7 15,0 0-11-15,-5-1-6 0,-3 2-7 0,-1 0-3 16,-4 2-6-16,-1 0 0 0,-5 0-3 0,-1 2 4 16,-3-2-16-16,1-1 14 0,-1-1-16 0,-3-1-4 15,6-2-38-15,-1-3-68 0,1-1-55 0,2-3-92 16,9-4-86-16,-14 1-126 0,14-1-298 0,-6-8-283 16</inkml:trace>
  <inkml:trace contextRef="#ctx0" brushRef="#br0" timeOffset="45847.71">24356 16074 138 0,'9'-8'718'0,"-3"1"-161"0,-6 7-98 16,3-5-37-16,-3 5-50 0,-11 2-11 0,1 7-9 0,-6-1-41 16,-4 4-26-16,-4 5-7 0,-5 4-36 0,-1 4-24 15,2 4-48-15,-1 0 12 0,3 7-56 0,-2 9-1 16,8-6-47-16,0 4 27 0,6 1-18 0,4 4 12 15,5-3-31-15,5 5-5 0,5 0 30 0,8-1-36 16,5 6 11-16,6-1-34 0,4-2 13 0,4-4-10 16,5-3-6-16,2-3-3 0,3-6-7 0,1-2-24 15,-4-10 10-15,0-2-55 0,3-8-55 0,3-1-117 16,-3-3-113-16,-3-8-132 0,-1 0-85 0,1-6-133 16,5-3-525-16,-4-7-817 0</inkml:trace>
  <inkml:trace contextRef="#ctx0" brushRef="#br0" timeOffset="46396.82">25109 16196 345 0,'-11'-17'619'0,"-2"2"-117"0,-3 0-63 16,-3 6-3-16,-3-1-27 0,-1 4-17 0,-4 3-19 16,0 0-20-16,-1 3-28 0,0 5-43 0,-4 1-27 0,1 2-22 15,2 6-21-15,-4 5-35 0,2 7-10 0,3 1-41 16,4 4 9-16,1 2-42 0,4 3 1 0,3 0-37 15,6 2 9-15,5-5-32 0,5 1 13 0,2-1-27 16,9-1 1-16,1 4 6 0,9-3-4 0,1 0-5 16,3-4-5-16,3-3-1 0,2-3-7 15,0-3 16-15,4-3-20 0,-4-5-1 0,0-2 4 0,0-4-3 16,-3-4-6-16,1-2-5 0,0-1-34 0,-2-5-68 16,-3-1-80-16,-1 0-58 0,-1-5-77 0,-5-2-25 15,0-3-28-15,-3-3-1 0,0 1 5 0,-5-3 31 16,-3 1 30-16,-1-3 32 0,-2 2 61 0,-3 3 31 15,-2 0 52-15,-2 2 12 0,1 0 36 0,-5 3 17 16,-1 0 2-16,1 3 44 0,-2 0 27 0,-3 3 26 16,-2 0 16-16,0 4 8 0,-2-1 7 0,-1 4 11 15,-2-1 0-15,-1 4 10 0,-3-1-2 0,-1 4-1 0,2 1-2 16,0 0-10-16,3 2 5 0,-2-2 0 16,3 5-2-16,2-3 1 0,0 2-9 0,5-2-1 15,1 0 27-15,3 0 33 0,1 0 29 0,4-3 10 0,4-5-7 16,-4 9-9-16,4-9-15 0,7 5-18 0,-7-5-14 15,10 3-8-15,-10-3-12 0,16-2-8 0,-7 1-12 16,2-4 0-16,0 2 14 0,1-3 2 16,-1 1-9-16,2-3-8 0,-2 2-4 0,1-3 1 0,-1 5 15 15,-3 0-13-15,0-1-1 0,1-1-16 0,-2 3-1 16,0 0-3-16,0-2-14 0,4 2 3 16,-2-2-15-16,1 2 7 0,1 0-20 0,0-3-14 15,0 4-45-15,4-3-69 0,0 1-85 0,0 1-93 0,0-3-65 16,2 0-71-16,-2 2-56 0,4-4-436 0,0 1-526 15</inkml:trace>
  <inkml:trace contextRef="#ctx0" brushRef="#br0" timeOffset="46881.2">25298 16321 359 0,'0'0'582'0,"0"0"-81"0,0 0 2 0,0 0 23 0,0 0-30 0,0 0-23 0,0 0-55 16,3-6-19-16,-3 6-97 0,0-7-23 0,0 7-23 15,-2-10-67-15,2 10-29 0,2-11-32 0,1 3-3 16,1 0-20-16,0-2-21 0,2 3-12 0,1-5-14 16,1 3-11-16,1-1-8 0,2 0-6 0,-1 2-6 15,1 0 5-15,-3-2-14 0,0 6-6 0,-1-2-5 16,0 2-2-16,-7 4-1 0,11-5 0 0,-11 5 0 16,7 9-3-16,-4-5-1 0,-3 5 9 0,0 3 13 0,-5 3-24 15,0 2 19-15,-1 3-18 0,-3-1 16 16,0 1-21-16,0-1 18 0,0 0-19 0,1 0 15 0,-2-3-22 15,5-3 22-15,-1-1-13 0,2-1 12 16,-1-2-13-16,0 0 19 0,1 0-21 0,1-4 20 16,3-5-19-16,-2 9 20 0,2-9-21 0,0 0 19 0,12 0-18 15,-3-4 15-15,2 1-14 0,1-3 14 16,0 2-16-16,2-1 14 0,1 1-12 0,-2-2 15 0,2 1-16 16,-1 3 15-16,2 0-19 0,-2-1 17 0,0 3-11 15,1 0 10-15,-2 3-18 0,2 0 21 16,-1 2-21-16,-3 3 18 0,0-2-15 0,-1 1 20 0,-3 2-19 15,-2-1 17-15,1 0-17 0,-3 1 19 0,-2 1-12 16,-1-2 11-16,-2 2-16 0,-1-1 22 0,-2 0-18 16,-2 1 16-16,0-1-17 0,-5-1 17 15,2 2-22-15,-4-4 23 0,1-1-18 0,-3-2 12 0,2 0-27 16,-2-1 5-16,-2-4-75 0,-1-1-59 0,2-3-95 16,-2-1-57-16,1-2-87 0,1-2-25 0,1-2-5 15,3-3-43-15,3-3-9 0,0 0 0 0,2-4-2 16,3-7-310-16,1-2-300 0</inkml:trace>
  <inkml:trace contextRef="#ctx0" brushRef="#br0" timeOffset="47114.38">25338 15893 146 0,'11'-26'503'0,"3"2"-79"0,0 2-71 0,4 3-10 0,-2 7-7 0,6 2 4 0,2 3 2 0,1 3 6 0,4 4-16 0,4 5-26 16,4 2-8-16,4 5-35 0,0 3-28 0,-1 1-25 15,-3 3-14-15,-3 2-27 0,-4 1-20 0,-5-2-11 16,-3 3-50-16,-4-2 27 0,-3 2-13 0,-1 0-9 15,-5-1-9-15,-2-3-12 0,-2 5 0 0,-4-5-30 16,-2 1 5-16,-3 3-22 0,-1 0 8 0,-3-1-26 16,-2 3 14-16,0-5-24 0,-1 1-33 0,1-3-95 15,0-2-74-15,1 0-92 0,0-2-65 0,1-3-70 0,-2 0-20 16,3-1-66-16,-1-3-60 0,0-2-427 0,1-3-607 16</inkml:trace>
  <inkml:trace contextRef="#ctx0" brushRef="#br0" timeOffset="47547.66">26353 15596 583 0,'16'6'607'15,"-9"-2"-98"-15,2 8-46 0,0 0-53 0,1 4-78 16,2 1-41-16,-1 1-28 0,5 6-25 0,-5 0-40 15,6-1-18-15,-3-1-31 0,0 2-23 0,1 0-33 16,-1-1-21-16,2-1-13 0,-2-2-12 0,-3-2-7 16,1-1-8-16,-2-2-8 0,-1-2-3 0,-1-2-2 15,-2-1 4-15,-1-2 9 0,-2-4-5 0,-3-4-11 16,3 5 4-16,-3-5-2 0,-8-3-5 0,1-3-2 16,-3-5 4-16,-4-3-7 0,-3-6 8 0,-6-8-11 15,0 1 7-15,-1-6-5 0,1-3 5 0,1-1-8 0,-1-3 12 16,5 0-5-16,2-1 2 0,4 1-6 0,3 1 3 15,4 3-8-15,5 8 7 0,0 0-7 16,8 3 5-16,-2 2-6 0,3 2 4 0,5 3-13 0,0 3 16 16,2 2-13-16,0 7 7 0,2 1-7 0,-1 5 7 15,-1 3 2-15,2 1-4 0,1 5 1 0,-3 3-1 16,0 3 7-16,-4-1-9 0,-1 3 7 16,-2 2-7-16,-2-1 7 0,-5 0-12 0,0 0 14 0,-4 1-12 15,0-2 7-15,-5 4-7 0,-2-1 8 0,-5-1-5 16,-1 2 5-16,-2-3-13 0,1 0-27 0,-1-4-74 15,2-2-62-15,-1 0-77 0,5-4-83 16,1-1-51-16,1-3-88 0,9-4-69 0,-12 0-333 0,12 0-426 16</inkml:trace>
  <inkml:trace contextRef="#ctx0" brushRef="#br0" timeOffset="47780.8">26843 15062 382 0,'7'-13'640'0,"0"3"-153"0,-1 4-33 0,-6 6 18 16,5-6-11-16,-5 6-12 0,0 0-36 0,-5 12-35 16,-1-1-45-16,-2 5-61 0,-6 8 14 0,1 1-83 15,-5 9-31-15,2 4 24 0,-1 2-33 0,4 1-20 16,1 3-27-16,4 0-19 0,1 1-7 0,6-7-33 0,5 6 8 16,4-1-34-16,6-4 10 0,4 0-24 15,6-3-1-15,4-3-5 0,4-2-5 0,3-5 1 16,5-2-4-16,0-4-29 0,2-3-83 0,4-2-129 15,-1-5-161-15,1-3-159 0,-8-3-115 0,-2-4-744 16,3-4-1023-16</inkml:trace>
  <inkml:trace contextRef="#ctx0" brushRef="#br0" timeOffset="48514.35">27539 15291 375 0,'-9'4'645'0,"0"2"-106"0,-1 2-64 0,0 5-44 0,0-2-58 15,0 5-27-15,-1 0-34 0,5-1-24 0,1-1-23 16,-3 2-24-16,4 0-42 0,-1-3-20 0,3 2-43 16,-2-4-13-16,2 1-40 0,-2-2-5 0,3-1-24 15,-1-1 28-15,-1-2 9 0,1 0-3 16,2-6-14-16,-4 5-17 0,4-5-11 0,0 0-6 0,-8-11-10 16,7 3 1-16,-2-3-10 0,-2-3 3 0,3-2-41 15,-5-5 40-15,2-1-34 0,1 0 3 0,-2-8 27 16,-2 1-34-16,1 0 37 0,2-5-14 0,-1 1 1 15,2 0-5-15,3 0 0 0,0 5-2 0,1 2 0 16,1 2 1-16,2 2-6 0,1 5-1 0,2 2 0 16,4 3-2-16,0 4 3 0,3 3-2 0,0 5-1 15,1 4 7-15,5 5-7 0,-3 3 3 0,5 6-1 16,-4 0 1-16,-2 4-33 0,2 0 22 0,-4 3-23 16,1 1 24-16,-4-1 0 0,-1 0-11 0,-4-1-15 15,1-2-26-15,-2 1-38 0,-4-4-21 0,0 2-18 16,-2-4-5-16,-3-1-18 0,-2 1-7 0,1-2-22 0,-2-3-19 15,-3 1 4-15,0-3 7 0,1-2 38 16,-4-1 7-16,1-1 41 0,-2-4 14 0,2 0 34 16,-3-2-3-16,0-2 32 0,0-2-1 0,2 0 13 0,-3-4 11 15,2 1 14-15,-3-3 16 0,1 2 27 16,2 1 27-16,2 0 31 0,0 0 18 0,3 1-12 16,1 1-18-16,3 1-17 0,6 4-13 0,-7-8-10 15,7 8-9-15,8-8-4 0,0 5-5 0,3-1-5 0,4 0 9 16,0 0 9-16,4-1 0 0,2-1-4 0,0-1 1 15,1 0 16-15,-1-2-7 0,1 0-1 16,4-5-8-16,-1 2-6 0,-1-5-3 0,-1 1 0 16,-1-3-3-16,-1 1-9 0,-5-2 22 0,1-3-12 0,-4 0-4 15,-1-2-7-15,-3 0 3 0,-2-2-9 0,-3 1 1 16,-1-2-5-16,-3 0 3 0,-1-5-8 0,-4 0 6 16,1 2 1-16,-2-1 28 0,1 6 29 0,-2 1 10 15,2 5 6-15,3 2-14 0,-2 6-14 0,1-3-11 16,1 6-10-16,-1 2-3 0,3 7 10 0,0 0 40 15,0 0 6-15,-1 16-14 0,6 0 11 0,0 6-8 16,8 9 16-16,0 4-13 0,3 5 20 0,0 1-1 16,3 0-11-16,-1-1-58 0,1 2 46 0,0 1-56 15,-1-1 36-15,1-3-5 0,-2 1-5 0,1-2-9 16,-3-1-11-16,0-3-6 0,-3-5-10 0,-1-3-42 16,-2 0-66-16,0-4-76 0,-1-2-78 0,-1-1-96 15,-3-4-77-15,0-1-2 0,1-3-37 0,-1-3-32 16,1-2-46-16,-5-6-397 0,8 5-516 0</inkml:trace>
  <inkml:trace contextRef="#ctx0" brushRef="#br0" timeOffset="48817.33">28144 14999 296 0,'2'-25'541'0,"0"2"-93"0,-1 2-33 0,0 3-35 0,-1-1-35 0,-1 7-35 0,0-1 3 0,-2 3 23 0,-2 3-8 0,0 2-15 0,5 5-17 16,-18-3-30-16,8 7-31 0,-4 1-3 15,1 4-38-15,-4 1-13 0,4 5-24 0,-2 1-17 0,5 1-17 16,0 2-24-16,-2 2-21 0,6 0-10 0,1 1-12 16,3 1-53-16,2-2 39 0,2 1-46 0,1 0 44 15,5-1-51-15,2-2 45 0,2 0-48 0,1 0 44 16,3-4-46-16,0-1 42 0,3-3-49 0,1 0 47 16,1-3-48-16,0-2 45 0,0-3-59 0,-1-1 13 15,2-3-89-15,-2-1-30 0,3-3-19 0,-1-2-51 16,-3-1-71-16,-1-2-54 0,0-2-10 0,-1-1 8 15,-4 1 31-15,-4 0 18 0,1 1 42 0,-4 0-10 16,-1 1 10-16,-5 2 5 0,1 2 17 0,-2 0 5 16,-3-1-9-16,-1 3-21 0,-4 1-56 0,2-1-137 15,-4 2 79-15</inkml:trace>
  <inkml:trace contextRef="#ctx0" brushRef="#br0" timeOffset="48997.66">28033 15206 399 0,'0'0'451'0,"7"-6"-64"0,-1 0-83 0,4 1-28 0,1-3-19 16,3-1-30-16,0-1-23 0,5-3-31 16,-1 1-29-16,5-3-31 0,0 0-22 0,0-1-22 15,3 0-12-15,-3 0-13 0,2 0-7 0,2 0-11 0,-3 1-15 16,1-2-74-16,-3 1-47 0,-1 0-71 0,-4 4-65 16,-3-2-72-16,-3 2-105 0,1 0-183 15,-6 1-116-15</inkml:trace>
  <inkml:trace contextRef="#ctx0" brushRef="#br0" timeOffset="49429.66">28404 14851 261 0,'0'0'387'0,"-6"3"-46"16,6-3-13-16,0 0-11 0,0 0-13 0,0 0-12 15,4 7-20-15,-4-7-27 0,0 0-25 0,18 0-29 0,-18 0-16 16,16 0-28-16,-16 0-2 0,22-3-8 0,-10 2 2 16,0-1-20-16,-1 2 4 0,0-1-12 15,-1 1-1-15,-10 0-15 0,16-3 9 0,-16 3-21 0,14-2-1 16,-14 2-23-16,11-1-3 0,-11 1-4 0,0 0 34 15,13 4-2-15,-13-4 6 0,1 11-16 0,-1-4 14 16,0 4-28-16,-2 1-9 0,0 3-10 0,-3 1-5 16,3 1-6-16,-1 0-4 0,1-1 2 15,-1 0-8-15,2-1-8 0,0-2 3 0,-1 0-3 0,2-1-1 16,0-3-3-16,0 1 8 0,0-3 13 0,2-1 1 16,0-1-4-16,-2-5-2 0,9 6 2 0,-9-6 4 15,0 0 1-15,19-1-1 0,-8-2-9 0,-1-2 1 16,0 0-1-16,0-1 0 0,5 2-3 0,-2 0 3 15,1-2-1-15,0 3-6 0,0 1 1 0,-1-1 3 16,1 3 2-16,0 0 0 0,-1 2 7 0,0 1-1 16,-2 0-3-16,0 1-1 0,-1 2-3 0,-1 1-4 15,-1 1-1-15,-1-1-4 0,-3 2 3 0,1 0-3 16,-2 0 0-16,-1 0-3 0,-2 0 0 0,0-1-42 16,0 2 49-16,-4-1-43 0,-1 0 47 0,1 0-50 15,-4 0 55-15,0-3-50 0,-1 3 50 0,-4-2-50 0,0-1 51 16,-2-1-54-16,-2 1 26 0,-2-3-77 15,-3-1-25-15,-1-2-99 0,-3-2-68 0,-4 0-89 16,-2-3-77-16,-4-2-60 0,2-2-122 0,-7-3-533 0,5-3-766 16</inkml:trace>
  <inkml:trace contextRef="#ctx0" brushRef="#br0" timeOffset="49630.24">28707 14480 636 0,'27'-3'628'0,"3"3"-46"0,-2 3-5 0,4 7-58 0,2 3-36 0,1 5-22 0,-3 4-71 16,0 3-27-16,-3 2-31 0,-1 5-53 0,-1 3-50 15,-2 2-28-15,2 7-52 0,-9-2-16 0,0 0-43 16,-6-1-17-16,-2 3-13 0,-8-1-9 0,-2-3-54 16,-7 5 33-16,-5 0-106 0,-11 7-114 0,-6-2-201 15,-11 3-197-15,-5-2-200 0,-12-1-554 0,-15 8-945 16</inkml:trace>
  <inkml:trace contextRef="#ctx0" brushRef="#br0" timeOffset="52130.58">26036 12731 13 0,'0'0'328'0,"16"-1"-98"0,-16 1-39 0,11-3-34 0,-3-1-12 0,-2 0-15 0,3-1 16 15,3-1-20-15,0-2 9 0,-1-1-17 0,1-1 11 16,-1 0-11-16,-1-2-4 0,1 0-8 0,-2 0-4 16,-2-1-11-16,-1-1-12 0,-2 2-6 0,0-3-11 15,-2 0-8-15,-3 2-16 0,-3-1-3 0,-1-2-9 16,-5 0-7-16,0-1 1 0,-6-1 10 0,-2-1-21 16,-5 2 21-16,-1-3-25 0,-7 2 22 0,-1-1-24 15,-1 2 22-15,-3 2-21 0,1 1 28 0,-5-1-22 16,2 2 21-16,-3 2-7 0,-1 1 14 0,-3 3-6 15,-5-1-24-15,0 4 20 0,-3 1-25 0,-5 1 20 16,-6 2-18-16,-9 0 19 0,-6 4-6 0,0 0 36 16,0 3-20-16,-3 1 11 0,-1-1-12 0,-2 6 12 15,-3-1-16-15,-4 4-8 0,-20 5-2 0,3 2 7 0,-1 0-9 16,21-1-3-16,-17 5 0 0,1 0-2 16,3 2-2-16,15-4-5 0,-14 5 2 0,15-5-3 15,-14 7 1-15,19-6 2 0,0-1-2 0,1 4 25 16,0-3-4-16,1 3 9 0,-3-1-9 0,2 2 2 15,-15 6 46-15,-1 0-18 0,4 0-8 0,0 4-13 0,14-6-8 16,-10 7-6-16,0 2-1 0,4 3-9 16,1 0-3-16,2 3 4 0,2 0-5 0,14-7-3 15,-3 2 1-15,5 0 4 0,2 1-6 0,5-1 3 16,1 2 2-16,4 0 0 0,3 0 0 0,4-1-7 0,5 0 3 16,2-1-2-16,5 0 2 0,2 0 2 0,7-6 2 15,0 0 36-15,5 1-1 0,1-1-5 0,1 2-5 16,3-2 5-16,1-1 1 0,2 1-12 15,6-4 6-15,-1-1-7 0,4-1 2 0,2 2 26 0,2-2-4 16,3 3 2-16,4 3 4 0,3-1 1 0,5 1 0 16,1-3-9-16,7 1-7 0,3-4-6 0,8 3 0 15,5-2 6-15,6-2-7 0,3-5 3 16,4-2 5-16,2-2 1 0,6-4-5 0,3-4-7 0,3-3-3 16,4-4-6-16,9-2-2 0,2-3 1 0,1-4 5 15,4 1 6-15,-1-5-21 0,2-1 21 0,0-2-25 16,4-1 19-16,0 1-24 0,2-1 21 0,3-3-11 15,0 1 27-15,-3 0-29 0,-1-1 31 0,1 0-37 16,-2-1 0-16,5-1 0 0,17-2 0 0,0 1-3 16,-1-5 2-16,-2 2 6 0,-1-1-3 0,-1-1 1 15,4-4-3-15,4-3 32 0,5 0-39 0,1-6 33 16,-1-2-37-16,2-5 30 0,-1-1-37 0,4-4 32 16,1-2-34-16,-1-4 33 0,-3 1-32 0,-4-2 37 15,-6-1-41-15,-4 3 13 0,-6 0-1 0,-8 1 0 16,-3 0 32-16,-8 3-38 0,-20 4 34 0,-1 2-32 15,-4-2 34-15,-6 1-2 0,-2-2-4 0,-8-2-41 16,1 2 37-16,-8-3-32 0,-3 0 35 0,-3-2-33 16,-4 2 4-16,-3-1 17 0,-7 5 0 0,-2 0 1 15,-4-2 0-15,0-1 39 0,-5-3-48 0,1 3 40 0,-3-4-24 16,-2-1 38-16,-4 1-54 0,0-2 44 0,0-2-51 16,-4 0 3-16,-2 1 5 0,-3 2 20 0,-4-8-4 15,-3 4-1-15,-4 3 36 0,-4 0-51 16,-7 4 34-16,-2 4-43 0,-6 0 46 0,-7 5-50 15,-4 3 43-15,-7 2-48 0,-5 3 48 0,-10 4-46 16,-4 2 43-16,-11 4-2 0,-8 4-5 0,-2 4-44 16,-8 4 44-16,-22 2-40 0,-8 7 44 0,-5 5-46 15,-4 6 50-15,-2 5-50 0,-8 9 47 0,-6 2-42 16,-7 9-3-16,-4 8 6 0,-35 18-13 0,2 7-36 16,0 8-50-16,4 5-60 0,7 4-75 0,6 2-63 0,3 1-76 15,9 5-78-15,6 4-98 0,8 2-578 0,32-18-759 16</inkml:trace>
  <inkml:trace contextRef="#ctx0" brushRef="#br0" timeOffset="53196.8">23180 13477 12 0,'-3'-15'654'0,"2"2"-196"0,-4 3-68 0,3 1-76 0,-1 0-62 16,-1 2-47-16,0 0-49 0,4 7-16 0,-4-9 11 16,4 9 18-16,0 0 18 0,-11-1 14 0,11 1-10 15,-4 8-9-15,4-8-29 0,0 15-16 0,6-5-17 0,-2 1-11 16,5 3-2-16,2-1-16 0,1 2 1 16,2-1-3-16,0-1-22 0,2 0 6 0,0-2 6 15,-4-2 1-15,1-1-8 0,-1-2 31 0,0-1-22 16,-1-3 6-16,2-2-8 0,-1-3 25 0,3-5-49 15,-1-4 21-15,5-6-45 0,-3-5 20 0,3-8-39 16,-3-5 32-16,1-4-46 0,-2-3 6 0,-1-12-4 16,2-1 7-16,-5-5-3 0,2-1-1 0,0-2 4 15,-2-6 30-15,1-4-49 0,-1-2 40 0,1-3-44 16,0-4 3-16,1-1 14 0,4-2-7 0,-2 0-2 0,6-17 38 16,0 1-21-16,1-1 10 0,6 2-44 0,-1 5 0 15,1 16 13-15,0 4-8 0,2 7-27 16,-2 3-8-16,0 7-28 0,-5 10 5 0,-4 11-2 15,-1 5-43-15,-5 9-53 0,-3 7-26 0,0 6-46 0,-3 3 4 16,-7 8-24-16,7-3 12 0,-7 3-36 0,4 9-2 16,-3 2-37-16,1 7-86 0,-2 1-366 0,0 6-303 15</inkml:trace>
  <inkml:trace contextRef="#ctx0" brushRef="#br0" timeOffset="53863.01">23671 15748 449 0,'-5'-11'555'0,"2"1"-41"0,1 1-57 0,0 3-91 15,0-1-92-15,-1 1-54 0,3 6-44 0,-4-11-37 16,4 11-27-16,0-8-4 0,0 8 45 0,0 0-3 0,0 0-19 16,0 0-19-16,12 3 16 0,-12-3-17 0,11 7-6 15,-3-4-10-15,-2 2-10 0,2-1 6 16,2-1 10-16,0 1 8 0,1-3 13 0,0-1 8 16,1-1-7-16,0-3-1 0,1-3-18 0,3-6-20 0,3-6 22 15,0-3-12-15,0-7-56 0,3-6 40 0,-2-2-58 16,3-10 7-16,2-1-5 0,-1-7-10 0,-1-1 40 15,1-7-48-15,-1-3 39 0,3-5-52 16,-1-4 47-16,7-16-49 0,1 0 0 0,3-2 5 0,-1-1 1 16,-1 3 40-16,2-3-59 0,-3 2 50 0,-6 17-52 15,-4 4-49-15,1 3-30 0,-5 10-49 0,-3 13-52 16,-2 7-100-16,-4 10-123 0,-2 7-33 16,-1 8-48-16,-3 7-74 0,-4 6-386 0,0 0-557 0</inkml:trace>
  <inkml:trace contextRef="#ctx0" brushRef="#br0" timeOffset="54312.74">25571 16908 381 0,'0'9'797'0,"-2"-3"-147"0,2-6-113 0,-2 10-113 0,2-10-80 0,-1 9-49 0,1-9-41 16,-1 6 5-16,1-6-9 0,0 0 12 0,0 8-31 16,0-8 3-16,0 0 1 0,0 0-12 0,0 0-29 15,0 0 4-15,0 0-23 0,9-12-27 0,-4-1 1 16,0 0 5-16,1-7-42 0,1-4 43 0,-1-4-9 16,4-3-24-16,-2-11-24 0,0-2-4 0,-2-4 2 15,4-3-15-15,-1-14-17 0,0-3-11 16,1-5-46-16,1-2 4 0,-1-3 33 0,0-6-55 0,-1-3 15 15,-1-5-50-15,-1-2-120 0,1-4-16 0,-2-19-100 16,-3 20-89-16,-1-22-94 0,-2 19-102 0,0 1-22 16,-1 2-89-16,1 1-629 0,0 7-909 15</inkml:trace>
  <inkml:trace contextRef="#ctx0" brushRef="#br0" timeOffset="56551.86">21866 13809 9 0,'7'9'641'0,"-2"-1"-171"0,0-1-129 0,-3-1-53 0,2-1-80 15,-4-5-15-15,7 9-65 0,-7-9-7 0,5 8-32 16,-5-8 29-16,4 7 46 0,-4-7-29 0,0 0-2 15,0 0-12-15,0 0-5 0,-7-4-22 0,7 4-8 16,-5-13-20-16,0 5 23 0,2-3-10 0,-3-3-8 16,2-1-12-16,0-2 7 0,-1 0-8 0,3-3-12 15,-2-3-8-15,0-1-3 0,1-1-2 0,-3 0-5 16,2-6-5-16,-1-1-4 0,1-2 0 0,-2 1-1 16,-1-6-4-16,-3 0 0 0,1-1-2 0,0 1 0 15,-1-1-6-15,-1-1 13 0,2 0-3 0,-3 1 5 16,2 1-1-16,-2-2 2 0,0 1-11 0,0 0 3 15,-2-2-2-15,-1 2-4 0,-2-2-2 0,2 1 2 0,-3-3 7 16,1 1 20-16,-2-1-1 0,4-1 8 16,-2 2 5-16,-2 0 2 0,5-2-12 0,-3 3-5 15,3 3-6-15,-2-1-3 0,2 4 0 0,1-1 3 16,-1 1-8-16,2 1-5 0,0 6 9 0,1-5-10 0,0 3 1 16,-1 2-8-16,3-1 5 0,-1-2-2 15,-1-2 2-15,0-1-6 0,-1-2 2 0,1 1-5 16,2-2 11-16,0 3 1 0,-2-2 16 0,1 1-15 15,-2 0 1-15,3 1-1 0,0 3-5 0,0 0 2 0,-5-2 1 16,5 4 7-16,-6-4-17 0,0 2 1 0,-3-1 1 16,-1 1-1-16,-3 0 7 0,-4 0-13 0,2-4 15 15,-4 1-15-15,-5-5 10 0,1 1-8 16,-3 0 9-16,2-1-9 0,-1 2 9 0,-1-1-15 0,6 7 22 16,-1 0-14-16,0 3 15 0,0-3-11 0,2 3 0 15,-1 1 0-15,2-1-7 0,-1 4 6 16,0-1 9-16,1-1-13 0,-3 3 12 0,2 1-6 0,-1-2 1 15,-2 2-13-15,0 0 3 0,1 0-1 0,-2 1 1 16,-1-2 1-16,-1 2 0 0,0-1 12 0,-1 0-12 16,2 1 11-16,-4-1-17 0,3 0 16 0,-2 2-14 15,1-1 12-15,-3-1-13 0,4 2 17 0,0 0-15 16,-2 1 15-16,3-1-18 0,-1 0 15 0,-1 2-13 16,3 0 14-16,-2 0-12 0,-2 1-3 0,2 0 5 15,0 0 0-15,-3 2-2 0,0-1 0 0,0 1 5 16,-4 0-3-16,2 2-1 0,-4 2 2 0,-4-3 2 15,2 3 0-15,-2 1-1 0,-3 1-4 0,4-1 3 16,-1 3 1-16,2 0 2 0,3 0-2 0,3 4-2 16,0-1 3-16,3 1-2 0,-1 0-1 0,3 2 2 15,-3-1-2-15,4 3 5 0,-3 0-4 0,-3 2 1 16,2 1-2-16,-5-1-1 0,-4 3 0 0,-4 1 4 16,3 0-2-16,-4 2 2 0,-1 1-2 0,-1 0 0 15,-1 1 2-15,-2 1-1 0,-5 3-5 0,-2 0 7 16,2 0-3-16,1 3 11 0,7-4-15 0,-5 1 12 15,8 1-12-15,1-3 13 0,-1 3-16 0,3-2 18 16,0-1-16-16,1 1 12 0,2 2-13 0,0-3 14 16,3 2-12-16,-3 1-2 0,5-1 2 0,-1 1 5 15,2 1-2-15,-2 1 0 0,4-1-1 0,0 2 2 16,3-1 3-16,-1 2-5 0,2-1 4 0,1 2-5 0,0-1 16 16,3 2-15-16,0 2 15 0,1 0-12 15,3 0 7-15,2 1-11 0,3-2 5 0,0 3-7 16,5-1 4-16,0 3 0 0,1 1 0 0,4 0-1 0,3 3 3 15,1-1 0-15,3-3 12 0,4 1-13 0,3 3 1 16,1 0 0-16,3 0 2 0,6 5-2 0,-2-4 2 16,1 1 3-16,4 0-1 0,-4-2 7 0,2-5-11 15,1 3 8-15,-3-2-11 0,3-4 15 0,-3 1-12 16,3 1 9-16,-3-1-12 0,0-2 11 0,-1-5-12 16,-2 1 12-16,2 0-15 0,-3-2 4 0,-1 0 3 15,1-4-4-15,-2 1 1 0,-2-2-2 0,1-3 0 16,-2 1-10-16,1-1-22 0,-2-2-39 0,0 0-40 15,-1 1-56-15,-3-7-59 0,1 9-51 0,-1-9-28 16,-3 9-17-16,3-9-32 0,-9 5-14 0,9-5-13 16,-10 2-413-16,10-2-324 0</inkml:trace>
  <inkml:trace contextRef="#ctx0" brushRef="#br0" timeOffset="56862.98">16849 11303 421 0,'-12'-17'391'0,"0"-1"-57"0,1 1-40 16,0 1 2-16,2 4-73 0,1 1-24 0,2 3-60 15,-1 1-11-15,2 3-36 0,5 4 41 0,0 0 2 16,0 0 14-16,-11 4-36 0,11 5 24 0,0 1-23 16,1 2 32-16,3 4-32 0,1 4-4 0,4-1 18 0,1 5-7 15,5 0-28-15,-2 2 29 0,6-2-18 16,1 2-15-16,1 0 12 0,0-6-11 0,-1 1-12 16,2-2 14-16,-2-3-9 0,1-2-9 0,-2-3-8 15,0 0 30-15,-2-2-10 0,1-2-8 0,-3-3-5 0,3 0 0 16,-1-3-8-16,-1-2-14 0,2-3-2 15,4-3-9-15,1-1-5 0,2-5-1 0,3-3-8 16,2-4-3-16,-2-3-6 0,3-4-7 0,-3-2 3 0,1-3 0 16,-2-1-5-16,-3-5-1 0,4-8-5 15,-5-1 1-15,-3 3 0 0,-4 2-5 0,0-2-1 0,-3 1 9 16,-1 1-7-16,-3 3-1 0,-1 8-2 0,-3 2-44 16,-3 4-129-16,0 5-133 0,-2 2-139 0,-2 5-161 15,-2 2-693-15,1 5-907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1:46:30.5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9922 3587 238 0,'-5'-10'616'0,"-2"4"-127"0,2 1-60 0,0 1-21 0,1-1-44 16,4 5-25-16,-6-8-27 0,6 8-23 0,-5-6-34 15,5 6-6-15,-5-5-9 0,5 5-3 0,0 0-15 16,-3 7-6-16,3-7-25 0,3 15-5 0,-2-4-74 16,3 3 28-16,0 2-64 0,0 4 2 0,1 1-17 15,2 4 38-15,-2 3-60 0,2 0 34 0,1 0-58 16,2 0 50-16,-4 2-59 0,3-1 37 0,0-2-50 16,1 0 39-16,-1 0-73 0,-1-5-7 0,1-2-93 15,-3-1-73-15,3-1-86 0,-4-2-106 0,2-2-53 16,-1-3-85-16,-2 0-64 0,0-4-436 0,-2-1-662 15</inkml:trace>
  <inkml:trace contextRef="#ctx0" brushRef="#br0" timeOffset="267.36">9833 3767 1 0,'-7'-16'722'0,"2"0"-194"16,1 2-127-16,3 0-65 0,-1 2-33 0,5-1-32 0,1-2 4 15,1 5 19-15,4-5-4 0,1 4-10 0,6-3-29 16,0 3-36-16,2-2-32 0,0 4-42 0,4 1-24 15,-2 0-21-15,1 4-20 0,-2-1-16 0,-1 3-11 16,1 0-10-16,-5 2-6 0,1 2-9 0,2 0-1 16,-3 3 10-16,-1-1 5 0,-3 4 3 0,0 0 5 15,-2 1-18-15,-4 1 17 0,-3 1-26 16,-1 1 17-16,-4 3-24 0,-1-1-4 0,-3-2 17 0,-2 3-24 16,-3-1 18-16,-1 0-25 0,0-3 24 0,3 2-23 15,-2-6 11-15,0 0-17 0,2-1-40 0,-1-1-92 16,3-1-85-16,9-4-74 0,-16 1-33 0,16-1-80 15,-12-5-52-15,8-1-67 0,4 6-372 0,0-14-473 16</inkml:trace>
  <inkml:trace contextRef="#ctx0" brushRef="#br0" timeOffset="500.45">10287 3502 535 0,'11'-4'573'15,"-2"-1"-105"-15,-3 3-60 0,-6 2-24 0,12-7-32 16,-12 7-4-16,6-3-24 0,-6 3-11 0,0 0-31 0,0 0-24 15,0 0-49-15,0 0-30 0,-6 7-17 0,-1-1-20 16,-1 2-7-16,-2 3-16 0,3-1-42 0,-2 3 24 16,1 2-49-16,-1 0 33 0,3 3-43 15,-1-4-17-15,5 2-6 0,-1 1-2 0,2 0-3 16,2-2-1-16,2 2-3 0,3-2 37 0,1-1-49 16,4 0 39-16,2 1-47 0,3-3 43 0,-3-2-48 15,6-1 25-15,-2-3-50 0,1-2-34 0,-2 2-79 16,2-3-90-16,-2-3-118 0,0 0-69 0,-2-4-107 15,0 1-107-15,-1-1-374 0,0-2-627 0</inkml:trace>
  <inkml:trace contextRef="#ctx0" brushRef="#br0" timeOffset="884.25">10460 3543 425 0,'0'0'567'0,"0"0"-153"16,0 0-46-16,0 0 16 0,5 5-6 0,-5-5 6 15,9 4-10-15,-9-4-20 0,14 5-43 0,-5-2-49 16,3 1-49-16,1-2-42 0,3 2-36 0,3-1-23 16,0 1-16-16,3 3-7 0,1-4-25 15,-1 0-17-15,-3-1-22 0,0 2-27 0,-1-4-33 0,1 4-42 16,-2-3-43-16,-3-1-44 0,-1 0-53 0,-2 0-35 16,-2-3-19-16,0 0 21 0,-4-1 30 0,-5 4 25 15,5-10 48-15,-5 2 17 0,-2 0 42 0,-6-2 0 0,2 0 34 16,-3-3 1-16,-4-2 44 0,-1 5 14 15,1-5 59-15,-2 1 38 0,3 5 28 0,1-1 38 16,0 2-4-16,4-1-16 0,-1 4-35 0,2 0-16 16,6 5-7-16,-9-5 33 0,9 5 7 0,-4 7 22 15,4-7-23-15,-4 12 14 0,4 1-13 0,0-2 8 16,0 3-18-16,-1 0 0 0,-2 4-2 0,2 0-47 16,-4 0 18-16,1 3-45 0,-1 1-8 0,-1-2-6 15,-1 1 23-15,-3-2-44 0,4-3 15 0,-1-1-82 0,-2-2-81 16,2 0-99-16,0-7-123 0,1 0-70 0,6-6-104 15,-12 7-92-15,12-7-358 0,-9-7-581 0</inkml:trace>
  <inkml:trace contextRef="#ctx0" brushRef="#br0" timeOffset="1133.35">10726 3334 569 0,'0'0'568'0,"20"-2"-59"0,-20 2-3 16,21 2-37-16,-10 1-51 0,1-2-20 0,0 3-46 15,5-1-35-15,-2 0-50 0,2 2-62 0,2 1-41 16,2 1-26-16,-3 2-31 0,2 0-22 0,-3 1-17 16,-1-2-12-16,0 4-9 0,-1 0-11 0,-5-1-1 15,0 1-8-15,-6 2-6 0,1 0-5 0,-2 1-1 16,-3 0-19-16,-3-1 20 0,-1 3-24 0,-1-3 27 16,-5 4-30-16,1-3 11 0,1 0-43 0,-2-2-41 15,0-1-60-15,1 1-49 0,1-5-50 0,1 1-49 16,-1-3-17-16,3 0-64 0,5-6-55 0,-8 4-77 15,8-4-373-15,0 0-434 0</inkml:trace>
  <inkml:trace contextRef="#ctx0" brushRef="#br0" timeOffset="1599.98">10475 4623 337 0,'-4'-6'664'0,"4"6"-128"0,-6-7-52 0,6 7-58 0,-4-7-62 0,4 7-34 0,-7-6-34 15,7 6-2-15,0 0 7 0,0 0-16 0,0 0-50 16,0 0-28-16,1 10-28 0,5-2-32 0,-1 3-23 15,3 2 2-15,1 2-19 0,4 3-19 0,-3 1-14 16,6 1 28-16,0 3-66 0,0-1 43 0,1 0-61 16,0 0-5-16,-2 0 0 0,0-2-20 0,-3-2-35 15,3-1-59-15,-6-3-72 0,2-2-61 0,-4-1-46 16,1-2-48-16,-3-3-10 0,-1 0-66 0,-4-6-14 16,0 0 4-16,0 0 9 0,0 0 10 0,-8-10-25 15,-1-1-177-15,0-5-111 0</inkml:trace>
  <inkml:trace contextRef="#ctx0" brushRef="#br0" timeOffset="1799.89">10541 4720 831 0,'-15'-23'383'0,"1"2"-55"0,4 2-9 0,1 3-62 16,4 1-7-16,0 2-43 0,1 1 14 16,4 1-14-16,0 1 12 0,4 2 1 0,2 1-13 15,1-1-12-15,0 4-23 0,4-1-13 0,0 3-11 0,1 1-28 16,-12 1-21-16,25 1-15 0,-13 0-13 0,0 3-13 16,0 0-11-16,-2 0-8 0,2 2-4 15,-6 0-10-15,2 1 2 0,-3 1-5 0,1 1 7 16,-6 2-8-16,0-2 7 0,-1 2-12 0,-4-1 5 0,-1 2-14 15,-2 0 13-15,-1-2-16 0,-4-1 8 0,4 0-14 16,-1-2 6-16,0-3-54 0,1 0-85 0,9-4-107 16,-16 0-106-16,9-4-88 0,2-2-105 0,2-2-505 15,2-4-665-15</inkml:trace>
  <inkml:trace contextRef="#ctx0" brushRef="#br0" timeOffset="2033.71">10813 4388 462 0,'0'0'691'16,"0"0"-138"-16,0 0-86 0,0 0-61 0,0 0-31 16,0 0-21-16,0 0-23 0,0 0-37 0,-8 6-23 15,8-6-48-15,-6 9-36 0,2-2-22 0,-1 1-27 16,2 1-26-16,-2 3-19 0,4 0 4 0,-1 1-10 16,1-1-4-16,2 3-3 0,2-2-5 0,0 3-10 15,2-2-8-15,1-1 1 0,-1-1-11 0,4-1-8 0,0-1-2 16,1-1-17-16,2-2-26 0,-2 0-25 15,3-3-39-15,-3-1-50 0,2-2-66 0,0-1-89 16,1 0-106-16,-1-2-52 0,-2-1-142 0,-1-2-618 16,1-1-803-16</inkml:trace>
  <inkml:trace contextRef="#ctx0" brushRef="#br0" timeOffset="2399.96">10937 4378 222 0,'-3'-8'855'0,"3"8"-221"0,0 0-136 0,-2-7-113 15,2 7-43-15,0 0 6 0,0 0 13 0,2-4-14 16,-2 4-8-16,0 0-83 0,13-2-44 0,-13 2-36 16,16 2-34-16,-4-1-26 0,1 0-20 0,-2-1-24 15,5 3-12-15,-4-1-14 0,4-1-7 0,-3-1-7 16,-2 2-11-16,3-2-14 0,-1 1-19 0,-2-2-24 16,-11 1-32-16,21-3-25 0,-12 0-28 15,-2-1-15-15,0-2 10 0,-2-1 21 0,-1-1 20 0,-3-1 18 16,0-2 12-16,-1 2 15 0,-1-4 19 0,-1 1 27 15,-1-1 39-15,-1 1 48 0,0 1 47 0,0 1-4 16,2 0 30-16,-1 2-68 0,-2-1 24 0,3 4-70 16,-1-1 35-16,3 6-63 0,-1-8 47 0,1 8-56 15,0 0 74-15,2 6-41 0,1 2 46 0,3 3-36 16,-1 0 41-16,2 6-48 0,1 2-5 0,-2 2 4 16,4 0 2-16,-2 1-8 0,0 0-7 0,2-1-9 0,-3 2-4 15,1-1-4-15,0 1-6 0,-1-3 1 16,1 0-9-16,-3-4-25 0,-1 0-57 0,1-2-69 15,-1-3-66-15,0 0-78 0,-2-1-135 0,-2-10-65 0,1 8-156 16,-1-8-678-16,0 0-926 0</inkml:trace>
  <inkml:trace contextRef="#ctx0" brushRef="#br0" timeOffset="2620.08">11277 4063 539 0,'6'-4'761'0,"-6"4"-133"0,14 0-67 0,-5 3-73 0,0 2-36 15,1 1-36-15,2 3-49 0,-2-2-8 0,3 5-99 16,1 0 22-16,0 1-99 0,1 0 11 0,-1 2-78 16,2 2 32-16,0 2-73 0,1 0 25 0,-2 0-63 15,-1-2-5-15,-1-1-3 0,-2 3-4 0,1-1 1 16,-2 0-12-16,-2 0-11 0,-3-1-36 0,-1 1-16 16,-3-1-28-16,-1 2-39 0,-1-1-38 0,-4 2-42 15,-2 1-58-15,-2-1-59 0,-2-1-25 0,-3 1-56 16,-1 2-81-16,2-6-88 0,-1 1-417 0,0-2-572 15</inkml:trace>
  <inkml:trace contextRef="#ctx0" brushRef="#br0" timeOffset="3066.29">11558 4907 1322 0,'2'7'822'0,"-2"-7"-193"16,0 0-132-16,5 6-84 0,-5-6-93 0,0 0-14 16,4 11-52-16,-4-11-24 0,4 11-19 0,1-3 4 0,-1 2-35 15,3 3-33-15,0 0-27 0,2 6-19 0,0-1-16 16,0 1-32-16,4 2 11 0,-3-2-34 16,-1 1 23-16,2-2-21 0,0 1-20 0,-5-4 1 15,4-1-2-15,-6 0-5 0,2-1 31 0,-2-4-32 0,0 1 31 16,-1-1-33-16,-2-1 47 0,-1-8-26 0,-4 8 32 15,4-8-33-15,-8 5 2 0,8-5 25 16,-14-3-38-16,4-2 31 0,-3-2-38 0,1-2 70 0,-2-4-16 16,-2-2-3-16,5-3-7 0,-1 1-8 0,0-8-5 15,2 4-10-15,4-2-6 0,2 2-5 0,3-3-3 16,1 5-11-16,1 0-2 0,3 0 0 0,1 3-2 16,3 0-4-16,-2 3 1 0,3 0 0 0,0 2-1 15,1 4 3-15,1 0-1 0,-2 4-2 0,0 1 0 16,-9 2 2-16,16 0 0 0,-16 0 7 0,14 6-6 15,-10-1 2-15,2 2-4 0,-2 0 1 0,-4 2 0 0,0 0 2 16,0 1 1-16,-6 0-1 0,2 1-18 16,-2-1-28-16,-3 1-44 0,1-1-54 0,-2-2-48 15,1-2-70-15,1 0-87 0,-2-1-119 0,1-4-57 16,9-1-130-16,-13 0-610 0,13 0-877 0</inkml:trace>
  <inkml:trace contextRef="#ctx0" brushRef="#br0" timeOffset="3315.81">11871 4695 596 0,'0'0'959'0,"13"-4"-205"0,-13 4-186 0,0 0-86 0,0 0-64 16,7 4-19-16,-7-4-24 0,-2 12-11 0,-1-5-16 0,-2 3-16 16,1 4-13-16,-3 1-35 0,-1 2-68 15,3 4-43-15,0-1-34 0,-1 1-24 0,4 2-24 0,-2-2-13 16,3-2-2-16,5 0-23 0,-2 3 22 0,3-1-38 15,2 0 18-15,1-2-51 0,2-2 15 0,1 0-52 16,1-3-4-16,2-2-66 0,-1-2-11 0,2-4-82 16,0-1-55-16,2-1-62 0,-2-4-114 0,2-3-85 15,-2-1-13-15,0-4-73 0,1-2-83 0,-1-4-426 16,-2-1-724-16</inkml:trace>
  <inkml:trace contextRef="#ctx0" brushRef="#br0" timeOffset="3684.04">12124 4817 134 0,'-10'3'782'16,"-1"1"-160"-16,1 0-97 0,0 0-64 0,1 0-60 16,0-1-24-16,0 1-4 0,3 0-15 0,6-4-18 0,-13 5-37 15,13-5-20-15,-8 3-22 0,8-3-40 16,0 0-44-16,0 0-23 0,0 0-37 0,0 0-26 16,3-6-16-16,5 0-12 0,-2 1-18 0,3-2-5 15,4 0-11-15,-3 0-4 0,1-1-6 0,1 0 4 0,-2 1 8 16,0 2 4-16,-2 0-3 0,1 0-10 15,-1-1-2-15,-1 3-7 0,-7 3 0 0,12-4-2 16,-12 4 22-16,10 1 7 0,-10-1 2 0,9 9 9 16,-8-1-5-16,0 0-9 0,1 5-4 0,-4-1-4 0,1 1-8 15,-1 3-1-15,-2-1-3 0,0 1-5 0,2-3-2 16,-1 1-2-16,-1 1 4 0,2-3-6 16,0-2 2-16,0-1 3 0,-1 0 4 0,2-1 71 0,-2-2 37 15,3-6 36-15,-2 11-15 0,2-11 59 0,1 7-79 16,-1-7 21-16,0 0-73 0,12-1 31 0,-3-3-65 15,3-2 29-15,1-2-67 0,4-3 0 16,1 1 0-16,-2-3 0 0,2 0-62 0,1 1-76 0,0-5-65 16,-2 3-81-16,0-1-84 0,-3 0-78 0,2-1-128 15,-4 2-101-15,-2-1-146 0,0 2-646 0,-3 0-1085 16</inkml:trace>
  <inkml:trace contextRef="#ctx0" brushRef="#br0" timeOffset="3936.1">12383 4554 748 0,'0'0'927'16,"-2"-5"-187"-16,2 5-164 0,0 0-77 0,0 0-81 15,-3-7-55-15,3 7-23 0,0 0-33 0,11-1 23 16,-11 1-31-16,17 4 40 0,-4-2-42 0,4 3-26 16,1 2-80-16,2 2-8 0,-1 1-60 0,2 1 6 15,2 3-51-15,-3 2 11 0,-1 0-44 0,-1 0 19 16,-5 0-13-16,2 1-8 0,-3 0-9 0,-1 0-2 15,-3 1-21-15,-3-1-8 0,-1-1-8 0,-3 1-6 0,-1-3-17 16,-1 2-15-16,-3-2-19 0,2 1-35 16,-2-3-43-16,-1 1-62 0,-2-4-62 0,2 0-52 15,3-2-80-15,-4-2-116 0,6-5-47 0,-6 4-130 0,6-4-645 16,0 0-937-16</inkml:trace>
  <inkml:trace contextRef="#ctx0" brushRef="#br0" timeOffset="4165.96">13145 4506 1493 0,'0'0'901'0,"0"0"-221"0,-4-6-117 16,4 6-82-16,0 0-54 0,3-9-69 0,-3 9-48 15,6-9-47-15,-1 2-40 0,7-2-45 0,-1 0-39 16,5-1-31-16,2-1-43 0,1 2-50 0,-1-1-51 15,2 0-60-15,-2 2-70 0,-1 1-52 0,-3 1-55 16,2 2-59-16,-5 0-60 0,0-1 3 0,-11 5-89 16,14 2-8-16,-14-2-75 0,5 7-312 0,-5-1-430 15</inkml:trace>
  <inkml:trace contextRef="#ctx0" brushRef="#br0" timeOffset="4316.83">13160 4666 637 0,'-9'11'762'0,"2"-2"-104"0,2-2-83 0,0-2-95 16,5-5-52-16,-4 7-53 0,4-7-51 15,0 0-50-15,15-4-60 0,-6-2-38 0,6-3-40 16,2 1-22-16,3-3-22 0,6-3-24 0,-3-3-10 16,5 3-28-16,2-5-71 0,0-2-77 0,-2 0-143 0,-3 6-120 15,-1-3-137-15,-2 0-226 0,-2 0-297 0,2-1-655 16</inkml:trace>
  <inkml:trace contextRef="#ctx0" brushRef="#br0" timeOffset="4767.14">13745 4111 1160 0,'-7'-10'889'0,"3"1"-146"0,-1 1-181 16,2 0-66-16,1 3-135 0,-3 0-22 0,5 5-93 15,-3-9 26-15,3 9-79 0,0 0 29 0,0 0-73 16,0 0 25-16,0 0-75 0,12 6 19 0,-5 1-60 16,5 2 30-16,2 4-54 0,0 2 26 0,3-4-86 15,-2 3 1-15,0-3-102 0,0 0-38 0,-3-1-53 16,0-3-45-16,-2 3-32 0,0-6-29 0,-2 1-14 0,-8-5-9 16,11 4-26-16,-11-4 10 0,9-5 41 15,-9 5 51-15,7-13 76 0,-6 4 43 0,0-1 98 16,-1-2 39-16,0-3 31 0,-1-1 29 0,0 0 23 15,-2 0 28-15,2-2 54 0,-2 2 82 0,3 2 51 0,-2 1 25 16,-1 1-2-16,2 1-18 0,1 1-60 16,-1 2-28-16,1 8-47 0,0-13 25 0,0 13-18 15,0 0 14-15,10 4 64 0,-5 7-64 0,0 2 40 16,4 6-35-16,2 5 15 0,0 4-51 0,2 4 17 0,2 4-62 16,-2 0-18-16,2-2-15 0,-2 3-11 15,2-2-9-15,-3-2-34 0,0-3 24 0,-1-2-71 0,-1 0-12 16,0-2-89-16,-2-4-93 0,-2-1-80 15,1-3-119-15,-2-3-97 0,0-1-78 0,-3-3-139 0,1-3-488 16,-2-2-839-16</inkml:trace>
  <inkml:trace contextRef="#ctx0" brushRef="#br0" timeOffset="5166.26">14179 4302 521 0,'6'-7'858'0,"-2"0"-175"0,1 1-105 0,-1 1-72 16,3-1-54-16,-2-1 23 0,2 2-67 0,2-1-11 15,-1-1-17-15,1 2-24 0,4-2-27 0,-2 1-36 16,3-1-50-16,0 2-51 0,1 0-39 0,0 0-31 16,-5 2-26-16,3 1-20 0,-3-1-19 0,1 1-9 15,-11 2-15-15,16 0-5 0,-16 0-12 0,14 5-12 16,-10 0-5-16,-2 2-10 0,-1 0-2 0,-2 1 10 16,0 3-12-16,-4 2 5 0,-3-4 2 0,2 4 6 15,-2-2-3-15,2 0 2 0,-2-3 4 0,2 1-2 16,0-4 2-16,1 3 2 0,1-2 3 0,1-3 1 15,3-3 2-15,-8 9 9 0,8-9-9 0,0 0-4 16,3 6-2-16,-3-6 1 0,0 0-5 0,16 0-1 16,-16 0 4-16,19 0-7 0,-19 0 1 0,21 0-2 0,-10 1 1 15,1 1 4-15,-2-1-6 0,3 4 3 0,-3-1 1 16,-1 2-2-16,1 0 2 0,-1 3-4 16,-1-1-19-16,-3 1 28 0,1 0-27 0,-4 2 35 15,-2 0-30-15,-2 0 31 0,0 0-25 0,-6 0 31 0,-1 2-30 16,-1-3 30-16,-8 0-29 0,3 1 27 0,-6-3-29 15,0-2 25-15,-5 1-52 0,-2-5-26 0,1 0-93 16,-4-4-75-16,-7 0-74 0,1-3-184 0,-5-3-159 16,6 2-237-16,-5-4-497 0,1-2-987 0</inkml:trace>
  <inkml:trace contextRef="#ctx0" brushRef="#br0" timeOffset="5866.96">12110 3952 502 0,'0'0'661'0,"0"0"-137"0,0 0-42 16,-13-4-26-16,13 4-14 0,0 0-5 0,0 0-26 16,-10 0 22-16,10 0-98 0,0 0 7 0,0 0-92 0,-4-6-5 15,4 6-89-15,4-4 7 0,-4 4-75 0,10-10 23 16,-2 3-69-16,1-1 13 0,2-1-112 16,2 1-53-16,0-1-62 0,0 0-70 0,-2-1-75 0,2 1-86 15,-3 1-27-15,-1 0-88 0,1 1-54 0,-2 1-461 16,-8 6-647-16</inkml:trace>
  <inkml:trace contextRef="#ctx0" brushRef="#br0" timeOffset="6016.07">12160 4005 86 0,'-2'9'779'0,"1"-3"-216"0,1-6-128 0,4 8-92 0,-4-8-43 16,8 4-33-16,-8-4-33 0,16-4-34 0,-7-1-38 0,4-2-33 15,6-2-25-15,0-2-21 0,3-3-23 0,2-1-96 16,2 1-97-16,-2-3-132 0,-2-2-156 0,4 2-487 15,-5-2-473-15</inkml:trace>
  <inkml:trace contextRef="#ctx0" brushRef="#br0" timeOffset="6515.78">12599 3623 503 0,'-1'-8'574'0,"1"8"-113"15,0-6-41-15,0 6 4 0,-1-8-26 0,1 8-12 16,-1-9-29-16,1 9-35 0,0-8-38 0,0 8-48 15,1-13-50-15,0 7-33 0,3 0-20 0,0-1-16 0,2 1 0 16,-1-1-8-16,0 2-37 0,2-2 20 0,-1 3-47 16,4-2 23-16,-2 3-40 0,1 2 20 15,-9 1-36-15,16-2 27 0,-16 2-37 0,15 2 34 16,-9 2-34-16,2 2 31 0,-3 1-42 0,-3 1 38 16,2 0-40-16,-4 3 43 0,0 2-46 0,-1 1 11 0,-3-2-1 15,1 1 17-15,0-1-18 0,-1-1 9 16,0-1-1-16,2-1 7 0,-1 0 3 0,-1-2-5 15,3 2 4-15,1-9 3 0,-3 9 0 0,3-9-2 0,4 4 1 16,-4-4-6-16,12-1-7 0,-2-3-29 0,1-3-37 16,3-1-43-16,3-2-64 0,-1-3-71 0,0-1-71 15,3-3-44-15,-1-2-21 0,-1 0-31 16,-3-3 28-16,0-1 17 0,-5 2 46 0,-2-6 51 0,0 5 53 16,-5-2 74-16,-2 0 75 0,0-2 64 0,-5 1 70 15,0 1 35-15,0 2 60 0,-3 0 15 0,1 0 39 16,-2 3 44-16,0 3 47 0,1-1 9 0,2 5-8 15,-2-1-26-15,3 5-41 0,0-2-44 0,1 5 2 16,4 5-38-16,0 0 25 0,0 0-4 0,-4 6-12 16,7 6-2-16,2 1-21 0,4 6-4 0,2 3-22 15,5 4-2-15,0 4-1 0,2 1-18 0,3 1-9 16,-1 0-7-16,-1-1-48 0,2 1 28 0,-2-2-42 16,-1 0 26-16,-2-4-41 0,-3-1-2 0,4-3-15 15,-5 1-40-15,0-4-57 0,-2-3-78 0,0 0-61 16,-2-3-62-16,1-1-60 0,-4-4-73 0,0 0-35 15,0-3-122-15,-5-5-675 0,0 0-880 0</inkml:trace>
  <inkml:trace contextRef="#ctx0" brushRef="#br0" timeOffset="6916.28">13272 3339 78 0,'1'-12'1012'0,"0"1"-273"15,-1 2-134-15,0 1-87 0,-1 0-29 0,0-1-36 0,-1 4-32 16,0-1-60-16,-1 0-42 0,-1 0-50 0,-3 2-40 15,7 4-30-15,-12-6-37 0,12 6-32 0,-16-1-25 16,5 2-21-16,1 2-15 0,0 0-14 16,0 2-14-16,1 0-8 0,0 1-7 0,0 0-5 0,1 2 2 15,3 1-10-15,1 0-9 0,0 1-17 0,3 0-9 16,-1-1-3-16,4 3-9 0,-1-4-1 16,3 3-11-16,0-3 4 0,2 1 1 0,2-1-31 15,2 0 8-15,-1-3-5 0,-1-1-9 16,1 0 2-16,1-2 4 0,-10-2 9 0,17 0 9 0,-7-4 14 15,-1 1 5-15,-1-2 7 0,-2 1 10 0,2-5 18 0,-2 2 35 16,-2-2 32-16,-2 2 23 0,1-3 16 0,0 3 21 16,-3 0-3-16,2 2-9 0,-2 5-13 0,0-13-23 15,0 13-17-15,0-9-15 0,0 9-14 0,0 0-5 16,0 0-3-16,0 0-5 0,0 0-6 0,10 11-2 16,-6-2 1-16,1 4-1 0,-1 2-4 0,4 2 1 15,1 2 3-15,0 0-6 0,0 1-33 0,2-1 42 16,-2 0-37-16,0 1 36 0,0-2-63 0,1 0-39 15,-1-2-51-15,-1-2-64 0,1-2-62 0,-3 1-70 16,-1-5-70-16,-1 1-78 0,1-1-76 0,-3-2-159 16,0 0-347-16,-2-6-682 0</inkml:trace>
  <inkml:trace contextRef="#ctx0" brushRef="#br0" timeOffset="7583.49">11427 3299 379 0,'0'0'757'0,"-11"0"-158"0,11 0-78 0,0 0-60 0,-14-3-32 16,14 3-20-16,0 0-33 0,-12 0-10 0,12 0-52 15,0 0-46-15,0 0-34 0,-4-6-44 0,4 6-29 16,8-8-41-16,0 2-30 0,3-3-14 0,1 1-37 16,2-3-71-16,3 1-58 0,-2-2-51 0,1-1-66 15,1 2-76-15,-3 1-67 0,-1 0-30 0,-2 1-42 16,0 1-25-16,-5 2-25 0,-2 1-45 0,-4 5-260 16,6-6-293-16</inkml:trace>
  <inkml:trace contextRef="#ctx0" brushRef="#br0" timeOffset="7732.55">11426 3395 407 0,'7'4'334'0,"-7"-4"-12"0,16 3-56 0,-4-3-20 15,0-4-54-15,4 1-20 0,3-7-39 0,0 0-3 16,5-4-37-16,1-3-8 0,4-4-33 0,-1-1 1 16,0-2-2-16,-2 1-25 0,-1 1-68 0,0-3-121 15,-5 5-144-15,-2-2-339 0,-1 2-157 0</inkml:trace>
  <inkml:trace contextRef="#ctx0" brushRef="#br0" timeOffset="8316.27">12153 2917 53 0,'0'0'640'0,"0"0"-166"16,0 0-81-16,-7 6-37 0,7-6-27 0,-5 3-22 15,5-3-15-15,-7 6-11 0,7-6-18 0,-9 4-20 16,9-4-29-16,-12 9-25 0,5-2-26 0,1-1-9 16,-1 2-26-16,-4 2-12 0,1-1-11 0,-1 2-17 15,-4 2-10-15,2-1-11 0,-2 2 0 0,-1-1 1 16,1 2-2-16,-3-3-9 0,2 1-4 0,0 0-13 16,-2-1-8-16,3-4-5 0,1 3-6 0,1-3-3 15,1-2-1-15,1 2 3 0,2-2-9 0,2-1 16 16,-1-1 13-16,8-4-1 0,-12 2-6 0,12-2-11 15,-8-5-14-15,8 5 2 0,-4-12-9 0,4 4-24 16,1-5 27-16,-1 1-23 0,1 1 28 0,3-3-28 0,-4 1 35 16,3-1-33-16,-2 2 35 0,0-1-17 15,-1-2 53-15,0 5-40 0,1-2 63 0,-1 1-52 16,0 3 52-16,0 0-8 0,2-1-10 0,-2 9-9 16,0-13-7-16,0 13-7 0,1-10-6 0,-1 10-7 15,0-7-5-15,0 7-48 0,0 0 55 0,5 3-51 16,-1 4 57-16,1-1-48 0,-1 4 47 0,5 2-53 0,0 1 52 15,1 2-5-15,3-1-5 0,-3 4 0 0,4 0-7 16,0-2-2-16,-1 0-12 0,2 0-50 0,-2 0-76 16,4-4-71-16,-3 1-62 0,1-1-72 0,-2-1-82 15,1-4-60-15,-4-1-94 0,2-1-121 0,-1-4-290 16,-11-1-573-16</inkml:trace>
  <inkml:trace contextRef="#ctx0" brushRef="#br0" timeOffset="8549.16">12083 2826 691 0,'-6'-16'664'0,"-1"4"-111"0,2 0-48 0,1 2-78 16,-2 1-52-16,2 0-51 0,2 2-25 0,-1 1-36 15,3 6 5-15,-3-6-42 0,3 6 19 0,0 0-46 16,0 0-24-16,11 9 2 0,-4-1-12 0,2 3-19 16,3 1-7-16,2 5-21 0,0 0-21 0,1 3-62 15,3 4 48-15,-1-2-62 0,-1 2 34 0,2 0-9 16,-2 1-12-16,0-3-6 0,1 3-5 0,-3-3-9 0,-1 1-26 15,-2-4-48-15,1 0-81 0,-1-3-72 16,-2-1-58-16,-3-1-63 0,2-2-72 0,-3 0-34 16,2-4-16-16,-2-1-52 0,-3-2-60 0,-2-5-368 0,8 4-513 15</inkml:trace>
  <inkml:trace contextRef="#ctx0" brushRef="#br0" timeOffset="8917.62">12500 2753 628 0,'3'-14'654'0,"0"3"-120"0,0 2-37 16,-2-3-60-16,0 6-46 0,-2-3-35 0,-2 2-47 16,1 1-23-16,-3 0-34 0,-2 2-14 0,-3-1-54 0,1 4-4 15,9 1-46-15,-23 1 16 0,8 4-48 0,0 0 9 16,-1 3-49-16,1-2-16 0,1 5-6 0,0-1-5 16,1 1-2-16,4 0-4 0,-1 2-8 15,2-1-2-15,4 1 3 0,2-1-3 0,2 1 2 0,0-3-44 16,3 0 38-16,3 2-38 0,0-3 38 0,3 0-50 15,1-2 17-15,-1-4-37 0,4 1-1 0,-3-2-14 16,0-2-4-16,3-1 4 0,-3-3 8 0,1 1 11 16,-1-3 19-16,0-2-5 0,-2-1 18 0,-1 0-3 15,-3-1 33-15,1 0 18 0,-2 1 54 0,-1-1 1 16,1 0 19-16,-2 2 7 0,1 1 24 0,-1 0-40 16,0-1 0-16,-1 2-33 0,0 6 4 0,3-8-32 15,-3 8 11-15,0 0-22 0,0 0 14 0,11 8-5 16,-6 1-3-16,4 3-2 0,0 1 1 0,3 3-4 15,-1 1-49-15,4 7 58 0,1-1-46 0,-1-1 44 16,2 5-48-16,-2-4 47 0,-1 2-89 0,0 0-74 16,-2-2-154-16,-3-2-183 0,-2 2-162 0,-4-3-877 15,-3-1-1137-15</inkml:trace>
  <inkml:trace contextRef="#ctx0" brushRef="#br0" timeOffset="20105.36">17276 3816 601 0,'-7'-11'473'0,"3"-2"-112"0,-3 5-74 16,3-1-35-16,-1 0-19 0,1 0-10 0,-1 0-19 0,2 1-13 16,-1 2 14-16,-1-2-27 0,3 2-36 0,2 6-25 15,-4-8-24-15,4 8-12 0,0 0 62 16,0 0 14-16,1 6-25 0,3 3-15 0,5 6-6 0,0 5-18 15,1 4-18-15,4 1-10 0,0 7-10 0,3 1-9 16,-2 0-6-16,2 2-8 0,-2-1-5 0,4 1-3 16,-5-3 6-16,3-1-16 0,-4-2-1 0,1-2 1 15,-3 0-3-15,3-2 0 0,-3 0-6 0,0-2 6 16,-1-2-11-16,-1-3-22 0,-2 0-57 0,-1-3-76 16,2-2-72-16,-2-1-80 0,-1-2-25 0,-2-1-94 15,-1-4-87-15,-2-5-369 0,3 8-441 0</inkml:trace>
  <inkml:trace contextRef="#ctx0" brushRef="#br0" timeOffset="20365.54">17244 3885 130 0,'-8'-30'559'16,"-1"2"-164"-16,5 5-71 0,-1 1-73 0,4 3-5 16,-1 2-24-16,5 2 7 0,0-1-35 0,2 3-7 15,2 0-14-15,2 3-18 0,0 1-26 0,4 3-19 16,-3 3 19-16,3 2-9 0,1 1-10 0,2 3-5 15,0 1-8-15,-2 6-12 0,4-1-7 0,-4 3-11 16,0 2-9-16,-1 0-4 0,-2 0-2 0,-4 2-11 16,-3-1-4-16,-4 2-7 0,-3 0-4 0,-5 2-3 15,-7 3-1-15,-4-2-2 0,-4 3 1 0,-5-2-1 0,-3 0-2 16,-1-4-4-16,5-2-2 0,-1-2-7 0,7-4-7 16,1-1-27-16,2-3-80 0,6-1-109 15,0-3-85-15,12-1-128 0,0 0-171 0,-6-5-294 0,11-1-461 16</inkml:trace>
  <inkml:trace contextRef="#ctx0" brushRef="#br0" timeOffset="21648.46">18152 3438 338 0,'0'0'538'0,"-14"-1"-137"0,5 3-71 16,-5 5-53-16,-1 6-24 0,-3 6-9 0,1 4-13 0,-4 8-14 16,0 2-6-16,3 4-23 0,0 5-9 0,4 2-23 15,2 5-18-15,1 0-18 0,5 0 9 0,5 1 0 16,2 0-20-16,4-3-14 0,4-1 17 16,6-4-15-16,1-1-11 0,4-3-10 0,8-3-2 0,0-3-18 15,3-6-7-15,1 0-13 0,1-4-2 0,2-3-15 16,-1-5 6-16,-2-3-14 0,1-4-2 0,3-3-38 15,-4-4-66-15,3-3-76 0,3-1-78 0,3-5-79 16,-3-3-70-16,-2-2-94 0,1-1-509 0,-9-5-602 16</inkml:trace>
  <inkml:trace contextRef="#ctx0" brushRef="#br0" timeOffset="25398.34">18481 4041 542 0,'0'0'573'0,"-16"-3"-115"0,16 3-66 0,-15-4-34 0,15 4-45 15,-10-3-26-15,10 3-19 0,-10-3-22 0,10 3-34 16,-7-5-33-16,7 5-33 0,0 0-19 0,7-9-14 15,0 4-12-15,5-2-12 0,1 0-6 0,6-3-2 16,1 1-1-16,6-4-6 0,-1 2-7 0,5-3-10 16,4-3 4-16,3 0-12 0,2 0 10 0,0 0-15 15,3-2 12-15,-1 2-31 0,-2-1 8 0,-1 0-18 16,0 4 10-16,-10 0-17 0,-1 1 9 0,-4 4 0 16,-4-1 10-16,-2 3-23 0,-3-3-1 0,-1 4 0 15,-2 0-1-15,-4-1-14 0,-1 1-34 0,-6 6-38 16,4-8-43-16,-4 8-45 0,0 0-52 0,-3-8-56 15,3 8-46-15,0 0-35 0,-11-1-57 0,11 1-69 16,-10 5-381-16,10-5-420 0</inkml:trace>
  <inkml:trace contextRef="#ctx0" brushRef="#br0" timeOffset="25698.55">19225 4026 301 0,'0'-8'730'15,"0"2"-149"-15,-2-2-96 0,1 0-56 0,0 3-32 16,-2-1-34-16,3 6-38 0,-1-11-38 0,1 11-42 16,-3-8-36-16,3 8-41 0,0 0-28 0,-7-3-22 15,7 3-18-15,-9 8-20 0,4 3-10 0,-2 2-7 16,2 1-4-16,-3 5 29 0,2 3-9 0,0-2-38 15,0 2 19-15,3-1-38 0,-1 3 33 16,1-2-40-16,2 0 37 0,-3-2-39 0,4-1 36 0,0-1-46 16,-1 1 1-16,0-2 3 0,2-1-18 0,0-3-28 15,-1-1-47-15,0 1-68 0,3-3-98 0,-3-3-120 16,0 1-126-16,0-8-166 0,0 0-451 0,0 0-731 16</inkml:trace>
  <inkml:trace contextRef="#ctx0" brushRef="#br0" timeOffset="25882.54">18918 4098 833 0,'-8'-6'724'0,"2"2"-159"0,1 1-128 0,5 3-78 16,0 0-35-16,0 0-13 0,0 0 2 0,9 3 4 15,2 1-19-15,6 2-66 0,6 3 25 0,7-2-40 16,5 2 32-16,7 0-37 0,5-2-79 0,-2 0 24 0,1-1-48 16,-1 1 20-16,-7-3-65 0,-2-1 25 0,1 1-58 15,-5-1 14-15,-3 2-88 0,-6-4-2 16,-1 2-104-16,-3-1-89 0,-1-2-132 0,-6 1-149 15,-12-1-117-15,15-1-765 0,-15 1-1002 0</inkml:trace>
  <inkml:trace contextRef="#ctx0" brushRef="#br0" timeOffset="27849.27">18253 3439 111 0,'-2'-15'502'0,"0"2"-113"0,2 3-29 0,-3-3-35 0,3 2-15 0,-3 3-16 15,3-2-32-15,0 2-40 0,0 1-42 16,0 7-34-16,0-12-30 0,0 12-20 0,3-7 69 15,-3 7 11-15,8 2 7 0,-8-2-27 0,12 11 9 16,-3-1-31-16,2 2-14 0,2 3-33 0,1-1-7 0,-2 4-23 16,4 2-3-16,-3 1-18 0,3 1-4 0,-1-1-9 15,-1 1-3-15,1-3-2 0,-3 0-3 0,2-2-7 16,-3 2 2-16,3-4-10 0,-2 0-28 0,-2-1-88 16,3-3-85-16,-4 2-68 0,1-5-76 0,-2-2-77 15,-2 1-72-15,-6-7-439 0,10 1-510 0</inkml:trace>
  <inkml:trace contextRef="#ctx0" brushRef="#br0" timeOffset="28304.43">18358 3407 544 0,'-6'-12'470'0,"2"1"-124"0,1 2-47 16,1-2-28-16,0 1 19 0,2 1-2 0,2 1-1 16,0-3-2-16,2 2-25 0,1-1-29 0,-1-1-42 15,3 4-19-15,0-2-28 0,-2 0-18 0,3 3-25 16,-2 0-13-16,1-1-27 0,0 1-6 0,0 4-13 15,-1-3-4-15,-6 5-11 0,15-3 3 0,-15 3-14 16,12 3 6-16,-7 2-11 0,0 0 5 0,-1 3-9 16,1 4 5-16,-4-1-5 0,-1 3 4 0,-5 4-5 15,3-1 6-15,-5 2-11 0,2 2 10 0,-4-2-9 16,0 0 7-16,4-5-8 0,-1 0 5 0,1-3-5 0,-1 2 8 16,3-5-6-16,-2 1 11 0,2-1-9 15,1-4 8-15,2-4-11 0,-3 6 8 0,3-6-9 16,0 0 5-16,8-3-7 0,-1-1 2 0,4-1-2 15,0-1 7-15,4 0-6 0,1 1 10 0,2 0-8 0,-3 1 9 16,2 1-4-16,-2 1 4 0,0 2-7 16,1 0 9-16,0 2-7 0,3 1 9 0,-3 1-11 15,0 1 12-15,-2 3-11 0,3 0 9 0,-4 0-9 16,0 1 0-16,-1 3-1 0,-1-2 2 0,-1 2 3 0,-3-1 2 16,0 0 15-16,-6 1 4 0,0-1-1 15,-2 0-8-15,-3 2 6 0,-5-2-4 0,-1 0 14 16,-1 0-15-16,-5-3 18 0,2 0-14 0,-5-1 8 0,1-1-14 15,0-2 6-15,2 0-15 0,-2-1 16 0,2-1-23 16,1-2 12-16,2-2-18 0,2-2-54 0,2 1-85 16,2-3-76-16,5 0-59 0,2-3-61 0,4 1-85 15,2-4-109-15,3 0-492 0,5-1-635 0</inkml:trace>
  <inkml:trace contextRef="#ctx0" brushRef="#br0" timeOffset="28598.84">19117 3107 882 0,'0'0'774'0,"0"0"-164"0,0 0-153 16,0 0-91-16,13 0-39 0,-7 3 10 0,4 1-18 15,5 3-17-15,5 4-44 0,4 2-30 0,9 6-9 16,5 4-26-16,6 6-26 0,6 1-37 0,3 6-26 15,-1 2-21-15,0 3-6 0,-1 0-7 0,-2 0-12 16,-3 4-51-16,-4-1 48 0,-5 1-45 0,0 1 39 16,-7 2-51-16,-6-2 42 0,-5-4-5 0,-6-3-7 15,-3 1-13-15,-5-7-1 0,-5 3-11 0,-2-2-26 0,-5-1-21 16,-3-3-66-16,-4 3-9 0,0-6-50 16,0-3-36-16,-4-1-63 0,3-4-102 0,-2-3-84 15,3-3-161-15,0-5-594 0,3-2-819 0</inkml:trace>
  <inkml:trace contextRef="#ctx0" brushRef="#br0" timeOffset="29015.1">20241 3357 207 0,'0'0'554'0,"-11"6"-109"0,11-6-78 0,-7 3 8 16,7-3 14-16,0 0-8 0,-12 3 6 0,12-3-20 16,0 0-23-16,0 0-68 0,0 0-35 0,0 0-64 15,-4-6-11-15,4 6-34 0,13-7 11 0,-5-1-53 16,3 2-14-16,3-4-17 0,4-1-9 0,3 0-9 16,4-3-11-16,1 0-6 0,1 2-6 0,0-1-6 15,1 0-7-15,-3-2-20 0,3 3-55 0,-5-1-82 0,-2 3-54 16,-2 0-69-16,-5 3-66 0,1 0-47 15,-6 2-79-15,-4 0-70 0,-5 5-375 0,7-6-480 16</inkml:trace>
  <inkml:trace contextRef="#ctx0" brushRef="#br0" timeOffset="29182.01">20331 3421 675 0,'0'0'552'0,"0"13"-82"0,0-13-22 0,5 7-17 0,-5-7-27 16,13 5-11-16,-13-5-27 0,18 0-52 0,-4-3-52 15,2 1-60-15,3-2-26 0,4-1-52 0,0-1-6 16,2-2-46-16,-2 3-5 0,7-4-78 0,-2 0-101 16,0-1-125-16,-6 2-109 0,1 0-93 0,-2-4-170 15,-2 1-426-15,-2-1-649 0</inkml:trace>
  <inkml:trace contextRef="#ctx0" brushRef="#br0" timeOffset="29966.19">21177 2919 566 0,'-5'-10'597'0,"5"10"-130"0,-2-7-76 0,2 7-46 0,-3-6-49 0,3 6-4 0,0 0-19 16,-4-7 10-16,4 7-12 0,0 0-7 0,-2-7-45 15,2 7-19-15,0 0-49 0,-3-6-16 0,3 6-39 16,0 0-3-16,1-7-32 0,-1 7-1 0,7-7-21 15,-7 7 12-15,9-8-21 0,-3 3 9 0,2 1-23 16,1-1 12-16,1 0-18 0,-1 2 9 0,0-2-18 16,2 2 14-16,-2 0-17 0,0-1 13 0,-1 1-17 15,2 2 20-15,-10 1-25 0,16 0 22 0,-16 0-22 16,13 1 18-16,-13-1-16 0,11 10 18 0,-7-2-18 16,-2 0 22-16,-2 3-21 0,-2 0 3 0,-1 0 3 15,0 4 0-15,0-1 0 0,-1 1 4 0,-1 0-2 16,0-3 3-16,1 1-2 0,1-3-1 0,-2 0 1 15,3-2-1-15,-1-1 2 0,0 2-2 0,1-4 5 16,2-5-5-16,-3 10 0 0,3-10 1 0,-2 10-2 16,2-10 2-16,2 6-1 0,-2-6 0 0,9 5 4 15,-9-5-4-15,16 1-4 0,-6 1 0 0,0-1-2 0,-1 2 1 16,1-2-3-16,2 2 0 0,-3-1 3 16,2 1 12-16,-2 2-17 0,3 1 16 0,-1 1-13 15,-2 2 15-15,0-1-17 0,1 2 21 0,-3-1-19 16,-2-2 9-16,-1 3-12 0,-2-2 14 0,1 2-11 0,-3-1 16 15,-3 0-16-15,-1 1 18 0,-1-2-12 0,-1 2 13 16,-4-3-15-16,-2 1 15 0,2 0-20 16,-3-2 24-16,0-2-21 0,2 1 20 0,-2-2-10 15,1 0 0-15,1-3-12 0,11 0 13 0,-19 0-88 0,9-5-109 16,3 1-118-16,1-3-74 0,1-2-41 0,2 0-87 16,2-4-110-16,1-1-263 0,4-1-444 0</inkml:trace>
  <inkml:trace contextRef="#ctx0" brushRef="#br0" timeOffset="30199.15">21489 2813 313 0,'5'-6'799'0,"-5"6"-211"0,0 0-126 0,7-3-103 0,-7 3-64 16,0 0 1-16,4 9 14 0,-4-9 9 0,2 10-11 16,-1-1-48-16,2-1-19 0,1 4-25 0,-2 5-19 15,3 1-23-15,-1 2-37 0,4 5 16 0,2 1-22 16,-1 5-25-16,1 0-16 0,2 2 5 0,1 2-29 15,-2 1 3-15,4-1-28 0,-3 0 19 0,1-2-27 16,-2-3 14-16,-2 0-23 0,1-2-1 0,1 2-5 16,-2-2-9-16,1 1-15 0,-1-4-35 0,0 4-31 15,-3-8-94-15,4 0-60 0,-2 0-91 0,-2-2-96 16,2 0-53-16,0-5-89 0,-3-1-92 0,1-4-391 16,1-1-653-16</inkml:trace>
  <inkml:trace contextRef="#ctx0" brushRef="#br0" timeOffset="30415.26">21829 3282 745 0,'-3'-8'646'0,"2"3"-141"15,1 5-81-15,-2-10-61 0,2 10-28 0,0 0 0 0,-4-7-6 16,4 7-7-16,0 0-42 0,0 0-22 16,5 5-45-16,-4 1-19 0,2 2-21 0,1 3-30 15,1 2-26-15,0 1-18 0,0 0-25 0,3 1-13 16,-3 0-8-16,2 3-10 0,1 2-2 0,2-2-10 0,-1 0-38 15,0 0-64-15,1-1-95 0,-1-1-93 0,-2-1-113 16,1-1-83-16,0-4-129 0,1 2-636 0,-2-5-829 16</inkml:trace>
  <inkml:trace contextRef="#ctx0" brushRef="#br0" timeOffset="30698.36">22085 3290 645 0,'0'0'554'15,"-3"-6"-115"-15,3 6-30 0,0 0-29 0,0 0-36 0,-4 8-16 16,4-8-18-16,0 11-15 0,0-4-29 0,0 2-7 16,2-1-48-16,0 2-37 0,1-2-30 0,-1 1-25 15,2 0-11-15,-3-2 10 0,3 0 20 0,1-2 6 16,-5-5 8-16,7 9-16 0,-7-9-9 0,10 4-18 16,-10-4-25-16,13-1-15 0,-4-4-14 0,-3 1 7 15,2-2-28-15,1 0 36 0,-3-1-20 0,-1-2 10 16,0 0-19-16,-1 2 28 0,0-3-8 0,-3 2-1 15,-1-2 2-15,-1 1-5 0,-2 0-7 0,0-1-8 16,-4 2-10-16,1 1-8 0,-4 0-1 16,1 1-11-16,-2 3-13 0,0 0-44 0,-2 1-70 0,13 2-69 15,-23 2-90-15,14-1-115 0,-1 2-126 0,-2 1-97 16,3 0-179-16,2 3-473 0,0-4-871 16</inkml:trace>
  <inkml:trace contextRef="#ctx0" brushRef="#br0" timeOffset="31531.15">25057 3236 340 0,'-2'-15'787'0,"-1"4"-173"0,1 1-75 0,-1 2-128 16,3 0-66-16,-1 1-73 0,0 0-44 0,1 7-44 15,-2-8 7-15,2 8 8 0,0 0 8 0,0 0-29 0,2 8-9 16,0 1-37-16,2 6-9 0,2 1-13 16,-1 4 7-16,3 2-46 0,1 3 9 0,4 1-39 15,-3 2 17-15,2-2-35 0,0 1-3 0,1 0-2 16,-1-1-2-16,-1-3-2 0,1 2-14 0,-1-3-36 15,-2-3-104-15,-1-3-105 0,-1-1-109 0,-3-1-46 0,1-1-52 16,-3-5-58-16,-2 0-89 0,0-8-268 0,-7 9-416 16</inkml:trace>
  <inkml:trace contextRef="#ctx0" brushRef="#br0" timeOffset="31748.38">24927 3338 485 0,'-4'-18'520'0,"0"4"-137"0,4 2-68 0,4 0-32 16,1 1-8-16,7 3-24 0,-1-3 7 0,4 5 17 15,5-1-3-15,3 3-14 0,2 1-28 0,-2 0-32 16,-1 3-43-16,1 0-18 0,1 1-39 0,-3 1-14 16,-2 2-22-16,-1-2-5 0,-1 4-16 0,-2-4 13 15,-2 4-5-15,-3-1 13 0,-3 1-11 0,-1 2 0 16,-5-2-20-16,-2 1 4 0,-5 1-13 16,-1 2-2-16,-5 0-9 0,1-2 9 0,-4 1-12 15,-2 0 5-15,-1-1-32 0,3-1-39 0,-2-1-59 0,3-1-70 16,-1 0-105-16,4-3-86 0,2 0-164 0,9-2-542 15,-15 0-702-15</inkml:trace>
  <inkml:trace contextRef="#ctx0" brushRef="#br0" timeOffset="32030.9">25892 2887 533 0,'9'-4'863'0,"-9"4"-193"0,8-2-134 0,-8 2-112 0,-7 4-54 16,3 1-60-16,-5 1-17 0,-5 5-47 0,-1 1-35 16,-6 7-24-16,-3 6-34 0,-3 2-26 0,4 4-26 15,-2 5 5-15,-3 9-43 0,2 2 14 0,8-5-39 16,3-1 16-16,3 0-31 0,2 1 12 0,6-6 21 16,2-1 3-16,4 0 11 0,6 4-41 0,3-1 42 15,5-4-44-15,3 0 38 0,4-4-51 0,1-1 41 16,6-4-54-16,4-4 44 0,3-1-64 0,2-4 32 15,2-3-71-15,2-2-21 0,-5-7-87 16,-1 0-112-16,-5-4-140 0,4-2-70 0,-3-4-182 0,-1-4-509 16,-2-2-790-16</inkml:trace>
  <inkml:trace contextRef="#ctx0" brushRef="#br0" timeOffset="32317.1">26243 3577 1003 0,'-5'7'855'16,"5"-7"-188"-16,0 0-158 0,0 0-94 0,0 0-44 16,0 0-1-16,0 0-40 0,-1-8-31 0,7 2-28 15,5-4-55-15,8-2-37 0,5-4-40 0,8-3-8 16,4-1-47-16,2 0 3 0,7-2-36 0,6-3 6 15,1 1-28-15,-1-1 23 0,-7 5-41 0,-1 0 25 16,-4 2-26-16,-4 1 16 0,-5 4-24 0,-3 0 4 16,-8 4-51-16,0 1-87 0,-4 1-86 0,-4 1-103 15,-11 6-101-15,9-5-57 0,-9 5-84 0,0 0-87 16,-16 3-403-16,4-1-669 0</inkml:trace>
  <inkml:trace contextRef="#ctx0" brushRef="#br0" timeOffset="32682.07">26349 3714 241 0,'-1'9'813'0,"-1"0"-220"0,2-9-131 16,3 11-66-16,1-3-27 0,4-2-8 0,2 1-23 16,4-1-35-16,2 0-35 0,0 0-35 0,1 0-49 0,3-2-37 15,2 2-28-15,-3 1-24 0,2-1-18 16,0-1-18-16,-3-1-9 0,1 3-25 0,-1-4-22 15,0 1-22-15,0 0-30 0,-4-4-52 0,0 2-51 16,-2-1-57-16,-1-4-42 0,-1 1-35 0,-1-2 31 16,0-1 33-16,-2-3 45 0,0 0 36 0,-3 0 33 15,-1-3 20-15,-1-2 37 0,-1 3 41 0,1-2 40 0,-2 0 55 16,0 2 66-16,0-1 47 0,0 3 5 16,0 1-20-16,0 0-39 0,0 7-22 0,0-13-30 15,0 13-1-15,0 0 8 0,0 0 38 0,0 0 4 16,0 0-25-16,0 12-28 0,0 1 37 0,0 5-31 15,0 1 2-15,1 5-12 0,-1 4 13 0,0-1-14 0,0 3-17 16,0-1-7-16,0 1-10 0,1-3-6 16,-1 1-26-16,3-3-56 0,-2-1-107 0,2-3-168 15,-2-5-160-15,2 0-210 0,0-4-598 0,-3-5-888 16</inkml:trace>
  <inkml:trace contextRef="#ctx0" brushRef="#br0" timeOffset="33814.81">26311 2855 348 0,'0'0'747'0,"-6"-3"-191"0,6 3-121 0,0 0-98 0,0 0-76 16,0 0-32-16,-11 0-14 0,11 0 1 0,2 10 27 15,-2-3-65-15,2 0-22 0,2 4-19 0,0 2-20 16,1 1-17-16,3 1-19 0,-1 4-14 0,1 0-16 16,0 1-6-16,1-1-11 0,0-2-2 0,-2 1-10 15,0-2-2-15,0-2-4 0,-3 0 3 0,3-3-5 16,-5 0 8-16,3-2 10 0,-1-1 44 0,-3 0 13 16,-1-8 25-16,2 8-31 0,-2-8 27 0,0 0-42 15,0 0-11-15,-13-8-7 0,4-1-4 0,0-4-6 16,-3-3-8-16,2-5-23 0,-2-4 16 0,0-2-2 15,2 0 20-15,-2-3-30 0,5 1 27 0,0-3-39 16,3 2 35-16,-1 6-36 0,4-1 29 0,1 5-34 16,1 1 29-16,2 3-36 0,0-1 41 0,4 3-46 15,1 3 34-15,1 4-34 0,1 1 29 0,-1 4-33 16,-9 2 32-16,20 2-29 0,-8 3 20 0,-1 0-25 16,-1 5 29-16,-1 1-21 0,-1 1 20 0,-3 1-27 15,0 2 8-15,-2 0 6 0,-3-1 2 0,-3 4 5 16,-2 1-24-16,-1-1 26 0,-3 0 2 0,0-3 0 15,0-1 1-15,1-2-4 0,-1-1 0 0,2 1-1 16,-1-5 2-16,3 1 0 0,0-3 1 0,1 1-2 16,4-6-12-16,0 0-21 0,0 0-4 0,0 0 1 15,0 0 7-15,17-6 4 0,-5 2 5 0,1 1 1 16,4 2 3-16,-2-2 2 0,4 1 2 0,-3 1-4 16,3 2 2-16,-1 1 6 0,-2 1-3 0,1 0-2 15,-3 1 3-15,1 2 0 0,-3 0-2 0,-2 1 1 16,0 0 17-16,-2 1-14 0,-2 1 24 15,-3-1-24-15,-2 3 15 0,-1-2-11 0,-4 0 16 16,-1 0-18-16,-1 1 16 0,-6-1-15 0,3 1 11 0,-5-4-16 16,2 1 17-16,-3-1-32 0,0-3-35 0,4 0-87 15,-5-3-104-15,3 0-104 0,2-5-87 0,-2-1-112 16,2-1-527-16,2-2-698 0</inkml:trace>
  <inkml:trace contextRef="#ctx0" brushRef="#br0" timeOffset="34064.01">26595 2669 285 0,'15'0'634'0,"2"2"-115"0,3 6-48 0,6 4 2 0,6 4-15 15,4 5-28-15,3 3-10 0,7 5-53 0,3 3-55 16,-3 4-83-16,2 3-9 0,0 0-40 16,-4 4-38-16,0 2-27 0,-3 1-20 0,-2 0-13 0,-4 0-19 15,-3-1-7-15,-4 1-13 0,-8-8-3 0,-3 0-5 16,-4 1-4-16,-3-2-3 0,-6-6-4 0,-4-1-39 15,-4 1 42-15,-4 0-46 0,-1-2 5 0,-4-1 4 16,-6 0 1-16,3-4-8 0,-5-4-11 0,2-1-67 16,2-1-68-16,0-5-89 0,0-2-105 0,4-4-64 15,0-2-137-15,4-2-646 0,9-3-812 0</inkml:trace>
  <inkml:trace contextRef="#ctx0" brushRef="#br0" timeOffset="34301.25">27749 3091 879 0,'0'0'925'0,"-9"-3"-187"16,9 3-172-16,-8-5-94 0,8 5-56 0,-6-3-57 15,6 3-31-15,-3-7-50 0,3 7-25 0,4-10-45 16,4 4-41-16,2-3-34 0,4-1-25 0,6-1-21 15,6 0-25-15,1-1-43 0,2 2-73 0,1-2-75 16,-2 1-64-16,0 3-54 0,-1-3-85 16,-6 3-65-16,0 2-25 0,-6 0-101 0,-1 0-96 0,-5 0-345 15,-9 6-553-15</inkml:trace>
  <inkml:trace contextRef="#ctx0" brushRef="#br0" timeOffset="34464.99">27745 3116 272 0,'-7'8'740'0,"5"-2"-190"0,2-6-113 0,-1 9-61 16,1-9-60-16,7 5-21 0,-7-5-30 0,20 1-10 16,-4-4-34-16,2 1-28 0,5-3-39 0,0 0-35 15,5-1-25-15,2-1-18 0,0 0-32 0,2-1-71 16,-1 0-115-16,-2-3-121 0,-1 1-60 0,-1 1-139 16,-4-3-535-16,-4 1-595 0</inkml:trace>
  <inkml:trace contextRef="#ctx0" brushRef="#br0" timeOffset="35731.87">28487 2478 249 0,'-5'-3'756'0,"5"3"-162"0,0 0-156 0,-6-6-64 0,6 6-119 0,0 0-13 0,0 0-72 16,0 0 21-16,0 0-34 0,-10 4 15 0,10-4-31 16,-1 10 22-16,2-2-58 0,0 2 9 0,-1 2-47 15,6 2 11-15,-3 1-36 0,1 0 16 0,2 1-37 16,1 2-3-16,0 0 2 0,2-1-11 16,0 1-44-16,-1-5-91 0,1-1-108 0,1 1-67 15,-1-4-75-15,2-1-104 0,-2-3-425 0,0-2-471 16</inkml:trace>
  <inkml:trace contextRef="#ctx0" brushRef="#br0" timeOffset="35914.41">28725 2471 421 0,'3'-9'686'0,"-2"0"-167"0,0 2-108 0,-1 7-86 16,2-8-72-16,-2 8-31 0,0 0 22 16,0 0-4-16,2 7 28 0,-2 4-4 0,0 2-36 15,3 4-41-15,-3 4-33 0,2 4 14 0,2 6-32 16,-1 2-19-16,2 0-42 0,-3 4 1 0,5 4-27 0,-1 0-7 15,-1 0-5-15,2 2-7 0,0-4-46 0,-2-3-59 16,-1-2-96-16,-1-2-93 0,1-1-93 0,-2-4-84 16,1-2-79-16,-1-4-511 0,0-4-645 15</inkml:trace>
  <inkml:trace contextRef="#ctx0" brushRef="#br0" timeOffset="36231.22">29010 2906 766 0,'0'0'709'0,"9"-4"-155"0,-9 4-108 16,10-2-45-16,-10 2-22 0,0 0 1 0,13 0-46 15,-13 0-37-15,12 2-74 0,-12-2-26 0,14 6-56 16,-7-1-15-16,-1 1-41 0,2-2-17 0,-4 2-14 16,1 3-9-16,-1-1 9 0,-1 3-26 0,-3-2 9 0,-3 2-24 15,-1 3 19-15,-3 1-27 0,-5-1 21 16,1 1-26-16,-3 0 19 0,0-2-19 0,1-1 14 15,0-2-9-15,3-1 48 0,-2-1-19 0,5-3 33 16,0 1-20-16,-1 0 41 0,8-6-29 0,-10 5 10 16,10-5-31-16,0 0 10 0,0 0-31 0,14-5 15 15,-5-1-28-15,5 0 21 0,3 1-28 0,2-3 14 16,4-1-64-16,0 0-64 0,4-1-62 0,0-3-87 16,-2 4-99-16,2-4-72 0,-2-1-117 0,-4 1-186 15,2-2-294-15,-7 0-647 0</inkml:trace>
  <inkml:trace contextRef="#ctx0" brushRef="#br0" timeOffset="37031.28">30237 2140 595 0,'-4'-13'923'0,"2"6"-245"0,-1-3-122 0,-1 4-144 0,3 0-57 0,1 6-102 0,-4-10-20 15,4 10-75-15,0 0 12 0,0 0-42 0,0 0-17 16,9 6-18-16,-4 1 15 0,3 3 0 0,1 6-25 16,2 2-3-16,0 2-23 0,0 4 0 15,2 3-10-15,0-1-8 0,-1 2-7 0,-1-2-13 0,0 1-26 16,-1-1-34-16,-1-5-80 0,-1 0-64 0,-3-2-106 15,3-3-66-15,-3-2-49 0,-1-1-43 0,0-4-62 16,-4-9-407-16,3 7-490 0</inkml:trace>
  <inkml:trace contextRef="#ctx0" brushRef="#br0" timeOffset="37248.25">30233 2006 331 0,'-4'-15'848'0,"-1"3"-256"0,3 3-90 16,-1-1-153-16,3 2-40 0,0 2-92 0,2 1 24 15,-2 5-19-15,10-9 44 0,-3 4-57 0,2 2 0 16,-9 3-78-16,22-1 6 0,-10 3-61 0,0 0 22 16,2 4-58-16,0 0 35 0,-1 1-45 15,-1 4 32-15,-1-2-51 0,-2 2 34 0,-1 0-49 16,-4 2 2-16,-3 0-8 0,-2 0-12 0,-3 4-19 0,-4-1-21 16,-2 0-24-16,-3 0-35 0,0-3-52 0,-2 2-63 15,2-8-54-15,-1 4-48 0,1-5-38 16,3-4-105-16,-1-2-387 0,11 0-421 0</inkml:trace>
  <inkml:trace contextRef="#ctx0" brushRef="#br0" timeOffset="37497.28">30723 1617 400 0,'11'-5'908'0,"-3"0"-251"0,-8 5-97 0,11-5-153 16,-11 5-42-16,0 0-86 0,0 0 5 0,0 0-62 15,0 0 31-15,-11 10-61 0,3-2 23 0,-5 7-67 0,1 2 24 16,-4 5-69-16,-2 8 19 0,1 3-61 0,1 3-12 16,3-1-12-16,1 3-2 0,3 1-5 0,3-5-27 15,5-1 31-15,1 3-30 0,3-1 22 0,5 3-24 16,3-3 28-16,4 1-20 0,3-2 15 0,5-2-12 16,3-3-23-16,2-4-38 0,3-3-59 15,1-2-78-15,1-5-64 0,-4-3-153 0,2-4-70 16,-3-3-107-16,1-2-547 0,-3-6-741 0</inkml:trace>
  <inkml:trace contextRef="#ctx0" brushRef="#br0" timeOffset="38018.36">31068 1753 223 0,'-7'-5'822'0,"0"1"-229"0,7 4-127 15,-9-5-106-15,9 5-82 0,0 0-51 0,-12 2-41 16,12-2-29-16,-2 8-20 0,2-8-24 0,-2 9-20 0,2-9-20 15,2 12-16-15,-2-12-7 0,0 12-11 16,0-12-4-16,1 9-7 0,-1-9-3 0,1 10 0 16,-1-10 18-16,0 0 56 0,-1 9 64 0,1-9-1 15,0 0-67-15,0 0 20 0,-5-5-48 0,5 5 46 16,-4-11-32-16,3 2 24 0,0-2-56 0,-1-3 27 16,2 2-56-16,2-2 35 0,-1-1-50 0,1 0 41 15,3 1-50-15,-2 3 37 0,1 1-46 0,0-1 44 0,2 2-52 16,1 1 45-16,1 2-47 0,1 1 44 15,0 1-48-15,-9 4 49 0,21 1-51 0,-11 2 47 16,0 2-32-16,-1 1 31 0,-1 1-43 0,-2 2 39 16,-1-2-44-16,2 3 43 0,-5-1-42 0,-2 0 42 15,0 1-42-15,-1-2 49 0,-5 2-44 0,-1 0 46 16,1-3-42-16,-1 1 43 0,0-2-45 0,-1 1 47 16,0-2-47-16,3 1 48 0,1-2-46 0,4-4 44 15,-10 7-43-15,10-7 39 0,0 0-46 0,-2 5 34 16,2-5-38-16,0 0 45 0,10 3-49 0,-10-3 49 15,13 4-43-15,-13-4 47 0,16 4-47 0,-7 2 43 16,0-3-37-16,3 3 45 0,-3 0-44 0,2 0 40 16,-2 1-49-16,0 2 43 0,-3-2-41 0,2-1 29 15,-3 4-37-15,0-3 41 0,-1 1-39 0,-3-1 44 16,-1-1-39-16,0 2 45 0,-4-3-42 0,1 0 44 16,-2 0-41-16,-2-1 38 0,0-1-29 0,-2 0 34 15,9-3-43-15,-21 0 41 0,11 0-39 0,0-3 38 16,-1 2-44-16,2-4-79 0,1 2-120 0,1-2-133 15,1-2-108-15,1-1-72 0,2 1-485 0,1 0-635 16</inkml:trace>
  <inkml:trace contextRef="#ctx0" brushRef="#br0" timeOffset="38274.08">30950 2169 577 0,'-4'7'981'0,"-1"-1"-214"0,3 0-175 0,2-6-94 0,-5 7-92 16,5-7-28-16,0 0-60 0,0 0-20 0,11 1-80 15,-1-3-23-15,9-3-38 0,6-2-30 0,7-1-31 16,7-3-20-16,5-1-11 0,2 0-16 0,1-3-10 16,2 1-8-16,-1-1 27 0,2 0-43 0,-3-1 27 15,-1 1-42-15,-2 0 31 0,-6 4-43 0,-7 0 32 16,-3 1-64-16,-8 3-14 0,1 1-141 0,-5-1-65 15,-4 4-87-15,-4 0-73 0,-8 3-30 0,0 0-48 16,0 0-33-16,0 0-462 0,-16 6-596 0</inkml:trace>
  <inkml:trace contextRef="#ctx0" brushRef="#br0" timeOffset="39064.22">31309 2625 164 0,'-10'2'974'0,"10"-2"-272"0,-13 4-92 0,13-4-149 0,-12 2-29 0,12-2-79 16,-9 3 17-16,9-3-63 0,0 0-30 0,-11 3-23 16,11-3-19-16,0 0-25 0,0 0-19 0,-9 3-29 15,9-3-25-15,0 0-25 0,0 0-19 0,0 0-21 16,13-4-14-16,-4 2-7 0,3-1-6 0,-1-1-1 16,3 0-15-16,0-2-5 0,0 0-3 0,4 0-7 15,-4-1 0-15,4-2-6 0,3 2-2 0,-7 0 25 16,2 0 4-16,-2 0 0 0,-1 1-5 0,-3 1-2 15,-1 2-7-15,0-1-8 0,0 0-6 0,-2 1 3 16,-7 3-13-16,11-5-2 0,-11 5 3 0,9 3-8 0,-9-3 6 16,2 10-1-16,-3-1 2 0,0 3 8 15,-5 3-3-15,2 1 0 0,-4 2 2 0,2 1 1 0,-1 0-1 16,-2-3 0-16,4 0 0 0,0-1 0 16,-1-1-1-16,1-2-16 0,0-1 19 0,1-1-19 15,1-1 20-15,-1-2-10 0,2 0 16 0,-1 0-22 16,3-7 29-16,-4 11-15 0,4-11 27 0,-5 9-13 15,5-9 19-15,1 9-24 0,-1-9 14 0,8 3-25 16,-8-3 19-16,16-3-27 0,-4 1 17 0,1-1-8 16,4-4-25-16,-2 0-54 0,4-2-63 0,0-1-115 15,3-7-152-15,-1 0-188 0,0-3-60 0,1-5-134 0,-2-2-443 16,0-5-839-16</inkml:trace>
  <inkml:trace contextRef="#ctx0" brushRef="#br0" timeOffset="39350.04">31657 1762 577 0,'-8'-9'851'15,"1"2"-204"-15,2 2-151 0,1-1-110 0,4 6-81 16,-2-8-57-16,2 8-49 0,6-7-21 0,-6 7 1 0,19-3-13 16,-5 5 17-16,6 2-23 0,8 5 4 0,2 3-8 15,7 7-62-15,1 3 31 0,0 3-56 0,5 7 19 16,-4 2-50-16,0 3 37 0,-9-6-59 0,0 2 46 15,0 9-27-15,-5-6-4 0,-2 3-4 0,-4-1-4 16,-3 5-3-16,-2-2 0 0,-3 1 38 0,-2 2-52 16,-4-1 39-16,-3 1-44 0,-2-6 32 0,0-2-49 15,-3-1-18-15,0-3 1 0,-2-2-7 0,0-5-9 16,-1-2-17-16,1-2 15 0,-2-2-72 0,2-4 4 0,0-1-78 16,-1-3-42-16,0-3-132 0,-2-2-103 15,8-6-84-15,-9 5 13 0,9-5-350 0,-9-8-455 0</inkml:trace>
  <inkml:trace contextRef="#ctx0" brushRef="#br0" timeOffset="39614.82">32385 1919 822 0,'0'0'962'15,"0"0"-185"-15,-1-10-181 0,1 10-61 0,0 0-110 16,1-7-15-16,-1 7-94 0,0 0-22 0,2-8-71 16,-2 8-7-16,6-10-75 0,-1 4 6 0,4-1-30 0,3 1-21 15,0-2-26-15,4 0-14 0,-1 3-26 0,3-1-32 16,-1-2-30-16,0 4-50 0,-1-2-73 0,0-1-73 16,-1 2-80-16,-3 2-103 0,-2-1-51 0,1 1-73 15,-11 3-32-15,12-4 0 0,-12 4-339 0,0 0-471 16</inkml:trace>
  <inkml:trace contextRef="#ctx0" brushRef="#br0" timeOffset="39748.57">32319 2016 488 0,'-1'10'434'0,"1"-10"-83"0,9 5-66 0,-9-5-23 0,15 1-47 0,-2-1-11 16,-1-2-48-16,6-1-22 0,0 0-31 0,5-2-23 15,0-1-2-15,0 0-21 0,0-3-147 16,2 1-145-16,0-3-126 0,-1-2-323 0,-2-1-192 15</inkml:trace>
  <inkml:trace contextRef="#ctx0" brushRef="#br0" timeOffset="40168.11">32752 1319 489 0,'0'0'755'0,"-9"-5"-170"16,9 5-136-16,-7-2-93 0,7 2-87 0,0 0-41 0,0 0-39 15,-11 2-12-15,11-2-47 0,-5 9-3 0,5-9-17 16,3 15 12-16,-1-7-29 0,3 4-18 0,2 0-13 16,1 1 17-16,4 2 3 0,0 0 7 0,-1-2-5 15,1-2-1-15,-1-2 3 0,2 1-11 0,-1-3-5 16,-2 0-13-16,1-3-10 0,1-2-5 0,-2-1-9 15,1-2-9-15,1-1-8 0,-2-2-3 0,2 0 1 16,-3-4 2-16,0 0-9 0,1-2 15 0,-2-2-22 16,-1 0 42-16,-3 0-9 0,1-1 8 0,0-1-2 0,-5 3 22 15,3-2-13-15,-3 4 6 0,0-4-15 0,1 3-3 16,-2 2-13-16,-2-2 9 0,1 2-13 16,-2 3 0-16,0 1-13 0,4 4 2 0,-10-4-5 0,10 4 3 15,-9 4 3-15,5 1-8 0,0 0 3 0,2 7 9 16,2-1 2-16,1 3-5 0,4 3-38 0,1 3 42 15,3 5 3-15,4 0-5 0,1 0-3 0,0 0-12 16,4-1-48-16,-1 1-76 0,-1-3-83 0,2 1-108 16,-2-3-110-16,0 1-100 0,-3-3-61 0,0-3-500 15,-4-3-707-15</inkml:trace>
  <inkml:trace contextRef="#ctx0" brushRef="#br0" timeOffset="40385.98">32869 1870 821 0,'-7'6'702'0,"7"-6"-64"16,-8 4-78-16,8-4-43 0,0 0-31 0,0 0-28 16,11-4-63-16,-4-1-71 0,5 0-53 0,2-1-58 15,2-2-40-15,4 0-31 0,1-1-31 0,4-2-21 16,3 0-17-16,0 0-13 0,1 0-12 0,2 2-10 16,-2-4-12-16,1 2-2 0,-3 2-21 0,-4 0-48 0,-2 1-59 15,-3 2-149-15,-1-1-98 0,-4 2-112 16,-1 0-68-16,-4 3-113 0,-8 2-40 0,8-5-286 15,-8 5-557-15</inkml:trace>
  <inkml:trace contextRef="#ctx0" brushRef="#br0" timeOffset="40715.03">33017 2066 263 0,'-3'8'485'0,"2"0"-73"0,1-8-67 0,-3 9-19 0,3-9-18 16,-1 10-4-16,1-10-19 0,-1 6-18 0,1-6-30 15,-2 6-25-15,2-6-26 0,-2 7-25 0,2-7-18 16,-1 6-10-16,1-6-19 0,-2 8-12 0,2-8-21 16,-3 7-18-16,3-7-13 0,0 8-7 0,0-8-9 15,0 9 4-15,0-9-16 0,3 9 17 0,1-2 28 0,0-1-24 16,1-1 49-16,2 4-57 0,0-4 39 16,3 2-55-16,1 0 38 0,-1 0-50 0,1 2 36 0,1 0-48 15,1-2 43-15,-2 0-5 0,1 2-7 0,2 1-3 16,-3-1-5-16,3 1-6 0,-1 1 0 0,2 1-5 15,-2 0-5-15,-2-2 5 0,0 1-5 0,-1 0 0 16,-1 1-5-16,0-2 0 0,-3-1-13 0,1-1-47 16,-2 3-41-16,-1-3-57 0,-3 0 5 0,2 0-6 15,-5-1 19-15,1-3-35 0,1-4-11 0,-8 10-45 16,8-10-2-16,-14 5-39 0,14-5-22 0,-20-1-5 16,7-3-5-16,-4-2 7 0,3 0-27 0,-5-3-238 15,3-3-80-15</inkml:trace>
  <inkml:trace contextRef="#ctx0" brushRef="#br0" timeOffset="40847.24">33054 2194 731 0,'2'-9'706'0,"2"1"-129"0,1 0-56 0,2 1-69 0,2-2-21 15,3 0-23-15,0 0-25 0,6-2-41 0,2 2-73 16,6-2-46-16,3 1-45 0,-1-1-37 0,4 1-32 16,-1 1-40-16,0 0-148 0,1 0-239 0,-2 1-268 15,-2-3-861-15,-5 1-1062 0</inkml:trace>
  <inkml:trace contextRef="#ctx0" brushRef="#br0" timeOffset="50067.84">27395 12420 1065 0,'0'0'739'0,"0"0"-148"0,-16 1-137 0,16-1-89 0,0 0-71 0,-10 1-61 16,10-1-42-16,0 0-42 0,0 0-26 0,0 0-17 16,-14 0 1-16,14 0-4 0,0 0 15 0,0 0-7 15,0 0 12-15,-4 6-18 0,4-6-2 0,0 0 0 16,6 8-5-16,-6-8 0 0,8 3 6 0,-8-3 1 16,9 4 12-16,-9-4 15 0,13 0 5 15,-13 0 9-15,17-4 19 0,-7-1-5 0,5-3-22 0,1-4-22 0,7-7-21 16,3-8-15-16,6-2-43 0,4-10 19 15,5-4-12-15,1-5-12 0,-1-3 25 0,5-4-49 16,0-4 34-16,12-9-42 0,-1-2-4 0,-7 12-3 16,1 2-4-16,0 3-20 0,-1 3-41 0,-3 4-86 15,-4 6-85-15,-6 2-131 0,-9 12-160 0,-8 3-140 0,-8 6-922 16,-5 5-1249-16</inkml:trace>
  <inkml:trace contextRef="#ctx0" brushRef="#br0" timeOffset="52564.42">13934 13091 289 0,'-12'-2'497'0,"0"-2"-122"0,1 2-85 0,2-1-66 0,0 0-39 16,-1 1-34-16,10 2-29 0,-15-3-25 0,15 3-13 15,-16-1-20-15,16 1-13 0,-13-2-12 0,13 2-6 16,0 0-7-16,-16-1-6 0,16 1-3 0,0 0 0 16,-9 4 2-16,9-4-4 0,0 0-1 0,-4 5 1 15,4-5-20-15,7 6 20 0,-1-4-25 0,4 2 27 16,3-2-27-16,5 1 22 0,5 5-11 0,1-5 20 15,8 2-19-15,6-3 12 0,1 4-14 0,8-4 23 0,3 1-5 16,2 0 3-16,6-2 16 0,1 1-13 16,6-1 30-16,9 2-39 0,4-2 61 0,0 2-18 15,2-1-27-15,1-2 16 0,-1 0-8 0,3 0-6 16,-1 1-9-16,1-1-4 0,3 0-23 0,1 0 21 16,0 0-24-16,1 0 23 0,-1 1-21 0,2-1 20 15,-2 0-6-15,1 2 3 0,4-2-8 0,0 0 2 0,0 0-23 16,4 0 34-16,0-2-2 0,1 1-2 15,-1 0-5-15,1-1 1 0,2-1 1 0,0 1 1 16,1-1-4-16,0 2 9 0,-2-1 5 0,3-2 4 0,-4 1 15 16,0-2 4-16,-2 2-10 0,2 0 5 0,0-1 12 15,-1 2-6-15,3-3-7 0,0 2-3 0,-2 0-5 16,0 2-2-16,-1-3 1 0,4 2-3 0,-3 0-7 16,3 0-5-16,-1-1-4 0,4 1 2 0,-1-1-3 15,-1 3-5-15,-1-3 4 0,-1 2-1 0,-1-1-3 16,2 2-2-16,0-1 0 0,-2-2-2 0,3 2-3 15,-2-1 5-15,-5-1-2 0,2 0 2 0,-1 3-3 16,-1-3 0-16,-2 2 3 0,2-1 10 0,0-1 5 16,-2 0 2-16,0 1-2 0,0-1 0 0,-1 1 2 15,-3-1 8-15,3 0 0 0,-2 0-7 0,1-2 6 16,-1 1-3-16,3 2-2 0,-1-3-3 0,0 1-1 16,-4 0 6-16,1 0 21 0,0 0-23 0,-1 0 16 15,0 1-21-15,1-1 11 0,1 0-22 0,-3 1 4 0,2-1-4 16,-1 1 0-16,0-3 14 0,-1 3-13 15,-2-2 12-15,2 1-16 0,1-3-1 0,1 1-2 16,0 1 1-16,1-2 3 0,0 1 13 0,0 1 9 16,1-3 3-16,-1 2 0 0,-1 0-2 0,0-1-3 0,0 3 5 15,3-2-3-15,-1 0-4 0,0 1-4 16,-4 1-2-16,4 0-1 0,-4-3-2 0,1 3 4 16,-1 0 0-16,2 0-1 0,-2-3-3 0,2 1-2 0,0 1-2 15,0-1-3-15,-2 2 4 0,-3-1-2 0,3 0 2 16,-3-2 4-16,0 4-4 0,-3-2 1 0,-2 1 2 15,2-1-9-15,-1 0 14 0,-1 4-9 16,-2-4 7-16,0 4-9 0,-1-3 4 0,-12 1-7 0,1 1 2 16,-2-1 6-16,2 2-8 0,9-4 10 0,-8 4-4 15,9-4 4-15,-1 3-7 0,1-1 4 0,-11 0-4 16,1 1 19-16,-2-1-9 0,-2 2 16 0,-1-3-14 16,0 2 0-16,-6 1-1 0,-1-1-2 15,-4 0-3-15,-7 1 11 0,-6 0 15 0,-6-1 5 0,-2 1 5 16,-5 1 1-16,-3-2-9 0,-1 2-3 0,-3 0-3 15,-1-1-11-15,-2 1-2 0,-12 0-4 0,19 0-7 16,-19 0 0-16,10 0-3 0,-10 0 6 16,0 0-11-16,-2 7-22 0,-7-3-102 0,-7 2-168 0,-8 0-223 15,-8 0-373-15,-13 3-355 0,-7-6-850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1:51:04.6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29146 11387 382 0,'-4'-6'770'0,"0"1"-142"0,0 0-130 0,4 5-118 0,-6-6-82 0,6 6-44 0,0 0-9 15,-7 8-11-15,6 3-6 0,1 2-16 0,1 7-38 16,1 3-28-16,3 9-14 0,1 8-31 0,2 2-17 16,2 0-20-16,0 2-7 0,2-1-18 0,2-1 0 15,-1-1-14-15,1 0 4 0,-2-3-12 0,1 0-3 0,1-6-4 16,-3-4-30-16,-1-3-99 0,-1-6-101 15,-2-1-74-15,-1-2-75 0,-4-7-116 0,2 0-155 0,-4-9-274 16,0 7-484-16</inkml:trace>
  <inkml:trace contextRef="#ctx0" brushRef="#br0" timeOffset="247.37">29019 11516 379 0,'-4'-31'579'0,"2"5"-139"0,4 1-72 0,2 3-95 0,6 2-9 16,3-3-50-16,6 5 9 0,3 6-8 0,4-1 18 15,2 5-2-15,-1 4-12 0,1 2-8 0,0 4-28 16,4 3-28-16,-2 4-25 0,0 2-21 0,-5 1-22 16,-3 5-7-16,0 2-8 0,-4 1-7 0,-4 1 0 15,-5-2 3-15,0 2-6 0,-7-4-17 0,-2 2-2 16,-1 0-16-16,-7 3 2 0,-3 2-12 0,-5-1 8 16,-7 3-16-16,-5-4 11 0,0 0-15 0,-1-2 10 15,-2-2-13-15,4-4 6 0,2-3-29 0,4-3-43 16,0-1-63-16,4-3-87 0,4-1-74 0,13-3-90 15,-20-3-112-15,15-1-156 0,3-3-277 0,4-1-495 16</inkml:trace>
  <inkml:trace contextRef="#ctx0" brushRef="#br0" timeOffset="500.02">29990 11181 1120 0,'6'-9'768'0,"-4"1"-140"15,-2 8-127-15,-8-7-73 0,8 7-62 0,-23-1-34 16,8 4-57-16,-7 2-47 0,-4 7-34 0,-4 3-22 16,-2 4-21-16,-1 5-29 0,1 3-19 0,1 2-21 15,3 3-9-15,4 3-10 0,2 0-18 0,4-1-11 0,3 2-5 16,5-1 34-16,5-1-57 0,3-7 46 0,4-1-48 16,4 4 54-16,2-3-56 0,6-2 47 0,1-2-32 15,4-4 20-15,4-3-49 0,0-1-18 16,4-7-25-16,4-2-56 0,-2-1-77 0,3-5-95 0,3-3-100 15,2-5-61-15,2-2-98 0,0-5-126 0,-3-2-357 16,-3-5-635-16</inkml:trace>
  <inkml:trace contextRef="#ctx0" brushRef="#br0" timeOffset="1064.84">30251 11273 159 0,'0'0'739'0,"0"0"-160"0,-13 3-80 0,8 5-69 16,1 1-56-16,-3 3-36 0,2 2-26 0,1 4-16 15,0 2-28-15,1-1-40 0,3 6-48 0,0-1-25 16,2 2-40-16,0 1-14 0,2-1-22 0,0 2-13 16,0-4-16-16,0-2-10 0,1 1-7 0,-3-5-6 15,2-2-1-15,-1-1-4 0,-1-3 9 0,-2-1 29 16,3-1 4-16,-3-10-33 0,1 9 18 0,-1-9-34 16,0 0 17-16,-5-10-27 0,1-1 21 0,-1-2-26 15,-1-8 25-15,1-2-33 0,-3-7 6 0,1-1 0 16,0-7 24-16,-1-2-21 0,2-1 20 0,3 7-26 15,3-1 25-15,3 2-2 0,2 2-8 0,1 3-5 16,7 3-1-16,0 3 1 0,5 3-6 0,-2 5 3 16,2 3 0-16,1 3 0 0,-1 5-5 0,1 0 2 0,-3 4-20 15,2 2 24-15,-4 1-19 0,2 2 21 16,-4 2-20-16,-1-1 18 0,-2 3-23 0,0-1 29 16,-4 3-25-16,0 0 27 0,-5 1-22 0,-5 4 3 0,-2 2 6 15,-4-2 1-15,-4 1-2 0,2-2 3 0,-1-2 0 16,0 0 1-16,3-4 0 0,-1-1 7 0,3 0-4 15,0-4-4-15,9-5 3 0,-10 5-3 16,10-5 1-16,0 0 1 0,0 0-5 0,10-6 5 0,-1 2-7 16,2 2 1-16,2-3 1 0,3 3-2 0,0 0 1 15,1 1-2-15,2 1 1 0,2 0 2 0,-1 1-3 16,-1 3 4-16,2 1 3 0,-2 2-1 0,1 0 0 16,-4 3-1-16,0 0 3 0,-3 2 20 0,-3-1-30 15,-1 2 28-15,-1-1-24 0,-3 2 36 0,1-1-26 16,-4-1 37-16,-1-1-32 0,-2 2 26 0,-3-2-36 15,-1 0 44-15,-2 0-45 0,-2 0 42 0,-2-5-43 16,-2 1 45-16,2 0-52 0,-5-4 44 0,1-1-49 16,-2-2 43-16,-2-2-49 0,1-1-31 0,-3-4-31 15,1 0-68-15,-1-4-78 0,3 0-101 0,2-5-94 16,1 0-105-16,2-1-146 0,4-4-355 0,2-1-642 16</inkml:trace>
  <inkml:trace contextRef="#ctx0" brushRef="#br0" timeOffset="1248.07">30746 11048 95 0,'34'5'847'0,"7"7"-177"0,-4 1-76 0,0 3-65 0,-1 4-38 15,-3 2-64-15,-1 1-46 0,-5 1-61 0,-3 5-83 16,-3-1 24-16,-6 4-73 0,-3-3 9 0,-6 2-88 0,-3 2 25 16,-3 0-27-16,-3 3-22 0,-5 6-18 0,-4-2-9 15,-4 2-9-15,-2-3-20 0,-10 7-32 16,0-4-104-16,-8-2-57 0,1-3-85 0,-4-1-99 15,3-8-67-15,-2-3-58 0,0-1-123 0,-1-5-505 0,0-1-717 16</inkml:trace>
  <inkml:trace contextRef="#ctx0" brushRef="#br0" timeOffset="6315.1">14726 15541 301 0,'-5'-12'634'0,"0"-4"-90"0,1 5-87 16,-1-4-63-16,0 7-58 0,1-3-67 0,0 4-58 16,0-2-41-16,4 9-21 0,-4-6 35 0,4 6 31 15,-1 8-2-15,2 2-26 0,2 7-7 0,-1 6-24 0,4 8-7 16,0 8-35-16,4 6-13 0,-1 1-14 15,3 3-15-15,2 9-3 0,-1-1-6 0,0 1-11 0,2 1-10 16,-1-4 12-16,-3-6-32 0,1-2 17 0,-1-2-29 16,-1-4 18-16,1-1-26 0,-1-3 18 15,-3-7-57-15,1-3-51 0,-3-7-100 0,3-1-110 16,-4-2-107-16,-2-5-122 0,0-3-149 0,-4-1-354 0,2-8-644 16</inkml:trace>
  <inkml:trace contextRef="#ctx0" brushRef="#br0" timeOffset="6581.46">14665 15730 366 0,'6'-21'749'15,"2"2"-176"-15,-1 1-116 0,4 1-101 0,3 3-81 16,2 0-33-16,7-1 19 0,4 1-3 0,4 3-9 16,5-3-11-16,-3 5-23 0,0 0-31 0,0 2-38 15,1 0-27-15,-5 4-25 0,-1 1-17 0,0 2-12 16,-2 2-17-16,-1 1-9 0,-4 4-9 0,-1 0-4 15,-2 4-7-15,-8 0-2 0,2 3 6 0,-5 1-7 16,-4 2-2-16,-4 1-1 0,-7 3-3 0,-2 5-3 16,-9 4-1-16,-3-2-1 0,-5 0 0 0,-2 0-3 15,-2-1-2-15,-1-2 2 0,0-3-1 0,0 0-13 16,0-3-10-16,5-6-61 0,0 0-84 0,6-4-90 0,0-2-73 16,5-4-71-16,2-2-105 0,14-1-565 15,-21-2-686-15</inkml:trace>
  <inkml:trace contextRef="#ctx0" brushRef="#br0" timeOffset="7396.95">15833 15305 545 0,'-4'-7'729'0,"4"7"-140"0,-9-3-87 0,9 3-76 16,-18 10-63-16,6 3-24 0,-3 10-25 0,-5 7-42 16,-2 4-34-16,-5 10-45 0,-4 6-38 0,2 0-28 15,-3 6-25-15,0-1-20 0,0 1-9 0,3 1-24 16,1 0 4-16,4 0-6 0,4-1-1 0,1-1-9 16,10-10 25-16,3 0-23 0,6-7 24 0,5-3-36 15,5 2 24-15,9-5-36 0,6-3 27 0,4-7-36 16,8-2 25-16,0-4-37 0,7-6-10 0,3-6-69 15,-5-2-49-15,8-5-60 0,-2-6-81 0,4-1-93 16,-3-6-56-16,4-6-127 0,-10 3-565 0,2-11-731 0</inkml:trace>
  <inkml:trace contextRef="#ctx0" brushRef="#br0" timeOffset="7731.39">15939 15366 353 0,'0'0'818'0,"2"-7"-194"0,-2 7-128 0,2-7-124 16,-2 7-74-16,0 0-50 0,5-6 31 0,-5 6-9 15,11 2-15-15,-3 0-38 0,3 3-16 0,4 0-39 16,4 1-15-16,2 3-35 0,5 2-11 0,2 1-9 16,4-2 14-16,6 2-36 0,-2 0-19 0,1-1-10 15,-4 0-7-15,-2-3-7 0,0 3-6 0,-3-3-5 0,-4-2-16 16,-3 3-40-16,-4-3-55 0,1-2-64 16,-5 1-72-16,-1-1-64 0,-2-1-38 0,-10-3-49 15,9 3-45-15,-9-3-28 0,0 0-31 0,0-9-308 16,-4 2-319-16</inkml:trace>
  <inkml:trace contextRef="#ctx0" brushRef="#br0" timeOffset="7914.08">16371 15225 645 0,'-4'-19'544'0,"0"3"-74"0,2 1-80 15,0 4-80-15,1 1-74 0,0 3 29 0,1 7 40 0,2-6 7 16,-2 6-12-16,4 6-25 0,0 1-10 0,0 3-38 16,-2 5-31-16,-2 2-11 0,0 3-26 15,-2 5 30-15,-2 2-51 0,-2 3 35 0,-2 3-23 0,-1 2-29 16,-4 3 0-16,2-5-19 0,0-2-21 0,-1-2-12 15,0 0-14-15,-2-4-12 0,4 0-23 16,1-5-50-16,-1-1-82 0,2-4-82 0,4-2-88 0,-2 0-130 16,1-3-110-16,0-2-194 0,0-3-575 0,5-5-895 15</inkml:trace>
  <inkml:trace contextRef="#ctx0" brushRef="#br0" timeOffset="8181.23">16083 15840 998 0,'-15'9'959'0,"2"-2"-231"0,0 1-146 0,3-2-117 16,0 0-90-16,2-1-77 0,0 0-60 0,5-1-68 16,3-4-9-16,0 0-37 0,2 8 8 15,-2-8-54-15,18 0 21 0,3-2-46 0,4-1 17 0,11-3-16 16,9-2-14-16,6-3-1 0,10-3-14 0,3-4 0 15,1 1-6-15,2-2-4 0,-3 0-3 0,-3-1 0 16,0 0-33-16,-2 2 33 0,-12 1-35 0,-3 2 30 0,-3 1-42 16,-10 2-34-16,-2 2-72 0,-7 3-80 15,-1 0-82-15,-8 0-63 0,0 4-36 0,-4-1-45 16,-9 4-60-16,9-2-508 0,-9 2-624 0</inkml:trace>
  <inkml:trace contextRef="#ctx0" brushRef="#br0" timeOffset="8480.89">16380 16233 1132 0,'0'0'871'0,"-9"-6"-186"0,9 6-158 15,-8-3-106-15,8 3-87 0,0 0-63 16,0 0-37-16,-8 5-32 0,8-5-30 0,2 13-28 0,-1-1-29 16,0 0-16-16,2 3 12 0,-1 3-51 0,5 3 15 15,-1 2-38-15,1 5 21 0,2-1-44 0,-1 1 26 16,1 0-35-16,2-2 0 0,-1 0-2 0,1-1-3 16,-3-2-22-16,1-4-74 0,1 1-97 0,-1-4-118 15,-1-1-97-15,1-2-94 0,-4-1-126 0,1-5-451 16,-3 0-696-16</inkml:trace>
  <inkml:trace contextRef="#ctx0" brushRef="#br0" timeOffset="8917.74">16326 16368 38 0,'-9'-17'852'0,"1"0"-189"0,1 1-146 0,2 3-107 16,1 0-83-16,1-2-18 0,1 1-30 15,2 3-21-15,2-4-18 0,2 1-26 0,4-3-29 16,3 3-24-16,2-1-7 0,4-1-19 0,2 0-3 15,4 1-33-15,1 2-5 0,4 1-27 0,0 3 7 16,-6 3-30-16,5 1 11 0,-5 4-29 0,-1 2 16 16,-1 1-31-16,1 3 17 0,-5 2-10 0,0 3 4 15,-2 2-9-15,0 2-2 0,-9 0-3 0,-1 1-2 0,-2 2-3 16,-4 1 28-16,-4 4-35 0,-3-2 26 0,-5 1-32 16,-3 1 34-16,-1-2-31 0,-2-3 25 15,3-1-28-15,-2-2 34 0,4-2-7 0,1-2 30 16,2-2-32-16,2-1 26 0,1-2-38 0,9-5 31 0,-9 4-35 15,9-4 26-15,7-4-33 0,3 1 2 0,1-3-2 16,8 1 4-16,3-2 5 0,4 1-1 0,3-1-2 16,-1 3-4-16,5 0 6 0,2 1 1 15,-4 2 0-15,-1 0 5 0,2 2-6 0,-2 0 3 0,-1 2-5 16,-1 1 2-16,-2 0 0 0,-2 3-1 0,-5-1-3 16,0-2 13-16,-6 4-9 0,-2-1 1 0,-3 0 1 15,-4 1 7-15,-4-1-8 0,-2 4 4 0,-6 1 3 16,-5 0 8-16,-5 1-13 0,-5 0 1 0,0 0 0 15,-5-1-2-15,-1 0-4 0,1-1 8 0,1-2-7 16,-3 0 4-16,7-5-8 0,4 1-30 0,0-3-64 16,2-1-49-16,3-5-109 0,-1-1-115 0,3-3-66 15,1-4-108-15,5-6-145 0,2-4-313 0,1-5-605 16</inkml:trace>
  <inkml:trace contextRef="#ctx0" brushRef="#br0" timeOffset="9197.32">17097 15143 821 0,'-3'-13'874'0,"3"3"-182"0,-1 2-168 0,1 8-98 16,0 0-74-16,0 0-37 0,0 0 3 0,10 17-72 15,0 0-18-15,8 12-17 0,5 5-23 0,9 12 50 16,7 4-40-16,4 3-32 0,4 1-23 0,2 2 2 0,11 12-28 15,-12-13-23-15,2 2-58 0,-5-1 31 16,0-2-48-16,-7 1-3 0,-3 0 32 0,-7 1-65 0,-5-1 31 16,-9-10-36-16,-7 3-20 0,-4-2-19 0,-7 0-34 15,-7-2-41-15,-5 0-24 0,-12 3-12 0,-4 0-33 16,-4-6-10-16,-7-2-53 0,-2-3-58 0,-3-4-44 16,-3-2-75-16,1-5-73 0,-3-1-558 0,7-10-691 15</inkml:trace>
  <inkml:trace contextRef="#ctx0" brushRef="#br0" timeOffset="11646.63">11572 14941 146 0,'-19'-4'366'0,"3"1"-99"0,-3-1-34 0,0 1-47 0,0-2-20 0,-4 1-35 0,1-1-8 16,-1 1-26-16,0 0 13 0,3 1-19 0,2 0 17 16,0 0 2-16,1 0-6 0,4 0-12 0,2 2-16 15,0-1-13-15,0 1-6 0,2-2-16 0,9 3-8 0,-15 0-4 16,15 0-14-16,0 0 5 0,-12-2-5 16,12 2 0-16,0 0-5 0,0 0 1 0,8 7-3 15,1-4 18-15,1-1-3 0,6 4-6 0,0-3 0 16,2 3 10-16,8-3 3 0,1-1-4 0,1 3-3 15,6-1-1-15,2-1 2 0,4-1-8 0,-1 1 5 16,1 1-1-16,7-1 1 0,-1 1 3 0,4 1 5 16,-1-2-3-16,2 2 5 0,2-1 18 0,0-1-11 15,2 1 3-15,2-1 5 0,3 0 4 0,0 0 0 0,2 0-11 16,2-1-8-16,-2-2-1 0,14 1-4 0,0 1-9 16,1-2-4-16,2 0-1 0,0-2 4 0,2 1 0 15,1 1 1-15,-3-2-2 0,3-1 0 16,-2 0-2-16,-2 0-2 0,1 1 2 0,-2 1-8 0,1-2 0 15,0 2 3-15,-1-1 1 0,-3 1 7 0,-10 0-1 16,1 1-1-16,1 0 24 0,-2-2-1 0,0 2-5 16,0-1-6-16,1 1-6 0,0 0-2 0,2-2-3 15,9 2 0-15,-9 0 1 0,8-1-10 0,2 1 7 16,-3-2-8-16,-7 2-3 0,8-2 1 0,-1 2 19 16,-10-3-1-16,13 2-7 0,-2-1 2 0,-1-1-2 15,-2 0-2-15,1-1-4 0,1 2-1 0,-13-2 4 16,2 1 4-16,-1 0 0 0,0 0 2 0,-1 0-4 15,-2 2-1-15,1-2 2 0,-4 2 13 0,3-1-4 16,0 0-5-16,0 0-2 0,-1 0-2 0,2 1-3 16,2-1-1-16,-1-2 6 0,2 2-10 0,8-2 0 15,-8 0 23-15,10 0 8 0,-3-2-2 0,-1 1 12 16,3-2-4-16,-2 0-4 0,0-1-5 0,2-1-6 16,-3 2 1-16,1-2 1 0,-1 0-3 0,1 1-7 0,-3-2-1 15,-1 2-3-15,-10-1-4 0,3 3 3 0,6-4-6 16,-6 1-1-16,8 0-1 0,-1-1-1 15,3 0-1-15,-1 1-1 0,2-1-1 0,1-1-4 16,-1 1 9-16,1-2-4 0,-3 1 16 0,0 0-4 0,0-1 12 16,-2 2-3-16,-1-3-4 0,2 1-2 0,-2 1-5 15,-9 3 0-15,8-4-3 0,-10 3 1 16,-1-1-6-16,2 1 1 0,-4 1 1 0,-3 1-1 16,-2 0 1-16,-3 1-1 0,-10 0 1 0,-2 0-6 0,-4 3 8 15,-7 0 2-15,-2 0-1 0,0 0 0 0,-2 2-3 16,-4-2-2-16,0 2 1 0,-2-2-6 0,-10 3 3 15,17-2-2-15,-17 2-9 0,0 0-50 16,0 0-136-16,0 0-155 0,-13 2-203 0,-6-2-727 0,-9 0-885 16</inkml:trace>
  <inkml:trace contextRef="#ctx0" brushRef="#br0" timeOffset="12964.74">16662 16691 213 0,'5'-7'372'0,"-5"7"-114"0,4-5-42 0,-4 5-35 0,3-6-39 0,-3 6-24 0,0 0-22 16,5-6-19-16,-5 6-16 0,0 0-9 0,0 0-12 16,5-6-14-16,-5 6-37 0,0 0-70 0,0 0-95 15,10-2-321-15,-10 2 11 0</inkml:trace>
  <inkml:trace contextRef="#ctx0" brushRef="#br0" timeOffset="21346.94">18577 15629 201 0,'0'0'748'0,"0"0"-153"0,0 0-120 0,0 0-101 0,-4-5-81 0,4 5-61 16,4-6-35-16,-4 6-33 0,10-7-22 0,-5 1-31 16,4 1-18-16,1-2-17 0,4 0-14 0,4-3-13 15,1 2-9-15,9-3-9 0,-1 0-4 0,1-1-6 16,4 1-2-16,5-2-2 0,-5 1-1 0,-2 1-9 16,-1 3-3-16,-5 1-49 0,-3 0-130 0,-3 1-93 15,-4 3-105-15,-3-1-113 0,-11 4-350 0,9-1-374 16</inkml:trace>
  <inkml:trace contextRef="#ctx0" brushRef="#br0" timeOffset="21514.17">18542 15848 420 0,'0'0'602'16,"9"6"-144"-16,-9-6-98 0,17 1-76 0,-5-2-59 15,9-4-42-15,3 1-34 0,8-6-28 0,8-3-23 0,4-1-15 16,4-3-22-16,9-5-11 0,3 2-19 15,-1-2-46-15,-2 3-77 0,-13 6-110 0,-3-1-204 16,-12 6-359-16,-7 1-279 0</inkml:trace>
  <inkml:trace contextRef="#ctx0" brushRef="#br0" timeOffset="22647.02">20244 15356 366 0,'-1'-13'716'0,"1"3"-135"0,0 2-116 0,0 8-111 15,-2-10-60-15,2 10-32 0,0 0-5 0,3 9-22 16,0 0-31-16,3 5-18 0,-2 1-26 0,1 8-25 16,0 1 1-16,3 4-31 0,1 3-18 0,-1 1-12 15,-1 0-20-15,1 0-12 0,2 0-10 0,-2-1-7 16,0 0-4-16,-2-2-3 0,3-1-4 0,-3-6-12 15,-2 2-52-15,1-4-93 0,-3-3-100 0,0-3-90 16,-3 0-102-16,0-4-131 0,-3 0-396 0,-3-5-547 16</inkml:trace>
  <inkml:trace contextRef="#ctx0" brushRef="#br0" timeOffset="22880.26">20110 15363 68 0,'7'-22'700'0,"5"4"-159"0,1-3-115 0,4 6-71 15,1 1-53-15,5 0-53 0,1 2-16 0,4 2-5 16,1 3 6-16,0 1-11 0,0 3-28 0,-1-2-32 0,3 5-6 16,-3 2-35-16,-1 2-19 0,0 1-25 0,-6 0-14 15,0 4 16-15,-2 1-6 0,-6 1-4 16,-2 1-7-16,-6 1-13 0,-2 2-9 0,-4-2-5 16,-3 5-7-16,-5-1 0 0,-8 5-5 0,-2-1-4 0,-3 4-4 15,-6-4-4-15,1 1-1 0,-1-6-3 0,4 0 3 16,0-3-4-16,4-3 2 0,3 3-11 15,2-7-24-15,3 0-129 0,1-4-166 0,11-2-111 0,0 0-185 16,-10-2-470-16,10 2-703 0</inkml:trace>
  <inkml:trace contextRef="#ctx0" brushRef="#br0" timeOffset="23163.81">21085 15205 964 0,'0'-11'831'0,"-1"3"-169"0,-5 1-142 0,-1 2-82 16,-2-1-53-16,-2 4-67 0,-3 2-59 0,0 2-42 15,-4 1-45-15,-4 5-3 0,-2 3-53 0,-2 5-10 16,1 5 7-16,-2 4-52 0,5 3 8 0,2 3-17 16,3 1-9-16,5 4-10 0,5-6-10 0,3 2-1 15,3-1-7-15,3 1 3 0,6 0 6 0,0 0 6 16,3 4-3-16,6-4 2 0,1-2-6 0,2-1-4 15,4-6-4-15,-2-2-20 0,1-4-24 0,0 0-34 16,4-6-43-16,-5-2-51 0,-2-2-77 0,1-3-105 16,-1-4-63-16,-3-2-87 0,0-2-99 0,0-4-459 15,1-5-666-15</inkml:trace>
  <inkml:trace contextRef="#ctx0" brushRef="#br0" timeOffset="23397.59">21170 15259 239 0,'-7'-10'809'0,"7"10"-210"0,-5-6-140 16,5 6-103-16,0 0-72 0,0 0-9 0,0 0 13 15,0 0-20-15,13 5-7 0,-4 1-31 0,1 1 12 16,5 5-57-16,1-1-24 0,5 3-39 0,4 2-5 16,-2 3-21-16,1-3-25 0,2 1-3 0,-2 2-10 15,-1-2-10-15,0 1-9 0,-3-1-4 0,1 0-14 16,-6-3-6-16,3-2-7 0,-5-1-50 0,-3-2-78 15,3 1-72-15,-7-4-89 0,1-1-72 0,-7-5-44 16,5 5-61-16,-5-5-22 0,0 0-42 0,-4-10-272 16,-1 3-320-16</inkml:trace>
  <inkml:trace contextRef="#ctx0" brushRef="#br0" timeOffset="23563.48">21439 15282 622 0,'-5'-9'573'0,"3"1"-148"0,2 8-69 15,-4-10-32-15,4 10-15 0,0 0-3 0,-13 3-13 16,8 2-1-16,-3 3-13 0,-1 3-39 0,-1 0-5 15,0 4-31-15,-2 2-24 0,0 1-34 0,-4 2-25 16,0 3-23-16,0 0-19 0,-2 0-17 0,2 1-9 16,-1-1-8-16,-2 0-15 0,5-2-8 0,-4 1-27 15,5-2-100-15,2-2-144 0,-1-1-148 0,2-1-128 0,2-1-187 16,-1-3-317-16,3 0-642 0</inkml:trace>
  <inkml:trace contextRef="#ctx0" brushRef="#br0" timeOffset="23963.38">21885 15316 1087 0,'0'0'896'0,"9"-4"-212"0,-9 4-145 0,0 0-119 15,11-1-69-15,-11 1-75 0,6 3-37 0,-6-3-65 16,6 8-16-16,-6-8-43 0,3 11-11 0,-1-7-35 15,-2 3-1-15,2 1-12 0,-1 0-14 0,0-2-7 16,-1 3-2-16,0-1-15 0,0-1-3 0,0-7 0 16,0 12-1-16,0-12 5 0,0 11 1 0,0-11 6 15,0 7-5-15,0-7-4 0,0 0-4 0,-11-2-1 16,3-1-21-16,3-4 26 0,-3-3-17 0,0-2 40 16,1-3-36-16,1-4-3 0,0 3 31 0,4-6-24 15,-1 3 45-15,3-2-36 0,0 2 37 0,3 0-48 16,1-2 49-16,2 2-17 0,2 2-49 0,2 0 45 15,0 3-47-15,4 3 44 0,-2 3-51 0,3 1 48 16,-1 3-46-16,0 4 46 0,4 2-45 0,0 4 55 16,0 3-33-16,2 2 45 0,-3 2-46 0,3 5 3 15,-2-1 18-15,0 4 37 0,-1 0-46 0,-3 1 40 16,-1 0-11-16,-4-1-11 0,-2 1-15 0,-3-2-24 0,0-1-65 16,-4 1-98-16,-1-1-121 0,-2-2-164 0,-5 2-108 15,1-1-199-15,0-5-486 0,-4-1-856 16</inkml:trace>
  <inkml:trace contextRef="#ctx0" brushRef="#br0" timeOffset="24546.45">22459 15129 882 0,'0'0'852'0,"19"0"-177"15,-19 0-136-15,13 5-82 0,-8-2-80 0,3 5-39 16,-3-1-73-16,-1 0-26 0,0 2-52 0,0 2-40 15,-2-3-22-15,1 5-24 0,0-2 9 0,-1 1-49 16,-2 0 10-16,2-1-36 0,-2 0 16 0,0 0-37 16,0-3 26-16,0-1-36 0,0 0 35 0,0-7-34 15,0 12 29-15,0-12-37 0,-4 6 30 0,4-6-36 16,0 0 37-16,-12-9-44 0,7 3 6 0,-2-4 6 16,3-3 41-16,-3-2-43 0,3-2 37 0,1 0-37 15,1-2 32-15,2-2 4 0,0 2-2 0,2-2-1 16,1 0-10-16,1 0 0 0,3 2-4 0,-2 1-1 15,2 3 4-15,2 1-2 0,0 2-5 0,2 2-2 16,-2-2-2-16,5 4 1 0,-2 1-4 0,3 2 6 16,-2 0-9-16,0 2 0 0,-1 3 0 0,1 0-1 15,0 1 2-15,-3 3-1 0,0-1 1 0,1 3-1 16,-4 2-38-16,-3 1 45 0,0 1-41 0,-3 1 46 16,-3 3-41-16,-2 1 45 0,-1-1-48 0,-2-1 9 15,-2 1 4-15,3-2 20 0,-2-1 25 0,1 2-46 16,-1-5 4-16,4 1 5 0,-1 0 1 0,1-2 2 15,0-1 4-15,-1 0-1 0,5-6-1 0,0 9 6 16,0-9-5-16,5 4 2 0,-5-4 1 0,13 4 3 0,-13-4-3 16,17 5 2-16,-8-3-3 0,0 0-2 0,2 0 5 15,-2 2-3-15,3-1 3 0,-1 1 4 0,-1 1-6 16,4 2 1-16,-3 0 2 0,0 1 0 0,-1 0-2 16,-1 2-1-16,0 0 5 0,-2-1 37 0,0 1-52 15,-3-1 40-15,-1 1-45 0,-1-2 44 0,0 2-43 16,-4-1 34-16,2-1-39 0,-5-1 40 0,1 1-38 15,-5-2 39-15,2 0 0 0,-4-1-7 0,-1 1-2 16,0-5-6-16,-1 1-35 0,-2-1 20 0,1-1-64 16,0-3-47-16,-3 0-73 0,2-2-96 0,0-4-81 15,1 2-60-15,2-5-146 0,2 1-580 0,2-6-773 16</inkml:trace>
  <inkml:trace contextRef="#ctx0" brushRef="#br0" timeOffset="24747.48">22789 14883 119 0,'10'-7'792'0,"0"4"-218"16,-10 3-66-16,20 3-20 0,-8 4-60 0,1-1-29 16,5 4-25-16,-3 3 1 0,2 0-70 0,2 3-13 15,0 3-77-15,2 0 10 0,-1 1-80 0,6 3 13 16,-1 2-77-16,-4-3 26 0,-3 0-65 0,-2-1-13 0,0 2-20 16,-5-3-19-16,-3 0-29 0,-4 1-45 15,-3-2-72-15,-5 2-92 0,-4 1-85 0,-7 2-42 16,-8 3-39-16,-3 1-28 0,-7 0-36 0,-4-2-41 15,-8 3-292-15,-6-1-344 0</inkml:trace>
  <inkml:trace contextRef="#ctx0" brushRef="#br0" timeOffset="25013.17">20551 16113 724 0,'-52'10'689'0,"8"-3"-121"0,11-1-101 16,6 0-93-16,5-3-67 0,3 0-48 0,3 1-26 15,5-1 29-15,11-3-18 0,0 0-17 0,0 0-49 0,18 3-19 16,7-6-25-16,14-1-2 0,16-2-9 0,21-3-6 16,8-1-30-16,8 0 32 0,6-1-53 0,26-2 47 15,4 0-61-15,5 0 56 0,4-1-52 0,-3-1 37 16,1 1-58-16,2 0 34 0,-1 1-13 0,-1-2-8 16,-5 3-10-16,-2-1-7 0,-4 0-8 0,-23 5-3 15,0-3-6-15,-4 1-5 0,-3 2 0 0,-6 0-5 16,-8-1-17-16,-7 3-47 0,-17 2-66 0,-11-2-119 15,-8 3-102-15,-14 1-94 0,-9 2-61 0,-14 0-87 16,0 0-133-16,0 0-278 0,-14 2-601 0</inkml:trace>
  <inkml:trace contextRef="#ctx0" brushRef="#br0" timeOffset="25463.57">21612 16271 699 0,'-19'8'782'0,"3"-3"-185"0,2 3-129 0,3 2-99 16,1 3-70-16,5 3-44 0,1 5-12 15,2 2 14-15,4 4-38 0,0 0-24 0,2 6-50 0,2 1 4 16,1 5-37-16,-1 2 2 0,3-2-38 0,1 2 17 16,-1-1-31-16,0 0 6 0,1-3-28 0,-2-6 14 15,0-2-23-15,-2-2 17 0,-2-6-24 0,4 0 20 16,-6-4-32-16,3-3 22 0,-1-2 10 0,-3-1 64 15,1-1-41-15,-2-10 9 0,-3 8-37 0,3-8 17 16,-9-2-36-16,2-5 27 0,-5-6-25 0,-2-6-7 16,-4-5-1-16,-4-6-2 0,3-6-2 0,-1-2 19 15,1-5-21-15,3 1 28 0,1-4-24 0,3 1 25 16,5-1-23-16,3 3 31 0,3 7-20 0,3 2-8 16,3 3-3-16,4 2-8 0,5 4 3 0,2 3-4 15,4 5 3-15,4 2-5 0,1 5 0 0,0 6-5 16,2 2 16-16,0 5-19 0,0 2 15 0,2 3-20 0,-1 5 20 15,-2-1-29-15,-4 6 33 0,-1-2-24 16,-5-1 19-16,-2 1-18 0,-4 0 16 0,-5-1-19 0,1 1 20 16,-6-3-18-16,-6 4 15 0,-2 1-22 15,-3-3 22-15,-6 2-28 0,-3-3-1 0,-3 1-57 0,0-2-29 16,1-4-41-16,3 0-29 0,2-3-68 0,1-2-68 16,2 0-89-16,3-3-41 0,11-1-120 0,-15-5-606 15,15 5-783-15</inkml:trace>
  <inkml:trace contextRef="#ctx0" brushRef="#br0" timeOffset="25696.51">22241 16165 399 0,'16'-7'859'0,"-4"0"-190"0,-6 4-131 0,-6 3-106 0,0 0-55 0,0 0-27 16,-6 8-21-16,-6 1-31 0,-7 5-28 15,-5 3-40-15,-7 6-2 0,-1 2-28 0,0 4-20 0,0 2-28 16,0 1 43-16,4 0-34 0,3 1 6 0,4 0-24 15,3 0 5-15,7-4-27 0,4-1 6 0,4-3-25 16,5 0-18-16,3-1-12 0,4 2-16 0,8-2-32 0,1-3-40 16,3 0-52-16,5-5-65 0,2-1-75 15,0-3-74-15,5-3-74 0,-1-3-73 0,-2-6-51 16,0 0-32-16,4-6-52 0,-2-6-51 0,3-3-399 16,-1-7-619-16</inkml:trace>
  <inkml:trace contextRef="#ctx0" brushRef="#br0" timeOffset="26230.87">22529 16494 652 0,'7'-18'452'0,"-1"3"-10"0,-2 0-36 15,0 3-37-15,-1 1-58 0,-1 1-46 0,3 3-10 16,-5 7 12-16,4-7 20 0,-4 7-24 0,0 0-30 0,1 7-27 16,-1-7-26-16,0 15-46 0,0-6-3 0,0 3-19 15,-1 0-5-15,1-1-38 0,-1 1 4 16,1 2-26-16,-2-3 10 0,1 2-32 0,-1-2 17 0,-1 1-28 16,2-2 17-16,0 1-24 0,-1-2 19 0,0-3-18 15,0 1 65-15,1-1-11 0,1-6 13 0,-4 8-38 16,4-8 22-16,0 0-39 0,-9-5 23 15,3-4-29-15,2 1 22 0,0-9-31 0,-1-1 33 0,3-4-27 16,-1-5 31-16,-1-4-14 0,4-3 7 0,0 0-3 16,3-2-1-16,2 0 11 0,0 5-5 0,1 0-46 15,3 2 48-15,-1 7 1 0,0 1-7 0,3 2-5 16,-1 3-7-16,3 2-6 0,0 3-1 0,0 4-5 16,1 1-44-16,-2 4 52 0,1 3-50 0,1 0 51 15,-1 5-5-15,-1 0-5 0,-2 2-5 0,-2 4 3 16,-2-1-3-16,0 3 15 0,-3-1-22 0,-3 2 18 15,-3 0-22-15,-2 1 20 0,-2 1-18 0,-4 1 16 16,-3 0-20-16,0-2 20 0,1-1-20 0,-2-2 19 16,2-4-16-16,1 0 18 0,1-1-13 0,2-3 9 15,-1-1-18-15,4 0 20 0,6-4-17 0,-11 2 18 16,11-2-24-16,0 0 27 0,3-9-25 0,-3 9 20 0,13-6-19 16,-2 3 11-16,0-1-15 0,0 1 24 15,4 0-14-15,0 3 13 0,0 0-21 0,-1 0 21 16,2 5-17-16,0-3 16 0,-1 2-19 0,-1 0 18 0,0 0-17 15,-2 5 17-15,-2-2-19 0,0 1 24 16,-2-1-22-16,-2 3 17 0,-2-2-14 0,-4 2 20 0,1-1-16 16,-2 3 12-16,-1-2-17 0,-5 0 18 0,1 2-29 15,-7 0 32-15,3-3-20 0,-6 3 20 0,0-2-20 16,-1 0 17-16,-1-2-31 0,2-2-19 0,0-1-82 16,1-2-35-16,2-2-81 0,-1-1-54 0,0-1-79 15,4-2-70-15,-2-4-50 0,5-2-71 0,0-4-107 16,5-2-262-16,0-6-506 0</inkml:trace>
  <inkml:trace contextRef="#ctx0" brushRef="#br0" timeOffset="26413.7">22823 16093 634 0,'21'-1'603'0,"-2"2"-103"0,4 4-13 0,4 5-14 0,0 5-35 0,6 4-11 0,-2 1-58 16,-1 5-13-16,-4 1-83 0,-1 2 10 0,-5 1-73 15,-3-1-6-15,-4-1-58 0,-3-1-11 0,-3-2-39 16,-5 2-4-16,-2-3-35 0,-5 2 10 0,-5 3-40 15,-1-1 0-15,-9 2-5 0,-1-1-7 0,-6-2-19 16,-4-1-80-16,2-1-100 0,-6-4-92 0,3 3-95 16,-2-7-70-16,-3 0-98 0,2-3-141 0,5-3-368 15,-1-1-665-15</inkml:trace>
  <inkml:trace contextRef="#ctx0" brushRef="#br0" timeOffset="27196.75">24089 15566 637 0,'0'0'720'0,"0"0"-158"15,0 0-121-15,0 0-104 0,-2-7-76 0,2 7-41 16,7-8-36-16,2 2-18 0,1-2-29 0,3 0-6 16,5-3-23-16,2 1-24 0,3-4-13 0,5 3-14 15,0-1-10-15,2-3-12 0,0 2-9 0,0 2-62 16,-2-1-111-16,-1 1-68 0,-4 3-89 0,-4 0-98 0,-4 2-120 16,-3 2-299-16,-5 1-355 0</inkml:trace>
  <inkml:trace contextRef="#ctx0" brushRef="#br0" timeOffset="27363.91">24113 15696 525 0,'-4'8'555'15,"4"-8"-145"-15,-1 10-78 0,1-10-46 16,6 4-12-16,-6-4-35 0,22 0-30 0,-5 0-30 0,5-4-33 16,5-1-27-16,7-3-19 0,5-2-19 0,5-1-20 15,-3-1-6-15,0 0-15 0,-1 2-55 16,-8 1-94-16,0-1-95 0,-2-1-156 0,-5 1-558 0,-4 2-486 15</inkml:trace>
  <inkml:trace contextRef="#ctx0" brushRef="#br0" timeOffset="28363.68">25906 15233 649 0,'-8'-12'629'15,"0"0"-122"-15,2 3-103 0,1 2-81 0,-1 0-60 16,1 4-32-16,5 3-19 0,-9-4-28 0,9 4-1 16,-7 5-26-16,5 2-21 0,2 4-3 0,2 3 14 15,3 5-25-15,2 3-25 0,2 5-22 0,6 5-11 0,-1 4-19 16,5-2-2-16,-2 3-16 0,-1-4-2 0,1 2-9 16,-2-3 0-16,-2-4-13 0,-1-2-35 15,-1-1-128-15,-4-4-100 0,-1-3-40 0,0-3-53 0,-4-3-45 16,-2-3-59-16,0-9-403 0,-8 7-410 15</inkml:trace>
  <inkml:trace contextRef="#ctx0" brushRef="#br0" timeOffset="28580.82">25825 15299 453 0,'-5'-23'395'0,"5"2"-88"0,4 2-20 0,1-2-50 16,4 4 5-16,1 2-13 0,7 0-22 0,0 3-26 15,3 2-18-15,3 3-20 0,0 2-4 0,-4 3-31 0,3 2 16 16,-2 1 3-16,0 3-23 0,-3 0-21 0,0 2 37 15,0 2-7-15,-4-1-20 0,-2 2-4 0,-3 1 5 16,-3-1-18-16,-3 3-14 0,-3-2-11 0,-1 1-9 16,-6 1-10-16,-4-1-2 0,-2 2-9 0,-5 1-5 15,-3-3-4-15,-3 1-1 0,2-2-3 0,1-2-4 16,0 1-4-16,1-3-10 0,3-2-73 0,2 0-74 16,1 0-79-16,6-4-79 0,9 0-112 0,-11 0-150 15,11 0-244-15,2-8-355 0</inkml:trace>
  <inkml:trace contextRef="#ctx0" brushRef="#br0" timeOffset="28879.55">26710 15066 701 0,'0'0'543'0,"-8"-5"-65"0,8 5-34 0,-13 2-61 16,2 4-36-16,-1 2-34 0,-3 6-8 0,0 0-24 0,-3 8-56 16,-2 6-4-16,3 4-19 0,1 2-32 0,0 4-25 15,4 1-13-15,3 2-15 0,4 2-18 16,3-7 6-16,3 2-17 0,4 2 6 0,5-1-11 16,2-1 9-16,4-5-19 0,4-2-12 0,3-5-12 0,2-1-10 15,2-3-7-15,-3-6-8 0,3-5-45 0,1 0-47 16,-4-5-65-16,2-4-130 0,-4-2-124 15,-2 0-91-15,-1-2-117 0,-2-3-636 0,1-5-838 16</inkml:trace>
  <inkml:trace contextRef="#ctx0" brushRef="#br0" timeOffset="30063.38">26946 15075 595 0,'5'-9'513'0,"1"2"-115"0,-3 3-83 15,-3 4-43-15,9-6 11 0,-9 6 8 0,12 0 13 16,-6 3-29-16,3 3-2 0,0 2-11 0,0 5-42 15,0-1-40-15,2 5-29 0,-2 1-37 0,-1 2-12 0,2 2-29 16,0 1-3-16,1 4-21 0,-2-2-8 0,0 0-7 16,-2-2-10-16,-2 0-7 0,4-1-1 0,-4-2-9 15,1-3-97-15,-1-2-133 0,0-1-86 16,-3-1-40-16,3-4-93 0,-2-3-89 0,-3-6-390 0,0 0-492 16</inkml:trace>
  <inkml:trace contextRef="#ctx0" brushRef="#br0" timeOffset="30463.35">27066 15156 471 0,'-2'-21'479'16,"-1"2"-78"-16,3 2-57 0,1 1-30 0,3-1-30 16,0 3-32-16,1-1-21 0,2 0-23 0,2 1-20 15,0 3-7-15,1-1 1 0,1 3-21 0,2-1-12 16,4 3-13-16,-3 0-22 0,4 2-21 0,-2 2-11 16,-1 0-24-16,0 3-9 0,0 0-16 0,-4 0-1 15,1 3-10-15,-1 0-1 0,-3 4-8 0,0-1 2 16,-4 0-7-16,-2 5 2 0,-2-1-4 0,-2 4 0 15,-3 0-5-15,-4 4 5 0,-2-2-4 0,-3 0 1 16,0-1 2-16,2 1-3 0,-1-3 0 0,1-2-2 16,2 1-1-16,1-4 2 0,1 0 0 0,1-1 1 15,0 0 0-15,2-4-2 0,5-3 2 0,0 0-1 0,3 6 0 16,-3-6-3-16,16 0 1 0,-4-1-1 16,2-1 0-16,3 2 0 0,0 0 0 0,1 0 1 15,1 0 1-15,-2 3-3 0,4 0 2 0,-5 0 1 16,3 3-1-16,-2-2 2 0,-2 2-1 0,1 3 1 15,-4-2 1-15,0 3 6 0,-2 0 4 0,-3 1 1 16,-4-2 2-16,1 3 3 0,-4 0 2 0,-4-2 10 16,-1 3-5-16,-4-1-7 0,-3 2 0 0,-3-3-6 15,0 2-1-15,-3-1-1 0,-1-4-3 0,-1 3 1 0,0-4-5 16,-1 0-14-16,2-4-47 0,2 1-88 0,2-4-91 16,2 0-98-16,1-5-99 0,2 0-108 15,5-3-405-15,1-3-530 0</inkml:trace>
  <inkml:trace contextRef="#ctx0" brushRef="#br0" timeOffset="30678.91">27541 14873 465 0,'10'-7'706'0,"-1"4"-165"0,-9 3-45 0,14 1-7 0,-7 3-60 0,0 5-16 0,0 3-26 16,1 3-59-16,2 5-39 0,-1 5-20 15,0 5-40-15,0 0-55 0,1 8 9 0,-1 3-74 0,2 1 18 16,-1 2-26-16,1-2-22 0,-2 3-19 0,1-2-9 15,1-1-13-15,-2-1-10 0,1-2-5 0,-1-3-9 16,-1-4 0-16,0-2 0 0,-1 0-9 0,-1-7-24 16,-1-2-70-16,1 0-88 0,-3-4-116 0,-1-1-118 15,1-2-72-15,-4-1-122 0,-1-2-653 0,-1-2-867 16</inkml:trace>
  <inkml:trace contextRef="#ctx0" brushRef="#br0" timeOffset="31597.42">28178 15262 21 0,'5'-4'749'0,"-5"4"-194"0,4-9-119 15,-4 9-48-15,0 0-61 0,0 0-30 0,0 0-2 16,-11 6-29-16,4 0-29 0,-3 6-32 0,1-1-12 16,-1 4-31-16,-3 2-29 0,3 3-34 0,-2 3-17 15,-2 0-20-15,4 2-7 0,-3 0-13 0,4 1-7 16,0-1-12-16,-1-3 3 0,3 0-13 0,0-1 2 0,1-1-27 16,1-5-81-16,1 0-128 0,-1-1-112 15,1-2-77-15,1-5-144 0,-1 0-414 0,4-7-556 16</inkml:trace>
  <inkml:trace contextRef="#ctx0" brushRef="#br0" timeOffset="31780.31">27973 15330 456 0,'1'-10'767'0,"-1"2"-190"0,0 8-119 16,1-10-95-16,-1 10-45 0,0 0-37 0,6-4-18 16,-6 4-11-16,8 6-32 0,-3-2-29 15,7 4-4-15,0 1-31 0,5 3-35 0,5 3-23 16,2 1-11-16,2-1-26 0,4 1-2 0,5 1-17 0,1-3-8 15,-2 1-14-15,-3-4-2 0,1-1-40 0,-4-1-125 16,-3-1-150-16,-2 0-112 0,-5-5-141 0,-1 1-579 16,-4-3-745-16</inkml:trace>
  <inkml:trace contextRef="#ctx0" brushRef="#br0" timeOffset="32013.32">28367 14973 223 0,'0'-15'703'0,"3"1"-181"0,0 5-118 16,-1 1-62-16,4 3-10 0,-6 5-5 0,13-3-11 16,-1 5-7-16,3 2-15 0,0 1-33 0,7 6-56 15,4 2 5-15,6 4-36 0,-2 2-46 0,2 3-25 16,-2 2-18-16,-2-1-16 0,-3 4 16 0,-3 0-30 16,-3 3 11-16,-6-3-12 0,-3 2 1 0,-3-1-11 15,-5 0-8-15,-4 4-5 0,-5-1-10 0,-6 7-3 0,-2-3-18 16,-7 1-21-16,-2-2-43 0,0-2-28 15,-4-2-56-15,-1-4-74 0,3 1-81 0,0-5-74 16,3-4-88-16,4-3-107 0,1-3-430 0,5-5-603 16</inkml:trace>
  <inkml:trace contextRef="#ctx0" brushRef="#br0" timeOffset="32479.27">29206 15022 692 0,'9'-4'814'0,"-9"4"-174"0,11-3-140 0,-11 3-74 15,7 7-63-15,-4 2-50 0,1 1-58 0,1 7-35 16,-2 0-39-16,2 5-31 0,-1 4-20 0,2 5-27 16,-2 1-23-16,4 3-4 0,-2 4-28 0,-1-4-1 15,2-1-19-15,-2-1 7 0,2-1-8 0,-3 0-6 16,1-7-15-16,-1-3 7 0,-3-4-11 0,3 0 11 15,-2-4-11-15,-1-2 16 0,-1-6-19 0,0-6 10 16,-4 8-11-16,4-8 11 0,-8-3-12 0,3-5 4 16,-2-1-9-16,2-8 11 0,-1-2-20 0,0-3 20 15,-1-8-15-15,1-1 3 0,1-2-8 0,1-8 11 16,0-2-4-16,2-1 9 0,1 6-7 0,1 1 11 16,0 0-4-16,2 4 9 0,1 1-9 0,1 6 12 15,-2 0-10-15,6 4 10 0,-2 1-12 0,1 3 9 16,0 0-11-16,3 6 6 0,-1 1-4 0,2 2 12 15,1 2-16-15,-1 4 10 0,0 1-10 0,0 4 11 16,2 1-12-16,-2 1 11 0,1 2-12 0,-1 1 11 16,-2 1-11-16,-2 1 13 0,0-1-12 0,-5 2 11 15,1-1-11-15,-3 2 10 0,-3-1-7 0,-3 2 7 16,-6 0-8-16,-2 0 15 0,-2 1-14 0,-4-3 6 16,-1 1-25-16,-2-2-46 0,2 0-59 0,-2-1-74 15,2 0-76-15,5-2-50 0,0-1-51 0,5 0-90 0,-1-2-134 16,12-3-253-16,-11 1-403 0</inkml:trace>
  <inkml:trace contextRef="#ctx0" brushRef="#br0" timeOffset="32729.14">29845 14793 205 0,'21'-9'773'0,"-4"2"-136"0,-2 1-132 0,0-1-76 0,-4 4-36 0,-11 3-13 0,14-3-5 16,-14 3-45-16,0 0-2 0,1 11-76 15,-8-3-31-15,-4 2-17 0,-4 5-31 0,-5 4-30 16,-6 6-22-16,-2 2-17 0,1 4-22 0,0 0-15 16,3 0-11-16,2 2-9 0,4 2-9 0,1-1-3 0,6 2-42 15,3-5 41-15,5 2-9 0,4-4-8 0,3 1-13 16,4 2 7-16,3 2-6 0,8-4 0 0,2-1-2 16,0-4-4-16,6-3 5 0,-1-5-88 0,1-3-55 15,1-3-107-15,2-1-112 0,-4-5-109 0,1-3-84 16,-2-4-132-16,2-3-401 0,1-3-701 0</inkml:trace>
  <inkml:trace contextRef="#ctx0" brushRef="#br0" timeOffset="33113.44">30063 14993 108 0,'-5'-3'690'0,"5"3"-193"15,0 0-97-15,0 0 7 0,0 0-17 0,0 0-15 16,0 7-35-16,5 0-24 0,3 1-31 0,2 0-33 15,2 3-49-15,3 1-14 0,0 3-44 0,7-1-16 16,0 2-35-16,0 1-14 0,1-1-20 0,-1 0-9 0,0-1-8 16,1 1-9-16,-4-4-5 0,-2-1-9 15,0 0-4-15,-4-4-6 0,-1 0-18 0,-2 0-37 16,-2-3-93-16,-8-4-94 0,15 0-24 0,-15 0 3 16,9-9 7-16,-6 0 6 0,-2-1 43 0,-1-5 7 15,0-1 31-15,0-5 32 0,-2-2 41 0,-2-2 35 0,0 1 41 16,-1-1 58-16,1 2 40 0,-2 1 58 15,2 3 26-15,0 4-10 0,0 1-27 0,2 1-23 0,-1 4-2 16,-1 4 24-16,4 5 19 0,-11-3-9 0,3 6-11 16,0 4 12-16,-3 3-36 0,-1 4-10 0,1 4 6 15,-4 4 16-15,2 0-37 0,-4 2 2 0,6 1-10 16,-5 0-9-16,2 1-32 0,0-1 20 0,0-1-16 16,1 0-8-16,-1-4-6 0,1-1-25 15,3-3-78-15,-1-1-89 0,3-2-115 0,-2-5-116 0,2 1-73 16,1-4-153-16,7-5-476 0,-11 4-718 0</inkml:trace>
  <inkml:trace contextRef="#ctx0" brushRef="#br0" timeOffset="33346.61">30429 14777 601 0,'19'-8'629'15,"-1"5"-93"-15,2 1-30 0,-2 4-21 0,5 3-24 16,0 3-32-16,4 2-51 0,-3 3-8 0,1 1-91 15,0 5-2-15,1 3-62 0,-1 4-19 0,-2-1-57 16,-2 3-6-16,-1 1-42 0,-1 1 18 0,-1 0-38 16,-6-3-14-16,-1 1-8 0,-4 2-12 0,-3-5-7 15,-4 2-6-15,-3 0 11 0,-5 2-27 0,-3 0 13 16,-8 3-29-16,-3-5-11 0,-5 1-84 0,-4-2-36 16,-2-3-83-16,-3-2-74 0,-1-1-99 0,-4-3-64 15,-5 0-97-15,0-3-150 0,-4-3-312 0,-2-4-626 16</inkml:trace>
  <inkml:trace contextRef="#ctx0" brushRef="#br0" timeOffset="33746.21">26110 16218 485 0,'-35'1'840'15,"5"-1"-181"-15,1-1-137 0,1 1-96 16,3 0-81-16,5 0-53 0,2-1-48 0,2 1-12 0,16 0-10 16,-16-1-25-16,16 1-35 0,9-7-4 15,13 2-21-15,19-5-9 0,23-4-7 0,16-1-19 0,33-4 32 16,18-1-23-16,14-2 32 0,16 1-33 15,13 0 35-15,12-1-20 0,8 0-16 0,50-3-21 0,-1 0 0 16,-2 0-36-16,-41 6 5 0,45-7-22 0,-2 1 6 16,-47 6-7-16,-2-2 12 0,2 4 5 0,-5 3 36 15,-5-1-28-15,-10 2 12 0,-11 1-10 0,-9 2 17 16,-9-1-26-16,-12 1 8 0,-11-1-19 0,-28 3 8 16,-10-2-24-16,-10 1 14 0,-19 1-22 0,-9 0 10 15,-4-3-25-15,-14 3 0 0,-7-2-58 0,-7-1-52 16,-9-1-96-16,-7 2-63 0,-7-3-134 0,-10 0-151 15,-10-2-92-15,-12 0-135 0,-9 2-587 0,-14-3-967 16</inkml:trace>
  <inkml:trace contextRef="#ctx0" brushRef="#br0" timeOffset="35945.9">24394 17265 688 0,'-4'-11'632'0,"0"2"-124"0,2 2-129 0,2 7-61 16,-3-8-91-16,3 8-6 0,0 0-44 0,0 0 27 15,0 0-25-15,3 14 4 0,-1-4-18 0,2 4 27 16,5 4-58-16,0 1 11 0,1 7-61 0,1-1-17 15,1 3-16-15,1 4-14 0,0 3-1 0,0-2-9 16,-2 2 23-16,-1-3-39 0,-1-2 26 16,0 1-37-16,-4 1 29 0,4-3-38 0,-5-4 28 0,0-3-87 15,0-5-73-15,-3 1-69 0,3-3-54 0,-3-4-45 16,1 0-85-16,-2-11-59 0,-2 8-473 0,2-8-499 16</inkml:trace>
  <inkml:trace contextRef="#ctx0" brushRef="#br0" timeOffset="36196.5">24386 17187 624 0,'4'-20'496'0,"-1"2"-108"0,3 3-82 0,4-1-69 15,3 2-33-15,1 2 9 0,4 1-1 16,5 3 12-16,1 1-6 0,-1 0-29 0,4 3-32 16,1 0-28-16,0 3-26 0,-1 2-22 0,-1 3-15 0,-3 0 14 15,-1 4-45-15,-3 1 23 0,-4 3-43 0,-1 1 27 16,-6 1-37-16,-3 0 57 0,-4 3-29 0,-2-1 20 15,-5 3-34-15,-5 1 23 0,-3 3-36 16,-4-2 26-16,-6 4-25 0,-1-2 26 0,-4-1-38 0,1-1 31 16,3-5-32-16,-1 0 3 0,3-3-5 0,3-2-29 15,-1-2-63-15,7-2-36 0,1-2-114 16,-1-1-89-16,4-1-93 0,10-3-117 0,-13-3-252 0,13 3-327 16</inkml:trace>
  <inkml:trace contextRef="#ctx0" brushRef="#br0" timeOffset="38129.44">25402 16893 913 0,'7'-14'836'0,"-3"0"-129"0,-2 3-161 0,0 0-95 0,-2 3-93 16,-2 2-57-16,-2 1-50 0,4 5-38 15,-16 0-18-15,2 5-14 0,-3 4-16 0,-7 7-13 16,-4 9 8-16,-2 5-41 0,-4 10 3 0,-1 7 2 0,4 2 15 16,3 4-5-16,4 3 10 0,4 1 22 0,4 2-18 15,5 2 21-15,6-7-36 0,4 3 15 16,3-1-19-16,8 8-3 0,2-1-21 0,6-3-15 0,2-5-34 16,6-2-32-16,2-5-26 0,2-5-37 0,0-10-43 15,2-3-44-15,2-5-4 0,2-4-64 0,2-4-19 16,-2-4-131-16,-4-5-106 0,-4-5-150 0,-6-1-77 15,2-5-85-15,-1-3-464 0,0-3-833 0</inkml:trace>
  <inkml:trace contextRef="#ctx0" brushRef="#br0" timeOffset="41745.51">25696 16976 119 0,'0'-8'379'0,"0"8"-104"0,0-13-62 15,0 13-38-15,0-10-23 0,0 10-24 0,2-9-19 16,-2 9-21-16,0-7-10 0,0 7 4 0,0 0 6 0,0 0 4 16,0 0 11-16,0 0 19 0,0 0-10 0,7 7 0 15,-4-1-7-15,-1 0-14 0,1 1 2 0,-2-1 15 16,2 2-19-16,-1 2-17 0,1-4 28 0,-2 2-15 16,1-3-5-16,-2-5 56 0,2 11-29 0,-2-11 14 15,3 9 8-15,-3-9 8 0,3 9-14 0,-3-9-5 16,2 6-9-16,-2-6-18 0,0 0-13 0,2 9-19 15,-2-9-10-15,0 0-10 0,0 6-5 0,0-6-8 16,0 0-1-16,0 0-9 0,3 6-2 0,-3-6-2 16,0 0-4-16,0 0 1 0,0 0-2 0,2 5-3 15,-2-5-1-15,0 0 1 0,0 0-2 0,0 0 4 16,0 0-5-16,0 0-1 0,0 0 2 0,2 7 1 0,-2-7 0 16,0 0-3-16,0 0 1 0,0 0-2 0,0 0 2 15,0 0-1-15,0 0 2 0,0 0-4 0,0 0 2 16,0 0 0-16,0 0 0 0,0 0 4 0,0 0-4 15,0 0 1-15,0 0 0 0,0 0-6 0,0 0 5 16,0 7-2-16,0-7 2 0,0 0 1 0,-2 10 33 16,2-10-8-16,0 12 1 0,0-3-13 0,0 0 33 15,0 1-42-15,0 2 58 0,0 1-42 0,2 1 34 16,-2 0-51-16,2 2 41 0,-2-2-48 0,0 3-1 0,0-2 5 16,1 1-3-16,1-4 0 0,-2 1 0 0,1-2 2 15,0 0-1-15,-1-1-7 0,0-3-16 16,0 1-49-16,0-8-127 0,2 10-144 0,-2-10-119 0,0 0-105 15,0 0-483-15,0 0-671 0</inkml:trace>
  <inkml:trace contextRef="#ctx0" brushRef="#br0" timeOffset="42262.44">25723 17036 143 0,'0'0'576'0,"0"0"-162"15,-2-6-80-15,2 6-41 0,0 0-19 0,0-7-19 16,0 7-40-16,0-8-40 0,0 8-17 0,0-9-27 16,0 9-15-16,4-11-9 0,-4 11-19 0,5-14-13 0,-2 6 26 15,1 0-3-15,1-1 5 0,-1 0-2 0,3-1 2 16,0 2-17-16,2-3 7 0,0 1-17 0,4 0 16 16,0-1-3-16,2 1 11 0,2 1-7 0,-2 1-7 15,0 2-23-15,1 0-9 0,-1 0-13 0,-2 2-5 16,-2 2-13-16,1 1 5 0,-12 1-14 0,18 1 4 15,-18-1-10-15,11 5 6 0,-8 2-10 0,-1-1 7 16,-3 0-11-16,-3 2 5 0,0 3 0 0,-5 0-1 16,-1-1 2-16,-3 2-3 0,-3 1-2 0,0-1 0 0,0-1-2 15,-2-1 4-15,1-2-4 0,2-1 3 16,0-1-1-16,2 0 1 0,0-1 0 0,4-2-1 16,0 2 1-16,3-2 1 0,6-3-3 0,0 0 1 0,0 0 5 15,5 5-6-15,-5-5 0 0,23 2 0 0,-5-1 0 16,1-1-2-16,0 3 1 0,5 0 1 0,1 2 0 15,0 1 0-15,-3-1-1 0,2 4 2 0,-1 1-5 16,0-2 1-16,-5 3-1 0,1 0 3 0,-5 0-1 16,-1-1 3-16,-4 1-1 0,0 1 5 0,-4 0 0 15,-2 0 36-15,-3-1-39 0,-3 1 44 0,-2 1-46 16,-4 1 43-16,0-3-44 0,-5 3 1 0,-1-2 0 16,-4-2 1-16,1 1 3 0,-3-1-4 0,-2 0 6 0,2-3-3 15,0-1-2-15,-2-2 0 0,5 1 2 0,0-2-2 16,3-2 1-16,1-1-5 0,1 0-36 15,-1-1-72-15,5-2-61 0,0-2-110 0,4-1-68 0,1 0-45 16,4-1-78-16,2-2-38 0,3-4-354 0,6-3-415 16</inkml:trace>
  <inkml:trace contextRef="#ctx0" brushRef="#br0" timeOffset="42562.52">26296 16769 160 0,'0'0'768'0,"2"-10"-178"0,-2 10-132 0,3-8-81 15,-3 8-81-15,0 0 40 0,0 0 12 0,0 0-5 16,8 5-19-16,-7 4-36 0,0 3-48 0,-1 7-38 16,1 1 22-16,-2 7-52 0,0 9 48 0,-2 8-39 15,-2 1 30-15,-1 4 19 0,-1-2-28 0,-3 1-42 16,1 2-39-16,-1-1 11 0,-1-1-39 0,0-1 8 0,2 1-26 15,-1-1 13-15,1-2-17 0,-1-2-16 0,0-1-14 16,1 0-6-16,0-6-10 0,2-6-19 0,0-1-28 16,3-5-36-16,-1-3-4 0,1-1-86 0,1-5-8 15,-1 1-92-15,3-4-53 0,0-1-172 0,1-3-103 16,0-8-98-16,1 10-103 0,-1-10-378 0,0 0-767 0</inkml:trace>
  <inkml:trace contextRef="#ctx0" brushRef="#br0" timeOffset="42847.97">26707 17162 661 0,'0'0'764'0,"0"-6"-169"15,0 6-117-15,0 0-79 0,0-8-85 0,0 8-35 16,0 0 3-16,0 0-16 0,0 0-21 0,-5 7-31 15,3 2-18-15,-2 0-33 0,0 5-19 0,-4 0-27 16,1 4-23-16,0 3-18 0,-3-1-11 0,1 1 0 16,-1 3-27-16,-2 2 20 0,1-2-27 0,1 0 21 0,2-2-33 15,-2 0 20-15,1-2-27 0,0-1 23 16,1 2-38-16,-1-2 24 0,1-2-32 0,3-2-1 0,-1-1-46 16,0-2-34-16,2-2-65 0,-1-1-77 15,2-1-72-15,-1-2-110 0,2 0-104 0,2-6-79 0,0 0-434 16,0 0-647-16</inkml:trace>
  <inkml:trace contextRef="#ctx0" brushRef="#br0" timeOffset="43062.51">26509 17284 738 0,'0'-11'767'0,"0"0"-171"16,1 3-133-16,-2 1-71 0,1 7-97 0,1-10 23 0,-1 10 18 16,0 0-36-16,0 0-20 0,0 0-39 0,9 1-57 15,-3 5 3-15,2 2-11 0,0 2-32 0,2 2-25 16,3 3-17-16,0 0 9 0,2-1-3 0,3 5-22 15,1-1-14-15,1-3-27 0,1 1 5 0,2 0-23 16,-2-2 10-16,2-1-27 0,-4 0 9 16,0-1-55-16,0-4-50 0,-1 3-88 0,-4-3-89 0,-1-2-97 15,0 1-69-15,-4-1-27 0,0-1-73 0,-9-5-88 16,14 3-398-16,-14-3-622 0</inkml:trace>
  <inkml:trace contextRef="#ctx0" brushRef="#br0" timeOffset="43945.66">27235 16831 331 0,'3'-14'443'0,"0"1"-99"16,-3 2-60-16,3-1-23 0,-2 3 5 15,2-1-6-15,-1 2-12 0,0-1-40 0,0 3-28 16,-1-2-32-16,-1 8-28 0,6-10-19 0,-6 10-15 0,5-9-4 16,-5 9-12-16,7-6-14 0,-7 6-6 0,4-2-11 15,-4 2-9-15,0 0-6 0,8-6-5 0,-8 6 3 16,0 0-12-16,5-5 1 0,-5 5 1 0,0 0-15 16,0 0-22-16,0 0-45 0,0 0-33 0,0 0-17 15,0 0-15-15,0 0 10 0,0 0-21 0,0 0 2 16,0 0 15-16,0 0 19 0,0 0 19 0,0 0 19 15,0 0 14-15,0 0 12 0,0 0 12 0,0 0 21 16,0 0 16-16,0 0 15 0,0 0 10 0,0 0 17 16,0 0 17-16,0 0 19 0,-4-7-9 0,4 7 24 15,0 0 0-15,-6-6 11 0,6 6-10 0,-5-5 1 16,5 5-7-16,-8-3-7 0,8 3-2 0,0 0 3 16,-6-6-7-16,6 6-10 0,0 0-15 0,-7-6-10 15,7 6-9-15,0 0-8 0,0 0-9 0,-4-4-40 16,4 4-51-16,0 0-28 0,0 0-37 0,0 0-10 15,-12 0-29-15,12 0-1 0,-9 4 12 0,9-4 13 16,-11 3 29-16,11-3 27 0,-12 3 13 0,12-3 19 16,-12 3 12-16,12-3 11 0,-10 2 13 0,10-2 8 15,-11 1 30-15,11-1 18 0,0 0 16 0,-15 1 22 16,15-1 14-16,0 0 9 0,-15-1 3 0,15 1 16 0,0 0-9 16,-11-3 18-16,11 3 11 0,0 0 18 0,-11-4 25 15,11 4 17-15,0 0-16 0,-6-7-26 16,6 7-23-16,0 0-1 0,-1-10 6 0,1 10-10 15,2-7 10-15,-2 7-17 0,5-10 3 0,-5 10-17 0,9-6-1 16,-9 6-9-16,8-7 3 0,-8 7-23 0,11-6-2 16,-11 6-17-16,13-1 8 0,-13 1-4 0,14 4 40 15,-5 3-6-15,3 2 20 0,-2 4 8 16,1 4-9-16,2 6 0 0,1 1-21 0,-2 5 32 0,1 6-13 16,3-1-5-16,-4 3-32 0,2 1 1 15,-3 0-14-15,3 1-13 0,-5-2-9 0,2-1-3 0,-1-5-10 16,-4 0 0-16,-1-1-3 0,-2-5-5 0,-2 0-1 15,-2-1 2-15,-2-2 30 0,-2 0-4 0,-3-2-4 16,-2-1-18-16,-1-1 11 0,-3-1-22 0,-2-1 19 16,-3-3-23-16,1-1 16 0,-2-1-19 0,-2-2 5 15,3 0-55-15,-3-3-47 0,6-3-94 0,0 0-78 0,1-2-115 16,2-1-113-16,1-3-72 0,4-1-133 0,3-2-518 16,2-3-832-16</inkml:trace>
  <inkml:trace contextRef="#ctx0" brushRef="#br0" timeOffset="44378.99">27691 16817 449 0,'13'-7'853'0,"-4"1"-182"0,-3 1-136 0,2 2-93 0,-8 3-37 16,13-3-16-16,-13 3-45 0,10 8-40 0,-5 0-51 15,-1 1-42-15,2 6-6 0,-2 1-67 0,3 6 0 16,-4 2-47-16,4 5-4 0,-2-1-17 0,1 4-13 15,-2-2-11-15,3 1-13 0,-5-2-4 0,3-3-5 16,-1-2-11-16,0 0 5 0,0-4-3 0,-2-1-6 16,-1-4 2-16,2 1-4 0,-2-4 3 0,1-1 7 0,-2-2 6 15,0 0 0-15,0-9-8 0,-2 8-2 0,2-8-2 16,0 0-1-16,-10-4-4 0,5-4 4 0,1-3-2 16,0-4 3-16,1-8-4 0,-1-2-28 0,1-5 32 15,1-4-21-15,0-3 28 0,1-1-19 0,-1-8-3 16,4 1 27-16,-1 0-20 0,3 4 27 0,1 6-22 15,-1 3 21-15,3 2-16 0,0 5 14 0,-1 5-22 16,2 1 17-16,1 1-24 0,-2 5 19 0,1 1-22 16,0 2 16-16,1 3-22 0,0 0 23 0,-1 6-23 15,-8 1 21-15,14-2-23 0,-14 2 25 0,13 3-21 16,-13-3 19-16,7 9-21 0,-7-9 22 0,4 10-23 16,-5-4 21-16,0 1-17 0,-3-1 16 0,-1 3-17 15,-3-1 1-15,-4 2-7 0,1-2-15 0,-6 2-16 16,1-1-50-16,-2 1-39 0,1-1-44 0,2-2-59 15,0 0-85-15,2 0-76 0,1-1-19 0,1-1-85 16,2-1-54-16,9-4-450 0,-12 7-611 0</inkml:trace>
  <inkml:trace contextRef="#ctx0" brushRef="#br0" timeOffset="44662.97">28270 16562 16 0,'21'-13'876'0,"-6"1"-158"0,0 0-96 0,-3 3-114 0,-2-1-65 16,0 5-64-16,-2 0-40 0,-8 5-44 0,6-5-14 16,-6 5-42-16,-3 6 12 0,-4 1-48 0,-7 7 2 15,0 5-52-15,-5 4 7 0,-2 7-33 0,-2 3-19 16,0 3-19-16,3 0 1 0,3 3-11 0,0 1 4 0,2-1-26 16,4 2 14-16,1-2-9 0,5-5 18 15,3-1-5-15,2-5-8 0,2 1-12 0,1-4-10 16,5 2-9-16,3-3-10 0,2 0-17 0,1-6-25 15,0-2-30-15,4-2-47 0,0-2-47 0,1-3-72 16,-3-3-82-16,2-1-70 0,-2-3-126 0,1-2-55 16,-2-4-68-16,1-1-90 0,1-5-335 0,-4-3-654 0</inkml:trace>
  <inkml:trace contextRef="#ctx0" brushRef="#br0" timeOffset="45012.71">28401 16783 196 0,'-7'-8'814'0,"3"2"-225"0,-1 1-119 15,5 5-97-15,-6-3-19 0,6 3 31 0,0 0-23 16,0 0-41-16,4 7-42 0,-2-1-31 0,6 1-58 16,1 5-22-16,2 0-48 0,3 1-7 0,4 2-37 15,2 1-2-15,1 2-29 0,2-4 5 0,-2 4-11 16,2-3-4-16,-4-3-8 0,-1 0-20 0,-2 0 8 16,0-1 0-16,-4-3-8 0,0 0 0 0,-2-1-5 15,0-1-4-15,-3-3-45 0,-1 2-32 0,-6-5-25 0,0 0-30 16,0 0 1-16,8-5 1 0,-8 5 12 0,-4-14 22 15,2 3 19-15,-4-2 9 0,1-1 11 16,-1-2 5-16,-2-3 18 0,2 2 32 0,-1 1 38 0,2 3 21 16,0-2 19-16,1 3 17 0,-1 2-18 0,0 0-6 15,3 1-20-15,-2 2 4 0,1 1-3 0,3 6 20 16,-9-4 4-16,9 4 22 0,-12 5-10 0,4 1-13 16,-4 4 8-16,0 3-35 0,-3 1 14 0,0 2-36 15,-2 3 21-15,0 0-31 0,-1 0 10 0,0 0 0 16,-1 1-7-16,2-1-4 0,-1-1-8 0,3-3-6 15,0 0-55-15,2-2-114 0,1-3-106 0,3 1-132 16,0-3-95-16,2-2-96 0,3 0-480 0,4-6-700 16</inkml:trace>
  <inkml:trace contextRef="#ctx0" brushRef="#br0" timeOffset="45262.87">28661 16570 846 0,'9'-12'709'0,"2"3"-150"0,-1 2-44 16,2 1-19-16,1 4-31 0,1 2-11 0,4 2-85 0,4 4-17 16,1 3-70-16,4 2-16 0,5 7-12 0,0 4-25 15,0 2-59-15,0 2-8 0,-2 3-7 0,0 2-18 16,-5 5-40-16,-2-3 43 0,-2 4-35 0,-5 0-4 16,-4 1-38-16,-4-5 6 0,-7 2-33 0,-2-3 11 15,-5 2-13-15,-4 1-24 0,-6 2 14 0,-4-5-29 16,-3-1-4-16,-2-1-79 0,-5-4-44 0,0-2-49 15,-1-3-62-15,-2 0-95 0,0-4-126 0,-1-1-111 16,4-4-83-16,-4-4-164 0,4-1-317 0,0-4-752 0</inkml:trace>
  <inkml:trace contextRef="#ctx0" brushRef="#br0" timeOffset="46229.17">29376 16805 971 0,'-4'-8'813'0,"1"-2"-154"0,-2 3-137 15,1-1-76-15,3 0-70 0,-1 2-1 0,0-1-65 16,2 7-5-16,0-11-58 0,2 4-19 0,4 0-56 16,5-1-8-16,4-1-51 0,6 1 1 0,9-3-43 15,8 0 6-15,2-2-35 0,4 1 12 0,1 0-14 16,4 1 14-16,-3 1-26 0,0 0 10 0,-5 0-25 16,-7 4 6-16,-3 0-42 0,-6 1-7 0,-2 0-119 15,-4 2-103-15,-5 0-145 0,-3-2-118 0,-11 5-82 16,7-6-156-16,-7 6-353 0,-9-4-722 0</inkml:trace>
  <inkml:trace contextRef="#ctx0" brushRef="#br0" timeOffset="46429.49">29524 16405 244 0,'0'0'799'16,"-11"-1"-209"-16,11 1-116 0,0 0-65 0,-2 11-23 15,4-2-31-15,1 3-10 0,2 0-23 0,-1 4-39 0,1 1-63 16,0 3-36-16,3 2-47 0,0 1 2 15,-1 4-8-15,1-1-13 0,1 2-42 0,1 1 8 16,-1 0-37-16,0 0 7 0,1 0-32 0,-1 0 13 0,-1-1-24 16,0 1 19-16,-1-7-30 0,0 1 1 0,-2-1-80 15,1-1-123-15,-2-1-83 0,4-3-115 16,-3-1-97-16,-3 0-77 0,4-1-506 0,-3-4-698 0</inkml:trace>
  <inkml:trace contextRef="#ctx0" brushRef="#br0" timeOffset="46711.7">30226 16448 449 0,'-2'-14'975'0,"2"3"-177"16,0-1-175-16,-1 5-125 0,1-3-99 0,0 10-68 15,-1-8-56-15,1 8-21 0,0 0-35 0,2 7 6 0,2 4-41 16,-3 3-14-16,3 5-30 0,0 6-25 0,1 4-47 15,2 3 9-15,0 6-33 0,3 0 13 16,-2 4-35-16,1-2 20 0,0 2-32 0,-1-3 17 0,-1 3-5 16,0-9-5-16,0 1-4 0,-3 0-5 0,0-5 0 15,-3-2-2-15,2-2-13 0,-2-5-35 0,-1 0-65 16,0-3-66-16,1-2-38 0,-1-1-109 0,0-3-75 16,-1-3-82-16,1-8-144 0,-1 9-549 0,1-9-782 15</inkml:trace>
  <inkml:trace contextRef="#ctx0" brushRef="#br0" timeOffset="46979.89">30210 16334 411 0,'-4'-23'696'16,"-1"1"-167"-16,4 3-108 0,-3 3-51 0,4-2-32 16,0 5 4-16,3-1-19 0,-1 4-37 0,5-2-45 15,0 2-33-15,4 1-46 0,1 3-27 0,2 2-17 16,2 2-9-16,2 4-32 0,0 1-7 0,1 1-18 0,0 4-5 15,1 2-19-15,-3 3 15 0,0-3 1 16,-3 6-7-16,0-1 6 0,-5 2-6 0,-2-3-3 16,1 2-6-16,-7-1-1 0,0 0-2 0,-2 0-2 0,-3 0-4 15,-6-3-3-15,1 3 1 0,-4-3-11 0,-4-2-1 16,-1 1-3-16,0-4-12 0,-1-1-23 0,2-5-55 16,-2 1-52-16,0-2-61 0,3-2-29 0,1-4-90 15,2 0-47-15,3-1-55 0,2-1-13 0,5 0-112 16,1-2-268-16,5-1-345 0</inkml:trace>
  <inkml:trace contextRef="#ctx0" brushRef="#br0" timeOffset="47262.5">30889 16109 67 0,'11'-15'724'0,"-1"4"-147"0,-2-3-108 16,-4 1-44-16,-1 4-24 0,-2-2-30 0,-2 1-34 15,-1 1-26-15,-3 1-22 0,-1 3-7 0,-4 2-50 16,10 3-9-16,-23 4-46 0,5 5-21 0,-4 7-24 16,-2 8-15-16,-2 6 60 0,1 3-54 0,0 5 1 15,0 9-41-15,5-5 2 0,0 9-18 0,4-6-10 16,4 1-25-16,3-1 10 0,3 1-23 0,2-1 42 16,4-6-7-16,4 5 7 0,1-2-27 0,1-3 3 15,5-1-20-15,2-3 8 0,0-2-5 0,2-7-6 0,2-2-20 16,1-4-41-16,1-1-61 0,2-2-76 0,-1-6-83 15,-2-2-67-15,4-2-120 0,-2-5-51 0,-2 0-64 16,3-6-92-16,0-4-364 0,5-4-636 0</inkml:trace>
  <inkml:trace contextRef="#ctx0" brushRef="#br0" timeOffset="47862.52">31004 16238 603 0,'0'0'643'16,"0"0"-100"-16,-14 0-98 0,14 0-24 0,0 0-55 16,-12-1-36-16,12 1-51 0,0 0-51 0,-9-3-41 15,9 3-39-15,-8-5-27 0,8 5-25 0,-6-6-21 0,6 6 13 16,-7-7-9-16,3 2-11 0,1-1-3 15,-1-1-4-15,1-2-15 0,0 1-16 0,1-3 4 16,0 3-12-16,0-3 4 0,2 2-8 0,-2-3 12 16,4 3-15-16,-1-2 12 0,2 1-17 0,-1 1 9 0,4 1-6 15,1-1 6-15,-1 2-12 0,6 1 9 16,0 0-16-16,1 3 13 0,1 0-13 0,0 2 7 16,0 2-11-16,2 2 13 0,-1 1-6 0,-1 5 3 15,-4 0 1-15,3 2-2 0,-3 0-2 0,-2 1 0 16,0 1 0-16,-3 0-1 0,-1-2 2 0,-4 2-3 15,-2-3-2-15,-3 3 2 0,-2 0 1 0,-4-1-2 16,-1 0 4-16,-4-1-4 0,-2-2 14 0,0 1-14 16,2-4-1-16,-1 0-1 0,2-3 2 0,1 2 2 0,2-2 2 15,0-1-1-15,3 1-2 0,9-3 0 16,-17 0-2-16,17 0 1 0,0 0-2 0,0 0 1 0,0 0-1 16,0 0 4-16,11-2-7 0,-11 2 3 0,20 2 0 15,-8 1 0-15,0-2-3 0,1 3 3 0,-2 1 3 16,1-1-3-16,3 2 1 0,-6 1-4 0,1-1 4 15,2 3 41-15,-6-1-51 0,2-1 50 0,-2 1-50 16,-1 0 41-16,-2 1-49 0,-1-1 53 0,0 0-46 16,-2 0 44-16,-2 0-43 0,0 1 5 0,-1-1 6 15,-2 0-3-15,0 1 1 0,-1-2 0 0,-1 2-1 16,0-3 0-16,-3 1 6 0,0-1 0 0,3 0-8 16,-3-1-5-16,1-2-31 0,0 1-21 0,0-3-38 15,9-1-114-15,-19 0-48 0,10-4-86 0,-3 1-69 16,3-3-30-16,-1-1-83 0,0-3-381 0,3 1-477 15</inkml:trace>
  <inkml:trace contextRef="#ctx0" brushRef="#br0" timeOffset="48094.96">30950 16192 636 0,'0'0'576'0,"0"-9"-126"0,0 9-59 15,-4-6-38-15,4 6-39 0,0 0-9 0,0 0 13 0,-5-4-24 16,5 4-22-16,0 0-34 0,-2 6-23 15,2-6-27-15,-4 10-29 0,3-2-34 0,1 0-22 16,-2 2-18-16,1 1 13 0,2 3-12 0,1 0-12 0,-1 2-17 16,3 1-9-16,-2 2-13 0,1 0-7 0,1 2-6 15,1-1-1-15,1 1-7 0,-1 1 0 16,0-2-10-16,2-1-4 0,-2 1-21 0,-1-4-76 0,1 0-94 16,-1-1-71-16,1-1-106 0,-3-1-42 0,3-1-40 15,-3-4-38-15,2 0-54 0,-1-2-308 0,-3-6-393 16</inkml:trace>
  <inkml:trace contextRef="#ctx0" brushRef="#br0" timeOffset="48362.73">31346 16046 511 0,'4'-17'668'15,"-4"2"-65"-15,3 3-97 0,-1 2-74 0,0-2-88 16,0 5-36-16,-2 7 1 0,3-11 2 0,-3 11-10 15,0 0-59-15,6 4 13 0,-5 3-56 0,1 5 40 16,-1 4-19-16,0 7 10 0,-1 5-51 0,-1 6 16 16,0 3-32-16,-2 5-27 0,-1 4 7 0,-1-1-26 15,1 0-24-15,-2 2-17 0,-1-3-14 0,0 1-11 16,-1-2-25-16,2-1 9 0,-1-2-20 0,0-3 13 16,-1-2-24-16,0-3 14 0,2-3-25 0,1-3-2 15,-3-4-92-15,3 0-73 0,1-1-72 0,-1-5-108 16,3-1-91-16,-2-2-113 0,1-2-46 0,1-1-87 15,0-3-516-15,2-7-815 0</inkml:trace>
  <inkml:trace contextRef="#ctx0" brushRef="#br0" timeOffset="48928.78">31562 16336 531 0,'0'-7'563'0,"-1"-2"-99"15,0 1 1-15,1 2-65 0,-2-1-5 0,2 7-59 16,-1-12-27-16,1 12-79 0,0-8-44 0,0 8-11 16,0-9-56-16,0 9-1 0,-1-8-48 0,1 8 13 15,0 0-41-15,0-7 22 0,0 7-39 0,0 0 26 16,0 0-36-16,0 0 34 0,0 0-24 0,-1-7 44 16,1 7-28-16,0 0 5 0,0 0 2 0,0 0 11 15,0 0-10-15,0 0 0 0,0 0-2 0,0 0-7 16,0 0-9-16,0 0-8 0,-2-6-6 0,2 6 5 15,0 0 0-15,0 0-1 0,0 0 5 0,3 12-4 16,-3-12 4-16,4 12 0 0,0-2-6 0,1 1-3 16,1 1-2-16,1 3-1 0,3 2 37 0,1-1-55 15,1-1 46-15,-1 2-56 0,0-3 46 0,1 2-44 16,0-2 47-16,-3-3-53 0,3 0 40 0,-4 0-64 0,1-3-7 16,3-2-140-16,-5 0-76 0,2-2-88 15,-9-4-18-15,14 1-33 0,-14-1 0 0,12-5 36 16,-6-1 43-16,-1-2 50 0,3-3 52 0,-2-3 33 15,1 0 41-15,-1-1 61 0,-1-1 64 0,0-2 73 0,-2 0 35 16,-1 4 39-16,1-2 26 0,0 1 29 0,-2 2 72 16,0 0-12-16,-1 2 29 0,3 0-73 0,-3 3-10 15,1 1-60-15,0 1 24 0,-1 6-28 16,0 0 60-16,0 0-53 0,0 0 87 0,-9 5-49 0,7 4-24 16,-3 6 24-16,-2 1-32 0,1 6 17 15,-2 0-20-15,2 6 6 0,-1 1-16 0,-3 1-1 0,4-2-21 16,-3 2-28-16,1-2-2 0,1 1-13 0,-1-1-12 15,1 0-7-15,0 0-11 0,-1-5 19 0,0 0-17 16,3 0-20-16,-2-1-18 0,0-1-45 0,0-2-55 16,0 0-65-16,3-5-59 0,-1 2-60 0,-2-3-116 15,2-1-41-15,1-1-58 0,0-4-103 0,1-2-438 16,3-5-668-16</inkml:trace>
  <inkml:trace contextRef="#ctx0" brushRef="#br0" timeOffset="49228.42">31895 16011 137 0,'-7'-16'847'0,"2"1"-177"0,1 4-55 0,-1 2-138 0,3-1-35 16,-2 2-99-16,1 1-17 0,3 7-76 0,0-8 45 15,0 8-93-15,0 0-15 0,13 8-26 0,-3 3-5 16,7 8-24-16,3 9 41 0,-2 3-34 0,4 7-26 0,-2 2 6 15,-2 1-41-15,5 10 19 0,-7-8-48 16,0 1 21-16,-4 1-45 0,-1 1 28 0,-2-3-44 16,-5 0 3-16,-3-5-3 0,-1-3 0 0,-5 2 2 15,-1-6-5-15,-6 7-1 0,-1-4 2 0,1-7-3 0,-4-2-3 16,-3-2-1-16,3-2 0 0,-5-2-6 0,3-3-2 16,0-2-43-16,-1-3-74 0,5-3-94 15,1-2-96-15,-2-1-148 0,2-3-66 0,13-2-105 16,-16-2-589-16,9-3-832 0</inkml:trace>
  <inkml:trace contextRef="#ctx0" brushRef="#br0" timeOffset="49648.84">32153 16014 786 0,'2'-10'569'0,"2"1"-91"0,-4 9-49 15,5-7 12-15,-5 7-40 0,9 7 12 0,-4 2-73 16,2 4-30-16,2 4-34 0,2 10-36 0,1 6-18 15,2 3 6-15,-1 4-65 0,-1 2 0 0,2 1-64 16,-1 0 17-16,-1-4-47 0,-3 3 21 0,0-3-48 16,-2-8 30-16,0 1-53 0,-4-7 32 0,0 0-45 15,0-2 3-15,-2-6-8 0,1-1-3 0,-2-4 1 16,0 1-1-16,0-3 2 0,-2-5-1 0,2-5 2 16,-7 6 39-16,7-6-48 0,-10-3 32 0,5-4-47 15,1-4 20-15,-1-3-51 0,-1-5 24 0,2-6-72 0,-2-6 51 16,2-5-54-16,1-6 39 0,-1-2-53 15,4-2 11-15,0 0 15 0,4 2 7 0,-1 3 50 16,4 4-29-16,-2 6 52 0,3 4-26 0,1 0 41 16,1 6-37-16,1 2 45 0,0 5-40 0,3 0 43 0,-2 4-40 15,0 4 46-15,1 0-47 0,-4 5 43 16,-9 1-39-16,22 1 43 0,-12 1-43 0,-5 2 42 16,4 1-37-16,-2 1 41 0,-2 1-44 0,-1 0 40 0,-3 2-39 15,0-2 42-15,-2 1-37 0,-2-1 39 0,-1 3-41 16,-2-2 49-16,-3 0-48 0,-4 1 46 0,2-2-48 15,-6 0 46-15,3-1-54 0,-4-1 3 16,1 0-119-16,1-1-60 0,-1-1-92 0,3-1-83 0,1-1-58 16,13-1-108-16,-19 0-398 0,19 0-523 0</inkml:trace>
  <inkml:trace contextRef="#ctx0" brushRef="#br0" timeOffset="49911.39">32706 15862 201 0,'7'-7'846'0,"-4"1"-183"0,-3 6-91 0,8-6-82 0,-8 6-25 0,0 0-30 0,0 0-59 15,0 0 3-15,-15 5-106 0,6 3-1 0,-3 4-83 16,-1 1 15-16,1 5-52 0,-4 6-19 0,2 1-24 16,-2 7 12-16,2 3-57 0,2 2 18 0,1-2-44 15,4-1 19-15,3-1-41 0,1 0 28 0,3-4-43 16,3 3 31-16,1-3-35 0,3-5 29 0,2 2-34 15,0-4 30-15,2-3-30 0,1-1 28 0,2-2-13 16,0-5-73-16,2 2-52 0,-2-8-135 0,2 1-128 16,-5-3-122-16,3-1-87 0,0-4-102 0,-1-2-459 15,0-3-764-15</inkml:trace>
  <inkml:trace contextRef="#ctx0" brushRef="#br0" timeOffset="50295.46">32807 16084 176 0,'-4'-12'668'0,"-1"2"-145"15,3 2-102-15,-2 1-68 0,1 0-59 0,2 3-21 0,1 4 6 16,0-7-15-16,0 7-23 0,0 0-43 0,10-2-35 16,-1 6-62-16,1-1 10 0,2 5-24 0,-1-1-17 15,3 0-14-15,-1 4-12 0,0-3-10 16,-3 3-10-16,2-3-2 0,-2 2-5 0,-1-4-4 0,-1 0-4 16,-1 1 2-16,0-3-4 0,-7-4 1 0,9 4-5 15,-9-4-10-15,0 0-15 0,7-2-5 0,-7 2-3 16,2-12 6-16,-2 5-9 0,1-3 3 15,0-2 9-15,2 1 0 0,-1-4 5 0,3 1 5 0,-1-3 4 16,0 3 32-16,0-1 5 0,0 1 57 0,-2 5 27 16,2-3 3-16,-1 3-14 0,0 0-21 0,0 2-16 15,-3 7-15-15,4-7 0 0,-4 7 19 0,0 0 25 16,4 5-31-16,-4 2 43 0,-2 2-68 0,2 4 73 16,-2 4-41-16,-2 5 43 0,1 1-45 0,0 2 39 15,-1 2-47-15,1 3 31 0,-1 3 3 0,0-2-2 16,3-2-6-16,-3 0-10 0,2-4-14 0,-1 0-14 15,1 1-5-15,-1-6-13 0,1 1-11 0,-1-4-34 16,2 0-39-16,0-1-34 0,-1-6-42 0,1 2-80 16,0-2-99-16,-1-1-105 0,2-9-102 0,-1 6-43 15,1-6-42-15,0 0-54 0,0 0-277 0,3-12-505 0</inkml:trace>
  <inkml:trace contextRef="#ctx0" brushRef="#br0" timeOffset="50511.71">33113 15786 134 0,'2'-24'793'0,"-2"7"-215"16,1 2-135-16,1 3-42 0,0 3-4 0,-2 9 15 16,8-5-1-16,-8 5-41 0,10 6-22 0,-2 7-47 15,3 3-48-15,1 7-30 0,4 9-66 0,-2 3 20 0,4 4-54 16,-2 2 22-16,0 2-29 0,-3 1-23 0,-1 0-24 16,-2 1-9-16,-5-1-7 0,-4-5-14 15,-5 4-7-15,-3-2-5 0,-5 0-11 0,-6-3-5 0,-3-1 0 16,-13 3-4-16,-3-2-30 0,-5-3-60 0,-3-3-28 15,-6-2-140-15,-2-2-62 0,-4-1-112 0,-4-2-84 16,-4-2-112-16,-2-1-597 0,0-3-827 16</inkml:trace>
  <inkml:trace contextRef="#ctx0" brushRef="#br0" timeOffset="51178.47">27457 18247 867 0,'0'0'647'0,"-10"-3"-146"0,10 3-95 0,0 0-36 16,-9-2-7-16,9 2 2 0,0 0-46 0,0 0-6 16,0 0-84-16,0 0 5 0,4-7-74 0,4 2 13 15,6 0-59-15,1-1 45 0,7-2-66 0,7-2 23 16,10-4-55-16,3 0 41 0,1-1-45 0,3 2 29 15,0-2-43-15,-1 2 26 0,0 0-47 0,-3 1 28 16,-1 0-44-16,-7 4 36 0,-3-2-54 0,-2 2 1 16,-7 2-103-16,1-2-89 0,-6 4-171 0,-3-1-103 15,-3 0-89-15,-2 0-74 0,-2-1-478 0,-5 1-733 16</inkml:trace>
  <inkml:trace contextRef="#ctx0" brushRef="#br0" timeOffset="51395.3">27898 17810 805 0,'-10'-4'603'0,"1"2"-106"0,9 2-137 0,-13-3-48 16,13 3-75-16,-12 3 56 0,12-3-5 0,-9 6 16 15,6-2-50-15,1 4 38 0,0-1-70 0,2 3 3 16,2 3-61-16,0 2 13 0,3 1-64 0,-1 2 27 0,2 3-70 16,1-1 25-16,-1 1-57 0,3 2 28 15,1 3-50-15,-3 1 36 0,2-1-48 0,-3 1 33 0,6-2-45 16,-5-3-6-16,0 1-4 0,0-4-33 15,2 2-61-15,0-1-51 0,0-3-126 0,0 0-51 16,1 0-50-16,-1-3-21 0,3 0-20 0,-1-3-49 16,2-3-447-16,1-1-502 0</inkml:trace>
  <inkml:trace contextRef="#ctx0" brushRef="#br0" timeOffset="51829.25">28693 17917 679 0,'10'-15'963'0,"-2"5"-230"0,2-2-135 0,-2 3-164 16,-3 2-43-16,2-1-121 0,-7 8 23 0,7-4-68 16,-7 4-2-16,10 4 5 0,-8 2 30 0,0 5-58 15,1 3 7-15,1 3-32 0,0 4 28 0,-2 2-37 16,4 2 9-16,-1 6-66 0,3-1 9 0,-3 1-50 16,2 1-15-16,0 0-6 0,0 1-7 0,-1-2-12 15,1-2-5-15,-2-4-7 0,2-3 26 0,-2 1-41 16,1-3 33-16,-4-3-41 0,3-3 30 0,-2-1-39 15,-2 0 31-15,2-6-52 0,-3 0 16 0,0-7-62 16,0 0 28-16,0 0-53 0,-3-7 12 0,2-5 7 16,-2-4 37-16,1-9-16 0,-2-6 37 0,0-3-23 15,-1-10 38-15,0-3-43 0,-3-6 37 0,4 0-40 16,-1-2-2-16,-1 3 7 0,2 0-15 0,1 4 51 16,3 4-18-16,0 8 42 0,0 4-19 0,3 5 31 15,-1 3-27-15,2 3 27 0,1 6-32 0,3 2 30 0,1 1-29 16,0 3 32-16,-1 5-28 0,1-1 29 15,-9 5-29-15,16 0 20 0,-8 3-26 0,0 0 26 0,-1 4 0 16,-2-1-2-16,-1 0 5 0,1 1-13 0,-5 0 4 16,2 0-2-16,-4 2-1 0,1-1 3 15,-3 1-3-15,-1-2-2 0,-1 1-4 0,-4-1-32 16,2-1-52-16,-1 0-65 0,-1 0-49 0,1-1-113 0,0-1-50 16,1-1-56-16,8-3-88 0,-14 1-48 0,14-1-452 15,0 0-618-15</inkml:trace>
  <inkml:trace contextRef="#ctx0" brushRef="#br0" timeOffset="52161.91">29500 17529 98 0,'-4'-7'785'0,"4"7"-156"0,-7-8-131 0,7 8-7 0,-10-5-61 0,10 5 27 16,-14 0-55-16,14 0-45 0,-20 5-36 0,8 1-46 15,-4 4 6-15,-1 3-14 0,-3 6 47 0,-5 6 37 16,2 0 22-16,0 6-57 0,3 0-30 0,1 1-19 16,3 2-33-16,1 1-36 0,2 0-32 0,4-4-25 15,4 1-8-15,1-1-24 0,3-4-97 0,2 2-12 16,4 0 0-16,2 2 0 0,2-3 0 0,1-2 0 0,3-1 0 15,2-4 0-15,3 1 0 0,2-6 0 16,0 2-33-16,3-4-204 0,-2-4-80 0,0-2-13 16,2-2-90-16,-3-2-58 0,-1-4-120 0,3-2-99 15,0-5-78-15,2-1-593 0,-2-6-969 0</inkml:trace>
  <inkml:trace contextRef="#ctx0" brushRef="#br0" timeOffset="52748.55">29727 17592 165 0,'-1'-16'898'16,"0"3"-249"-16,-1 4-111 0,1-1-155 0,0 3-51 16,1 7-57-16,0-8 45 0,0 8-43 0,0 0-12 15,0 0-25-15,11 6-52 0,-4 1-35 0,0 5-9 16,0 1-30-16,-1 1-21 0,3 4-18 0,-1 0-11 16,-1 2-15-16,0-1 35 0,0 0-60 0,-3-2 35 15,0-1-53-15,-1-1 46 0,-1-2-55 0,-2-1 45 16,0-1-52-16,0-2 47 0,0 0-48 0,-4-3 46 15,-1-2-55-15,5-4 58 0,-10 2-54 0,2-5 47 16,2-2-50-16,-2-3 5 0,-1-3 1 0,2-3 4 16,0-5 4-16,-2-1-14 0,2-2 25 0,0-3-2 15,2 0 2-15,3 0 7 0,0 0 11 0,2 0 0 16,0 2 10-16,4 2-17 0,-1 2 3 0,3 3-7 16,3 0-2-16,-1 3 0 0,2 1-4 0,0 3-4 15,2 2 3-15,-2 2 4 0,1 2-11 0,-11 3 4 0,18 0-6 16,-18 0 0-16,17 5 3 0,-11 1 1 15,-2-1 17-15,1 1-17 0,-2 2-29 0,-2-2 35 16,-2 2-28-16,-2 3 27 0,-2-3-26 0,-1 4 35 16,-1-3-34-16,-3 2 27 0,1 0-24 0,-1-1 28 15,-1-1-26-15,2 0 23 0,1-2-2 0,0 1 9 16,1-2-17-16,0 0-3 0,5-2 7 0,2-4-3 16,-3 10 1-16,3-10-3 0,5 9 8 0,0-5-30 15,4 1 31-15,1-1-3 0,-1-1-2 0,2 3-4 0,1-1 2 16,1-1 5-16,1 0 2 0,-1 2-6 0,0 0-1 15,-2-1 0-15,0 2-2 0,-1-1 3 16,-1 0 1-16,-2 1 7 0,-1 0 1 0,-1 0-4 16,-2 1 8-16,0-1 5 0,-3 1 3 0,-1-1-1 0,-4 2 35 15,1 0-44-15,-3-2 31 0,-2 2-46 0,-1 0 1 16,-1-2 2-16,-1 0 0 0,-2-1 37 16,1 0-41-16,-1-1 33 0,0-1-41 0,1 0 28 0,-1-2-80 15,0-1-72-15,2-2-57 0,-1-3-125 0,1 0-68 16,1-3-76-16,2-3-85 0,2 0-42 0,1-5-428 15,5-1-625-15</inkml:trace>
  <inkml:trace contextRef="#ctx0" brushRef="#br0" timeOffset="52946.87">30001 17311 443 0,'17'-7'567'0,"-2"5"-51"16,0 4-42-16,-1 2 24 0,1 3-57 0,-1 5 38 15,0 3-57-15,-1 4-29 0,-2 4-38 0,0 4-66 16,-3 4-5-16,-3 1-26 0,-1 3 7 0,-2 4-15 15,-2 5 3-15,-1 1 9 0,-2 3-63 0,-2-4-19 16,1 1-54-16,-2-1-8 0,0-1-41 0,-1 1 3 16,1-4-34-16,1-4-11 0,-1-2-7 0,3 0-4 15,1-3-8-15,-1-5-24 0,3 1-98 0,1-4-96 16,1 1-68-16,2-3-202 0,1-3-174 0,0-2-115 16,3-2-796-16,1-3-1198 0</inkml:trace>
  <inkml:trace contextRef="#ctx0" brushRef="#br0" timeOffset="53377.92">30434 17793 836 0,'-4'-16'799'0,"0"3"-137"0,-1 0-178 0,0 1-32 16,-1 2-55-16,2 1-2 0,1 0-25 16,-1 2-71-16,1 1-49 0,3 6-51 0,-6-12-36 0,6 12-17 15,-4-10-18-15,4 10-12 0,-2-8-19 0,2 8-9 16,0 0-16-16,1-8-10 0,-1 8-14 0,0 0-11 15,9-5-5-15,-9 5-13 0,9-3 0 0,-9 3-1 16,13-2-6-16,-13 2 1 0,11-1-4 0,-11 1 1 16,13-2-2-16,-13 2-3 0,10-2 0 0,-10 2-5 15,0 0 4-15,13-2-5 0,-13 2-2 0,0 0 0 16,12-1-1-16,-12 1 2 0,0 0-12 0,7 6 27 16,-7-6 7-16,0 8-4 0,-2 0-2 0,-1 1 4 15,-2 2 27-15,0 1-43 0,-3 1 35 0,-1 2-30 16,-1 3 44-16,-1-4-22 0,-1 4 54 0,0-1-51 15,1-2 31-15,0 1-45 0,-1-2 36 0,2-2-39 16,2-1 44-16,-2-2-44 0,4-1 27 0,-1 0-29 16,2 0 56-16,1-2-9 0,-2-2 42 0,2 0 2 15,4-4 30-15,-4 9-25 0,4-9-19 0,2 7-14 0,-2-7-13 16,10 4-16-16,-10-4-8 0,20 0-7 16,-6 0-10-16,4-1-2 0,0-1-9 0,0-2-6 15,6 2 1-15,1-3-18 0,-1-1-42 0,0 0-76 16,2-2-60-16,-1 2-114 0,2-3-74 0,-3 0-194 15,-1-1-136-15,-5 0-105 0,1-1-678 0,-4 1-1118 16</inkml:trace>
  <inkml:trace contextRef="#ctx0" brushRef="#br0" timeOffset="53629.09">30614 17448 765 0,'-4'-13'576'0,"2"4"-106"0,0 0-118 16,2 2-3-16,0 1-32 0,0 6 29 0,6-11-50 0,-6 11 13 15,10-2-58-15,-10 2 34 0,18 4-88 0,-7 5 2 16,4 0-5-16,2 7 12 0,2 0-3 0,0 6 33 16,1 5 6-16,-1 2 29 0,-1 2 11 0,-2 2-42 15,-3 0-34-15,1 2-12 0,-7-3-45 0,-2 1-15 16,0-1-26-16,-5-3-16 0,0 0-19 0,-3 2-8 16,-1 1-24-16,-1-1 2 0,-4-2-21 0,2 1 4 15,-2-4-32-15,0 2-20 0,-3-3-86 0,3-5-21 16,2 1-95-16,-2-2-11 0,0-2-102 0,2-3-23 15,2 1-78-15,0-7-63 0,1 1-58 0,0-3-89 16,4-6-656-16,0 0-911 0</inkml:trace>
  <inkml:trace contextRef="#ctx0" brushRef="#br0" timeOffset="54078.57">31141 17484 966 0,'7'-11'662'0,"2"2"-114"0,-2 4-126 15,-7 5-9-15,11-1-31 0,-3 4 44 0,-1 1-68 16,0 5-42-16,1 1-41 0,-1 5-21 0,2 4-46 16,-1 4-7-16,0 3-68 0,0 3 5 0,-3 1-28 0,2 0 24 15,-3 0-58-15,0-4 17 0,0-1-48 16,-3 0 26-16,1-1-47 0,-2-5 26 0,2-1-38 16,-4-2 28-16,2 0-30 0,-2-3 68 0,-1-2-48 15,-1-1 30-15,-1-1-46 0,-4-5 34 0,2 0-44 0,7-4 39 16,-16-2-45-16,7-4 37 0,-2-5-41 15,-1-3 38-15,1-5-39 0,-2-5 35 0,0-4-34 16,3 0 2-16,-2-9 7 0,3-1-4 0,3 3 0 0,2 0-3 16,4-2 36-16,4 0-42 0,1 1 35 0,4 4-38 15,0 1 41-15,3 5-44 0,-1 1 37 0,6 5-41 16,-3 4 38-16,4 3-38 0,-2 5 36 16,1 2-37-16,-2 3 37 0,2 4-37 0,-2 1 35 0,0 5-35 15,0 0 5-15,1 5 3 0,-7-1 1 0,2 2 6 16,-3 0 1-16,-4 2 0 0,1-1 2 0,-5 1 0 15,2-2 1-15,-6 4-7 0,0-3 7 0,-5-1 4 16,-1 3-4-16,-4-2 0 0,-2-1 1 0,-3-1 1 16,1 0 27-16,-3-1-61 0,1-3-16 0,-1 2-92 15,0-3-22-15,5-2-138 0,0-1-59 0,1 1-100 16,2-3-36-16,13-2-36 0,-15 0-60 0,15 0-30 0,-8-7-295 16,8 7-490-16</inkml:trace>
  <inkml:trace contextRef="#ctx0" brushRef="#br0" timeOffset="54295.28">31622 17176 812 0,'11'-3'697'0,"-11"3"-81"0,16 4-67 0,-13 2-35 0,-1 3-72 0,-2 1 7 16,0 4-73-16,-5 3-7 0,-1 4-55 0,-2-1 12 0,-3 7-62 16,-1 2 6-16,-3 4 0 0,2 3-51 15,-2 2 6-15,3 0-25 0,-2 0-13 0,5 1-32 0,1-7-19 16,2 1-5-16,2-1-15 0,3-5-17 15,0-1-8-15,1-1-28 0,1-3-18 0,2-3-34 0,-1 0-57 16,4-1-41-16,2-1-102 0,1-3-26 16,1-2-78-16,3-4-111 0,1-2-173 0,2-1-144 0,-4-5-97 15,8-2-641-15,0-5-1077 0</inkml:trace>
  <inkml:trace contextRef="#ctx0" brushRef="#br0" timeOffset="54679.17">31828 17492 462 0,'-9'-11'615'0,"0"3"-130"0,2 0-60 16,-1 1 3-16,2 1-16 0,-1 0 15 0,3 2-43 16,-1-1 13-16,1-1-79 0,4 6-11 0,-7-8-78 15,7 8-9-15,0 0-70 0,2-8 3 0,-2 8-62 16,13-3 13-16,-13 3-53 0,15-2 26 0,-15 2-50 16,21 0 25-16,-21 0-38 0,21 1 41 0,-21-1-41 15,21 1 35-15,-21-1-47 0,17 3 33 0,-17-3-44 16,13 5 60-16,-13-5-10 0,8 9 41 0,-8-9-23 15,0 13 28-15,-5-4-41 0,0 1 24 0,-4 0-42 16,0 5 2-16,-5-1 62 0,-1 2-40 0,0-1 26 16,-3 2-48-16,-3-1 30 0,3 3-46 0,2-4 38 15,-1-1-51-15,3-1 37 0,-1-1-42 0,3-1 33 16,2-3-36-16,0 2 47 0,2-3-13 0,0 0 56 0,3-2-11 16,-2 1 40-16,2-1-22 0,5-5 6 15,-2 8-30-15,2-8-8 0,5 2-2 0,-5-2-23 16,18 3 5-16,-6-4-21 0,4-2 10 0,2 2-16 15,5-4-7-15,0 0 0 0,5-1-5 0,2 1-6 16,2-4-11-16,0 2 16 0,-2-2-16 0,2 1-39 16,-2 0-80-16,-2-1-74 0,-5 1-33 0,1-5-146 0,-2 6-127 15,-3-5-160-15,-4 2-99 0,1 0-710 0,-6-3-1109 16</inkml:trace>
  <inkml:trace contextRef="#ctx0" brushRef="#br0" timeOffset="54945.23">32210 17220 113 0,'0'0'960'0,"3"-9"-221"0,-3 9-138 0,4-7-81 16,-4 7 0-16,0 0-63 0,16 0-1 0,-8 4-89 16,2 4 25-16,2 2 2 0,-1 5 55 0,3 6 17 15,2 3-10-15,-2 2 9 0,2 6 17 0,-3 1-128 16,2 5-354-16,-6-1 0 0,0 1 0 0,-4-2 0 15,-2 0 0-15,-3 0 0 0,-3 0 0 0,-2 5 0 16,-4-1 0-16,-2-1 0 0,-6-4 0 0,-2 0 0 16,-7-1 0-16,-2-3 0 0,-4-3 0 0,-1 0 0 15,-5-3 0-15,0 0 0 0,-1-3 0 0,-2-5 0 16,-1 0-820-16,0-3-231 0,0-3-939 0,1-3-1739 16</inkml:trace>
  <inkml:trace contextRef="#ctx0" brushRef="#br0" timeOffset="101043.65">12929 2530 46 0,'-13'-4'732'0,"3"-3"-145"0,-2 1-98 0,1 0-61 0,0-2-67 0,2 1-49 16,-3-3-39-16,3 2-47 0,3-3-38 0,1 1-38 0,2-1-15 16,1-2-20-16,4 0-12 0,3-2-22 15,4-4-4-15,3 3 4 0,7-2 14 0,1 1-25 16,2 1-8-16,4 2-19 0,-1 2 5 0,3 2-21 0,-4 2 1 15,3 4-11-15,-2 1 5 0,0 2-12 16,2 2 8-16,-1 4-8 0,-2-1 4 0,-1 6-9 16,1 3 7-16,-1 5-6 0,-4 3 4 0,-3 8 1 0,-2 5 6 15,-4 5-7-15,-5 2 0 0,-2 4-8 0,-5 2 13 16,0 0 5-16,-2 0 4 0,0 3 8 0,1-1 6 16,2-2-3-16,2 0-1 0,5-2 22 0,0-2 5 15,6 1 6-15,2-4-1 0,4-2-7 0,3-3-1 16,6-5-5-16,4-4-11 0,3-5-8 0,6-2-4 15,7-7-4-15,2-5-11 0,3-4-4 0,1-2-5 16,0-5-5-16,-2-2-13 0,-1-3-1 0,-5-1-10 16,-3-4-12-16,-2-1-2 0,-6-2 1 0,-7 3 7 15,-1-1 7-15,-7 2 7 0,-4 1-12 0,-3 2 27 16,-5-2-16-16,-3 5 24 0,-3 0-21 0,-3-1 25 16,2 8-14-16,-15-4 27 0,4 4-19 0,-5 4 24 15,-2 4 6-15,-1 3-9 0,-3 8-7 0,0 8-1 16,3 6 2-16,4 8 0 0,3 4 10 0,7 3 7 15,5 4-1-15,8 12-32 0,4 2 9 0,5 2-1 16,6 2 47-16,3-3-59 0,2 3 50 0,4-4-56 0,0-2 49 16,2-3-43-16,1 0 54 0,1-6-44 15,-2-1 8-15,4-6 9 0,-5 1-6 0,2-3 1 16,-3-2-20-16,-3-1 19 0,-4-8-24 0,-5 1 22 0,-1 0 1 16,-6-1-12-16,-2-4 0 0,-3-2-1 0,-4 1-2 15,-4-4 3-15,-2 4-3 0,-9 1 1 0,-5 0 1 16,-7 0 0-16,-8-4 1 0,-3 0-1 15,-5-4 5-15,-2-4 11 0,-3-1 2 0,1-5-1 0,1 0-7 16,8-5-6-16,1-1-19 0,6-3-91 0,5-2-125 16,1-2-155-16,4-3-149 0,4-1-167 0,1-4-720 15,6-5-1020-15</inkml:trace>
  <inkml:trace contextRef="#ctx0" brushRef="#br0" timeOffset="101845.22">23544 3805 248 0,'-24'-14'640'0,"-2"-2"-114"0,-6-2-79 0,-2 1-55 0,1 1-82 15,3 4-14-15,2-1-16 0,1 3-27 0,7 3-19 16,3 2-32-16,1-2-27 0,1 6-9 0,4 1 19 16,0 5-27-16,2-2-25 0,0 5-36 0,2 2-1 15,2-1-17-15,5 2 38 0,-1 1-11 0,2 1 60 16,2-2-41-16,1 1 53 0,-1-2-38 0,5-1 61 15,0-2-1-15,1-1-32 0,2-3 10 0,3-1-62 16,5-4 14-16,2-4-61 0,7-4 23 0,7-8-53 16,2-4 28-16,10-7-20 0,1-7-15 0,0 0-9 0,0-5-14 15,2-7-8-15,1-1-50 0,4-5-43 16,12-13-64-16,-2-1-19 0,3-2-42 0,-1-3-66 16,2 1-35-16,-2 1-56 0,-3 4-67 0,-13 12-7 0,-3 1-58 15,-2 6-29-15,-7 6 27 0,-9 11-21 0,-5 7-260 16,-7 8-311-16</inkml:trace>
  <inkml:trace contextRef="#ctx0" brushRef="#br0" timeOffset="102176.85">25025 4209 645 0,'3'16'695'0,"1"-2"-163"0,-2-2-112 0,0-2-102 16,0 2-63-16,-2-1-51 0,0 0-41 0,0 0-27 15,0-1-26-15,0 0 15 0,0-2 42 0,0 0 40 16,0-2 25-16,0-6-3 0,0 13 19 0,0-13-35 16,0 10-12-16,0-10 38 0,3 8-72 0,-3-8 24 15,6 5-52-15,-6-5 30 0,10-2-42 0,-3-2 10 16,4-4-63-16,2-2 21 0,1-6-21 0,5-5-19 15,4-6-14-15,0-5-7 0,2 0-11 0,5-14-27 16,0 1-46-16,3-5-82 0,1-1-20 0,2-3-110 16,2-1-58-16,1 0-90 0,0-2-68 0,2 2-32 15,0 1-113-15,1 1-548 0,-2 3-781 0</inkml:trace>
  <inkml:trace contextRef="#ctx0" brushRef="#br0" timeOffset="102708.8">29817 3638 443 0,'0'0'560'0,"0"0"-82"0,0 0-56 0,0 0-17 16,0 0-27-16,0 0 0 0,-6-6-11 0,6 6-10 15,2-7-47-15,-2 7-23 0,5-13-37 0,-1 3 20 16,3-3-55-16,4-5-20 0,0-4-53 0,8-8-7 16,3-5-42-16,0-3 0 0,8-9-39 0,2-4 5 15,5-1-31-15,-1-3 16 0,3-2-36 0,2-3-17 16,1-1-73-16,0-1-24 0,1-1-82 0,-1-1-47 16,-1 3-129-16,3-1-113 0,-3 3-132 0,-3 0-622 15,-1 4-838-15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0:18:50.0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22951 6909 533 0,'-15'-3'382'0,"1"0"-59"0,2 1-67 0,1 0-22 0,1 0-51 0,1-1-1 0,9 3-49 0,-16-2 0 0,16 2-21 0,-10-2-42 0,10 2 28 0,0 0-18 15,0 0 21-15,3-5-11 0,6 4-15 0,5-3-12 16,2 2-12-16,11-4-10 0,4 1-14 0,7-1 3 16,7-2-9-16,3 1-24 0,4-3 19 0,1 2-21 15,3-3 16-15,8 3-19 0,-8-3 8 0,1 4-62 16,-2-5-13-16,0 5-63 0,-2-4-54 0,-3 3-54 15,-1 1-80-15,-3-1-368 0,-4 0-201 0</inkml:trace>
  <inkml:trace contextRef="#ctx0" brushRef="#br0" timeOffset="334.39">24872 6718 669 0,'-14'-1'568'0,"4"-1"-154"0,10 2-63 15,-17-2-87-15,17 2-38 0,-13-2-65 0,13 2-9 16,0 0-38-16,-9-4 40 0,9 4-5 0,0 0-10 15,9-3-23-15,2 1-15 0,5-1-19 0,5 1-17 16,7-1-12-16,9 0-9 0,4 0-3 0,9-1-6 16,3 0-8-16,5 2-5 0,1-4-2 0,12 1-6 15,2-1-3-15,0-1-6 0,0 0-21 0,1-1-31 16,0-2-33-16,1 2-34 0,-3 0-42 0,-1-1-26 16,2 2-55-16,-4 0-51 0,-11 1-83 0,0 1-422 0,-1 0-319 15</inkml:trace>
  <inkml:trace contextRef="#ctx0" brushRef="#br0" timeOffset="565.72">26976 6659 42 0,'0'0'753'0,"12"2"-166"0,-12-2-149 15,12 5-78-15,-12-5-82 0,10 1-23 0,-10-1-7 0,17 5 8 16,-6-5-17-16,1 1-35 0,3 1-30 0,3-1-35 15,2 1-22-15,3-2-26 0,4 2-18 16,4-1-16-16,5 0-9 0,3 1-12 0,2-1-9 0,3-1-6 16,-1-1-6-16,6-1-25 0,-8 1-70 0,1-2-74 15,-4 0-60-15,-2-3-36 0,-4 1-70 0,-5 0-111 16,-4-3-510-16,-7 1-516 0</inkml:trace>
  <inkml:trace contextRef="#ctx0" brushRef="#br0" timeOffset="14970.28">9940 11110 15 0,'0'0'249'16,"0"0"-70"-16,-17 0-37 0,17 0-34 0,0 0-23 0,-14 0-19 0,14 0-11 0,0 0-14 0,-14-1-2 0,14 1 1 0,0 0 1 15,-14-2-2-15,14 2 3 0,0 0-3 0,-11 0-2 0,11 0-2 16,0 0-3-16,0 0-7 0,-12-3-4 16,12 3 1-16,0 0-2 0,0 0-3 0,0 0 5 15,0 0 1-15,-13 0 1 0,13 0-2 0,0 0-23 16,0 0 28-16,0 0 22 0,0 0 15 0,0 0-8 0,0 0 17 16,1 8-9-16,-1-8-5 0,8 5 2 0,-8-5-1 15,14 5-9-15,-2-1-6 0,-2-2-6 16,4 3-3-16,0-2-3 0,5 0 2 0,-1 0-8 15,3-2 5-15,0 0-15 0,4 1 14 0,2-1-9 0,1-1 14 16,1 0-15-16,3 0 20 0,1-1-12 0,3 0 16 16,5 0-21-16,-3 0 25 15,3 0-32-15,1-1 20 0,-1 1-33 0,1 1 34 0,2-3-23 16,-2 1 38-16,0 1-26 0,2 0 31 0,-2-1-30 0,5-2 26 16,2 3-35-16,-2-2 22 0,3 2-33 0,-3-1 28 15,3 0-32-15,-2-1 34 0,6 1-27 0,-3-3 27 16,2 2-24-16,-1 2 18 0,3-1-24 0,-3-1 20 15,0 2-20-15,-1-1 37 0,-2 1-9 0,-5 0 10 16,-3-1-21-16,2 1 11 0,-3 0-18 0,1-1 18 16,0 2-14-16,0 0 8 0,-2 0 2 0,1-2-5 15,-2 2 1-15,2 0 7 0,-2 0-6 0,4 0-3 16,-1 0-2-16,0 2 3 0,1-2-8 0,-1 0 6 16,0 0-5-16,0 0 6 0,-1 0-6 0,-1 0-4 15,2 0 4-15,-4 0 1 0,1-2 4 0,0 2-3 16,1-1-2-16,-3-1 1 0,2 2-6 0,-2-1 6 15,1-1-2-15,-1 1-4 0,3-1 0 0,0 1 0 16,-1-2-3-16,-1 2 7 0,3-2 4 0,-2 3 0 16,-2-3-8-16,1 2 4 0,0-1-3 0,-4-1-4 15,-1 1 0-15,-4-2 3 0,-1 1-6 0,0 2 4 16,1-1-12-16,-2 1 13 0,-1-2-5 0,1 1 0 16,-6 1-3-16,2 0 0 0,1-2-1 0,0 1-5 15,-1 1 5-15,-1 1 0 0,4-1 0 0,0 0-4 16,1 0 2-16,0 1-3 0,0-2 6 0,1 2 6 0,0 0-1 15,-2-2-3-15,2 1-1 0,-2 0-2 16,-4 1 0-16,1-3 0 0,-3 1-1 0,2 0-1 16,-3 0 6-16,-3 1 6 0,0-1 6 0,-2-1 5 0,1 2 2 15,-2-1 2-15,-1 1 4 0,1-1-4 0,-1-2-1 16,2 1-10-16,0 0-1 0,-2 0-3 16,3 0-3-16,0-2-8 0,0 1 5 0,-1 0-3 0,-1 1 1 15,-1-1 2-15,1 1-5 0,-3-4-2 0,2 4-4 16,-2-1 4-16,-1-3 1 0,1 1-4 0,-3 1 6 15,2-1-2-15,-2-1 0 0,2 2 1 0,-4-2 1 16,1 0 0-16,-1 3-1 0,-4 4 1 0,5-12-1 16,-5 12 0-16,4-10-1 0,-4 10-3 0,5-10 2 15,-5 10-1-15,1-11 1 0,3 5-3 0,-4 6 2 16,2-8 0-16,-2 8 0 0,0-13-1 0,0 13 4 16,1-11 3-16,1 3 6 0,-1 2 10 0,-1-1-13 15,0 0 12-15,3-2-18 0,-3-1 20 0,2 1-14 16,-2-1 18-16,0 0-12 0,1-1 14 0,1 0-21 15,-1-1 14-15,0 0-5 0,1-2-2 0,0 3-4 0,1-6 0 16,-1 3-1-16,3-2-7 0,-1 0 3 16,1 0 2-16,0-1-1 0,2-2 0 0,-2 0-1 15,3 0 21-15,-2 0-20 0,-1-1-7 0,2 1 8 16,-2 0 4-16,0 1-3 0,-2-1 2 0,0 2-3 16,1-1-1-16,-3-1-4 0,1 1 3 0,-2-2-2 0,0 1-1 15,-2 0-3-15,2-1 2 0,-1 1 0 16,0 0-1-16,-2 2-1 0,2-3 7 0,-1 2-3 15,1 0-1-15,0 0 9 0,0 0-11 0,-2 1 9 0,2-2-13 16,1 1 14-16,-1 0 10 0,-1 1-18 0,1-1-8 16,1 1-1-16,0 0 4 0,0 0-2 0,-1 0 1 15,0 0 3-15,-1 1-3 0,1-1 2 16,1 0-4-16,-1 0 6 0,-2 0-2 0,3 1 22 0,-1-1-24 16,0 0 18-16,1 1-25 0,-2 0 23 0,2-1-24 15,0 0 24-15,0 0-24 0,-2 0 25 0,2-1-24 16,0 1 23-16,-2 0-24 0,1 0 20 0,1-1-21 15,0 1 23-15,-1-1-23 0,1 0 31 0,-1 1-30 16,-1-1 2-16,1 0 3 0,0 1 1 0,-3-1 3 16,3 1-5-16,-2-1 5 0,1 0 0 0,-1 3 2 15,0-4-1-15,2 5 3 0,-3-3-1 0,2 1-2 16,-1-1-3-16,-1 1 11 0,1 0-8 0,0 0 8 16,1 3-8-16,-1-1-1 0,-1 2-1 0,3-1-2 15,-2 2 7-15,-1-2 5 0,2 4-12 0,-2-3 4 16,-1 2-5-16,1 1 3 0,-1-2 1 0,1 1-3 15,0 0 5-15,-2 1-2 0,1-2-4 0,-3 2 5 16,2-3 3-16,-2 3 16 0,0-2-27 0,0 0 25 16,-2 1-24-16,1-2 22 0,-2 2-24 0,2-2 23 15,0 0-26-15,-1 2 23 0,0-2 3 0,1 3-5 16,-1-2-25-16,1 3 24 0,0-3-23 0,2 3 22 16,-2 0-17-16,4 2 20 0,-2 0-23 0,0-2 22 15,2 3-22-15,-3-1 23 0,2-1-23 0,1 2 26 0,0 0-27 16,-2-1 25-16,1 2-23 0,0-1 24 0,-1 0-30 15,-2 0 27-15,2 0-19 0,-2 2 20 0,-3-1-23 16,1 2 28-16,-1-3-27 0,-1 2 22 16,-3 0-21-16,-1 2 22 0,-3-2-22 0,-1 3 22 0,1-2-23 15,-3 1 25-15,-3 0-25 0,-2-1 20 0,0 2-21 16,1 0 23-16,-2-1-23 0,1 1 21 0,-3 0-19 16,5 0 21-16,-4 0-24 0,0 0 21 0,2 0-21 15,-1 0 22-15,-2 0-27 0,3-2 24 0,0 2-16 16,-1-1 17-16,-1-1-19 0,2 1 21 15,-1-1-19-15,-1 1 17 0,1-1-23 0,-2 1 21 0,1-1-23 16,-1 2 19-16,-5-1-14 0,0 0 14 0,-1 1-9 16,-2 0 12-16,2 0-15 0,-2 0 20 0,-2 1-19 15,2 0 11-15,-1-1-11 0,2 0 18 0,-1 2-6 16,0-2 0-16,0 0 4 0,2 0-5 0,0 0-1 16,-1 0 1-16,2 0-14 0,-1-2 14 0,1 2-17 15,-1 0 17-15,-1-1-11 0,2 1 14 0,-1 0-13 16,-1-1 13-16,-1 1-11 0,0 1 11 0,-1-1-1 15,0 1 2-15,1-1-5 0,-2 2 0 0,3-1-4 0,-2 1 5 16,-1 1 0-16,0 0 2 0,2 0-4 16,-2 0 3-16,1 1-4 0,2-1 1 0,-3 0 0 15,3 0 0-15,-1 1-1 0,-1-1 1 0,1 1-9 16,1-2 12-16,-1 1-11 0,2 1 11 0,-1 0 2 0,2-1-1 16,-1-1-2-16,1 1-2 0,6 0 7 15,-6-1-6-15,1 0-1 0,1 2 0 0,-2-3 1 0,2 2 1 16,-1-1-3-16,0 0 4 0,2 1-3 15,-1 0 0-15,-1 2 1 0,2-2 0 0,-3 0 0 0,8-2-1 16,-8 3 3-16,7-1 2 0,-7 2-14 16,3-2 12-16,-2 0-9 0,1-2 10 0,-2 4-11 0,2-1 12 15,-1 0-10-15,-2-2 9 0,4 2-10 16,-2 1 12-16,2-1-2 0,5 0-10 0,1-1 9 16,-1 2-9-16,1-1 13 0,3 1-13 0,0-2 10 0,1 1-10 15,0-1 9-15,3 0-10 0,0 2 11 0,0-2-9 16,2 0 9-16,-1 0-10 0,-1 1 12 0,1-2-8 15,0 4 9-15,0-3-11 0,0 1 7 0,1 0-6 16,0 2 7-16,0-4-8 0,3 1 8 0,-2 0-6 16,3 1 5-16,0-1-8 0,1 1 14 0,0 0-11 15,2-2 8-15,-1 0-11 0,2 2 10 0,-1-2-9 16,0 3 1-16,2-4 9 0,1 2-10 0,8-3 2 16,-15 3 1-16,15-3 3 0,-12 5-5 0,12-5 4 15,-12 2-6-15,12-2 1 0,-11 6-1 0,11-6 2 16,-16 6 4-16,10-1-2 0,-2-1 0 0,1 0-3 15,-1 2 5-15,0 0 1 0,2 0-2 0,-3 0-1 16,5 0 2-16,-2 1 0 0,2 0 0 0,0 2 3 16,1-2 4-16,2 4-2 0,0-3 7 0,0 3-8 15,2-2 7-15,0 4-10 0,2-2 7 0,1 3-8 0,1 1 8 16,1 1-9-16,-2 0 10 0,5 2-3 16,-3 1 1-16,2 0-3 0,-2 0 3 0,3 2 0 15,-2-1-2-15,-2 1-1 0,1 0 2 0,-3 1-1 0,2 1-4 16,-3 1 4-16,1-4 4 0,-2 5-12 0,2-3 8 15,-3-1-7-15,0 1 9 0,0-1-10 0,0 4-1 16,0-1 7-16,-2 1-2 0,1-2 4 0,1 3-1 16,-1 1-2-16,1-2 1 0,0 0 5 0,0 2-10 15,0 0 7-15,0 1 4 0,1 0-8 0,-1 1 7 16,1-2-10-16,1 2 10 0,-1 1-14 0,2-2 14 16,-1 2-10-16,1-2 8 0,-2 0-10 0,3-1 14 15,-3-1-14-15,3 1 11 0,0-2-12 0,-2 0 14 16,2 0-14-16,1 0 14 0,-1-2-14 0,0 1 2 15,0 0 2-15,-3-1-5 0,3 1 6 16,0-1 6-16,-2 0 9 0,-2 2-15 0,1-2 0 0,1 2 3 16,-2 0-2-16,0-2-7 0,1 2 7 0,-2 0 0 15,1-1 10-15,0 2-12 0,0 1 10 0,-2-2-14 16,1 0 12-16,1 0-12 0,0 1 14 0,-1-1-12 16,0 0 17-16,-1 1-16 0,0-1 7 0,1-1-9 15,1-2 8-15,-3 5-7 0,3-8 8 0,-1 2-6 16,1-3 6-16,-1 1-8 0,-1 0-1 0,1 0-1 15,1-3 4-15,0-2-2 0,-1-1 4 0,1 1 2 0,-2-3-3 16,1 1 0-16,1 0 1 0,0-3 0 16,0 1 0-16,0-3 0 0,0 0 0 0,0-7 0 15,0 12 0-15,0-12 2 0,-1 13-4 0,1-13 6 16,0 8-5-16,0-8 1 0,-1 8 0 0,1-8-3 16,0 0-12-16,0 9-38 0,0-9-117 0,0 0-118 15,0 0-83-15,0 0-69 0,0 0-81 0,-4-7-513 0,4 7-646 16</inkml:trace>
  <inkml:trace contextRef="#ctx0" brushRef="#br0" timeOffset="21648.46">27571 8072 395 0,'2'-9'361'0,"0"0"-78"0,1 2-18 0,-1 1-44 0,-1 0 6 0,-1 6-27 0,4-11-24 0,-4 11-31 0,3-8-34 0,-3 8-17 0,2-8-19 0,-2 8-14 16,2-5-11-16,-2 5 16 0,0 0 24 0,0 0-2 15,0 0-5-15,1 5-5 0,-1-5-6 0,-3 13 12 16,1-5-6-16,-1 1 41 0,-1 2-2 0,-2 3 1 15,2-1 10-15,-5 2-7 0,3 1-5 0,-6 1-17 16,2 1-22-16,-3 3-10 0,-1 1-16 16,-1 2-1-16,-2-1-17 0,1 2-1 0,-5 4-10 15,2-2 0-15,-1 1-10 0,-1 0 4 0,3-4-4 0,2 1-1 16,-1-2-5-16,0 1 2 0,-2-2 1 0,3 0-3 16,-2 0 1-16,-1-3-3 0,2 0-1 0,-1-1-1 15,0-4 1-15,2 0-3 0,-2-1 2 0,-1-1-1 16,-2-2 1-16,1-1 1 0,-2 0-2 15,-2-3 2-15,-2-1-3 0,-2 1 0 0,-3-4 0 0,-4 0 0 16,-4-2-2-16,-2-1 3 0,-7-2-1 0,-5-1-1 16,1-3 0-16,-13-3 2 0,-4-3 1 0,-3 0 0 15,-3-1-2-15,-6-5 0 0,-2 0-4 0,0-1 1 16,-4-2 4-16,0 0-4 0,-16-6 5 0,16 6 3 16,-3-1-5-16,-17-2 2 0,18 2-4 0,0 4 2 15,-3 0-4-15,3 2 6 0,-2-1-3 16,3 3 4-16,-3-1-7 0,2 2 5 0,-3 1 0 15,0 0-1-15,0 3-1 0,0-3 2 0,2 3-1 0,2-1 0 16,5 2 1-16,-3 2-4 0,3-2 3 0,-1 3 0 16,2-1 1-16,0 1 2 0,2 2-5 0,1-1 2 15,1 1-4-15,2 2-1 0,3-1 2 0,8 2 1 16,4 0-3-16,0 1 6 0,2 0-2 16,-1 1 0-16,1 2 1 0,0-2-1 0,2 2-3 0,-2 0-2 15,0 0 0-15,2 0-2 0,-1 2-2 0,-2-1-6 16,4 2 3-16,-3-2-20 0,-11 4-7 0,-1-2-13 15,2 2 4-15,0 0 3 0,-1-1 13 0,1 0 2 16,1 1 2-16,8-2 9 0,-9 2-6 0,-1-1 3 16,1 3-9-16,0-3 10 0,-1 1 5 0,-2 0 1 15,0 0 7-15,1-1 3 0,-4 0 2 0,-1 1 0 16,-3-1-2-16,-2 2-3 0,-3-2 10 0,-3 0-1 16,0 2-2-16,-2 0 6 0,-3-2-4 0,-4 2 2 15,-4 0-2-15,-3-2 1 0,-21 5-5 0,1-1 6 16,18-3 2-16,-19 3-4 0,-2-1 3 0,-1-1 1 15,1 1-2-15,-1-1 6 0,3 1 1 0,18-2-1 16,-18 0-1-16,0 3-3 0,-2-1 0 0,-2-1 0 16,1 3-1-16,2-4 1 0,0 4-2 0,-2-1 4 15,-4 0-5-15,-1 2 0 0,-2 1 2 0,-3-1 1 16,4 1-1-16,-5 0 1 0,0 1-2 0,-5 0 4 16,1 1-7-16,-1 0 8 0,4-1 0 0,-2 0 5 15,1 2-6-15,0-3 3 0,0 1-6 0,4 0 6 16,2-2-6-16,1 0 4 0,0 0-2 0,0-1-1 15,-2 0-5-15,1 1 6 0,2-2-4 0,-1-1 4 16,3 0-1-16,-3 2-2 0,-4-3-2 0,4 0 9 16,0-1-12-16,-1 1 6 0,1-3-3 0,0 2 0 15,-3-2-2-15,0 0 1 0,-2 1 1 0,5-3-2 16,0 1 4-16,0 1 0 0,2-1-4 0,-2-2 2 0,2 0 0 16,20 0 0-16,3-1 1 0,0-1 3 0,-3 0-4 15,4-1-1-15,-4 0 0 0,2-2 1 0,-1 1 0 16,4-2 2-16,1 1-4 0,4-1 3 15,1 0 6-15,3-3-10 0,-2 2 10 0,0 0 0 0,2-1 1 16,1 0-1-16,4-1-1 0,0 1 0 0,4-2 2 16,1 0-2-16,4 0-1 0,-1-2-2 0,1 1 1 15,0-3-6-15,1 1 5 0,1-2-3 16,3-1-4-16,3-1 7 0,1 0 0 0,1-3-2 0,5 0 2 16,-1 0-4-16,5-2 3 0,2 0-2 0,-1 0 0 15,4-1 2-15,-1 1-3 0,4 0 4 0,10 2 13 16,0 1-8-16,4 0 4 0,2 1-3 0,2 0 12 15,7 2-4-15,3 3 1 0,6 0-3 0,2 2 3 16,2 1-2-16,5 1 2 0,-1 1-6 0,3 0 2 16,0 0-5-16,1 2 0 0,1 0-4 0,2-1 0 15,7 4-5-15,-12-4 2 0,12 4-3 0,0 0 5 16,-14 2-6-16,14-2 6 0,-5 10-6 0,4 1 3 16,1 1 1-16,-2 3-1 0,4 2-1 0,-1 4 2 15,0 4-1-15,3 2 1 0,1 4-1 0,-1 2 0 16,5 4-5-16,0 0 7 0,1 2-1 0,3 0 2 15,-2 0 2-15,3 2 2 0,-1-2-6 0,0 2-2 16,4 0 12-16,-5 1-6 0,2 0 4 0,-1 0 0 16,0-1 2-16,-3 0-1 0,2 1 1 0,-2-2-5 15,-1 0 4-15,-1-2-1 0,-3-5 1 0,2-2-4 16,-3 2 1-16,1-2-3 0,-2-6-1 0,-2-3 3 16,3 2-1-16,-3-5-1 0,2-1 1 0,-2-3-2 15,-1-1-3-15,3-1 3 0,-3-3-3 0,2 2 0 16,-2-4 3-16,3 1-2 0,-3-3-2 0,1 2 3 0,-1-8-6 15,0 8-76-15,0-8-94 0,0 0-79 16,0 0-56-16,0 0-87 0,0 0-112 0,0 0-432 0,-1-6-515 16</inkml:trace>
  <inkml:trace contextRef="#ctx0" brushRef="#br0" timeOffset="23765.6">28889 8043 409 0,'6'-2'352'0,"4"-3"-94"0,-3 1-12 0,-7 4-66 0,11-4-14 0,-11 4-34 0,14-6 15 0,-14 6-20 0,9-6 10 0,-9 6-16 0,9-5-18 0,-9 5-22 16,7-3-25-16,-7 3-1 0,0 0-17 0,0 0 3 0,12 3 4 16,-12-3 9-16,2 13-13 0,-1-3 10 15,0 3 17-15,-1 3-14 0,0 3-11 0,-1 0 2 16,0 8 9-16,-1 0-12 0,2 0 14 0,-1 7-32 16,0 0 17-16,-2-1-20 0,3 2 17 0,-2 0 13 15,-2 0 5-15,0-1-12 0,3 0-9 0,-2-2-2 16,1 2 0-16,-1-2-5 0,-1-1-7 0,0-1-3 15,1 0-2-15,-4-5-4 0,2 0-3 0,-1-1 0 16,-1 0 2-16,1-1-4 0,-3-1-2 0,1-1 0 16,-1 0 0-16,-3-2 0 0,-1 0 0 0,-4 0-2 15,-1-2 0-15,-3 0 0 0,-2-3 0 0,-2 0 9 16,-5-2-14-16,-1-3 12 0,-5 1-13 0,-5-3 9 16,-2 0-2-16,-3-1 4 0,-2-2-10 15,-1-2 7-15,-2 0-9 0,-3 0 13 0,-4-1-7 0,-2 0 8 16,-4-1-12-16,-1 0 8 0,-11 0-5 0,-1 0 1 15,-2 1-4-15,2 0 7 0,0 3-4 0,1-4 3 16,0 3-5-16,1 0 8 0,-2-1-11 0,2 4 10 16,-2-1-8-16,2-1 6 0,-1-1-8 0,1 2 2 15,1 0-3-15,0-2 8 0,-2 0-4 0,2 0 2 16,-3-1-5-16,-2 1-10 0,-1-3 10 0,-3-2-9 16,-2 1 11-16,0-1-14 0,0-2 11 0,2 1-11 15,0-4 3-15,4 1 5 0,-3-2 11 0,5-1-12 16,-2 1 9-16,0-3-8 0,2 3 11 0,1-5-17 15,0 1 19-15,-2 0-15 0,2-1 17 0,-4-2-15 16,2 2 15-16,-5-1-11 0,-5-2 2 0,-4 0-3 16,-2-1-1-16,-20-3 1 0,-1-1 3 0,1-1 1 15,-1-1 12-15,0 0-17 0,-3-2-1 0,-2 0 5 16,0 0 8-16,1 0-6 0,-1 0 7 0,5 0-8 16,-1 0 8-16,-2-2-9 0,1 2 10 0,-1 2-7 15,-3 0 5-15,3 2-10 0,-2 1 14 0,-3-1-2 16,-6 2-5-16,0 0-8 0,-4 2 9 0,0-1-7 15,-1 1 8-15,-3 0-1 0,-4 1-8 0,-3-1 7 16,-3-2-8-16,0 1 9 0,-1-1-9 0,-4 0 10 16,0-2-11-16,-4 1 9 0,3-2-12 0,1 3 10 15,-3-3-6-15,2 2-2 0,-2 1 1 0,2 1 2 16,4 1 9-16,0 0-6 0,2 1 6 0,-4 0-10 16,3 2 11-16,0 1-10 0,2 0 10 0,-1 0-10 15,-1 1 9-15,-2 2-5 0,-2-2 3 0,3 2-8 16,0 0 12-16,0 1-5 0,-2 0 0 0,-2 1-4 15,-1 2 5-15,2 1-5 0,0-1 10 0,-1 3-10 16,-2-2 9-16,2 2-13 0,-1 3 5 0,6-1 1 16,-1-2 5-16,4 3-8 0,1 3 8 0,2-2-11 15,4 1 11-15,6 1-11 0,21 0 13 0,4 0-8 16,-2 0 5-16,2 2-6 0,-2 0 7 0,4 1-9 16,-1-2 8-16,7 3-9 0,-1-2 9 0,4 1-5 15,4 2 2-15,0-1-7 0,2 0 12 0,4 2-10 0,0 0 6 16,2-2-6-16,3 1 7 0,3-1 2 0,4 0-3 15,1 0-2-15,16 1 6 0,-1-4-7 16,3 1 7-16,4 0-1 0,4 2-4 0,7-3 11 0,3-1 11 16,1 2-7-16,3 0 6 0,6-2-10 0,2 1 3 15,2 0-5-15,-2 0-1 0,4 1-2 0,-2-2 0 16,2 4-5-16,-2-1 5 0,-1-1-8 0,1 3 4 16,-4 1-5-16,0-1-1 0,-5 4 2 0,3 0-1 15,-9 1-3-15,1 3 3 0,-2 0 0 0,2 2 2 16,0 0-5-16,-2 0 7 0,3 1 0 0,1-2-1 15,2 2-2-15,2 1 1 0,6-5 14 0,2 2-13 16,2 1-3-16,2-1 1 0,5-1 1 0,-1 1 2 16,3 2-7-16,-2-1 4 0,5 1-3 0,-2 1 1 15,-1 4 0-15,2-5 2 0,-2 6 1 0,0-1-1 16,0 0-2-16,-1 1 3 0,2-1-4 0,-4-1-4 16,0 2 5-16,1 0 7 0,-2-2-3 0,-2 1 11 15,1-1 8-15,-2 1 6 0,1-3 1 0,-1 2-5 16,0-2 0-16,2 0 0 0,-1 0 2 0,3 2-9 15,1-3 9-15,2-1 1 0,3 1 7 0,2 2 15 0,2 1 12 16,1 4-23-16,0-2 3 0,4 3-7 16,-1 1 25-16,1 6-14 0,1-2-3 0,0 2-9 15,2-1-3-15,0-1-7 0,-1 0-2 0,2-2-4 16,0-6-1-16,-2 0 1 0,2-1-5 0,-1-4-1 0,-1-2-3 16,-1-2 2-16,2-2-3 0,-2 0-3 15,1-1 2-15,-1-4-2 0,0 3 0 0,-1-4-3 16,2 0 2-16,-1-1-5 0,-1-7-16 0,1 14-39 15,-1-14-56-15,-1 9-56 0,1-9-71 0,-3 8-17 16,3-8-85-16,-5 5-78 0,5-5-529 0,0 0-534 0</inkml:trace>
  <inkml:trace contextRef="#ctx0" brushRef="#br0" timeOffset="26001.53">32665 8101 150 0,'13'-10'407'0,"-4"1"-114"0,-1 1-61 0,-1 0-48 0,-2 2-46 0,2-1-31 0,-7 7-22 0,10-7-11 0,-10 7 10 0,6-3-17 15,-6 3-8-15,0 0 2 0,4 4 11 0,-4-4-20 16,2 10-11-16,-2-2-2 0,0 3-1 0,0-1 22 16,0 5-3-16,-2 3 4 0,2 1-1 0,2 1 0 15,-2 7-6-15,-2 1-18 0,2 6 5 0,-2 2-7 16,-1 2 6-16,-2 4 1 0,-1 1 8 16,-1 1-7-16,0 3 7 0,-1-5-11 0,-2 4 9 0,-2-2-20 15,1-1 14-15,-3 2-19 0,1-3 16 0,-1-2-25 16,0-1-1-16,-3-2-4 0,3 0 7 0,-2-2-11 15,1-2 3-15,-1-2 0 0,2-4-2 0,-5 3 2 16,1-3-7-16,-4-1 2 0,-1 0 7 0,-4-4-1 16,0 0-5-16,-1-1-1 0,-4-4 0 0,-2 1 5 15,-3-2-4-15,-2-1 1 0,0-5 1 0,-3 3 0 16,1-3 1-16,1 1-5 0,-1-1 2 0,0 1 5 16,3-3-10-16,-2 3 4 0,5-3 5 0,-6 1-7 15,0 1 3-15,-3-2 7 0,-1 0-11 0,-2 0 7 16,-1-1-8-16,-5 1 3 0,0-3 0 0,-5 1 2 15,-1 1 6-15,-11-2-5 0,-2 0-1 16,-2 2 5-16,3-2-4 0,-2-1 3 0,-2-1-4 16,-1 1 4-16,-2-1-5 0,-3-1 5 0,1-2-4 15,-3-2 0-15,0 1 4 0,-1-4-1 0,-1 1-3 16,0-3 0-16,0-2 4 0,-4 2-4 0,-1-5 0 0,-3 1 1 16,-2-1-4-16,1-1 0 0,-1 0 2 0,1-1-1 15,-3-1 2-15,2 0 1 0,-1 2 0 0,0 0-5 16,-1-2 4-16,0 0 3 0,0 2 14 0,0 0-19 15,0 0 17-15,0-1-16 0,-2 3 15 16,-20-4-22-16,18 3 18 0,-17-1-14 0,-1-2 10 16,19 4-7-16,0 2 13 0,-22-5-4 0,0 0-17 0,2 3 13 15,-1-2-16-15,1 1 17 0,17 3-14 0,2-2 12 16,-1 2-11-16,-17-6 9 0,18 4-13 0,0 0 16 16,-1-1-15-16,2 4 4 0,1-5 0 15,0 2 15-15,3 2-18 0,-2-3 17 0,2 4-20 16,-5-1 6-16,3 0-6 0,-4 2 6 0,1-1 4 15,0 1-2-15,-2-2 0 0,-1 2 14 0,-1-1-14 0,-19 0-1 16,17 3 3-16,-19-3 1 0,20 2-3 0,0 0-3 16,1 0 20-16,-23-1-16 0,3-1-5 15,18 1-3-15,-21 0 2 0,4-1 2 0,21-1 2 16,-2 0 12-16,-18-1-15 0,1 0-5 0,19 1 4 16,-18-4 6-16,-1 2-7 0,20 0 4 0,1 1 17 0,-2 0-17 15,-17-2 16-15,17 3-18 0,-17-3 15 0,17 4-16 16,-3-1 19-16,1 1-24 0,0 0 23 0,-19-4-11 15,22 4 9-15,-2 2-21 0,-2-2 22 0,3 0-17 16,-23 0 13-16,22 0-13 0,1 2 17 0,4-1-14 16,-2 0 14-16,0 1-25 0,1 1 22 0,3 0-13 15,-2 0 13-15,5 2-19 0,-1 0 21 0,5-1-14 16,-1 1 8-16,3 1-8 0,0 0 12 0,-2-1-15 16,3 1 14-16,-2 1-11 0,-2-1 17 0,2 1-18 15,0 0 6-15,1-1-4 0,-1-1 18 0,2 3-20 16,1-1 14-16,-2-1-16 0,4-1 16 0,-2 3-14 15,0-1 15-15,2-2-16 0,2 3 13 16,3-4-16-16,2 2 18 0,1-2 2 0,4-1-5 0,11 2-14 16,-2-1 11-16,-10 0-11 0,2-1 15 0,-1 1-15 15,-1-2 16-15,-1 1 1 0,1 1-3 0,-3 0-4 16,0 2-6-16,-3-2 9 0,2 2 1 0,-4 0-4 16,-1 0 8-16,-3 1-11 0,0 0 4 0,-1 1-7 15,1 0 6-15,-1 0-1 0,4 0 2 0,3 1-1 16,2-1-1-16,1 1-1 0,12 1 0 0,0 0-10 15,1-1 11-15,-1 1-14 0,3 1 18 0,-2-1-15 16,1 1 15-16,-1 0-14 0,-1-1-7 0,1 1 12 0,1 0 17 16,-1 0-6-16,0 0-12 0,2 0 11 15,-3 0-18-15,-8 2 14 0,10-3-13 0,0 1 12 16,0 0-11-16,-2 0 17 0,2 0-16 0,-10 2 16 0,13 1-16 16,-1-2 13-16,3 0-13 0,1 3 21 0,3-2-22 15,1 1 20-15,2 0-15 0,1 1 14 16,2 2-22-16,1-2 24 0,-1 1-20 0,3 2 2 0,-2-1 2 15,3 1 16-15,1-2-16 0,1 2 15 0,6-3-20 16,1 1 18-16,-1 0-16 0,3 0 18 16,3-1-14-16,2-3 14 0,3 2-15 0,2 1 7 15,4-3-10-15,-1-1 16 0,5 1-16 0,-3 0 19 0,3 2-20 16,2-2 17-16,0 3-13 0,-1 1 14 0,3 0-16 16,0 2 15-16,-2 1-17 0,2 0 20 0,1 2-14 15,1-1 10-15,0 1-21 0,0 2 25 0,0 0-18 16,2-2 19-16,-2 1-20 0,3 1 19 0,0 3-18 15,0-2 17-15,1 5-3 0,0 2-4 0,-1 2 11 16,1 6-1-16,0 3-4 0,2 9-15 0,-2 4 19 16,1 1-22-16,1 2 21 0,-1 3-18 0,1-1 18 15,0-2-17-15,-3-1 16 0,4-3-14 0,1-6 14 16,0-3-3-16,0 0-1 0,1-5 5 0,1-3 2 16,1-2 0-16,-1-2 15 0,-1 0-18 0,1-2 9 15,1-3-15-15,1-1-4 0,-2 0 3 0,2-3 0 0,0 1-1 16,0-1-47-16,2-1-73 0,-1-1-66 15,1-1-70-15,-3 2-52 0,1-7-108 0,-1 3-292 16,-2-3-209-16</inkml:trace>
  <inkml:trace contextRef="#ctx0" brushRef="#br0" timeOffset="26100.57">13693 9949 72 0,'0'0'621'0,"9"-3"-178"0,-9 3-118 0,0 0-121 0,0 0-148 0,11 3-180 0,-11-3-376 0,2 10 4 0</inkml:trace>
  <inkml:trace contextRef="#ctx0" brushRef="#br0" timeOffset="49631.77">22363 5389 253 0,'0'0'298'0,"0"0"-74"0,0 0-28 0,0 0-33 0,0 0-9 0,0 0-37 0,0 0-1 0,0 9-22 0,0-9-10 0,0 0-17 16,0 0-17-16,0 0-9 0,0 0-6 0,0 0-8 16,0 0-21-16,0 0 12 0,0 0 0 0,0 0-6 15,0 0-14-15,0 0 8 0,0 0-22 16,-2 6-2-16,2-6-37 0,0 0-22 0,0 0-33 0,-7 3-37 15,7-3-49-15,0 0-234 0,-9 4 103 16</inkml:trace>
  <inkml:trace contextRef="#ctx0" brushRef="#br0" timeOffset="69362.75">19281 4622 4 0,'0'0'222'0,"-9"4"-49"0,9-4-31 0,-13 6-22 0,13-6 5 0,-10 6 7 0,2-2 7 0,3 2-16 0,-4-3-3 15,3 0-15-15,-1 2 12 0,7-5-19 0,-9 5 13 16,9-5-6-16,-10 6-2 0,10-6-7 0,-9 3-6 15,9-3-5-15,-6 4-7 0,6-4-8 0,0 0-15 16,0 0-13-16,0 0 0 0,0 0-14 0,2-7 4 16,2 3-6-16,5-3-2 0,1-1 1 0,2-1 9 15,2-1-25-15,5-2 17 0,0-1-25 0,2-2 20 16,0 0-28-16,1-1 23 0,2 2-17 16,1-1-2-16,-2-1-5 0,0 1 8 0,0 0 0 0,-5 4 1 15,-1-1 0-15,0 2 0 0,0-1-4 0,-6 3 6 16,1 1 6-16,-3 1-1 0,0 0-4 0,-3 1 9 15,2 2-1-15,-8 3-4 0,3-6-1 0,-3 6 0 16,0 0 0-16,-11 2-3 0,1 2 3 0,-4 2-7 16,-4 2 27-16,-1 3-26 0,-2-1 17 0,2 1-17 15,-1 0 22-15,2-2-28 0,-3 2 24 0,5-1-27 16,-2 0 27-16,5-3-32 0,-1 2 29 0,2-2-30 16,1-2 30-16,3 1-25 0,1-2 19 0,0 1-18 15,7-5 29-15,-9 6-32 0,9-6 33 0,0 0-29 16,0 0 26-16,0 0-25 0,16-1 26 0,-6-3-30 15,1 1 29-15,2-4-28 0,2 1 26 0,-1 2-29 16,1-2 27-16,1 0-19 0,-3 1 21 0,2 0-30 16,-4 0 25-16,1 2-24 0,-3 0 29 0,0 0-30 15,-9 3 29-15,14-4-27 0,-14 4 30 0,0 0-25 16,9 3 25-16,-9-3-27 0,-2 7 29 0,-4-2-32 16,-2 3 30-16,-4 0-27 0,-1 1 25 0,-6 1-28 15,0 0-4-15,2-1-22 0,-2-1-36 0,0 1-44 16,0-1-68-16,-2-2-86 0,6 1-474 15,-3-4-251-15</inkml:trace>
  <inkml:trace contextRef="#ctx0" brushRef="#br0" timeOffset="72345.85">18681 3302 67 0,'0'0'112'0,"0"0"-30"0,0 0 16 0,4-6-17 0,-4 6-14 0,0 0-8 0,3-5-9 0,-3 5 6 0,0 0-2 16,1-7-4-16,-1 7-7 0,0 0-3 0,1-7-1 15,-1 7-6-15,-1-7-6 0,1 7 12 0,0 0-4 0,-3-10-10 16,3 10-2-16,-2-6-5 0,2 6 0 0,-1-9 3 16,1 9-3-16,-5-7 1 0,5 7 16 0,-4-9 13 15,4 9-10-15,-5-10-8 0,5 10-5 0,-6-9-10 16,4 3-4-16,-2 0 2 0,0 2-1 16,0-1-4-16,-2 0-1 0,2-2-2 0,-1 3-2 15,1-3-1-15,-2 3-2 0,1-1 4 0,-3 1-2 0,4 0-1 16,-2 0 0-16,1 0-1 0,5 4 0 0,-13-8 0 15,13 8 2-15,-10-6-2 0,10 6 0 0,-12-4 1 16,5 1-1-16,7 3-2 0,-12-4 2 16,12 4 0-16,-13-3 1 0,13 3-2 0,-12-6-2 15,12 6-5-15,-13-3 14 0,13 3-3 0,-13-2-2 16,13 2 1-16,-13-4 0 0,13 4 1 0,-14-3-3 0,14 3 3 16,-15-1-2-16,15 1-1 0,-14-5 4 0,14 5-3 15,-17-1-1-15,17 1 4 0,-13 0 0 16,13 0-4-16,-16-2 3 0,16 2-2 0,-14 0 3 15,14 0-5-15,-14 0-3 0,14 0 9 0,0 0-2 16,-17 0 0-16,17 0-5 0,-13 2 2 0,13-2 2 16,-11 1 1-16,11-1-2 0,-13 5-1 0,13-5 1 15,-12 1 2-15,12-1-4 0,-12 7 3 0,3-4-2 16,0 2 4-16,2-2 0 0,-2 3-1 0,1-4-3 16,0 4 3-16,-1-1 8 0,0 1-3 0,1-2 1 15,1 2-6-15,-1-1 2 0,-1 0 1 0,3 1-5 16,-1 0-12-16,1 0 15 0,-1 2 0 0,0-3-12 15,0 2 11-15,2 0-9 0,0 1 17 0,0 0-17 16,-1-1 18-16,1 2-16 0,-1 0 15 0,3-1-14 16,-1 1 15-16,0 1-14 0,1-1 12 0,-3 0-13 15,3 0 17-15,2 0-19 0,-3 1 5 0,3-1-1 16,0 0 14-16,-2 1-15 0,2-1 16 0,0 1-14 16,1 1 18-16,0-1-4 0,-2 0-5 0,2-1 5 15,2 2-2-15,-2 0-3 0,1 0-4 0,0-2-2 16,-1 2 5-16,3 1 1 0,-2-2-2 0,-1 2 1 15,3-2 0-15,-2 2-1 0,0-2-1 0,0-1 0 16,2 4 4-16,1-4-3 0,-2 1 7 0,1-1 8 16,1 2 10-16,0-2-12 0,-2 1 5 0,3-1-13 15,-1 0 9-15,2 1-13 0,-2-2 8 0,0 1-12 16,1 0 8-16,0 0-12 0,1-1 13 0,1 0-15 16,-2 1 13-16,0-1-16 0,-1 0 12 0,3 0-7 15,-2-2 12-15,1 2-14 0,-1 0 15 16,2-3-8-16,-2 4 15 0,1-4-9 0,3 1 13 0,-4-1-18 15,4 1 15-15,0-1-16 0,1 1 19 0,-1-2-14 16,0 0 13-16,3 0-19 0,-1 1 12 0,-1 1-13 16,3-3 12-16,-1 0-17 0,-2 1 17 0,1-1-17 15,1 3 14-15,-1-4-18 0,0 2 12 0,-2-2-11 16,1 0 10-16,-1 0-7 0,0 2 17 0,-9-4-19 16,16 3 19-16,-16-3 10 0,13 3 19 0,-13-3-12 15,15 3 12-15,-15-3-18 0,13 1 10 0,-13-1-17 16,13 0 2-16,-13 0 7 0,17-1-5 0,-17 1 0 15,15-5-6-15,-5 4-2 0,-1-2-4 16,-1-1-13-16,2 2 14 0,-1-2-4 0,-1 1-2 0,2 0 7 16,-1-3-6-16,-2 2 12 0,1-1 17 15,2 1-5-15,-1-2 17 0,-2 0-33 0,0 2 2 16,2-2 11-16,0-1-22 0,-2 2 4 0,0-1-5 0,2-1-3 16,-1 3 4-16,0-1 9 0,-2-3-24 0,3 3 13 15,-3 1-6-15,1-4 2 0,-1 2 2 16,2 0-14-16,-2-1 16 0,0 1-11 0,2 0 9 0,-4-1-7 15,4 1 14-15,-3 1 4 0,0-2 10 16,0 3-11-16,-1-3 4 0,0 0-10 0,-2 3 12 16,3-2-2-16,-2 0 4 0,-1-1-13 0,2 1 7 0,-2-1-8 15,-1 0-1-15,0 0-2 0,2 0 6 0,-3 0-10 16,2 0 1-16,-2-3-1 0,0 3-1 0,2-2 1 16,-2 0-3-16,0 1 9 0,0-1-3 0,0 0 15 15,-2 0-17-15,2 0 3 0,-2 0 0 0,-1 0 1 16,2-2-7-16,0 2 0 0,-2-1 8 0,0-1-1 15,1 2-6-15,-1-2 4 0,1 2-4 0,-3-3 0 16,2 2 1-16,1 0-3 0,-2-1 2 16,1 1 4-16,-1-1-4 0,2 2-1 0,-1-1-1 15,1 0 4-15,-3 1 1 0,2 0-2 0,1 1-1 16,-2 0 1-16,0-2 4 0,1 4 4 0,1-2-6 16,-4 0 7-16,3 1-13 0,-4 0 11 0,2 0-11 15,0-1 12-15,-1 2-12 0,-1-1 9 0,1 1-10 16,0-1 6-16,-1 1-4 0,1 0 10 0,1 0-15 15,-3 0 16-15,2 0-15 0,-1 1 16 0,1-1-9 16,1 1 5-16,-3 2-7 0,3-3 5 0,0 1-7 16,5 5 10-16,-9-8-14 0,9 8 15 0,-10-6-12 15,10 6 15-15,-9-6-19 0,9 6 16 0,-7-7-16 16,7 7 15-16,-9-6-7 0,9 6 4 0,-10-5-7 16,10 5 12-16,-9-4-14 0,9 4 11 0,-10-4-11 0,10 4 14 15,-13-3-14-15,13 3 12 0,-14-3-11 0,14 3 13 16,-14 0-13-16,14 0 11 0,-15-3-10 15,15 3 10-15,-18 0-8 0,18 0 10 0,-17 0-16 16,17 0 12-16,-19 0-11 0,19 0 15 0,-15 1-11 16,15-1 8-16,-18 2-9 0,18-2 9 0,-19 1-13 15,10 2 19-15,0-1-20 0,-3-1 11 0,3 2-10 16,0 0 7-16,0 0-2 0,-1 0-2 0,1 1-2 16,0-1-10-16,-1 3-45 0,1-2-36 0,0 4-59 15,-1-2-61-15,2 2-83 0,1 2-373 0,-1-1-183 16</inkml:trace>
  <inkml:trace contextRef="#ctx0" brushRef="#br0" timeOffset="76080.28">18899 3396 69 0,'0'0'92'0,"0"0"-35"0,-7-2 10 0,7 2-32 0,0 0 11 0,0 0-25 0,0 0 11 16,-4-6-20-16,4 6 19 0,0 0-20 0,0 0 10 15,-3-6-14-15,3 6 15 0,0 0-16 0,-7-5 16 16,7 5-11-16,0 0 25 0,-4-7-12 0,4 7 22 15,-5-4-22-15,5 4 7 0,-4-6-18 0,4 6 10 16,-6-8-16-16,6 8 25 0,-4-7-18 0,4 7 19 16,-5-8-13-16,1 2 33 0,4 6-22 0,-5-10 4 15,1 4-23-15,2 1 17 0,-2-1-5 0,0 1-7 16,0-2-1-16,-2 2-1 0,2-2-1 0,-1 0-4 16,0 1-2-16,-3-1 0 0,3 1 3 0,0-2 1 15,-2 1-2-15,2 2-3 0,-2-3 1 0,0 1 2 16,2 1 6-16,-3 0-3 0,3-1 0 0,-3 1-7 15,0 0 0-15,0 0-4 0,2 0 7 0,-2 1-8 16,-1-1 2-16,0 0-4 0,0 1 4 0,2 2 1 16,-1-3-1-16,0 1-5 0,-2 2 4 0,1-2 2 15,0 0 4-15,3-1 7 0,-3 4 0 0,1-4 6 16,0 1 0-16,2 2-4 0,-3 0 7 0,4-1-3 16,-1 0-1-16,-1 1-2 0,7 3-5 15,-10-8-2-15,10 8-2 0,-10-6-5 0,10 6 2 0,-11-6-2 16,11 6-2-16,-11-4-6 0,11 4 8 0,-10-6-2 15,10 6-2-15,-12-5-1 0,5 1 3 0,7 4-1 16,-12-6-1-16,12 6 2 0,-14-5 0 0,14 5-1 16,-15-4 0-16,15 4 2 0,-12-5 0 0,3 1-1 15,9 4-3-15,-12-3 0 0,12 3 2 0,-16-5 5 16,16 5-9-16,-14-4 3 0,14 4 2 0,-14-2-2 16,14 2 0-16,-15-2-3 0,15 2 1 0,-16 0 1 15,16 0 3-15,-17 0-4 0,17 0 0 0,-17 1 1 16,17-1 3-16,-17 2 0 0,7 2 2 0,-1-2-1 15,2 2-2-15,-2-1 0 0,1 2 0 0,1 0 1 16,-1 1 0-16,-1 0 2 0,2 0-2 16,-2 1 1-16,1 0-2 0,0 0 3 0,0 2 1 15,0-1-3-15,2-1 2 0,-1-1 0 0,2 0 5 0,-1 1-6 16,0 0 1-16,1-2 2 0,2 3 1 0,-2-2-6 16,2 2 8-16,-2 1-3 0,3-1-2 0,-1 0 0 15,1 2 4-15,-2-1 0 0,4 3 1 16,-1-2-2-16,-1 2-12 0,1 0 14 0,1-1-10 15,-2 3 13-15,3-1-14 0,-2-1 15 0,2 1-7 0,-2 0 5 16,1-1-2-16,1 0 1 0,-2 1-1 16,2-1 5-16,1-1 3 0,-1 0-1 0,-1 0-1 0,2 1-3 15,0-3 8-15,0 2 0 0,0-4-3 16,0 4-6-16,2-1-1 0,-2-1 10 0,2 2 17 0,-2-1-7 16,3 0-4-16,0 1-4 0,-1-1-8 15,0 1 1-15,-1 0 0 0,2-1 8 0,0 0-17 0,-1-1 17 16,2 2-8-16,1-1 26 0,-1-1-12 15,2 0 3-15,-2 1-16 0,3-1 12 0,-1 0-10 16,0-2 0-16,3 2 3 0,0 1-9 0,0-1 2 0,1-1-7 16,-2-1 5-16,0 0-7 0,0 0 5 15,2 1-1-15,-3-3-5 0,1 1 6 0,0 1-3 0,1-1-6 16,0-2 12-16,-2 1 19 0,1 1 0 16,2-1-11-16,-1 0 3 0,0-1-14 0,2 0 8 15,1 1-8-15,-2-2 3 0,6 3-1 0,-4-2-7 16,5 0 2-16,-3 0-1 0,1 0-2 0,1 1 2 15,-1-3-6-15,-2 1 5 0,-1 0 1 0,0-2-2 16,0 2 1-16,0-3 20 0,0 0 22 0,-1 2-7 16,1-4-6-16,-2 2 6 0,2-1-5 0,-1-2-2 15,-2-3-2-15,5 0-8 0,-2-1 24 0,0 1-22 16,-1-3 33-16,-1 1 3 0,1-1-9 0,-2-1-12 16,-1 0-8-16,0 0-11 0,-1-2 6 0,0-1-10 0,-1-1 12 15,-1-2-7-15,-1 2-1 0,2-3-16 16,-3-1-1-16,-2 0 4 0,0-1-8 0,1-1 2 15,-4 0 2-15,1-4-8 0,1 0 15 0,-4 0-15 16,1 1-1-16,-1 1 0 0,-1-1 4 0,0 0-3 16,-1 4-3-16,1-2 0 0,-1 5 6 0,2 0-7 15,-2 2 3-15,1 0-8 0,-2 2-36 0,3 1-42 0,-3 1-64 16,0 3-34-16,0 3-45 0,-1 1-43 16,8 3-87-16,-19 3-271 0,8-2-147 0</inkml:trace>
  <inkml:trace contextRef="#ctx0" brushRef="#br0" timeOffset="77262.34">19535 4018 164 0,'-2'-4'200'0,"0"-3"-57"0,2 7-25 0,-2-11-24 0,-1 5-4 0,2 0-10 0,1 6-18 0,-3-13-15 0,2 6-5 0,0 0 2 16,-2 2-1-16,3-3-9 0,-2 2-5 0,0-3-4 15,2 3 12-15,-2-1-9 0,-2 0 1 0,3-1 20 16,-2-1 4-16,-2 1-14 0,1 0-1 0,-1 0-16 15,-1 2 10-15,-2-3-14 0,0 2 4 0,1-1-11 16,-4 2 3-16,0 0-6 0,-1-3 4 0,0 5-7 16,-2 0 13-16,-3 0-10 0,2 0 7 0,-3 1-2 15,1 1 3-15,-1 1-5 0,0 0 9 0,-1-1-13 16,0 2 8-16,4 0-16 0,-2 0 11 0,2 0 1 16,-2 2 6-16,4-1-14 0,-2 2 9 0,1-1-8 15,-3 5 14-15,3-1-11 0,-4 0 9 0,3 4-15 16,-3 3 10-16,3 0-11 0,-2 3 1 15,0 2 3-15,2 2 4 0,-1 2 3 0,-1 2-1 16,4-1 1-16,-3 0-4 0,3 0 2 0,0 1-2 0,2-1 0 16,2-2 1-16,-3-2 22 0,6 0 13 0,-1 0-20 15,0-1 18-15,-1-1-17 0,4 0 9 0,-1-1-17 16,1-1 34-16,0-1-18 0,2 1 7 0,-1 2-6 16,3-3-6-16,-1 0-1 0,1-2 3 0,1 4 0 15,-1-4 4-15,3 3-6 0,-2-1-3 0,4 2 27 16,-1 0-20-16,1-2 11 0,2 0-23 0,0 0 14 15,2 3-22-15,0 1-2 0,4-4 1 0,-3 1-3 16,2 0-1-16,0-2 6 0,1 1-2 0,1-2 3 16,-2-1 0-16,1-1 6 0,1-1 29 0,-3 0 3 15,6-1 5-15,-4 0-4 0,3-2-7 16,-2 0-9-16,3-4-4 0,-2 3-2 0,3-4-4 16,-1-1 4-16,2 0-6 0,1-1-4 0,-2-2 6 0,5-1-1 15,1-2-3-15,1 0 12 0,-2-2-20 16,-2 1 11-16,1-2-18 0,2 2 9 0,-6 0-11 0,3-3 13 15,-3 1-19-15,1 1 34 0,-5 0 9 0,1-2 1 16,-3 3 5-16,2-6-6 0,-4 1-9 0,0-1 6 16,0 0-2-16,-2-4-6 0,1-1 1 15,-5-1-15-15,2-3 6 0,-2-1-12 0,0 1 2 0,-3-4-11 16,1 1 6-16,-2-2-9 0,-2 0 10 0,1-2-15 16,-3-2 10-16,0 1-10 0,-3 2 9 0,0 0-5 15,0 1-2-15,-2 1 3 0,-2 4-4 0,1 3-2 16,-1 0-1-16,-3 2-3 0,-2 1-17 15,-3 5-61-15,-4 0-82 0,-6 4-92 0,-2 5-117 16,-9 5-537-16,-12 4-486 0</inkml:trace>
  <inkml:trace contextRef="#ctx0" brushRef="#br0" timeOffset="78331.24">21993 4038 312 0,'5'4'573'0,"-5"-4"-164"0,9 9-248 0,-9-9-316 0,2 9-257 0,-3 0 125 0</inkml:trace>
  <inkml:trace contextRef="#ctx0" brushRef="#br0" timeOffset="79898.88">24803 3310 148 0,'6'7'135'0,"-6"-7"-21"0,0 0-68 0,2 6-28 0,-2-6-64 0,0 0 10 0,-2 8-91 0,2-8 40 0</inkml:trace>
  <inkml:trace contextRef="#ctx0" brushRef="#br0" timeOffset="81611.88">26508 2846 2 0,'0'0'7'0,"0"0"19"0,-4-6-30 0,4 6 29 0,0 0-20 0,-6-7 12 0,6 7-13 0,-3-6 36 0,3 6-16 0,-2-6 30 0,2 6-12 16,-2-8 9-16,2 8-17 0,-2-11-2 0,2 11 2 15,-2-13-6-15,1 7 7 0,1-1-8 0,-1 1-3 16,0-1-10-16,-1 0-2 0,2 0-6 0,-2-1 2 16,-1 0 1-16,1-1-3 0,-2 2-1 0,0-1 0 15,0 1-2-15,-1 0 0 0,0 0-3 0,-2 1 2 0,2-2-4 16,-3 3 4-16,0-1-3 0,0 0-5 15,-1 3 8-15,0-1-2 0,0 0 5 0,0 3-10 16,-2 0 4-16,11 1 5 0,-19 0-2 0,7 1 1 16,2 2 0-16,0 0-3 0,-2 1 4 0,1 1 0 15,-2-1-4-15,0 3 8 0,3 1-2 0,-3-1 2 16,2 1-5-16,0 0 8 0,0 0-10 0,2 2 6 16,-1-2 14-16,-2 2-17 0,3 0 15 0,0 0-13 15,-1 1 16-15,1-1-17 0,3 3 14 0,-1-1-12 16,-1 0 13-16,0-1-15 0,1 3 14 0,2-1 0 15,-1 3 0-15,1-3 2 0,1 2 1 0,0 0 5 16,2-1-9-16,0 0 4 0,1-1-19 0,1 2 28 16,1-2-17-16,-1 0 18 0,2 0-11 0,0 0 14 15,3 3-21-15,-1-3 11 0,0 1-18 0,2-1 15 16,-1 2-17-16,2-2 1 0,-1 1-8 0,-2-1 20 16,4-1-20-16,-1 0 18 0,-3-2-17 0,3 1 15 15,-4-1-19-15,4-2 11 0,-2-1-9 0,0 2 8 16,-1-1 9-16,2-1 34 0,-2-1-26 0,4 0 15 15,-2 0-20-15,1 1 13 0,0-3-19 0,3 1 21 16,-2 0-12-16,1-1 22 0,0-2-16 0,2 1 11 16,0 0-24-16,0-1 18 0,2 1-20 0,-1-3 15 15,0 0-20-15,2 0 13 0,0 0-15 0,-1-2 22 16,1 1-1-16,3-2 9 0,-2 0 14 0,1-1 28 16,-2 0-16-16,1-2-2 0,0-1-21 0,-1-1 11 15,0 2 18-15,2-5-6 0,-1 3-9 0,2-4-8 16,-3 1-13-16,1-1 15 0,-3 3-4 0,0-2-9 15,-1 0-1-15,0 0-9 0,-1 1-2 0,-1-1 2 16,0 0-1-16,1-1 7 0,-3 2-25 0,-1-3 21 16,1 1-16-16,-1-1 4 0,0 1-1 0,-2 0 0 15,1-1-2-15,-1 2-3 0,-1-1 0 0,1 1-1 16,-2-1-4-16,-1 0 1 0,2 1-1 0,-2-4-5 16,2 5 4-16,-2-3-3 0,-1-1 2 0,0 3 0 15,-1-3 0-15,-2 1 1 0,3 1 0 0,-2 2-2 16,-1-3 7-16,1 1 1 0,-2 0-1 0,-1 0-3 15,-2 0-1-15,-2 1-1 0,0 1 4 0,0-1-6 16,-3 0-1-16,1 2 2 0,-2-3 1 0,1 4 0 16,0-1 2-16,-2 1-2 0,3-1 0 0,-2 2-2 15,0-1 4-15,3 1-1 0,0 1 0 0,0 2-3 16,2-1 2-16,1 0 0 0,0 1 0 0,-1 2-4 16,8 2 4-16,-13-5-7 0,13 5 3 0,-16 0-12 15,4 1-47-15,2 2-28 0,-3-1-24 0,-1 1-44 16,-2 4-16-16,0-1-41 0,0 0-28 0,0 1-250 15,1 1 13-15</inkml:trace>
  <inkml:trace contextRef="#ctx0" brushRef="#br0" timeOffset="82545.27">26808 4181 142 0,'10'-11'219'0,"-2"0"-45"0,0-3-21 0,1-1-24 0,-2-2-26 0,2 0-6 0,-3-1-14 0,2-1-13 0,-4-2-20 15,1-1-12-15,-1 1-8 0,-1-1-4 0,-1-1-2 0,-2 2-5 16,0 1 0-16,-1-4-9 0,-3 2-5 15,0-3 1-15,-2 3 2 0,-4-3 1 0,-2 1-5 16,-1-1-1-16,-3 3-11 0,-1 0 22 0,-1 1-16 16,-1 4 22-16,1-1-8 0,0 3 15 0,2 2-17 15,-1 1 16-15,2 2-22 0,-2 2 14 0,3 1-22 16,-4 3 12-16,0 2-5 0,2 1 14 0,-5 2-1 16,-2 5 1-16,0 1-1 0,-2 4-1 0,-3 3-2 15,-2 3 8-15,0 5-5 0,0 0 16 0,5 4-13 16,-2-1-5-16,4 5 9 0,0-2 9 0,2 2-1 15,6-5-10-15,1 0 4 0,2 0 12 0,5-3 1 16,0 0 5-16,5-2-1 0,1-1-13 0,2 2 3 16,3 0-3-16,3-1-2 0,3 1-3 0,7-1 6 15,2 1 12-15,4-2-10 0,7-1-2 0,4-1-10 16,1-3-5-16,-1-6-1 0,-2 0 1 0,5-4 29 16,-2-1 12-16,-3-3 6 0,1-4-6 0,1-3-5 15,-2 0-6-15,-2-5 3 0,2-5-7 0,-2-2-8 16,-3-5 2-16,-4 2 3 0,-4 0-18 0,-2-5 9 15,-4 2-17-15,-4 0 10 0,-2 0-16 0,-3 2 11 16,-4-2-13-16,-1 0 3 0,-5 3-10 0,-1 0 1 16,-6 0-46-16,-6 0-64 0,-4 4-82 0,-6 2-121 15,-9 2-425-15,-5 4-247 0</inkml:trace>
  <inkml:trace contextRef="#ctx0" brushRef="#br0" timeOffset="83245.2">28347 3276 143 0,'0'0'360'0,"0"0"-115"0,6 6-43 0,-6-6-54 0,0 0-17 0,0 0-48 0,3 6-9 0,-3-6-74 0,-3 6-57 0,3-6-140 0,-9 9-161 0,2-3 185 15</inkml:trace>
  <inkml:trace contextRef="#ctx0" brushRef="#br0" timeOffset="85040.08">31519 3178 215 0,'0'0'71'0,"0"0"-170"0,0 0 35 0</inkml:trace>
  <inkml:trace contextRef="#ctx0" brushRef="#br0" timeOffset="85995.62">31234 1970 37 0,'0'0'39'0,"0"0"2"0,0 0-52 15,-14 1 20-15,14-1-49 0,-15-1 14 0</inkml:trace>
  <inkml:trace contextRef="#ctx0" brushRef="#br0" timeOffset="86765.68">31479 3044 261 0,'0'0'24'0,"0"0"-122"0,-2 7 34 0</inkml:trace>
  <inkml:trace contextRef="#ctx0" brushRef="#br0" timeOffset="111777.95">26651 17576 105 0,'0'0'211'15,"8"-8"-57"-15,-8 8-35 0,6-7-35 0,-6 7-13 16,5-5-15-16,-5 5-9 0,5-4-13 0,-5 4-7 15,0 0-8-15,7-5-1 0,-7 5-12 0,0 0-6 16,0 0-9-16,7-5-20 0,-7 5-29 0,0 0-22 16,0 0-34-16,0 0-97 0,0 0 66 0</inkml:trace>
  <inkml:trace contextRef="#ctx0" brushRef="#br0" timeOffset="114761.33">28632 16990 205 0,'0'0'277'0,"0"0"-44"0,0 0-67 0,0 0-8 0,-5-5-43 15,5 5-7-15,0 0-33 0,0 0 1 0,0 0-28 0,0 0 13 0,0 0-30 16,-5-5 10-16,5 5-27 0,0 0 12 0,0 0-19 15,0 0 11-15,0 0-23 0,0 0-13 0,0 0-90 16,0 0-107-16,0 0-201 0,0 0 120 0</inkml:trace>
  <inkml:trace contextRef="#ctx0" brushRef="#br0" timeOffset="115927.48">28512 17129 270 0,'-2'-10'287'0,"2"10"-61"0,0 0-47 0,-1-8-38 0,1 8-24 0,0 0-31 0,-1-6-14 0,1 6-17 0,0 0-13 16,0 0-10-16,-3-7-21 0,3 7-49 0,0 0-39 16,0 0-82-16,0 0-237 0,-7 6 149 0</inkml:trace>
  <inkml:trace contextRef="#ctx0" brushRef="#br0" timeOffset="116310.76">28497 17159 190 0,'0'0'204'0,"0"0"-62"0,0 0-47 0,0 0-47 0,0 0-27 0,0 0-41 0,0 0-53 0,0 0-120 0,0 0 57 0</inkml:trace>
  <inkml:trace contextRef="#ctx0" brushRef="#br0" timeOffset="117985.28">29888 16840 360 0,'4'-7'279'0,"-4"7"-53"0,0 0-67 0,4-7-11 0,-4 7-49 0,0 0-7 0,4-5-37 0,-4 5-15 0,0 0-4 0,0 0 10 15,2-6-26-15,-2 6 13 0,0 0-24 0,0 0 16 0,0 0-21 16,0 0 12-16,5-5-16 0,-5 5 16 16,0 0-23-16,0 0 22 0,0 0-23 0,0 0 20 0,0 0-18 15,0 0 16-15,0 0-16 0,0 0 16 16,0 0-25-16,0 0 27 0,3-5-17 0,-3 5 14 0,0 0-21 16,0 0 20-16,0 0-15 0,0 0 10 0,0 0-36 15,0 0-2-15,0 0-51 0,0 0-4 0,0 0-41 16,0 0-8-16,0 0-52 0,-12 1-112 0,12-1 236 15</inkml:trace>
  <inkml:trace contextRef="#ctx0" brushRef="#br0" timeOffset="128943.11">26946 17277 104 0,'0'0'226'0,"0"0"-60"0,-4-4-14 0,4 4-39 0,0 0-21 0,-5-6-13 0,5 6-13 0,0 0-12 0,-2-5-13 0,2 5-1 0,0 0-12 16,0 0-7-16,-2-6-1 0,2 6-9 0,0 0-1 15,0 0-3-15,0 0-14 0,0 0-5 0,0 0-22 16,0 0-30-16,0 0-33 0,0 0-43 0,0 0-134 16,0 0 273-16</inkml:trace>
  <inkml:trace contextRef="#ctx0" brushRef="#br0" timeOffset="130410.65">31461 16573 105 0,'0'0'279'0,"2"-5"-75"0,-2 5-49 0,0 0-30 0,2-8-33 0,-2 8-11 0,0 0-24 0,5-5-8 16,-5 5-7-16,0 0-10 0,8-3-11 0,-8 3 1 0,0 0-9 15,10-3-10-15,-10 3-28 0,0 0 0 0,0 0-37 16,14 0-11-16,-14 0-44 0,0 0 3 0,0 0-37 16,11 2-76-16,-11-2 74 0</inkml:trace>
  <inkml:trace contextRef="#ctx0" brushRef="#br0" timeOffset="139909.39">27244 17522 142 0,'0'0'207'0,"0"0"-73"0,-6-4-75 0,6 4-15 0,0 0-36 0,0 0-16 0,0 0-49 0,0 0 4 0,7-5-99 15,-7 5 41-15</inkml:trace>
  <inkml:trace contextRef="#ctx0" brushRef="#br0" timeOffset="140934.49">30793 16688 54 0,'0'0'151'0,"0"0"-41"0,5-5-29 0,-5 5-21 0,0 0-14 0,0 0-11 0,7-4-5 15,-7 4-17-15,0 0-8 0,0 0-24 0,0 0-27 16,0 0-46-16,0 0-47 0,0 0 40 0</inkml:trace>
  <inkml:trace contextRef="#ctx0" brushRef="#br0" timeOffset="172591.15">21351 15508 63 0,'0'0'306'0,"0"0"-80"0,-8-6-56 0,8 6-25 0,0 0-30 0,-5-3 8 0,5 3-20 0,0 0 1 0,-6-5-20 16,6 5 2-16,-6-3-26 0,6 3 2 0,-5-8-8 15,5 8 23-15,-7-8-19 0,7 8 3 0,-8-9-25 16,4 4 7-16,1-1-7 0,-5-1-1 0,4-2-4 15,-2 2-1-15,-2-4-6 0,2 0 1 0,-2-1-4 16,0-1-1-16,2 0 4 0,0-3-9 0,-3-3 1 16,1 0 2-16,3-1-7 0,-2-2 0 0,2-3-8 15,0 1-13-15,3-1 26 0,-1-3-25 0,3 0 26 16,2-2-18-16,0-2 15 0,2 0 0 0,2-2-2 16,2 1-5-16,0 2-4 0,1-1 3 0,3 3 4 15,-1-1-4-15,1 2-1 0,1 2-4 0,-1 0 6 0,2 2-5 16,0 2-4-16,0 0 4 0,-1 4 2 15,-1 1 8-15,1 1-11 0,1-1 9 0,0 3-11 0,-1 0 9 16,2 1-14-16,-2 0 16 0,4 3-15 0,-2-2 4 16,3 1 0-16,-1 2-1 0,2-1 0 0,0 3-2 15,0-1 7-15,0 0-8 0,3 2 5 16,-1 1 2-16,0 0 2 0,2 0-5 0,0 1-4 0,0 1 2 16,0-1 11-16,3 1-3 0,-2 0 4 0,-3 1 14 15,0 1-14-15,1 1 17 0,-3-2-16 0,3 2 17 16,-2 0-5-16,1 2 25 0,-1-2-14 0,2 3 27 15,0 0-21-15,-1 5 27 0,2-2-32 0,0 4 16 16,-3-1-28-16,0 2 21 0,3 2-32 0,-2 2-2 16,-1 1 1-16,0 0-4 0,-2 1 3 0,0 1-1 15,-4-1-2-15,3-2 1 0,-2 4-7 0,-1-5 7 16,0 3-5-16,0-1 4 0,-1 1-5 0,2-2 9 16,-2-1-17-16,0 1 14 0,1 0-15 0,-2-2 15 15,-1-1-13-15,-1 0 12 0,-1 0-8 0,3-2 9 16,-3 1-11-16,0-1 13 0,0 1-6 0,1-2 2 15,-4-1-6-15,1-1 7 0,-2-2-10 0,2 1 13 16,-3 1 10-16,1-3 20 0,-1 0 14 0,-4-4 6 16,7 7-4-16,-7-7-3 0,5 7-4 0,-5-7-8 15,7 6 0-15,-7-6-9 0,0 0 4 0,5 5-11 0,-5-5-5 16,0 0-1-16,4 6-1 0,-4-6-7 16,0 0-20-16,0 0-78 0,4 4-79 0,-4-4-85 15,0 0-102-15,0 0-513 0,-8 4-419 0</inkml:trace>
  <inkml:trace contextRef="#ctx0" brushRef="#br0" timeOffset="172959.24">21240 15650 193 0,'0'-9'364'16,"0"9"-85"-16,-1-7-74 0,1 7-32 0,0 0-52 0,1-7-16 0,-1 7-48 0,0 0-21 0,6-3-44 0,-6 3-47 0,0 0-50 0,0 0-81 15,13 0-188-15,-13 0 170 0</inkml:trace>
  <inkml:trace contextRef="#ctx0" brushRef="#br0" timeOffset="173277.81">22650 15506 557 0,'0'0'413'16,"5"-9"-64"-16,-5 9-100 0,2-6-30 0,-2 6-65 15,3-8-10-15,-3 8-43 0,0 0-8 0,4-8-65 16,-4 8-136-16,0 0-174 0,0 0-319 0,-2-7-114 16</inkml:trace>
  <inkml:trace contextRef="#ctx0" brushRef="#br0" timeOffset="177144.36">16564 16614 219 0,'0'0'305'0,"-4"-8"-94"0,4 8-31 0,-3-7-53 0,3 7-10 0,0 0-37 0,-6-6-6 0,6 6-29 0,0 0 6 0,0 0-28 0,0 0 13 0,0 0-21 15,0 0-27-15,0 0-94 0,0 0-92 0,4 11-173 16,-4-4 176-16</inkml:trace>
  <inkml:trace contextRef="#ctx0" brushRef="#br0" timeOffset="177308.74">16748 17037 331 0,'0'-6'412'0,"0"6"-143"0,0 0-147 0,0 0-158 16,-3-7-74-16,3 7-199 0,0 0 231 0</inkml:trace>
  <inkml:trace contextRef="#ctx0" brushRef="#br0" timeOffset="178141.12">26187 15568 134 0,'0'0'290'0,"13"-4"-83"0,-13 4-51 0,8-4-49 0,-8 4-41 0,0 0-33 0,10-3-25 0,-10 3-25 0,0 0-35 0,0 0-42 16,0 0-170-16,0 0 83 0</inkml:trace>
  <inkml:trace contextRef="#ctx0" brushRef="#br0" timeOffset="178957.44">16041 15698 16 0,'0'0'509'0,"5"-10"-166"0,-5 10-60 0,3-5-80 0,-3 5-61 0,2-4-94 0,-2 4-70 0,0 0-72 0,5-7-56 0,-5 7-256 0,0 0 135 0</inkml:trace>
  <inkml:trace contextRef="#ctx0" brushRef="#br0" timeOffset="179157.16">16275 14791 156 0,'7'-8'114'16,"-7"8"-166"-16,8-3-24 0,-8 3 27 15</inkml:trace>
  <inkml:trace contextRef="#ctx0" brushRef="#br0" timeOffset="179457.23">16607 16881 187 0,'0'0'475'0,"0"-8"-95"16,0 8-93-16,-5-11-52 0,5 11-54 0,-4-8-20 16,4 8-51-16,-2-11-11 0,2 11-29 0,-4-7 1 15,4 7-29-15,-3-7 5 0,3 7-24 0,-2-6 11 16,2 6-36-16,-4-5-38 0,4 5-76 0,0 0-81 0,-4-6-93 16,4 6-259-16,0 0-58 0</inkml:trace>
  <inkml:trace contextRef="#ctx0" brushRef="#br0" timeOffset="182489.99">28767 15761 27 0,'0'0'499'0,"3"-6"-143"0,-3 6-81 0,3-5-59 0,-3 5-56 0,0 0-26 0,3-7-35 0,-3 7-16 0,0 0-16 0,5-6-13 0,-5 6-8 16,0 0-5-16,0 0-15 0,4-4-15 0,-4 4-1 15,0 0-29-15,0 0-43 0,0 0-29 0,0 0-53 16,0 0-14-16,5 4-64 0,-5-4-223 0,0 0 83 0</inkml:trace>
  <inkml:trace contextRef="#ctx0" brushRef="#br0" timeOffset="185290.03">28324 15349 204 0,'0'0'231'0,"0"0"-56"0,2-8-44 0,-2 8-22 0,0 0-30 0,0 0-6 0,0-7-17 0,0 7-6 0,0 0-20 0,0 0-4 0,0 0-30 16,0 0-38-16,0 0-65 0,0 0-211 0,0 0 226 15</inkml:trace>
  <inkml:trace contextRef="#ctx0" brushRef="#br0" timeOffset="185482.76">28190 15513 193 0,'-3'-4'384'0,"3"4"-106"0,-1-7-57 0,1 7-49 0,0 0-62 15,-1-9-54-15,1 9-51 0,0 0-39 0,0 0-42 16,2-7-61-16,-2 7-234 0,0 0 171 15</inkml:trace>
  <inkml:trace contextRef="#ctx0" brushRef="#br0" timeOffset="185725.6">28234 15479 46 0,'0'0'291'0,"0"0"-87"0,0 0-44 0,2-7-40 16,-2 7-25-16,0 0-17 0,0 0-18 0,0 0-13 15,0 0-27-15,0 0-43 0,0 0-62 0,0 0-83 16,0 0-98-16,0 0 83 0</inkml:trace>
  <inkml:trace contextRef="#ctx0" brushRef="#br0" timeOffset="186024.51">28160 15587 35 0,'7'-5'296'0,"-7"5"-86"0,0 0-50 15,0 0-35-15,0 0-31 0,0-9-26 0,0 9-27 0,0 0-27 16,0 0-37-16,0 0-51 0,0 0-57 0,0 0-125 16,0 0 80-16</inkml:trace>
  <inkml:trace contextRef="#ctx0" brushRef="#br0" timeOffset="189324.36">27241 15554 170 0,'4'-6'350'0,"-4"6"-88"0,3-12-87 0,-3 12-74 0,2-7-73 0,-2 7-45 0,4-5-44 0,-4 5-37 0,0 0-43 16,7-6-102-16,-7 6 78 0</inkml:trace>
  <inkml:trace contextRef="#ctx0" brushRef="#br0" timeOffset="192240.56">25735 17312 16 0,'0'0'52'0,"0"0"-19"15,0 0 5-15,3-4-14 0,-3 4-7 0,0 0-1 0,0 0-19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1:52:52.2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14313 11592 600 0,'0'0'720'0,"0"0"-135"16,0 0-135-16,0 0-96 0,0 0-84 0,0 0-42 15,0 0-58-15,8 5-20 0,-8-5-36 0,4 11 2 0,-4-11-1 16,5 11 0-16,-1-2 18 0,1-3 34 16,-2 3-6-16,3-2 17 0,-1 0 3 0,1-2 17 0,1 1 30 15,3-4-33-15,-1 0 4 0,2-3-48 0,6-4 17 16,3-4-59-16,7-7 10 0,6-4-53 0,6-5-13 15,8-7-7-15,5-4-12 0,2-1-12 0,2-4 28 16,3-3-41-16,-3-3 25 0,3-4-36 0,11-11 15 16,-3-3-44-16,-1 1 5 0,-2-3-66 0,-1 4-32 15,-11 8-29-15,1 3-32 0,-2 3-55 0,-3 3-48 16,-3 5-68-16,-4 6-62 0,-10 8-138 0,-7 10-718 16,-4 2-881-16</inkml:trace>
  <inkml:trace contextRef="#ctx0" brushRef="#br0" timeOffset="3384.39">6819 16429 72 0,'-13'-11'713'0,"4"3"-144"0,0 2-100 16,2-1-90-16,0 1-88 0,1 1-47 0,6 5-29 15,-13-6-30-15,13 6-24 0,0 0-14 16,0 0-12-16,-8 4-22 0,8-4-1 0,6 7 0 0,-1-4-3 16,2 4 4-16,2-3-1 0,3 0 10 0,3-1 3 15,3 2 0-15,2-4-11 0,2 1-6 0,6-4-18 16,-1-1-7-16,6-2 4 0,-1-1-25 15,3-5 5-15,3-2-26 0,3-4 5 0,4-3-22 0,5-8 16 16,1-3-25-16,0-2-4 0,0-5-2 0,0-2-7 16,3-2 7-16,-2-1-9 0,1-2 9 0,-1 0-37 15,0-3-16-15,-3 3-50 0,-2 2-22 0,-2 3-38 16,-3 2-59-16,-9 10-73 0,-3 6-79 0,-9 6-61 16,-1 4-53-16,-6 5-84 0,-3 6-280 0,-11 1-385 15</inkml:trace>
  <inkml:trace contextRef="#ctx0" brushRef="#br0" timeOffset="7351.32">6790 18113 67 0,'0'0'284'0,"0"-12"-96"0,0 12-24 0,0-13-46 0,0 6-6 16,2-1-23-16,-4 0 6 0,2-1-13 0,0 1-5 15,0-3 4-15,-2 3-8 0,1-3-10 0,0 2-10 16,-2-1-4-16,1 0 2 0,-2 1-6 0,1-1 12 15,-3 1-15-15,1-1 11 0,-4 0-27 0,1 0 1 16,-1-1-9-16,-2 0 3 0,-1 0 0 0,-2 0-7 0,-1 0 3 16,-3 0-2-16,0 0-1 0,0 0 4 15,-1 1 2-15,-3-1 4 0,-2 0 8 0,0-1-1 16,-2 0 12-16,-1 2-13 0,2 0 14 0,-2-1-10 16,-1 0 10-16,0 2-10 0,0-3 2 0,-2 1-10 0,1 2 6 15,-2-2-9-15,3 2 11 0,-3-1-4 16,3 0-7-16,0 1-4 0,-2-1 0 0,2 1-2 15,0 0-1-15,3 2-3 0,-1-1-7 0,2 2 2 16,-2 1-1-16,1 0-2 0,-1 1 0 0,1 1-5 16,-2 1 4-16,0 2-2 0,-1 0-5 0,1 2 4 0,-1 1-3 15,-5 1 0-15,-2 2-2 0,2 3 9 16,0 0 9-16,-6 2 18 0,2 2 1 0,0 1-11 16,2 2 18-16,0-1-13 0,2 2 12 0,1 0-1 0,0 2 4 15,5-5-16-15,3 3 10 0,-2-1-19 0,2 1 13 16,1 0 1-16,0-1 13 0,1 1 4 0,2 0-6 15,-2 2-4-15,4-3-9 0,0 2-6 0,4-1-7 16,-1 2 0-16,2-1-2 0,-1 0 1 0,4 2-5 16,2 1 2-16,-2 1 1 0,5-2 14 0,1 4 0 15,0 0 21-15,4 1-28 0,1-2 36 16,2 0-43-16,2 1 38 0,5 2-36 0,-1 0 53 0,5-3 5 16,4 1 4-16,5 3 11 0,4-1 9 0,5 2-17 15,1-3 11-15,3-2-26 0,10 6 19 0,3-2-24 16,-1 1 37-16,2-2-21 0,4 1 8 0,-3-2-24 15,0-2 16-15,-5-4-27 0,-1 0 17 0,1-3-20 16,0-1 4-16,2-2-19 0,1-2 7 0,-1-1-23 16,1-4 7-16,2-3-10 0,0-3 12 0,3-3-7 15,-3-3 9-15,5-5-17 0,4-4 8 0,2-1-4 16,-4-3-2-16,-2-4-6 0,-3 3 2 0,-11-1 9 16,-1 1-39-16,-4-2 44 0,-1 3-50 0,-5-5 59 15,-3 0-50-15,-4-1 54 0,-1-1-42 0,-6 2 50 16,-2-2-43-16,-3 0 41 0,-2-1-49 0,-3-1 49 0,-2 5-49 15,-2-2 41-15,0 0-45 0,-5 0 42 16,1 1-42-16,-3 1 41 0,0-2-53 0,-1 1 34 16,-4 3-75-16,0-5 25 0,2 5-84 0,-2 1-22 15,-1 1-102-15,1 0-51 0,-2 0-78 0,1 2-81 16,2 4-65-16,2 0-479 0,0 0-603 0</inkml:trace>
  <inkml:trace contextRef="#ctx0" brushRef="#br0" timeOffset="8516.27">28656 13296 384 0,'0'0'350'0,"3"7"-67"0,-3-7 1 0,0 13-43 15,-3-5-13-15,3 1-51 0,0-1 5 16,0 3-18-16,0 1-3 0,5-4 9 0,-4 4 11 0,5-2 11 16,-1 1-6-16,1 0-15 0,4 0-9 0,-2-1-10 15,1-1-10-15,1 0 2 0,2-2-2 0,-1-1 4 16,1 1 11-16,-1-4-2 0,1 0 5 0,2-1-22 16,1-4 17-16,2-2-43 0,1-4 11 0,2-3-39 15,6-4 19-15,3-9-58 0,0-4 37 0,7-10-51 16,1-3 29-16,-1-3-51 0,2-5 1 0,1-2 21 15,-1-3 40-15,3-4-63 0,0-2 34 0,1-2-6 16,7-16-15-16,-1 0-5 0,-6 14-10 0,-1-3-39 16,0 4-7-16,1 4 0 0,1 0-6 0,-3 7-26 15,1 2-39-15,-2 5-27 0,-4 4-64 0,-4 10-71 16,-4 3-43-16,-3 3-23 0,-6 8-32 0,-3 4-27 16,-3 2 15-16,-2 2 5 0,-2 2-18 0,-2 3-354 15,-6 4-260-15</inkml:trace>
  <inkml:trace contextRef="#ctx0" brushRef="#br0" timeOffset="10752.26">9900 17446 402 0,'-10'6'890'0,"0"-2"-165"0,2-1-139 0,-1 0-133 0,3 2-86 16,6-5-76-16,-12 6-54 0,12-6-46 0,-9 4 2 15,9-4 22-15,-2 6 4 0,2-6 36 0,0 0-24 16,0 0 18-16,10 3-35 0,-2-8 30 0,3 0-39 15,7-4 5-15,4-7-52 0,5-4-5 0,7-5-44 0,3-1-1 16,8-7-35-16,2-5 3 0,3-4-23 16,5-2 0-16,0-6-26 0,1 0 8 0,13-14-20 15,-2-2-36-15,-2-1 3 0,-1-4-38 0,-3-3-49 16,-1-3-87-16,-1-1-80 0,-4 0-84 0,-3-2-102 16,-11 16-79-16,-2-1-40 0,-4 3-116 0,1 1-554 15,-5 1-857-15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1:56:21.5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1413 8738 154 0,'-18'0'407'0,"3"0"-125"0,-4 0-14 0,-3 2-54 15,0-2-19-15,-2 0-33 0,-3 0 13 0,-1 0-26 16,1 0-6-16,-1 0 5 0,5 1-19 0,1-1 21 0,2 0-33 16,3 0 3-16,2 2-44 0,5-2 19 0,1 3-35 15,9-3 57-15,-3 7-56 0,11-1 29 0,6-2-46 16,17 7 37-16,12-3-47 0,8 3 35 0,21-3-42 15,6 1 5-15,7-3-14 0,10-5 5 0,7-2 2 16,5-5 30-16,24-4 36 0,-1-3 10 0,7-6 11 16,0 0-7-16,1-4 6 0,-3 0-20 15,1-5-8-15,-1-1-6 0,-2-2-12 0,1-4-12 0,-2 0-11 16,-6-4-1-16,-2-2-7 0,-5-2-2 0,-4-7-7 16,-6 0-6-16,-6-4-6 0,-3-3-4 0,-9-1-1 15,-9-3 0-15,-6 0-5 0,-8 2 1 0,-16 6-1 16,-8 5-3-16,-6-1 6 0,-5 5-2 0,-8 4 7 15,-9 1-7-15,-6 1 2 0,-7 6-4 0,-4 0 0 16,-11-5-2-16,-10 2 0 0,-7 2-2 0,-12 0 3 16,-10 2-1-16,-6 2-2 0,-11 2 9 0,-6 5-11 15,-9 1 6-15,-7 5-9 0,-6 2 13 0,-2 1-12 16,-6 5 7-16,-3 4-9 0,-8 4 5 0,-19 4-6 16,-5 4 4-16,3 5-7 0,1 6 10 0,2 5-2 15,1 6-3-15,2 4-5 0,4 4 9 0,5 6-1 0,9 7 5 16,7 3-1-16,8 4-4 0,11 2 1 0,8 4-1 15,14-1 0-15,14-8 2 0,12 1-2 0,6 0-2 16,9 0-5-16,12 2 15 0,7-9-9 0,9-1 8 16,11 8-3-16,14-6 7 0,8-4-3 0,12-7 4 15,10-3-5-15,9-7 2 0,9-7-9 0,9-7-26 16,9-6-63-16,6-7-68 0,9-5-69 0,22-5-80 16,1-4-40-16,-1-4-80 0,0-3-569 0,-5-4-597 15</inkml:trace>
  <inkml:trace contextRef="#ctx0" brushRef="#br0" timeOffset="4350.39">26688 6804 466 0,'-18'6'510'0,"4"-3"-141"0,1 1-74 0,3 1-77 0,2 2-29 0,0 0-55 16,4 3-5-16,1-1-54 0,6 2 5 0,3 3-30 15,7 3-9-15,5 3-4 0,11 4-6 0,6-2 0 16,16 4 1-16,6 0 14 0,7-3 8 0,9-1 10 15,7-1 19-15,7-3 20 0,7-1 3 0,2-3 17 16,1-2-10-16,1-4 4 0,2-2 21 0,-2-3-11 16,3-6-17-16,0-1-12 0,1-6-2 0,16-7-7 15,-2-7-9-15,-3-5-16 0,-5-5-11 0,1-4-19 16,-4-2 1-16,-2-7-10 0,-6-1-8 0,-3-6-6 16,-6-3-2-16,-9-3-7 0,-2-2 5 0,-9-2-9 15,-17 7 3-15,-7-1-4 0,-5-3 1 0,-7 0 4 16,-8-3-1-16,-9 1-3 0,-8-1 5 0,-9 6-11 15,-10-10 9-15,-9-1-2 0,-12 2 13 0,-17-11-3 16,-11 6 8-16,-12 5 10 0,-13 3-2 0,-15 8 0 0,-14 7-5 16,-14 6-4-16,-7 7-1 0,-13 8-2 15,-8 7-2-15,-8 7-2 0,0 11-4 0,-1 6 0 16,1 10 5-16,3 10 0 0,5 9 1 0,8 9 7 16,12 9-10-16,14 8 6 0,15 4-9 0,18 8-3 15,13 6-2-15,23 8 9 0,16 7 5 0,25-9-6 0,13 3 1 16,16 1-2-16,22 14-1 0,13-3 0 15,12-3 7-15,11-8-1 0,8-7-1 0,7-9 0 16,11-7-3-16,3-9-5 0,3-9-6 0,4-7-3 0,-1-7-18 16,-2-7-18-16,-15-9-82 0,-2-7-106 0,-1-4-118 15,-6-6-197-15,-4-8-570 0,-4-5-732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1:56:03.6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10530 4234 399 0,'0'0'474'0,"0"0"-94"0,-6 2-106 0,6-2-41 0,0 0-36 0,0 0-36 15,8 6-24-15,2-4-9 0,8 0-50 0,7 1 10 16,7-1-39-16,9-1 13 0,10 0-16 0,2-1 27 15,4-1-27-15,3 0 27 0,-1-1-25 0,-2 1 12 16,1-2-28-16,-4 2 23 0,-7-1-30 0,-5 2-11 16,-6-1 16-16,-7-1-48 0,-2 2 26 0,-8-1-32 15,-2 1 23-15,-7 0-48 0,-10 0 25 0,0 0-28 16,0 0 35-16,0 0-22 0,-19 3 32 0,0-2-23 16,-8-1 32-16,-5 0-21 0,-4 0 26 0,-3 0-17 15,2 0 28-15,-2 0-26 0,9 0 25 0,-1 2-36 0,4-2-7 16,5 0-71-16,3 1-75 0,5 0-89 15,3 1-483-15,11-2-252 0</inkml:trace>
  <inkml:trace contextRef="#ctx0" brushRef="#br0" timeOffset="1066.35">3662 4178 238 0,'-16'1'390'0,"2"1"-82"0,2-1-54 16,-1 1-51-16,13-2-40 0,-14 0-35 0,14 0-22 0,0 0-8 15,-1-6-10-15,6 3-11 0,4-2-14 0,8-1 2 16,1-2 2-16,5 0 15 0,5-2-27 0,2-1 17 15,6-2-15-15,4 1 20 0,1-2-5 16,-2-1 8-16,5-1 0 0,0 1 3 0,3 1 0 0,0-2 3 16,-1 0-3-16,1 2-13 0,-3 2-5 0,0-1-14 15,-5 4-9-15,-8 3-13 0,-5 2-3 0,-7-2-4 16,-1 5-4-16,-6 1-5 0,-12 0-2 0,10 7-8 16,-13-1-2-16,-7 5-2 0,-8 1 0 0,-10 7 3 15,-8 4-3-15,-6-3 4 0,-14 5 3 0,0 0 1 16,-7 1 9-16,-1-2 3 0,-1-2 1 0,2-2 14 15,6-2 20-15,8-4 28 0,7-3 2 0,8-2 3 16,5 0-21-16,5-3-8 0,6-2-15 0,5 0-7 16,13-4-28-16,-11 3-23 0,11-3-27 0,10-5-47 15,4-1-74-15,8-2-48 0,9-3-37 16,7-4-96-16,3-1-93 0,1-1-379 0,0 2-349 0</inkml:trace>
  <inkml:trace contextRef="#ctx0" brushRef="#br0" timeOffset="2383.25">2190 5967 259 0,'-25'-1'634'0,"4"1"-158"0,1-2-90 15,2 2-70-15,4 0-64 0,-2-1-64 0,6-1-42 0,10 2-34 16,-13-1-19-16,13 1-19 0,-2-7-13 16,2 7-18-16,10-8-5 0,3 2 3 0,2 1-10 15,4-3-5-15,3 1 5 0,6-3-16 0,3 2-5 16,1-1 2-16,1 1-4 0,3-1-23 0,1 2-59 0,-3 0-30 15,1 2-59-15,-2 1-52 0,-5 1-35 16,-2 2-97-16,-5-1-311 0,0 1-167 0</inkml:trace>
  <inkml:trace contextRef="#ctx0" brushRef="#br0" timeOffset="5549.69">5407 7560 37 0,'0'9'724'0,"0"-9"-207"0,-4 6-129 0,4-6-96 0,0 0-144 15,-6 6-161-15,6-6-172 0,-6 4-413 0,6-4-111 16</inkml:trace>
  <inkml:trace contextRef="#ctx0" brushRef="#br0" timeOffset="13465.6">4286 8985 315 0,'0'0'394'0,"0"0"-137"0,-9 3-120 0,9-3-120 0,-4 5-83 0,4-5-266 15,-4 6 211-15</inkml:trace>
  <inkml:trace contextRef="#ctx0" brushRef="#br0" timeOffset="14398.61">6554 9022 56 0,'0'0'155'0,"0"0"-228"0,0 0 25 0</inkml:trace>
  <inkml:trace contextRef="#ctx0" brushRef="#br0" timeOffset="26981.65">5715 9182 335 0,'0'0'433'0,"-10"-1"-86"0,10 1-90 0,0 0-47 0,-8-3-52 15,8 3-21-15,2-4-46 0,6-2 2 0,1 0-29 16,5-2 1-16,5-2-24 0,8-3 8 0,9-2-22 0,5-4 7 16,11-3-36-16,7-2 37 0,1 1-22 15,3 0-1-15,-1 0 2 0,2 2 1 0,-1 0-11 0,-3 2 3 16,-12 5 19-16,1 0-20 0,-5 2 13 15,-2 3-17-15,-9 1 13 0,-6 2-20 0,-4 1 4 0,0 1-7 16,-7 0 8-16,-2 2 1 0,-3 0 13 16,-11 2-14-16,0 0 12 0,0 0-16 0,-3 8 23 15,-11-4-12-15,-9 4 36 0,-9 2-9 0,-9 1 28 0,-7 1-15 16,-12 3 45-16,-3 2-1 0,-2-3 29 0,-1-1-1 16,3 1 0-16,0-1-5 0,11-4-19 0,-1 2-11 15,5-1-20-15,-1 1-4 0,7-3-10 0,2 3-6 16,7-4-10-16,6 0-10 0,4-1-8 0,4-1-1 15,5 1-3-15,5-2-4 0,9-4 2 0,-6 6-2 16,6-6-2-16,11 4-3 0,2-4 3 0,6-1 0 16,8-1-3-16,6-2 0 0,9-5-3 0,7-1 2 15,1-2 1-15,10-5-5 0,0 0 3 0,-1 1 0 16,-2-2-5-16,-8 3 4 0,-6 2-15 0,-3 2-18 16,-9 3-43-16,-7 2 1 0,-5 1-39 0,-6 2 1 15,-13 3-46-15,0 0-4 0,6 4-61 0,-16 2-65 16,-9 6-101-16,-17 4-336 0,-5 2-231 0</inkml:trace>
  <inkml:trace contextRef="#ctx0" brushRef="#br0" timeOffset="28451.31">9260 8801 47 0,'-24'8'456'0,"-3"2"-121"0,-4 1-69 0,-1-2-51 15,0 2-48-15,2 0-18 0,-1 0-12 0,0-1-4 16,6-1-29-16,2-1 1 0,3 0-25 0,5-3 4 16,0 1-24-16,3-2 23 0,5 0-16 0,7-4 26 15,-5 6-17-15,5-6 18 0,11 3-44 0,2-3 14 16,6-1-38-16,9-2 16 0,7-2-23 0,12-3 22 15,4-3-34-15,12-3 29 0,2 1-8 0,0-1 47 16,4-2 1-16,-2 1 14 0,-5-1-18 0,-10 4 2 16,-3 4-24-16,-7-1-2 0,-10 3-22 0,-6 1 6 15,-7 2-15-15,-1 3-9 0,-18 0 5 0,15 0 3 16,-15 0-16-16,-5 9 14 0,-8 0-14 0,-7 0 9 16,-10 4-11-16,-8 2 3 0,-4 0 12 0,-5 0-4 15,-1-1-2-15,-4-1-7 0,-2 0 4 0,3-1 9 16,1 0 18-16,4-3 24 0,5 0 6 0,9-3-5 0,8-1-11 15,1 1-10-15,5-3-5 0,8 0-7 16,10-3-5-16,-9 4-3 0,9-4-4 0,0 0 0 16,19-1-5-16,-6-1 0 0,9-1-2 0,2-1-1 15,9-5 1-15,2 4-1 0,1-1 0 0,1 0-10 0,0 0-33 16,-3 3-38-16,-6 0-65 0,-1-1-22 0,-6 4-69 16,-2-2-51-16,-5 2-73 0,-14 0-534 0,15 0-454 15</inkml:trace>
  <inkml:trace contextRef="#ctx0" brushRef="#br0" timeOffset="29315.1">11661 9097 489 0,'-20'0'676'0,"-1"0"-141"0,1-1-125 0,-7 0-73 0,-2 0-93 0,1 1-48 16,-2 0-39-16,2-1-18 0,5 1-47 0,1 0 0 16,1 0-30-16,3 0 7 0,4 0-21 0,0-1 10 15,14 1-17-15,-17-1 8 0,17 1-19 0,0 0-6 16,0 0-3-16,9-7-6 0,6 5-3 0,2-1-5 0,7 0-1 15,6-1-5-15,3 0 0 0,3-2 1 16,2 1-4-16,8-2 1 0,-1 0 1 0,2 1-2 16,-2-2 8-16,1 3-2 0,-9-1 2 0,-1-1-4 15,-4 3 0-15,-7 1 1 0,-3 0-2 0,-4 1-2 0,0 0-3 16,-7 2 5-16,-11 0 3 0,10 2-5 0,-10-2 4 16,-6 5-2-16,-3 1 2 0,-6 2 11 15,-8-1-15-15,-7 5 12 0,-10 0-14 0,-1-1 6 0,-3 1-4 16,-3-2 16-16,-1 2-1 0,1-5 17 0,4 4 9 15,7-5 27-15,3 0-20 0,6-1 15 0,3-2-23 16,3 1 6-16,7-2-22 0,4 1 15 0,10-3-24 16,0 0 2-16,9 2-22 0,10-3-13 15,17-2-49-15,11-1-19 0,13-2-44 0,19-3-29 0,7 1-66 16,6-3-126-16,5 3-216 0,-4-3-282 0,-4 0-394 16</inkml:trace>
  <inkml:trace contextRef="#ctx0" brushRef="#br0" timeOffset="38996.46">4806 12489 303 0,'-13'2'442'0,"3"-2"-79"0,0 0-76 0,10 0-64 16,-14 2-35-16,14-2-37 0,-13 1-27 0,13-1-31 16,0 0-14-16,-4-4-17 0,4 4-13 0,9-9-14 15,1 2-1-15,4-1-5 0,8-2-6 0,4-2 3 16,8-4 18-16,5 0-12 0,0-1 28 0,7-1-6 0,-1 0 22 15,11-2-12-15,-2-1 30 0,-7 6-28 16,-2-2 0-16,-4 2-24 0,-3 3 7 0,-10 1-26 16,-5 3 14-16,0 1-26 0,-7 2 12 0,-3-1-21 15,-3 3 15-15,-10 3-19 0,0 0 17 0,0 0-17 16,-12 3 15-16,-8 4-21 0,-9 3 15 0,-9 2-16 16,-4 2 20-16,-2 1-21 0,0-1 4 0,-6 0-1 15,-9 3-3-15,11-1 2 0,-1-3 12 0,1-1 22 16,3 1 18-16,1 1 4 0,11-5-5 0,5 0-9 15,5-4 1-15,1 2-9 0,8 0-2 0,4-1-4 16,5-2-5-16,5-4-3 0,1 9 2 0,7-5-7 0,3-2 1 16,7-1 0-16,4-1-1 0,6-3-2 15,5 0 1-15,3-4 1 0,9 0-2 0,-2-4-1 0,2 0 10 16,0-1 7-16,-2 0 15 0,3 0 4 16,-5-1-6-16,-4 2 2 0,-6 1-11 0,-7 5-2 0,-4-1-11 15,-4 1-1-15,-5 1-10 0,-11 4-26 0,0 0-76 16,0 0-43-16,-15 3-75 0,-8 3-75 0,-9 4-113 15,-14 5-450-15,-13 3-405 0</inkml:trace>
  <inkml:trace contextRef="#ctx0" brushRef="#br0" timeOffset="69962">9903 11366 412 0,'-10'2'447'0,"10"-2"-117"0,0 0-82 0,0 0-107 16,0 0-71-16,0 0-45 0,0 0-16 0,0 0-16 16,0 0-27-16,-8 4-35 0,8-4-63 0,2 4-106 15,-2-4-144-15,3 6 163 0</inkml:trace>
  <inkml:trace contextRef="#ctx0" brushRef="#br0" timeOffset="70711.83">11746 11319 87 0,'0'0'469'0,"-2"7"-140"0,2-7-67 0,0 0-63 16,0 0-39-16,0 0-37 0,0 0-19 16,0 0-42-16,0 0-38 0,0 0-52 0,0 0-40 0,-1 5-64 15,1-5-114-15,0 0-180 0,-5 8 108 0</inkml:trace>
  <inkml:trace contextRef="#ctx0" brushRef="#br0" timeOffset="73731.4">7206 12755 296 0,'0'0'300'0,"0"0"-51"0,0-6-58 0,0 6-25 16,0 0-48-16,0 0-20 0,0-8-24 0,0 8-7 0,0 0-18 16,0 0 2-16,0 0-15 0,0 0 4 15,0 0-12-15,0 0 0 0,0-7-3 0,0 7 13 0,0 0 1 16,0 0 18-16,0 0 1 0,0 0 14 16,0 0-7-16,0 0 23 0,0 0 2 0,0 0-10 0,0 0-9 15,0 0-2-15,0 0-5 0,0 0-6 0,0 0-4 16,0-6-6-16,0 6-5 0,0 0-6 15,0 0-2-15,0 0-21 0,0 0 4 0,0 0 7 0,0 0-9 16,0 0-1-16,0 0-4 0,0 0-1 0,0 0-3 16,-2-7 0-16,2 7-3 0,0 0 0 0,0 0 9 15,0 0-14-15,0 0 1 0,-4-5 2 0,4 5-4 16,0 0 2-16,0 0 1 0,0 0-1 0,0 0 1 16,0 0 4-16,0 0-3 0,-5-2-4 0,5 2-1 15,0 0-13-15,0 0-28 0,0 0-66 0,0 0-79 16,0 0-106-16,0 0-460 0,0 0-264 0</inkml:trace>
  <inkml:trace contextRef="#ctx0" brushRef="#br0" timeOffset="75245.36">7997 12750 135 0,'0'0'351'0,"0"0"-102"0,-11 2-52 0,11-2-51 16,0 0-19-16,-9 1-39 0,9-1-11 0,0 0-10 16,-5 5 22-16,5-5 0 0,0 0-10 0,0 8-6 15,0-8-5-15,4 6-11 0,-4-6 5 0,6 6 13 16,0-2 1-16,-6-4 11 0,18 3 0 0,-7-1 2 15,-11-2-9-15,24 0-5 0,-10-1-21 0,-1 0-2 16,2-1 22-16,4-3 11 0,-1-1-3 0,1 2 10 16,2-5-3-16,0 0-13 0,4-2-13 0,0-3-11 15,1-2-15-15,3-4 1 0,-1-3-12 0,3 1-3 16,-3 0-1-16,3-3-10 0,-3-1-1 0,0 2-1 0,0-1 9 16,-4-1-15-16,3 2 10 0,-3 2-17 15,-2 3 5-15,-4 2-61 0,4-2-1 0,-6 5-42 0,1 1-20 16,1 3-75-16,-1-1-46 0,-2 5-46 0,-1 2-153 15,1 1-168-15,-3 2-122 0</inkml:trace>
  <inkml:trace contextRef="#ctx0" brushRef="#br0" timeOffset="77011.84">11569 12721 212 0,'0'0'302'16,"0"0"-68"-16,0 0-46 0,-7-3-27 0,7 3-23 0,0 0-35 16,0 0-18-16,0 0-16 0,0 0-12 15,0 0-5-15,0 0-2 0,0 0-5 0,0 0-2 16,0 0 0-16,0 0 6 0,0 0 21 0,5 7 10 15,-5-7 6-15,7 3 2 0,-7-3 20 0,12 3-11 16,-12-3 13-16,15 2-34 0,-15-2 29 0,19-5-33 16,-6 4 12-16,4-6-33 0,-1 2 19 0,5-2-16 15,2-3 9-15,5-3-23 0,4-1 2 0,5-4-17 0,1 0 19 16,3-3-24-16,10-6 9 0,2-1-20 0,3-2 8 16,3 0-8-16,0-3 9 0,3 0-16 0,0-3 14 15,0 1 3-15,1 0-3 0,1 1-22 0,-2 0 17 16,0 3-17-16,-5 0 13 0,-2 6-19 0,-11 5-26 15,-4 1-77-15,-5 2-83 0,-7 7-88 0,-7 2-84 16,-5 5-373-16,-7-1-251 0</inkml:trace>
  <inkml:trace contextRef="#ctx0" brushRef="#br0" timeOffset="78962.1">14281 12175 320 0,'-10'-6'372'0,"2"1"-80"0,3 0-69 0,5 5-43 0,-10-6-42 0,10 6-25 16,-10-5-23-16,10 5-17 0,-8-4-10 0,8 4 11 16,0 0 33-16,-6-4 22 0,6 4-14 15,0 0 14-15,0 0-44 0,-2 7 20 0,2-7-10 0,7 8-12 16,-3-4-4-16,2 1 21 0,3 0-10 0,1-2-12 16,1 3 8-16,1-4 6 0,6-1-6 0,5-1-8 15,4-3 10-15,6-3 1 0,9-2-15 0,6-8-9 16,9-3-11-16,6-4-8 0,3-5-9 0,1-6-6 15,2-2-5-15,15-14-6 0,2-3-6 0,-1-4 1 16,5-2-6-16,-1-4 1 0,6 2 0 0,-1-3-4 16,-2-2-2-16,0 2-2 0,-5-4-1 0,0 2-1 15,-2 0 0-15,-4 2-5 0,-3 3-17 0,-1 2-37 16,-16 15-47-16,1 2-19 0,-6 5-66 0,0 2-23 16,-6 7-66-16,-13 10-67 0,-6 6-105 0,-8 3-272 15,-5 4-226-15</inkml:trace>
  <inkml:trace contextRef="#ctx0" brushRef="#br0" timeOffset="81095.95">14693 13633 61 0,'-9'-17'444'0,"-1"-2"-116"0,3 2-66 0,2-1-31 0,1 1-35 16,-1-1-21-16,4 2-20 0,-2-1-24 0,4 0-27 15,2 1-22-15,2-1-9 0,2-2-15 0,5-1-12 16,1 0-9-16,5 1-5 0,-1 0 9 0,-1 3 4 16,0 1-6-16,0 4-1 0,1 0 14 0,-3 1-27 15,-1 3-6-15,-2 0 13 0,1 2-24 0,-3 4 0 16,-9 1-6-16,14 4 9 0,-11 0-1 0,0 4 2 15,-4 5 2-15,-2 2 4 0,-6 4 1 0,-1 1-2 16,0 5 4-16,-5 0 8 0,2 1 3 0,-1 1 19 16,2 0-32-16,3 0 21 0,0 1-9 0,6-5 37 15,3 2-19-15,2 0 9 0,6 3-23 0,3-2 2 16,8 4-12-16,2-3-5 0,3 0-6 0,4-4-3 16,0 1-2-16,3-5 1 0,1-2-5 0,-3-4-2 15,3-3 6-15,-2-1-3 0,2-3-2 0,-6-5-2 16,1 2 1-16,-5-3-3 0,1 0 14 0,-4 0-10 0,-2-3 20 15,-3 2-17-15,-4-1 8 0,-10 2-13 16,9-4 13-16,-9 4-15 0,0 0 10 0,0 0-1 16,-18 1 13-16,3 4-14 0,-2 1 8 0,-2 4-5 15,2 1-3-15,1 4 1 0,2 3 23 0,2 1 8 0,5 4-7 16,3 2 0-16,5 3-1 0,4 5-4 0,4 5-5 16,8 1-3-16,-1 0 0 0,6 1 1 0,2-4-12 15,4 9 9-15,-1-12-9 0,0 3 3 16,0-4-10-16,0-1 0 0,-2 0 2 0,1-3-8 0,-4-1 7 15,-4-5-2-15,-2 1 1 0,-4-5-2 0,-3 1 1 16,-1-2-3-16,-2-1 1 0,-5-4-1 0,-2 1 2 16,-6 2 2-16,-4 0-3 0,-5-2 0 0,-4 1-1 15,-7-3-4-15,-2-2-3 0,-10 4 1 0,-2-5-9 16,-2-1-7-16,0-1 2 0,4-3-11 0,-2-2-25 16,6 1-39-16,5-2-23 0,2 0-44 15,9-2-84-15,1-1-116 0,8 0-503 0,5-3-419 16</inkml:trace>
  <inkml:trace contextRef="#ctx0" brushRef="#br0" timeOffset="81411.38">16106 14324 423 0,'-2'-10'611'0,"-1"1"-112"0,-1-1-72 0,0 2-57 0,-2-2-43 15,4 3-24-15,0 1-41 0,-2-1-40 0,4 7-45 16,-3-10-36-16,3 10-28 0,-2-8-20 0,2 8-13 16,2-6 1-16,-2 6-6 0,9-4 0 0,-9 4 12 15,16-4-4-15,-4 3-5 0,0-1-9 0,1-1 0 16,-1 0 13-16,2 2 20 0,-1-3 6 0,2-2 0 0,-1 0-33 16,1-4 6-16,3-4-35 0,1-3 12 0,0-2-27 15,3-9 14-15,1-1-27 0,3-6 16 0,-1 0-30 16,7-12-1-16,0-2 7 0,3-5-5 15,2-3-1-15,1-2 19 0,13-19-38 0,2 0-14 16,0-3-31-16,6 0-40 0,4 0-47 0,2 3-47 0,4 2-34 16,0 4-60-16,-1 3-47 0,-4 4-110 0,-16 14-163 15,-7 4-347-15,-8 2-542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1:57:47.2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15131 9941 21 0,'14'-6'447'0,"-1"-1"-129"0,0 1-81 16,-3 0-42-16,-1 0-72 0,0 2-62 0,-2-1-63 0,-7 5-59 15,12-5-14-15,-12 5-41 0,13-3-5 16,-13 3-52-16,11-2-95 0,-11 2 83 0</inkml:trace>
  <inkml:trace contextRef="#ctx0" brushRef="#br0" timeOffset="32013.29">16297 5263 320 0,'-25'1'247'0,"6"-1"-62"0,0 3-41 0,6-3-23 0,-1 1-23 15,14-1-15-15,-14 0-6 0,14 0-22 0,0 0 16 0,17-4-2 16,7 1-2-16,16 1 3 0,17-3 3 15,20-1 6-15,12-3-1 0,12 2 20 0,30-3 2 0,13-1-21 16,8 3 23-16,5-3-5 0,8 3-5 16,9 2-5-16,2-2-9 0,2 3-13 0,0 0-13 0,0 4-13 15,0-1-9-15,-3 2-3 0,-5-2-12 16,-4 4 4-16,-3-2-4 0,-6-2-2 0,-4 2-7 16,-7 0 0-16,-7 2 2 0,-24-2-3 0,-5 0-6 15,-5-2-6-15,-5 2-7 0,-7 0-21 0,-9-1-27 0,-6 1-40 16,-19 0-21-16,-8 0-35 0,-11-1-32 0,-11 0-81 15,-9 0-327-15,-8-2-110 0</inkml:trace>
  <inkml:trace contextRef="#ctx0" brushRef="#br0" timeOffset="35466.25">13006 14104 503 0,'-12'-21'456'0,"1"2"-66"0,-1 2-56 0,5 3-87 16,0 1-28-16,1 1-70 0,-1 5-18 0,4 1-28 15,3 6 10-15,0 0 22 0,-4 6 36 0,6 4-29 16,2 4 13-16,5 7-19 0,1 4-3 0,3 8-16 15,4 3-20-15,-2 2-17 0,2 2-11 0,-2 2-16 16,2 3-4-16,-3 0-12 0,2 10-9 0,-3-7-7 16,-2 1-4-16,0 0 0 0,-2-1-10 0,1-3 7 15,-2 0-13-15,-1-3 1 0,1-2-43 0,-2-9-49 16,-1-1-50-16,-1-7-55 0,0-2-16 0,-1-4-2 16,-2-2-24-16,-1-7-70 0,0-8-90 0,-3 11-333 15,3-11-234-15</inkml:trace>
  <inkml:trace contextRef="#ctx0" brushRef="#br0" timeOffset="35713.85">12913 14072 274 0,'5'-33'492'0,"5"2"-134"0,-1 2-66 16,5 5-70-16,0 4 4 0,0 4-38 0,5 5 15 0,0 2-52 16,-1 6-8-16,3 0-16 0,0 3 8 15,1 4-23-15,1 5-15 0,1 3-4 0,-1 5-22 0,-2 1-12 16,-2 3-13-16,-5 3-5 0,0 3-6 15,-5 0-2-15,-3 5-4 0,-3-5-1 0,-6 1-1 0,-3 5-7 16,-7 1 4-16,-6 0 4 0,-4-1-1 0,-5-3 6 16,-4-2-10-16,-4-1 0 0,-1-5-12 15,0-1 5-15,1-4-10 0,-2-5 4 0,6-2-8 16,8-4-21-16,-2-2-60 0,4-4-48 0,3-2-79 0,5-3-67 16,-1-2-73-16,9-5-491 0,3 2-380 0</inkml:trace>
  <inkml:trace contextRef="#ctx0" brushRef="#br0" timeOffset="35980.8">14006 13802 246 0,'0'0'634'0,"-5"-9"-181"15,5 9-87-15,-20-2-72 0,2 7-5 0,-4 2-32 16,-6 4-10-16,-4 5-23 0,-1 5 2 0,1 5 9 0,0 0-16 15,1 6-12-15,3 2-35 0,4 0-8 16,1 3-28-16,8 2-28 0,1 0-7 0,5 1-24 16,5-7-10-16,2 3-17 0,5-1-3 0,2 5-13 15,6-1-2-15,4 0-12 0,3-1 2 0,3-4-7 0,6-3-4 16,1 1-5-16,6-7-37 0,0-1-75 16,4-5-79-16,3-7-87 0,0 1-71 0,-1-9-53 15,-3-2-50-15,2-4-30 0,5-5-376 0,-2-5-399 16</inkml:trace>
  <inkml:trace contextRef="#ctx0" brushRef="#br0" timeOffset="36347.53">14575 13937 290 0,'-1'-21'537'16,"-3"2"-123"-16,-1-1-77 0,-3 4-57 0,-3 0-24 0,-1 5-26 16,-3 0-18-16,0 4-23 0,-3 1 7 15,-2 3-31-15,0 3-8 0,-3 2-11 0,-1 4-31 0,-4 3-16 16,1 3-29-16,-4 6-13 0,2 3-15 0,2 1-8 15,5-3-10-15,4 1-2 0,2 1-1 0,4-4-13 16,6 0 8-16,-1 0-9 0,6-5 2 0,5-1-7 16,2 2 6-16,3-1-7 0,4-2-2 0,6-1 5 15,-2 1-2-15,6-4 0 0,0 1-2 0,1-2-2 16,2-1 4-16,-2 0 6 0,-1 1-10 0,1-1 7 16,-2-2-5-16,-3 0 5 0,-1 3-5 0,-1-1 6 15,-1 0-3-15,-3-1 4 0,0 2-11 0,-4 1 10 16,0 1 0-16,-2 0 7 0,-2 3-6 0,-2-2 21 15,1 5-1-15,-3-3-4 0,-3 0 2 0,-1 3 7 16,2-1 17-16,-4 1-8 0,-2-1-5 0,2 0-4 16,-2-1-6-16,0-1-1 0,-3 2-8 0,1-5-4 15,-1 3 1-15,-3-2-4 0,0-3-5 0,-1 1 2 16,-3-3-1-16,5-1-5 0,-5-2-20 0,4-3-72 16,-2 0-92-16,2-4-65 0,1-2-54 0,1-3-62 15,1-3-101-15,0-2-403 0,5-5-419 0</inkml:trace>
  <inkml:trace contextRef="#ctx0" brushRef="#br0" timeOffset="36613.25">14778 13647 507 0,'21'-4'497'16,"-3"2"-80"-16,1 1-90 0,0 2-3 0,7 1-32 0,-1 2-16 15,6 3-20-15,-2 3-28 0,3 0-19 0,0 7-32 16,1 3-28-16,-2 2-37 0,-2 3-15 15,-2 3-23-15,-4 4-14 0,-4 3-14 0,-1 1-7 16,-4 2-12-16,-1-1-6 0,-4 0-7 0,-4-5 0 0,-2 1-1 16,-2-3-2-16,-2-3-1 0,-4 5-3 15,-3-4 0-15,-5 1-3 0,-1-4 2 0,-6 3-2 16,-3-4 1-16,-6-1-3 0,0-5 0 0,1-1 0 0,0-5-2 16,-1-2-4-16,0 0 3 0,7-4-45 0,2-4-76 15,1 1-72-15,6-3-61 0,3-4-95 0,5 1-125 16,4-4-402-16,3-4-434 0</inkml:trace>
  <inkml:trace contextRef="#ctx0" brushRef="#br0" timeOffset="36830.83">15798 13854 24 0,'-6'4'767'0,"6"-4"-186"0,0 0-88 0,0 0-56 15,0 0-92-15,0 0-71 0,0 0-58 0,-3-5-39 16,11 1-35-16,2 0-28 0,7-1-22 0,6-1-18 16,0-1-13-16,9-2-16 0,1 1-4 0,9-1-12 15,0-1-30-15,4-1-61 0,-1 0-47 0,1 3-72 16,-4-3-39-16,-1 2-65 0,-9 4-53 0,-6-1-105 0,-6 3-280 16,-5 0-226-16</inkml:trace>
  <inkml:trace contextRef="#ctx0" brushRef="#br0" timeOffset="36997.41">15783 14166 509 0,'0'0'539'0,"6"6"-122"0,-6-6-64 0,22-3-46 0,-3-2-54 16,8-1-53-16,6-5-33 0,7-2-30 0,6-2-23 16,10-5-25-16,2 1-15 0,2-3-15 0,2 3-13 15,1-5-73-15,1 2-102 0,-5 0-126 0,-2-2-142 16,-3 1-381-16,-2-2-299 0</inkml:trace>
  <inkml:trace contextRef="#ctx0" brushRef="#br0" timeOffset="37313.86">17167 13428 473 0,'-10'-5'485'0,"-2"4"-74"15,-2 2-22-15,0 3-18 0,-2 2-49 0,-4 4-30 16,0 2 0-16,-2 4-15 0,0 2-16 0,2 4-42 15,1 0-33-15,2 2-33 0,3 0 14 0,5 0-39 16,3-2-17-16,3 1-15 0,3-4-9 0,3 1-19 16,3 0-5-16,3-2-22 0,5 1 4 0,2-6-16 0,3 0 5 15,1-1-10-15,2-5-2 0,2-2-12 16,0-4 6-16,1-1-9 0,-1-1 7 0,4-4-9 16,-4-1 2-16,3-5-1 0,0-2-1 0,-3-1 5 15,-6-5-9-15,0 0 5 0,-6 0-6 0,-3 0 11 16,-4-2-3-16,-4 2-4 0,-4-3-1 0,-5 2 0 15,-4-4 2-15,-6 3-5 0,-2 2 5 0,-3 2-1 16,-6 3-5-16,0 3-9 0,-2 3 11 0,-1 2-9 16,3 3-4-16,2 6-87 0,2 0-102 0,2 5-95 15,2-1-78-15,2 5-97 0,9-1-128 0,3 1-372 16,6-2-563-16</inkml:trace>
  <inkml:trace contextRef="#ctx0" brushRef="#br0" timeOffset="37464.83">17549 13573 134 0,'-4'-8'649'0,"0"2"-159"0,-3-2-112 15,-1 0-73-15,2 1-64 0,-1-1-53 0,-3 2-40 16,4 0-32-16,1 1-24 0,-2 1-57 0,7 4-71 16,-6-7-85-16,6 7-130 0,0 0-501 0,0 0-263 15</inkml:trace>
  <inkml:trace contextRef="#ctx0" brushRef="#br0" timeOffset="37847.21">17852 13258 571 0,'1'-10'539'0,"2"3"-63"0,-1 1-74 16,-2 6-48-16,4-13-83 0,-4 13-49 0,1-7-50 15,-1 7-25-15,2-7-41 0,-2 7-11 0,0 0-31 16,-11 7-2-16,0 0-20 0,-7 7-13 0,-9 8-4 15,-3-1-6-15,0 2-4 0,7-3-3 0,4-2-3 16,2-3 0-16,6-1 0 0,-2 2 10 0,8-4 10 0,1-1 1 16,5 0 9-16,5-3-3 0,1 2 2 15,7-3-3-15,2-1 7 0,4 0-1 0,4-1-4 16,2-2-11-16,2-3-1 0,-1 1 0 0,1 0 1 0,1-1 16 16,1-1 2-16,-2 1 1 0,-1 0-5 0,-3 0-4 15,-2 1-3-15,-2-1-7 0,-2 3-3 16,0 3-4-16,-1 0 2 0,-3 0-4 0,-2 4-2 15,-1 1-4-15,-5 2 0 0,0 1-12 0,-4 1 11 0,-2-1-4 16,-2 0-1-16,-1 2-6 0,0-2 2 0,-1 0 6 16,-1 0-9-16,1-1 6 0,-4 0-4 0,0-2 3 15,-1 0-6-15,-3-2 4 0,0-1-5 0,-1-1 3 16,-4-1-11-16,4-2-26 0,-3-1-60 0,3-2-83 16,-1 0-64-16,0-2-68 0,1-1-84 0,-2-2-102 15,2 0-359-15,-1-4-406 0</inkml:trace>
  <inkml:trace contextRef="#ctx0" brushRef="#br0" timeOffset="38032.15">17802 13336 430 0,'0'-9'592'16,"-1"-2"-107"-16,1 11-39 0,0-11-69 0,1 3-60 16,3 0-25-16,1 2-20 0,6-4-22 0,2 2-39 15,8 0-25-15,-1-2-33 0,10 3-14 0,-1-1-32 16,7-2-15-16,-2 4-25 0,2 0-8 0,-3 1-20 0,1-1-1 15,-6 1-15-15,-3 1-24 0,-3 0-64 16,-3 1-116-16,-2 0-113 0,-6 1-103 0,-11 2-130 16,9-3-446-16,-9 3-563 0</inkml:trace>
  <inkml:trace contextRef="#ctx0" brushRef="#br0" timeOffset="39480.51">12523 16179 308 0,'-3'-17'540'0,"1"3"-97"0,0 0-92 0,1 3-69 0,1 1-56 16,0 10-39-16,0-9-2 0,0 9 21 0,0 0-7 15,14 7-12-15,-5 5-14 0,1 4-23 0,4 7-15 16,0 2-25-16,4 7-25 0,1 3-15 0,1 1-15 16,0 1-11-16,-2 2-8 0,4-1-8 0,-3-2-5 15,0 0-5-15,-1-1-8 0,-3-3-32 16,-1-5-65-16,-3-4-62 0,-1-2-61 0,-3-4-1 0,-2-1-36 16,-2-7-41-16,0 0-50 0,-3-9-57 0,-3 7-270 15,3-7-173-15</inkml:trace>
  <inkml:trace contextRef="#ctx0" brushRef="#br0" timeOffset="39697.87">12626 16238 296 0,'-6'-45'367'0,"3"0"-68"0,2 5-11 16,2 4-50-16,3 1 7 0,1 2-24 0,4 3 10 15,5 5-29-15,0 3-9 0,5 1 8 0,2 7 5 16,5 2-9-16,-2 5-18 0,1 2-23 0,2 5-22 16,0 2-10-16,0 4-29 0,1 4-10 0,0 2-21 15,0 2-1-15,-5 1-22 0,-3 5-6 0,-1 0 5 16,-7 3-20-16,0 1 4 0,-8-1-14 0,-2 2 6 15,-4 0-3-15,-5 4-2 0,-6 0-5 0,-4 3 0 0,-5-4 0 16,-1 0-4-16,-3-5-1 0,5-3-12 0,0-3-27 16,2-6-28-16,4-3-51 0,-1-3-68 0,5-4-45 15,2-2-31-15,2-4-62 0,5-3-52 0,2-4-68 16,6-6-277-16,5-5-225 0</inkml:trace>
  <inkml:trace contextRef="#ctx0" brushRef="#br0" timeOffset="39917.25">13649 15655 459 0,'2'-7'482'0,"-2"7"-90"0,-5-5-15 0,5 5-15 15,-24 7-6-15,6 2 0 0,-8 5-20 0,-8 4-4 16,-1 7-55-16,-3 2-14 0,0 7-36 0,-1 2-34 16,5 5-52-16,8-6-15 0,5 5-23 0,4 0-28 15,4 3-1-15,8-1-27 0,4-4-1 0,7 5-6 16,4-1-11-16,6-3-3 0,4-1-5 0,6-3-6 15,2-3-8-15,4-2 3 0,2-5-21 0,3-2-54 16,4-4-60-16,3-6-79 0,-1-1-93 0,1-7-72 16,-5-2-65-16,-2-5-87 0,-1-2-463 0,1-7-577 15</inkml:trace>
  <inkml:trace contextRef="#ctx0" brushRef="#br0" timeOffset="40380.75">14038 15855 550 0,'-2'-7'565'0,"2"7"-147"0,-3-6-36 0,3 6 13 16,0 0-65-16,-1 10-27 0,2 0-17 16,0 1-24-16,2 3-32 0,2 4-27 0,-1 2-10 15,4 3-22-15,-1 2-39 0,0 0-21 0,0 3-29 16,1-5-7-16,-4 1-25 0,4-3 0 0,-6 0-10 0,3-5-10 16,-2 1-7-16,-1-3 5 0,1-3-12 0,-3-1-2 15,0-10-6-15,-1 11 0 0,1-11-6 0,0 0 5 16,-13-2-10-16,5-6 13 0,1-3-12 0,-2-4 9 15,0-4-4-15,-1-3 3 0,-1-4-6 0,3-4 6 16,1 0-5-16,2 0 5 0,2 3-7 0,2 1 11 16,1 5-5-16,1 0 8 0,3 2-12 0,4 5 11 15,-1 3-5-15,4 3 6 0,3 2-4 0,0 4 12 16,1 4-1-16,2-1 9 0,3 8-12 0,3 1 16 16,0 3 2-16,0 1-8 0,3 0-3 0,-1 1-7 15,-3 2 1-15,1-2-2 0,-1 0-7 0,-4-3 3 16,1 0-6-16,-3-3 0 0,-3-1-1 0,0 0 1 15,-3-4 1-15,2 1-3 0,-12-5 0 0,20-2 0 16,-10-2-1-16,1-4 1 0,-1-2 0 0,-3 0 12 16,0-5-12-16,-3 1 11 0,1-4-17 0,-5-1 13 15,0-5-18-15,-5 0 19 0,1-6-19 0,-4 1 18 16,2 0-19-16,-4 1 4 0,1 0 2 0,0 7-4 16,2 1 0-16,-3 3-4 0,4 0-19 0,-1 3-61 15,2 2-106-15,1 1-120 0,-1 2-65 0,5 9-47 0,-2-10-34 16,2 10-97-16,0 0-367 0,0 0-501 15</inkml:trace>
  <inkml:trace contextRef="#ctx0" brushRef="#br0" timeOffset="40731.97">14801 15583 705 0,'9'-9'640'16,"-4"3"-91"-16,1-1-49 0,-3 1-52 0,1 2-57 0,-4 4-45 0,8-8-54 15,-8 8-36-15,0 0-53 0,-3-7-26 16,3 7-34-16,-11 2-16 0,2 1-35 0,0 4-8 0,-3 2-23 16,2 2-9-16,0 0-17 0,-1 1 4 0,3 2-18 15,0-1 4-15,4 0-13 0,0 2 9 0,4-1-17 16,3-2 8-16,2 1-12 0,3 0 10 0,1-1-10 16,6 1 9-16,0-3-12 0,3 0 14 0,-2-1-14 15,0 0 10-15,0-2-13 0,-1-1 15 0,-1 0-14 16,0 0 12-16,-4-2-11 0,2 0 10 0,-3 1-13 15,0-2 11-15,-3 1-8 0,4 0 7 0,-5-1-7 16,-1 2 11-16,0 0-9 0,0 1 6 0,-3 0-10 16,-1-6 11-16,-2 13-10 0,-2-7 10 0,-1 2-11 15,-2-2 11-15,0 0-15 0,-1 1 14 0,-1-1-12 16,-1 0 15-16,-4 1-13 0,2-2 0 0,-2-1-2 16,0 1-33-16,1-1-53 0,2-1-91 0,-1-1-91 15,12-2-82-15,-19 0-108 0,19 0-105 0,-13-4-444 16,7-1-623-16</inkml:trace>
  <inkml:trace contextRef="#ctx0" brushRef="#br0" timeOffset="41034.75">15430 15204 513 0,'0'0'792'0,"5"-8"-197"0,-5 8-123 16,12-3-113-16,-12 3-40 0,20 3-9 0,-1 1-24 15,6 4-21-15,5 3-28 0,6 4-41 0,1 2-15 16,2 2-26-16,1 4-29 0,-1 0-25 0,4 9-19 16,-3 0-15-16,-8-2-15 0,-4 1 2 0,-1 2-20 15,-3 2 2-15,-4-1-19 0,-3 0 7 0,-4 1-21 16,-6-6 6-16,-4-2-9 0,-3 1-4 0,-4 0-10 15,-5 2-18-15,-2-4-55 0,-2-1-54 16,-5-1-57-16,3-4-74 0,0-2-65 0,0-4-67 0,4-3-125 16,-1-4-490-16,7-4-628 0</inkml:trace>
  <inkml:trace contextRef="#ctx0" brushRef="#br0" timeOffset="41253.48">16395 15437 708 0,'-4'-4'847'0,"4"4"-162"0,-9-7-151 0,9 7-95 15,-8-8-82-15,8 8-73 0,-1-8-59 0,5 3-45 16,5-1-38-16,3-2-24 0,7 0-30 16,4 0-16-16,5-1-16 0,5 1-20 0,5-3-12 15,5 1-42-15,0 2-34 0,1-3-57 0,-1 2-62 0,-9 4-62 16,0-3-82-16,-8 3-85 0,0 1-72 15,-8 3-475-15,-2-2-530 0</inkml:trace>
  <inkml:trace contextRef="#ctx0" brushRef="#br0" timeOffset="41430.61">16463 15530 6 0,'-13'7'628'0,"7"-1"-187"0,6-6-78 0,-2 8-86 0,2-8-27 16,13 3-55-16,0-3-24 0,6 0-55 0,7-3-8 15,2 0-40-15,8-4 1 0,-1 2-30 0,13-2-9 16,-2-6-44-16,1 3-52 0,1-3-67 16,0 1-48-16,0-3-95 0,-3-2-81 0,1-2-185 0,5-4-49 15</inkml:trace>
  <inkml:trace contextRef="#ctx0" brushRef="#br0" timeOffset="41714.14">17533 14976 165 0,'1'-16'550'16,"-2"3"-112"-16,-3 4-41 0,-3 2 5 0,-2 3-6 15,-2 4-17-15,-2 2-11 0,-5 2-29 0,-1 4-38 16,-2 5-25-16,0 4-18 0,1 2-38 0,3 3-38 16,3 2-40-16,2-1-12 0,6 1-33 0,2 0 2 15,3-1-21-15,3 1 10 0,2-3-37 0,4 2 11 16,3-5-32-16,2 0 20 0,2-3-32 0,3-2 17 16,3-2-28-16,0-2 19 0,1-4-27 0,4-5 25 15,-3 0-29-15,2-1 3 0,1-5 4 0,-3-1-6 16,4-5 4-16,-3-2 22 0,-1-3-29 0,-4-2 28 15,-2-3-23-15,-4-1 16 0,-1 0-1 0,-7 0-3 16,-1 0-23-16,-4 1 24 0,-2-1-5 0,-5 1 3 0,-5-4 1 16,-4 4-8-16,-3 1-2 0,-5 3 0 15,-2 4 2-15,-6 3-2 0,0 2-4 0,-1 5-17 16,5 3-72-16,2 3-79 0,1 4-98 0,-2 4-91 16,7 2-59-16,3 1-120 0,4 5-661 0,4-4-812 0</inkml:trace>
  <inkml:trace contextRef="#ctx0" brushRef="#br0" timeOffset="41879.96">17978 15066 415 0,'3'-8'543'0,"-2"-1"-129"0,2-1-90 15,-2 2-55-15,0-1-60 0,2-1-39 0,0 3-51 16,-1-1-47-16,3 0-69 0,1 1-111 0,2-1-112 15,-1 2-179-15,0 0-166 0,5-2-80 0</inkml:trace>
  <inkml:trace contextRef="#ctx0" brushRef="#br0" timeOffset="42247.27">18377 14614 75 0,'3'-8'765'0,"-1"2"-168"0,1-1-98 0,-3 7-75 15,4-7-83-15,-4 7-50 0,2-9-50 0,-2 9-37 16,4-6-41-16,-4 6-25 0,0 0-12 0,0 0 13 16,0 0-33-16,0 0-16 0,-19 2-24 0,6 6-9 15,2 0-11-15,-5 0-12 0,5 3-5 0,-1-3-9 16,0 3-2-16,4 1-5 0,0-2-2 0,4 0-3 0,2-1 0 16,3 2-4-16,0 0 1 0,4 0 8 0,3 0-11 15,1-1 8-15,6 2-9 0,1-1 12 0,2 2 0 16,0-3 3-16,1 1 5 0,1 0 17 0,-2-2-7 15,4 3-1-15,-3-1 5 0,-1 1-14 0,0-1-3 16,-3 1-3-16,2-1-4 0,-3 2-2 0,0-1-4 16,-5 0 6-16,0-1-7 0,0 2 0 0,-4-2-2 15,-1 0 0-15,-3-1 0 0,-2 0 0 0,-2-1-4 16,-2 1 0-16,-3-2 5 0,-1 2-2 0,0-3-1 16,-6 0 0-16,2 0-2 0,-3-2-5 0,0 0-28 15,-3-1-64-15,2-1-90 0,-2-2-87 0,3-1-70 16,-3 0-123-16,1-1-600 0,2-4-685 0</inkml:trace>
  <inkml:trace contextRef="#ctx0" brushRef="#br0" timeOffset="42430.48">18353 14715 175 0,'5'-10'704'0,"3"1"-138"0,1-1-64 15,1 1-59-15,4-2-68 0,4 0-21 0,6-3-31 0,3 2-33 16,2-1-36-16,7-1-39 0,5 1-17 15,0 0-60-15,6 1-28 0,-2 1-14 0,2 1-26 16,3 0-9-16,-4 1-18 0,-1 1-5 0,-2 1-61 16,-11 0-65-16,-4 2-89 0,-5 2-142 0,-6 0-120 0,-4 2-199 15,-13 1-383-15,6-6-628 0</inkml:trace>
  <inkml:trace contextRef="#ctx0" brushRef="#br0" timeOffset="64479.63">21221 13072 219 0,'0'-11'547'0,"-2"-1"-136"0,1-1-83 15,1 2-21-15,0 0-61 0,-1 0 16 0,0 3-63 16,1 0-25-16,-2 0-46 0,2 8-13 0,0-8 14 15,0 8 80-15,0 0-12 0,0 12-31 0,0 1-15 16,2 7-2-16,0 7-30 0,1 8-13 0,2 8-15 0,0 2-13 16,1 5-16-16,3-1-19 0,-2 1-4 15,2 0-11-15,1-1-5 0,-1 1 2 0,1-3-7 16,0 0-1-16,2-3-10 0,-2 1 4 0,1-5-29 0,1 0-68 16,-4-9-81-16,2-2-86 0,-4-4-46 0,-1-3-43 15,-1-5-50-15,-1-4-97 0,-3-5-319 0,0-8-341 16</inkml:trace>
  <inkml:trace contextRef="#ctx0" brushRef="#br0" timeOffset="64745.08">21178 13174 141 0,'2'-27'639'0,"2"3"-169"0,0 2-136 16,2 0-40-16,3 4-61 0,4 0 6 0,1 3-53 15,6 1 5-15,6-2-15 0,3 7-4 0,2-1-24 16,2 4-4-16,2 3-16 0,-5 2-21 0,3 2-23 15,3 2-10-15,-4 2-14 0,0 3-12 0,-4 1-10 16,-2 2-10-16,-6-1-7 0,-4 4-2 0,-2-1-6 16,-5 0-4-16,-4 3 0 0,-5-2 0 0,-5 3-4 15,-6 2-3-15,-7 3 1 0,-6 2-1 0,-5-1-1 16,-4 0 2-16,-2-4-4 0,-1-1 4 0,-1-3 1 16,0-2-6-16,5-2 0 0,3-4 2 0,4-1 1 15,5-1-3-15,5-5-51 0,1 0-65 0,5-3-61 16,3-2-33-16,5-2-85 0,6-3-73 0,8-3-511 15,6-6-439-15</inkml:trace>
  <inkml:trace contextRef="#ctx0" brushRef="#br0" timeOffset="65028.67">22395 12694 544 0,'3'-12'454'16,"-4"3"-91"-16,-3 1-52 0,-3 2-1 0,-4 1 6 0,-6 3-23 15,-2 2 5-15,0 2-15 0,-7 5-20 0,-4 4-15 16,-5 6-9-16,0 6-21 0,4 2-18 16,-1 4-43-16,6 7-13 0,3 2-22 0,4 3-18 15,9 2 3-15,3 4-32 0,7 0 12 0,4 1-30 0,4 0 10 16,7-3-31-16,8 7 14 0,4-4-29 0,5-5 15 16,4-1-25-16,1-4 16 0,1-6-7 0,-1-5-2 15,0-4-22-15,4-3 23 0,1-2-27 0,3-4 19 16,0-3-37-16,0-3-24 0,1-4-39 0,-7-2-58 15,-2-3-58-15,0-3-70 0,-1-2-48 0,-4-3-48 16,-3-3-44-16,-2-1-58 0,-2-5-504 0,-4-2-568 16</inkml:trace>
  <inkml:trace contextRef="#ctx0" brushRef="#br0" timeOffset="65461.87">22610 13208 197 0,'0'0'591'0,"-13"-5"-123"0,13 5-106 0,-9-7-41 16,9 7-34-16,3-12-18 0,2 6-37 0,4-4-6 16,6 0-18-16,3-4-21 0,6-1-23 15,8-2-27-15,3 2-20 0,3-2-11 0,4 1-7 0,3-1-1 16,2 1-10-16,10-4-11 0,0 0-17 0,5 0-6 15,-2 0-19-15,0 0-1 0,-3-3-13 16,-1 2 2-16,-12 3-7 0,-1-1 0 0,-3 1-6 16,-4 0-2-16,-4 0-5 0,-7 4-34 0,-1-2-18 0,-8 5-46 15,0 0-59-15,-7 1-46 0,-5 3-20 0,-1-1 1 16,-3 8-8-16,-7-7-16 0,7 7-27 0,-15-3-39 16,2 3-95-16,0 3-256 0,-3 1-172 0</inkml:trace>
  <inkml:trace contextRef="#ctx0" brushRef="#br0" timeOffset="65911.98">23209 13247 364 0,'0'0'664'0,"3"-7"-162"0,-3 7-104 0,4-11-51 15,-2 4-47-15,2 0-22 0,1-2-28 0,0 0-16 16,3 2-11-16,-2 0-16 0,-2-1-6 0,1-1-27 15,1 5-29-15,-4-2-34 0,4 0-23 0,-6 6-23 16,7-7-6-16,-7 7-20 0,4-9-2 0,-4 9-11 16,0 0-1-16,0 0-9 0,-9-2 1 0,-3 7-9 15,-3 1 3-15,-7 1 1 0,-1 4-3 0,0 0-4 16,-3 3 0-16,4-3 0 0,1 2-3 0,3-1 1 16,0 0-3-16,4 0-1 0,2 0 2 0,3-1 6 15,1-1 4-15,5 0-10 0,1-2 2 0,4 1-3 16,5-1 2-16,4-1-1 0,3 0 0 0,4 1-2 0,4-1 4 15,2-1-1-15,2 0 1 0,-1 0-1 16,6-1 1-16,1 1 1 0,-5 0-4 0,0-1 2 0,-2 1-2 16,-1-1 1-16,-3 1 1 0,-3-3-3 15,-2 2 1-15,-3 1-1 0,-4-2 1 0,0 1 2 16,-5 2 10-16,-4-7 2 0,-4 13 1 0,-5-7-2 0,-2 3-1 16,-5-3-2-16,0-1-1 0,-5 3-4 0,-2-2 2 15,1-2 1-15,-2 2-5 0,1-2-2 16,-2-1 2-16,4-1-7 0,-1-2-6 0,2 0-52 15,1 0-64-15,0 0-65 0,3-5-71 0,0 2-56 0,3-2-49 16,3-1-59-16,2 0-70 0,2-5-363 0,2 3-408 16</inkml:trace>
  <inkml:trace contextRef="#ctx0" brushRef="#br0" timeOffset="66363.09">22702 12489 648 0,'-5'-11'554'0,"0"4"-156"0,1 0-57 0,1 1-93 0,3 6-29 0,-6-5-31 16,6 5 47-16,0 0-15 0,-6 5-34 0,4 1-16 15,0 2-18-15,2 4-11 0,-2 0-21 0,2 2-20 16,2 3-18-16,-1 1-13 0,0 1-14 0,1-2-11 16,0 2-7-16,1-1-9 0,-1 0-3 0,3-1-6 15,-2 0-2-15,1-1-10 0,0-1 7 0,1 0-14 16,0-1-3-16,0-1-58 0,1-1-71 0,-2-2-35 0,1-3-56 16,-1 2-37-16,-4-9-65 0,5 5-42 15,-5-5-38-15,0 0-349 0,7-8-265 0</inkml:trace>
  <inkml:trace contextRef="#ctx0" brushRef="#br0" timeOffset="66711.84">22758 12491 411 0,'0'-14'546'16,"0"3"-146"-16,3 3-69 0,-3 0-88 0,0 8-28 15,1-11-50-15,-1 11 36 0,0 0-19 16,3-6 17-16,-3 6-18 0,0 0-20 0,4 8 7 0,-2-2-22 16,4 2-13-16,-1 1-25 0,3 2-15 0,0 0-13 15,2 0-16-15,0 2-12 0,2 0-7 0,2-1-10 16,1 0-8-16,-1 0-6 0,3-2-8 0,-1 1-6 15,-1-4-34-15,0 0-63 0,0-1-32 0,-2-1-24 16,-2-2 5-16,0-2 2 0,-11-1-16 16,19-1 9-16,-11-2 17 0,-1-3 24 0,-2-4 23 0,-1 1 19 15,-3-5 13-15,-1 1 9 0,-1-4 10 0,1 0 21 16,-4 0-1-16,2-1 34 0,-5 0-16 0,4 2 45 16,-1 0 4-16,-1 1 40 0,1 3 6 0,1 0 4 15,1 2-26-15,-1 1-5 0,-2 1-29 0,4 2 5 16,1 6-13-16,-3-6 44 0,3 6 10 0,0 0 6 15,-2 6-7-15,2-6-18 0,2 14-1 0,-2-5-3 16,4 3-11-16,1 3-9 0,-1-1-9 0,0 1-11 16,2 2-4-16,-1-1-6 0,2 1-4 0,1 2-4 15,0-1-11-15,-1-3-68 0,-1 0-80 0,3-2-68 16,-3 2-45-16,1-2-54 0,-1-1-66 0,1-1-118 16,-2-2-264-16,0-1-279 0</inkml:trace>
  <inkml:trace contextRef="#ctx0" brushRef="#br0" timeOffset="67078.64">23272 12434 455 0,'4'-8'546'0,"-2"1"-126"0,1 0-61 0,-3 7-64 16,1-12-9-16,-1 12-35 0,3-11-26 0,-5 5-36 16,2 6-20-16,-1-10-36 0,1 10-20 0,-4-9-27 15,4 9-14-15,-5-7-19 0,5 7-10 0,-9-4-10 0,9 4-2 16,-10 0-10-16,10 0-1 0,-14 4-10 15,5-1 6-15,0 1-5 0,0 1-12 0,3 1 6 16,-2 0-5-16,2 0 1 0,1 0-2 0,1-1 0 16,1 3 2-16,1-2 0 0,2-6-1 0,1 10-3 0,1-4 4 15,4 0-6-15,1-1 4 0,2 1-1 16,4-2 0-16,-1 0-2 0,3 1 3 0,-1 1-1 16,1-4-2-16,-1 4 4 0,2-4 0 0,-2 2 0 15,0 2-2-15,-3-1-6 0,-2-1 7 0,1 2 1 16,-2 2-1-16,-3-3 1 0,0 4-3 0,-3-1 2 0,-2-1 1 15,-2 2 1-15,-3-1-1 0,1 3 0 16,-1-4 4-16,-5 5-3 0,1-5 2 0,-1 2-3 16,-3-2 1-16,4 1 1 0,-1-4-1 0,-2 0-2 15,3 1 1-15,0-2-12 0,9-3-63 0,-16 1-76 0,16-1-53 16,-14-4-54-16,6-1-81 0,3 1-102 16,3-5-301-16,0 2-250 0</inkml:trace>
  <inkml:trace contextRef="#ctx0" brushRef="#br0" timeOffset="67345.03">23466 12164 597 0,'8'-6'465'0,"-8"6"-126"0,10-3-30 0,-10 3-26 16,6 3 17-16,-2 1-10 0,0 5-22 0,3 1 2 0,0 5-15 16,5 4-52-16,2 7-5 0,4 5-24 0,3 5-25 15,1-1-24-15,5 11-24 0,1-2-20 0,0 1-20 16,2 3-10-16,-2-3-19 0,-3 2 2 0,-3-7-10 15,-3-2-2-15,0 0-8 0,-5 0 4 16,0-1-6-16,-5-6-1 0,-2-1-8 0,-5-3 6 0,0-2-8 16,-5 0 4-16,-1-1-7 0,-2-1 8 0,-4-3-9 15,-4 2-8-15,-3-3-28 0,-1-2-28 0,-2 1-41 16,2-5-53-16,-1-4-63 0,-2 1-38 16,3-2-47-16,3-1-56 0,-1-4-107 0,4-2-375 0,0-1-392 15</inkml:trace>
  <inkml:trace contextRef="#ctx0" brushRef="#br0" timeOffset="67612.73">24471 12730 512 0,'0'0'730'0,"-2"-7"-115"16,2 7-82-16,-2-7-98 0,2 7-54 0,2-8-71 0,-2 8-63 16,5-11-48-16,3 5-38 0,1-2-35 15,4 1-24-15,4-4-23 0,4 3-23 0,6-3-7 16,4 1-11-16,1 1-11 0,7-2-13 0,2 0-48 16,0 2-60-16,0-1-83 0,-8 2-56 0,-1 0-42 15,-6 3-25-15,-1 1-32 0,-9 0-27 0,0 3-19 0,-5-3-393 16,-11 4-289-16</inkml:trace>
  <inkml:trace contextRef="#ctx0" brushRef="#br0" timeOffset="67795.56">24521 12852 296 0,'-9'10'589'0,"2"-6"-140"0,3 2-48 16,4-6-49-16,3 6-34 0,-3-6-64 15,13 3-27-15,1-6-39 0,2 2-33 0,9-5-33 16,0 0-18-16,7-1-29 0,4-1-17 0,6-3-11 15,2 0-5-15,-1-2-16 0,2 1-9 0,-2-2-62 16,-2-1-82-16,-1-1-61 0,-6 2-78 0,-4 3-101 16,-5-4-492-16,-4 5-408 0</inkml:trace>
  <inkml:trace contextRef="#ctx0" brushRef="#br0" timeOffset="69144.89">25774 12493 257 0,'2'-9'232'0,"-2"9"-46"0,0-12-49 15,0 12-20-15,0-8-25 0,0 8-10 0,0-9-24 16,0 9-5-16,0-8-19 0,0 8-3 0,0 0-17 0,0-8-5 15,0 8-18-15,0 0-20 0,0 0-41 0,0 0-66 16,0 0-197-16,1-6 209 0</inkml:trace>
  <inkml:trace contextRef="#ctx0" brushRef="#br0" timeOffset="69994.93">25901 12381 375 0,'0'0'322'0,"-9"-5"-47"0,9 5-32 0,-12-5-37 0,12 5-22 0,-14-5-9 16,14 5-8-16,-21 2-11 0,8 1 10 0,-4 1-47 15,0 0 7-15,-2 6-29 0,0-1 11 16,0 4-21-16,-3 1-12 0,2 1-7 0,1 3-5 0,2-4-8 16,4 5 7-16,1-2 1 0,3 1 2 0,2 0 19 15,3 0-7-15,2-2-7 0,2 0-9 0,4-1-6 16,1 1-2-16,5 0 8 0,4 0 4 0,0-3-9 16,5-4-10-16,0 1-3 0,2-4-13 0,-1-3-6 15,3-3-3-15,-2-1-9 0,3-2 0 0,2-2-2 16,0-6-5-16,1-2 0 0,-5-3 0 0,1-2-1 15,-4-1 0-15,-1-4 1 0,-4 0 1 0,-5-2-2 16,-1 2-1-16,-6-1 0 0,-2 4 0 16,-2-2 0-16,-3 0 1 0,-4 0 1 0,-5 1-5 15,-2 0 2-15,-3 4 1 0,-1 1 1 0,-3 4-3 0,1 3-1 16,0 2 2-16,2 5-2 0,1 1 0 0,3 2-8 16,0 4-24-16,4 3-43 0,3 4-64 0,4 1-63 15,5 2-61-15,5 1-81 0,4 3-110 0,9 4-365 16,3-3-352-16</inkml:trace>
  <inkml:trace contextRef="#ctx0" brushRef="#br0" timeOffset="70162.2">26420 12525 585 0,'1'-9'509'15,"-2"3"-124"-15,-1-2-58 0,-3-1-87 0,3 2-20 16,-2-1-71-16,0 2-10 0,4 6-53 0,-2-11 8 15,2 11-49-15,-4-8-17 0,4 8-70 0,0 0-91 16,6-6-85-16,-6 6-126 0,13 0-309 0,-13 0-163 16</inkml:trace>
  <inkml:trace contextRef="#ctx0" brushRef="#br0" timeOffset="70512.64">26827 12256 562 0,'0'-8'529'0,"0"8"-134"15,-2-11-26-15,2 11-43 0,-12-6 11 16,12 6-31-16,-19 0-6 0,9 2-6 0,-3 4-30 0,-1 2-30 16,-2 3-18-16,1 2-40 0,0 5-10 0,0 1-38 15,1 6-13-15,3-1-19 0,4-2-18 16,2 0-12-16,3 0-10 0,2-1-11 0,2 1-12 0,4-1-3 16,2-1-5-16,3-2-3 0,3-3-4 15,3-1-2-15,3-2-5 0,1-1-1 0,2-5-3 0,0-3 5 16,-1-3-5-16,-1-2-4 0,4-4 1 0,-2-2-4 15,2-4 3-15,-1-3-12 0,-1-3 12 0,-3-4-9 16,-3-3 9-16,-1 2-11 0,-4-5-2 0,-1 1 8 16,-5 4 2-16,-3-2 0 0,-2 1 0 0,-2 4 8 15,-3-1-10-15,-3 2 8 0,-2 2-10 16,-2 3 11-16,-4 2-12 0,-2 2 9 0,2 4-10 0,-3 4 13 16,1 1-19-16,-2 3-44 0,4 2-38 0,-1 6-28 15,6 0-46-15,1 3-43 0,6 1-50 0,4-1-41 16,3 4-31-16,6 0-41 0,1 1-67 0,7 1-461 15,0-2-466-15</inkml:trace>
  <inkml:trace contextRef="#ctx0" brushRef="#br0" timeOffset="70879.16">27392 12241 495 0,'14'-12'565'0,"-5"2"-93"15,3 1-36-15,-5 2-63 0,0 0-58 16,-1 1-54-16,1-1-42 0,0 2-42 0,-3-1-34 15,1 3-26-15,-5 3-24 0,5-5-13 0,-5 5 27 0,0 0-3 16,0 0-18-16,0 0-8 0,-7 4-22 16,0-1-3-16,0 0-12 0,0 1-5 0,1 1-13 15,1 1 0-15,-1-4-7 0,3 4 3 0,-2 0-6 16,5-6 5-16,-4 9-6 0,5-3 7 0,-1-6-2 16,5 14 8-16,3-7-4 0,2 1 4 0,2 1 4 15,2-1-3-15,2 0-1 0,1 3-3 0,1-1-4 0,0 0 0 16,-1 1 4-16,2 0 11 0,-2 1-4 0,0 1-5 15,0 1 1-15,-3-1 0 0,1 1 2 16,-3-2-4-16,-1 1-4 0,-2-1-6 0,-1-1-3 16,-2 0-3-16,0-3 2 0,-2 0-4 0,1 0 1 15,-5-1-4-15,0-7 2 0,-5 10-1 0,-1-5 1 16,-4-2-1-16,-2 0 1 0,-3-3-2 0,-1-2 0 16,-3 1-3-16,0-2 0 0,-1-2-15 0,-1 1-65 0,1-2-69 15,-1-1-65-15,3 1-53 0,4 0-30 0,-2-1-42 16,2 1-45-16,1-2-58 0,3 1-431 15,3 0-430-15</inkml:trace>
  <inkml:trace contextRef="#ctx0" brushRef="#br0" timeOffset="71062.89">27468 12244 606 0,'2'-11'526'0,"-1"3"-39"0,3-1-48 0,-2 2-27 0,2 0-23 16,-1-4-40-16,4 4-9 0,0 0-45 15,2-2-34-15,5-1-54 0,4 2-26 0,5-3-33 16,7 3-11-16,2-2-38 0,7 1-9 0,5-1-29 15,-2 3 0-15,3-1-23 0,-1 2-2 0,0-1-13 16,-6 1 5-16,-4 0-6 0,-2 2-7 0,-1-2-27 0,-5 0-95 16,-6 1-133-16,-3-2-136 0,-6 1-116 15,-4 0-141-15,-7 6-424 0,-3-14-675 0</inkml:trace>
  <inkml:trace contextRef="#ctx0" brushRef="#br0" timeOffset="74461.6">21581 15273 17 0,'1'-8'423'0,"-1"0"-96"0,0 0-34 0,-1 0-19 16,1 0 8-16,0 0-12 0,-1 2-12 0,1-1-34 16,0 7-46-16,-3-10-43 0,3 10-26 0,0 0-29 15,3-6 40-15,-3 6 25 0,8 12 18 0,-3 3-7 16,4 6-17-16,3 8-4 0,1 9-15 0,1 5-30 15,0 2-7-15,4 11-17 0,-2-1-14 0,0 1-16 16,0-1-4-16,-1-10-9 0,-2 3 3 0,1-4-11 16,-3 0 1-16,2 0-5 0,0-3 1 0,-2-1-12 15,1-2-11-15,-1-4-35 0,-3-3-33 0,0-5-61 16,-1-3-79-16,-2-3-34 0,-1-3-65 0,1-3-49 0,-2-4-94 16,-2-2-306-16,-1-8-281 0</inkml:trace>
  <inkml:trace contextRef="#ctx0" brushRef="#br0" timeOffset="74712.33">21602 15437 218 0,'-3'-33'560'15,"2"4"-139"-15,2 2-101 0,0 2-65 0,4 1-36 16,2 4-16-16,-1 1-17 0,6 0-6 16,0 5-6-16,5 0-11 0,2 3-14 0,-1 2-16 0,5 2-25 15,-1 2-22-15,-2 1-15 0,-2 4-14 0,3 0-10 16,-5 3-10-16,2 0-8 0,-2 3-3 0,-2 2-6 15,-3 0 3-15,-1 2-8 0,-2 2-3 0,-4 2-4 16,-3-1-4-16,-2 3-1 0,-2 1 1 0,-6 4-1 16,-3 1-6-16,-4 0 0 0,0 0-5 0,-2-2-11 15,-1 1-35-15,-1-3-51 0,6-3-30 0,-4-2-46 16,6-1-20-16,0-4-47 0,1 1-81 0,2-6-448 16,2 1-293-16</inkml:trace>
  <inkml:trace contextRef="#ctx0" brushRef="#br0" timeOffset="74995.3">22737 14859 608 0,'5'-7'713'0,"-5"7"-180"0,-3-9-95 15,3 9-85-15,-15 4-27 0,-4 4-30 0,-8 7-2 16,-5 6-30-16,-4 6-28 0,-8 7-15 0,1 4-36 15,1 5-23-15,2 1-33 0,3 5-16 0,5 0-27 0,8 3-10 16,2 3-11-16,4-1-12 0,11-7 1 0,3 2-25 16,5-2 8-16,8-3-20 0,5-1 11 15,9-3-23-15,5 4 17 0,9-4-22 0,3-7 14 0,-2-7-15 16,4-4-2-16,3-6 0 0,1-3 2 0,5-4 1 16,-1-6-33-16,5-3-31 0,-2-1-66 0,0-4-96 15,-2-3-106-15,-5-4-91 0,-2-1-84 0,-5-5-88 16,-3-3-357-16,-3-3-534 0</inkml:trace>
  <inkml:trace contextRef="#ctx0" brushRef="#br0" timeOffset="75996.28">22997 15391 78 0,'0'0'543'0,"0"0"-142"0,-16 0-70 0,16 0-46 0,-11 0-1 0,11 0 7 16,0 0-15-16,-12 0-20 0,12 0-23 0,0 0-28 15,0 0 0-15,0 0-25 0,0 0-18 0,7-8-7 16,2 4-11-16,8-1-11 0,-1 0-19 0,9-2-17 15,3 0-20-15,2-2-11 0,2-1-16 0,7-2-3 16,-1-1-2-16,4-2 8 0,-1 1-4 0,0-2-7 16,1-1-3-16,-3 1-9 0,-2 1-5 0,-3-1-4 15,-6 3-4-15,-2 1-2 0,-5 0-6 0,-1 3-1 16,-2-1 2-16,-6 1-3 0,2 4-3 0,-1-3-2 16,-4 2-12-16,0 3-38 0,-1-2-45 0,-2 2-80 15,-6 3-61-15,8-5-39 0,-8 5-19 0,0 0-39 16,0 0-41-16,-6 3-44 0,6-3-450 0,-11 7-414 15</inkml:trace>
  <inkml:trace contextRef="#ctx0" brushRef="#br0" timeOffset="79029.12">23680 15552 67 0,'7'-11'433'0,"-2"4"-116"0,1 0-17 15,0-1-51-15,-2 1-13 0,0 0-43 0,-2 2-7 0,2-2-29 16,-4 7-29-16,3-10-27 0,-3 10-21 0,0-9-13 16,0 9-13-16,-7-8 3 0,7 8-3 0,-11-2 4 15,11 2-24-15,-21 1 8 0,11 2-9 16,-5 1 14-16,-1 1-17 0,2 1 5 0,-1 1-14 0,0-1-4 16,2 2-1-16,-1 0 12 0,2 2-4 0,3 0 9 15,-1-1 5-15,5 4 16 0,1-5 1 0,3 3-3 16,2 2-3-16,4-3-5 0,2 0-7 0,5 3-8 15,1-1-5-15,1 0 0 0,3-1-3 0,1-2-10 16,-3 2 0-16,4-2-4 0,-3-2-1 0,0 1-3 16,-3-2-2-16,2 0 1 0,-2 0 3 0,-3 1-6 15,1-3 5-15,-2 2-8 0,-1-2 8 0,-4 4-5 16,1-1 3-16,-2-3 3 0,-2 4 0 0,-3-1 2 16,-4 1-4-16,-2-1 5 0,-4 1-4 0,-1 0 0 15,-6 2-1-15,-1-1 3 0,-1-1-4 0,-4-1 1 16,-1 0-2-16,-1-1 3 0,1-1-6 0,-1 2-27 0,4-3-62 15,-2-1-59-15,6 0-53 0,1-1-88 16,2-1-96-16,3 1-398 0,13-2-305 0</inkml:trace>
  <inkml:trace contextRef="#ctx0" brushRef="#br0" timeOffset="144391.81">13352 11825 375 0,'-20'0'325'0,"-1"-2"-62"0,1 1-40 0,-3 1-49 0,0-1-16 0,-3 1-13 16,-2 0-14-16,-1 0-9 0,-1 0-17 0,1 1-9 0,1-1-14 15,-2 0-6-15,2 1 7 0,0 1 14 16,5-2-18-16,4 0 30 0,1 1-29 0,3-1 0 16,3 0-27-16,12 0 14 0,0 0-36 0,0 0 15 15,0 0-30-15,26-6 16 0,12 2-28 0,20 0 21 0,17-7-26 16,12 3 29-16,13-3-30 0,29-3 24 0,6 2-15 15,2-1 43-15,2-2-4 0,3 1 9 16,-3 1-19-16,2 1 14 0,-7-1-18 0,-3 2 12 0,-7 0-18 16,-24 3 21-16,-4-1 8 0,-4 0-6 0,-2 3-2 15,-6-2-12-15,-5 0-1 0,-3 2-10 0,-5-1 3 16,-16 3-10-16,-1-2-4 0,-7 1-13 0,-10 3-12 16,-5-2-15-16,-5 2-7 0,-8 1-18 0,-1 0 25 15,-6 0-7-15,-12 1-21 0,0 0-37 0,0 0 8 16,-12-3-43-16,-9 3-18 0,-11 0 26 0,-11 0 10 15,-15 3-24-15,-17 0 28 0,-9 0 2 0,-7 2 18 16,-6 3 4-16,-1-1 13 0,-4 1 4 0,-24 3 14 16,1 3 6-16,-4 1 11 0,-1 3 18 0,-2 1 14 15,4 3 9-15,-1 0 14 0,3 2-1 0,-1 2-3 16,3-1 13-16,5 0 5 0,8 1 11 0,22-4 8 16,7-1-17-16,6 0 11 0,11-2-20 0,18-4 25 15,6-2 7-15,13-3 44 0,14-1-28 0,9-3 23 16,11-1-22-16,13-3 20 0,22 1-24 0,19-4 12 15,27-3-13-15,13-4 19 0,37-4-18 0,11-1-2 16,5-4-5-16,7-1-1 0,5-2-19 0,2 0 4 16,-1-2 1-16,-6 2-7 0,-4 0-6 0,-7-1-10 0,-5 2 0 15,-9 2 1-15,-8-2 5 0,-11 2-6 16,-25 5-2-16,-8-1-5 0,-5 1 10 0,-9-1-3 0,-4 2-3 16,-14 2-11-16,-5-1 0 0,-3 1-3 15,-8 3-5-15,-8 0-36 0,-4 2-45 0,-4-1-51 16,-1 1-12-16,-7 1-66 0,-3 2-16 0,-8 1-47 15,0 0-43-15,0 0-61 0,-9-2-419 0,-10 2-310 0</inkml:trace>
  <inkml:trace contextRef="#ctx0" brushRef="#br0" timeOffset="145724.91">26260 10284 150 0,'29'2'-52'0,"-1"1"18"0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1:59:18.4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16366 5157 157 0,'-16'-4'233'0,"16"4"-68"0,-15-2-37 0,15 2-32 15,-13-3-25-15,13 3-11 0,-9-2-12 0,9 2-5 16,0 0 5-16,-14-3 1 0,14 3-10 0,0 0-7 16,-11-2-7-16,11 2-17 0,0 0-51 0,-13-5-83 0,13 5-198 15,-10-4 216-15</inkml:trace>
  <inkml:trace contextRef="#ctx0" brushRef="#br0" timeOffset="6666.18">23165 5822 631 0,'-16'-5'482'0,"4"1"-104"0,1 2-86 0,2-3-60 0,9 5-49 0,-12-5-36 16,12 5-36-16,0 0-21 0,7-9-16 0,7 3-7 15,10 1-3-15,12-1 2 0,12-4-5 0,17-1 10 16,6-1-7-16,7 0 9 0,9 2-3 0,5-3 3 0,4 2-9 15,24-1-4-15,-19-2-10 0,18 1-4 16,-19 3-14-16,-1-2-8 0,-3 2-2 0,0-1-6 0,-4 3-5 16,-2-2-3-16,-7 2-1 0,-8 0 1 15,-16 2-40-15,-6 2-35 0,-8-1-52 0,-11 0-20 16,-10 2-57-16,-11 1-28 0,-13 2-40 0,0 0-38 0,-11-2-56 16,-10 2-230-16,-19 1-99 0</inkml:trace>
  <inkml:trace contextRef="#ctx0" brushRef="#br0" timeOffset="6900.25">23276 5807 396 0,'-62'12'332'0,"13"-1"-70"0,5-2-25 16,2 1-61-16,10-2-17 0,9 0-10 15,3-1 4-15,4 0 4 0,11 0 31 0,5-7 18 0,8 12-36 16,12-4-10-16,22-1-55 0,12 0-16 0,25 1-12 16,9-4-11-16,12 0 23 0,8 1-24 0,28-2 11 15,4-2-8-15,0 1-3 0,-2-2-9 16,-1 0-7-16,-5-3-12 0,-23 1-8 0,0-4-5 0,-4 1-5 15,-3 0-3-15,-5-4-5 0,-5 2-1 0,-5 0-4 16,-6-4-4-16,-10 4-4 0,-13-1-10 0,-8 2-12 16,-6-1-16-16,-9 2-14 0,-8 0-40 0,-4 0-26 15,-7-1-51-15,-2-1-55 0,-7 5-36 0,-3-3-50 16,-4 5-106-16,-7-12-201 0,-5 8-130 0</inkml:trace>
  <inkml:trace contextRef="#ctx0" brushRef="#br0" timeOffset="8048.73">12116 5127 134 0,'-19'2'399'0,"3"1"-89"0,-1 0-46 0,-1-2-45 0,1 3-27 0,-2-2-27 0,4 2-28 15,2-2-33-15,0 1 11 0,3 0-12 0,2 2 5 16,8-5 2-16,-3 5-39 0,3-5 7 0,14 9-36 15,4-4 21-15,12 1-31 0,15 2 15 0,9-2-10 16,16 2 13-16,7-3-32 0,7 1 29 0,7-3-29 16,7 0 21-16,4-3-30 0,7 0 22 0,0 0-38 15,-1-4 36-15,1 1-28 0,-1-2 5 0,1 0-2 0,-4-1 2 16,-4 0 15-16,-4-2 0 0,-5 1-8 16,-6 2-1-16,-11-1 2 0,-15 2-2 0,-5 0-3 15,-8 1-1-15,-12 0-6 0,-10 2-6 0,-8 0 5 16,-17 1-2-16,0 0-2 0,0 0-8 0,-22 7-16 0,-13-1-11 15,-20 2 23-15,-18 3-26 0,-13 0 33 16,-7 0-24-16,-27 5 26 0,-7-2-18 0,2 2 27 16,-3-1-20-16,0-1 25 0,-1 0-29 0,0 0 33 0,0-2-24 15,5 1 32-15,23-3-20 0,3 0 24 0,2 0-24 16,4-1 23-16,6 2-31 0,7-3 34 0,7-1-30 16,19-1 15-16,5-1 5 0,13-2 8 15,9 1-7-15,7 0 6 0,19-4 17 0,-8 2-3 0,8-2-11 16,24-1 19-16,11-3-25 0,15-1 11 0,24-2-31 15,12-1 19-15,7-4-18 0,28-1 18 0,6-1-17 16,3 2 16-16,6-1-25 0,0-1 19 0,-1 3-16 16,-6-1 18-16,-4 3-22 0,-20 0 20 0,-4 2-15 15,-7 2-4-15,-4-1 23 0,-10 5-25 0,-16 0 14 16,-8 1-67-16,-13 1-7 0,-8 2-42 0,-8 1-16 16,-8 2-55-16,-10 0-88 0,-6 3-142 0,-6-2-243 15,-11 2-164-15</inkml:trace>
  <inkml:trace contextRef="#ctx0" brushRef="#br0" timeOffset="22400.29">14421 6531 544 0,'-9'7'709'0,"0"-1"-158"0,0-2-97 15,1 1-110-15,2-2-68 0,-1 2-49 0,7-5-42 0,-10 6-33 16,10-6-21-16,-9 6-14 0,9-6 2 0,-8 6 14 0,8-6 17 16,-4 5 22-16,4-5 1 0,0 0 18 15,12 1-28-15,0-2-22 0,4-4-19 0,7-3-21 16,8-3 16-16,7-4-58 0,3-2 31 0,10-7-54 15,4-2 29-15,1-3-52 0,1-2 36 0,0-1-49 16,3-3-1-16,0 0 0 0,0-2 1 0,0-3-12 0,2 2-11 16,-2-2-32-16,-1 1-21 0,-2-2-46 15,1 1-50-15,-6 1-47 0,-1 1-44 0,-4 2-48 16,-6 4-37-16,-7 7-56 0,-4 2-81 0,-7 5-483 0,-5 1-555 16</inkml:trace>
  <inkml:trace contextRef="#ctx0" brushRef="#br0" timeOffset="25448.25">6152 8706 279 0,'-13'-1'630'0,"2"-1"-176"0,0 0-87 16,11 2-102-16,-16-2-54 0,16 2-128 0,-12-2-49 15,12 2-57-15,0 0-38 0,0 0-65 0,-10 3-84 16,10-3-121-16,0 0-163 0,0 0 17 0</inkml:trace>
  <inkml:trace contextRef="#ctx0" brushRef="#br0" timeOffset="25700.28">8953 8392 148 0,'0'0'-51'0,"0"0"17"15</inkml:trace>
  <inkml:trace contextRef="#ctx0" brushRef="#br0" timeOffset="26065.1">12019 8516 515 0,'-14'1'535'0,"14"-1"-151"15,0 0-156-15,-16 0-170 0,16 0-92 0,-11 2-79 16,11-2-40-16,-6 3-295 0,6-3 77 0</inkml:trace>
  <inkml:trace contextRef="#ctx0" brushRef="#br0" timeOffset="26498.44">12146 8063 578 0,'0'0'701'16,"-12"2"-169"-16,12-2-106 0,0 0-106 0,-13 0-67 0,13 0-50 15,-10 3-47-15,10-3-24 0,-9 6-26 0,9-6-20 16,-5 8-16-16,5-8-11 0,-3 9-6 0,3-9-4 16,0 10 1-16,0-10 10 0,4 10 16 0,0-4 10 15,3-1 15-15,0-2 6 0,6 1 6 16,0-2 1-16,5 0-6 0,1-2-1 0,5-3-7 0,2-3-8 16,6-2-13-16,4-7 7 0,2-1 1 0,0-3-16 15,2-3-12-15,8-9-5 0,0-3-20 0,3-3 4 16,-3-5-19-16,7-1 1 0,3-3-8 0,1-2 2 15,11-9-11-15,0 0-10 0,-11 7-15 0,11-7-18 16,-14 7-31-16,1 4-24 0,-2-1-31 0,-3 4-49 16,-5 2-51-16,-1 6-70 0,-10 9-43 0,-4 1-105 15,-4 5-148-15,-6 5-343 0,-4 5-510 0</inkml:trace>
  <inkml:trace contextRef="#ctx0" brushRef="#br0" timeOffset="33498.25">4186 10318 27 0,'0'0'378'16,"-19"3"-117"-16,8-2-52 0,-1 1-44 0,-2 2-5 15,0-2-35-15,-1 3 13 0,-1-3-13 16,0 4 9-16,-1-2-26 0,0 0 6 0,0 1-25 16,0-1 0-16,-1 2-14 0,0-1 10 0,-1-1-33 0,1 0 8 15,-1 2-29-15,1-1 17 0,1-1-17 0,2-1 21 16,1 1-2-16,4-1 3 0,-3 1-1 0,4-3-9 16,0 2-8-16,9-3-6 0,-13 3-5 15,13-3 0-15,0 0-5 0,0 0 1 0,0 0-7 0,17-6 5 16,-2 0-6-16,7-1-2 0,7-2 9 0,2-3-2 15,9-1-4-15,-1 0 5 0,5-2 5 0,-2 0 6 16,1 1 6-16,0-1-5 0,0 1 0 0,-1 0 2 16,-2 2 4-16,-3 1 1 0,-6 0-6 0,-7 5-8 15,-3 0-2-15,-2 0 4 0,-4 2-15 0,-5 1 1 16,-10 3-4-16,0 0 1 0,6 4-3 0,-16 2-8 16,-11 5 6-16,-14 5 0 0,-7 2-3 0,-16 5 5 15,-4 1-4-15,-5 1 2 0,1-1-2 0,-4-2 8 16,3-3 13-16,3 0 35 0,13-4 33 0,5-4 41 15,5 0 17-15,10-3-8 0,6-1-18 0,3-1-28 16,7-2-16-16,5-1-13 0,10-3-16 0,0 0-11 16,10-3-9-16,6 1-2 0,10-4-7 0,14-5-3 15,4 1-3-15,4-4-2 0,1 1-2 0,11-3-2 16,2 0 0-16,-1-1-1 0,-2 0-2 0,-10 4-3 16,-4 2 5-16,-5 0-11 0,-8 4-19 0,-5 0-8 15,-5 1 1-15,-7 3 1 0,-2 0 0 0,-13 3-6 16,7-3-8-16,-7 3-17 0,0 0-35 0,-17 3-4 15,4 0 1-15,-5 0-4 0,-1-1-13 0,-4 2-18 0,0 0-14 16,0 0-11-16,3-1-29 0,3 0-47 0,0 2-41 16,3-3-55-16,4 1-427 0,1 0-268 0</inkml:trace>
  <inkml:trace contextRef="#ctx0" brushRef="#br0" timeOffset="34897.5">3423 10134 109 0,'0'0'410'0,"0"0"-100"0,0 0-83 0,0 0-37 16,0 0-55-16,2 8-16 0,-2-8-38 0,0 0 11 15,0 0-19-15,0 0 8 0,0 0-21 0,0 0 5 16,6-5-30-16,-6 5 15 0,8-8-23 0,-6 1 44 16,5 0 6-16,-2-1-3 0,1-2-3 0,-2 0-9 15,3-2 4-15,0-1 6 0,-2 0 20 0,2-1-41 16,-2 0 14-16,0-3-33 0,0 0 15 0,-1 0-36 15,-2-2 3-15,2-1-4 0,0 1 8 0,-2-3 2 16,1 1-2-16,-3 1 3 0,1-1-10 0,-1 0 6 16,-1 1-4-16,1-4 6 0,-4-1-3 0,3 2 9 15,-3 1-3-15,0-2 1 0,-1-1 4 0,1 3-2 0,-1-1 3 16,-1 0 5-16,-1-2-15 0,1 5 0 16,1-2-1-16,-4 1-3 0,4 1 4 0,-3-1-9 15,2 0-1-15,-1 1-1 0,0 1-2 0,0 1 0 16,2 0-6-16,-3-1 5 0,2 5 0 0,0-4-2 15,1 3-5-15,-2-2 25 0,2 0-23 0,-1 3 17 16,-2-1-18-16,2 0 0 0,-2-1 0 0,3 1-5 0,-4 0 4 16,1 3-1-16,-1-6 4 0,2 3-7 0,-3-1 3 15,2 1 12-15,-1-1-6 0,0 4 4 0,-1-4-5 16,2 1 5-16,-1 3-1 0,0-2-14 16,0 1 15-16,0 0 7 0,-1 1 6 0,2-1-2 0,1-1 0 15,-2 3-5-15,-1-1-6 0,2-1 2 0,0 2 5 16,-1-1 6-16,2 2-16 0,-1-1 0 0,0 0-2 15,2 2 1-15,-3-2 0 0,1 1 5 0,0-1-5 16,0 2-4-16,0-1 5 0,0 2-2 0,0-3-2 16,0 3 1-16,0-2 2 0,-1 3 3 0,1-2-12 15,1 2 7-15,-1 0 2 0,-1-2 0 0,1 4-2 16,0-3-1-16,0 1 0 0,0 1 3 0,-2 0-6 16,2 0 3-16,2 0 0 0,-2 1 4 0,-2-1 9 15,2 0-13-15,1 3 3 0,-1-3-6 0,-2 0 3 16,2 3 1-16,-1 0 0 0,-1-1-1 0,1 0 1 15,0-1 0-15,0 4 11 0,-2-2-15 0,0 0-1 16,1 2 1-16,-1 0 8 0,-1 1-9 0,12 0 2 16,-23 0 5-16,11 1-5 0,1 0 0 0,0 2 7 15,-1 0-2-15,1-2-4 0,-1 4-2 0,-1-1 2 16,3 0 1-16,-3 1-1 0,1 1 4 0,-1 1-2 16,0-1-2-16,3 1 5 0,-2 2-7 0,1-1 4 15,-1 1 2-15,3 2 2 0,-3 0 2 0,0 1-1 0,3-1-3 16,-1 2 2-16,0-1 1 0,1 1 1 0,-2 0 14 15,2 4 18-15,0-1-8 0,3-2-2 0,-4 4-2 16,5 0-8-16,-3 1 23 0,3 1 3 0,-1 1 16 16,1 0-9-16,1-1-2 0,0 2-5 0,0-2 7 15,3 0 7-15,-2-1-11 0,3 2 0 0,-1-1-12 16,2-1 0-16,-1 3-6 0,0 1 10 0,3 2-5 16,-2-2 6-16,3 2-6 0,-2 0-1 0,2-1-7 0,0 4-1 15,0-3-11-15,5 2 5 0,-4 0-10 16,1 1 4-16,2-1-6 0,0-4 5 0,-2 0-3 0,0-1 1 15,1 1-6-15,-1-2 6 0,3-1-9 16,-2 0 6-16,-1-1-9 0,-1-2 10 0,0-1-9 0,1-2 2 16,1-1-4-16,-3 1 1 0,1-2-31 0,0-1-31 15,-1 0-44-15,2-2-52 0,-3 1-71 16,1-1-28-16,-2 0-39 0,2-2-64 0,-3 3-78 0,1-2-407 16,-2-1-390-16</inkml:trace>
  <inkml:trace contextRef="#ctx0" brushRef="#br0" timeOffset="35315.25">2345 9756 492 0,'0'0'535'0,"-8"-2"-141"0,8 2-73 0,0 0-79 0,-8-5-36 16,8 5-55-16,0 0-15 0,-7-2-21 0,7 2-18 15,0 0-6-15,0 0-7 0,0 0-13 0,0 0-6 16,0 0-10-16,0 0-9 0,0 0 3 0,5 8 1 16,1-1 17-16,1-1-15 0,0 0-9 0,5 4-7 15,-2-3-4-15,2 3-7 0,0-2-3 0,1 3 1 16,1-3 1-16,-2 1-2 0,-1 0 4 0,3 0 8 16,-2-1 11-16,-1 0 5 0,2-1 7 0,-3-2 0 15,2 0 1-15,-3 0 11 0,1 1 10 0,0-5 3 16,-1 2 3-16,1-2-5 0,-10-1-1 0,21 0-3 0,-11-3-4 15,1 1-1-15,0-4 15 0,0-1 3 0,2-3-8 16,-3-1-11-16,2-4-4 0,-1-2 14 0,2-7-31 16,1-1 6-16,-4-4-23 0,3-7 9 15,-3-1-22-15,-1-4 14 0,0 0-25 0,-1-1 23 0,-5 1-31 16,0 3-1-16,0 2 2 0,-2 3 1 16,-1 2 1-16,1 5-1 0,-1-1-19 0,-1 6-100 0,2 2-99 15,-2 1-121-15,1 4-101 0,0 3-180 0,-3 0-500 16,2 5-733-16</inkml:trace>
  <inkml:trace contextRef="#ctx0" brushRef="#br0" timeOffset="37230.94">5702 10545 476 0,'-27'2'355'0,"4"2"-78"16,3-4-56-16,1 4-48 0,3-3-32 0,2 1-21 0,5-1-24 15,9-1-44-15,-14 3 15 0,14-3-14 0,0 0-5 16,0 0-4-16,12 3 10 0,0-3-10 0,8-1 8 16,4-1-22-16,5-1 8 0,7 0-13 15,9-3 24-15,5-1-11 0,3-1 11 0,1-1-9 0,16-1-4 16,-2 0 5-16,1-2 10 0,-1 0 31 0,-3-1-36 15,3 1 30-15,-17 2-36 0,-1-1 20 0,-6 3-32 16,-7 0 14-16,-5 2-27 0,-7 1 14 16,-2 0-22-16,-6 2-4 0,-5 1 0 0,-12 2 20 0,13-2-23 15,-13 2-7-15,-10 6 6 0,-6 0 1 0,-12 2-1 16,-14 3 1-16,-3 1-2 0,-14 4 26 0,-3 2-37 16,-3-2 32-16,-2 1-22 0,1 0 19 0,-3-1-26 15,1-1 22-15,-1-1-23 0,1-1 21 0,3-1-22 16,0 1 22-16,11-4-18 0,3 1 24 0,5-1-23 15,0-1 25-15,13-1-23 0,2-3 23 0,7 1-17 16,7 1 14-16,-1-2-21 0,8-1 24 0,4 1-25 16,6-4 25-16,2 10-26 0,6-7 17 0,10 1-18 15,9-2 27-15,10-2-20 0,10-1 24 0,9-3 1 16,13-2 11-16,8-3 1 0,1 1 2 16,6-5 14-16,1 0-4 0,-4 1 19 0,1-1-14 0,-6-2 4 15,-5 4-16-15,-3-1-3 0,-16 3-8 0,-7 1-4 16,-8 3-55-16,-10 0-18 0,-5 1-34 0,-9 3-20 15,-13 1-74-15,0 0-62 0,-4 5-80 0,-18 3-123 0,-18 2-306 16,-20 4-258-16</inkml:trace>
  <inkml:trace contextRef="#ctx0" brushRef="#br0" timeOffset="40580.94">9380 10366 583 0,'0'0'420'0,"0"0"-73"0,-15-1-96 0,15 1-32 0,0 0-58 16,0 0 3-16,-13 0-37 0,13 0 12 0,0 0-38 15,0 0 16-15,0 0-32 0,-13-2 14 0,13 2-36 16,0 0 13-16,0 0-34 0,0 0 12 0,0 0-28 15,0 0 20-15,0 0-9 0,9-7 21 0,5 2-25 16,8-3 12-16,7-3-27 0,10-3 16 0,4-1-25 16,15-6 15-16,2 0-17 0,1-1 16 0,2-1-12 0,-2-2 32 15,2 2 15-15,-2 0 10 0,-1-1-2 16,-4 2-2-16,-1-1-1 0,-14 9-4 0,-1-2-8 16,-10 5-9-16,-1 0-6 0,-8 2-11 0,0 2 0 15,-6 0-6-15,-1 3-6 0,-6 1-2 0,-8 3 2 0,0 0-4 16,0 0-6-16,0 0 1 0,-25 9 0 0,-1 1-4 15,-10 5 0-15,-5 0 0 0,-5 2 0 16,-10 5-2-16,-3-3 0 0,0 2 2 0,0 1 0 0,-1-2-5 16,3 1 2-16,-1-2 3 0,11-1 0 0,2-1-2 15,4 0 5-15,3-3 4 0,10-3-1 16,2 1 3-16,7-4-2 0,5 0-3 0,1 1 2 0,8-3-4 16,5-6 2-16,1 10-1 0,7-7-2 0,7-2 1 15,6-2 2-15,7-1-4 0,12-2 4 0,6-3-4 16,2-5 4-16,3-1-5 0,9-3 13 0,1 0 14 15,-4-2 13-15,2 0 12 0,-3-1 6 16,-10 4 2-16,1-1 0 0,-2 1-7 0,-3 0 1 0,-3 3-10 16,-9 2-6-16,-7 2-6 0,-2 1-4 0,-1 0-11 15,-5 1 1-15,-2 2-2 0,-4 0-2 0,0 1-1 16,-9 3-7-16,5-5 1 0,-5 5-5 0,0 0 2 16,-14-1 0-16,14 1 1 0,-19 3-6 0,5-2-13 15,-1 3-44-15,-2-1-56 0,3 1-66 0,-1 0-71 16,-1 0-51-16,1 1-79 0,2 0-81 0,2 0-481 15,-2-1-526-15</inkml:trace>
  <inkml:trace contextRef="#ctx0" brushRef="#br0" timeOffset="41363.55">9229 10068 485 0,'0'0'430'0,"0"0"-68"0,0 0-96 0,9-5-23 16,-9 5-32-16,3-7-14 0,-2 1-20 15,2-1-28-15,-1-1-14 0,-2-3-14 0,2 0-4 16,-1-1-2-16,0-1-26 0,-1-3-8 0,1 0-15 16,-1-3-12-16,-1-2-25 0,1-5 14 0,-2-1-15 0,0-5 3 15,-3-3-7-15,0-6 5 0,-3-1-17 16,1-1 14-16,-4-5-19 0,1 1 9 0,-4-2-14 16,-1-6 12-16,-2-1-2 0,-1 4-1 0,-1-1-9 15,-1 3 4-15,-1-1-10 0,1 10 17 0,-4-7-8 16,3 7 7-16,-3 3 9 0,-3-6 15 0,3 7-7 0,-2-1 10 15,2 3 4-15,-2-1-9 0,1 3-3 16,-1-1-6-16,1 4-7 0,-1 0-1 0,2 1-6 16,-2 3 0-16,2 1-2 0,0 0-3 0,3 5 2 0,3 2-1 15,-2 3 1-15,3 0-5 0,-1 1 2 0,3 1-1 16,0 3-2-16,0-1 2 0,2 2-1 0,1 2 0 16,-3 1 0-16,3 0-5 0,-1 5 4 0,1-2-2 15,-1 1-2-15,-2 4 4 0,-2 1 1 0,-1 1-2 16,-1 3 2-16,-3 2 2 0,2 1 2 0,-3 6-6 15,1 1 21-15,-1 2-5 0,-3 5 0 0,2 2 5 16,2 0-7-16,3 4 1 0,4-6-4 0,1 3-2 16,2 1 12-16,2-1 2 0,5 4-2 0,1 0 5 15,3-5 0-15,1 1 2 0,1 2-6 0,4 3-2 16,-1-1 0-16,4 0-8 0,-2 1 2 0,2-2-7 16,-1-1 4-16,2 3-4 0,-1-3 0 0,1 3 0 15,-3-4-5-15,3 1 1 0,-2 0 0 0,-1-1-1 16,-2-4 0-16,1-1-2 0,1 1 0 0,-2-2-5 15,0-1-30-15,0-2-57 0,-2-2-65 0,1 0-27 16,0-1-52-16,-1-2-16 0,2-3-51 0,-3 3-55 0,3-4-87 16,-4-1-317-16,1-3-274 0</inkml:trace>
  <inkml:trace contextRef="#ctx0" brushRef="#br0" timeOffset="41680.49">8051 9481 331 0,'-13'1'653'0,"13"-1"-140"16,-11 2-117-16,11-2-75 0,-14 3-71 0,14-3-40 15,-11 4-17-15,11-4-20 0,-7 9-3 0,3-2-7 16,3-1-1-16,2 5-24 0,3 1-21 0,2 2-20 0,3 4-15 16,3 0-18-16,4 2-8 0,4 0-13 0,1 0 4 15,2-2 9-15,3-3 24 0,-2 0 0 0,-5-5 2 16,3 0 14-16,-2-3 12 0,-3-2 13 0,-1-1 13 15,-1-3 3-15,-2-1-1 0,3-3-13 0,-1-3-18 16,-2-2-22-16,1-5-14 0,0-1-16 0,-2-4-7 16,0-5-12-16,0-4-7 0,-3-1-8 0,1-3-5 15,-1-7-1-15,0 0 0 0,-1-3-1 0,-2-1-14 16,-1 1 9-16,-1 6-14 0,1-1-12 0,0 1-27 16,2 3-58-16,-1 1-60 0,2 1-61 0,-2 4-109 15,7 2-107-15,-3 5-119 0,4 2-678 0,0 2-848 16</inkml:trace>
  <inkml:trace contextRef="#ctx0" brushRef="#br0" timeOffset="45947.07">11909 10562 471 0,'-11'-3'385'0,"0"0"-84"0,4 0-58 0,7 3-62 0,-15-4-25 0,15 4-39 16,-11-3 0-16,11 3-26 0,0 0 3 0,-5-4-24 16,5 4 13-16,16-5-32 0,0 0 10 0,7-1-17 0,12 0 17 15,8-4-31-15,8 0 24 0,12-5-28 16,2 1 29-16,0-2-17 0,4 0 28 0,-2-1-29 0,2-1 24 16,0 1-30-16,-2-2 25 0,1 2-26 15,0-3 16-15,-1 1-36 0,-3 1 24 0,-2 2-27 0,-15 1 21 16,-1 2-26-16,-6 2 3 0,-8 1-5 0,-7 3 20 15,-4 3-29-15,-7-2 24 0,-5 3-23 0,-9 3 28 16,0 0-27-16,-8 4 23 0,-7 2-28 0,-15 3 23 16,-13 6-19-16,-15 3 16 0,-2 2-15 0,-5 2 22 15,-4 0-24-15,-4 2 22 0,-3-2-23 0,0 0 21 16,2-1-24-16,1-1 27 0,4 0-19 0,5-3 18 16,4-1 0-16,13-3-2 0,3-3-9 0,11 0 8 15,4-4-13-15,5 0 11 0,3 1-2 0,3-2 0 16,8-2-1-16,10-3 1 0,-5 8 1 0,5-8-7 15,19 1 7-15,8-2-5 0,11-3-19 0,12-3 22 16,4-2-22-16,15-2 17 0,1-1-10 0,2-3 19 0,4 0-17 16,-3-2 23-16,5 1-17 0,-2-3 23 15,-1 1-18-15,-2 1 17 0,-4 0-23 0,-5 2 21 16,-15 3-20-16,-5 1 19 0,-9 3-25 0,-10 2 20 16,-6 4-23-16,-6-1 18 0,-13 3-21 0,0 0-3 15,0 0-51-15,-15 10 6 0,-10-3-48 0,-12 6-16 16,-5 1-47-16,-4 0-46 0,-9 6-35 0,-2-1-99 15,8-4-257-15,-6 5-122 0</inkml:trace>
  <inkml:trace contextRef="#ctx0" brushRef="#br0" timeOffset="57697.42">5100 15033 83 0,'0'0'225'0,"0"0"-44"0,0 0-21 0,0 0-23 0,0 0-12 15,0 0-5-15,0 0-17 0,0 0-5 16,0 0-19-16,0 0-4 0,0 0-16 0,0 0 0 0,0 0-13 16,0 0 3-16,-6-4-13 0,6 4 9 0,0 0-13 15,0 0 8-15,0 0-15 0,-9-2 9 0,9 2-10 16,0 0 6-16,0 0-19 0,0 0 13 16,0 0-16-16,0 0 9 0,-9-4-14 0,9 4 10 0,0 0-13 15,0 0 11-15,0 0-17 0,0 0 7 0,0 0-33 16,0 0-34-16,0 0-60 0,0 0-68 0,0 0-286 15,9-1 32-15</inkml:trace>
  <inkml:trace contextRef="#ctx0" brushRef="#br0" timeOffset="58596.81">5142 15012 223 0,'0'0'375'0,"-10"-4"-84"0,10 4-70 0,-14-3-28 0,14 3-43 0,-13 0-2 16,13 0-31-16,-14 0 1 0,14 0-38 0,-14 0 14 15,14 0-29-15,-14 3 4 0,14-3-25 0,0 0 10 16,-14 0-24-16,14 0 14 0,0 0-28 0,0 0 21 16,0 0 6-16,0 0 20 0,1-6-11 0,11 0 8 15,7-4-27-15,5 0 16 0,7-4-9 0,7-1 26 16,3-3-17-16,5 0 10 0,8-5-15 0,-2 1 14 16,2-1 2-16,-2 1 0 0,-8 3 13 0,-1 1-20 15,-3 0-8-15,-5 4-7 0,-4 1-13 0,-4 1 5 16,-5 3-11-16,-4 3-6 0,-2-1-2 0,-3 1-1 0,-4 3 0 15,-9 3-5-15,9-3 3 0,-9 3 2 16,-9 2-9-16,-3 1 9 0,-8 4-5 0,-8 2 4 16,-4 0 13-16,-9 4 2 0,-2-2 21 0,-6 1-4 15,-1 0-1-15,0-2-6 0,-1 2 18 0,3-1-7 16,-1-3 10-16,3 1-12 0,9-1 2 0,5-3-19 0,4-2 8 16,6 3-3-16,2-2-3 0,2-2-16 15,8 1 5-15,10-3-13 0,0 0 9 0,0 0-14 16,0 0 13-16,24-3-13 0,0-1 11 0,7-3-11 0,2 1 9 15,9-4-9-15,3-1 10 0,-2-1-10 16,1 0 8-16,2-1-6 0,-4 0 9 0,-1-1-6 0,-3 1-4 16,-7 2 3-16,-3 3 0 0,-6 1 1 0,-3 1 0 15,-1 0-4-15,-4 1 1 0,-5 1 1 0,1 2-1 16,-10 2-3-16,0 0 1 0,0 0 1 0,0 0 4 16,-20 8-10-16,-2 1 11 0,-6 3-15 0,-8 0 13 15,-1 2-14-15,-3 1 13 0,0-1-16 0,0 0 8 16,3 0-20-16,6-3-27 0,3-3-51 0,5 3-59 15,3-4-37-15,2-1-57 0,5 0-8 0,2 0-48 16,4-3-70-16,7-3-368 0,-5 8-262 0</inkml:trace>
  <inkml:trace contextRef="#ctx0" brushRef="#br0" timeOffset="60547.18">6801 15068 128 0,'0'0'413'0,"0"0"-119"0,-15-2-21 0,15 2-49 0,0 0-20 0,-12 0-40 0,12 0-4 16,0 0-15-16,0 0 1 0,0 0-9 0,0 0-7 16,0 0 1-16,12-4-17 0,0 3-16 0,5-2-10 15,6-1-12-15,5-3-5 0,5 0-16 0,11-2 5 16,6-2-5-16,1-1 1 0,10-5 5 0,3 0 11 16,0-2-1-16,0 0 5 0,0-1 18 0,-3 0-14 15,2-2-2-15,-4 3-15 0,-3 0 2 0,-11 4-12 16,-3 2 12-16,-5 1-8 0,-9 2-4 0,-6 1-6 0,-2 3-10 15,-3-1 0-15,-7 4-16 0,-10 3-5 16,4-5-3-16,-4 5-2 0,-17 2-3 0,-6 4-2 16,-10 2 5-16,-13 4-4 0,-14 3-10 0,-5 2 4 15,-6 3-10-15,-4-2 10 0,1 0-5 0,-4 1 5 0,1-1-4 16,3 0 9-16,-1-1-3 0,3 0 7 0,3-2-3 16,4-1 11-16,15-2 3 0,4-2 4 15,12-2-5-15,3-1 2 0,8-1-9 0,6-2 4 16,8 2-9-16,9-6 6 0,-6 6-9 0,6-6 5 0,20 3-6 15,2-5 0-15,13-1 6 0,9-3-8 0,9-2 2 16,12-4-3-16,4-1 3 0,2-4-1 0,1 0 2 16,-2-2-4-16,2-1 7 0,-6 0-6 0,-2 1 4 15,-5 0-11-15,-13 6-30 0,-4 1-55 0,-10 3-55 16,-4 0-52-16,-7 2-47 0,-7 2-50 0,-8 1-60 16,-6 4-39-16,0 0-64 0,0 0-289 0,-18-3-254 15</inkml:trace>
  <inkml:trace contextRef="#ctx0" brushRef="#br0" timeOffset="65330.39">10533 15041 212 0,'0'0'638'0,"1"-11"-159"0,-1 11-121 0,1-12-72 0,-1 12-56 0,2-10-60 0,-2 10-51 15,0-7-43-15,0 7-39 0,1-8-42 0,-1 8-42 16,0 0-33-16,1-7-14 0,-1 7-46 0,0 0-51 0,0 0-73 15,0 0-293-15,12 3-69 0</inkml:trace>
  <inkml:trace contextRef="#ctx0" brushRef="#br0" timeOffset="66363.33">10070 15456 337 0,'-6'-4'490'0,"-2"0"-91"0,8 4-92 0,-7-9-62 0,7 9-42 0,-3-9-23 0,3 9-20 16,8-10-12-16,2 3 19 0,5 1-24 0,8-2 13 16,8-3-22-16,11 0 0 0,9-1-10 0,16-3-5 0,8-1-3 15,4 0 14-15,8 2-15 0,5-3-14 16,27-2 25-16,1 0-5 0,4 3-19 0,3-2-11 15,-3 3-11-15,1-1-9 0,-1 2 1 0,0 0-21 16,-4 1-8-16,-19 4-6 0,0-2-7 0,-5 1-4 16,-4 1-6-16,-7 1 16 0,-4-1-20 0,-7 2-3 0,-15 2 0 15,-7 1-4-15,-2-1 0 0,-13 1-6 0,-8 3-8 16,-2-2-1-16,-5 1 0 0,-3 1 5 0,-1 0-4 16,-6-1 1-16,-12 2 5 0,11-2 11 0,-11 2-20 15,0 0-2-15,0 0 3 0,0 0-2 0,-18 0-7 16,4 0-14-16,0 2-15 0,-4-2-28 0,0 0-46 15,-3 0-40-15,-2 0-51 0,-4 2-35 0,-4 0-15 16,-6 1-37-16,-8 1-33 0,-3 2-44 0,-6 2-469 16,0 1-384-16</inkml:trace>
  <inkml:trace contextRef="#ctx0" brushRef="#br0" timeOffset="67879.56">14982 15421 127 0,'-7'-5'321'0,"-2"0"-82"16,4 2-38-16,0-1-21 0,-3-1 3 0,8 5-30 15,-10-6 2-15,10 6-17 0,-9-6 8 0,9 6-4 16,-10-4-14-16,10 4-4 0,-6-4-12 0,6 4-14 16,-7-4-3-16,7 4-8 0,0 0-5 0,-4-4-1 15,4 4 14-15,0 0 15 0,12-3 10 0,0 1 3 16,7 2 10-16,7-4 20 0,13 2-7 0,12-4-11 15,19-2 4-15,9-1-17 0,12-1 8 0,6-2 5 16,26-2-1-16,2 0-4 0,7 0 9 0,3-1-24 0,1 1-13 16,-2 2-19-16,0 1 21 0,-5-1-26 15,-5 3-4-15,-20 0-31 0,-1 1 9 0,-3 0-23 0,-3 1 6 16,-5 1-24-16,-3-1 21 0,-4 0-29 0,-8 0 22 16,-5 1-24-16,-15 0 22 0,-4 1-27 0,-2 1 24 15,-12 0-26-15,-2 0 24 0,-4 1-26 0,-5-1 3 16,-5 3-26-16,-1-2 2 0,-4-1-23 0,-2 4-11 15,-3-3-20-15,1 0-65 0,-4 2-70 0,-1-3-27 16,0 0-2-16,-9 4-27 0,9-8-8 0,-9 8-16 16,4-9-26-16,-4 9-25 0,-1-7-34 0,1 7-419 15,-5-6-330-15</inkml:trace>
  <inkml:trace contextRef="#ctx0" brushRef="#br0" timeOffset="74096.67">5270 14153 383 0,'-6'5'307'0,"6"-5"-81"0,-9 3-82 0,9-3-58 15,0 0-54-15,0 0-59 0,0 0-68 0,7 3-95 16,-7-3-81-16,23 0 82 0</inkml:trace>
  <inkml:trace contextRef="#ctx0" brushRef="#br0" timeOffset="74479.09">7178 14225 174 0,'0'0'551'0,"0"0"-167"16,0 0-129-16,0 0-175 0,-4 7-131 0,4-7-121 16,0 0-217-16,0 5 158 0</inkml:trace>
  <inkml:trace contextRef="#ctx0" brushRef="#br0" timeOffset="75930.31">12185 13758 394 0,'0'-8'465'0,"-1"2"-118"0,1 6-69 0,-1-11-81 0,1 11-19 0,-4-11-56 0,4 11-49 16,0-8-59-16,0 8-48 0,-1-7-27 0,1 7-23 15,0 0-29-15,5-6-25 0,-5 6-66 0,0 0-249 16,9-3 73-16</inkml:trace>
  <inkml:trace contextRef="#ctx0" brushRef="#br0" timeOffset="76379.85">13346 13853 293 0,'-1'-10'524'0,"-1"-3"-109"0,2 3-128 0,-2-1-86 16,0 3-90-16,1 0-62 0,1 1-84 0,-1 1-47 16,1 6-67-16,0-14-100 0,1 10-183 0,-1 4 100 15</inkml:trace>
  <inkml:trace contextRef="#ctx0" brushRef="#br0" timeOffset="77028.88">14277 13828 27 0,'-7'-5'233'0,"7"5"-81"0,0 0-76 16,0 0-61-16,0 0-54 0,-12 0-109 0,12 0 40 16</inkml:trace>
  <inkml:trace contextRef="#ctx0" brushRef="#br0" timeOffset="77295.59">15343 13769 244 0,'0'0'331'0,"0"0"-92"0,0 0-82 0,-2-5-98 15,2 5-95-15,0 0-276 0,0 0 231 0</inkml:trace>
  <inkml:trace contextRef="#ctx0" brushRef="#br0" timeOffset="79812.88">11790 15248 38 0,'0'0'421'15,"-1"-8"-177"-15,1 8-173 0,1-6-206 0,-1 6-68 0,0 0 61 16</inkml:trace>
  <inkml:trace contextRef="#ctx0" brushRef="#br0" timeOffset="80062.11">16177 15115 797 0,'19'-10'641'16,"-6"2"-151"-16,-1-1-197 0,-3 4-215 0,-1 1-174 15,-8 4-108-15,0 0-108 0,0 0-215 0,11 3-32 16</inkml:trace>
  <inkml:trace contextRef="#ctx0" brushRef="#br0" timeOffset="80296.17">11085 15390 543 0,'-15'-11'504'0,"6"-2"-119"16,2 2-197-16,2 2-170 0,5 9-162 0,5-10-326 15,-5 10 47-15</inkml:trace>
  <inkml:trace contextRef="#ctx0" brushRef="#br0" timeOffset="87678.31">15700 13716 108 0,'0'0'387'0,"0"0"-108"0,0 0-60 15,0 0-43-15,0 0-42 0,0 0-28 0,0 0-21 16,0 0-30-16,0 0 2 0,0 0-12 0,4-4-13 16,-4 4-10-16,0 0-26 0,0 0-35 0,0 0-50 0,3 4-84 15,-3-4-269-15,0 0 85 0</inkml:trace>
  <inkml:trace contextRef="#ctx0" brushRef="#br0" timeOffset="99577.71">11884 14789 249 0,'0'0'201'0,"0"0"-71"0,0 0-53 16,5-5-45-16,-5 5-42 0,0 0-45 0,0 0-144 15,10-3 60-15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2:03:23.2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13058 14274 212 0,'3'-8'236'0,"-2"0"-40"0,2 2-14 0,-3 6-20 0,1-12-13 0,-1 12-28 16,1-10-18-16,-1 10-28 0,0-8-13 0,0 8-17 16,0 0-9-16,1-7-8 0,-1 7-4 0,0 0-14 15,0 0 15-15,0 0 3 0,7 6 9 0,-5 0 8 16,1 0 5-16,1 0-20 0,1 2 10 0,0 0-4 16,0 1 17-16,5-1 28 0,-1 0-6 0,0 1 26 0,5-3-5 15,-1-2-22-15,5 0 22 0,1-2-12 0,4-2-10 16,5-6-13-16,7 0-12 0,7-5 3 0,8-5 5 15,11-6-10-15,4-4-7 0,7-3-10 16,1-2-1-16,16-11-7 0,0 0-6 0,2-2 2 0,-5-1 15 16,5 0-19-16,1-1 6 0,1-1-9 15,5 1 13-15,1-3-28 0,-1 1-65 0,-1-1-45 16,-1 0-38-16,-4 1-40 0,-4 1-52 0,-1 2-68 0,-16 9-352 16,-4 1-173-16</inkml:trace>
  <inkml:trace contextRef="#ctx0" brushRef="#br0" timeOffset="8018.39">6622 15573 197 0,'-6'-8'268'0,"1"1"-29"0,-3 1-38 0,4 0-41 0,-1 0-7 16,1 0-8-16,-1 1 2 0,1 0-26 0,4 5-9 15,-7-8-26-15,7 8 2 0,-7-6-30 0,7 6-11 16,-5-6 0-16,5 6-14 0,-4-5-3 0,4 5 6 0,-2-6-18 16,2 6 10-16,0 0-11 0,-3-6 23 0,3 6-23 15,0 0 21-15,5-6 0 0,2 2 29 0,2-1-3 16,5-3 7-16,5-4-12 0,5-3-9 0,12-4-9 15,6-5-1-15,12-4-18 0,1-2 14 0,6-1-2 16,3-3 7-16,5-1-18 0,-1-2-12 0,2 0 13 16,12-10-2-16,-12 9-12 0,13-9 7 15,-15 8-9-15,-3 2 9 0,-1 2-13 0,-4 2 3 16,-4 2-37-16,-5 3-36 0,-11 6-33 0,-4 3-15 0,-4 2-34 16,-8 4-50-16,-4 2-55 0,-3 3-59 0,-3 1-253 15,-4 0-81-15</inkml:trace>
  <inkml:trace contextRef="#ctx0" brushRef="#br0" timeOffset="9396.73">8222 16352 435 0,'-2'-15'326'0,"-2"7"-53"0,1-3-46 15,1 5-42-15,-1-2-31 0,1 2-32 16,-1 0-21-16,3 6-24 0,-2-12-20 0,2 12-3 16,-3-7-10-16,3 7 7 0,0 0 7 0,5-10-4 0,-5 10 14 15,13-2 1-15,-13 2-11 0,18-3 1 16,-3 0-18-16,0 0 15 0,7-2-20 0,2-2 17 0,7-2-18 15,1-1 3-15,8-5-19 0,2-4 7 16,9-1 2-16,3-5 0 0,3-2-6 0,2-2-13 0,2-3 9 16,3-4-11-16,0-2 13 0,4-2-11 0,12-11 11 15,2-2-10-15,1-2 8 0,0 1-14 0,-3 1 7 16,-15 10-6-16,-3 2-27 0,-4 5-38 0,-6 4-45 16,-12 9-61-16,-7 4-66 0,-5 4-42 0,-7 6-25 15,-6 5-271-15,-2 0-86 0</inkml:trace>
  <inkml:trace contextRef="#ctx0" brushRef="#br0" timeOffset="10463.41">10061 17066 35 0,'-7'-5'420'0,"-1"-1"-115"0,1 1-40 0,1 0-16 0,0 0-26 0,-1 2-18 0,2-3-31 0,5 6-29 0,-7-5-28 0,7 5-25 16,-7-6-20-16,7 6-11 0,-2-8-16 15,2 8-9-15,6-10-6 0,2 1-3 0,2 1 7 16,6-3 16-16,5-1-20 0,2-3 9 0,9-3-23 16,4-2 16-16,1 1-25 0,1-3 12 0,12-4-12 15,0 0-3-15,2-3 1 0,3-2 2 0,-1 1-1 16,0-3-3-16,-1 2-6 0,2-1 11 0,-5 0-2 15,0-1 8-15,-3 2-38 0,-1-1-41 0,-11 6-39 16,-1 1-22-16,-3 3-28 0,-3-2-38 0,-6 7-25 0,-1 1-40 16,-7 0-259-16,-1 6-13 0</inkml:trace>
  <inkml:trace contextRef="#ctx0" brushRef="#br0" timeOffset="16062.99">13728 15712 170 0,'-9'-21'495'0,"0"1"-137"0,1-5-41 16,-3-2-38-16,-2 1-34 0,3-1-10 0,-3 1-5 15,4 2-16-15,0 2 30 0,-1 3 5 0,4 5-39 16,-1-1-43-16,3 3-36 0,-1 1-26 0,1 4-23 16,2 1-17-16,2 6-12 0,0 0 1 0,3 5 8 15,3 4 8-15,3 7 1 0,1 8-19 0,5 3 4 16,4 8-17-16,-1 1-1 0,3 4-15 0,-2 1 6 16,1 1-19-16,1 0 10 0,-3 0-11 0,1 1 2 15,-5-1-5-15,1 0 4 0,-2 0-10 0,-3 0-8 16,-1-4-91-16,-4-2-92 0,-1-4-75 0,-3-5-47 15,-1 2-49-15,-1-4-67 0,-3-5-435 0,-2-1-412 16</inkml:trace>
  <inkml:trace contextRef="#ctx0" brushRef="#br0" timeOffset="16245.94">13550 16105 56 0,'-6'-6'738'0,"-1"0"-207"0,1 3-118 15,6 3-87-15,-4-5-69 0,4 5-54 0,0 0-2 16,12-4-1-16,-12 4-19 0,20 2-20 0,-3-2-21 0,2 1-26 15,3 1-9-15,3 0-29 0,5 1-8 0,-1-1-16 16,4 3-4-16,-1 1-17 0,0-2-38 16,-4-1-65-16,0-1-72 0,-1 3-39 0,-1-2-39 0,-6-1-12 15,-1-2-36-15,-2 0-23 0,1-5-33 0,-5-1-17 16,-2 0-221-16,-2-3-78 0</inkml:trace>
  <inkml:trace contextRef="#ctx0" brushRef="#br0" timeOffset="16381.41">14031 16023 879 0,'-2'-18'150'0,"-1"1"47"15,0 0 35-15,-1 0 39 0,2-1-21 0,-2 3 49 16,1 0-23-16,2 4-31 0,-3-1-45 0,3 2-37 15,-1 4 23-15,2 6 25 0,0-8-5 0,0 8-15 16,0 0-18-16,3 9-38 0,-3-1-20 0,3 3-31 16,-2 2-16-16,0 5-10 0,-1 1-10 0,0 2-11 15,2 4-3-15,-2 1-59 0,1 1-101 0,-1-1-130 16,0 3-139-16,1-2-158 0,-1 0-492 0,0-4-662 16</inkml:trace>
  <inkml:trace contextRef="#ctx0" brushRef="#br0" timeOffset="17330.37">14267 16965 478 0,'4'-20'480'0,"2"4"-101"0,-2-1-25 0,0 0-40 0,0 1-29 0,-3-1-56 0,0-2-29 16,-1 5-34-16,-1-4-1 0,-1 3-2 0,-2-1-14 16,-3 1-23-16,-3 0-12 0,-4 2-19 0,-2 0-22 15,-3 4-12-15,-2 0-16 0,-2 4-10 0,-3 2-6 16,3-2-6-16,-5 5-2 0,3 0-2 0,-1 5-3 15,1-2-7-15,0 4-3 0,3 0 0 0,2 4 0 16,1 0-4-16,4 2 5 0,2 2-2 0,3 1-1 16,4 0-4-16,5-1 0 0,4 2-1 0,3-3 0 15,5 5-1-15,4-4 32 0,5 1-34 0,4-1 29 0,2 0-30 16,2-4 26-16,0 0-32 0,2 0 32 16,-2-2-33-16,1-1 33 0,-5-1-36 0,1 0 6 15,-5-1 1-15,-1 2 2 0,-2-3 1 0,-2 1 0 0,-4 3 30 16,0 0-34-16,-6-2 30 0,-1 5-30 0,-4 0 31 15,-4 1-27-15,-2 1 31 0,-6 3-29 0,-2 1 64 16,-5 1-6-16,-4-2 22 0,1 0-40 0,-1-1 23 16,-2-2-38-16,-1 0 23 0,7-3-33 0,-3-1 24 0,3-3-32 15,4 0 23-15,-2-2-31 0,7-3 28 16,-2-1-67-16,12-1-44 0,-12-4-103 0,9-1-33 16,3-5-41-16,5-3 0 0,5-3-5 0,1-2-51 0,3-6-8 15,6-6-22-15,2 2 25 0,-2-1 20 16,3 1 73-16,0 1 61 0,-5 5 62 0,0-1 62 0,0 3 74 15,-3-1 57-15,-1 5 45 0,-2-1 41 0,-3 5 19 16,1 2-40-16,-2-1 3 0,-3 5-3 0,1 1 43 16,-2-1-20-16,-4 6 51 0,0 0-4 0,14 3-26 15,-14-3-16-15,8 11-14 0,-3-4-14 0,-1 2-27 16,2 0-13-16,-1 2-10 0,0 0-8 0,2 0 0 16,-1 0-15-16,0 0-14 0,-1-1-12 0,2-2-9 15,-2 1-9-15,0-2-8 0,-1-1 0 0,2 0-2 16,-2-2 8-16,-4-4 4 0,10 6-2 0,-10-6-4 0,12-3-5 15,-6-2-4-15,1-1-3 0,-3-4-5 0,1 1 2 16,-1-3-11-16,-2-3 12 0,-2 3-11 0,1-2 6 16,-2 0 3-16,1 2 34 0,0-1-12 0,-2 3 3 15,-1 0-15-15,-1 1 3 0,2 2-14 0,-2 1 4 16,4 6-9-16,0 0 8 0,-14 3-10 0,10 3 8 16,-1 2-13-16,2 3 5 0,1 3 6 0,2 0-4 15,1 3-1-15,0 1-2 0,3 0 0 0,4 1 0 16,1 1 2-16,1-2-2 0,1-3-3 0,5 1-19 0,-1-4-53 15,3-2-41-15,0-1-104 0,-3-3-91 16,2-4-57-16,-4 2-68 0,-2-3-31 0,0-4-51 0,-2 0-271 16,-1-3-309-16</inkml:trace>
  <inkml:trace contextRef="#ctx0" brushRef="#br0" timeOffset="17763.22">14580 16737 327 0,'-1'-13'558'0,"0"3"-118"16,0 1-102-16,1 2-52 0,0 7 12 0,1-11 25 0,-1 11 3 0,0 0 1 15,11 1-7-15,-4 4-14 0,-1 3-47 0,3 3-11 16,5 6-42-16,-1 4-30 0,2 4-41 0,3 5-15 16,1 2-20-16,0 2-23 0,2 1-17 0,-1 1-12 15,1-1-2-15,-1 0-12 0,-1 2-9 0,-2-1-6 16,1-2-2-16,-2 1-8 0,-3-2-2 0,-1-5 2 16,-2-1-6-16,-2-4-1 0,-3-2 6 0,0-1-4 0,-4-3-2 15,2-3 13-15,-3-1-14 0,-3-2-1 16,1-3-1-16,-5-1 0 0,1-2 2 0,-6-3-2 0,1-4 11 15,-3-4-9-15,-4-3-8 0,-4-7 6 0,2-4 0 16,-6-8 1-16,3-4 2 0,0-3-5 0,5-5-17 16,-1-1 3-16,6-2-17 0,2 0 11 0,4 1-4 15,5 4 1-15,2 4-3 0,4 2 14 0,2 0-13 16,4 4 0-16,0 3-23 0,6 3-16 0,0 1-21 16,5 4 10-16,-2 2 15 0,3 7 11 0,-2-1 12 15,1 3 2-15,-2 4 7 0,-1 1 6 0,-3 1 3 0,0 0-3 16,-2 1 1-16,0 1 7 0,0 2 3 15,-6-1-4-15,1 1 9 0,-4 1-1 0,-4-5 6 16,4 12-4-16,-8-6 7 0,0 1-6 0,-4 0 10 0,-1 3-2 16,-2-2-1-16,1 0 5 0,-2 0-6 15,1 0 2-15,-1-3-1 0,3-1-1 0,-1 1-2 0,0 0-69 16,2-2-86-16,8-3-87 0,-16 1-60 0,16-1-62 16,-13-3-53-16,8-1-55 0,1-1-317 0,0-1-317 15</inkml:trace>
  <inkml:trace contextRef="#ctx0" brushRef="#br0" timeOffset="18129.64">15053 16669 101 0,'8'5'535'0,"-8"-5"-141"0,6 5-58 0,-6-5-39 0,0 0-28 15,7 4-11-15,-7-4-20 0,0 0-28 0,0 0-24 0,7 3-28 16,-7-3-33-16,0 0-17 0,0 0-2 15,14-2-14-15,-14 2-12 0,12-5-8 0,-6-1-13 16,2 0-9-16,-3-1-9 0,3-1-1 0,-1 0 15 16,-3 0-1-16,1-2-4 0,-1-1 9 0,0 2-1 0,-3-2 9 15,-1 2 6-15,0-3 0 0,-2 3-8 16,-2 0-10-16,-1 1-10 0,-2 1-3 0,-3 2 1 16,0 2 2-16,0 1-8 0,-3 4-3 0,0 0-3 15,-1 3-6-15,2 3-7 0,1 0 6 0,0 4 39 16,2 4-11-16,1 1-9 0,0 0-20 0,6-1 4 15,-1 1-11-15,4 1 8 0,3-1-13 0,4 2 9 16,1-1-14-16,1-1 8 0,4-2-12 0,0-1 9 0,1-2-11 16,2-2 7-16,2-2-12 0,-2-3-28 0,1-3-58 15,0 1-55-15,-3-3-64 0,3-3-56 16,-3-1-42-16,2-1-48 0,-4-4-29 0,1 1-17 0,-3-3-37 16,-2-2-319-16,-2 0-269 0</inkml:trace>
  <inkml:trace contextRef="#ctx0" brushRef="#br0" timeOffset="18429.58">15274 16573 239 0,'-5'-8'351'0,"1"3"-49"16,4 5-9-16,-6-9-38 0,6 9-34 0,-4-8-22 16,4 8-27-16,-4-6-9 0,4 6 9 0,0 0 9 15,0 0 5-15,5-6 6 0,-5 6-4 0,0 0-17 0,18 3-18 16,-9-1-21-16,0 0-22 0,0 2-16 16,1 2 0-16,4 0-8 0,-2 0-15 0,-1 1-16 15,2-1-7-15,-1 1-13 0,-1 2 0 0,-2 0-3 16,-1-2-4-16,-2 0 2 0,-2 2 1 0,2-1 8 0,-4 0-3 15,-2 1-2-15,0-3 0 0,-3 3-10 16,-2-2-3-16,1 0-7 0,-1-1 4 0,1 0-1 16,-1-1 32-16,1 1 10 0,4-6-3 0,-11 3-19 15,11-3 2-15,-11-2-13 0,11 2 1 0,-7-7-15 0,3 0 19 16,1-3-20-16,1 0-1 0,2-3-2 0,5-2 1 16,-1 0-5-16,0-1 1 0,1 0 1 15,3-1-8-15,-1 0-10 0,1 3-23 0,-2 1-34 0,3-1-64 16,-1 3-69-16,-1 0-97 0,1 1-44 0,0 3-59 15,-2 1-69-15,3 1-462 0,-2 2-510 0</inkml:trace>
  <inkml:trace contextRef="#ctx0" brushRef="#br0" timeOffset="18846.23">15737 16535 393 0,'-10'-14'479'0,"-2"-2"-103"0,3 0-81 16,0 3 2-16,0 1 1 0,4-1 10 0,-1 5-26 15,1-2-37-15,-1 1-48 0,3 3-41 0,-1-1-31 16,4 7-20-16,0-7-16 0,0 7-12 0,0 0-6 15,13 0-10-15,-6 2-9 0,1 3-11 0,5 2-9 16,-3-1-6-16,3 3-2 0,-2 0-8 0,-2-3 0 16,-1 1-3-16,2-1-3 0,-2 0-1 0,-2-2-6 0,-1 0 13 15,2 1 38-15,-7-5 35 0,9 6 25 0,-9-6 14 16,9 5 7-16,-9-5-21 0,0 0-29 16,0 0-14-16,6-4-12 0,-6 4-15 0,-1-10-8 15,1 3-6-15,-3-2-7 0,1-3-5 0,-1 2-8 16,2-2-6-16,-1-3-17 0,1 0-21 0,-1-2-41 0,-1 2 1 15,2 0-32-15,-2 2-19 0,3 1-30 16,-2 1-30-16,0 2-55 0,2-1-46 0,0 2-31 16,0 8-37-16,0-10-19 0,0 10-37 0,4-6-345 0,-4 6-268 15</inkml:trace>
  <inkml:trace contextRef="#ctx0" brushRef="#br0" timeOffset="19030.14">15909 16298 196 0,'0'0'658'0,"0"0"-174"16,0 0-103-16,5 3-26 0,-5-3-12 0,0 0-34 0,6 8 7 16,-6-8-15-16,2 9-52 0,1-2-40 0,-2-1-41 15,4 3-34-15,-4 1-24 0,2-1-21 0,3 5-22 16,-2-1-10-16,3 2-12 0,-2-3-20 0,1 4-34 16,0-2-48-16,1-1-123 0,-1 2-85 0,-2-3-41 15,3 1-56-15,0-3-47 0,-3 1-79 0,1-5-280 16,0 0-283-16</inkml:trace>
  <inkml:trace contextRef="#ctx0" brushRef="#br0" timeOffset="19179.84">15952 16129 10 0,'-8'-14'520'0,"-1"3"-157"16,5 1-61-16,-1 3-79 0,1 0-32 0,-1 0-52 15,5 7-11-15,-5-8-41 0,5 8-4 0,0 0-32 16,0 0-51-16,0 0-98 0,-1 9-70 0,3 0-74 15,1 1-257-15,2 5 10 0</inkml:trace>
  <inkml:trace contextRef="#ctx0" brushRef="#br0" timeOffset="19812.89">16104 16481 559 0,'0'0'477'0,"19"-4"-55"0,-10-2-31 0,1-3-31 0,5-2-49 15,-2-3-37-15,0-2-20 0,5-4-23 0,-2-1-35 16,-2-1-45-16,2 1-19 0,-3-2-31 0,-2 1-10 15,0 3-22-15,0 0-5 0,-3-1-14 16,0 1-6-16,-4 3-7 0,0 0-10 0,1 1-6 0,-5 2 0 16,1 1-6-16,-1 0-3 0,-1 4-3 0,-4-3-7 15,-1 4 2-15,-2 2-1 0,-1-1 2 0,0 5-3 16,9 1 0-16,-18-1-1 0,9 3 0 0,0 2 0 16,-1 2 1-16,1 0-8 0,3 1 8 0,1 2-9 15,-2 0 9-15,5 1-7 0,1 0 6 0,1 2-1 16,2-2 0-16,1 0 1 0,4 5 4 0,2-2-6 15,3 1 0-15,2-1-3 0,0 0 3 0,1 2 2 16,1-4-2-16,-1 3-2 0,0-1 3 0,-1-3-6 16,-4 2 12-16,1-2-8 0,-1 0-3 0,-2-1 7 15,-3 0-3-15,-1-1 2 0,-2 2 5 0,-2-3 12 16,-1 4 9-16,-3-3 3 0,-4 3 7 0,-1-1-15 16,-1 0-2-16,0-1-8 0,-2 0-1 0,0-2-1 15,0 0-1-15,4-1-2 0,-2-1 1 0,1-4-2 16,3 4-3-16,6-5 2 0,0 0-3 0,-12-5-3 15,12 5-18-15,7-13-11 0,-1 1-4 0,4-2-15 16,4-4-1-16,3-2-4 0,2-2 0 0,4-4 12 16,2 1 2-16,-1-1 15 0,0-1 2 0,-1 2 12 15,-5 3-4-15,0 2 4 0,-5 3 7 0,1 0 6 0,-4 2 6 16,-2 1 8-16,-2 3 6 0,0-2 12 0,-2 4 0 16,-1 0-5-16,-5 2 7 0,1 0 0 15,-3 2 5-15,-6 0 3 0,2 3-7 0,8 2-4 0,-20 0-1 16,10 1-3-16,-2 3-7 0,0 2 1 0,0 1-10 15,-2 1 3-15,4 3-7 0,1 0 6 0,0 0-11 16,1-1 5-16,3 2-9 0,4-2 7 0,2 0 3 16,2 1-7-16,2-3-1 0,5 3 4 0,0-2-4 15,2 0-2-15,2-2-1 0,0 0-5 0,1-1-27 16,2-1-10-16,-1-2-21 0,0 0-4 0,-1-1-22 16,-1-2-17-16,0 0-14 0,0-1-16 0,0-3-4 15,-2 2-37-15,2-1 6 0,-3-1-24 0,2-4-2 16,-2 0-50-16,1 1-27 0,-2-1-46 0,3 0-50 15,-1-1-223-15,2 1-106 0</inkml:trace>
  <inkml:trace contextRef="#ctx0" brushRef="#br0" timeOffset="20263.04">17131 16202 348 0,'4'-5'515'0,"2"0"-51"0,-2-4-81 0,0 3-52 0,1-3-27 15,-2-1-29-15,2 0-17 0,-3 1-22 0,1-1-31 16,3-1-17-16,-5 2-17 0,2-1-19 0,-3 1-24 16,0 0-27-16,0 2-18 0,-1 0-17 0,-2-2-12 0,-4 3-12 15,-1 1-2-15,-2 0 2 0,-3 0 20 16,-2 4-8-16,-4 1-3 0,-1 0 3 0,-1 1-3 0,-5 4-4 16,-1 2-11-16,-1 0 3 0,0 3-6 15,2-1-9-15,2 4 2 0,4-2-12 0,4 0 4 0,0 2-10 16,5-5 3-16,3 4-7 0,3-1 4 0,2-3-7 15,3-2 8-15,3 3-10 0,2-5 13 16,2 1-12-16,3-4 7 0,2-1-8 0,1 0 10 0,2-3-7 16,2-4-9-16,-2-2-8 0,4-1-9 0,-2-5-14 15,1-2 4-15,-2-3-5 0,-2-1 0 16,0-5 1-16,-5 0-6 0,-1-3 17 0,-3-2-6 0,-2-1 13 16,-3-3 0-16,-3 2 10 0,-2 0 5 0,-1 2 20 15,-1 1 3-15,-3 3 19 0,6 6-1 0,-2 2-8 16,1 5-5-16,1 2-5 0,1 5-3 0,3 7 7 15,0 0 39-15,-10 6-16 0,10 7 19 0,0 4-12 16,4 7-3-16,3 9-4 0,5 6-7 0,5 4-2 16,3 7-2-16,3 0-12 0,0 0 6 0,3-2-18 15,-6-7-3-15,2 0-47 0,-2-4-36 0,-2-2-82 16,-3 2-103-16,-3-7-88 0,-3-4-78 0,-3-1-125 16,-4-6-512-16,-4 0-682 0</inkml:trace>
  <inkml:trace contextRef="#ctx0" brushRef="#br0" timeOffset="23495.36">18979 16126 748 0,'0'0'588'0,"7"-8"-142"0,-7 8-93 0,7-5-56 16,-7 5-28-16,0 0-12 0,13 4-4 0,-8 2-39 16,0 0-24-16,3 0-34 0,0 5-15 0,-1 1-34 15,1 0-15-15,1 2-15 0,0 2-14 0,-1-1-3 16,2-3-7-16,-3 1-8 0,0-1-5 0,-1-3 1 0,-2 0 15 16,2-2 24-16,-2 0 13 0,-4-7-27 15,3 6-3-15,-3-6-22 0,0 0 0 0,-8-9-14 16,-1 2 9-16,3-5-19 0,-6-4 9 0,-2-6-15 0,0-2-1 15,-2-8 2-15,-1 0-1 0,0-2-3 0,2-2 19 16,-2 0-26-16,3-1 19 0,3 2 28 0,2 4 33 16,1 4-29-16,4 6-7 0,-2 3-4 0,3 0-12 15,2 5-9-15,1 2-4 0,4 3-2 0,5 3-3 16,0 1 22-16,4 4-33 0,3 4 26 0,6 2-23 16,0 4-3-16,5 1 1 0,1 4 3 0,-3-2 0 15,1-1 0-15,-1 1 1 0,-5-3-4 16,-1 0 1-16,-5-2-1 0,1 0 1 0,-2-3 1 0,-2-1 7 15,-2 2-5-15,-9-6 6 0,14 1-9 0,-14-1-6 16,14-7 3-16,-10-1-1 0,1-3 1 0,-1 1 2 16,-1-6 3-16,-2-2-5 0,-1-2 0 0,0-1 1 15,-1-4 1-15,1 0-1 0,-3 0 3 0,3 4 0 16,0 2 31-16,0 3 2 0,-1 0-5 0,0 4-10 16,1 0 0-16,0 4-7 0,0 1 0 0,0 7-12 15,5-5-2-15,-5 5 5 0,11 8-2 0,-4 3 2 0,4 5 2 16,-1 1 1-16,3 5-3 0,4 1 2 15,-3 0-3-15,2 4 5 0,0-1-1 0,0-2-38 16,0 1 45-16,0 0-43 0,2-2 17 0,-4 0-60 16,2-3-59-16,-4-3-77 0,-1-3-89 0,-2-1-65 0,-2-1-8 15,2-2-9-15,-4-2-14 0,-1-2-56 16,-4-6-54-16,0 0-331 0,0 0-371 0</inkml:trace>
  <inkml:trace contextRef="#ctx0" brushRef="#br0" timeOffset="23729.53">19566 15749 443 0,'1'-12'614'0,"2"4"-160"0,0 0-60 0,-3 8 24 0,7-6-22 0,-7 6-8 0,10 1-24 16,-2 3-1-16,1 3-27 0,-2 2-31 0,2 1-60 0,-1 0-18 15,1 6-27-15,-1-2-31 0,-1 2-31 0,3 1-28 16,-3 1-9-16,-1 1-17 0,1-1-19 0,-1 1-54 16,2-3 43-16,-3 0-58 0,-1-1 45 15,1-1-4-15,0-2-8 0,-1-1-2 0,2-2 20 0,-1 0 12 16,2-2-2-16,3-3-4 0,1-1-8 0,6-3-5 15,7-3-8-15,6-4-10 0,9-6-5 16,5-4-3-16,6-8-6 0,3-2-7 0,-1-3-87 0,0-3-115 16,-1 0-126-16,-5 0-143 0,-11 7-95 0,-1 1-184 15,-6 4-517-15,-8 3-873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2:06:01.5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5721 6600 108 0,'7'4'454'0,"-7"-4"-131"15,10 6-72-15,-10-6-52 0,9 5-45 0,-9-5-32 16,6 6-22-16,-6-6-22 0,6 7-15 0,-6-7-12 16,6 6-24-16,-6-6 16 0,5 8-3 0,0-3-3 0,-1 2 6 15,2 0 1-15,-1 2-10 0,4 2 10 16,2 0-17-16,2 4 5 0,3 1-14 0,-1 3 8 0,3 2-16 15,-1-2-2-15,-1 0-1 0,0-3-7 16,-1 1 5-16,-2-4-9 0,-1-3-20 0,0 0-30 0,-3-3-58 16,1 1-60-16,-4-6-86 0,-6-2-280 0,9 2-47 15</inkml:trace>
  <inkml:trace contextRef="#ctx0" brushRef="#br0" timeOffset="366.02">5578 7257 413 0,'-9'17'463'0,"3"-6"-99"15,-4 1-86-15,2-2-47 0,1-1-16 0,2-1-18 16,-1 0-8-16,1-2-31 0,0 0-6 0,2 0-13 15,-2-2-8-15,5-4-10 0,-5 9-11 0,5-9-17 16,-5 7-7-16,5-7-17 0,-5 6-7 0,5-6-11 16,-3 5-9-16,3-5-7 0,0 0-7 0,-4 7-6 15,4-7-7-15,0 0 3 0,0 0-1 0,-2 6-2 16,2-6 7-16,0 0 11 0,0 0 1 0,-4 5 1 16,4-5-1-16,0 0-4 0,0 0-3 0,0 0-8 15,0 0 1-15,0 0-7 0,-4 6-1 0,4-6 0 16,0 0-5-16,0 0-1 0,0 0-5 0,0 0-13 15,0 0-64-15,0 0-67 0,9 3-61 0,-9-3-83 0,0 0-92 16,13 0-131-16,-13 0-254 0,7-2-279 0</inkml:trace>
  <inkml:trace contextRef="#ctx0" brushRef="#br0" timeOffset="1182.81">7161 9094 207 0,'4'9'713'0,"-4"-9"-170"0,3 8-130 0,-3-8-75 0,0 0-81 0,1 8-55 0,-1-8-24 16,3 7 18-16,-3-7 4 0,2 9-2 0,-2-9-23 15,3 8-26-15,-3-8-16 0,4 10-24 0,-4-10 7 0,5 10-2 16,-5-10 7-16,9 9 4 0,-9-9 5 15,10 8 5-15,-4-6 5 0,-6-2-3 0,19 2-19 0,-7-6-17 16,6-1-16-16,1-4-19 0,5-4-8 16,7-7-6-16,1-1-15 0,4-6-3 0,7-5-8 15,1-3-5-15,3-3-5 0,-1-2-10 0,1-1-16 16,1 0-38-16,-1 2-77 0,-5 1-63 0,0 4-49 0,-7 8-69 16,-5 0-76-16,1 5-73 0,-8 4-90 0,0 4-500 15,-4 3-662-15</inkml:trace>
  <inkml:trace contextRef="#ctx0" brushRef="#br0" timeOffset="1698.7">8841 10651 263 0,'-8'3'740'0,"-1"0"-127"0,9-3-121 0,-15 5-71 0,7-4-71 15,8-1 5-15,-14 5-35 0,14-5 1 0,-11 1-30 16,11-1-41-16,0 0-59 0,-9-6-26 16,9 0-27-16,2-2-24 0,6-6-7 0,2-3-24 0,9-7-11 15,4-6-19-15,4-2-18 0,6-7 2 0,3-3-10 16,1 2-9-16,2-3-10 0,-2-1-34 0,2-1-39 16,-2 1-71-16,0-3-43 0,-1 4-84 0,-3-1-44 15,-1 3-64-15,-7 7-132 0,-2 3-95 0,-4-1-347 16,-5 6-525-16</inkml:trace>
  <inkml:trace contextRef="#ctx0" brushRef="#br0" timeOffset="11965.94">7406 12390 122 0,'-9'4'561'0,"9"-4"-168"16,-9 1-68-16,9-1-97 0,0 0-22 0,-9 3-59 16,9-3-15-16,0 0-41 0,0 0-1 0,0 0-29 15,0 0 34-15,0 0-25 0,0 0 32 0,10 2-28 0,-1-4 15 16,4 0-30-16,2 0 24 0,4-3-9 0,5-1-1 15,7 0-7-15,1-2-14 0,9 1-10 16,1-2-10-16,0-3 10 0,4 1 11 0,1-1 9 0,1-1 1 16,-1-2 0-16,1 2-5 0,0-2-4 0,-3 0-14 15,-1 0-3-15,-1 1-6 0,-5 4-9 0,-7-1-1 16,-7 4-6-16,-1 0-3 0,-6 2-7 0,-1-1 3 16,-4 5-3-16,-12 1-2 0,11 0 3 0,-11 0-5 15,-1 6 0-15,-8 0 2 0,-6 5-5 0,-8 4 3 16,-8 3-4-16,-5 1-5 0,-2 0 7 0,-4 0-1 15,-2 2 0-15,-8 1-4 0,7-3 6 0,-1-3-6 16,3 1 8-16,-2 0-1 0,4-2 4 0,3-1-9 16,-1-2 8-16,9-2-5 0,4-2-8 0,4-1 6 15,2-1 2-15,6-2 2 0,1 1 6 0,4-4-8 16,9-1 4-16,0 0 6 0,0 0-4 0,4-6-7 16,9 0 7-16,6-7-3 0,13-4 3 0,5-3-6 15,4 0-1-15,10-7 9 0,1 1-3 0,2 1-11 16,1 1-31-16,-4 1-61 0,-10 5-53 0,0 5-67 15,-4 0-94-15,-6 4-87 0,-6 3-437 0,-2 2-376 16</inkml:trace>
  <inkml:trace contextRef="#ctx0" brushRef="#br0" timeOffset="13231.28">7153 12314 369 0,'-4'8'415'0,"0"-2"-46"0,0 0-95 0,1 0-45 0,3-6-60 16,-5 7-26-16,5-7-36 0,0 0-7 0,-6 3-49 15,6-3 20-15,-3-7-16 0,3 7 33 0,-1-15 2 16,1 6-6-16,1-4-3 0,-1 0 14 0,-1-3-12 16,1-1 5-16,-1 0-2 0,-3-4-32 0,0-1 5 15,0-1-20-15,-1-1 10 0,-4-6-25 0,2 0 12 16,-5-5-20-16,1-1 13 0,-1-3-25 0,-1-1 19 16,-3-2-15-16,0-1 12 0,0 0-15 0,-2 0 23 15,1-1-8-15,-4-6 12 0,3 7-17 0,-3 2 12 16,2 1-4-16,0 1-8 0,-3 0-9 0,-1 2 10 15,3 1-13-15,-3 1 6 0,0 2-7 0,-3 1 8 16,3 1-10-16,-4 2 12 0,0 0-14 0,1-1 9 16,-4 3-11-16,2 0 12 0,-1 0-6 0,-2 0 11 15,3 1-8-15,-3 1 10 0,2 1-11 0,-2-1 7 16,3 0-9-16,-1 2 8 0,-2-2-9 0,2 0 8 16,2 3-3-16,-3-2 0 0,1-1-2 0,1 3 3 15,1-1-4-15,-1-2-2 0,1 1-2 0,-1 1-2 0,1 0-5 16,0-1 8-16,3 0-10 0,-3 2 6 15,0 0-4-15,3 3 8 0,1 1-12 0,1 0 12 0,-2-1-7 16,0 3 1-16,1-1-2 0,0 0 0 0,0 2 5 16,-2 0-4-16,1 2 3 0,1 0 2 15,3 2-1-15,-2 1-1 0,-1-1 3 0,1 2-1 0,-1 2 0 16,2-2-1-16,-1 2 0 0,-1 1 3 0,-3 0 0 16,2 2-6-16,0-2 5 0,-1 3 2 0,-2 1-3 15,-1 2 1-15,-1 0-1 0,0 2 13 0,-2 0-14 16,-2 3-1-16,1 0 0 0,-2 1 1 0,4-1-2 15,-1 1 3-15,2 0 2 0,1 2-5 0,-2 0 1 16,2 3 4-16,1-3-4 0,1 1 3 0,4 1 0 16,-4 1-2-16,2 1 1 0,0 0 11 0,1 1-12 15,1 1 10-15,0 1-11 0,1 0 11 0,1 1-8 16,1 1 8-16,-1 1-11 0,2 1 10 0,0 2 1 16,1 0-10-16,1-1 7 0,0 4-14 0,0 1 13 15,3-1-10-15,-1-1 10 0,1 5-11 0,0-3 12 16,3 1-10-16,0 1 2 0,-2 1 3 0,3 1 8 15,2-1 4-15,-2 1-1 0,0 3 1 0,2-3 4 16,2 3 1-16,0-1 0 0,3-1-7 0,-1-2 7 16,3-1 2-16,3 1 12 0,-1-3 6 0,2 9-3 0,1-6-4 15,2 3-5-15,-1-2-2 0,4-1-4 0,0 0-3 16,2-2-2-16,1-1 2 0,-2-1-7 16,3 0 2-16,-1-1-3 0,1-2 1 0,0 0 3 15,-1-2-7-15,1-2-2 0,-2 0 4 0,0-1-9 0,1-2-1 16,-3 1-8-16,3-2-64 0,-4-1-44 0,1-3-64 15,2 2-17-15,-3-1-76 0,0-2-54 16,1 0-76-16,-4-2-355 0,1-1-275 0</inkml:trace>
  <inkml:trace contextRef="#ctx0" brushRef="#br0" timeOffset="13631.34">4446 11551 185 0,'-14'-1'699'0,"0"-2"-174"0,2 2-118 0,-1 0-84 0,1 0-64 0,1-1-82 0,11 2-17 16,-19 2-54-16,19-2-1 0,-14 2-24 0,14-2 4 15,-11 7-26-15,8-2 0 0,2 4-19 0,2 0 7 16,4 2-8-16,0 3 1 0,5 1-15 0,2 2 9 15,6 1 2-15,2 1 11 0,-2 0-13 0,5-3 0 16,0 1 10-16,-1 0 2 0,4-3-8 0,-1 1-1 0,1-1-4 16,-1 0-1-16,1-2-2 0,-7-2 1 15,3 0 11-15,-3-1 15 0,-4-2 12 0,2-1 1 16,-5 0 24-16,0-1 22 0,-2-1 25 0,-1 0 7 16,-1-1 13-16,-8-3-43 0,14 0-22 0,-9-4-7 0,0-5-32 15,-1-2 4-15,1-3-28 0,-1-6-9 16,1-5-2-16,0-6-7 0,-1-3-2 0,0-8-11 15,1-3 1-15,-1 0-30 0,-2-2-23 0,1-1-26 0,3 1-56 16,-5 1-46-16,2 2-71 0,2 2-49 0,-2 6-6 16,1 4-65-16,0 1-53 0,1 8-73 15,1-1-364-15,-1 5-409 0</inkml:trace>
  <inkml:trace contextRef="#ctx0" brushRef="#br0" timeOffset="17030.96">10354 11726 411 0,'0'0'533'0,"-14"2"-108"0,14-2-91 0,-15 3-69 0,15-3-75 15,-13 3-10-15,13-3-66 0,-12 6 28 0,12-6-32 16,-7 10 26-16,7-10-27 0,-6 9 14 0,5-2 2 16,0-1 8-16,1-6 9 0,0 12-4 0,1-5 2 15,0-1-7-15,2-2 2 0,1 3-2 0,-2-1 4 16,2-2-11-16,3 0-5 0,-7-4-2 0,11 6-4 16,-11-6-2-16,15 3-7 0,-15-3 1 0,20-5-11 15,-6 0-6-15,2-4-13 0,5-3-16 0,4-5-6 16,5-8-16-16,2-2-8 0,9-9-5 0,0-2-8 15,3-4 2-15,2-3-6 0,3-3-1 0,1-2-2 16,2-4-5-16,9-14-5 0,2 2-7 0,1 0-13 0,-3 1-23 16,-8 10-46-16,-2 5-42 0,-5 3-98 15,-5 3-52-15,-3 8-71 0,-9 8-120 0,-7 4-139 16,-3 6-460-16,-8 4-687 0</inkml:trace>
  <inkml:trace contextRef="#ctx0" brushRef="#br0" timeOffset="19131.47">8736 13283 197 0,'-11'-8'693'0,"1"1"-167"16,3 0-142-16,-2 1-59 0,4 2-84 0,-2-1-60 0,7 5-38 15,-10-5-31-15,10 5-29 0,-6-4-8 16,6 4-15-16,0 0-8 0,0 0 9 0,0 0 2 16,0 0 10-16,0 0 2 0,0 0 17 0,11 0 13 15,0-2 33-15,2-1-5 0,3-5 11 0,6-1-4 0,2-4-13 16,-1-5-17-16,5-2-28 0,1-5-14 16,2-4-11-16,-3-1-8 0,2-3-12 0,2-6-4 15,0-4-11-15,-2-1 1 0,2-3-11 0,-4-2 6 0,2-4-17 16,-1-3 12-16,0 0-11 0,1-1-4 0,-1 0-18 15,2 1 0-15,0 2-8 0,-1 2-29 0,1 5-35 16,0 3-33-16,-6 10-72 0,-2 4-31 0,-1 4-63 16,-6 7-45-16,-3 7-22 0,-1 2-28 0,-6 4-438 15,1 3-361-15</inkml:trace>
  <inkml:trace contextRef="#ctx0" brushRef="#br0" timeOffset="20230.86">6149 13441 351 0,'13'-1'265'16,"-13"1"-34"-16,12-3-30 0,-4-1-11 0,0-1-53 15,1-1 34-15,0-2-21 0,0-1-2 0,1-1-35 16,2-2-1-16,-2-5-11 0,3 1-9 0,-2-1 0 16,1-2-18-16,-2-5-7 0,0 2-16 0,-3-3-9 15,-2 1 16-15,-3-1-37 0,-2-3 20 0,-1-4-27 0,-4 0 18 16,-5-5-28-16,-3-3-1 0,-4-1 0 0,-1-2-5 16,-6-5 5-16,1-2-14 0,-5-2 15 15,0 0-1-15,-3-2-3 0,0 2 2 0,1 0 22 0,-4 0-26 16,1 1 38-16,0 6-8 0,-4-1 18 15,1 0-36-15,-1 7 26 0,-3-1-35 0,-3 4 3 0,-2 1-1 16,-3 5-2-16,-1 2-2 0,-2 3 1 0,-1 4-2 16,6 5 2-16,-4 1-1 0,3 5-4 0,-3 1 6 15,-1 5-2-15,1-1-1 0,-1 5 1 0,-2 3-2 16,2 3-5-16,0 0 8 0,0 4 1 0,1 2-3 16,-1 1 0-16,4 0 1 0,-2 4 24 0,3 0-24 15,1 1 21-15,3 3-31 0,0-2 5 0,4 1 5 16,2 4-2-16,0-1-5 0,4 3 3 0,4 0-3 15,1 0 5-15,3 4 1 0,5-1 2 0,2 3-1 16,1 2 6-16,7-3 18 0,1 1 14 0,4 0 2 16,0 4 0-16,4-1-6 0,0 0-6 0,4 1 3 15,0 5 8-15,2 0 11 0,2 1-8 0,2 0-3 16,-1-1-12-16,1 1-2 0,3-3-6 0,-1 1-1 16,3-3-3-16,-2-1-3 0,2 0-7 0,-1-5 9 15,-1-5-2-15,1-2-8 0,0-2 2 0,-3-6-8 16,0-1-8-16,-2-3-49 0,2-2-56 0,-4-4-84 0,-1-2-45 15,-6-4-74-15,14-2-125 0,-10-3-207 0,-2-3-161 16</inkml:trace>
  <inkml:trace contextRef="#ctx0" brushRef="#br0" timeOffset="20532.8">4078 13118 357 0,'-11'10'471'0,"4"1"-127"16,-1-2-41-16,3 4-53 0,0 1-14 0,4-2-44 16,1 3-7-16,1-1-38 0,4 4 1 15,3-1-16-15,1 1-8 0,2-3-16 0,3 1-12 0,3-1-5 16,3 0-15-16,3-1-12 0,0-3-11 0,3 0-4 16,-2-2-3-16,-1-1 1 0,2-2-11 0,0-2-3 15,1-2-3-15,-4-2 2 0,4-1-6 0,1-2 5 16,-3-2-1-16,0-2-2 0,3-3-9 0,0-2 2 15,-4-4-4-15,1-1-1 0,-3-2-7 0,3-7 5 16,-4-1-11-16,0-3 2 0,0 2 3 0,-2-2-1 16,-3-2 3-16,-2 4-13 0,1 1-22 0,-1 0-20 15,0 2-57-15,-4 5-26 0,0-1-22 0,0 5-28 16,-3 2-78-16,-1 1-67 0,0 5-60 0,-1 0-348 16,-4 8-238-16</inkml:trace>
  <inkml:trace contextRef="#ctx0" brushRef="#br0" timeOffset="22380.23">10850 14133 289 0,'-21'1'442'0,"5"1"-97"0,2-1-60 0,1-1-66 16,1 2-42-16,12-2-31 0,-16 1-35 0,16-1-32 15,0 0-6-15,0 0-6 0,0 0-5 16,20 0-4-16,-2-1-7 0,5-2-11 0,7-1 1 16,5-1 5-16,13-1-15 0,0-1 1 0,2 0-5 15,2-2-1-15,3 0-3 0,9-3 4 0,-1 0 14 0,-8 0 10 16,-4 0 0-16,3 1-1 0,-7 0-2 0,0 0 17 16,-7 1-30-16,-9 3 13 0,-6 1-27 0,-2 1 14 15,-6 1-24-15,-6 1 11 0,-11 3-19 0,10-1-7 0,-10 1 5 16,-10 2 0-16,-9 4-2 0,-10 3-2 15,-15 0 0-15,-6 2 3 0,-12 4 0 0,-4-2-6 16,-1 0 5-16,-2 1 4 0,-3-3 0 0,2-1 2 16,1-1 3-16,4 1 14 0,10-3 4 0,2 0 13 15,7-2-5-15,12-1-6 0,6-1-1 0,2 0-4 16,6 0-3-16,6 0-9 0,5-1-2 0,9-2 5 16,0 0-7-16,11 5-2 0,7-5 4 0,6 1-2 15,7-2-2-15,10-1-1 0,11-2-3 0,5 0 4 16,0-3-1-16,13-2-2 0,1-1 5 0,-1-1-5 15,-2-1 3-15,-3 2-5 0,-13-1 5 0,-2 3-22 16,-3 0-48-16,-11 2-43 0,-5 1-39 0,-7 2-58 16,-6 0-48-16,-5 0-47 0,-13 3-101 0,9-2-230 15,-9 2-143-15</inkml:trace>
  <inkml:trace contextRef="#ctx0" brushRef="#br0" timeOffset="38213.71">25109 15405 287 0,'0'0'344'0,"0"0"-99"0,3-4-28 16,-3 4-37-16,16-2-18 0,-5 2-29 0,3 2 4 16,4-2-24-16,4 1-6 0,-1 1 0 0,6-1-5 15,-1 1-16-15,1-1-11 0,2-1-12 0,-1 1-3 16,0 0-13-16,2-1 2 0,-1 1-7 0,1-1-5 15,-1-1 2-15,-2 0 7 0,-4 1 7 0,-1-1 3 16,-1 1 0-16,-5-1 10 0,0-1-5 0,-3 1-10 16,-2 1-15-16,0-3-5 0,-11 3-9 0,6-5-3 15,-6 5-2-15,-9-9-5 0,-2 4 3 0,-10 0-6 16,-4 0 20-16,-10-1-19 0,-3 2-10 0,-11 2 8 16,7 2-1-16,-4-1 2 0,5 2 5 0,1 0 2 15,5 0-2-15,7-1 2 0,1 1 38 0,5-1 38 16,4 2 29-16,2-2 19 0,3 1 12 0,13-1 0 15,-13 0-25-15,13 0-21 0,0 0-22 0,18 2-19 16,-3-2-14-16,4 0-8 0,4 1-9 0,3-1-8 16,5 2-3-16,-2-2-6 0,3 0-2 0,1 0-5 15,4-2-1-15,2 2-3 0,-1-1 2 0,-1-1-3 16,1 2-1-16,-6 0 1 0,0-1-2 0,-4-1 2 16,-3 1-5-16,-4 1 3 0,0 0 0 0,-6-1-5 15,-1-1-24-15,-5-1-34 0,-9 3-45 0,0 0-33 16,-9-10-54-16,-7 5-55 0,-11-2-33 0,-13 0-86 0,-11 0-116 15,-1-1-390-15,-3 2-425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2:07:11.7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27357 5020 86 0,'-11'6'623'16,"2"-4"-177"-16,-1 4-101 0,4-4-73 0,-1 4-50 15,2 0-37-15,0 0-31 0,-1 0-31 0,3 0-3 16,3-6 7-16,-5 9 14 0,5-9 47 0,-1 9 30 16,1-9 6-16,6 2-3 0,-6-2-11 0,15-4-19 15,-2-5-7-15,6-1-1 0,6-6-32 0,5-9-28 16,3-2-21-16,8-9-13 0,0-3-16 0,4-3-18 16,-1-2-12-16,0-4-6 0,4 1-18 0,-1-4 9 15,0-2-9-15,6-2-10 0,9-11 9 0,3-1-22 0,2 0 9 16,4-2-32-16,0 2-35 0,2 1-43 0,2 1-32 15,0 3-72-15,-1 4-40 0,-12 10-32 16,-1 4-35-16,-3 2-54 0,-1 2-57 0,-4 3-88 16,-5 3-286-16,-8 1-329 0</inkml:trace>
  <inkml:trace contextRef="#ctx0" brushRef="#br0" timeOffset="2167.55">5468 8179 631 0,'-48'-4'471'0,"3"1"-52"0,4-1-109 0,5-1-65 0,7 5-15 0,2-3-85 16,4 1-26-16,5 2-26 0,4 0-23 15,4 3 21-15,10-3-48 0,-5 7 17 0,11-3-27 0,8 2 13 16,9 1-27-16,19 1 23 0,8 0-27 0,18 0 23 15,7-2-12-15,8-2 32 0,9-1-25 0,5-1 32 16,6-2-11-16,5-2 21 0,-3 0 7 0,2-3 8 16,-1 0-17-16,-1-2 6 0,0 1-4 15,-4 0 4-15,-1-3 14 0,-7 2-13 0,-6 0-12 0,-5 0-6 16,-11 3-6-16,-14 0-22 0,-9 0-9 0,-10 2-20 16,-8-1-1-16,-5 2-2 0,-8 0-8 0,-17 1-26 15,13-1-21-15,-13 1-35 0,-17 2-18 0,-11 1 4 16,-12 0-14-16,-16 2 30 0,-18-1-10 0,-13 3 20 15,-10-1 0-15,-5 1 38 0,-30-1-14 0,-1 0 32 16,-6 0-15-16,0-1 42 0,-7 1-7 0,4 0 38 16,0 0 20-16,7-1 9 0,4 2 4 0,27-4 2 15,3 4 26-15,9-1-8 0,10-3-3 0,19 0-14 16,8 1-16-16,8 0-13 0,15 1-11 0,11-1-2 16,13 0-8-16,8-4-2 0,7 11-6 0,15-5 0 15,15 0-4-15,18 0-1 0,26-3 3 0,13-1 1 0,10-2 0 16,30-2 5-16,8-4 1 0,6-1-5 15,4 0 10-15,-1-4 17 0,-3 0-4 0,0-2-8 16,-3 3 4-16,-5-3-15 0,-8 1-7 0,-9 2-27 16,-30 3-29-16,-7-1-23 0,-11 1-59 0,-19 4-46 15,-6-2-49-15,-13 3 1 0,-10 0-36 0,-9 1-21 16,-5-1-63-16,-13 2-47 0,0 0-402 0,0 0-309 16</inkml:trace>
  <inkml:trace contextRef="#ctx0" brushRef="#br0" timeOffset="5200.35">7495 7350 351 0,'22'-3'383'0,"-4"-3"-95"0,-4 3-58 0,0 0-56 0,-4 0-30 0,0-1-49 16,2-2 0-16,-5 0-6 0,1-4 3 0,1 0-12 15,-1-5-8-15,-2-3-3 0,-1-3 6 16,-1 1 8-16,-1-3 8 0,-2-2 9 0,-2-2-35 16,-2-1 20-16,-2-3-44 0,-3-1 19 0,-3-6-10 0,-1 1-30 15,-4 1 15-15,-1 0-32 0,-2 0 25 0,-3 1-34 16,-4 0-4-16,-4-7 8 0,-6 3-3 15,-2 1 1-15,-2-1 3 0,-3 3-1 0,-6-1-1 16,2 1 5-16,-7 1 0 0,-1 2 2 0,-1 1 17 0,-3 0-17 16,-1 3 9-16,-2 1-1 0,-5 0-4 0,-1 2 5 15,-2 4-4-15,-8-1 5 0,0 6 20 0,-2 0-33 16,-3 4 33-16,-2 2-34 0,-2 3 28 0,-1 1-30 16,-3 5 9-16,-1 2-10 0,-1 5-1 0,-2 1 5 15,2 3-5-15,1 5 4 0,3 1 5 0,-1 1 5 16,5 3-7-16,0 3-12 0,6 3 11 0,0 3-9 15,3 3 3-15,5 3 2 0,2 1 9 0,4 4-9 16,3 1 6-16,5 5-1 0,3 2 17 0,4 4-14 16,3 1-5-16,5 5 1 0,2 2 2 0,6 3-4 15,-1-2 4-15,2 3-5 0,6 2 3 0,1-1-4 16,5 3 8-16,0-1 14 0,9 0-10 0,0 2-4 16,7-2 5-16,4-7 11 0,7 7 9 0,3 1-2 15,9-3 35-15,6-3 7 0,8 0 9 0,4-4 15 16,10 0 5-16,4-5-12 0,2 0-11 0,7 0 13 15,15 3-5-15,-10-11-9 0,14 6-10 0,-5-12-5 0,15 4-16 16,4-6 23-16,-9-8-12 0,5-5-13 16,3-3-6-16,2-7-11 0,6-1 17 0,7-8-6 15,2-4-9-15,24-3-4 0,1-4-2 0,-4-5-8 16,-4-4-3-16,3-2 4 0,-3-2 0 0,1-4-5 0,-4-4 0 16,-3-2-6-16,-3-1 1 0,-7-6-2 15,-3-3 3-15,-6-2-5 0,-4-8 2 0,-3-2-2 0,-6-2 1 16,-3-6-2-16,-6-1-3 0,-4-3 7 0,-5-1-4 15,-5-4 1-15,-5-1-3 0,-7-3 0 0,-11 7-1 16,-4 0-2-16,-3-5 1 0,-8-3-7 0,-4 2 7 16,-5 1 2-16,-7 2 1 0,-10 1-3 15,-9 0 0-15,-6 3-3 0,-11 2-1 0,-8 1 1 0,-7 2-1 16,-10 4 0-16,-16-6-4 0,-6 8-9 0,7 10-21 16,-21 0-26-16,-5 5-31 0,10 14-41 0,-7 4-65 15,-6 6-37-15,-1 7-31 0,-2 6-59 0,-7 8-86 16,-16 8-460-16,-2 8-435 0</inkml:trace>
  <inkml:trace contextRef="#ctx0" brushRef="#br0" timeOffset="15685.22">9684 7922 358 0,'0'0'268'0,"0"0"-73"16,-9-3-32-16,9 3-52 0,0 0-25 0,0 0-23 15,0 0-3-15,0 0-23 0,0 0 4 0,-1 9 8 16,1-9 14-16,9 6-17 0,-1-2 10 0,-1 2-20 16,6 2 16-16,1 0-1 0,4 2 6 0,5 1-1 15,5 2 9-15,2 0-8 0,7 4-9 0,1-3-3 16,4 2-4-16,4 2-13 0,9-1 1 0,3 4 0 15,4-2-1-15,2 1 13 0,4-1-16 0,2 3 21 16,0-2-25-16,2 1 10 0,2-1-2 0,0 3 4 16,-1-3-3-16,5 2 3 0,0 0-15 0,5-1 18 15,0 1-18-15,3-2 45 0,-4 3-16 0,3-4 21 16,-1 1-16-16,0-1 18 0,0 0-33 0,2-1 23 0,2-1-33 16,0-2 24-16,3 0-36 0,-3-3 39 0,4 0-20 15,-3-3 17-15,2 1-27 0,-1-1 20 0,2-1-18 16,0-2 18-16,2 0-17 0,2 1 15 15,1-2-8-15,-1-1 7 0,-3 2-15 0,2 0 4 0,-2-3-10 16,0 3 10-16,1 0-11 0,-2 0 4 16,-2-1-7-16,1 2 6 0,-3-1-8 0,-3 0 12 15,-3 0-7-15,-1 1 4 0,-4-2-4 0,0 2-8 0,-3-2 12 16,-1 1 0-16,-1 0-2 0,0 0 3 0,-3-2 1 16,-7 1-5-16,-1-1-3 0,0 0-1 0,-1-2-4 15,-1 2-4-15,1-4 1 0,-2 3-2 0,-1-1-2 16,-1-2-1-16,-2 0-3 0,0-2 2 0,-1-1-2 15,0 0-3-15,-3-1 2 0,-1-3-1 0,-1 1 1 16,0-2-1-16,-4 0 10 0,-1-2-3 0,-2-1-3 16,-3 0 2-16,2 0 1 0,-4-3 2 0,-7 3 5 15,7-4-6-15,-3-1 2 0,-5 1 1 0,4-1-4 16,-2-1 5-16,0-3-1 0,0 1-1 0,-2-3-6 16,0 1 3-16,-1-2 13 0,-3 1-18 0,2-1 8 15,-3-2-1-15,-4 2 0 0,-3-2-4 0,1 0 0 16,-5-1 2-16,-1 0-4 0,-1-3 1 0,-3 0-3 15,-2-3 2-15,-3 1-3 0,0-4 4 0,-4 2-5 16,0-2 1-16,-1-2-2 0,-3-2 5 0,-3-3-4 16,1 1 1-16,-1 3 0 0,-2-2-4 0,-2 2 19 15,1-1-17-15,-2 2-5 0,2-1 5 0,-5 2-2 0,4-1 0 16,-3-1-4-16,0 1 6 0,-3 0 0 16,1-1-1-16,-1 0 1 0,-1 1-1 0,-2 0 0 15,-2-1 0-15,-6-6 1 0,-2 3 1 0,-2-1 4 16,-3 3-9-16,-4-1 6 0,-3 2-1 0,-3 1 5 0,0 1 0 15,-3 0 0-15,-1 1 0 0,-4 0-2 16,-1 1-4-16,-4 0 4 0,-2 1-2 0,0 0 0 0,-5 1-1 16,2 0-1-16,-5 0 2 0,1 1-3 0,-3 0 7 15,2 1 2-15,-7-2-4 0,2 5 1 0,-6-4 0 16,-1 2-1-16,-16-6 0 0,0 3 0 0,-1 1 1 16,15 4-1-16,-2 2-3 0,-15-7 0 15,-1 4 4-15,-4 2-5 0,1-1 2 0,-1 4-4 0,14 2 5 16,0 2-4-16,-1 0 3 0,0 1-6 0,-1 1 5 15,-18-4-1-15,15 7-7 0,0 0 6 0,-1 0 0 16,1 3-1-16,0 0 1 0,1 1-1 0,0 2 1 16,-2 1 0-16,1 1-2 0,-3 1 3 0,4 4-2 15,-2-1 3-15,3 2 0 0,1 0 0 0,3 0 1 16,0 2-1-16,2 1 5 0,-2 0-7 0,0 1 1 16,-1 2-4-16,0 0 4 0,2 2 2 0,-1 1-4 15,3 0 7-15,1 1 1 0,4 2 0 0,1-1-3 16,3 2 1-16,1 0-3 0,1 0 1 0,4-1-1 15,0 3-1-15,2-2 3 0,2 0-4 0,2 2 4 0,1-2 1 16,3-1 2-16,8-1-5 0,2 0 2 0,-1-1-4 16,0 2 2-16,2 0-1 0,-11 0 3 15,2 2-4-15,-2 1 1 0,2 0-5 0,-2-1 8 16,3 2 4-16,0 0-7 0,10-2 8 0,0 1-3 0,2-1 2 16,-1 3-4-16,2-1-3 0,2 0-2 0,-2-1 5 15,5 2 2-15,-3 1-9 0,4 0 9 16,0 1-8-16,-1 0 1 0,4 0 2 0,-2 2 2 15,3 0 1-15,-1 0 2 0,2 0-1 0,0 2 0 0,0 2 1 16,3 0 2-16,0 1 3 0,2 2-3 16,0-1-4-16,2 4 0 0,4 0 0 0,0 1 0 15,2 2-4-15,4-1 3 0,1 0 0 0,3 3-1 16,1-1 3-16,4 1 2 0,2-4 1 0,-1-2 0 16,7 3 2-16,-1 1 10 0,4 1-2 0,3-1 12 0,0 0 3 15,6 7 0-15,2 1-3 0,4 1 0 16,5 9-1-16,3 0 5 0,4 0-3 0,3 0-3 0,2 2-1 15,3-1-8-15,3 0 1 0,1-3-1 0,4 0-4 16,0 0-4-16,5-4 6 0,3-1-7 0,3-2 4 16,3-2-5-16,4-1 1 0,3-4 2 0,3 1 0 15,1-3 1-15,3-3-3 0,-2-2 5 0,4-4-6 16,0 0-1-16,2-2 4 0,2-2-7 0,2-1 4 16,3-3 1-16,1-1 6 0,1-2-4 0,1-4 1 15,-1 1-3-15,-1-3 6 0,3-2 4 0,0-1 2 16,4-1 3-16,-1 0 2 0,2-3-7 0,-3 0 11 15,2-1-5-15,-4 0 1 0,-2-1-4 0,0-2-2 16,-1 1-2-16,-1 0-2 0,-2-1-4 0,-1-1-2 16,-3 1 0-16,-4-2-1 0,-11 2-3 0,-3-1-1 0,-3 0-11 15,-2-2-7-15,-3 0-7 0,-1 0 1 16,-3-3-2-16,-1 2-30 0,-4-2-32 0,-1-2-44 16,0 0-48-16,-1-2-40 0,-2 1-35 0,-2-2-78 15,0 1-68-15,-7 0-558 0,-2 1-544 0</inkml:trace>
  <inkml:trace contextRef="#ctx0" brushRef="#br0" timeOffset="15899.81">11698 8482 550 0,'-11'6'736'0,"2"-1"-181"0,1-1-119 0,-1-2-174 0,2 0-175 16,-1 4-66-16,0 0-75 0,2 0-18 0,-3 3-21 0,5-1-20 15,-4 1-60-15,3 0-55 0,0-1-372 0,0 1-113 16</inkml:trace>
  <inkml:trace contextRef="#ctx0" brushRef="#br0" timeOffset="16068.98">11565 8631 514 0,'0'0'767'16,"-8"4"-196"-16,8-4-140 0,-7 3-225 0,7-3-184 15,-5 8-113-15,5-8-90 0,-3 11-117 0,3-11-311 0,2 14-122 16</inkml:trace>
  <inkml:trace contextRef="#ctx0" brushRef="#br0" timeOffset="18866.16">17351 7942 30 0,'-13'-3'279'0,"2"-1"-65"0,-2 3-40 0,1-1-21 0,0-1-10 0,0 0-20 0,-1-1-14 15,1 1-5-15,0 0-9 0,-2 0 10 0,5 1 7 16,-1 0-4-16,0-1-9 0,10 3-11 0,-14-3-16 16,14 3-13-16,-11-4-11 0,11 4-11 0,-11-2-8 15,11 2-3-15,0 0-9 0,0 0 2 0,0 0 5 16,0 0 1-16,0 0 6 0,9 2-2 0,-9-2 6 15,22 1 2-15,-5 2 32 0,3-3-20 0,6 0 22 16,5 1-28-16,4 1 32 0,4-2-21 0,3 1 35 16,9-1-14-16,1 0 17 0,3 2-24 0,2-1 16 15,3 0-22-15,4 1 8 0,13 1-3 0,-1 3 1 16,5-3-14-16,-2 1 4 0,2 1-4 0,-2-1 5 16,3 1-9-16,1 1-4 0,-1-2-1 0,3 1-10 15,1 0-2-15,2 1 8 0,0-1 4 0,2 0 9 16,-3 1-13-16,1 0 1 0,-1-3-8 0,1 3-3 15,0-1-2-15,0 0 2 0,2-2-8 0,-2 2 0 0,-1-1-4 16,0-1 14-16,-2 0-9 0,-2 0 3 0,-1 0 0 16,1-1 6-16,0 0-9 0,0 1-1 15,2-1-7-15,0-2 6 0,1 1-8 0,-3-1 4 16,3 0-6-16,-2-1 3 0,0 1-3 0,-2-3 4 0,5-2-3 16,0 1-2-16,2-1 4 0,-1 1-5 0,3-2-4 15,-1 1 0-15,-3-1-2 0,0 1 11 16,-2 1-5-16,-2 0 3 0,0 3-2 0,0-2-1 0,-1 3-5 15,-1 0-2-15,-2 1-3 0,-2 1-4 0,-1-1-8 16,-12 0 3-16,0 0-9 0,1 1-8 0,-1-2 7 16,3 1 1-16,11-2 1 0,-3-1 5 0,4 1 1 15,2-1-5-15,-2-3 1 0,0 4 3 0,1-4 0 16,-3 0 4-16,0 2-1 0,0-3 3 0,-2 1 3 16,-1 0 2-16,0 0 2 0,-1-1 2 0,1 2 3 15,-1-2 2-15,0 2-3 0,-3 1-1 0,-8-3 5 16,-1 2-4-16,0-1 1 0,-2 2 1 0,2-3 0 15,1 2 0-15,-1 1-1 0,12-1 0 0,-1-1 3 16,2-1-5-16,-3 3-4 0,2-2 6 0,-1 0-3 16,-10 2 1-16,6-3-2 0,-8 1 2 0,2-1-3 15,-4 1 1-15,2-1-3 0,-4-1 0 16,0 0 4-16,-1 1-2 0,-2-1 5 0,2-1-6 16,-5 0 4-16,2-1-1 0,1 2 0 0,-3-1-1 15,1 0-5-15,0-2 5 0,-4 0-5 0,0-1 4 0,-2 1-2 16,0-2 3-16,-3-1-4 0,0 1 2 15,-1-3-2-15,-4-2-5 0,2 2 8 0,-2-2-2 16,-2 0 2-16,-3-1-3 0,0 0 1 0,-2-1 0 16,-1-1 0-16,-6 1 1 0,0 0-2 0,-3-1-1 0,0-1-1 15,-2 1 4-15,-2-2-3 0,-2 0 0 0,-3-3 2 16,-3 2-2-16,-1 0 1 0,-5-1 0 16,0-4-2-16,-4 1 4 0,-3-5-1 0,-2 2-3 15,-4-8 1-15,-2 2 0 0,-2-1-5 0,-1 2 11 16,-4-1-9-16,0 1 5 0,-2 0-7 0,1 1 7 15,-4 0-3-15,-3 2 2 0,0-1 0 0,-1 1-3 0,-2 2 6 16,-7-5-5-16,-3 3 1 0,-4 0-4 0,2 3 0 16,-5-1 0-16,0 3 5 0,-3 1-5 15,-4 0 5-15,0 2-6 0,-4 0 8 0,-1 1-6 16,-4 1 0-16,-4 3 1 0,-3-2-1 0,-6 2 1 16,-5 0 0-16,-2 0 0 0,-4 1 0 0,-2 0 2 15,-3 1-1-15,-22-4-1 0,-3 2 3 0,-2 0-1 16,-4-1 0-16,0 2-5 0,0 0 8 0,-2 0-8 0,-2 2 9 15,-2 2-5-15,1-1 1 0,-2 3-1 16,3-1-1-16,3 4-1 0,-2-1-5 0,2 5 1 16,17-1-4-16,-1 2-3 0,-1 0 1 0,-1 3 1 15,2 0 4-15,-3 0-2 0,-1 2 3 0,-21 0-8 16,3 1 2-16,0 1 4 0,20 1-4 0,2 0 13 16,-22 0-4-16,-1 2 4 0,2 1-5 0,1-1 11 15,0 3-7-15,5 0 7 0,20-1-2 0,2 0 6 16,-2-1-7-16,3 3 7 0,2-1-2 0,2 1-8 15,1-1 9-15,4 2-2 0,3-1-2 0,5 1 2 0,3-2-6 16,4 2 7-16,0 1-2 0,4-2 1 16,2 3-1-16,-1-1-4 0,1-2 3 0,-2 3-3 15,0-3 2-15,-3-1-1 0,1 1 0 0,-2 0-2 16,-2-1 4-16,1 0-1 0,-2-1 1 0,-3-1 2 0,-1-2-4 16,0 2 0-16,0-4 0 0,2 2 0 0,0-3 1 15,6 1-2-15,10-2 5 0,4 0-1 0,0 0-1 16,4 1 1-16,1-1-1 0,0 1 0 0,1-2 1 15,1 3-1-15,0 0 0 0,1-2 2 0,-2 4-3 16,0-1-1-16,-2 0 1 0,-1 4 1 0,-7 1 3 16,-2-1-2-16,3 3 1 0,-3 0-2 0,3 2-1 15,0 0 4-15,-3 1-4 0,4 1 3 0,-2 1-3 16,2 0 1-16,1 0 0 0,3 1 0 0,9-3-2 16,4 1 2-16,1 1-1 0,5-2 0 0,0 3-2 15,5 1 4-15,2 2-1 0,0 1 10 0,4 2-4 16,2 3 2-16,0 4-5 0,2 0 5 0,2 5-5 15,-1 2 11-15,4 1-5 0,-1 3 1 0,4 2-1 16,0 0-1-16,3-1 1 0,1 2-7 0,2 1 3 16,2-3-1-16,1 1-3 0,3 0 3 0,3-1 1 15,2-5 3-15,2 1-3 0,6 4 1 0,0 1 4 16,7-2-3-16,2 0 5 0,4 0-8 0,11 5 2 16,3-3-6-16,5-2 10 0,7-2 5 0,6-4 25 15,2 0-9-15,7-5-3 0,3-1-10 0,7-7 3 16,6 1-7-16,6-4 2 0,9-4-9 0,4-2 11 15,24 1 2-15,-16-7 1 0,21 2-7 0,5 0 6 16,3-3-1-16,2 1 17 0,0 1-16 0,-3-3 4 16,-1 2-9-16,-3 0 3 0,2 0-13 0,-3-1 5 15,-2 1-9-15,-19-1 5 0,-1 0-8 0,-2-3 8 16,1 2-10-16,-1-2 12 0,1 3-6 0,0-5 1 0,0 1-10 16,-3 0 23-16,-1-2-21 0,-2 0 5 15,-3-3-8-15,-2 1 2 0,-1-1 8 0,-2-1-17 16,-2 0-4-16,1-2-34 0,-3-1-52 0,-2-1-54 15,-7 1-60-15,-4-1-34 0,-16 1-68 0,-4 0-31 0,-6 0-48 16,-6-1-55-16,-8-1-422 0,-10 3-432 0</inkml:trace>
  <inkml:trace contextRef="#ctx0" brushRef="#br0" timeOffset="19034.57">20870 7844 142 0,'0'0'646'0,"-10"-3"-137"0,10 3-141 0,-9-5-53 0,9 5-87 0,-7-1-25 16,7 1-69-16,-7-4-9 0,7 4-52 0,0 0 13 15,-12-1-40-15,12 1-9 0,-12 2-80 0,1 1-89 16,-1-2-158-16,-2 2-486 0,-5-1-294 0</inkml:trace>
  <inkml:trace contextRef="#ctx0" brushRef="#br0" timeOffset="19983.3">18329 7560 497 0,'0'0'616'0,"0"0"-151"16,-3-8-120-16,3 8-83 0,0 0-161 0,-2-8-112 15,2 8-89-15,0 0-56 0,-8 3-49 0,8-3-361 0,-8 6-81 16</inkml:trace>
  <inkml:trace contextRef="#ctx0" brushRef="#br0" timeOffset="20165.8">18541 7733 462 0,'0'0'603'0,"9"-2"-139"0,-9 2-219 16,0 0-268-16,0 0-271 0,11 4-165 0,-11-4 62 16</inkml:trace>
  <inkml:trace contextRef="#ctx0" brushRef="#br0" timeOffset="22532.06">12330 6577 218 0,'-12'-5'377'0,"3"0"-102"0,2 1-28 0,0 0-48 0,1 0-18 15,6 4-41-15,-12-6-10 0,12 6-41 0,-10-5 0 16,10 5-37-16,-9-5 4 0,9 5-23 0,0 0 10 16,0 0-4-16,-11 2 14 0,11-2 11 0,-4 8-7 15,4-8-8-15,-4 12 0 0,4-5-7 0,1 3-8 16,2-3-4-16,1 1 3 0,-2 1 3 0,2-1 29 15,1 0 0-15,3-1 12 0,-2-1 14 0,3-2 12 16,3-1-3-16,2-3-5 0,1-2 1 0,8-3-7 16,5-4-4-16,7-4 6 0,3-5-7 0,3-4 4 15,14-5 30-15,2-4 5 0,5-2-21 0,4-4-20 16,2-1-15-16,15-6-4 0,3-4 0 0,-15 10-5 16,12-7 3-16,-14 7-15 0,16-8 17 0,-14 8-31 15,13-7-9-15,-12 9-7 0,2 0-3 0,-1 0 3 16,-1 2-11-16,-1 0 4 0,-2 1-4 0,-1 0-1 15,-5 3-5-15,-3 1-3 0,-5 3-14 0,-4 2-6 16,-12 6-20-16,-3 1-44 0,-8 5-51 0,-6 2-81 16,-3 2-45-16,-5 2 4 0,-4 3-13 0,-10 3-42 15,8 6-52-15,-12 0-119 0,-6 5-212 0,-13 3-205 16</inkml:trace>
  <inkml:trace contextRef="#ctx0" brushRef="#br0" timeOffset="23682.04">19971 7100 471 0,'2'-9'531'0,"-2"0"-149"0,0 2-63 0,0-1-89 0,0 8-13 15,0-11-70-15,0 11-10 0,-3-6-44 0,3 6 18 16,0 0-27-16,0 0 13 0,0 0-29 0,0 0-9 16,0 0-6-16,-8 6-9 0,8-6-6 0,-1 5-10 15,1-5-6-15,-2 9-2 0,2-9 7 0,0 0 29 16,2 8 41-16,-2-8 31 0,0 0 16 0,0 0-12 16,0 0-11-16,0 0-19 0,17-6-18 0,-9 1-11 15,4-3-20-15,2 0-1 0,1-5-12 0,3-1 3 16,2-3-3-16,2 1-6 0,5-8-7 0,2-1-6 15,2 0-4-15,4-4 2 0,8-6-8 0,2-5 2 16,3-1-5-16,4-2-1 0,4-5 3 0,11-12 1 16,5 0-5-16,0-3-2 0,-1 1 3 0,2 2-4 15,-5 0-3-15,-11 11-4 0,-1 2-2 0,-2 2-36 16,-5 4-26-16,-6 4-58 0,-8 7-67 0,-6 4-71 16,-7 6-82-16,-7 3-83 0,-9 5-88 0,-3 2-289 15,-7 2-333-15</inkml:trace>
  <inkml:trace contextRef="#ctx0" brushRef="#br0" timeOffset="27365.38">17844 9563 301 0,'0'0'511'0,"7"-6"-126"16,-7 6-78-16,0-8-72 0,0 8-20 0,-5-6-63 0,5 6 24 0,-11-7-49 0,11 7 17 15,-14-5-27-15,4 2 9 0,-3 1-31 0,2 1 14 16,-2 0-28-16,0-1 11 0,-2 2-21 0,-1-1 2 16,1 1-24-16,0 0 11 0,0 0-23 0,0 1 5 15,1-1-19-15,14 0 10 0,-20 2-16 0,20-2 5 16,-19 0-10-16,19 0 16 0,-12 2 21 0,12-2 27 15,0 0 12-15,0 0 5 0,3 5-11 0,7-4-12 16,8 2-5-16,5-1-6 0,8 1 3 0,11 0 9 16,9-1-20-16,7 0-7 0,4 1-8 0,15 1 0 15,0-2-5-15,-1 0 3 0,0 1 12 0,-13-2 11 16,1-1-7-16,-1 0-12 0,-3 0 9 0,0-1 0 16,-6 1-5-16,-5-1-6 0,-9-1-4 0,-8 2-8 15,-2-1-4-15,-8 1-6 0,-2 0 18 0,-5-1-27 16,-15 1-3-16,12 0 2 0,-12 0-2 0,0 0 1 15,-20-1-5-15,-1 1 6 0,-9 2-1 0,-21-1 0 16,-6 1-2-16,-7-2 8 0,-17 1-11 0,-3-1-1 16,-2 0 1-16,-3 0 3 0,-3 0 1 0,1 1-1 15,-1-1 0-15,6 0 8 0,1 1-10 0,8 1-2 16,15 0-5-16,8-1 23 0,10 0-19 0,7 2 0 0,9-1 3 16,10 3 1-16,9-2 10 0,9-3-1 15,9 11 3-15,16-5-1 0,17 2-4 0,13 3-1 16,23-3 0-16,14 3-2 0,10-4-2 0,27 2-6 15,4-2-14-15,0-2-44 0,1-2-61 0,-23-2-82 0,-1-1-144 16,-10-1-127-16,-12 0-766 0,-14-2-852 16</inkml:trace>
  <inkml:trace contextRef="#ctx0" brushRef="#br0" timeOffset="34731.75">22579 4443 322 0,'0'0'453'0,"0"0"-115"0,0 8-73 0,0-8-59 16,0 0-42-16,2 6-31 0,-2-6-28 0,0 0-19 16,1 7-20-16,-1-7-12 0,0 0-12 0,0 0-5 15,1 8-10-15,-1-8-4 0,0 0-9 0,4 6 2 16,-4-6-12-16,0 0 9 0,6 6-5 0,-6-6-1 16,0 0-1-16,4 5-1 0,-4-5-1 0,0 0-1 15,0 0-2-15,5 5-1 0,-5-5 1 0,0 0-5 16,0 0-8-16,0 0-7 0,0 0-33 0,4 4-39 15,-4-4-44-15,0 0-63 0,0 0-99 0,0 0-204 16,0 0 8-16</inkml:trace>
  <inkml:trace contextRef="#ctx0" brushRef="#br0" timeOffset="39665.46">11532 12390 517 0,'5'7'747'0,"-5"-7"-150"0,0 0-132 0,0 0-96 0,-6 6-90 0,6-6-31 0,0 0-36 0,0 0 11 16,-4 5-25-16,4-5 2 0,0 0-36 0,0 0-11 16,0 0-27-16,0 0-13 0,0 0-6 0,10 3-1 15,-10-3-5-15,11 0 3 0,-11 0-3 0,15 0 11 16,-1-2-21-16,-1 0-5 0,2-1 8 0,3 0 4 15,5-2-7-15,1-4 6 0,8-2-9 0,7-8-19 16,9-13-13-16,8 0-7 0,3-10-8 0,17-12-8 0,3-4-12 16,1-5-8-16,3-5-12 0,-1-1-46 0,0-2-60 15,0-1-73-15,-4-2-71 0,0 2-98 0,-7 0-87 16,-3 0-129-16,-3-1-786 0,-10-3-950 16</inkml:trace>
  <inkml:trace contextRef="#ctx0" brushRef="#br0" timeOffset="40581.58">15227 11475 559 0,'0'0'700'0,"-4"-6"-135"0,0 1-101 0,2-3-112 16,-3-1-72-16,-1 1-58 0,1-3-45 0,-2 1-37 15,-1-4-42-15,2 3-2 0,-1-1-43 0,-3-3 9 16,1-2-28-16,0-1 6 0,-4-1-19 0,1-1 13 16,-4-4-27-16,2 0 13 0,-7-6-16 0,-3-2 15 15,-2 0-19-15,-8-8 20 0,-5 1-22 0,-5-2 19 16,-3 0-20-16,-5-1 20 0,-6 1-2 0,-2 0 1 15,-8 2 5-15,-15-5 3 0,-5 3-9 0,-5 1 26 16,-4 8-21-16,-4 0 17 0,11 8-17 0,-18 0 20 0,13 9-5 16,-2 2 21-16,-5 5-23 0,-3 4 20 15,0 4-15-15,0 2 14 0,3 6-14 0,-17 8 6 16,7 3-7-16,3 5-3 0,8 8-5 0,5 4-3 16,7 6-7-16,7 5 24 0,21 0-20 0,6 5 22 0,6 6-6 15,11 2 17-15,5 1-14 0,11 7 4 0,7 2 2 16,9 3-6-16,9 3 5 0,6-1-6 15,10 3-2-15,4-6-3 0,8 3-5 0,11 9-9 0,-2-18 18 16,6-5-9-16,12 10 15 0,6-2-24 0,5-5 16 16,7-5-8-16,3-7 7 0,5-4-11 0,3-6 7 15,-10-12-6-15,5-4 9 0,3-5-7 16,6-5-10-16,2-3-1 0,6-6-3 0,-2 0-1 0,3-5 2 16,-5-2 2-16,1-3-13 0,1-4 7 0,-3-3-9 15,-2-7 9-15,1-2-13 0,13-6 4 0,-1-8-17 16,-7-4 9-16,-3-4-27 0,-6-6 21 0,-3-3-16 15,-6-6 10-15,-2-8-11 0,-9-2 0 0,-5-5 5 16,-6-2-12-16,-16 12 25 0,-6-6 6 0,-7-5-13 16,-8 0 9-16,-10-3-3 0,-8-2 2 0,-8-1 6 15,-11 1 15-15,-11 1-13 0,-16-7 30 0,-11 2-19 16,-12 8 17-16,-15 3-25 0,-11 3-7 0,-8 7-2 16,-7 6-11-16,-13 8-19 0,-4 8-45 0,-5 9-29 15,-3 8-85-15,3 10-66 0,18 9-72 0,-15 9-95 16,4 8-132-16,7 9-575 0,9 4-750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2:08:45.0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17628 11897 1080 0,'-19'-19'358'0,"3"5"-81"0,3-2-51 15,1 4-52-15,6 2-91 0,-1 3-103 0,4 3-56 16,3 4-50-16,0 0-55 0,2-6-107 0,-2 6-186 15,10-2 42-15</inkml:trace>
  <inkml:trace contextRef="#ctx0" brushRef="#br0" timeOffset="399.89">17761 12295 412 0,'-7'4'489'0,"7"-4"-125"16,-12 1-71-16,12-1-83 0,0 0-36 0,-9-5-83 0,9 5-62 15,0 0-67-15,-4-5-64 0,4 5-57 16,0 0-106-16,4-7-206 0,-4 7 45 0</inkml:trace>
  <inkml:trace contextRef="#ctx0" brushRef="#br0" timeOffset="866.66">19681 11759 21 0,'10'-3'591'16,"-10"3"-175"-16,10-7-95 0,-10 7-79 0,9-6-59 0,-9 6-95 16,7-4-68-16,-7 4-46 0,0 0-35 0,0 0-39 15,12 4-41-15,-12-4-70 0,4 4-215 0,-4-4 110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2:10:03.3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12348 5370 351 0,'0'0'342'0,"-4"-6"-64"0,4 6-26 0,-4-3-37 16,4 3-27-16,0 0-33 0,-5-7-28 0,5 7-2 15,0 0 4-15,0 0-22 0,-8 5 3 0,8-5-13 16,0 8-15-16,0 0 8 0,0 1 6 0,4-1-7 15,0 4-10-15,0-3-14 0,1 1-10 0,0-2 13 16,4 1 46-16,1-2 18 0,2-2-16 0,-1-1 5 16,4-4-21-16,2-2-3 0,6-4-6 0,1-1 5 15,3-4-15-15,8-5-16 0,2 0-8 0,0-4-9 16,4-1-7-16,7-4-13 0,3-1-7 0,4-3-9 16,-1-1-24-16,5-1-4 0,2-3-41 0,3-1-22 0,4-2-38 15,-2-1-23-15,3-2-18 0,17-6-26 0,-3 2 4 16,-10 8-44-16,-3 1-15 0,2 3-51 15,-1 4-63-15,-4 3-369 0,-5 3-226 0</inkml:trace>
  <inkml:trace contextRef="#ctx0" brushRef="#br0" timeOffset="7815.24">18992 4394 130 0,'-79'8'201'0,"3"-1"-52"0,6 1-29 0,17-1-24 0,5-1-21 15,11-1-17-15,4 0-4 0,7 0-9 0,3-2 6 16,6 2 13-16,6-2 39 0,11-3 3 0,3 5-6 16,12-3-21-16,12-1 11 0,20 0-21 0,17 0 3 15,24-1-23-15,11-1 8 0,9 0-17 0,28-2 0 16,7 1-11-16,4-1 17 0,2-2-15 0,-3 1 12 16,2 0-18-16,-2 0 9 0,-2 0-21 0,-4 1 8 15,-5-1-7-15,-26 0 0 0,-4 1-8 0,-6-1 11 16,-2 0-18-16,-10 1 0 0,-5 0 1 0,-4 0-5 15,-19 1 5-15,-4-1 0 0,-14 0 0 0,-4 2 0 16,-8 0 0-16,-1-1-1 0,-7 1 2 0,-7-1-1 16,-14 2-1-16,9-3-11 0,-9 3 10 0,-23-4 6 15,-13 1 2-15,-22-1-1 0,-26 0-3 0,-16 2 2 16,-31-3-6-16,-14 2 9 0,-11 2-2 0,-8 0-1 16,1-2 2-16,-2 3 0 0,6 0 2 0,10 0 4 15,13 3 1-15,32-2-1 0,13 0-5 0,12 4 0 16,19-2-5-16,10 1-3 0,11 1 4 0,7-1 2 15,11 2 16-15,10 0-17 0,7 1 17 0,6-3-17 16,14 1 7-16,9 1-11 0,12-1 20 0,16 1 2 16,9-1-14-16,16-2 15 0,9 0-19 0,5-1 11 15,2-2-15-15,0 0 7 0,1-2-7 0,-1-1 10 16,-3 0-15-16,1 0 13 0,-6 0-20 0,-10 0 19 0,-14 0-7 16,-10 0 7-16,-11 1-17 0,-10-2 17 15,-11 3-13-15,-8-2 1 0,-12 3 0 0,-13-4-2 16,-20 0 3-16,-29-1 15 0,-34 2-12 0,-39 0-1 15,-15 3 2-15,-21 0 15 0,-15 4-12 0,-6-1 10 0,-7 4-12 16,4-2 4-16,6 1-2 0,19-1 15 0,18 1-16 16,23-2 11-16,36-2-38 0,15 2-50 15,19 0-65-15,9 0-47 0,17 0-118 0,11-1-235 16,9 1-47-16</inkml:trace>
  <inkml:trace contextRef="#ctx0" brushRef="#br0" timeOffset="31914.26">8765 8568 30 0,'0'0'82'0,"11"-1"-74"0,-11 1-49 0,11 1 14 0</inkml:trace>
  <inkml:trace contextRef="#ctx0" brushRef="#br0" timeOffset="33013.24">14226 7849 150 0,'-5'-13'559'0,"1"5"-101"0,-1 0-123 0,3 2-48 16,-1-1-88-16,3 7-10 0,-6-6-66 0,6 6-9 0,0 0-36 15,0 0 22-15,-12 5-27 0,12-5 31 16,-1 13-35-16,1-6 20 0,1 3-3 0,2-1 12 0,1 2-9 16,2-1 0-16,7-1 7 0,0-2 18 0,2-1 2 15,8-4-7-15,6-2-7 0,10-5 10 0,13-3-3 16,13-8-17-16,7-2-9 0,2-3-14 16,6-4-1-16,2-4-6 0,17-4-11 0,4-2 16 15,2-1-24-15,5 0-4 0,1-4-13 0,3-1-2 0,1-2-8 16,0 2-9-16,0-5-37 0,1 4-51 0,0 1-101 15,-1 1-77-15,-7 3-61 0,-6 5-124 0,-23 10-609 16,-3 0-671-16</inkml:trace>
  <inkml:trace contextRef="#ctx0" brushRef="#br0" timeOffset="40180.82">18854 8363 494 0,'-10'-6'450'0,"-6"0"-69"0,2 2-68 0,-2 0-43 16,0-1-24-16,-3-1-26 0,1 2-16 0,0 0-1 0,-2-1-18 16,3 1-7-16,0-1 1 0,1 2-1 15,2 0-22-15,3-1-29 0,0 3-22 0,1-4-21 16,10 5-19-16,-6-8-10 0,8 0-8 0,6-3 3 16,11-7 4-16,13-9-7 0,16-5-5 0,10-9 11 0,19-9-5 15,7-8-3-15,4-3-7 0,6-3-4 0,1 1 11 16,5-4-14-16,2 2-9 0,2-3-2 0,-4 3-8 15,-1-1-2-15,-7 5-7 0,-5 3 0 16,-6 4-11-16,-21 11-29 0,-6 4-54 0,-5 7-37 16,-13 4-60-16,-4 5-65 0,-4 0-11 0,-8 5-50 0,-7 4-7 15,-5 1-40-15,-2 4-11 0,-6-1-378 16,-3 4-259-16</inkml:trace>
  <inkml:trace contextRef="#ctx0" brushRef="#br0" timeOffset="40381.68">19825 7043 34 0,'-14'-2'620'0,"14"2"-185"0,-10-5-67 0,10 5-89 16,0 0-9-16,10-2-30 0,3 4 19 0,4 0-29 16,7 2 0-16,6 3 16 0,4-2-12 15,7 4-15-15,-1 3-30 0,0 1 1 0,0 2-28 16,-2 4-12-16,-2 0-42 0,-3 3-14 0,-2 3-24 16,-3 4-8-16,-6-1-16 0,-5 5-8 0,-5 2-11 0,-6 1-4 15,-11 7 12-15,-5 7-35 0,-13 9-27 0,-9 1-46 16,-9 7-38-16,-16 10-53 0,-7-1-66 0,-3-2-46 15,-3-1-75-15,-3-2-86 0,2-2-560 16,2-4-594-16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0:22:26.6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12753 5536 89 0,'-5'-4'170'0,"5"4"-45"0,-4-6-29 0,4 6-20 0,-7-4 0 0,7 4-13 0,-6-5-10 0,6 5-10 0,-9-6-5 0,9 6-8 0,-6-5 1 0,6 5-5 16,-9-8-2-16,9 8-9 0,-9-4 0 0,9 4-4 15,-10-6-2-15,10 6-2 0,-11-4 4 0,11 4-5 16,-12-6 2-16,12 6-5 0,-13-3 3 0,13 3 3 15,-17-5 14-15,17 5-9 0,-14-3 18 0,14 3-7 16,-15-1 1-16,15 1-8 0,-16-2 7 0,16 2-8 16,-15-1 7-16,15 1-9 0,-11-2 5 0,11 2-11 15,-11-1 7-15,11 1-7 0,0 0 3 16,-14-1-8-16,14 1 12 0,0 0-9 0,0 0 8 0,-10 0-9 16,10 0 2-16,0 0-4 0,0 0 7 0,0 0-9 15,0 0 7-15,12-6-3 0,-12 6 3 0,15-3-3 16,-15 3 6-16,19-1-2 0,-6 1 1 0,-2 0 0 15,3 0 0-15,-1 1-10 0,1 1 7 0,3 0-10 16,-2 0 6-16,3 1-4 0,1-2 13 0,-2 2-6 16,2-1 5-16,0 1-5 0,2 0 10 0,0-1-5 15,5 3 18-15,-3-5-4 0,4 1 10 0,0 1-13 16,2-1 15-16,0-1-14 0,2 2 10 0,2-4-15 16,6 1 10-16,0-1-12 0,2 1 9 0,-2 1-2 15,3 0-6-15,-4-2-3 0,2 2-2 0,-2 0-2 16,0 2-4-16,-2-2-11 0,0 3 13 0,-3 0-16 15,-2-2 10-15,-2 2-9 0,2 1 15 0,-2-2-17 0,1 1 18 16,-1 0-16-16,0 0 15 0,1-2-17 16,-1 2 17-16,2-1-22 0,-1 0 23 0,1-2-20 15,1 0 18-15,0 0-16 0,0 0 16 0,5 0-13 16,2-1 13-16,-2 0-18 0,1-2 9 0,0 1 14 0,2 1 2 16,-2 1-19-16,3 0 16 0,0 0-19 15,0 0 18-15,1 0-15 0,-1 1 11 0,2 1-12 16,-2 1 13-16,0-1-14 0,1 0 16 0,-3 1-16 15,-2-2 9-15,1 4-10 0,-2-2 19 0,1 1-19 16,-1-1 21-16,0 1-18 0,-2-2 21 0,3 1-10 0,-1-2 17 16,1 2-20-16,1-1 22 0,1-1-3 0,3-1-14 15,-1-1 18-15,2-1-17 0,7 1 16 16,-1-1-15-16,2 1 19 0,0-1-18 0,-1-1 27 0,-1 3-4 16,1-2-2-16,0 2-5 0,-1-2-5 0,-6 1-4 15,1 0 0-15,-2 0-9 0,0 0 7 0,0-1 1 16,2 2-6-16,0 0 1 0,-3 0-3 0,3 0-3 15,-1 2 3-15,-2-1-6 0,4 0 4 0,-3 0-1 16,-1 2 0-16,2-2-3 0,-2 0 3 0,-1 1 0 16,1 1-2-16,0-2 1 0,-2 1 4 0,2 1 0 15,-1-1-2-15,-2-1-1 0,2 1 0 16,-1-1 3-16,1-1-7 0,-3 0 4 0,3 1-1 0,-1-1-1 16,1 0 5-16,0 0-1 0,2-1-1 0,-1 2 4 15,1-1-4-15,1 0 5 0,-1 0-2 0,9-1 5 16,-2 1 0-16,2 0-3 0,-5 0-4 0,3 0 1 15,-5 0 1-15,1 0-6 0,-4 0 3 0,4 0 4 16,-2 0-6-16,-1 0 0 0,1 1 0 0,-1-1-2 16,1 0 6-16,1 0 3 0,-3 0-5 0,3 0 5 15,-3-1-6-15,3 1 1 0,-1-1 5 0,6 1 2 16,-1-3-2-16,-1 1-1 0,-4 0 5 0,5-1-4 16,0 2 5-16,-5-2 3 0,-2 1 0 0,7 1 4 15,-5 0-4-15,-1-1 7 0,1 1-6 0,-2 0-3 16,1 1 4-16,2-1 0 0,-3 1-6 0,3-1-5 15,-1 1 7-15,6 1-3 0,1-1-5 0,0 0 4 0,0 1 0 16,0-1-2-16,1 2 3 0,-2 0-2 16,0-2-1-16,2 1-1 0,-10 0-2 0,8 1 11 15,-1-1-6-15,-5 1 9 0,1-1 5 0,4 1-3 0,1 1 0 16,1-1 3-16,-2 1 1 0,0 0 4 0,1 1-9 16,-1-2 1-16,-3 3-4 0,-3-1-4 15,4-2 1-15,-5 0-8 0,-1 1 1 0,-2-1-3 16,0-1-6-16,3 0 1 0,-2 0 4 0,0-1-2 0,1 0-1 15,1-1 5-15,0 0-1 0,0 0-2 0,2 0 2 16,3-2-3-16,3 1 1 0,-8 0-1 0,2 1-1 16,-2-2 8-16,0-1-4 0,1 2 1 15,-1 0 12-15,-3-2-3 0,2 2-1 0,-3-1-3 0,-1 1-1 16,-6-1 0-16,0 0-4 0,-5 2-1 0,2-1 1 16,-6-1 4-16,-2 3 14 0,-1-1 5 0,-3 0-5 15,-2-1 1-15,1 1-6 0,-3 0-1 0,-11 1-5 16,18-1-2-16,-18 1-4 0,16-3-7 0,-16 3-36 15,12-3-62-15,-12 3-67 0,0 0-40 0,5-6-58 16,-5 6-55-16,-14-6-86 0,4 1-473 0,-3-1-430 16</inkml:trace>
  <inkml:trace contextRef="#ctx0" brushRef="#br0" timeOffset="138.03">20598 5498 279 0,'-15'3'86'0,"5"-1"-210"0,-2-1 42 0</inkml:trace>
  <inkml:trace contextRef="#ctx0" brushRef="#br0" timeOffset="10899.74">5586 6275 94 0,'-3'-9'222'0,"-2"0"-61"0,2 0-60 0,2 3 8 16,-4-2-31-16,2 2-14 0,1 0-17 0,-1 1-7 15,3 5-25-15,-6-8-27 0,6 8-17 0,-2-9-18 16,2 9-3-16,-3-7 2 0,3 7 6 0,0 0 5 16,-4-5-8-16,4 5-39 0,0 0-84 0,-3-4 43 15</inkml:trace>
  <inkml:trace contextRef="#ctx0" brushRef="#br0" timeOffset="12234.94">4944 6531 4 0,'0'0'120'0,"0"0"-32"0,-5 5-7 0,5-5-16 0,0 0-23 0,-4 6-7 0,4-6-6 0,0 0-10 16,-2 7-1-16,2-7-10 0,0 0 7 0,-3 5-38 15,3-5-61-15,0 0-52 0,-5 7 40 0</inkml:trace>
  <inkml:trace contextRef="#ctx0" brushRef="#br0" timeOffset="15999.23">9306 6730 138 0,'-14'-5'487'0,"-4"-1"-154"0,1 2-66 0,-2 0-65 0,-1 0-40 0,2 1-35 0,-4 2-22 0,3 0-22 0,1-1-20 16,2 2-8-16,0 0-10 0,2 2-11 0,0-2-7 16,4 0-5-16,10 0 1 0,-17 1-6 0,17-1 7 15,0 0 7-15,0 0 4 0,0 0 2 0,17-3 6 16,1 1-18-16,10-1 10 0,10-3-19 0,13-1 4 16,7 0-10-16,15-2-2 0,4 0 10 15,4-1 2-15,2-2 6 0,0 0-4 0,-2 2 24 16,-1 0-35-16,-2 0 7 0,0 1-12 0,-6 2 8 0,-1-1-8 15,-17 5-9-15,1 0-39 0,-5 1-56 0,-12 1-46 16,1 1-64-16,-9 1-90 0,-2-1-287 0,-5 0-97 16</inkml:trace>
  <inkml:trace contextRef="#ctx0" brushRef="#br0" timeOffset="16316.04">11302 6713 758 0,'0'0'643'0,"0"0"-128"0,0 0-101 0,9-3-100 15,-9 3-69-15,0 0-44 0,0 0-43 0,18 1-26 16,-8-1-38-16,4 4-6 0,6-3-21 0,5 0-14 15,6 0-11-15,1-1-1 0,7 0-3 0,11-2 9 0,1 1 3 16,2-3 0-16,2 3-6 0,2-3-12 16,2 1-4-16,0-2-4 0,1 2-7 0,-3-1-1 15,1-1-6-15,-3 1 1 0,-4 1-29 0,-4 0-66 0,-10-1-28 16,-6 2-58-16,-3-1 0 0,-5 2-49 16,-4-2-76-16,-2 1-95 0,-6 0-454 0,-11 2-385 15</inkml:trace>
  <inkml:trace contextRef="#ctx0" brushRef="#br0" timeOffset="25536.99">11886 9113 124 0,'0'0'169'0,"0"0"-44"0,4-7-48 0,-4 7 2 0,0 0-26 0,0 0-19 0,4-6-22 0,-4 6 11 0,0 0-16 0,0 0-23 0,0 0-38 0,6-3-147 0,-6 3 61 16</inkml:trace>
  <inkml:trace contextRef="#ctx0" brushRef="#br0" timeOffset="27565.42">15238 9250 127 0,'20'-1'267'0,"5"-2"-70"0,7 2-40 0,10 0-29 0,12 0-24 0,10 0-13 0,15-1-11 0,4 1-17 0,7 1-13 0,2 0-1 0,5-1-7 15,1 1-6-15,3-1-9 0,1 1-3 0,-3-2-4 16,-5 1-6-16,-3-1 2 0,-3 2-7 0,-6-1-1 16,-4-1-3-16,-15 1-10 0,-5 1-7 0,-1 0-13 15,-9-2-22-15,-6 2-10 0,-8 0-10 0,-4 0-17 16,-4 2-18-16,-3-2-1 0,-3 0-3 0,-3 0-18 16,0 1-123-16,-6-1 78 0</inkml:trace>
  <inkml:trace contextRef="#ctx0" brushRef="#br0" timeOffset="27808.75">16138 9280 139 0,'-13'2'188'0,"4"1"-47"0,9-3-19 15,-5 5-20-15,5-5-15 0,12 9-3 0,2-5-2 16,6-1-11-16,12 2-12 0,12 2-6 0,7-3-13 15,8-1 0-15,12 3-1 0,2 0-6 0,4-3-7 0,-2-2 5 16,3 1-4-16,-2-1 6 0,-13 1-7 16,1-4-1-16,-1 1-5 0,-3-1-3 0,-2 1 0 15,-5-1-4-15,-3-1-1 0,-10 0-2 0,-3 0-6 0,-5 2 1 16,-4-1-11-16,-3 0-44 0,-4 2-52 0,-3 0-49 16,-3 0-243-16,-5 0 152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0:23:07.0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22889 4366 30 0,'0'0'336'0,"0"0"-95"0,0 0-62 0,0 0-33 0,0 0-32 0,0 0-22 0,0 0-16 0,0 0-17 0,5 5-9 0,-5-5-5 16,7 5-3-16,-7-5 6 0,7 6 0 0,-7-6-18 16,6 6 8-16,-6-6-12 0,5 4 21 0,-5-4 1 15,5 4 23-15,-5-4-2 0,0 0 20 0,9 6-9 16,-9-6 19-16,0 0-12 0,7 3 5 0,-7-3-27 16,7-2-3-16,-7 2-22 0,16-5 5 0,-6-1-25 15,4 0 12-15,5-4-15 0,4-3-4 0,5-2-8 16,7-2 0-16,1-5 0 0,3-1-4 0,8-4-4 15,3-4 0-15,3-1 2 0,2-1-4 0,1-3 0 16,3-3-1-16,1 2-43 0,1 0-26 0,2-1-68 16,0 0-45-16,0 3-52 0,0 2-347 0,-6 1-99 15</inkml:trace>
  <inkml:trace contextRef="#ctx0" brushRef="#br0" timeOffset="999.77">22940 5459 335 0,'-7'-2'456'0,"7"2"-104"0,-7-5-76 15,7 5-59-15,0 0-47 0,-9-5-31 0,9 5-31 0,0 0-19 0,0 0-18 0,0 0-12 0,0 0-5 0,0 0-11 0,0 0-6 0,0 0 2 16,0 0 2-16,11 1-3 0,-11-1 2 16,23-3-3-16,-2-1-5 0,9-2-10 0,11-5-4 0,5-2 1 15,17-3 12-15,2-1 6 0,5-2 22 0,2-1-34 16,3-3-10-16,3 2-2 0,1-3-6 0,4 0-8 15,2-1 15-15,14-7-24 0,1 2 19 0,-17 4-15 16,-1-1 15-16,-1-1-40 0,-3 2-28 0,-3 1-60 16,-5-4-50-16,-4 6-38 0,-6 0-67 0,-3 2-368 15,-15 5-150-15</inkml:trace>
  <inkml:trace contextRef="#ctx0" brushRef="#br0" timeOffset="2515.76">23240 6318 344 0,'0'0'351'0,"-5"-8"-101"0,5 8-31 0,-8-7-34 0,8 7-26 0,-7-4-12 0,7 4-6 0,-11-3 4 0,11 3-31 0,-12 1-11 0,12-1 21 16,-13 5-20-16,6-2-27 0,-1 3-13 0,1 1-8 16,3-1-14-16,0 4-2 0,2-3-1 15,2 0 2-15,2 2 24 0,3-5 19 0,5 2 5 16,2-4-1-16,7-4-2 0,10-2 0 0,11-6-14 0,5-4-14 15,13-6-13-15,0-2-8 0,5-2-4 16,1-2 6-16,1-1-24 0,4-1 10 0,5 0-12 0,2-2-5 16,3-1-4-16,18-7-5 0,-2 1-25 0,-2 0-77 15,-16 7-58-15,1 0-113 0,-2 2-112 16,-2-1-448-16,-6 3-372 0</inkml:trace>
  <inkml:trace contextRef="#ctx0" brushRef="#br0" timeOffset="23600.99">28813 4153 264 0,'-6'-7'247'0,"1"0"-53"0,0 0-19 0,2 2-7 0,-2-2-4 0,1 0-20 0,0 1-8 0,-2-3-17 0,4 3-2 15,-2-2-25-15,0 0-16 0,1 1-2 16,-1-2-4-16,2 2-9 0,-2-2-7 0,-1 0-6 16,1 2-10-16,0-4-14 0,-2 3 4 0,-2-3-8 15,2 1-5-15,-4-1 3 0,-1 0-6 0,0 0 2 16,-1 1 4-16,-3-1 10 0,-3-2-18 0,3 1 19 16,-2 1-12-16,-2 1 8 0,1 0-12 0,-1-1 16 15,0 1-23-15,-2 1 15 0,2-1-9 0,-1 2 22 16,1 1-4-16,-2-2 2 0,6 4 0 0,-2-1-9 15,-1 1 0-15,3-1-7 0,-2 3-3 0,2 0-1 16,-2-1 5-16,1 3-5 0,-1-1 13 0,-1 2-3 16,-1 0 6-16,2 2-5 0,-2-1-2 0,1 2 0 15,-1 0-5-15,-4-2 0 0,5 2 18 0,-5 1-6 16,-1 1 3-16,0 1-6 0,1 0 3 0,-2-2 11 16,1 3-2-16,-1-1-7 0,0 0 3 0,2 3-6 15,0-2 2-15,-1 1-6 0,0 0 6 0,3 2 4 16,-2 0 16-16,2 0-9 0,1 1-7 0,0 0-4 15,1 0-5-15,1 0-2 0,0 4 26 0,1-2 0 16,2 1-7-16,1 0-2 0,0 2 28 0,2-2-8 16,0 2-11-16,3-1-5 0,2 1 6 0,0-2-2 15,0 4-8-15,4-4 6 0,0 3 5 0,0 1 17 16,3-3-14-16,0 4 2 0,2 0-5 0,0-2 8 16,2 3-8-16,2 2 3 0,1-1-5 0,-1 0-8 15,3 0-7-15,1-1-3 0,2 2-4 0,-1 3 0 16,5-3 6-16,-1 0-3 0,2 0-2 0,-1-2-3 15,5-1 4-15,-1 0-6 0,1-2 0 0,2 1-3 16,1-2-5-16,0-1-1 0,0 0 2 0,2-3 0 16,0 1-5-16,2-2-2 0,-2 1-1 0,3-2 0 15,0-1 7-15,0 0-14 0,1-2 14 0,-1 0-7 16,-1-1 12-16,-3-2-9 0,2 0 5 0,-1-2-15 16,0-1 12-16,-3-1-14 0,-1-1 16 0,4-1-17 15,1-4 0-15,-1 1 1 0,-1-3 1 0,2-2 2 16,0-1 3-16,-4-3-5 0,3 2 0 0,-2-3 1 15,-2-1 4-15,-2 1-1 0,0-2-4 0,1 0 5 16,-4-2-2-16,-2 4 0 0,-2-2 13 0,1-1-15 16,-3-1 10-16,0 2-16 0,-1-3 21 0,-1 1-17 15,-2 0 17-15,0 0-16 0,-1-3 13 0,-3 4-16 16,-1 0 19-16,-1 0-20 0,-1-1 13 0,-1-1-9 16,0 0 6-16,-3-1-12 0,-2 1 10 0,1 1-9 15,-2-1 9-15,-2 2-19 0,-2 0 20 0,-1 1-20 16,-2 0-11-16,-4 1-41 0,-3 0-29 0,-2 2-47 15,-2 1-43-15,2 1-58 0,-1 4-70 0,0 2-23 16,1 1-74-16,-2 2-69 0,4 0-448 0,-2 3-502 16</inkml:trace>
  <inkml:trace contextRef="#ctx0" brushRef="#br0" timeOffset="27836.24">28600 14361 268 0,'-3'-14'276'0,"2"3"-59"0,-3-1-24 0,3 0-5 0,-1-1-34 0,0 3-23 0,-2-3-5 0,2 1-19 0,-1-1-3 0,-2-1-32 16,0 2 15-16,-1 1-22 0,1-1 2 0,-2 1-14 0,3 3 5 15,-2-1-26-15,-2 0 12 0,3 2-23 16,-4-2 16-16,3 3-19 0,-4 0 17 0,2-1-20 15,-2 0 19-15,1 3-16 0,-5-1 17 0,1 0-18 16,-2 1 26-16,-1 2-10 0,0 0 21 0,0-1-18 16,-4 2 11-16,1 1-13 0,-1 0 13 0,-1 0-3 15,-1 1-2-15,3 0 11 0,-3 2-8 0,-2-1-3 0,0 1-8 16,-1 1 25-16,2 1 9 0,-2 0-11 16,0 1-9-16,4 1-11 0,-4 0 1 0,2 0-10 15,0 3 7-15,3-4 6 0,-2 5-7 0,-1-2 2 16,0 4-8-16,-1 0 29 0,1 1 2 0,-1 1-10 15,-1 0-9-15,4 2 2 0,-1 1-11 0,0-2-10 16,3 1-2-16,-1 2 33 0,-1-1 24 0,6 2 3 16,-2 0-18-16,2 2-5 0,1 0-11 0,2-3-7 15,3 0-3-15,-1 2-3 0,4-1 7 0,1 4 5 16,2-2 1-16,2-1-6 0,1-1-5 0,1 2 10 16,2 2 0-16,-1 0-6 0,5-1 2 0,-1-1-16 15,2 1-2-15,1-1-1 0,-2 0 5 0,6 2 0 16,-3-2-5-16,3 2 1 0,2-2-2 0,-2-1-2 15,6-1 0-15,-3-1 7 0,4 0 4 0,-1-2-6 16,4 0-1-16,-1-1 8 0,2-3-3 0,-1 1-2 16,2-1-4-16,0-3 1 0,-3 0-6 0,1-2-3 0,1 0-3 15,-1 0 6-15,0 0-5 0,0-3-3 0,-1-1 0 16,1-1-1-16,-3 2-2 0,1-3 0 16,-1 1 5-16,-1-2-6 0,3 1-1 0,-3-2 1 0,3 0 0 15,-2-2 0-15,1-1-1 0,-1 1-1 0,5-4 6 16,-4 2-7-16,4-1 1 0,0-3-2 0,-2 0 2 15,5-1-1-15,0-1 0 0,-3-1 3 16,0 0-4-16,1-2 0 0,-3 1 2 0,-4 1 0 0,3-1 0 16,-1-3 2-16,-1 1-3 0,0-2 5 0,-1-1-5 15,-3 2 17-15,-1-2 5 0,-1 0-3 0,0-1-3 16,-1 0-1-16,-3 0-1 0,1-1 1 0,0-2 4 16,-2 1-26-16,1-1 26 0,-2-1-28 0,-1 0 27 15,1-1-24-15,0 0-1 0,-1 0 26 0,-3 1-26 16,3-2 28-16,-2 0-28 0,0 3 21 0,-3-2-3 15,1-1 0-15,-1 3-1 0,-2 1-5 0,-1-1 6 16,0 1-7-16,-2 0-3 0,-3-1 1 0,0-1 0 16,-2 2 1-16,-1-2-4 0,-4 0-2 0,-1 0 2 15,-4 3-2-15,-1-1 2 0,-3 1 2 0,-2 2-6 16,-2-1 4-16,1 3 2 0,-1 0-2 0,-1 1 4 16,1 0 5-16,-1 3-11 0,0 1 0 0,3 1-1 15,2 2-1-15,-1 1-4 0,3 3-18 0,0 1-37 16,-3 2-68-16,2 2-73 0,-5 3-90 0,2 0-84 15,-6 4-51-15,1 0-99 0,1 2-572 0,0-1-716 16</inkml:trace>
  <inkml:trace contextRef="#ctx0" brushRef="#br0" timeOffset="30918.38">7725 7599 503 0,'-1'-6'449'0,"-2"-1"-47"0,3 7-45 0,-4-9-40 16,4 9-11-16,-3-11-32 0,3 11-21 0,-3-8-27 0,3 8-24 0,-2-6-25 0,2 6-22 0,0 0 2 15,-4-7 8-15,4 7-13 0,0 0-9 0,0 0-20 16,-3 9-3-16,3-9-26 0,-1 10 5 16,1-10-31-16,0 14-12 0,0-14-12 0,0 13 3 0,1-5 15 15,-1-1 12-15,3 0 13 0,1-2 18 16,-1 3 8-16,5-2-5 0,-3-2 16 0,3 0-12 0,-1 0 32 15,5-1-5-15,-12-3-18 0,23-3 30 0,-8-1-22 16,6-4 35-16,-1-3-42 0,6-6 9 0,3-5-46 16,4-2 21-16,1-3-17 0,6-9-22 0,0-4-11 15,1-4-11-15,4-1-16 0,-3-6-35 0,1-4-63 16,5-2-77-16,-5 1-56 0,6-2-55 0,-5 3-102 16,1 1-152-16,-1 3-130 0,-5 4-251 0,-2 1-430 15,-1 5-924-15</inkml:trace>
  <inkml:trace contextRef="#ctx0" brushRef="#br0" timeOffset="34130.87">28912 7291 80 0,'0'0'314'15,"0"0"-77"-15,4-9-68 0,-4 9-14 0,0 0-25 0,2-7 0 0,-2 7-20 0,1-6 3 0,-1 6-1 0,3-6-3 0,-3 6-9 16,1-6-3-16,-1 6-10 0,0-7-7 0,0 7-5 0,0-8-30 16,0 8 25-16,-2-7 5 0,2 7-10 15,-3-10-5-15,3 10-2 0,-6-8-4 0,2 4-10 16,4 4 4-16,-9-10-4 0,5 6 1 0,-1-4 0 16,0 3 2-16,-2 0 3 0,2-2 4 0,-2 1 5 15,0 1 2-15,2-4 6 0,-2 4 5 0,-1-3-3 16,2 1-13-16,-1 1 6 0,1-2-1 0,-1 1-5 15,0 1-6-15,2-1-14 0,-2 1 4 0,2 0-4 16,-1-1-7-16,-2 1-8 0,4 1-3 0,-2-2-1 16,-1 3-6-16,0-2-2 0,-1 0-2 0,-1 0 0 15,1 1-1-15,-2 3 0 0,1-4-2 0,-1 0 6 16,-3 1 5-16,3 1 3 0,-3 1 11 0,1-3 8 16,-1 1 11-16,-1 2 6 0,2-1-1 0,1-2 8 15,-1 4-1-15,1-2 5 0,0 2-5 0,1-4-5 16,1 3-2-16,0 0-10 0,-1-2-7 0,1 4-3 0,3-2-6 15,-2-1-7-15,-1 1 2 0,0 0-8 0,9 3-2 16,-15-5-5-16,7 2 1 0,-1 0-3 0,9 3 2 16,-19-2-7-16,19 2 4 0,-18-3-1 15,18 3 0-15,-20 0-1 0,20 0 1 0,-19 0-2 16,8 1 0-16,0-1 0 0,-2 2 0 0,3-1-5 16,-2 2 7-16,1-2 0 0,-1 1 1 0,0-1 4 15,1 2 16-15,0-1 0 0,-2 1 4 0,2 0-4 16,0-2 3-16,-3 4-6 0,4-4 4 0,-1 2-3 15,0 0 12-15,1 0-7 0,-1 2 1 0,-1-1-10 16,3-1 0-16,-2 2-5 0,0 2 7 0,1-1-5 0,1 0 20 16,-1 2-14-16,0 1 8 0,0 1-14 15,1-1 7-15,1 3-9 0,0-4 10 0,-2 3-16 16,1 1 11-16,3-4-13 0,-1 5 11 0,-3-2-15 16,4 1 6-16,-1-1-4 0,0 0 11 0,-1 2-13 0,2-2 24 15,-1 1-12-15,3 1 27 0,-1-3-20 0,0 0 35 16,1 0-32-16,2 3 36 0,-1-1-32 0,2-2 10 15,-2 3-19-15,2-4-4 0,1 4 0 0,-1-1-3 16,2-1 0-16,-1 2-4 0,0-1 0 0,1 0 3 16,1 1-3-16,0 0-3 0,0-1 2 0,0 1-3 15,-1 1 4-15,3-2-7 0,0 2 10 0,-2 1 0 16,2 1 3-16,0-3-3 0,0 0 1 0,0 2-13 16,0-2 12-16,3-1-7 0,-3 2 11 0,1-1-1 15,2-2 0-15,-1 1 3 0,2 1 0 0,-2-2 2 16,2 0-3-16,0 0 3 0,2-1 0 0,-1 1 4 15,0-1 0-15,0 1-2 0,2-2-4 0,-1 1 0 16,1-3-4-16,1 4 2 0,1-4 40 0,0 2-53 16,-2 0 47-16,5-2-59 0,-4 2 50 0,3-3-52 15,1 3 51-15,1-3-52 0,-2 2 49 0,4-1-50 16,-3-3 51-16,5 3-51 0,-3-3 53 0,0 1-49 16,4-2 49-16,-4 0-45 0,2 1 46 0,2-2-49 15,-3 0 49-15,2 0-51 0,-2-1 47 0,0-1-32 16,1 0 43-16,-2-1-37 0,0-1 35 0,1 0-41 15,-1-1 40-15,1-1-39 0,-3 0 42 0,2 0-38 16,1-5 3-16,-1 2-3 0,1-3-1 0,-4 2 7 0,3-3 26 16,-4 1 8-16,4-2-8 0,-4 1-6 15,3-2-7-15,-3-1-6 0,1 2-3 0,-1-2-4 16,0-1-3-16,-1-2-2 0,0 2-2 0,-2-1-2 16,0 1 2-16,-1-2-5 0,-1-1 34 0,0 1-38 0,-3-2 35 15,2 0-37-15,-5 3 40 0,1-3-42 16,0 0 37-16,-3 0-42 0,1 0 46 0,-1 0-49 15,-1-1 41-15,-1 0-35 0,-1 1 39 0,1-4-40 16,-1 1 40-16,-2 0-39 0,0 0 34 0,-1 2-40 16,-3-1 38-16,3 3-39 0,-3-2 41 0,1 1-46 15,-5 1 40-15,3 0-40 0,-4 0 38 0,-2 3-36 0,0-1 34 16,-4-2-37-16,-2 2 40 0,-1 2-39 16,1 0 39-16,-1 4-36 0,0 0 37 0,2 2-41 15,-1 1 39-15,0-1-39 0,3 4 36 0,-1-1-34 16,1 3 35-16,-3 0-37 0,1 1 36 0,1 1-38 0,-2 0 19 15,0 0-53-15,0 3 13 0,-1-2-62 0,-2 2-2 16,0 1-76-16,1 1-40 0,-2 1-58 16,1-2-84-16,1 3-99 0,3 0-57 0,-2-1-126 15,2 1-630-15,0-1-885 0</inkml:trace>
  <inkml:trace contextRef="#ctx0" brushRef="#br0" timeOffset="35397.79">28918 8116 367 0,'-1'-8'435'0,"0"1"-93"0,-1 1-41 0,-2-1-41 0,2 1-1 0,-2-2-49 0,-1-1 8 0,0 1-48 16,0 0-1-16,-2-1-16 0,1-2-17 0,-4 0-11 16,2 1 0-16,0 1-6 0,-2-4-12 0,-1 3 7 15,-1 0 0-15,1-2 3 0,-1 2-17 0,-1-2-11 16,-3-1-6-16,-1 1-2 0,1 1-9 0,-2-3-3 16,1 1-3-16,-3 1-5 0,-2-2 5 0,0 1-9 15,-1 0 6-15,-2-1-4 0,-1 1 12 0,2 2-3 16,-3 0 16-16,1 0-29 0,2 3-4 0,1 0-3 15,1 0-4-15,-1 3-2 0,0-1-3 0,-1 2 1 16,2-3 3-16,3 6-1 0,-4-1 0 0,4 1 14 16,-3 2-6-16,-1-1-2 0,2 2 0 0,0-1 7 0,-1 2-7 15,1 2-12-15,0 1-11 0,-1-1 6 0,1 3 12 16,1 0-3-16,0 2-5 0,1-1-6 16,0 4-1-16,-4-1-5 0,2 1 3 0,1 2 40 15,-2 0-13-15,1 1 31 0,0-4-54 0,-1 5 33 0,3-4-49 16,1-1 40-16,0 0-48 0,2 1 37 0,0 0-40 15,0-2 60-15,0 0-21 0,4 1 27 0,-1-1-44 16,3 0 23-16,-1 0 24 0,1 3-7 0,1-2-1 16,3 3-6-16,-2-1-6 0,3 1-5 0,0 1-7 15,1 1-1-15,2 0 3 0,0 1-12 0,1 1 32 16,1-2-39-16,1 2 26 0,1 2-34 0,-1-1 26 16,1 2-36-16,2-1 37 0,0 0-42 0,1-1 26 15,0 1-6-15,0-1-2 0,0-1-2 0,2 0 2 16,-2 0-2-16,4 0 5 0,-1 0 3 0,1 0 10 15,1-1-6-15,0 0-3 0,0 0 2 0,4 1 5 16,0 1 15-16,2 0 12 0,0-1-9 0,2 2-47 16,0-2 44-16,1-1-51 0,0 2 48 0,1-4-54 15,1 1 47-15,0-1-51 0,-1 0 46 0,1-4-50 16,-1-2 46-16,-1 2-46 0,3-2 46 0,0 0-49 16,0-1 49-16,-1-2-51 0,2 2 53 0,0-3-53 15,2 2 47-15,-1-4-45 0,1 0 45 0,0 0-46 16,-2-2 47-16,2 1-4 0,-2-1-3 0,1-2 1 15,-2 0-8-15,1 0-5 0,0-2 3 0,1-2-5 16,2 0 2-16,-3 0-4 0,1-1 0 0,1-1-2 16,-2-1-8-16,-3 1 13 0,4-4-5 0,-3 3 7 15,-1-5-5-15,1 5 4 0,-1-5-3 0,-2 1-1 16,1-1 1-16,0 0 21 0,-2 0-42 0,-2-2 42 16,2-1-24-16,-2 0 0 0,-1-1 0 0,0 1 0 15,-2-1 0-15,-2-2 0 0,2 1 0 0,-2-1 0 16,-2 1 0-16,2-2 0 0,-3 0 0 0,0-1 0 15,-1 1 0-15,-1-3 0 0,2 2 0 0,-2-2 0 16,-1 0 0-16,-2 0 0 0,1 1 0 16,-1-3 0-16,1 4 0 0,-2-1 0 0,-1-1 0 0,0 3 0 15,-1 0 0-15,-2 0 0 0,2-1 0 0,-3 2 0 16,0 1 0-16,-1 1 0 0,0-4 0 0,-4 4 0 16,0-1 0-16,0-1 0 0,-3 2 0 0,0 1 0 15,-5 0 0-15,3 1 0 0,-7-2 0 0,-2 1 0 16,-2-1 0-16,0 2 0 0,-1 3 0 0,-2-1 0 15,0 2 0-15,0 0 0 0,2 2 0 0,3 1 0 16,-2 3 0-16,0-1-154 0,1 2-42 0,4 0-73 16,-1 3 13-16,-2 0-70 0,4 0-20 0,-3 2-28 15,1 1-75-15,-5 1-76 0,4-1-21 0,-5 3-113 16,3-1-637-16,-1 0-898 0</inkml:trace>
  <inkml:trace contextRef="#ctx0" brushRef="#br0" timeOffset="37382.6">28742 12401 431 0,'1'-6'352'0,"2"0"-57"0,-1-1-38 0,1 0-27 0,-1-2-12 0,1 1-41 0,-1-1 21 0,0 1-33 0,0 0-2 16,1-3-35-16,-1 3 4 0,0-1-41 0,0-1 11 16,0 1-15-16,-1 0 18 0,0-2-19 0,-1 3-2 15,0-3-20-15,-1 1 0 0,0 0-14 0,-1-2 29 16,-2 0-8-16,-1 0 12 0,1-1 4 15,-3 1-5-15,-1-1-9 0,-1 0-12 0,0 1-3 0,-5-1-1 16,3 0-4-16,-5 1-1 0,2 0-3 0,-4 0-6 16,2 2-6-16,-5-2-5 0,3 4-5 15,-5-2-1-15,2 2-4 0,-4-2-1 0,2 5 0 0,-2-3 7 16,1 2 8-16,-1 0-2 0,-2-1 1 0,6 3-4 16,-4 1-2-16,6 0-5 0,-1 2-3 0,1-2-5 15,0 3-2-15,-1 2 1 0,1-1 15 0,1 2 11 16,-5 1-3-16,0 3 9 0,2 1 8 0,-1 0-11 15,-1 2-14-15,0-1 18 0,1 1-16 16,-1 2-2-16,-1-1-1 0,-2 2 1 0,3-1 12 0,-2 0-2 16,2 0 5-16,-2 1-8 0,5-2-2 0,1 0 0 15,0 1 8-15,-2 0 0 0,6-1-11 0,-3 1 0 16,1 3 12-16,3 1-2 0,1 1 13 0,-2 0-4 16,5 0-14-16,0 3 42 0,-1-1-46 15,4 1 40-15,2 1-57 0,-2 1 40 0,5 0-53 16,-3 1 45-16,2 0-55 0,3-3 48 0,0 2-51 0,0-3 50 15,3 5-49-15,0 0 46 0,0-1-47 0,3 1 47 16,-1-2-40-16,3 1 46 0,4 3-45 0,-1-2 8 16,2-1 13-16,4 1 9 0,4 3 7 0,-3-5 9 15,1-2-1-15,5 5-32 0,-3-4 24 0,1-2-2 16,1-1-3-16,-3-1-10 0,3-2-1 0,0 0 2 16,-4-2 17-16,-1-2-9 0,3-1 1 0,-1 0 5 15,-1-2-4-15,4 2 6 0,-1-5 9 0,1 1 11 16,0 0-7-16,4-3-6 0,0 2-9 0,0-4-4 15,-1 0-4-15,1 1-5 0,0-2-8 16,1-2 0-16,0 0 0 0,-1-1-3 0,0-2 0 0,0-1-1 16,1-3-3-16,-2 0 0 0,-3 0 8 0,2-3-11 15,-1 1-3-15,-1-3 0 0,-2 0 1 0,-3 0 33 16,-2 0-41-16,5-2 37 0,-5 0-41 16,1-2 35-16,-2 1-39 0,-2 1 42 0,1-2-41 15,0 2 34-15,-5-3-40 0,4 1 41 0,-3 0-40 16,-1-1 37-16,0 0-38 0,-1 0 39 0,-2-2-44 0,-1 1 47 15,-1 1-44-15,1-2 43 0,0 1-43 0,-1-3 40 16,-3 4-39-16,3-3 3 0,-2 0 4 0,-1 2 6 16,0 1 1-16,0-1-2 0,1-1 5 15,-2 2 1-15,0 0 2 0,0 0 5 0,-2 0-8 16,1 0-1-16,-1 0 0 0,-1 1 1 0,-1 0 3 16,-1 2 35-16,-4-4-43 0,3 2 37 0,-3 1-42 0,-3-1 37 15,1 2-40-15,-3 0 36 0,-4-2-41 0,-3 0 41 16,2 4-41-16,-4-1 41 0,0 2-45 0,3 3 42 15,-2-1-40-15,0 4 41 0,1 0-43 0,-1-1 24 16,0 3-96-16,-1 0-18 0,4 3-94 16,-3-1-18-16,2 2-93 0,-1 2-135 0,-2 1-145 15,-1 1-138-15,-3 1-716 0,-1 1-1070 0</inkml:trace>
  <inkml:trace contextRef="#ctx0" brushRef="#br0" timeOffset="40397.6">12298 7592 714 0,'0'0'741'0,"0"0"-137"0,0 8-150 0,0-8-86 0,0 0-89 0,0 9-38 0,0-9-48 0,0 0 7 0,1 7-18 0,-1-7 37 16,0 0-2-16,6 9-15 0,-6-9-3 0,7 4-5 0,-7-4 11 16,9 3-11-16,-9-3-2 0,10 0-4 15,-10 0 3-15,14 0 3 0,-14 0-10 0,14-1 0 16,-14 1-20-16,15-5 0 0,-7 1-20 0,1 1-3 0,1 0-32 16,-2 0-7-16,0-3-30 0,-2 2 5 0,3 0-15 15,-3-1 16-15,1 1-18 0,-1-3 16 0,3 2-22 16,-3-2 27-16,2-3-31 0,1-2 14 15,1-2-37-15,2-5 14 0,1-9-30 0,3-6 15 0,5-9-8 16,2-14 1-16,6-5-41 0,3-8-66 0,14-16-33 16,5 0-71-16,4-5-32 0,9-7-61 0,6-2-39 15,4 0-61-15,4 0-63 0,-1 5-79 0,1-1-59 16,-4 5-176-16,-1 2-575 0,-4 5-940 0</inkml:trace>
  <inkml:trace contextRef="#ctx0" brushRef="#br0" timeOffset="46830.04">28723 5121 115 0,'0'0'261'0,"0"0"-43"0,0 0-36 0,5-5-14 0,-5 5-30 0,0 0-9 0,0 0-23 0,4-6 7 0,-4 6-17 0,0 0 4 16,0 0-20-16,2-8 6 0,-2 8-22 0,0 0 7 16,0-10-21-16,0 10 26 0,0 0-16 15,0-8 5-15,0 8-21 0,0-9 15 0,0 9-12 16,-1-9 16-16,1 9-29 0,-3-12 15 0,1 6-13 16,-1 1 16-16,-1-2-9 0,2 2 11 0,-3-2-21 15,0-1 10-15,-2 2-19 0,3-1 16 0,-1 0-22 0,-2 1 13 16,0-2-5-16,1 2 13 0,-1 0-15 0,1-1 12 15,-3 1-16-15,3 2-1 0,-1-1-9 0,1-1 9 16,-2 0-10-16,2 2 1 0,-2-2-3 0,-1 2 7 16,0-1-17-16,0 1 18 0,0-2 1 15,-2 2 11-15,1-1-2 0,-2 0-4 0,-2 1 8 16,1-1 15-16,-2 0-13 0,1 2 11 0,-3-2 6 16,3 0-13-16,-4 2 3 0,4-3 10 0,-4 3 3 15,4 0-3-15,-2-1-8 0,4 2-6 0,-2-2 2 16,0 2-13-16,3-1 3 0,-3 2 1 0,2-2 9 15,-2 2-2-15,1 0 4 0,0 0-7 0,-2 0 4 16,2 1-10-16,-2 0 7 0,1 0-3 0,-3 0 9 16,-1 1 16-16,1 0-5 0,-4 1 2 0,3 0 2 0,-1 0-2 15,-1 0-2-15,2 1-16 0,-1-1 1 16,2 1-11-16,-2-1 2 0,3 1-9 0,-3-1 3 16,4 0-3-16,0 0 9 0,-2 2-8 0,2-1 9 15,-1 0-8-15,2 1 5 0,1-1-8 0,-2 1 8 0,3 0-11 16,-1 2 10-16,0-2 7 0,-1 2 21 0,2 0-25 15,1 1 4-15,-3-1-11 0,3 2 10 16,-3 1 0-16,3-1-3 0,1 0 0 0,-2 1 6 16,1 1 9-16,2-1-10 0,-1 1-6 0,0-1-4 15,3 1-1-15,-2-1-1 0,1 3 0 0,3-4-1 0,0 3 2 16,0-2 0-16,0 1-2 0,0-1-3 0,1 2-1 16,1-2-14-16,-2 2 21 0,4 0-19 0,-2 0 27 15,2 0-23-15,0-1 29 0,1 1-28 0,0 1 4 16,0 0 3-16,2 1 25 0,0-1-29 0,0 2 28 15,3-1-34-15,-1 3 28 0,4-4-22 0,-2 3 28 16,1-2-34-16,0 4 32 0,1-5-38 0,1 1 33 16,-2 1-35-16,3-1 35 0,0-1-34 15,-1 1 39-15,0 0-34 0,2-2 45 0,-1 0-9 16,1 0-4-16,1-1-7 0,-1 2 1 0,0-3-5 0,2 1-3 16,0-1-6-16,-1 1-1 0,1-4-5 0,1 3 1 15,0-2-2-15,-1 2-1 0,4-2-41 0,-3-1 56 16,2 0-41-16,-2 1 57 0,4-2-51 0,-2 1 47 15,0-1-4-15,3 1-7 0,-2-3 2 0,1 1 0 16,-1 0-2-16,0 0 0 0,0 0-7 0,2-1-3 16,-3 0-2-16,1 0-2 0,1 1 0 0,-1-1-4 15,1 0 2-15,-1-2 1 0,0 2 0 0,-1-2-6 16,2 0 2-16,-4 0-4 0,2 0 5 0,-3-1-1 16,4 0 1-16,-3-1 4 0,2 1 0 0,-3-1 3 15,4 0-2-15,-2-2 2 0,2 1-3 0,-1 2-2 16,1-5 2-16,-2 1-3 0,1 1-1 0,-2-2 5 15,2 2-6-15,-2-2 0 0,0 0 1 0,-1 0-1 16,0 1 0-16,0-5-1 0,-1 4 1 0,-1-1 0 16,0-2 4-16,1 2 4 0,-2-1 13 0,0-2-1 15,-1 3 0-15,-1-2-4 0,-1 0-2 0,1 2-5 16,2-4-42-16,-2 1 48 0,0-1-44 0,-1 1 47 16,2-2-46-16,-1 2 48 0,-2-2-39 0,1 2 38 15,0 0-45-15,-3-1 45 0,1 1-40 0,-1-1 4 16,1 1 42-16,-1-1-45 0,0 1 47 0,0-3-50 15,-2 4 47-15,1-3-43 0,-1 3 42 0,0-4-48 16,-1 4 48-16,0-2-5 0,-1 2-5 0,0-2-2 16,0 2-6-16,-2-3 1 0,2 3-2 0,-2-3-4 15,0 2 2-15,-1-1 2 0,-2 1-7 0,1-2 1 16,1 1-2-16,-3 0 0 0,1 0 5 0,-2-2-3 16,-1 0-3-16,0 3 0 0,-1-3 2 0,-2 1 0 15,-1-1-2-15,2 4 3 0,-5-4-3 0,-1 0 20 16,1 1-20-16,0 2 21 0,-2-2-25 15,-1 2 20-15,4 1-21 0,-1 0 20 0,0 1-19 0,-1 0 15 16,2 0-18-16,-1 0 19 0,0 3-17 0,0-2-1 16,0 1 4-16,0 1-1 0,-2 0 2 0,3-1-2 15,-2 2 2-15,1 0 0 0,0 2 1 0,2 0 2 16,-3-1 1-16,2 1 0 0,0 1-9 0,-1 0-19 16,3 0-17-16,-2 0-26 0,1 3-19 0,0-3-41 15,2 0-48-15,0 2-48 0,-1-2-76 0,3 2-83 16,-2 1-42-16,1-2-78 0,-1 4-127 0,-2-4-434 15,0 2-683-15</inkml:trace>
  <inkml:trace contextRef="#ctx0" brushRef="#br0" timeOffset="49446.91">28629 9324 375 0,'0'0'279'0,"7"-5"-35"0,-7 5-30 0,6-8-21 0,-6 8-22 0,9-8-18 0,-1 4-17 0,-2-3-8 0,1 2-28 0,-1 0 11 16,-1 1 8-16,5-4-31 0,-3 3-3 0,0-2-30 15,0 0 23-15,2 1-34 0,-2-2 31 0,-2 0-21 16,3 1 38-16,-3-2-25 0,1 2 39 0,0-5-30 16,-2 5 23-16,-1-5-12 0,0 5 1 15,-2-5-12-15,-1 2 5 0,0-1-20 0,0 0-2 0,-2 1-1 16,0-3-10-16,-3 5-4 0,1-4-1 0,-1-1-16 16,-2 2-3-16,-1-2-4 0,0 1-3 0,-1 1-5 15,-1-2 4-15,1 4 5 0,-2-4 14 0,-2 2-4 16,-1-1-5-16,-1 0-2 0,0 1-4 0,-4 2 1 15,3-1 1-15,-4 2 6 0,1 1-7 0,1 0-3 16,-1 1 4-16,1 3 1 0,-1 0 15 0,-1-1 2 16,0 2-2-16,0 1 14 0,-2 0 0 0,3 2 12 15,-4 0 3-15,2 1-9 0,0 2-10 0,-1-1-8 16,2 0-7-16,-1 0-5 0,-2 2-8 0,0 1 18 16,2 0-1-16,0 0 10 0,1 1-16 15,-2-1-1-15,4 4-6 0,-2-3 16 0,1 0-12 0,2 1 9 16,-1 0-14-16,4 1 0 0,-1-1-7 0,1 2-1 15,0-2 1-15,2 3 1 0,-1 1-1 0,-1 1-2 16,3 1-2-16,-2 0-3 0,3-1 3 16,-2 3-2-16,2 0 12 0,2-2-21 0,1-1 5 15,-2 4 2-15,1-2 20 0,2 1-14 0,-1 0 14 0,3-1-21 16,-1 0 24-16,0 1-27 0,3 1 29 0,-1-1-30 16,3 1 26-16,-2 1-29 0,2-1 30 0,1-1-30 15,0 2 44-15,0 0-39 0,3 0 37 0,1 2-38 16,-1-2 57-16,1 2-52 0,2-1 0 0,-1 2 9 15,3-3-8-15,0 1 1 0,0-1 2 0,2 0 4 16,1-1 2-16,1-1 4 0,2 0 3 0,2 0 3 16,0-1 2-16,3 0 1 0,0-2 2 0,-1-1 5 15,4 0 5-15,-3-2-8 0,2 0-1 0,1-1-2 16,2 0-6-16,-2-3-4 0,2 1-4 0,1-1 6 16,-1 0 13-16,2-1-4 0,0 0-6 0,-3-1-1 15,3 1-4-15,-1-2 0 0,-1 0 11 0,1-1 1 16,-4 0 10-16,-1-1-9 0,2 1-5 0,-3-2-5 15,1 0-2-15,2-2 0 0,-2 1 0 0,-1-1 8 16,-1-3 6-16,2 2 40 0,-1-2-38 0,-1 1-1 16,1-4 32-16,-4 3-45 0,3-4 38 0,-1 1-43 0,-1-3 31 15,-2 0-44-15,-1-2 34 0,2 1-40 16,-4-2 41-16,1-1-47 0,-4-1 40 0,3-2-42 16,-3 2 39-16,0-2-45 0,-4 2 40 0,2-3-41 15,-2 2 38-15,-1-1-39 0,1 2 41 0,-2-4-39 16,0 4 40-16,-2-3-44 0,0 1 4 0,-1 0 2 15,0 2 5-15,-1-1 0 0,-2-1 3 0,-1 2 2 0,-1 0-5 16,1 0 4-16,-3 0-2 0,-5-2 5 0,3 3-6 16,-5-2 1-16,0 3-3 0,-2 0 5 15,-1 0 1-15,-2 3 0 0,-3-3-2 0,0 4-1 16,-5-1-1-16,5 3-1 0,-3 1-2 0,0 0-8 0,-2 2-32 16,1 1-56-16,1 1-69 0,3 0-65 15,1 2-69-15,2 2-125 0,1 2-160 0,-1 0-118 0,3 1-773 16,0 0-1106-16</inkml:trace>
  <inkml:trace contextRef="#ctx0" brushRef="#br0" timeOffset="51729.83">28739 15375 352 0,'0'0'376'0,"4"-4"-47"0,-4 4-64 0,0 0-16 0,1-10-24 0,-1 10-22 0,2-6-10 0,-2 6-17 0,0-9-27 0,0 9 0 0,0-9-9 16,0 9 2-16,-2-10-8 0,2 10-7 15,-1-12-11-15,1 5-4 0,-2 3-17 0,0-4-11 0,-2-1-6 16,1 4-6-16,-1-4-1 0,-3 2-6 0,0 0 2 15,0-1 0-15,-2-2-3 0,-3 2-9 0,0 0-4 16,-1-1-6-16,-6 1 14 0,1-2-1 16,0-1 8-16,-3 4-6 0,-2-3 7 0,2 2-4 0,-2 0-4 15,0 0 1-15,1-1-10 0,-1 5-8 0,-1-2-6 16,2 1-8-16,3 1-2 0,-1 2-4 0,-2-1 1 16,2 2 15-16,-2 1-5 0,0 0 1 0,0 0-5 15,-1 1 2-15,2 1 3 0,-5-1-12 0,2 1 13 16,-1 2 2-16,1 0-2 0,1-1-6 15,-1 1-4-15,2 0-4 0,-2 0-16 0,0 1 12 16,2 1-7-16,0 0 23 0,1 0-24 0,0 1 23 0,1 2-24 16,-1-2 31-16,2 2-18 0,1 1-2 0,0 0 36 15,2 1-45-15,0-1 36 0,2 1-45 0,0 0 37 16,4 0-38-16,-3 1 34 0,4-1-43 0,0 2 40 16,0-1-6-16,-1 3-4 0,2-2 0 0,3 1-8 15,-2 0 4-15,-1 0-4 0,4 2 2 0,0-2 0 16,2 2 1-16,-1-1-3 0,3 0 5 0,0 0-3 15,0 0-5-15,3 1 3 0,-1 1-3 0,4-3-1 16,-1 3 23-16,5 1-19 0,-3-1-3 0,4-1 17 0,0 0-23 16,-1 0 4-16,3 1-1 0,1-2 0 15,-1-1 5-15,2 1-2 0,0-1 7 0,0 1-2 16,0-3 2-16,3 1 0 0,-1 0 1 0,-1-1-1 16,5 0 3-16,-3-1-1 0,3 0 9 0,1-2 0 15,0 0 0-15,1 1-9 0,5-2 2 0,1 0 6 16,-3 0 16-16,1-5-2 0,1 3 0 0,-1-2-6 0,1-3-1 15,1 2-7-15,1-1-7 0,-2-2-2 16,1 0 12-16,-1 0-18 0,0-2 23 0,0-1-6 0,-1 2 9 16,0-3-21-16,-4-1 13 0,3 1-16 15,-1-1 10-15,-2-3-19 0,-2 2 13 0,2-4-17 0,-2 2 16 16,0-3-18-16,-1 1 14 0,3-6-18 0,-2 0 19 16,-1-2-19-16,1-4 1 0,-2 3 1 0,1-9 3 15,-1 0 2-15,-2 4 0 0,-2-2-1 0,-2 1 1 16,-1-1 3-16,-2 1-4 0,-2 1-29 0,-2 3 39 15,0-4-33-15,-1 2 38 0,-3 1-33 0,-1-1 35 16,0 4-33-16,-3-1 37 0,0-2-36 0,-3 0 33 16,-1 0-4-16,-2 2 2 0,1-2-8 0,-4 1-3 15,-3 0 0-15,-1-1-2 0,-2 3-1 0,-4-1 1 16,1 2-2-16,-4 0-2 0,-1 3 1 0,-2 0-1 16,-1 2-1-16,-2 2 1 0,3 0-3 0,-2 1-3 15,3 6-4-15,2-4-15 0,0 4-35 0,5 1-39 16,0 1-26-16,2 2-46 0,0 2-22 0,-1 2-27 15,4 1-40-15,-1 4-89 0,1 1-103 0,-1 2-38 16,1 2-88-16,1 2-101 0,-4 5-357 0,3 0-651 16</inkml:trace>
  <inkml:trace contextRef="#ctx0" brushRef="#br0" timeOffset="53117.77">29034 16599 111 0,'0'0'297'0,"0"0"-85"0,2-6-11 0,-2 6-25 0,0 0 21 0,2-7-19 0,-2 7-20 0,2-6-8 0,-2 6-14 0,1-7 2 15,-1 7-11-15,0-6-9 0,0 6 0 0,1-8-12 16,-1 8-10-16,-1-8-2 0,1 8 2 0,-1-9-1 16,1 9 0-16,-3-9-1 0,0 2 5 0,1 3-12 15,-1-2 14-15,-2-1-1 0,0-1 6 0,-1 3-11 16,-1-4 9-16,0 2 6 0,-3-5-2 15,-1 5-2-15,-3-5 4 0,0 2-1 0,0-2 20 0,-4 0-33 16,-1 1 0-16,0-2-16 0,-4-2 10 0,1 2-18 16,-3-1 0-16,0 1-16 0,0 0 10 0,-2-1-22 15,0 1 6-15,0 1-7 0,-1 1 19 0,1-1-19 16,3 3-2-16,0 0 3 0,3 1 0 0,-2 0 3 16,3 3-19-16,1 0-8 0,1 1-2 0,0 0-4 15,0 1-1-15,1 2 3 0,-2 0 7 0,5 1 2 16,-4 1-4-16,0-1-3 0,2 1-1 0,-1 2-1 15,-1 0 8-15,-1 1 28 0,4 1 5 0,-3-2-8 0,1 3-6 16,-1-1 2-16,2 1 1 0,-2-1 17 16,0 1 6-16,1-2-10 0,-2 2-5 0,5 0 11 15,-4-1-26-15,5 1 21 0,-2-1-20 0,2-2 11 16,3 3-17-16,-1-3 12 0,2-1-23 0,1 2 21 0,0 0-25 16,1 1 31-16,0-1-17 0,-2 2 15 15,4 2-20-15,-2-1 14 0,1 3-19 0,1-1 12 0,-1 1-22 16,1 0 13-16,-2 3-18 0,4 1 13 15,-3 1-15-15,4-3 15 0,-1 2-18 0,-1 2 22 0,2-1-9 16,1-2 18-16,1 4-5 0,0-3 3 0,0-1-1 16,1 4 8-16,1-3 2 0,2 3-3 0,0 2-5 15,1-5-5-15,2 5-7 0,3-1-2 0,-1 0-41 16,0-1 42-16,3 0-41 0,-1 0 43 0,0-2-7 16,2 0-3-16,-1 1-2 0,0-1 2 0,0-1-2 15,-2-1-6-15,5 2-1 0,-2-2 3 0,1-1 11 16,2 0-16-16,-1 0 15 0,2-1-17 0,0-2 15 15,0 1-19-15,2-1 16 0,0 0-10 0,1-1 10 0,1-1-19 16,2 0 17-16,0-2-13 0,2 1 12 0,0-1-14 16,1 0 6-16,-1 0-7 0,3-2 19 15,-2 0-17-15,1-1 16 0,0 0-14 0,-2-1 12 0,-2 1-16 16,-2-2 17-16,0 0-10 0,1 0 8 0,-3-3-15 16,3 1 15-16,-2-2-13 0,-2 1 1 0,5-2 1 15,-2-1-3-15,-2 1 7 0,1-1-2 0,1-2 1 16,-1 0-1-16,-1-2 0 0,0-1 0 0,1 1-1 15,-2-4 5-15,-2 1 5 0,2-2-9 0,-4 1-1 16,0-1 3-16,-1-2 0 0,2 0-4 0,-2-4 14 16,0 0-13-16,-3 0 15 0,-1 1-16 0,0-2 16 15,-3 1-17-15,1 0 8 0,-3-1-9 0,0-1 16 16,-2 1-12-16,-2 3 10 0,0-3-13 0,-2 1 11 16,-1-2-12-16,-3 0 1 0,-5-3 6 0,0 2-8 15,-2 0 3-15,-5 1-1 0,1 0 3 0,-3 3 0 0,-3 1-1 16,1 0 1-16,-6 3-1 0,1 1-1 15,-1 2-9-15,-2 2-43 0,0 4-64 0,-2 0-62 0,4 5-86 16,-1 1-54-16,-1 2-74 0,2 1-152 0,-4 7-98 16,-1-1-141-16,-3 5-545 0,-1 1-933 15</inkml:trace>
  <inkml:trace contextRef="#ctx0" brushRef="#br0" timeOffset="54729.96">11886 8531 409 0,'1'6'624'0,"-1"-6"-147"0,2 12-104 0,-1-5-38 0,0 3-22 0,2 0-25 0,0 2-34 0,-2-1-29 0,1 2-11 0,2-1-10 16,0-2-14-16,0 2-1 0,1-4 11 0,0 2-4 15,3-3 13-15,2 0 0 0,0-3 1 0,3-3 30 16,5-3-48-16,3-4 32 0,6-3-44 0,3-6 12 0,4-4-52 16,2-4 10-16,9-7-32 0,1-2-19 0,-1-1-18 15,2-3-11-15,-1-1-15 0,0-3 10 16,1 1-38-16,-1-5 21 0,0 1-42 0,0-1 15 0,0-2-64 15,-1 2-79-15,-2 0-75 0,1-2-65 16,-6 6-160-16,-1 1-166 0,-7 8-194 0,-4 0-682 0,-1 2-1082 16</inkml:trace>
  <inkml:trace contextRef="#ctx0" brushRef="#br0" timeOffset="68196.02">28836 10468 397 0,'0'0'329'0,"0"0"-67"0,7-7-35 0,-7 7-32 0,2-6-24 0,-2 6-19 0,4-6-17 0,-4 6 10 0,3-9-9 0,-3 9-18 15,2-9-31-15,-2 9-11 0,2-10 2 0,-2 10-10 16,0-12-11-16,-2 4-1 0,0 1-14 0,-1 0 7 16,-1-4 6-16,-1 3 14 0,-2-1 4 0,0-1 2 15,-2-1 8-15,0 3 8 0,2-3 4 0,-2 1-9 16,1 0-1-16,-2 0 8 0,3 1 0 0,0 0-11 15,0 1-12-15,0 1-8 0,0 0 1 0,2 0 1 0,1 2-6 16,-1 0-10-16,5 5-11 0,-6-10-6 16,6 10-5-16,-8-7-6 0,8 7-6 0,-4-8-4 15,4 8-2-15,-5-4-3 0,5 4-2 0,-4-4-6 16,4 4-23-16,0 0-26 0,0 0-41 0,-6-5-31 16,6 5-38-16,0 0-33 0,-9 5-14 0,9-5-17 15,-6 4-32-15,6-4-5 0,-8 6-31 0,8-6-64 16,-8 9-277-16,8-9-145 0</inkml:trace>
  <inkml:trace contextRef="#ctx0" brushRef="#br0" timeOffset="68746.89">28765 10449 462 0,'5'-6'481'0,"-5"6"-95"0,0 0-56 0,1-6-8 16,-1 6-21-16,0 0-16 0,2-7-17 0,-2 7-26 15,0 0-39-15,0 0-29 0,0 0-28 0,1-8-29 16,-1 8-23-16,0 0-15 0,0 0-14 0,0 0-8 16,0 0 14-16,0 0 9 0,0 0 12 0,0 0 12 15,9 7-9-15,-9-7-18 0,5 9 14 0,-1-4-14 16,-4-5-1-16,5 11-11 0,-3-6 4 0,2 2-11 15,-4-7 14-15,5 12-25 0,-1-6 7 0,-1 0-14 16,-1 0 13-16,1-1-26 0,-1 1-9 0,2 0 0 16,-1 1-2-16,-1-2-4 0,-2-5-4 0,5 10-1 15,-5-10 2-15,8 8 4 0,-8-8 11 0,5 8 7 16,-5-8-4-16,7 7 2 0,-7-7-6 0,7 5 3 16,-7-5-6-16,10 6 5 0,-10-6-1 0,9 5 10 15,-9-5 5-15,9 2 12 0,-9-2 4 0,11 2 17 16,-11-2-5-16,16-6-3 0,-7 1 7 0,3-3 60 15,2-5-33-15,2-1 14 0,4-6-58 0,4-4 30 16,1-2 6-16,-1-4-6 0,5-1-22 0,3-10-9 16,2 0-12-16,1-2-41 0,2-1 53 0,1-1-38 15,0 0 6-15,-1-2-1 0,-1 2 30 0,0 0-44 16,-3 0 35-16,1 3-38 0,-4-1 26 0,-3 7-7 16,-1 3 2-16,-1-1-7 0,-3 5-3 0,-4 4-36 15,-2 4 37-15,-3 3-36 0,-3 3 36 0,2 2-40 16,-4 2 37-16,-1 0-47 0,0 3 11 0,-1-1-113 15,-1 2-2-15,-5 7-64 0,6-6-17 16,-6 6-62-16,0 0-53 0,0 0-54 0,0 0-41 16,2 10-14-16,-6-1-47 0,-1-2-30 0,0 5-34 0,-4 0-366 15,1 1-493-15</inkml:trace>
  <inkml:trace contextRef="#ctx0" brushRef="#br0" timeOffset="69596.14">28970 11364 313 0,'-2'-13'654'0,"-2"3"-155"0,3 0-55 0,-2 4-68 0,2-1-51 0,0 0-24 0,1 7-27 0,-3-11-18 0,3 11-21 0,-1-10-9 0,1 10-28 0,-1-8-5 0,1 8-28 16,0 0 2-16,0 0-38 0,2-6-9 0,-2 6-6 15,0 0-10-15,4 4 5 0,-4-4 6 0,9 9-21 0,-5-5 8 16,2 3 5-16,-1 0-16 0,2 2-12 16,2 0 12-16,0 3-39 0,1-2 37 0,1 2-4 15,0-2-6-15,0 5 3 0,4-3 6 0,-2 0 1 16,-1-1-3-16,-1-2 4 0,3 2-2 0,-2-3 0 15,1 1 15-15,-1-1 21 0,1-3 35 0,-1 1 39 0,-1-3-14 16,-1 0 64-16,3-3-59 0,-1 0 0 16,-1-3-189-16,4-1 0 0,0-2 0 0,2-4 0 15,0-2 0-15,3-3 0 0,2-4 0 0,-1-1 0 16,4-7 0-16,-2-1 0 0,4-4 0 0,-2-2 0 16,6-9 0-16,-1-2 0 0,0 1 0 0,0-5 0 0,0 0 0 15,0 0 0-15,-1 2 0 0,2 1 0 0,-2 2 0 16,-4 8 0-16,-1 2 0 0,-1 2 0 15,-3 4 0-15,1-1 0 0,-5 7 0 0,1 1 0 16,-2 0 0-16,-1 5 0 0,-1 0 0 0,-3 5 0 16,-1 0 0-16,-1 0 0 0,0 2 0 0,-3 2 0 15,1-1 0-15,-1 2 0 0,-1-2 0 0,1 4 0 16,0 0 0-16,-5 4 0 0,5-9 0 0,-5 9 0 16,7-6 0-16,-7 6 0 0,4-5 0 0,-4 5 0 15,0 0-47-15,0 0-212 0,0 0-71 0,0 0 30 16,0 0-82-16,0 0-50 0,-11 0-98 0,11 0-75 15,-10 6-64-15,4 0-148 0,-2 0-386 0,2-1-813 16</inkml:trace>
  <inkml:trace contextRef="#ctx0" brushRef="#br0" timeOffset="71195.7">29073 17715 662 0,'0'0'586'0,"-4"-6"-82"0,4 6-73 0,-3-5-91 0,3 5-61 0,0 0-39 0,-5-6-28 0,5 6 2 0,0 0 23 0,0 0 23 0,0 0-42 0,0 0-4 0,0 0-32 16,5 4-22-16,-5-4-25 0,7 9-2 0,-3-2-18 15,0 2-13-15,1 0-11 0,1 0-2 0,-1 2-9 16,0 1-9-16,2 1-9 0,-2-1 25 0,2 0 7 16,-3 0-17-16,3-2 21 0,-4-1-48 0,3 0 49 15,-4 0-4-15,3-3 63 0,-1 1-12 0,-1-1 29 16,0-2 24-16,-3-4 9 0,6 9 16 0,-6-9-13 16,9 3-53-16,-9-3 18 0,19-5-17 0,-6-2-19 15,4-3-120-15,6-5-20 0,4-8 0 0,3-2 0 16,5-4 0-16,5-9 0 0,2-3 0 0,4-5 0 0,0-2 0 15,1-2 0-15,1-5 0 0,2 0 0 0,-1-2 0 16,-1 2 0-16,-1 1 0 0,-4 2 0 16,0 2 0-16,-4 5 0 0,-2 1 0 0,-3 4 0 15,-8 7 0-15,0 2 0 0,-3 4 0 0,-1-1 0 0,-5 4 0 16,0 3 0-16,-2 0 0 0,-2 3-75 0,-4 0-166 16,3 3-78-16,-6 2-51 0,3-2-70 0,-4 1-55 15,0 1-110-15,0 2-24 0,-1-3-63 0,-4 3-683 16,-1-2-974-16</inkml:trace>
  <inkml:trace contextRef="#ctx0" brushRef="#br0" timeOffset="75881.94">7555 9912 220 0,'13'0'706'0,"-13"0"-160"0,0 0-109 0,0 0-73 0,0 0-69 0,5 6-31 0,-5-6-15 0,1 11-10 0,1-3-32 0,-1-1-11 0,0 2-28 0,2-2-26 0,-1 3-17 16,1-2 1-16,1 2-12 0,1-3-11 0,0 1-10 15,1 0-5-15,1-1-2 0,-1-1-6 0,4 0-2 16,2-1-4-16,2-2-7 0,1 2 1 0,3-4-6 16,0-1 1-16,5-1-7 0,2-2-11 0,2-2-6 15,5-2-3-15,3-3 4 0,3-4 19 0,3-1 24 16,1-3-24-16,-1-3 6 0,10-7-22 0,-1-4-3 0,4-4-4 15,2-6-6-15,3-7-10 0,16-15-2 16,6-7 4-16,3-2-6 0,3-4-14 0,5 0-8 16,0 1-6-16,6 0-93 0,-3 2-134 0,1 5-179 0,-2 4-164 15,-4 6-880-15,-3 5-1082 0</inkml:trace>
  <inkml:trace contextRef="#ctx0" brushRef="#br0" timeOffset="78178.83">28949 6163 604 0,'0'0'530'0,"0"0"-158"0,0 0-48 0,0 0-89 0,0 0 7 15,-1 5-26-15,1-5-7 0,-2 10-21 0,4-3 8 0,-2 0-4 0,2 4-7 0,-1 0 2 16,3 1-14-16,-1 3-27 0,-2-1-3 0,7 2 11 16,-2-2-7-16,1 0 6 0,0-2 8 0,0 0 10 15,3-1 23-15,-1-3 4 0,1 1 5 0,1-4 0 16,2-2-3-16,1-3-16 0,2 0-15 16,1-5-32-16,5-2-24 0,0-2-10 0,4-5 24 0,0-1-56 15,2-4 23-15,4 0-53 0,-2-4 29 0,-1 1-51 16,3-3 31-16,1-1-38 0,-1 1 28 0,2-2-44 15,-1-1 35-15,1-2-38 0,5-3 34 0,0-2-7 16,1-1-6-16,-2 3-6 0,-6 1 2 0,0 3-1 16,0-2-1-16,-2 6-4 0,-1-2-2 0,-2 3-3 15,-7 6-2-15,-1 1-17 0,-3 6-19 0,-5 0-44 16,1 0-67-16,-3 4-56 0,-2 1-45 0,0 0-49 16,-7 6-53-16,6-4-76 0,-6 4-80 0,0 0-64 15,-9 6-164-15,0-1-399 0,0 1-751 0</inkml:trace>
  <inkml:trace contextRef="#ctx0" brushRef="#br0" timeOffset="80265.39">29158 13390 896 0,'0'0'644'0,"-7"-7"-120"0,7 7-104 0,0 0-78 0,0 0-44 0,-12 3-28 0,12-3-17 0,-5 12-32 0,5-3-24 16,-1-1-15-16,1 3-20 0,1 0-25 0,-1-2-7 16,3 3-2-16,-1-4-16 0,2 3 16 0,-1-5-21 15,4 1 33-15,0 0-29 0,-1-4 38 0,4-1-37 16,4 0 56-16,-1-4-65 0,4-3 24 0,3-1-19 16,3-2-23-16,4-6-16 0,6-3-13 0,-1-1-12 0,4-2-10 15,-1-1-3-15,3-4-7 0,0 0-9 16,4-6-38-16,4-2 43 0,-1-1-44 0,1-1 44 15,0-1-43-15,1 1 8 0,1-4 0 0,2 0 38 16,-1-2-55-16,1 2 35 0,-1-2-54 0,-2 3-61 0,-1 0-59 16,-5 1-49-16,-9 7-86 0,-5 5-107 15,-7 6-74-15,-4 2-114 0,-6 6-132 0,-5 2-316 16,-5 9-668-16</inkml:trace>
  <inkml:trace contextRef="#ctx0" brushRef="#br0" timeOffset="83062.71">12001 10000 1098 0,'-6'-5'778'0,"1"-1"-89"0,0 1-161 0,5 5-106 0,-8-8-83 0,8 8-69 0,-7-4-58 0,7 4-44 0,0 0-28 0,0 0-17 0,0 0-13 0,3 10-1 16,2-4 3-16,-2 0-10 0,3 0-6 0,-2 1-8 16,4-1 0-16,-2 2-6 0,-1-3 13 0,2 1-19 15,-1 0 27-15,2 0-21 0,-2-1 37 0,-1 0-34 16,0-2 38-16,0 2-33 0,-5-5 34 0,12 7-24 15,-12-7 29-15,10 5-18 0,-10-5 38 0,12 1-44 16,-2-4-17-16,0-1 5 0,4-2-1 0,1-6-4 16,3-1 2-16,4-5-21 0,6-5 12 0,2-4-32 15,0-5 18-15,6-6-23 0,5-8-10 0,-1-3-7 16,-1-4 36-16,3-2-59 0,-1-4-7 0,0-2-33 16,2-3-65-16,-2 3-57 0,-1-2-87 0,1-1-88 15,-5 1-89-15,-2-1-153 0,-2 0-142 0,-6-1-972 16,-3 1-1365-16</inkml:trace>
  <inkml:trace contextRef="#ctx0" brushRef="#br0" timeOffset="89245.7">5831 6016 56 0,'0'0'295'0,"-2"-7"-51"0,2 7-30 0,-2-7-31 0,2 7-24 0,-1-6-23 0,1 6-18 0,0-8-11 0,0 8-10 0,0-6 2 16,0 6-1-16,0-8-7 0,0 8 9 0,1-7-4 0,-1 7-2 16,0-6-7-16,0 6-18 0,0-8-7 0,0 8-4 15,0 0 6-15,-1-6-3 0,1 6 5 0,0 0-3 16,0 0-11-16,0 0 1 0,0 0-2 0,0 0-1 15,-4-5-6-15,4 5-5 0,0 0-9 16,0 0-1-16,0 0 17 0,0 0 6 0,-1 9-1 0,1-9 4 16,1 6-19-16,-1-6 7 0,4 9-11 15,-4-9 3-15,3 8-12 0,-3-8 5 0,2 10 1 0,-2-10 9 16,1 13-9-16,-1-13 8 0,0 13-17 0,0-5 4 16,0 1-9-16,0 2 2 0,-1-2-10 0,1 3 1 15,-1-2-3-15,0 2 14 0,-2-1 0 0,3 0-2 16,-1-1-5-16,1 0-3 0,0 1 1 0,-2-2-3 15,2 1 1-15,2 1-2 0,-2-3-1 0,1 2 2 16,-1-2-2-16,0 0 28 0,1 3-5 0,1-4-3 16,-1 0-7-16,-1 2-2 0,1 1-1 0,-1-2 5 15,0 2-6-15,0-1 3 0,0 2 0 0,0-1 8 16,-1 0 5-16,1 0-1 0,-1 1-5 0,-1-1-7 16,1 0-1-16,1 0-2 0,0 0-2 0,0 1 1 15,0-1 1-15,1 0 3 0,1 2 7 0,-1-2 1 16,0 1-1-16,0 0 3 0,1 0-8 0,-1-1-3 0,4 1 0 15,-4-1-2-15,2 1-6 0,-2-2 1 16,2 2-2-16,-1-1 1 0,-2 1 0 0,3 1 7 16,-2-1-3-16,-1-1 0 0,0 1 1 0,0 1 0 15,1 0 5-15,-1-1-4 0,-1 1-2 0,1 1 0 16,0-3-2-16,0 2 2 0,0-1-1 0,0 0 0 16,0-1 7-16,0 1 5 0,0 0-1 0,0-2 2 15,1 3 1-15,1-2-3 0,-1 2 2 0,-1-4 0 0,1 3-2 16,1-1 5-16,-1 0 3 0,0 1 8 0,-1-3-9 15,3 3 3-15,-3-1-10 0,2 0 5 0,-2 0-10 16,1 1 13-16,1-1-10 0,-2 1 8 0,1-2-16 16,-1 2 9-16,0 0-14 0,1-1 11 0,0 1-13 15,1 0 14-15,-1 1-16 0,0-1 16 0,1 0-15 16,0 1 11-16,-2-1-3 0,3 1-3 0,-2 0 6 16,0-2-2-16,2 5 55 0,-2-5-29 0,2 2 17 15,-2-1-38-15,0 0 25 0,2 2-37 0,-2-1 33 16,0 0-39-16,1 1 34 0,-1-1-39 0,0 0 36 15,-1 1-37-15,0-1 33 0,0 1-40 16,1 0 43-16,-1 0-42 0,2-1 42 0,-2 1-45 0,0 1 38 16,1-2-39-16,-1 1 43 0,1 1-34 0,1-3 11 15,0 3 9-15,-1 1 0 0,2 1 2 0,0-3 3 16,-2 2-4-16,0-1 2 0,2 3 6 0,0-2-10 16,1-2-9-16,-4 3 9 0,3 0-4 0,-2-1-1 15,2-1-4-15,-2 0 8 0,-1 2-7 0,1-2-1 16,0 3 26-16,1-1-19 0,-1-1 5 0,0 0-6 15,1-3 5-15,-1 5 18 0,0-2 32 0,1 2-55 16,-1-3 45-16,0 3-58 0,2-2 50 0,-3 3-58 0,2-1 54 16,1 1-58-16,-2 1 52 0,-1 0-51 15,1-2 51-15,-1 2-49 0,3 0 50 0,-3 0-50 16,1 0 43-16,-1 0-45 0,3 0 79 0,-2 0-42 0,0 1 35 16,2-1-44-16,-2 0-4 0,2 0 0 0,0 2 0 15,0-2 2-15,3 2-4 0,-2 0 0 0,3-1 5 16,-4 1 4-16,4 0-24 0,-2-1 30 15,1-1-4-15,-1 0-4 0,2 4 0 0,-2-4-5 0,0 1 6 16,-1 1-9-16,2-1-2 0,-2 2 3 0,1-1-5 16,-1 1-10-16,0 0 11 0,1 0 37 15,0 3-44-15,-1-1 31 0,0-1-34 0,0 2 35 0,-2-2-39 16,2 1 34-16,1 1-32 0,-1-1 35 0,1-1-35 16,-3 1 27-16,1-1-28 0,1 2 2 15,0 0 6-15,-3-2 3 0,3 2 1 0,-3 0 9 0,2-3 9 16,-2 0 11-16,2 1-8 0,-2 1 31 0,3 0-35 15,-3-1 30-15,0 1-39 0,0 0 27 0,1 0 3 16,-1-1-14-16,-1-1-4 0,3 3-3 0,-2-1 2 16,0-3-5-16,-1 4-2 0,3-2 3 0,-2 0-5 15,-1-1 2-15,3 1 1 0,-2 2 35 0,0-2 4 16,1-1-7-16,0 0-6 0,-1 2-12 0,3-1-6 16,-3-1-2-16,2 1-2 0,-2-4-2 0,0 5 0 15,2-5 1-15,-3 2-7 0,1 0-30 0,1-2 31 0,-1 2-29 16,0-2 34-16,-1 1-32 0,0 1 35 15,0 0-23-15,3 1-6 0,-3-2 29 0,1 2-32 16,-1-1 31-16,0-1-32 0,1 0 30 0,1 0-28 16,-2-1 29-16,1-1-34 0,0 1 33 0,-1-1-28 15,1 1 28-15,1-2-31 0,-1 1 37 0,-1-1-37 16,0 1 32-16,0-1-4 0,1 2-2 0,-1-3-3 16,3 1 2-16,-3 1-1 0,0-3-6 0,0 2 2 0,0-1-4 15,-3-1 2-15,3 0-3 0,-1 1 1 0,1-1-30 16,0 0 32-16,0-1-26 0,0 0 32 0,-1 1-29 15,1-1 34-15,0 0-34 0,-2 0 35 0,1 1-31 16,1-2 31-16,0 0-31 0,0 0 31 0,0 1-33 16,0-3 34-16,-1 1-33 0,0 0 38 0,1-3-36 15,-2 4 30-15,1-3-32 0,1 1 36 0,-1-1-37 16,1 2 37-16,-3-1-34 0,3-2-1 0,-2 1 5 16,-1 1 1-16,2-1 2 0,-1 0 4 0,1 0-1 15,-1-1 5-15,0-2-4 0,1 0 0 0,1-1 1 16,0-6 2-16,-5 11 1 0,5-11-2 0,-1 11 2 15,1-11 1-15,-1 7-3 0,1-7-11 0,-2 7-26 16,2-7-54-16,0 0-98 0,0 0-111 0,0 0-99 16,-8-4-144-16,7 0-107 0,-3-6-158 0,2-1-613 15,-1-5-1029-15</inkml:trace>
  <inkml:trace contextRef="#ctx0" brushRef="#br0" timeOffset="90846.85">9829 6040 190 0,'0'-8'367'0,"0"0"-74"0,0 0-36 0,-2-1-27 0,1 1-22 0,0-2-5 0,0 2-30 16,-1-1-4-16,0 0-21 0,-1-1 3 0,3 2-40 15,-1-1 25-15,-2 2 2 0,3 1-14 0,0 6-15 16,-2-12-16-16,2 12-24 0,-4-8-12 0,4 8-16 16,0 0 1-16,0 0 11 0,0 0 8 0,0 0 10 15,0 0 3-15,5 6 17 0,-4 0-4 0,0 5-8 16,2-1 1-16,0 1 4 0,-1 5 12 0,1 0 19 16,1 0-13-16,-3 2-20 0,4 0-10 0,-2 4 21 15,2 0 2-15,-3 0-9 0,2 1 0 0,1 4-4 16,-1 4 24-16,1 0-29 0,-1-1 9 0,1 2-37 15,-1 1 25-15,0 1-40 0,-2 0-2 0,2 0 34 16,-1 2-6-16,1 0-9 0,-2 2-8 0,1 3-2 16,2 4-6-16,-3-2 1 0,2 3-3 0,0-2 24 15,-1 3-6-15,-1 0-8 0,2-1-10 0,0 1-3 16,1-2-6-16,1 3-2 0,-2-3-1 0,1 1-3 16,2-3-6-16,-3 0-17 0,1 0 26 0,1-1-27 0,-2-8 37 15,0 2-8-15,-2-1-1 0,2 0 30 16,-1 1-30-16,-1-1 21 0,-2 2-32 0,1-1 26 0,1 0-7 15,-2 1-6-15,0-1-4 0,0 0-1 0,0 1-7 16,-2-2-1-16,1-2 0 0,1 5-3 0,0-5-27 16,0 1 36-16,0 1-31 0,0-1 28 15,-1-1-31-15,0-4 33 0,1 0-29 0,0-1 5 0,-2 3 2 16,1-3 5-16,1 2-3 0,0-3-1 0,0 2 32 16,0-2-34-16,0 0 30 0,0-1-33 15,0 1 30-15,0-2-21 0,1-1 19 0,1 0-33 0,-1 0 34 16,0-3-32-16,-1-1 32 0,0 3-36 0,0-3 41 15,0 1-42-15,1 1 36 0,-2-1-32 0,1 4 36 16,0-2-16-16,0 2 71 0,-2 0-39 0,-1 0 21 16,2-2-32-16,-2 2 20 0,1-1-34 0,-1-1-2 15,2 0 1-15,-2 1 1 0,1-2 0 0,-1-1 0 16,1-1 0-16,0 1 4 0,1-1-3 0,1 1 0 16,-1-2-1-16,1 1 1 0,-1-1 4 0,1 0-3 0,0 0 1 15,0-2-2-15,0 1 1 0,1 1-1 0,-1-2-1 16,0 0 26-16,1 1-35 0,-1-2 25 15,0 1-25-15,1 0 26 0,1-2-30 0,-2 1 26 16,2-1-30-16,-2 2 28 0,0 1-26 0,0-2 35 0,1 0-24 16,1 0 29-16,-2 0-27 0,0-1 29 15,0 1-33-15,0-2 26 0,1 2-33 0,-1-2 32 16,0-1-32-16,1 2-1 0,-1 0 4 0,1-1-2 16,1-2 2-16,-1 3-1 0,-1-1 2 0,3-1 0 0,-2 2 5 15,0 1-6-15,2 0 5 0,-2-5-6 0,0 6 6 16,1-4-2-16,0 1 2 0,-2 3-8 15,3-3 28-15,-2 3 13 0,0-3-3 0,2 2-8 0,-1 2 21 16,0-2-13-16,-1 2 5 0,0-2-21 0,-1 1 15 16,3 1-24-16,-2-1 10 0,-1-1-16 0,3 1 15 15,-2 1-18-15,0-2 19 0,-1 2-19 0,3-1 12 16,-2 1-13-16,0 1 15 0,1-1-16 0,0 0 15 16,-2 1-20-16,3-2 17 0,-2 1-17 0,-1-1 17 15,4 0-19-15,-3 0 22 0,0 0-8 0,0-1 29 16,1 1-27-16,-1 0 25 0,-1-1-18 0,3 0 46 15,-1 1-26-15,-2-4 20 0,0 3-58 0,3-3 0 16,-2 0 0-16,-1-1 0 0,1 2 0 0,1-3 0 16,-1 2 0-16,-1 0 0 0,3-2 0 0,-3 1 0 15,1-1 0-15,0 0 0 0,-1 0 0 0,1 0 0 0,-1 0 0 16,2-2 0-16,-2 1 0 0,2 1 0 16,-2-3 0-16,0 0 0 0,0 0 0 0,1-2 0 15,-1-6 0-15,2 12 0 0,-2-12 0 0,0 11 0 0,0-11 0 16,0 9 0-16,0-9 0 0,-2 7 0 0,2-7 0 15,0 7 0-15,0-7-266 0,0 0-194 0,0 0-220 16,0 0-287-16,-16-8-869 0,8-3-1545 0</inkml:trace>
  <inkml:trace contextRef="#ctx0" brushRef="#br0" timeOffset="105160.96">13288 5953 453 0,'-7'-6'402'0,"0"-2"-72"0,1 3-69 0,1-1-47 0,-2-2-14 0,2 1-38 15,1 0-23-15,2-2-14 0,-1 1-14 0,1 0-14 16,0-1-13-16,1 2-17 0,2-2-6 0,1 2-13 0,0-3-7 16,-1 3-2-16,2 0-14 0,0 1 2 15,-1 0-15-15,-2 6 7 0,3-10 3 0,-3 10 8 0,5-6 19 16,-5 6 14-16,0 0-2 0,5-5-5 0,-5 5 1 15,0 0 0-15,0 0 2 0,6 5 36 0,-6-5-1 16,4 7-16-16,-1 0 1 0,-2-1 23 0,2 2 10 16,-1 1 10-16,1 2-9 0,-2 0 15 0,4 4-23 15,-4 0-16-15,3 2-4 0,0 2-9 0,0 1 20 16,0 4-3-16,0-1-18 0,-2 4-7 0,4 3 55 16,-2 2-40-16,3 1-18 0,-4 0 22 0,3 2-44 15,-2 3 68-15,-1 2-64 0,4 2-10 0,-2 0-1 16,0 2 0-16,0-1 1 0,0 0 15 0,3-1-2 15,-2 1-6-15,2 1-23 0,0 1 12 0,0 1-22 16,0-2 17-16,1 3 1 0,0 0-10 0,1 1 5 16,-1 0 2-16,0-1-1 0,1 2-1 0,-3 0 3 15,0-2-23-15,1 1 26 0,0-2-29 0,-2 1 32 16,0-1-7-16,2 1 31 0,-4-1-4 0,1 4 17 16,-1-3-40-16,0 1 28 0,-3 1-39 0,2-4 28 15,-1 4-37-15,-2-5 32 0,3-1-38 0,-2-5 32 0,0-1-36 16,2 0 66-16,-2-3-31 0,0 1 21 0,2 0-35 15,1-4-3-15,-2 1 0 0,0-5-5 16,0-1 1-16,1 1-2 0,1-1-10 0,-2 1 12 16,1-1 6-16,-1 1-9 0,2-1 2 0,-3 2 2 0,2-1 30 15,1-1 2-15,-2 2-6 0,-2 0-5 0,3-2 21 16,-2 2-38-16,2 0 26 0,-1-3-33 0,0 3 19 16,-1-3-30-16,0 1 28 0,3-2-33 0,-1 1 26 15,-1-1-26-15,2-1 1 0,0-1-1 0,-2-1 0 16,2-2 4-16,-1 0 0 0,-1-3 0 0,1 2 2 15,-2-1-2-15,3 0 1 0,-3 1 0 0,1-5 0 16,-1 3-1-16,0-1 0 0,0-1-1 0,1 1 3 16,-2 0-1-16,0-1-8 0,0 2 12 0,-2 0-11 15,1 0 10-15,1 3-10 0,0-2 8 0,-1 2 1 16,1 1 0-16,-1-1 0 0,1 1 1 0,0-1-2 16,0 0-1-16,1 1 1 0,-1-1-2 0,1 0 4 15,-1 0-4-15,1 0 1 0,1 1-1 0,0-1 0 16,-1 0 4-16,1 0-3 0,-1 0 1 0,0 1 0 15,2-1 1-15,-2 0-3 0,-1 0 0 0,3 1 3 16,-2-2-2-16,0 3 0 0,-1 0-1 0,3-1 3 16,-3 0-5-16,4 3 5 0,-3-3 2 0,0 1-3 15,-1-1-7-15,0 0 9 0,3 4-6 0,-3-3 8 0,5 3-6 16,-5-1 14-16,2 1-13 0,-2 1 17 0,0-1 5 16,0 2 6-16,1-3-15 0,-1-1 10 0,0-1 0 15,-1 3-7-15,1 0 2 0,0-1 4 0,-1 1 8 16,0-1 2-16,-2 1-3 0,2 1-4 0,0-6 11 15,1 5-8-15,-2-3 12 0,1-2-19 0,1 2 13 16,0-2-21-16,0 0 19 0,0 0 11 0,0-1-8 16,0-1-22-16,0-2 15 0,0-2-25 15,0-2 20-15,0 1-27 0,1-2 24 0,-1-1-27 0,0 0 20 16,2-1-22-16,-2-8 19 0,0 12-19 0,0-12 18 16,0 12-15-16,0-12 14 0,0 13-15 0,1-7 19 15,-1 1-23-15,0 1 23 0,-1 2-22 0,1-1 26 16,0-1-28-16,0 3 21 0,0-3-20 0,0 2 1 15,0-3 2-15,0 3 2 0,0-4 5 0,0 3-6 16,0-2 1-16,0 1 4 0,0-1 0 0,0-7-3 16,0 12-11-16,0-12-16 0,1 11-24 0,-1-11-12 15,0 7-39-15,0-7-36 0,0 7-67 0,0-7-93 16,0 0-67-16,0 0-135 0,-3-7-99 0,2-2-107 16,-1-5-857-16,-1-2-1210 0</inkml:trace>
  <inkml:trace contextRef="#ctx0" brushRef="#br0" timeOffset="106044.65">14125 7335 376 0,'0'0'447'0,"0"0"-113"0,0 0-14 0,7 5-49 0,-7-5 18 0,0 11-44 0,-3-5-8 0,2 3-25 0,-2 0-36 0,1 2-30 16,-3 0-22-16,2 0 1 0,-1 0 3 15,2 2-15-15,-2 1-3 0,1-3-32 0,-2 0 5 0,3 2-29 16,0-3 6-16,-3 2-11 0,3-5 13 0,-1 3-21 16,3-4 26-16,-2 1-1 0,2-7 27 0,-3 12-8 15,3-12 13-15,1 9-26 0,-1-9 7 0,0 0-29 16,9 2 8-16,-9-2-27 0,14-2 15 0,-7-2-24 15,0 1 12-15,5-2-18 0,-3 4 14 0,1-4-14 16,0 1 23-16,2 1-15 0,-2 0 15 0,3 1-23 16,0 0 14-16,-1 2-19 0,-1 0 13 0,0 0-13 0,3 2 10 15,-2 0-11-15,0 3 13 0,1 0-4 16,-1 1-2-16,-1 2-2 0,1 2-7 0,-2-1-2 16,0 1-7-16,-2 2 13 0,-2 0-18 0,1 0 17 15,-1-1-15-15,-4 1 13 0,0 0-7 0,-1-1 18 16,-2 0 2-16,-2 3 6 0,-1-1-5 0,-3-2 5 0,-1 1-8 15,2-3 26-15,-3 1-31 0,-1-2 1 16,-1 0-10-16,-3 0 3 0,1-4-5 0,1 2 3 0,-5-2-6 16,4-1 7-16,-1-3-8 0,1 0 1 15,-1 0-2-15,3 0 1 0,-1-3-16 0,1 0-46 16,1-2-97-16,2-1-108 0,-1 0-90 0,5-4-97 16,-1-1-175-16,4 0-495 0,1-5-739 0</inkml:trace>
  <inkml:trace contextRef="#ctx0" brushRef="#br0" timeOffset="106294.04">14176 7354 494 0,'0'0'779'0,"-10"3"-183"0,10-3-109 0,0 0-91 0,-11 2-39 0,11-2-22 0,0 0-30 0,0 0-26 0,0 0-39 0,0 0-35 16,0 0-34-16,0 0-31 0,1-6-23 0,9 2-25 15,0-3-10-15,6 1-13 0,-1-1 4 0,3-1-9 16,0 0-20-16,-3 0 1 0,3 2-6 0,-4-1-16 16,3 0-3-16,-4 1-2 0,-1 1-8 0,1-3-3 15,-3 3-5-15,-2 1-15 0,2 0-42 0,-2-2-59 16,-3 1-68-16,0 2-62 0,-5 3-60 0,9-8-8 16,-9 8-52-16,0 0-60 0,1-7-78 0,-1 7-432 15,0 0-506-15</inkml:trace>
  <inkml:trace contextRef="#ctx0" brushRef="#br0" timeOffset="110059.87">13758 10507 311 0,'0'0'272'0,"-8"-6"-63"0,8 6-11 0,-5-10-16 0,3 4-27 0,-2 0-12 0,2-1-2 0,-1 0-2 0,1-2-25 16,-1 2 26-16,-1-4-20 0,2 2 2 16,-2-1-8-16,0-1-13 0,3 0 19 0,-3 2 15 0,3-3 7 15,-1 4-1-15,0-1 2 0,1 1 2 0,-1 0 0 16,0 2 0-16,-1-1-2 0,2 1 1 0,1 6-17 15,-3-12-13-15,1 6-8 0,-2 0 4 0,1 2-4 16,3 4-12-16,-5-12-3 0,1 8-6 0,1-1-11 16,3 5 2-16,-7-8 8 0,7 8-28 0,-10-8 8 15,10 8-26-15,-6-3 17 0,6 3 10 0,-7 5 18 16,7 2 21-16,-2 4-6 0,2 4 24 0,2 6-36 16,1 4 28-16,3 7-35 0,3 7 19 0,0 4 25 15,3 3 8-15,0 1 1 0,-1 5 15 0,0 5-41 16,-1-7 30-16,-1 3-34 0,0-5 25 0,-5 4-45 15,2-2 15-15,-3-3-38 0,-2 0-5 0,0-2-7 16,-1-6-7-16,-1-3-3 0,0 9-20 0,-2-10 13 16,0-1-19-16,0-1 9 0,1-2-4 0,0-4-3 15,-2-1-3-15,3-1-4 0,-2-1-9 0,2-4-27 16,1 1-39-16,0-3-44 0,0-2-15 0,1 2-52 16,2-2-66-16,1-6-66 0,1 0-145 0,4-3-123 15,-1-1-137-15,3-4-774 0,1-3-1118 0</inkml:trace>
  <inkml:trace contextRef="#ctx0" brushRef="#br0" timeOffset="110560.92">15111 10263 94 0,'0'0'572'0,"2"-12"-125"0,1 6-84 0,-3 6-35 0,4-11-19 0,-3 5-18 0,1 0-25 16,-2 6-14-16,4-13-13 0,-2 7-13 0,0-3 4 16,1 2-17-16,-2-1-5 0,3 0 14 0,-2 1-26 15,-2 0-7-15,3 1-15 0,-3 6-11 0,2-11-15 16,-2 11-25-16,4-9-1 0,-4 9-37 0,3-7 10 16,-3 7-34-16,0 0 2 0,8-3-12 0,-8 3 44 15,12 10-20-15,-5 1 42 0,-1 4-7 0,3 4 46 0,1 8-24 16,2 2 48-16,-2 9-27 0,1 3 4 15,0 1 7-15,-1 2-6 0,0 5 22 0,-1-1-21 16,0 3 11-16,1 10-19 0,-3-10 14 0,-1-2-26 16,0 1-139-16,3-2 0 0,-5 1 0 0,3-3 0 0,-4-5 0 15,1 3 0-15,0-9 0 0,-1-1 0 0,-2-5 0 16,3 4 0-16,-2-9 0 0,-2 1 0 16,0-8 0-16,1 1 0 0,-1-2-114 0,-1 0-290 0,0-4-62 15,-4-1-155-15,0-1-178 0,-3-3-1027 0,-1-2-1534 16</inkml:trace>
  <inkml:trace contextRef="#ctx0" brushRef="#br0" timeOffset="113312.09">6207 10476 113 0,'-4'-10'331'0,"3"-2"-52"0,1 2-53 0,-2-2-7 0,2 1-57 0,2-1 11 0,-2-1-29 0,1-1 14 0,0 0-25 0,3-1 18 15,-1-1 5-15,-2 3-28 0,0-3-16 0,2 4-5 16,-2-1 6-16,2 2 32 0,-2 0 12 0,0 1-5 16,-1 3-9-16,1 0-19 0,1-1-30 0,-2 8-21 15,1-11-13-15,-1 11-11 0,0 0 37 0,0 0 76 16,0 0-25-16,-4 10 14 0,2 4 2 0,-1 3-14 16,2 7-7-16,1 5-27 0,0 8 29 0,0 6-35 15,1 5-9-15,2 5-4 0,-1 1 16 0,2 12 23 16,0-1-56-16,-2-7 27 0,1-1-53 0,1 1 69 15,-2-2-57-15,-1 1 59 0,2-4-29 0,0-2-17 16,-1 2-7-16,1-2-10 0,-1-5 2 0,1 3-13 16,0-7-7-16,-1-4 2 0,-2 0 28 0,3-3-49 15,-3-6 37-15,2-2-47 0,-4-2 34 0,2-4-50 16,0-1 29-16,0-4-56 0,0-2 32 0,-2 1-74 16,1-5-33-16,1-1-117 0,0-9-99 0,-5 6-79 15,5-6-58-15,-4-4-11 0,1-1-56 0,1-8-69 0,2-4-396 16,-1-3-601-16</inkml:trace>
  <inkml:trace contextRef="#ctx0" brushRef="#br0" timeOffset="114128.79">7069 10793 65 0,'3'-15'727'0,"-2"3"-186"0,-1 1-129 0,1 5-107 0,1-4-32 0,-1 2-87 0,-1 2-17 0,0 6-51 0,0-12 6 0,0 12-11 0,3-7-5 16,-3 7 14-16,0 0 14 0,0 0 1 0,0 0-25 16,0 0-20-16,-7 8-16 0,3-2-11 0,-2 2 24 15,1 2-6-15,-1 1-20 0,-2 2-8 0,-1 0-15 16,0-1-1-16,1 2-12 0,1-3-3 0,-1-1-4 16,3 0-5-16,0-2 1 0,0-2 23 0,1 1 19 15,1-1 5-15,3-6-11 0,-6 5-3 0,6-5-18 16,6-5-1-16,1 1-10 0,0-1 2 0,6-3-7 15,0 0 0-15,2-2-3 0,4 0 0 0,3 0-6 16,-1 3-1-16,0-3-2 0,2 5 4 0,1-3 0 16,0 3 2-16,-1 2 0 0,-3 2 6 0,-1 1-1 15,0 3 2-15,-1-2 0 0,0 5 3 0,-4 1 3 16,2 1 9-16,-4 2-5 0,0 0 6 0,-3 2 1 0,0 2 19 16,-4 0 4-16,-3 0 26 0,0 0-20 15,-4 1 5-15,0 1 4 0,-5-1-3 0,-1 4 42 16,-3-3-61-16,0 1 35 0,-3-1-60 0,0 0 40 0,-3-2-50 15,2-2 40-15,-3 1-60 0,0-3 48 0,3 1-53 16,-2-3 44-16,3-2-51 0,-1-1-8 0,3-2-32 16,-1 1-94-16,2-4-111 0,-2-1-124 15,3-2-71-15,-2-2-133 0,1-2-673 0,-2-3-873 0</inkml:trace>
  <inkml:trace contextRef="#ctx0" brushRef="#br0" timeOffset="114344.45">6906 10796 446 0,'-3'-6'781'0,"3"6"-184"0,-2-8-121 0,2 8-113 16,-3-8-25-16,3 8 14 0,3-9 7 0,2 4-11 16,0-2-31-16,5 0-48 0,3-2-30 15,5-2-17-15,5-2-37 0,5 0 4 0,8-5-22 0,1 3-14 16,1-5-28-16,6 1-20 0,-1-2-18 0,1 2-19 16,7-6-14-16,-8 7-6 0,-2-1 23 15,-4 3-54-15,-9 5 34 0,0-1-47 0,-7 3-6 0,-2-1-28 16,-5 4-61-16,0 1-80 0,-5 1-61 0,-9 4-64 15,9-3-72-15,-9 3-80 0,-4 5-31 0,-5 1-130 16,-1 2-554-16,-8 4-778 0</inkml:trace>
  <inkml:trace contextRef="#ctx0" brushRef="#br0" timeOffset="116080.02">9854 10457 425 0,'0'-10'354'0,"1"-3"-73"0,1 3-50 0,-1-3-38 0,-1-1 1 0,3-1 0 0,-1 1-39 0,0-3 1 0,0 0-41 0,3-1 6 0,-1 1-39 16,-2 0 15-16,2 0-29 0,0 1 17 0,1 1-28 16,-1-1 24-16,1 2-36 0,1 0 7 0,1 2-25 15,-2-2 16-15,2 3-28 0,-1 0 19 0,3 0-23 16,-3 4 17-16,-1-2-18 0,2 1 19 0,-1 2-27 16,-1 2 28-16,-5 4-4 0,9-4 56 0,-9 4 13 15,9 3 27-15,-5 4 24 0,2 3 10 0,-2 3 13 16,1 5 10-16,-1 6-5 0,0 5-5 0,1 3-9 15,-2 3-12-15,-2 2-28 0,5 9 5 0,-5 0-3 16,2 4-16-16,0 0 13 0,-1 3-12 0,1 0 0 16,1 1-16-16,-3-1-19 0,4 1-17 0,-2-4-5 15,2 1-8-15,-3 0-5 0,2-6-20 0,-1 1 17 16,-1-2-31-16,2-9 21 0,-1-3-23 0,-2-4 18 0,0-2-24 16,-1-3 2-16,3-2 5 0,-3-4-5 15,1 0-1-15,-1-4-10 0,0 0-38 0,1-2-41 0,2-1-86 16,-3-3-152-16,0-7-129 0,0 8-142 15,0-8-201-15,0 0-306 0,0 0-726 0</inkml:trace>
  <inkml:trace contextRef="#ctx0" brushRef="#br0" timeOffset="118916.56">11490 8556 212 0,'0'0'176'0,"0"0"-144"0,0 0-169 0,-4-3 40 0</inkml:trace>
  <inkml:trace contextRef="#ctx0" brushRef="#br0" timeOffset="120561.85">11805 10882 316 0,'7'-8'556'0,"-1"-2"-94"0,1 1-93 0,-2-2-15 0,0-1-36 15,-1 0-25-15,2-1-41 0,-3-1-3 16,-1 3-15-16,1-3-15 0,-2 1-21 0,-1 1 3 16,0-1-52-16,-1 0-3 0,-3 1-35 15,0-1-14-15,-2-3-17 0,1 5 0 0,-3-1-27 0,-1 0 4 16,-3 3-23-16,-1-1-3 0,-4 4-1 0,2 0-7 16,-6 1 1-16,2 3 13 0,-4 2-22 0,0 3 16 15,-1 3-22-15,3-2 12 0,-2 5-11 0,4 1 15 0,2 2-18 16,1 0 14-16,3 1-10 0,2 2 21 0,3-1 11 15,4-1 7-15,2 1-2 0,2 1 5 0,2-5 11 16,5 3 6-16,-1-3 5 0,7 1-17 16,0-5 7-16,2 1-22 0,0-4 4 0,-1-2-22 0,4-2 15 15,0-2-26-15,-1-3-1 0,3-1-4 0,-1-2 4 16,-3-1-1-16,0-5-7 0,-3 5 4 0,1-7-12 16,-4 2 12-16,-2-2-7 0,0 2 2 0,-3-1 17 15,-3 3-24-15,-1-2 21 0,-1 2-19 0,-1 3 27 16,1-2-26-16,-1 5 20 0,-4-2-15 0,5 9 28 15,-5-6-19-15,5 6 31 0,-9 11-28 0,5 3 18 16,-1 5-3-16,1 8-1 0,-1 6 24 0,1 10-36 16,4 4 28-16,0 3-36 0,0 2 36 0,3 0-34 15,-2-3 28-15,5 2-34 0,-3-2 0 0,1-3-1 16,0-2 1-16,-2 0 2 0,1-11-7 0,-2-2 1 16,0-4-16-16,1-5-51 0,-1-1-53 0,0-5-58 15,-2-4-90-15,0-1-152 0,-2-1-105 0,-1-4-147 16,0-1-679-16,4-5-951 0</inkml:trace>
  <inkml:trace contextRef="#ctx0" brushRef="#br0" timeOffset="125159.66">14369 8507 355 0,'-12'-14'485'0,"3"0"-62"0,0 1-63 0,0 1-36 0,1-1 0 0,0 3-20 0,3 3-47 0,-2-3-34 16,2 3-26-16,-1 1-19 0,3 2-49 15,3 4 27-15,-8-6 60 0,8 6 2 0,-10 4 12 0,5 2-38 16,-2 7-19-16,1 1-22 0,-3 4-21 0,3 2-5 16,-1 2-24-16,1 3-14 0,2-1 19 15,1 0-4-15,1 1-8 0,-2-1 18 0,8 0 13 0,-2-1 5 16,1 1 9-16,3-4-2 0,2 1-12 0,1-2-8 15,6-3-45-15,1-1 20 0,5 0-44 0,6-5 17 16,1 0-12-16,4-4-9 0,5-2-8 0,2-3-6 16,3-2-7-16,-4-2-5 0,11-2-3 0,-6-3-5 15,-2 3-11-15,-3-3-53 0,-6-2-76 0,-1 0-91 16,-2 1-71-16,-6-3-120 0,-3 1-116 0,-5 0-45 16,-4 2-110-16,-3-3-628 0,-3 1-914 0</inkml:trace>
  <inkml:trace contextRef="#ctx0" brushRef="#br0" timeOffset="125377.69">14477 8514 905 0,'-11'2'779'0,"11"-2"-166"16,-15 3-149-16,15-3-94 0,-9 3-62 0,4 1 5 16,5-4-12-16,-5 11-10 0,1-1-33 0,3-2-29 0,1 5-14 15,-1 4-37-15,1 1 16 0,0 7-25 0,0 1-32 16,1 8-50-16,0 2 7 0,3 8-44 15,-2 1 19-15,4-1-40 0,-1 3 0 0,1-1-7 16,4 1 21-16,-2-3-35 0,1 0-7 0,4 0-66 0,-2-4-84 16,1-2-118-16,0 0-116 0,0-4-93 0,0-7-185 15,-1-1-656-15,-2-4-920 0</inkml:trace>
  <inkml:trace contextRef="#ctx0" brushRef="#br0" timeOffset="126030.92">14348 9759 557 0,'1'-10'770'0,"-2"-3"-138"0,1 5-128 0,-3-1-123 16,0 2-60-16,2 1-36 0,-5 1-42 0,6 5-16 0,-6-6-23 0,6 6-22 0,-11-1-5 0,11 1 1 16,-18 5-24-16,8-1-3 0,-1 3-24 0,-2-2-16 15,0 4-24-15,0 0-12 0,2 1-8 0,0 1-13 16,0 0-9-16,2-2-9 0,1 2-2 0,3 0 12 15,-2-1 8-15,3-1-17 0,0 1 6 0,3 0 7 16,2-2-19-16,0 0-6 0,3 2-4 0,1-3-1 16,4 1-9-16,1 0 3 0,2 1-3 0,3-3-2 15,2 2 1-15,2 3-1 0,1-3 9 0,1 0 13 16,3 2-7-16,2 0 4 0,-1 3 25 0,2-2 1 16,0 3-4-16,-4-2-5 0,3 2 16 0,-3-1-41 15,-4 0 24-15,-4-1-39 0,2 0 28 0,-3-1-35 16,-4 2 30-16,0-4-36 0,-3 3 29 0,-2 0-31 15,-4-1 32-15,-1 2-35 0,-4-4 35 0,-2 2-37 16,-4 1 34-16,-2 0-34 0,-1-1 35 0,-6-2-36 16,0 0 1-16,0-2-6 0,-4 1 13 0,0-3-45 15,1-1-23-15,0-3-59 0,1 1-42 0,3-4-78 0,-3 0-48 16,5-1-102-16,0-5-54 0,1 0-112 16,1-3-113-16,4-4-360 0,0 0-661 0</inkml:trace>
  <inkml:trace contextRef="#ctx0" brushRef="#br0" timeOffset="126225.93">14170 9857 566 0,'-5'-11'807'0,"0"1"-100"0,0 0-155 0,0 4-92 15,1-2-72-15,1 0-23 0,2 1-74 0,1 7-18 16,1-12-73-16,3 5-13 0,5 0-36 0,1-1-30 16,2 0-27-16,7 0-15 0,1-2-18 0,8 2-15 15,4-3-8-15,4 0 0 0,5-1-21 0,5-1-10 16,-3 1-65-16,5-1-52 0,-3 0-68 0,-2 3-94 15,-2 0-83-15,-11 4-145 0,-3 1-218 0,-4 1-298 16,-2-1-624-16</inkml:trace>
  <inkml:trace contextRef="#ctx0" brushRef="#br0" timeOffset="126693.49">13991 11290 227 0,'0'0'282'0,"0"0"-65"0,0 0-38 0,-9 3-44 16,9-3-42-16,0 0-84 0,0 0-69 0,0 0-111 0,-2-6-114 0,2 6 260 15</inkml:trace>
  <inkml:trace contextRef="#ctx0" brushRef="#br0" timeOffset="131975.67">3027 11508 89 0,'0'0'86'0,"14"-4"-2"0,-14 4-20 0,12-5-11 0,-12 5-9 0,14-2-5 0,-14 2-4 0,10-3-8 0,-10 3 1 0,0 0 11 15,12-1 9-15,-12 1 13 0,0 0 8 16,0 0-2-16,12 1 1 0,-12-1-11 0,0 0-1 16,0 0-10-16,0 0 7 0,9 3-5 0,-9-3 4 15,0 0-10-15,0 0 7 0,0 0 0 0,0 0 11 0,5 4-3 16,-5-4 21-16,0 0-3 0,0 0 23 16,0 0 5-16,0 0 1 0,0 0-12 0,0 0-22 15,0 0 13-15,0 0-8 0,-5 6-8 0,5-6-15 16,0 0-10-16,-10 2-7 0,10-2-5 0,0 0-10 0,-14 1 4 15,14-1-5-15,-10 2-7 0,10-2 3 16,-11 3-2-16,11-3 4 0,-11 3 8 0,11-3-4 0,-9 2 9 16,9-2 1-16,-9 1 0 0,9-1 0 15,-11 4-9-15,11-4-6 0,-11 1-1 0,11-1 2 0,-12 2-2 16,12-2 3-16,-12 1-2 0,12-1-5 0,-13 3 4 16,13-3 0-16,-14 1 5 0,14-1 17 0,-10 1 3 15,10-1 2-15,0 0-7 0,-14 1-1 0,14-1-4 16,0 0-9-16,-9 2-4 0,9-2 2 0,0 0-1 15,0 0-4-15,0 0-4 0,0 0 8 0,0 0-3 16,0 0 5-16,0 0 16 0,13-3 0 0,-13 3 5 16,19-1-1-16,-4 0 8 0,1-2 22 15,0 2-5-15,3-1-5 0,2 2-4 0,0-1-7 0,1 1 18 16,3 0 6-16,3 0-4 0,1 0-6 0,3-2 15 16,5 1 11-16,5 0-15 0,-1 0-14 0,10-1-10 15,-2 2 4-15,5-2-5 0,-1-2 37 0,1 2-22 16,2-1-6-16,-1-1-15 0,0 0-4 0,0 1-10 15,0-2 9-15,0 1 4 0,0-2-6 0,-3 3-9 16,1-1-5-16,-1-1 1 0,-2 1-8 0,-1 0-4 16,-2 1 1-16,-9 0 1 0,2 1 0 0,-2-1-2 15,-2 0 0-15,-6 3-1 0,1-3 25 0,1 3-4 16,-3-1 1-16,1 1-3 0,-1 0-7 0,1 0-1 16,-1 0-6-16,-2 0 0 0,1 1-2 0,1-1-7 15,2 0 5-15,-1 2-3 0,-1-2-2 0,3 0 10 0,-1 1 16 16,1-1-2-16,1 0-1 0,4 0-5 15,0 2-2-15,-1-2 7 0,-3 1-3 0,4-1 0 16,0 0-5-16,1 0-2 0,-6 0-7 0,5 0-4 0,0-1 3 16,-1-1-4-16,0 2 1 0,-2 0-2 0,2-1-1 15,0-1 16-15,1 1-2 0,-1-2 0 16,0 2-6-16,2-2 10 0,-1 0-10 0,0 1 29 16,2-1 3-16,0 0-10 0,-2 0-4 0,3 1-5 0,-2 0-7 15,4-1-1-15,-2 2-5 0,0-2 3 0,2 0-6 16,-3 2-1-16,1-2-3 0,1 3 0 0,-3-1 2 15,0 1 1-15,1-2 0 0,-2 2-2 0,-4 0 4 16,0 0-1-16,0 0 2 0,5 0-18 0,-1 0 20 16,0 2-4-16,0-2 0 0,0 1-9 0,1-1 6 15,-2 0 3-15,2 2 26 0,3-1-7 0,-2 0-2 16,-1-1-5-16,3 1-6 0,-3 1-1 0,0-1-3 16,0 1 0-16,-1-2-2 0,1 0 17 0,-2 1-3 15,-4 1-4-15,1-2-33 0,-1 1 33 0,5-1-30 16,-4 1 26-16,3-1-27 0,2 1 29 0,-2-1-30 15,1 1 28-15,-1 0-24 0,0-1 24 0,1 1-29 16,0 2 33-16,-1-1-8 0,-1-2 1 0,0 3-3 16,2-1-2-16,-1-1-3 0,-4 1 1 0,0-1-3 15,-2 1 0-15,2-2 3 0,0 0-4 0,0 0-25 16,0 0 34-16,-1 1-33 0,1-1 32 0,-3 0-27 16,3 0 31-16,-3 0-30 0,2 0 31 0,0 0-31 15,-1 0 31-15,1 2-29 0,1-2 33 0,0 0-31 16,0 1 27-16,0 0-31 0,4 1 32 0,-4-1-28 0,4-1 26 15,-2 2-27-15,4-1 29 0,-2 0-31 0,0 1 32 16,0-2-36-16,0 2 36 0,-5-2-30 16,3 1 31-16,3 1-33 0,-3-2 31 0,2 1-31 0,-4 1 30 15,2 1-13-15,1-1 31 0,0 1-34 0,-1 0 26 16,2 0-28-16,-2 0 27 0,1 0-35 0,-1 0 33 16,2 2-34-16,0-3 30 0,0 0-2 0,1-1-4 15,0 1-1-15,-2-1 1 0,3-1-8 0,-1 0-1 16,1 2 1-16,-1-2 2 0,0 0-32 0,0 0 36 15,3 0-32-15,-2-2 34 0,2 2-30 0,-2 0 32 16,2 0-32-16,-2 0 34 0,3 0-26 0,-1 0 28 16,2 0-34-16,-3 0 31 0,2 0-29 0,1 0 30 15,1 0-30-15,-1 0 29 0,0-1-31 0,-1-1 30 16,1 1-28-16,-2 1 31 0,1 0-33 16,1-2 39-16,-1 1-36 0,0 1 29 0,-1-3-31 0,0 3 34 15,2-2-32-15,-2 2 33 0,1-1-31 0,-3 2 29 16,3-2-30-16,0 2 30 0,0 1-33 0,-2-2 33 15,3 3-29-15,-1-2 35 0,0 1-35 0,1-1 31 16,1 1-34-16,-2-1 34 0,2 1-33 0,3 2 34 0,-4-3-31 16,-1 3 33-16,-1-2-30 0,2 0 35 15,-3 1-29-15,2-2 32 0,1 1-35 0,-1 1 30 16,-1-1-30-16,9 1 28 0,-7-1-30 0,1 1 36 0,-2-2-28 16,1 0 30-16,2-1-35 0,-2 0 36 15,3 0-34-15,3-1 26 0,-4 1-27 0,3-3 30 0,-2 3-29 16,-4-1 35-16,0-1-27 0,1 2 33 15,-3-1-24-15,1-3 8 0,0 3-1 0,-1-1-4 0,-1 0-5 16,2-2 23-16,-3 2-16 0,3 0-1 16,-2-2 8-16,1 1-6 0,0-1-2 0,1 3-4 0,-2-2 0 15,3-1-4-15,0 2 13 0,-3-2-2 0,2-1-5 16,-3 3 0-16,4-2 4 0,-4 3-3 0,1-2-4 16,-2 0-3-16,2-1 8 0,1 2 5 0,-5-1 2 15,5 0-18-15,-4 1 9 0,2-2-7 16,2 3 2-16,-2-1-5 0,1 0-1 0,-1 0 5 0,0 1 10 15,0-1 0-15,-2-1 3 0,-1 2 3 0,-3-1 0 16,5-1 17-16,1 1-17 0,-3 1-5 0,2-1-4 16,1 1-4-16,-1 0 2 0,-5 0-22 0,-2 0 22 15,2 0-22-15,-2 0 23 0,-1-1-1 0,0 2 22 16,-1-1-20-16,0 1 15 0,0 0-20 0,0 0 11 16,0 0-21-16,1 0 13 0,-3-3-19 0,3 1 18 15,-2 1-18-15,-1 0 23 0,-3 0-21 0,1-1 0 0,-1 1 0 16,0-1 0-16,-2 2 0 0,4-1 0 15,-1-1 0-15,-2 1 0 0,0 0 0 0,1 0 0 16,0-1 0-16,0 1 0 0,-1-2 0 0,2 1 0 0,-3 2 0 16,3-2 0-16,-2 1 0 0,1-1 0 15,5 2 0-15,0 0 0 0,-2-1 0 0,-2 1 0 16,-1-2 0-16,-2 1 0 0,1 1 0 0,-2-2 0 16,0 2 0-16,0-1 0 0,-2-1 0 0,0 2 0 0,-2-1 0 15,0 0 0-15,-2 1 0 0,2-2 0 0,-2 1 0 16,0 1 0-16,2 0 0 0,-2-2 0 15,2 2 0-15,2-2 0 0,-2 0 0 0,-1 2 0 0,3-2 0 16,-3 1 0-16,3-1 0 0,-2-1 0 0,2 0 0 16,-3 1 0-16,0 0 0 0,0 1 0 0,0-1 0 15,-1 1 0-15,1-1 0 0,-3 0 0 0,1 0 0 16,-1-1 0-16,1 1 0 0,-12 2 0 0,16-2 0 16,-16 2 0-16,13-2 0 0,-13 2 0 0,13-2 0 15,-13 2 0-15,10-2 0 0,-10 2 0 0,0 0 0 16,10-3 0-16,-10 3 0 0,2-7 0 0,-2 7-35 15,-12-9-452-15,-1 1-118 0,-5 0-168 0,-7-5-231 16,-12-4-668-16,-4-2-1342 0</inkml:trace>
  <inkml:trace contextRef="#ctx0" brushRef="#br0" timeOffset="133843.14">2494 10215 234 0,'0'0'191'0,"0"0"-38"0,0-8-17 0,0 8-9 0,0 0 0 0,-1-6-9 0,1 6-19 0,0 0-9 0,-1-7-16 0,1 7 4 0,0 0 9 16,-2-7-10-16,2 7-4 0,0 0-8 0,-1-8-7 15,1 8 4-15,0 0-3 0,-4-7-6 16,4 7-10-16,0 0-3 0,0 0-13 0,-1-6-4 0,1 6-4 16,0 0-6-16,0 0 0 0,0 0-6 0,0 0 2 15,0 0-3-15,0 0-3 0,0 0-4 0,-4 8 5 16,4-8 3-16,-2 11 17 0,2-11 24 0,-2 14-3 15,1-6 1-15,1 1-2 0,0 1 14 0,0 3 21 16,0-1-13-16,0 1-14 0,1 2 19 0,1 0-28 16,0 2-7-16,1 0 13 0,-1 1 2 0,1 1-19 15,-1 0 10-15,2 3-22 0,-1-2 10 0,1 3-11 16,-2-3 5-16,2 2-12 0,1 0 13 0,-2 0 12 16,-1 0 5-16,2-1-13 0,-1 2 1 0,-1 0-6 15,1-4 10-15,-1 0-20 0,1 1-2 0,-2-1 0 16,2 2 1-16,-1-4-4 0,2 3-3 0,-3-1 4 15,3 0 7-15,-1 1-4 0,-2-3 5 0,3 2-1 16,-3 2-3-16,2-2 1 0,-1 0 0 0,1 0 0 16,-2 0-6-16,2-1 1 0,-2 1-3 0,3-1-3 15,-3 1 3-15,1-2 3 0,0 1-4 0,-1-1 6 16,2-2-9-16,-2 1 5 0,-1-2-5 0,1 1 3 16,0-4-6-16,1 1 6 0,-1 1-5 0,-1-3 5 0,1 2-7 15,1-2 5-15,-2 2 10 0,1-2-11 0,-1 1 0 16,1-1 3-16,-1 0-5 0,0 3 1 0,0-3 3 15,0 2 2-15,0-1-2 0,0 0-1 16,0 1 1-16,0-1 0 0,0-1 0 0,0 3-4 0,0-2 1 16,1 0 0-16,-1-3-1 0,2 2-1 0,-2-3 3 15,1 1 0-15,-1-2-3 0,0-6 1 0,0 12 2 16,0-12 8-16,4 10 12 0,-4-10 9 0,0 10 7 16,0-10 2-16,1 6-3 0,-1-6-3 0,0 0-4 15,0 9-4-15,0-9-3 0,0 0-7 0,1 7-2 16,-1-7-4-16,0 0-3 0,0 0 0 0,2 6 0 15,-2-6-6-15,0 0 0 0,0 0-4 0,5 8 5 16,-5-8-2-16,0 0 1 0,6 4 0 0,-6-4-3 16,7 4 1-16,-7-4 5 0,6 4-3 0,-6-4 3 15,0 0-8-15,10 6 7 0,-10-6-6 0,0 0 6 16,7 5-7-16,-7-5 6 0,3 6-6 0,-3-6 6 16,3 11-6-16,-3-11 5 0,0 13-7 0,0-7 10 15,0-6-8-15,0 11 7 0,0-11-6 0,0 11 1 16,0-11-3-16,-1 8 7 0,1-8-7 0,0 8 9 15,0-8-9-15,0 0 13 0,0 8-15 0,0-8 14 0,0 0-9 16,0 0 9-16,1 7-9 0,-1-7 9 16,0 0-7-16,0 0 5 0,0 0-11 0,11-1 12 15,-11 1-11-15,8-3 9 0,-8 3-8 0,13-4 9 16,-13 4-7-16,18-4 8 0,-8 1-9 0,4 0 11 0,0-4-8 16,4 2 9-16,1-2 3 0,4 1 4 15,-1-2 2-15,0 0-2 0,2 0 2 0,-1 0-4 16,0 0 0-16,-1 2 0 0,-1-2-2 0,1 1-3 0,-4 4-3 15,-1-1 11-15,-2-1-16 0,2 1 1 0,-2 1 0 16,-1 3-1-16,0-2-1 0,0 1 2 0,-1 1-1 16,1 0 2-16,-1 0-3 0,2 1 0 15,-2-1 1-15,1 2-2 0,4-2 1 0,1 2 0 0,-2-1 5 16,3 1 0-16,-2-1 3 0,4 0 0 0,-2 1 2 16,2 0-5-16,-2 0 1 0,2 0 0 0,1-2-6 15,-1 0 5-15,-1 1-2 0,1 1 0 16,1-1-1-16,-1-1-2 0,1 0 0 0,0 0 2 0,4-1-5 15,-3-2-61-15,2 1-136 0,-1 0-104 0,-1 0-141 16,2-2-614-16,-4-1-675 0</inkml:trace>
  <inkml:trace contextRef="#ctx0" brushRef="#br0" timeOffset="137911.62">14454 10890 215 0,'-5'-25'663'15,"1"4"-136"-15,-1 1-81 0,-1 0-78 0,3 3-31 0,-2 4-47 0,2 1-22 0,-1 0-58 0,2 3-23 0,-1 0-22 0,1 5 40 0,2 4-1 16,0 0 1-16,0 0-36 0,-9 6-7 16,6 6-31-16,-1 2 20 0,3 4-28 0,1 3 3 15,0 4-19-15,0 2-20 0,5 4 10 0,-2 2-22 0,2-1-10 16,-1-1-18-16,1 0-3 0,0 3-17 15,0-5 7-15,-1-3-19 0,-1 1 11 0,0-2-23 16,2-3 0-16,-4 0-18 0,2-2-28 0,0-3-33 0,-1-2-46 16,-2-4-59-16,3 2-35 0,-2-2-55 0,2-2-22 15,0-2-43-15,-3-7-51 0,8 6 16 0,-8-6 17 16,12-4 32-16,-6-3 54 0,4-3 39 0,-1-5 48 16,1-4 28-16,-1-3 45 0,2-4 38 0,-4-2 52 15,0-1 56-15,0 1 33 0,-6 2 40 0,2 2 19 16,-3 0 41-16,0 4-4 0,3 2-6 0,-6 1 9 15,3 1 0-15,-1 2-9 0,-1 4-5 0,1 1 7 16,-1 3 7-16,2 6 11 0,-8-7-3 0,8 7-1 16,-10 2 5-16,2 3-12 0,3 1-3 0,-4 2-10 15,3 1-20-15,-1 4-28 0,1-4 10 0,-2 5-21 16,3-1-19-16,0-1-7 0,2 1 3 0,2 2-7 16,-3-5 10-16,3 2-20 0,0-1 8 0,1 0-12 15,0-1 29-15,1 0-29 0,2 1 26 0,-1-3-27 16,5 2 29-16,-1-3-41 0,4 1 23 0,2-1-13 15,3-1-10-15,-1-2-4 0,5 0-9 0,1-2-6 0,0-1-4 16,1-1-4-16,0-1-2 0,2-1-7 16,1-2-8-16,1-2-47 0,-2 0-42 0,0-4-69 15,-3 1-58-15,2-2-49 0,-4-1-45 0,-2-1-44 16,-3-1-47-16,0-1 20 0,-6 2-33 0,-1 0-10 0,-4-1 6 16,-2 3-8-16,0-2-384 0,-5 1-345 15</inkml:trace>
  <inkml:trace contextRef="#ctx0" brushRef="#br0" timeOffset="138061.28">14786 10922 883 0,'-10'-4'325'0,"2"1"-12"0,-1 0-35 0,9 3-40 0,-9-5 27 0,9 5 3 0,-9 5 32 0,9-5-21 0,-2 12 35 0,0-4 4 16,2 6-27-16,2 2-19 0,0 1-48 15,1 7-33-15,1 1-22 0,-1 4-30 0,4 3-21 0,-2 1-23 16,3 1-14-16,-2 4-17 0,2 3-10 0,-2-1-13 16,2 1-10-16,-4 0-25 0,-2-4-80 0,-1-3-103 15,-2 2-109-15,-3-3-123 0,-3 2-81 16,-5 1-201-16,-1-4-380 0,-3-7-687 0</inkml:trace>
  <inkml:trace contextRef="#ctx0" brushRef="#br0" timeOffset="138741.88">12532 11306 987 0,'15'-24'647'0,"-1"-1"-159"0,-6 5-176 0,-2 6-213 0,-3 3-127 0,-5 5-162 0,2 6-208 0,-10-7-203 0,10 7-114 0</inkml:trace>
  <inkml:trace contextRef="#ctx0" brushRef="#br0" timeOffset="139994.07">12378 11187 64 0,'-8'-7'561'0,"8"7"-176"0,-7-5-74 16,7 5-92-16,-6-3-48 0,6 3-68 0,0 0-18 0,-8-3-23 0,8 3-13 0,0 0-33 0,0 0-34 0,0 0-41 16,0 0-53-16,0 0-84 0,6 3-318 0,-6-3-12 15</inkml:trace>
  <inkml:trace contextRef="#ctx0" brushRef="#br0" timeOffset="142058.97">15240 8172 179 0,'0'0'235'0,"-9"-3"-76"0,9 3-23 0,0 0-31 0,0 0 9 0,-10-3-6 0,10 3 9 0,0 0-4 0,0 0 2 15,-8-3-2-15,8 3-12 0,0 0 18 0,0 0-9 16,0 0 10-16,0 0-2 0,-7-5-13 0,7 5-1 15,0 0-7-15,0 0-2 0,0 0-5 0,0 0 0 16,0 0-12-16,0 0 9 0,0 0-4 0,-5-3 3 16,5 3 0-16,0 0 12 0,0 0 0 0,0 0 20 15,0 0 12-15,0 0-6 0,16 2 0 16,-16-2-16-16,23 1-16 0,-9-1-7 0,6 0 1 0,7 2 10 16,2-2 13-16,8 1-2 0,6-1 3 0,9-1-5 15,6-1-3-15,0 1 14 0,4 0-32 0,11-2 14 16,3-1-17-16,-2-1-9 0,6 2-13 0,-2-3 3 15,2 0-11-15,-1 1-8 0,2-1-2 0,-1-1 1 16,-3 2 29-16,2 0-13 0,-5-2 13 0,-2 2-30 16,-9 1 7-16,-2 1-23 0,-1 0 13 0,-1 0-16 15,-4 2 21-15,-4-2-26 0,-10 3 13 0,-4 0-37 0,-8-2 15 16,-2 2-27-16,-5-1 0 0,-3 1-25 16,-1-1-46-16,-7-1-74 0,-11 2-85 0,14-3-104 15,-14 3-69-15,0 0-77 0,-5-7-77 0,-5 2-530 16,0 1-721-16</inkml:trace>
  <inkml:trace contextRef="#ctx0" brushRef="#br0" timeOffset="142695.16">15026 7253 290 0,'0'0'253'0,"-6"-6"-56"0,6 6-29 0,-5-6-25 0,5 6-12 0,-8-9-16 0,8 9-14 0,-8-7-5 0,8 7 1 0,-7-6-9 0,7 6-4 0,-8-8-6 0,8 8-3 16,-7-5-8-16,7 5 0 0,-7-3-3 0,7 3 2 15,-5-6 4-15,5 6 19 0,-7-4-22 16,7 4 28-16,0 0-39 0,-7-7 37 0,7 7-28 16,0 0 35-16,-8-4-13 0,8 4 14 0,0 0 4 0,-5-5 9 15,5 5-26-15,0 0 9 0,0 0-18 0,-4-5 2 16,4 5 5-16,0 0 24 0,0 0 20 16,16-3-4-16,-4 3 8 0,6-1 3 0,4-1-2 15,9 1-11-15,6-3-2 0,13-2-9 0,6 0 15 0,13-1-7 16,5-1-13-16,5 1-15 0,2-3-14 0,1 3-4 15,3-3-12-15,1 2-14 0,1 0 1 16,0-1-12-16,1 1-9 0,1 0-6 0,-2 2-3 0,0-4-3 16,-3 3 6-16,-3 2-1 0,-2-2 27 0,-5-1-17 15,0 2 12-15,-3-1-25 0,-13 3 16 0,0-2-21 16,-3-1 8-16,0 2-22 0,-5 2 5 0,-6-3-24 16,-5 1-3-16,-11 4-24 0,-1-2-25 0,-6 1-36 15,-2 0-51-15,-4 0-74 0,-5 1-87 0,-10 1-68 16,0 0-95-16,0 0-136 0,0 0-470 0,-23 0-704 15</inkml:trace>
  <inkml:trace contextRef="#ctx0" brushRef="#br0" timeOffset="143365.97">15153 6009 196 0,'0'0'209'0,"1"-11"-32"0,-1 11-9 0,-1-12-12 0,1 12-14 0,-1-12-8 0,-1 5-12 0,-2 3-13 0,0-2-4 0,1 0 3 15,-5 2-3-15,3-1 12 0,-3-1 1 0,2 2 1 16,-3 0 0-16,3-1-4 0,6 5-7 0,-12-6 17 16,12 6 8-16,-11-6 5 0,11 6-4 0,-9-2-11 15,9 2-10-15,-7-6-13 0,7 6-10 0,0 0 1 16,0 0 49-16,0 0 16 0,13-5-2 0,4 5-5 15,4 2 24-15,10-2 2 0,9 0 0 0,13 0-41 16,4 1 21-16,19-4-51 0,1 2 7 0,6-1-41 16,5-1 67-16,-1 0-60 0,5 0 3 0,4 1-36 15,1-4-9-15,2 1 36 0,-1 0-55 0,0 0 41 0,-5-2-53 16,-2 3-4-16,-6-2 14 0,-5-1 25 16,-4 3-50-16,-18 0 43 0,-3 0-47 0,-5-1 44 15,-13 3-47-15,-5-1 50 0,-4 3-55 0,-5-1 35 16,-3-1-48-16,-1 1 47 0,-5-1-62 0,0 2-1 0,-4 0-58 15,-10 0-41-15,15-1-41 0,-15 1-38 16,0 0-40-16,8 3-37 0,-8-3-24 0,-4 6-16 16,4-6-45-16,-4 10-55 0,4-10-456 0,-7 9-470 15</inkml:trace>
  <inkml:trace contextRef="#ctx0" brushRef="#br0" timeOffset="144367.57">17097 5864 376 0,'0'0'448'0,"4"-8"-70"16,-4 8-66-16,3-7-40 0,-3 7-27 0,5-7-21 16,-5 7-28-16,4-6-20 0,-4 6-17 15,4-5-20-15,-4 5-25 0,5-6-16 0,-5 6-21 16,4-3-14-16,-4 3-11 0,0 0 1 0,14-5-1 0,-14 5 15 15,0 0 1-15,14 3-9 0,-14-3-8 0,12 3-8 16,-12-3 0-16,11 7 0 0,-4-3 24 0,-2-2 14 16,-1 5-1-16,-1-1 15 0,2 1-16 0,-1 3 13 15,-1-1-18-15,-1 2-4 0,2 1 23 0,-4 4 9 16,3 1-12-16,-3 2-17 0,1 1-10 0,-1 6-13 16,0 0 0-16,0 2-13 0,0 0 60 0,0 5-37 15,0 2 13-15,0-2-37 0,3 4 19 0,-3-3-35 0,2 2 73 16,0 0-51-16,0 1-3 0,1-2-7 15,0 1-7-15,1-1-1 0,0 0-2 0,-1 1-2 16,0 0 21-16,3 6-7 0,-1 0 2 0,2-1-10 16,-3 2 9-16,3-1-8 0,-2 3-3 0,-1-3-9 15,-2 2-2-15,2 2-2 0,-3-2-3 0,2 2-1 16,-3-9 3-16,0 9 7 0,-4 0-8 0,3-2-14 16,-2 1 14-16,-2 1-6 0,0 0 6 0,0 1 23 0,-2 0-27 15,0 1 23-15,0-2-30 0,1 0 20 0,-1-1-7 16,2-1 0-16,-2-2 0 0,4-6-1 15,-2 1-4-15,1-4 0 0,3 0 1 0,-2 0-24 0,2-4 29 16,0-2-23-16,1 0 20 0,0 0-15 0,0-1 20 16,1 2-23-16,-1-2 4 0,3 2 6 0,-1-1-1 15,-1-2-2-15,2 2 9 0,0 2-8 0,-1-2 5 16,0 3 21-16,0 3-29 0,1-2 26 0,0 1-31 16,-3-1 32-16,2 2-32 0,0-1 29 0,-2 0-35 15,3 1 32-15,-2 0-24 0,0-5 26 0,-1 1-30 16,2 1 29-16,-1-1-31 0,0 4 31 0,-1-5-30 15,3 1-1-15,-2-3 6 0,0 4 6 0,1-5 2 16,0 4-3-16,-2-2 4 0,1-1-1 0,1 3 0 16,-1-3 0-16,-1 2-2 0,0-2 5 0,0 2-3 15,0-2-2-15,0 2 30 0,0-2-32 0,0 1 26 0,1 0-36 16,2-1 38-16,-2 2-35 0,0-3 30 16,2 2-31-16,-2-1 29 0,3-1-36 0,-1 2 39 15,0-3-29-15,3 2 26 0,-3-1-35 0,4 0 7 16,-2-1 4-16,0-1 0 0,0 1 2 0,0-1 3 0,2 0-3 15,-1-1 1-15,-1 2 5 0,1-2-3 16,1 0 4-16,-2 2-1 0,3 1 2 0,-3-2 0 0,1 4-5 16,2 0 0-16,-2 1 0 0,3-1 1 15,-2 1 1-15,0 0-2 0,0 0 3 0,0 1-4 0,1 1 5 16,-3 0-4-16,3 0 1 0,-1-1 0 0,-3 1-1 16,3-2 8-16,-1 0-7 0,-1-2 2 15,-1 2 1-15,2-2-1 0,1 1-2 0,-1-2 0 0,-1 0 6 16,2 1-4-16,0 0-1 0,0 0 0 0,-2-2 0 15,1 0 7-15,-2 1-9 0,4-3 8 0,-3 2-4 16,-1-1-4-16,1 0 5 0,-1-1-2 0,-2 1-7 16,2 0 5-16,0-1 3 0,-3 1-3 0,0-1-1 15,-1 1-1-15,0 2 3 0,0-1 2 0,-2 2-2 16,-1-1 1-16,2-1 11 0,0 2-15 16,-2 1 8-16,3-2 36 0,-2 3 2 0,-1-3-5 0,2 2-15 15,-2-4 4-15,2 0-11 0,-2-1 4 0,2-3-7 16,0 1 1-16,-2-2-9 0,2-2 4 0,0 0-5 15,-1-3-2-15,-3-3-11 0,4 3-11 0,-3-1-42 16,0-3-59-16,-1 3-37 0,-1-5-97 0,-3-1-129 16,-1 0-116-16,-2-1-145 0,-2-5-761 0,1 0-1008 0</inkml:trace>
  <inkml:trace contextRef="#ctx0" brushRef="#br0" timeOffset="145327.4">15407 11398 584 0,'-15'-2'636'0,"5"0"-160"0,1 0-94 0,0 0-81 0,9 2-71 0,-17-3-34 0,17 3-17 0,-13-2-12 0,13 2-18 0,-11-3-14 16,11 3-13-16,-13-1-4 0,13 1-9 0,0 0 7 16,-10-3 0-16,10 3 0 0,0 0 2 15,0 0-5-15,0 0 2 0,0 0-7 0,0 0-5 0,0 0-13 16,10 1 12-16,-10-1-23 0,19 2 5 0,-5-2-18 15,1 0 23-15,5 0-25 0,1-2 9 0,8 4-5 16,1-5 12-16,6 1-9 0,4-2 17 0,8 0-3 16,1 1-6-16,-2-2 5 0,4 2 2 0,0 0-6 15,2 0 1-15,0 1-12 0,2 0-7 0,-1 2 15 16,4 0-11-16,-1-1 19 0,2 1-2 0,0 0 16 16,-1 1-15-16,1 1-3 0,-1-2-23 0,-2 2-3 15,3-3-16-15,-2 1 0 0,1-3-16 0,-1 2 3 16,1-5-13-16,-1-2 5 0,2 2-14 0,6-4 7 15,-7 2-2-15,-2 1-1 0,2-1 2 0,-2-1-7 16,-3 1 0-16,1 1 2 0,-5 0-3 0,-1-1-1 16,-3 1 8-16,0-1-8 0,-11 3 0 0,2-1-1 15,-3-1 3-15,-1 2-11 0,0-1 12 0,-4 0 6 16,-1 1 26-16,-2 2 10 0,0 0-2 0,-1-3-6 0,0 1-9 16,1 1-5-16,-2 1-2 0,0 0-7 0,0-1-4 15,-3 0 0-15,-2 1-1 0,1 0-3 16,0 1 0-16,-2-1 4 0,0 1 7 0,-3 1 9 15,-3-2 2-15,3 2-3 0,-3 0 10 0,1 0-2 0,-12 1 1 16,18-1-14-16,-18 1 0 0,19-1-6 0,-19 1-1 16,16 0 0-16,-16 0-3 0,18 1-2 0,-18-1-1 15,14 0-1-15,-14 0 0 0,12 1-5 0,-12-1 6 16,12 0-18-16,-12 0 17 0,0 0-14 0,14 0 14 16,-14 0 0-16,0 0-30 0,10-1-16 0,-10 1-52 15,0 0-55-15,-2-6-59 0,2 6-68 0,-9-11-53 16,0 7-106-16,0 0-160 0,-2-4-136 0,1 2-853 15,-1-1-1230-15</inkml:trace>
  <inkml:trace contextRef="#ctx0" brushRef="#br0" timeOffset="145457.97">17890 10987 821 0,'-15'-8'813'0,"3"3"-204"0,1 0-160 0,-3 0-232 0,1-2-142 0,-1 1-134 0,-1 1-186 15,-2-1-600-15,-2 0-389 0</inkml:trace>
  <inkml:trace contextRef="#ctx0" brushRef="#br0" timeOffset="146258.25">15410 10318 305 0,'0'0'216'0,"-8"-2"-45"16,8 2-37-16,0 0-2 0,-12-4-5 0,12 4 4 16,-10-3-1-16,10 3 5 0,-10-2-1 0,10 2-1 15,-10-2 1-15,10 2-17 0,-14-2 1 0,14 2-12 16,-14 0-12-16,14 0 9 0,-18 0-3 0,18 0-5 15,-21 2 17-15,10-1-10 0,-2 1 3 0,2 1 2 16,-2-1 8-16,1 1-4 0,-3 2 3 0,1-1 13 16,-1 1-20-16,-1 0 13 0,2 0-29 0,0 1 7 15,0-1-28-15,3 0 12 0,0-2-11 0,-1 1 20 16,3 1-22-16,1-2 29 0,-1 0-19 0,9-3 12 0,-13 4-26 16,13-4 16-16,-9 4-12 0,9-4 19 0,-9 6 8 15,9-6 16-15,0 0 0 0,3 8-6 0,3-3 6 16,3-2-9-16,0 2-9 0,5-1 10 15,3 1 8-15,5-1 0 0,2 2-1 0,3-3 11 0,6 0 15 16,3 1-13-16,2 0 2 0,12 0 1 0,0-1-21 16,5-3-15-16,1 1-12 0,3-1-16 0,1 0 4 15,1 0 11-15,4-1 0 0,8-1-21 0,1 1 5 16,2-3 10-16,0 0 7 0,-3 0 12 0,4 0-9 16,-2 0-15-16,-2-1-1 0,0 1 9 0,-12-1-31 15,1 1 7-15,-2-1-20 0,-3-1 17 0,2 1-33 16,-3 0 20-16,-1 0-8 0,-1-1 12 0,-4 1-39 15,1 0 0-15,-3-1 0 0,0 2 0 0,-1-1 0 16,-2 1 0-16,-7 0 0 0,2 1 0 0,-3 0 0 16,0 1 0-16,1-1 0 0,-2 2 0 0,0 0 0 15,-4 0 0-15,-1 1 0 0,0-1 0 0,1 1 0 16,-1 1 0-16,-2-1 0 0,2 0 0 0,-4 0 0 16,-3 1 0-16,-2-1 0 0,-2 0 0 0,1 0 0 15,-3 0 0-15,-3 0 0 0,0 0 0 0,-3 0 0 0,-12 0 0 16,21 0 0-16,-21 0 0 0,20 0 0 15,-20 0 0-15,11-1 0 0,-11 1 0 0,9-5 0 16,-9 5 0-16,0-6 0 0,0 6 0 0,-6-9-358 16,-1 4-56-16,-2 0-43 0,-1-1-138 0,0-3-94 0,-2 4-138 15,-3-4-711-15,3 2-1174 0</inkml:trace>
  <inkml:trace contextRef="#ctx0" brushRef="#br0" timeOffset="146408.04">17582 10197 1043 0,'0'0'841'0,"-9"-4"-169"0,9 4-172 0,-10-3-81 0,10 3-100 0,-6-3-47 0,6 3-74 0,-9-3-31 0,9 3-48 0,-14-3-18 15,5 1-103-15,-3-1-122 0,-6 1-134 0,2 0-113 16,-5-2-148-16,-3 0-534 0,1-2-670 0</inkml:trace>
  <inkml:trace contextRef="#ctx0" brushRef="#br0" timeOffset="147041.57">15428 9316 69 0,'-11'2'356'16,"0"-1"-97"-16,2 2-65 0,-1-1-35 0,0-1-32 16,-1 2-25-16,2 0-25 0,-3 0-13 0,1 0-16 15,2-2-7-15,-2 2-9 0,1-1-5 0,1 1-8 16,-1 0-1-16,-1-2-9 0,2 0 3 0,9-1-6 0,-19 2 6 16,19-2-9-16,-19 0 16 0,19 0 18 0,-17 0 3 15,17 0-3-15,-21-2 4 0,21 2 15 16,-22 0 4-16,22 0 17 0,-18 0-10 0,18 0 24 15,-18 0-4-15,18 0-10 0,-18 0-13 0,18 0-13 0,-15-1-4 16,15 1 3-16,-14 1 3 0,14-1 11 0,-15 0-2 16,15 0 14-16,-13 0 5 0,13 0 17 0,0 0 6 15,-17 0 11-15,17 0 10 0,0 0 11 16,0 0 0-16,-13 0 3 0,13 0 5 0,0 0-4 0,0 0-13 16,0 0-7-16,9-2-3 0,-9 2-10 15,14-3 14-15,-14 3-15 0,17-5 10 0,-6 2-10 0,2 0-3 16,5-1 2-16,-1-2 0 0,6 0 0 0,2 0-2 15,7 0 15-15,5 0-12 0,6 1-19 0,6-3 6 16,5 5 18-16,1 0 31 0,5 2-42 0,4 0 5 16,2 1 13-16,11 0-9 0,2 1-11 0,-1 1-5 15,3 1 11-15,-2-1 5 0,3 2 4 0,-2 0-10 16,-2-1-3-16,-2-1 13 0,-14 0 13 0,2-1 6 16,-5-2-13-16,-4 1 25 0,1-3-26 0,-3 3 15 15,-4-4-85-15,-6 2-48 0,-4 1 0 0,3-2 0 0,-6 0 0 16,1 1 0-16,-2-2 0 0,-6 1 0 0,-1-1 0 15,-5-2 0-15,-1 3 0 0,-2-2 0 16,-2 3 0-16,-2-3 0 0,-2 3 0 0,-3 0 0 16,-2 0 0-16,2 0 0 0,-11 2 0 0,17-1 0 15,-17 1 0-15,14-1-149 0,-14 1-90 0,0 0-42 0,13-1-43 16,-13 1-11-16,0 0-32 0,0 0-93 16,0 0-58-16,0 0-53 0,0 0-91 0,-10 2-699 15,10-2-962-15</inkml:trace>
  <inkml:trace contextRef="#ctx0" brushRef="#br0" timeOffset="147196.44">17028 9271 698 0,'-4'5'824'0,"4"-5"-141"0,0 0-179 0,0 0-78 0,0 0-45 0,0 0 8 0,6 4-28 0,-6-4-39 16,0 0-42-16,10 1-36 0,-10-1-39 0,0 0-32 16,0 0-36-16,0 0-22 0,13 1-21 0,-13-1-24 15,0 0-20-15,0 0-60 0,0 0-102 0,-11 4-156 16,-1-2-193-16,-4 0-217 0,-4 2-730 0,-4 1-1010 15</inkml:trace>
  <inkml:trace contextRef="#ctx0" brushRef="#br0" timeOffset="160124.73">15747 7388 448 0,'3'-7'610'0,"-3"7"-173"0,0 0-79 0,1-6-86 0,-1 6-20 0,0 0-37 0,0 0 10 0,0 0-11 15,-1 7-13-15,1-7-9 0,-5 10-26 0,1-3-30 16,0 1 2-16,-1-1-10 0,0 3-16 0,-2-2-12 16,2 3-29-16,0 0 5 0,-1 0-30 0,-2 2 10 15,0-3-22-15,3 2 9 0,-4-2-23 0,4 2 16 16,-1-3-17-16,-1-1 11 0,2 0-21 0,0-1 16 16,3-1-11-16,-2 0 26 0,1 0-8 0,3-6 19 15,-4 7-15-15,4-7 17 0,0 0-15 0,3 6 11 0,-3-6-8 16,9-2-2-16,-9 2-7 0,14-5-23 0,-4 1 15 15,-1-2-7-15,0 1 20 0,2 2-13 16,0-1 5-16,-1 1-15 0,4 0 8 0,-2 0-11 16,3 3 5-16,-2 0-7 0,2 2 7 0,-2 1-1 15,2 1-3-15,-2 1 0 0,0 1-5 0,-2 2-1 0,1-1 1 16,-3 3-1-16,-1 0-1 0,-1-1-8 16,-3 1 9-16,-2 0-16 0,0 0 22 0,-2 2-16 0,-3-1 11 15,-1 1-8-15,-2 1 14 0,-4 1-11 0,-2-3 4 16,-1 3-7-16,-3-1 6 0,0-2 1 0,-3 0 3 15,-1 0-12-15,0-1 9 0,1-1-10 0,0-2 1 16,5-1-9-16,-4-2-29 0,5-3-89 0,3-1-121 16,-2 0-123-16,3-5-92 0,0-2-152 0,1-4-491 15,3-3-724-15</inkml:trace>
  <inkml:trace contextRef="#ctx0" brushRef="#br0" timeOffset="160508.53">15582 7419 223 0,'9'-8'701'0,"-9"8"-187"0,10-5-115 16,-10 5-67-16,11-4-23 0,-2 1-4 0,1 1 3 16,1-3-17-16,0 4-35 0,1-1-41 0,1-1-42 15,-1-1-26-15,4 0-19 0,-3 1-23 0,4-2-18 16,-3 1-16-16,0-5-15 0,1 3-8 0,-1-3 2 0,1-1-9 16,2-3-2-16,-3 1 12 0,0-1 13 15,-1-1-2-15,0-2-4 0,-2 1 6 0,-2-2 10 16,1 2 4-16,-5 1 8 0,2-3 6 0,-3 2 12 15,1 3 31-15,-4 0-17 0,3 0 37 0,0 4-48 16,-2-2 11-16,0 3-51 0,-1 0 12 0,0 1-39 16,-1 6 31-16,0 0 9 0,5 6-4 0,-5 5 6 15,0 5 10-15,0 6 9 0,0 7-25 0,3 5 42 0,-2 9-14 16,3 3 15-16,0 3 2 0,1 1 0 0,1-1 6 16,1 2-3-16,-2 1-15 0,1-3-2 0,-2 1-10 15,4 1-5-15,-3-3-68 0,1 0-24 16,-3-5 0-16,2 1 0 0,-3-8 0 0,1-3 0 0,1-1 0 15,-2-5 0-15,1-2-12 0,-2-1-151 0,-1-5-44 16,3-2-40-16,-3 1-29 0,1-4-24 0,-1-1-6 16,1-3-62-16,-1-3-137 0,0-7-84 15,-2 6-54-15,2-6-88 0,-2-6-480 0,1-4-821 0</inkml:trace>
  <inkml:trace contextRef="#ctx0" brushRef="#br0" timeOffset="160758">16105 7649 270 0,'4'-20'700'0,"-2"4"-97"15,2 2-128-15,-4 3-87 0,4 1-90 0,-3-1-22 16,3 2-22-16,-3 1 7 0,1 2-15 0,-2 6 24 16,3-8-2-16,-3 8-8 0,0 0-7 0,0 0-31 15,8 2-19-15,-4 2 11 0,-3 8-3 0,1-2-14 16,0 4-14-16,-2 4 0 0,0 1-26 0,0 1-28 16,0 6-24-16,0-1 7 0,1-1-45 0,1 2 13 15,-2-1-34-15,1 0 11 0,3 0-34 0,-2 0 20 16,-2-3-33-16,4-2 21 0,1-1-54 0,-2-1 17 15,1-2-57-15,1-3 7 0,0 0-52 0,4-1 3 16,-3-3-76-16,3-2-46 0,1-3-63 0,1-2-100 0,0-2-58 16,0-5-8-16,2-1-33 0,-1-2-31 0,3-7-11 15,-2 0-7-15,1-8-302 0,0 1-383 16</inkml:trace>
  <inkml:trace contextRef="#ctx0" brushRef="#br0" timeOffset="161140.28">16408 7693 890 0,'2'-17'516'0,"1"4"-42"0,-2 3-55 0,-1-2-29 0,3 3-46 16,-3 2-17-16,1 0-32 0,-1 7 31 0,0-7-17 15,0 7-29-15,0 0 0 0,-6 7-31 16,3 0-14-16,-1 2-21 0,0 4-2 0,-2-1 21 0,2 4-29 16,2 1 22-16,-2 1-44 0,1 0 14 0,2 0-26 15,0 1 30-15,1-2-61 0,2 2 18 0,1-2 8 16,2 0-2-16,3 0 4 0,2-1-24 0,3-2-57 16,1 1-86-16,1-3 0 0,4-3 0 0,-1 1 0 15,1-6 0-15,0-2 0 0,1-2 0 0,0-2 0 16,2-2 0-16,-2-6 0 0,1-1 0 0,0-5 0 15,-1-1 0-15,-3-4 0 0,-1-2 0 0,-2 0 0 16,-4 0 0-16,-1 2 0 0,-1 1 0 0,-3-1 0 16,-1 3 0-16,-3 0 0 0,0 2 0 0,-1 2 0 15,0 2 0-15,0 0 0 0,1 2 0 0,-1 1 0 0,0 3 0 16,0 6 0-16,-1-10 0 0,1 10 0 16,0 0 0-16,-2 10 0 0,0 1 0 0,2 2 0 15,0 6 0-15,-1 1 0 0,2 7 0 0,-1 0 0 16,2 6 0-16,-1 0 0 0,1-1 0 0,1 2 0 0,2-2 0 15,-2-2 0-15,4 1 0 0,-3-8 0 0,1 2 0 16,-1-4 0-16,1-1 0 0,-1-4 0 16,2 0 0-16,-3-2 0 0,-1-1 0 0,1-3-465 15,0 0-169-15,-3-5-157 0,0-5-218 0,-2 10-664 0,2-10-1345 16</inkml:trace>
  <inkml:trace contextRef="#ctx0" brushRef="#br0" timeOffset="162673.66">15131 11072 446 0,'4'-4'441'0,"-4"4"-64"0,10-8-52 0,-10 8-36 0,7-10-22 0,-7 10-33 0,5-10-41 0,-3 3-8 0,-2 0-18 0,2 0-21 16,-2-1-20-16,0 0-4 0,-2-2-16 0,1 0-13 15,-3-1-6-15,0-4-14 0,-2 3 8 0,-2-4 14 16,1-1 16-16,-4 1-12 0,2-4 21 0,-6 2-19 16,2-3 10-16,-3-2-29 0,-1 0 5 0,-2 1-29 15,-4-3 21-15,-3 0-24 0,3 0 6 0,-5 1-19 16,-1 0 20-16,-2 2-20 0,-1 1 3 0,-1 1 10 15,-2 4-13-15,-2 2 13 0,4 4-13 0,1 4 8 16,-5 1-11-16,3 4-6 0,-5 2 5 0,2 5 0 16,-5 2-1-16,1 5-2 0,0 3-6 0,4 5-3 15,-1 4 0-15,-2 8 35 0,4 5 4 0,6 2-23 16,2 6 12-16,2 2-9 0,7 4 17 0,5-6-25 16,2 2 17-16,6 4-23 0,1 0 28 0,4 0 7 15,2 3-3-15,3-1 19 0,2 10 30 0,4-3-30 16,2-4 31-16,1-8-1 0,6 4 45 0,1-2-29 15,6-2 45-15,1-4-42 0,2-3-8 0,7-3-8 16,2-4-4-16,-2-8-2 0,1-3-7 0,6-4-19 16,0-3-17-16,0-3-3 0,3-4-15 0,-4-1-10 0,-3-4-9 15,-1-3-7-15,0-2-22 0,-3-4 0 16,1-2 0-16,6-3 0 0,-5-6 0 0,0 0 0 16,-3-5 0-16,0-1 0 0,-4-3 0 0,0-1 0 15,-5-7 0-15,1 2 0 0,-6-3 0 0,1-2 0 0,-5-3 0 16,-2-7 0-16,-1 1 0 0,-4-5 0 0,-4-1 0 15,-1 0 0-15,-4-1 0 0,-3 1 0 16,0 2 0-16,-4 0 0 0,-3 2 0 0,-2 3 0 0,0 1 0 16,-5 4 0-16,2 3 0 0,-4 0 0 0,-2 5 0 15,1 3 0-15,-1 5 0 0,1 3 0 0,-1 2 0 16,-2 2 0-16,3 3-263 0,-3 6-87 0,6 0-52 16,-2 5-62-16,-1 1-149 0,-6 5-140 0,-1 3-194 15,-2 6-451-15,-3 2-1002 0</inkml:trace>
  <inkml:trace contextRef="#ctx0" brushRef="#br0" timeOffset="168243.04">23212 4216 293 0,'-3'-12'547'0,"-3"3"-132"0,2 2-81 0,2 0-67 0,-1 1-16 0,3 6-40 0,-6-9-25 0,6 9-25 0,-7-6-1 16,7 6-14-16,0 0-15 0,0 0-11 0,0 0 0 16,0 0 31-16,-10 5-17 0,10-5-13 0,0 11 6 15,3-3 13-15,0 0-26 0,0 3-5 0,1 2-6 0,0-1-10 16,1 2-14-16,0 3-7 0,0-2-25 15,1 1-7-15,-2 1-6 0,1-1-6 0,-1 2-8 16,1-2-4-16,-1 0-13 0,-1 3-56 0,-1-2-127 16,3 1-112-16,-5-2-73 0,3 1-122 0,-3 1-572 15,1-2-677-15</inkml:trace>
  <inkml:trace contextRef="#ctx0" brushRef="#br0" timeOffset="169024.36">23239 5411 290 0,'2'-5'468'0,"1"0"-108"0,-1-2-23 0,-2 7-46 0,3-9 4 0,-3 9-57 0,2-9-21 0,-2 9-62 0,3-9-17 15,-3 9-35-15,0 0-7 0,4-4-18 0,-4 4 52 16,0 0 0-16,0 0-18 0,0 9-20 0,0-9-19 16,-4 12 20-16,0-5 17 0,0 1-15 0,-1 0-16 15,0-1 14-15,0 1 15 0,-1-1 6 0,1-1 2 0,-2 0-12 16,1-1-10-16,-2-2-4 0,-1 1-15 15,0-1-16-15,9-3-14 0,-19 0-6 0,9-2-9 16,-3-2-5-16,2 0-8 0,-1-2 2 0,-1-2-8 16,4-1 3-16,-1-1-6 0,1 0 5 0,3-4-13 15,3 1 0-15,-1-2 9 0,4 1-12 0,3-2 9 0,1-1-4 16,2 1 2-16,4 0 1 0,1 2-6 16,0 0 1-16,6 2-2 0,-4 5 1 0,3 0 0 15,0 2 1-15,0 2 0 0,-2 3 2 0,1 2-4 0,1 1-5 16,-1 3 7-16,-1 1-5 0,-1 3 11 0,-3 1-12 15,-1 2 11-15,0 3-6 0,-4-1 5 16,-1 2 0-16,-3 2 1 0,-2 1 1 0,-3 3-3 0,-2 0 5 16,-4 2 3-16,-1 1-3 0,-4-3 0 0,1 1-1 15,-4-4 6-15,-1 1 8 0,0-4-2 0,-2 1-2 16,5-5 23-16,-1-1-10 0,3-3-2 0,0-2 7 16,1-1-17-16,3-3 24 0,-1 0-27 0,11-3 36 15,-15 2-39-15,15-2 20 0,-11-3-26 0,11 3 21 16,0 0-28-16,0-8 25 0,0 8-34 0,11-7 37 15,-2 5-44-15,5 1 27 0,-2 1 2 0,3 0-4 16,6 2 1-16,0 0 3 0,4 4-9 0,-1-1-7 16,2 1-9-16,-1 2-1 0,-1-2-15 0,1 2-11 15,-2 0-19-15,1 1-30 0,-2-1-76 0,-1-1-110 16,0 2-94-16,-1-3-68 0,-4 0-107 0,0-4-575 16,-3 4-734-16</inkml:trace>
  <inkml:trace contextRef="#ctx0" brushRef="#br0" timeOffset="169607.78">23116 6186 167 0,'-13'8'850'0,"4"1"-213"0,0-3-140 0,-1-1-106 0,1 0-59 0,3-1-16 0,-1 1 18 0,7-5-5 15,-11 6-13-15,11-6-50 0,-10 2-38 0,10-2-31 0,0 0-32 16,-9-7-30-16,9 7-23 0,0-9-22 0,2 3-19 16,1-1-14-16,2-3-10 0,0 3-8 0,3-4-8 15,3 3-8-15,-2 0-1 0,2-1 0 16,1 3 6-16,1-1-15 0,2 1 13 0,-2 1-11 0,4 0 0 16,-2 3-4-16,0 1 0 0,-2 1-6 0,0 2 0 15,0 1 3-15,-2 2-2 0,-2 1-6 0,1 4 4 16,-3-1-4-16,-3 3 1 0,-2 1 50 0,-2-1-60 15,-4 5 49-15,-1 0-53 0,-3 2 50 0,-3-2-54 16,0 3 52-16,-5-4-56 0,1 3 9 0,-2-4 9 16,3-2-5-16,1 0 5 0,1-3-3 0,1-1 7 15,1-2 5-15,3 1 2 0,0-5-3 0,7-3-8 16,-9 3 16-16,9-3 33 0,0 0-55 0,4-8 2 16,0 4 49-16,4-2-52 0,2 2 43 0,1-2-57 15,2 0 54-15,2 0-51 0,0 3 56 0,2 0-50 16,-1 2 58-16,0 1-52 0,1 1 50 0,1 4-55 15,-2 0 48-15,-2 3-50 0,3 1 52 0,-4 4-51 16,-2 0 55-16,1 3-51 0,-4 1 52 0,-3-1-56 16,-1 0 5-16,-3 1 6 0,-2 0 4 0,-2-3 0 0,-3 2 4 15,-4 1 1-15,-1-2-1 0,-4-1 2 16,-4-2 23-16,1 1 9 0,-4-3-4 0,-1-1-5 16,-1-1-5-16,1-3-6 0,-2-2-6 0,5-1 2 15,-2-1-2-15,4 1-4 0,-1-4-7 0,6-1-24 16,-2 1-37-16,6-2-46 0,0-1-28 0,4-3-44 0,1 1-45 15,2 0-62-15,3-2-63 0,3 1-74 0,-2 0-51 16,2 2-90-16,3-1-561 0,-2 0-738 0</inkml:trace>
  <inkml:trace contextRef="#ctx0" brushRef="#br0" timeOffset="170007.07">23048 7247 725 0,'0'-16'698'0,"0"2"-100"0,-1 1-55 0,1 2-39 0,0 2-41 0,-1-1-46 0,1 1-58 0,-1 0-70 0,1 2-54 0,0 7-38 0,0-13-45 16,0 13 19-16,-2-6 25 0,2 6 6 0,0 0 2 16,-1 6-13-16,0 2-11 0,-2 2-31 0,2 2-15 0,0 6 6 15,-1-3-18-15,2 3-44 0,0 0 19 16,3 1-34-16,-1-1 25 0,4 3-29 0,2-1 29 16,0-1-37-16,2 2 27 0,1-4-27 0,3-1 5 15,2 0-3-15,5-1-9 0,0-4-8 0,4-1-7 16,-1-1-7-16,2-3-19 0,-1-3-35 0,3 0-9 15,-5-3-73-15,5-4-24 0,-6-1-64 0,2-1-24 16,2-6-55-16,-3-3-75 0,-4 1-104 0,-4-3-93 16,-3-2 5-16,-2 1-47 0,-5-2-35 0,0 2-16 15,-5 1-278-15,0 1-494 0</inkml:trace>
  <inkml:trace contextRef="#ctx0" brushRef="#br0" timeOffset="170157.04">23436 7182 517 0,'-8'-7'511'0,"8"7"-90"0,-13-4-29 15,13 4-53-15,0 0 2 0,-13 4-6 0,9 3 1 16,1-1-8-16,0 5-10 0,-2-1-17 0,5 3-20 15,-2 4-11-15,2 2-17 0,0 1 46 0,0 5-61 16,0 1 2-16,0 1-61 0,1 6-16 0,0 2-3 16,-1-2-60-16,0 4 8 0,0 0-51 0,0 0 14 15,0 1-46-15,-2-1-56 0,0 0-73 0,-2-1-68 16,0-2-84-16,-1 0-109 0,0-2-98 0,-4-4-109 0,2 0-219 16,0-7-415-16,-2-1-816 0</inkml:trace>
  <inkml:trace contextRef="#ctx0" brushRef="#br0" timeOffset="170974.14">23157 8447 327 0,'0'-8'635'0,"-1"1"-127"0,-1 0-113 0,2 1-34 0,0 6-63 0,-5-11-13 0,5 11-38 0,-4-9-14 0,4 9-41 16,-7-8 3-16,7 8-30 0,-9-5-3 0,9 5-26 15,-11-1-1-15,11 1-36 0,0 0-5 0,-16 1-32 16,16-1-3-16,-10 5-21 0,10-5 8 0,-12 6-24 16,12-6 12-16,-7 7-21 0,7-7 13 0,-7 7-19 15,7-7 15-15,-4 7-2 0,4-7 28 0,-2 6-12 0,2-6 11 16,0 0-11-16,2 7 17 0,-2-7-20 0,7 5 13 16,-7-5-21-16,10 2 11 0,-10-2-15 15,15 5 11-15,-6-4-18 0,0 2 7 0,3 1-11 16,1 1 7-16,-1 2-9 0,4-1-1 0,-1 3 0 15,0 0-1-15,2 1 0 0,-2 0-4 0,-1 3 1 16,-1-1 0-16,-1-2-4 0,0 1 1 0,-3-2 4 16,-1 1 1-16,0 0 5 0,-2-1 18 0,-2 0 4 15,-3 0 5-15,0 0 8 0,-2-1-3 0,-1 1-2 16,-4 1-8-16,1-4-7 0,-5 5-5 0,-1-4 6 16,0 0-12-16,-1 2 5 0,-1-5-12 0,0 2 14 15,3-2-18-15,0 0 12 0,-2-3-33 0,1-1-37 0,2-1-59 16,-3-3-115-16,3-2-93 0,3-1-55 0,-3-4-67 15,3-1-67-15,0-4-66 0,3 1-396 16,-1-2-563-16</inkml:trace>
  <inkml:trace contextRef="#ctx0" brushRef="#br0" timeOffset="171123.76">23087 8475 582 0,'-2'-7'550'0,"2"-1"-96"0,0 8-65 16,0-11-76-16,0 11-43 0,4-13-48 0,1 7 11 16,3 0-30-16,0 0 16 0,3-2-17 15,3 2 2-15,3-1-36 0,2-1 0 0,3 1-29 16,2 1-1-16,1-1-34 0,6 0 0 0,0-1-39 0,-4 3-1 15,-3 0-24-15,2 1 11 0,-2-1-62 0,-4 2-59 16,-3 2-91-16,-1-2-74 0,-3 3-66 16,0 0-91-16,-13 0-59 0,14 4-566 0,-14-4-626 15</inkml:trace>
  <inkml:trace contextRef="#ctx0" brushRef="#br0" timeOffset="171579.52">23159 9357 474 0,'7'-14'501'0,"-2"0"-116"0,1 0-70 0,1-2-29 0,-2-1-26 16,0 0 25-16,0 1-5 0,-2-1 23 15,2 3 1-15,-3 0 28 0,0 1-37 0,-1 1-10 0,0 1-32 16,-1 1-32-16,0 3-32 0,0 7-14 0,-4-8 3 16,4 8 16-16,-12 8 25 0,3 3 8 0,-3 6 8 15,-6 7 16-15,0 8 0 0,2 4-11 0,-1 4-18 16,3 0-23-16,0 3-18 0,4-2-38 0,3 0 22 16,2-5-52-16,4-2 32 0,1-4-60 0,1 0-85 15,6 1 0-15,-1-9 0 0,2 0 0 0,3-3 0 16,3-4 0-16,3 0 0 0,1-5 0 0,2-3 0 15,-1-4 0-15,1-3 0 0,0 0 0 0,-1-4 0 16,3-2 0-16,-2-3 0 0,-3-1-22 0,1 0 10 16,-5-1-1-16,-2 0 3 0,-3 0 20 0,-4 3 17 15,-2-2-7-15,-2 3-20 0,-2 0 0 0,-3 2 0 16,-3 1 0-16,-5 2 0 0,2 2 0 0,-2 2 0 16,-4 1 0-16,-2 1 0 0,2 3 0 0,-2 1 0 15,3 1 0-15,-2 1 0 0,4 1-255 16,1-1-124-16,3-1-45 0,2 0-112 0,0-2-156 0,6 0-195 15,2-7-702-15,0 7-1239 0</inkml:trace>
  <inkml:trace contextRef="#ctx0" brushRef="#br0" timeOffset="172340.58">23184 10443 245 0,'-17'-6'850'0,"2"1"-150"0,-3 2-107 0,1 0-149 0,-3 1-28 0,0 0-36 0,3 1-21 0,0 1-46 16,3-1-42-16,0 1-25 0,3 0-38 0,0 0 1 15,11 0-34-15,-19 0 25 0,19 0-33 0,-9 2 22 16,9-2-52-16,0 0 21 0,0 0-52 0,5 9-14 16,-5-9 14-16,18 2-48 0,-4-2 13 0,-1 0-40 15,6-2 23-15,0 1-40 0,-2-1 31 0,1-1-30 0,-3 0 52 16,-1 1-17-16,-2-1 39 0,-2 0-8 15,0 2 59-15,-10 1-10 0,17-2 12 0,-17 2 12 16,14-2 6-16,-14 2-15 0,10-1-11 0,-10 1-87 16,9 3-47-16,-5 3 0 0,-3 3 0 0,3 4 0 0,-3 3 0 15,1 4 0-15,0 5 0 0,2 0 0 0,0 7 0 16,2-1 0-16,-2 0 0 0,4 3 0 16,-3-1 0-16,1-1 0 0,1 0 0 0,-2 0 0 15,2-2 0-15,-3 0 0 0,1-5 0 0,-1-1 0 0,0-3 0 16,-1-2 0-16,-1-1 0 0,1-2-223 15,-2-2-341-15,3 0-165 0,-3-4-129 0,0-1-977 16,-1-9-1546-16</inkml:trace>
  <inkml:trace contextRef="#ctx0" brushRef="#br0" timeOffset="173173.98">23406 11694 542 0,'1'-13'561'0,"-2"0"-110"0,1 1-72 0,-1-1-51 0,-2-2-29 0,-2 2 8 0,3-2-43 0,-6-1-23 0,4 1-40 15,-5-3 17-15,0 1-51 0,-3 1 10 0,1-1-21 16,-3 1-1-16,1 0-31 0,2 2 6 0,-2 1-36 16,2 1-1-16,0 2-25 0,1-1-1 0,1 3-20 15,0 3 4-15,-1-1-25 0,2 1 9 0,-1 2-22 16,9 3 40-16,-17 0 15 0,6 3 2 0,1 2-16 16,-4 2 2-16,4 2-21 0,-4 2-7 0,4 0-17 15,0 1 7-15,2 3-2 0,1-1 0 0,2 2-5 16,1 0-1-16,3 1-4 0,2 0 2 0,-1 2-4 0,4 2-7 15,3 1 8-15,0 0-4 0,5 3 2 16,-1 0-1-16,3 1-2 0,0 0 2 0,3 0 0 16,1 3 0-16,-3-4 0 0,3 6-2 0,-3-7 3 15,-2 3-2-15,1-4 2 0,-2-1-4 0,-3-4 2 16,1 0-1-16,-4-6 3 0,1 1 37 0,-2-2 34 16,-1-2 36-16,1 0 30 0,-3-3-17 0,-2-6-25 15,0 9-15-15,0-9-22 0,0 0 16 16,-11-2-42-16,3-4 17 0,0-1-36 0,-2-3 23 0,1-2-35 15,0-2 31-15,2-3-39 0,-2-1 29 0,1-1-35 16,4-3 30-16,4-1-37 0,0-2 19 0,4 1-38 16,3 0 35-16,3-3-30 0,0 2 3 0,0 0-51 15,4 1-10-15,2 2-46 0,-1 1-25 0,0 2-27 0,-1 4-55 16,-2 1-47-16,-2 2-85 0,3 2-48 0,-4 1-78 16,-2 3-71-16,2 0-538 0,-9 6-724 0</inkml:trace>
  <inkml:trace contextRef="#ctx0" brushRef="#br0" timeOffset="173640.03">23323 12494 204 0,'0'0'778'0,"8"6"-193"0,-8-6-130 0,3-4-93 0,-3 4-79 0,8-10-23 0,-4 2-8 0,1-2-8 0,-1 0 2 0,0-1-1 0,0 0-5 16,-2 0-23-16,-2 0-2 0,0-2-18 0,0 2-25 16,-2 0-30-16,0 0-20 0,-4 2-22 0,2 0-13 15,-2 0 4-15,-2 1-15 0,-3 0-3 0,-2 4-5 16,-1-1-1-16,0 3 1 0,0 2-12 0,-3 0-13 16,2 4-4-16,-2 0 0 0,-2 7-5 0,4-3-10 15,-2 7 24-15,4-2-40 0,3 2 29 0,-1 1-39 16,4-1 46-16,2 0-27 0,1-1 36 0,4-2-34 0,1 1 28 15,3-2-27-15,3 0 24 0,-1 0-38 16,7-4 26-16,-3-4-36 0,2 1 19 0,2-4-32 16,-2-2 26-16,4-2-46 0,-1-2 35 0,2-5-32 15,-3 2 39-15,0-4-36 0,-3-2 40 0,-3 3-29 0,2-1 2 16,-3-2 4-16,-2 3 8 0,0 3 13 16,-1-2 15-16,1 4-5 0,-3-2-4 0,2 3-6 15,-4 6-1-15,7-8-1 0,-7 8 19 0,5 8 68 0,-1 2-6 16,-1 7 24-16,4 6-42 0,-2 8 20 15,1 1-33-15,1 8 15 0,-1 2-33 0,4 0-8 0,-3 0-5 16,0-1-5-16,2-1 1 0,-1 0-9 0,-2-8-57 16,-2 0-87-16,-1-7-73 0,1-1-71 0,-3-3-159 15,-1-2-150-15,-1-3-212 0,-1-6-675 0,0 1-1093 16</inkml:trace>
  <inkml:trace contextRef="#ctx0" brushRef="#br0" timeOffset="174256.58">23103 13543 517 0,'-2'-14'661'0,"-1"1"-93"0,1 5-52 0,0-1-84 0,-2 1-59 0,3 0-48 0,1 8-48 16,-2-11-18-16,2 11-2 0,0 0-1 0,0 0-29 0,-9 5-24 15,8 4-23-15,-1 2-22 0,0 4-36 0,2 3 10 16,-2 3-37-16,4 4-10 0,-1 1 0 15,0 2-39-15,2 4 8 0,1 1-29 0,1-1 13 16,-2-1-15-16,3 0-46 0,-3-6-71 0,3-3-98 0,1 0-142 16,-2-3-123-16,2-5-150 0,-1-3-727 0,1-2-938 15</inkml:trace>
  <inkml:trace contextRef="#ctx0" brushRef="#br0" timeOffset="174548.01">23282 13561 881 0,'0'0'780'0,"0"0"-118"0,-6 3-98 0,3 3-57 0,-1 2-57 16,-1 3-60-16,3 2-46 0,-1 3-59 0,1 2-28 15,0-1-64-15,4 2-9 0,-1-1-51 0,2 0-4 16,2 2-20-16,2-1-18 0,1 0-16 0,-2-5 4 16,3-3 6-16,3 2 14 0,-1-5-7 0,3-4-14 15,-2 0-15-15,1-6-19 0,3-2-39 0,3-6 13 16,-5-3-26-16,3-1 19 0,-3-8-30 0,-1 0 29 15,-2-4-1-15,-4-2-2 0,-3 3-6 0,-3-2 1 16,-2 0-2-16,-3 2 0 0,-3 2 0 0,0 1 3 16,-6 2-2-16,-1 4-4 0,-5 3 2 0,-3 3-1 15,0 4 0-15,1 6 0 0,-4 3 2 0,-3 6-5 16,0 4-47-16,0 8-76 0,2 3-40 0,5 5-67 0,2 4-71 16,4 1-123-16,0 4-82 0,6 2-120 15,5-3-680-15,0-3-916 0</inkml:trace>
  <inkml:trace contextRef="#ctx0" brushRef="#br0" timeOffset="174959.88">22974 14724 792 0,'0'-20'668'0,"0"2"-63"0,-2-2-44 0,0 1-72 0,0 1-16 0,-1 0-35 0,2 0-25 0,0 8-30 0,-1-3-81 16,1 1-22-16,-1 2-80 0,-1 1-14 0,3 2-56 15,0 7 51-15,0 0 50 0,0 0 26 0,10 4-11 16,-3 7 2-16,0 4-73 0,5 4 11 0,-1 6-74 16,0 2 16-16,4 8-69 0,-2 1 27 0,2-1-19 0,-2-2-50 15,0 0 0-15,-2-4-103 0,-1-1-90 0,-1-2-118 16,1-5-85-16,-2-1-110 0,1-2-152 15,-1-4-75-15,-2-3-146 0,-1-3-500 0,0-3-962 16</inkml:trace>
  <inkml:trace contextRef="#ctx0" brushRef="#br0" timeOffset="175140.15">23246 14519 666 0,'3'-9'933'0,"-2"1"-198"0,-1 8-135 0,0 0-60 16,0 0-53-16,0 0-7 0,5 12-79 0,-3 0-16 15,0 2-43-15,0 3-61 0,0 6-52 0,3-1-47 16,-1 3-35-16,2 6-34 0,-1-3-25 0,3 2-12 16,1-1-55-16,-1 1-136 0,1-1-112 0,0-3-168 15,1-1-216-15,-1-1-210 0,-1-3-620 0,0 0-1054 16</inkml:trace>
  <inkml:trace contextRef="#ctx0" brushRef="#br0" timeOffset="175573.2">22887 15799 75 0,'-2'-19'705'0,"-1"1"-119"0,2 1-72 15,-2 1-11-15,1-1-26 0,0 4-13 0,1 1-59 16,1 2-55-16,-1-1-68 0,0 1-42 0,-1 3-68 16,2 7 18-16,0-11-20 0,0 11 65 0,0 0-52 15,9 5 41-15,-5 2-14 0,4 5-23 0,-2 3 9 16,3 3-74-16,0 2 17 0,-1 1-62 0,1-1 20 16,-2 7-54-16,1-4 25 0,-1 0-91 0,1-3-64 15,-1 1-81-15,-1-1-69 0,3-1-88 0,-5-4-133 16,4 1-81-16,-2-4-116 0,-2-2-134 0,0-1-350 15,0-3-754-15</inkml:trace>
  <inkml:trace contextRef="#ctx0" brushRef="#br0" timeOffset="175873.65">23025 15829 826 0,'0'-16'792'0,"1"5"-152"16,1 2-92-16,-2 2-44 0,0-2-26 0,0 4-71 15,1-3-7-15,-1 8-105 0,0-10 7 0,0 10-78 0,3-9 43 16,-3 9-17-16,6-4-62 0,-6 4 11 15,0 0-11-15,15 7-56 0,-11-1 30 0,3 1-38 16,-2 3 25-16,1 0-62 0,-2 3 25 0,2 3-61 16,-3-2 32-16,-2 2-26 0,2-1 15 0,-3 0 6 0,0-1-2 15,0 0-8-15,-3-1 2 0,3-2 1 0,-1-2-16 16,1 2-2-16,-1-3-11 0,1 1-3 16,-2-2 13-16,2-7-14 0,0 13-26 0,0-13-12 15,3 5 0-15,-3-5 0 0,10-3 0 0,0 1 0 0,6-4 0 16,3-4 0-16,3 1 0 0,3-3 0 15,3-1 0-15,-1-2 0 0,0 3 0 0,-4-3-69 16,3 5-174-16,-6 1-83 0,0 0-74 0,-7 2-100 0,0 1-137 16,-2 3-65-16,-11 3-60 0,13 0-683 0,-13 0-1061 15</inkml:trace>
  <inkml:trace contextRef="#ctx0" brushRef="#br0" timeOffset="176141.01">22915 16571 1174 0,'0'-11'952'16,"2"0"-160"-16,-2 0-133 0,0 3-104 0,0 0-102 16,0 1-85-16,1-2-65 0,-1 9-57 0,1-8-2 15,-1 8 47-15,0 0 43 0,0 0-40 0,8 3 58 16,-3 5-57-16,-3 2-18 0,2 4-74 0,0 2-14 15,1 3-64-15,2 3-40 0,-1 0-85 0,-1 3 0 0,0 0 0 16,0 4 0-16,2-5 0 0,-2 0 0 16,1-1-35-16,-2 1-210 0,1-1-102 0,-1-2-89 15,1-2-87-15,-1 0-123 0,1-6-66 0,-1 2-72 0,0-5-635 16,0-2-1024-16</inkml:trace>
  <inkml:trace contextRef="#ctx0" brushRef="#br0" timeOffset="176539.82">23126 16679 459 0,'4'-18'995'0,"1"3"-193"0,-2 0-146 0,-2 1-98 16,3 2-63-16,0 0-39 0,-2 3-36 0,1-1-25 15,-1 3-35-15,0-2-49 0,0 2-60 0,2-2-47 16,1 3-45-16,-1 0-27 0,4 0-28 0,-1 4-20 16,-7 2-19-16,13-5-14 0,-13 5-11 0,13 1-9 15,-13-1-4-15,9 6 1 0,-5-1-12 0,-4-5-5 16,2 13 1-16,-4-4-3 0,-2 1 0 0,-3 2-4 15,0 1-1-15,-3-1-7 0,-1-1-3 0,2 2 2 16,-3-2 0-16,3-1-1 0,0-1 0 0,0-1 2 16,2-1 6-16,2 0-3 0,-1-2 1 0,2 0 0 15,4-5-1-15,-6 6 2 0,6-6-4 0,0 0 5 16,8 2-5-16,-8-2 2 0,16 0 0 0,-16 0 0 0,22 0 0 16,-22 0-2-16,24 1 4 0,-13 1-1 0,1-1-3 15,2 1 2-15,-2 1 2 0,-1 0-1 0,-1 1-2 16,-1-1 1-16,1 1 5 0,-3 1 3 15,-1-1 15-15,-1 1-24 0,-1 0 48 0,-4-5-35 0,4 12 49 16,-4-12-44-16,-1 12 33 0,-1-6-49 0,0 2 37 16,-3-1-42-16,0 0 32 0,-2 0-66 15,-2-1 18-15,2 0-44 0,-1 1-47 0,-2-2-54 0,0 1-82 16,1-2-89-16,-2 0-133 0,1-1-153 0,-1-1-117 16,0 0-721-16,0 1-1079 0</inkml:trace>
  <inkml:trace contextRef="#ctx0" brushRef="#br0" timeOffset="176791.42">23069 17381 2154 0,'0'0'1381'0,"-7"-8"-280"0,7 8-218 0,-12-1-205 0,12 1-117 0,-7 5-98 0,2 3-3 0,1 1-79 0,3 1-252 15,-3 2-129-15,3 1 0 0,-2 1 0 0,3 5 0 16,0-1 0-16,0 2 0 0,0 4 0 0,4 0 0 16,-1 1 0-16,1 0 0 0,-1-3 0 0,3 1 0 15,-1 0 0-15,1-2 0 0,-2-2-197 0,0-1-232 16,1-2-40-16,-1-1-67 0,1-3-55 0,-1 0-69 16,1-4-53-16,0-1-83 0,-5-7-400 0,7 6-807 0</inkml:trace>
  <inkml:trace contextRef="#ctx0" brushRef="#br0" timeOffset="177139.53">23244 17459 1375 0,'4'-5'1054'15,"-4"5"-212"-15,5-8-121 0,-5 8-144 0,0 0-37 16,0 0-22-16,0 10 17 0,-3-2-25 0,1 3-10 16,-1 1-93-16,-1-1-5 0,2 2-192 0,-1 1-210 15,1-2 0-15,-1 2 0 0,3-2 0 0,0 2 0 0,1-1 0 16,2-1 0-16,1-2 0 0,1 4 0 15,1-3 0-15,3-3 0 0,1 1 0 0,-1-3 0 0,3-3 0 16,1-2 0-16,1-1 0 0,0-2-390 16,1-4-97-16,3-2-81 0,-3-4-43 0,1-3 2 0,-2 0 49 15,0-2 86-15,-3 1 77 0,0-3 78 0,-1 2 80 16,-3 3 71-16,-3 0 88 0,3 2 117 0,-3 1 118 16,-2 1 80-16,4 1 39 0,-3 1-10 0,-2 1-10 15,-1 7-44-15,5-9 53 0,-5 9-6 0,0 0 59 16,0 0 9-16,3 13 37 0,-2-7-22 0,-1 7 18 15,0-1-43-15,3 6-6 0,-1 1-82 0,0 4-16 0,0 0-43 16,1 0-146-16,-1 1-22 0,3 1 0 16,-1-1 0-16,0-2-193 0,-1 1-129 0,0-1-117 0,3 0-133 15,-4-4-159-15,-2-2-131 0,3 1-744 0,-5-3-1259 16</inkml:trace>
  <inkml:trace contextRef="#ctx0" brushRef="#br0" timeOffset="186489.83">15884 8504 42 0,'5'-16'586'0,"-1"0"-97"0,1 0-59 0,-1 1-61 0,-2 2 13 0,3 2-36 0,-2 0 0 0,-2 2-42 0,3-1-26 0,-3 4-61 0,1-1-23 15,-2 7-26-15,2-9 49 0,-2 9-26 0,0 0 4 16,-2 9-13-16,0 2-20 0,-3 1-22 16,1 4 14-16,-3 4 22 0,2 3 34 0,-2 3-55 0,-2 5 0 15,3-1-63-15,0 1 15 0,0-2-51 0,4-4 18 16,-1 0-45-16,3-2 25 0,0 0-31 0,2-4 39 16,0-1-11-16,3-1 40 0,2-2-42 0,1-1-3 15,4-2 7-15,3-5-5 0,1 1-6 0,3-4-7 16,1-3-8-16,7-2-9 0,0-2-34 0,5-1 8 15,1-3-81-15,-3-1-19 0,-1-1-84 0,-2-2-58 16,-2-1-63-16,-5 0-106 0,-3 0-57 0,-1-1-41 16,-6 1-98-16,-4-2-111 0,-2 0-308 0,-2-1-647 15</inkml:trace>
  <inkml:trace contextRef="#ctx0" brushRef="#br0" timeOffset="186690.33">16042 8504 453 0,'0'0'820'0,"-15"2"-160"0,15-2-168 0,-12 1-89 0,12-1-97 15,-7 5-10-15,7-5 3 0,-3 12 9 16,3-1-23-16,0 1-19 0,3 2-6 0,-1 5 8 0,2 4-48 16,0 2-34-16,1 6-30 0,4 2-27 0,-4 5-28 15,3 0-20-15,0 4-12 0,-2-1-17 0,3 1-5 16,-3 0-13-16,1-1-30 0,-1 1-42 0,0-9-54 16,-2 0-20-16,-1 0-57 0,-2-6-59 0,3 0-100 15,-3-5-51-15,2-2-51 0,-2-4-103 0,0-1-79 16,2-6-409-16,-2-2-631 0</inkml:trace>
  <inkml:trace contextRef="#ctx0" brushRef="#br0" timeOffset="187156.13">16313 8376 592 0,'-1'-9'781'0,"0"1"-76"0,-1 0-151 0,-1 3-85 0,1-1-75 0,1-2-31 0,1 8-55 0,-2-8-43 0,2 8 0 0,0 0-6 0,0 0 16 16,-2 8-10-16,2 3 8 0,-1 6-17 0,1 4 7 16,0 5-17-16,1 10-3 0,2 6 38 0,-1 4-17 15,5-3-51-15,-2 7-1 0,1-6-53 0,3 1 10 16,1 1-58-16,1-2-105 0,-1 2-6 0,1-2 0 15,1-3 0-15,-2 1 0 0,3 3 0 16,-3-7 0-16,-1 0 0 0,0-7 0 0,-3-2 0 0,1-4 0 16,-2 0 0-16,-1-4 0 0,1-3-190 0,-3-2-82 15,1-2-42-15,-1-2-32 0,0-1-33 0,-1-2-78 16,-2-1-95-16,1-8-73 0,-3 6-131 0,3-6-610 16,-6-4-967-16</inkml:trace>
  <inkml:trace contextRef="#ctx0" brushRef="#br0" timeOffset="187729.88">16524 8635 613 0,'0'-11'790'0,"-2"0"-84"0,2 3-137 0,-2 0-86 0,2 8-103 0,-1-14-46 0,1 14-46 0,0-9-34 0,0 9-13 15,0 0 22-15,0 0-40 0,0 0-21 0,6 14 44 16,-3 1-23-16,-1 1 12 0,4 8-55 0,-4-1-7 0,6 6-61 16,-2 0-17-16,3 4-18 0,-1-3-16 0,1 1-10 15,1 0-11-15,-1-4-17 0,0 1 6 0,-1-3-14 16,0-3 3-16,0-1-63 0,0-2-51 15,-3-4-47-15,3 0-66 0,-2-4-51 0,-2 0-102 0,1-5-103 16,-1 1-74-16,-4-7-141 0,0 0-627 0,11-2-910 16</inkml:trace>
  <inkml:trace contextRef="#ctx0" brushRef="#br0" timeOffset="187973.51">16763 8685 1071 0,'3'-9'703'0,"-2"3"-159"16,-1 6-122-16,5-6-61 0,-5 6 32 0,0 0-13 15,1 6-12-15,-1-6-41 0,-2 15-25 0,-2-7-25 16,3 4-24-16,-2 0-38 0,1 1-23 0,-1 1 5 16,-1 2-27-16,3 0-26 0,0-1 5 0,-1 1-26 15,0-1-26-15,2-1-16 0,0-1-12 0,0-1-5 16,1 1 12-16,2-2 11 0,-1 0 11 0,2 0-20 16,4-3-5-16,0 1-23 0,4-4 2 0,3 0-18 15,-1-2 1-15,6-3-17 0,-2-3 2 0,6 0-38 0,-1-3-44 16,1-3-53-16,0 0-72 0,1-5-79 15,-1 0-60-15,-2-3-145 0,-3 0-94 0,-1-2-92 16,-7 2-161-16,1-2-459 0,-6 0-883 0</inkml:trace>
  <inkml:trace contextRef="#ctx0" brushRef="#br0" timeOffset="188173.17">16902 8567 881 0,'0'0'829'0,"-11"7"-168"16,10-2-168-16,-2 6 1 0,4 0-35 15,2 6-18-15,2 3-49 0,0 4-28 0,0 3-5 16,4 5 7-16,1-2-31 0,1 7-46 0,-2-7-34 16,3 6-58-16,0 3-28 0,-2-3-41 0,3 7-16 0,-3-4-35 15,0 4-4-15,2-1-21 0,-5-1-82 0,1-3-77 16,0-4-64-16,-4-1-66 0,-2-7-39 0,1-1-86 16,-2 0-149-16,-2-5-112 0,-1-2-184 0,0-3-560 15,-1-4-967-15</inkml:trace>
  <inkml:trace contextRef="#ctx0" brushRef="#br0" timeOffset="189539.72">15991 9814 207 0,'0'-7'690'0,"-1"-1"-132"0,-2 2-125 0,1 0-83 0,2 6-84 0,-5-11-56 0,5 11-27 0,-7-4 2 0,7 4-4 0,0 0-20 0,-12-1 15 15,12 1-33-15,-9 5-8 0,9-5-42 0,-9 8-1 16,5-2-29-16,-4 1-2 0,3 2-13 0,1 0 17 15,-1 4-17-15,0 1 6 0,-1-1-25 0,1 0 11 16,1 0-16-16,1-1 12 0,0-2-17 0,2-1 19 16,1 0-15-16,0-2 16 0,0 0-15 0,4-1 12 15,-4-6-22-15,12 6 17 0,-12-6-21 0,16 2 13 0,-3-4-4 16,0 0-3-16,1-2-5 0,4 0-7 16,-3 1 6-16,4 0-3 0,0-2 0 0,-1 3-3 15,3 0-3-15,0 1 3 0,-1 2-4 0,1 2 3 16,0 1 3-16,-1 4-21 0,-2 1 21 0,-1 2-21 15,-1 2 21-15,-3 0-16 0,-3 4 12 0,-1 1-11 16,-2-4 19-16,-3 3-19 0,-3 0 18 0,-1-1-15 16,-1 2 13-16,-3-1-16 0,-3-1 19 0,-1 1-17 15,-3-1 18-15,1-1-19 0,-2-2 13 0,-3 0-37 16,0-2-63-16,-2-5-126 0,2-1-97 0,-2-2-129 0,2-3-165 16,-2-3-368-16,-2-2-572 0</inkml:trace>
  <inkml:trace contextRef="#ctx0" brushRef="#br0" timeOffset="189889.53">15983 9821 197 0,'10'-4'694'0,"-2"0"-162"16,-8 4-131-16,13-6-69 0,-13 6-60 0,12-4 0 16,-5 1-26-16,2-1 0 0,-1-1-50 0,1 1-13 15,2-1-48-15,0 1-11 0,1-2-39 0,1-1 1 16,-1-2-34-16,0 2-10 0,3-6-6 0,-2 1-8 15,2-4-6-15,-1 1-3 0,-3-2-4 0,1 0 1 16,-1-2 29-16,-2 0 4 0,0-2 3 0,-1 2 27 0,-2 0 31 16,-2 2 13-16,-1 0 15 0,-1 2 6 15,-2 3 2-15,1 1 13 0,1-1-16 0,-2 3 6 16,0 0-44-16,1 2 10 0,-1 7-39 0,1-9 22 16,-1 9-22-16,0 9 36 0,3 1-30 0,-2 8 27 15,3 7-41-15,5 5 27 0,0 12 18 0,1 1 14 16,4 5 10-16,3 9 1 0,1 1-15 0,1 1-22 15,-1-2-19-15,-1 2-16 0,0 0 0 0,2-5-27 0,-6-6-8 16,1-2-6-16,-2-2-13 0,-2-1-74 16,3-2-84-16,-3-3-64 0,-2-7-56 0,-1-1-42 15,1-8-88-15,-3 1-129 0,0-7-83 0,-1-1-122 16,2-3-640-16,-3-5-972 0</inkml:trace>
  <inkml:trace contextRef="#ctx0" brushRef="#br0" timeOffset="190089.48">16656 9990 841 0,'2'-12'773'16,"1"3"-168"-16,-2 2-136 0,-1 7-41 0,5-5-1 0,-5 5-34 15,0 0-41-15,2 10-33 0,-1-3-31 16,0 0-51-16,-1 4-18 0,0 1-19 0,0 2-31 0,0 0-28 16,3 3-28-16,-2 2 5 0,3-2-54 0,-2 2 20 15,2 2-46-15,3-2 17 0,-2 1-79 0,1-2-52 16,2-1-60-16,-1-4-82 0,1 0-124 0,1-1-112 15,1-4-116-15,-1-2-214 0,0-1-388 0,-9-5-784 16</inkml:trace>
  <inkml:trace contextRef="#ctx0" brushRef="#br0" timeOffset="190323.27">16895 9946 1066 0,'0'0'861'0,"1"-12"-193"15,-1 12-151-15,1-6-99 0,-1 6-33 0,0 0-5 0,-2 9-28 16,-2-3-4-16,0 2-5 0,2 4-11 15,-2 1-33-15,0 1-1 0,0 1-32 0,0 1-7 16,0 1-32-16,4 1-29 0,-2-2-34 0,2 0-25 16,2 0-11-16,1 1-40 0,2-2-4 0,0-2-33 0,4 1 8 15,5-2-30-15,2-2-1 0,4-1-22 0,2-3-15 16,1-2-30-16,4-2-39 0,-1-4-39 16,2-2-57-16,3-3-22 0,0-1-77 0,-3-5-27 15,-1-2-30-15,-2-2-77 0,-4-2-50 0,-1-1-43 0,-2-3-38 16,-4 1-53-16,-2-2-93 0,-2 3-345 0,-4-2-641 15</inkml:trace>
  <inkml:trace contextRef="#ctx0" brushRef="#br0" timeOffset="190474.18">17212 9822 814 0,'-14'-3'591'0,"2"2"-74"0,2 2-69 0,1 2-9 0,1 3-32 16,3 3-2-16,0 5-22 0,1 3-16 0,4 8-25 16,0 3-3-16,3 8-6 0,1 10-22 0,2 1 13 15,2 4-41-15,3 9-48 0,2 0-44 0,2-1-37 16,-2 1-39-16,4-3-12 0,-2 1-47 0,4-4-71 15,-5-8-88-15,0-2-86 0,-2-3-84 0,-2-2-133 16,-1-5-180-16,-5-3-189 0,-3-7-751 0,-1-3-1157 16</inkml:trace>
  <inkml:trace contextRef="#ctx0" brushRef="#br0" timeOffset="192772.96">6314 11516 119 0,'-1'-9'434'0,"0"-2"-86"0,-2 0-57 0,-1 1-23 0,2 0-27 0,-2 0 10 0,-3 1-43 0,4 0 3 0,-1 0-55 0,0 2 2 16,0 0-35-16,0 0-3 0,0 1-46 0,4 6 10 15,-6-5 32-15,6 5 16 0,0 0 24 0,0 12-12 0,1-1 3 16,3 6-29-16,0 5-11 0,1 3-5 0,0 7-3 16,4 6 0-16,0 2-14 0,-1 2-10 0,1 2-1 15,-3-1-14-15,4 3-7 0,-5-2-8 0,2 0-4 16,-3-1-3-16,0-1-7 0,-2-5-5 0,-2-1-7 15,1 0-2-15,-2-1-6 0,0-1-3 0,-2-1 5 16,2-7-6-16,-3-1 2 0,2-1-6 0,-1-6 1 16,-1-1-40-16,3-3-62 0,-1-1-91 0,2-6-115 15,0-7-77-15,4 7-108 0,-4-7-131 0,9-3-263 16,-1-3-441-16</inkml:trace>
  <inkml:trace contextRef="#ctx0" brushRef="#br0" timeOffset="194538.86">6406 12276 189 0,'0'0'403'0,"-13"0"-96"0,13 0-54 16,-15-1-45-16,15 1-12 0,-13-4-17 0,13 4 12 0,-12-5-32 15,12 5 18-15,-12-2-54 0,12 2 11 16,-9-6-13-16,9 6-11 0,-9-6-10 0,9 6 0 16,-6-5-6-16,6 5-8 0,0 0-5 0,-7-4-5 0,7 4 1 15,0 0 11-15,0 0 14 0,0 0 5 0,4-8 9 16,-4 8-3-16,9-2-7 16,-9 2-5-16,17-1-6 0,-7 1-1 0,5 0-2 0,-2-1-3 0,5 1 3 15,1-2 3-15,3 1 13 0,2-1-19 16,4-2 3-16,-1 1-34 0,6-1 7 0,3-1-16 15,0-2 26-15,6-2-14 0,4 2 0 0,-2-2-9 16,1 3-6-16,0-1-2 0,1 0-1 0,-1 2 1 0,2-2 9 16,-2 1-7-16,2 2-14 0,-10 1 10 0,3-2-3 15,-2 0 15-15,3 1-18 0,-2 1 15 0,0-1-21 16,6-1 16-16,0-1-26 0,-2 2 15 0,2-2-9 16,1 0-3-16,-1 0-5 0,-2 1 3 0,3-1 20 15,0 0-3-15,0-1-4 0,0-1-6 0,0 2-6 16,-2-1 3-16,0 1-7 0,-8 0 6 0,1 2 13 15,0 0-13-15,-1-2-5 0,0 1-1 0,-2-1-1 16,-1 2-3-16,2 0-2 0,-2-1 0 0,0 0-5 16,1 2 1-16,0-3-5 0,-2 2-2 0,3 0 2 15,-1 1 0-15,-1 0 2 0,2-2-2 0,-2 2 5 16,3-1-3-16,-3 1-1 0,2-1-1 0,-1 1 0 16,1 0 1-16,0-2-1 0,-2 1 1 0,2 1-1 15,-3 0 0-15,-1-1 1 0,3 2 0 0,-4 0 0 16,-1-3 2-16,2 3-1 0,3-2-2 0,-1 3-1 0,2-4 2 15,-6 5-2-15,2-4 0 0,2 0 1 16,-3 2 1-16,4-3-4 0,-6 1 0 0,6 1 2 16,-6-1-2-16,1 0 0 0,-1 1 4 0,4-2-5 15,-1 2 3-15,1-2-3 0,1 0 8 0,-5 2-9 0,3 0 1 16,-2 1 1-16,2-1 0 0,-2 0 4 0,3 2-4 16,-3-2 0-16,2 1 1 0,0 1 2 0,-2-2 0 15,2 2-24-15,0 0 45 0,-1-1 16 0,-2 0 2 16,2 1 15-16,-1-1-3 0,-1-1 8 0,3 0-22 15,-2 2-7-15,2-1-6 0,0 0 19 0,2-2-11 16,-1 3-4-16,0 0-7 0,0 1-3 0,1-1-5 16,-1 1-1-16,0 0 0 0,1 0-7 0,-1 0-2 15,0 1-25-15,4 0 28 0,-4 0-25 0,0-1 30 16,-2 0-22-16,1 1 31 0,1-1-26 0,-1 0 30 16,2 0-32-16,-4 0 27 0,2 0-31 0,1-1 29 15,-3 1-29-15,2 0 30 0,0 0-27 0,-1 0 31 16,1 1-26-16,0-1 28 0,-2 1-21 0,2 1 40 15,-2-2-35-15,2 1 27 0,-2 0-31 0,1-1 33 16,-1 2-27-16,-1-1 26 0,1-1-32 0,1 2 27 16,-1-1-37-16,-2-1 38 0,2 3-35 0,1-2 31 15,-2 1-31-15,0 0 34 0,-1 0-38 0,1-1 33 16,0 0-33-16,-2 2 32 0,2-2-37 0,-1 1 39 16,1 1-35-16,-1-2 40 0,-3 1-35 0,4-1 34 0,0 2-39 15,-1-1 38-15,1 0-44 0,0-1 41 0,2 1-28 16,-1 0 23-16,2 1-43 0,-2-1 37 15,7 0-36-15,0 1 39 0,-2-1-39 0,2 0 43 0,2-1-45 16,-3 2 39-16,-2 0-37 0,3-1 38 0,-3 2-40 16,-1-3 52-16,-3 2-51 0,2-3 2 0,-2 3 3 15,2 0 4-15,0-3 35 0,-2 3-39 16,1-1 40-16,0-2-42 0,-2 3 40 0,2 0-41 0,-2-3 45 16,0 2-42-16,0 0 78 0,-2 1-49 0,2-2 54 15,-1 1-47-15,-1 0 3 0,1 0-6 0,0 0-1 16,1 1 2-16,0-2 16 0,-1 2-37 0,1-3 0 15,2 3 0-15,-1-3 0 0,-1 1 0 0,3 1 0 16,-2-1 0-16,2-1 0 0,0 2 0 0,-2-2 0 16,2 0 0-16,-1 1 0 0,1-1 0 0,1 0 0 15,0 0 0-15,1 0 0 0,-1 0 0 0,4 0 0 16,0 0 0-16,1 0 0 0,0 0 0 0,1 0 0 16,-2-1 0-16,2-1 0 0,-1 1 0 0,-1-1 0 15,1 2 0-15,-1-1 0 0,-4 0 0 0,0-1 0 0,1 2 0 16,-1 0 0-16,0-2 0 0,0 1 0 15,0 1 0-15,-2-1 0 0,1-1 0 0,1 2 0 16,0-1 0-16,0 1 0 0,0 0 0 0,0-2 0 16,0 2 0-16,1 0 0 0,2 0 0 0,2-2 0 0,2 2 0 15,-3-1 0-15,1-2 0 0,2 3 0 16,-1-1 0-16,0-1 0 0,-1 1 0 0,-1-1 0 16,1 2 0-16,0-2 0 0,0 0 0 0,0-1 0 0,-2 2 0 15,1-1 0-15,-2-1 0 0,-1 0 0 0,-2 0 0 16,5 1 0-16,-2 0 0 0,1-2 0 15,-1 1 0-15,1 0 0 0,1 0 0 0,1-1 0 16,1 0 0-16,-1 1 0 0,0-2 0 0,2 2 0 0,1-1 0 16,-4-2 0-16,4 2 0 0,-2-2 0 0,-2 2 0 15,2-2 0-15,-1 0 0 0,-1-1 0 0,1 1 0 16,-1 0 0-16,2-1 0 0,-2 0 0 0,0-1 0 16,0 2 0-16,-1 0 0 0,9-2 0 0,-7 2 0 15,5-2 0-15,-4 3 0 0,5-1 0 0,-4 0 0 16,5-1 0-16,-5 3 0 0,5 0 0 0,0-2 0 15,-4 2 0-15,-1 0 0 0,1 0 0 0,-4-1 0 16,1 1 0-16,0 0 0 0,-3 0 0 0,-1-1 0 16,-4-1 0-16,-3 5 0 0,-1-2 0 0,-1-1 0 15,-3 2 0-15,-2-1 0 0,3 1 0 0,-3 1 0 16,3-2 0-16,-2 3 0 0,2 0 0 0,0 0 0 16,-1-2 0-16,2 2 0 0,-1-1 0 0,1 1 0 15,3-1 0-15,-3-1 0 0,0 2 0 0,0 0 0 16,0-1 0-16,-2-2 0 0,0 1 0 0,-1 1 0 0,-3-2 0 15,2 0 0-15,-2 2 0 0,-3-1 0 16,-3-1 0-16,3 0 0 0,-5 0 0 0,3 0 0 16,-12 3 0-16,15-2 0 0,-15 2 0 0,15-3 0 0,-15 3 0 15,11-3 0-15,-11 3 0 0,11-3 0 16,-11 3 0-16,13 0 0 0,-13 0 0 0,18 0 0 0,-18 0 0 16,22 0 0-16,-22 0 0 0,21 0 0 0,-21 0 0 15,22 0 0-15,-22 0 0 0,22 0 0 0,-22 0 0 16,16-2 0-16,-16 2 0 0,16-3 0 0,-16 3 0 15,14 0 0-15,-14 0 0 0,11-3 0 0,-11 3 0 16,8-4 0-16,-8 4 0 0,1-7 0 0,-1 7 0 16,-5-10 0-16,-1 7 0 0,-2-1 0 0,-5 1-298 15,-2-2-61-15,-3 1-25 0,-2 2-21 0,-5-2-57 16,0 1-61-16,-1 0-31 0,-3 0-51 0,-2-1-66 16,-1 0-569-16,-4 0-849 0</inkml:trace>
  <inkml:trace contextRef="#ctx0" brushRef="#br0" timeOffset="195123.49">15159 11112 9 0,'0'-9'403'0,"0"2"-107"0,0-2-70 0,0 1-34 0,0 0-37 0,2 1-25 0,-1-4-6 0,0 2-5 0,2-1 8 0,-2 1-20 16,4-1 7-16,-4 1-14 0,3-3 10 0,-1 2-6 15,-1-2-9-15,2 2 10 0,0-1-15 0,-2-1 1 16,2 2-2-16,1-1-8 0,-1-1-7 0,0 2 10 16,0-3 23-16,0 4-11 0,-2-1 15 0,2-1-9 15,-1 1 14-15,-1 1-8 0,3 0 27 0,-5 2-19 16,3-2 25-16,-2 3-14 0,2 0 10 0,-3 6-30 16,2-12-4-16,-2 12-30 0,3-9 7 0,-3 9-32 15,1-7 29-15,-1 7 31 0,0 0 8 0,0 0 10 16,8 10 0-16,-7-2 2 0,2 5 2 0,-2 1-17 15,3 4 28-15,-3 3-22 0,-1 4 49 0,-1 2-26 16,1 2 20-16,-4 5-11 0,0 1 47 0,2 2-24 16,0-1-4-16,0 3 1 0,-1 7-3 0,2 0 47 15,1 0-7-15,-1-7 15 0,1-1-98 0,1 1-125 0,-1 1 0 16,1-2 0-16,-1 2 0 0,4-5 0 16,-3 1 0-16,2-4 0 0,-2-3 0 0,-1-2 0 15,3-3 0-15,-2-4 0 0,-1-1 0 0,0-2 0 0,0-3 0 16,0-1 0-16,0-1 0 0,0-2 0 15,-4 0 0-15,0-1 0 0,-1-2 0 0,-3 1 0 16,-3-3 0-16,2-1-329 0,-1-1-339 0,-3 1-120 16,3-3-131-16,-2-1-815 0,12 0-1418 0</inkml:trace>
  <inkml:trace contextRef="#ctx0" brushRef="#br0" timeOffset="195623.21">15578 11771 452 0,'0'0'567'0,"8"-7"-141"0,-8 7-47 0,9-6-66 0,-9 6-6 0,14-5-20 0,-2 2-8 0,0 0-5 0,4 2-15 0,1-2-19 0,7-1-16 15,2 2-12-15,9-2-8 0,3-3-7 0,8 0-23 16,4-1 6-16,4-2-14 0,-2 1-18 15,12-2 6-15,0-2-20 0,6 1 34 0,-3-3-46 16,3 0 28-16,-1-2-56 0,4 4-16 0,-2-3 0 0,1 1 13 16,1 1-11-16,-3 2-11 0,2-2-4 15,-1 1-12-15,2 2-8 0,-4 0-6 0,3-1-11 0,-6 3-2 16,-8 1-4-16,-5 0-3 0,1 1-3 0,-4 0 1 16,-3 1 20-16,-2-2-8 0,-7 2-4 15,-6 1-5-15,0-1-6 0,-4 2-2 0,-5 1-2 0,-5 0-1 16,0 1-1-16,-4 0-3 0,0 0-1 0,-2-1-3 15,-2 1-2-15,0 0-16 0,-10 2-35 0,16-1-44 16,-16 1-41-16,12-2-42 0,-12 2-31 0,0 0-45 16,0 0-87-16,-9-9-90 0,-1 7-96 0,-7-1-176 15,-6-1-579-15,-3 0-890 0</inkml:trace>
  <inkml:trace contextRef="#ctx0" brushRef="#br0" timeOffset="197356.15">10346 11321 31 0,'-11'-2'107'0,"-1"1"-4"0,2-1 16 0,2 0-36 0,-2 0 4 0,0-1-32 0,1 1 17 0,-2 0-38 0,1 0 23 15,3-2-17-15,-2 0 18 0,1 1-20 0,3 0 12 16,0-2-7-16,0-1 12 0,2 1 4 0,-3 1 27 16,5-3 10-16,-2-1 13 0,3 2 19 0,0-2 18 15,-2 2 20-15,0-2-166 0,1 1 319 0,1 0-151 16,-1 2-17-16,-2-3-1 0,3 8 23 0,-1-9 3 0,1 9-6 15,-1-10-13-15,1 10-18 0,-2-8-19 16,2 8-20-16,-1-7 7 0,1 7 54 0,0 0 26 16,-4 9 15-16,3-3-5 0,-2 7-17 0,0 1-20 15,0 4 14-15,1 4-25 0,-2 7 24 0,1 6-14 16,-1 1-10-16,3 11 25 0,-2-1-43 0,2 3 12 16,1-1-55-16,0 1 44 0,1-1-48 0,1 1 16 15,0-4-47-15,-2 1 16 0,0-8-36 0,3-3-9 16,-3 1-4-16,1-7-1 0,-1-4-38 0,0 0-47 15,0-3-46-15,0-3-61 0,1-3-59 0,1-2-119 16,-4-1-141-16,1-3-160 0,-2-2-813 0,0 0-1085 16</inkml:trace>
  <inkml:trace contextRef="#ctx0" brushRef="#br0" timeOffset="203361.83">6733 11659 253 0,'-2'-12'504'0,"-2"6"-75"0,0-1-99 0,4 7-30 0,-4-10-71 0,4 10-11 0,-4-9-59 0,4 9-6 0,0 0-18 0,0 0 24 0,0 0-46 15,-11 4 12-15,7 3 14 0,3 2-20 16,-3 2-29-16,1 1-14 0,1 0-18 0,2 2-8 16,-1 0-4-16,1 0 37 0,0-1-16 0,0 1-4 0,1-2 5 15,-1-1 7-15,1-1-18 0,-1 0 4 0,1-1 7 16,1-2 11-16,-2-7 10 0,1 14 5 0,-1-14-3 16,0 8-11-16,0-8-19 0,6 6-7 0,-6-6-15 15,0 0-2-15,14-3-7 0,-14 3-4 0,17-5-6 16,-8 2-5-16,3 0-2 0,0 0-2 0,4 1-2 15,1-1-1-15,1 2-5 0,3 2 0 0,-1 1 1 16,2 1 0-16,1 2-1 0,0 1 1 0,-1 2-2 16,-3 1 1-16,0 1-1 0,-4 1-2 0,1 3 2 15,-3 0 0-15,-3-3 0 0,-4 4-7 0,-1-1 9 16,-2 1-8-16,-2-2 7 0,-2 1-3 0,-3 1 5 16,-3 0-4-16,-3 1 0 0,-1 0 11 0,-3 0-3 15,-3-2 5-15,-2-2-6 0,2 1 3 0,0-1-1 16,-4-1-3-16,1-3-2 0,-2 2 0 0,3-3 0 15,0-3-1-15,1-1-8 0,1 1-28 0,2-4-89 16,3 0-104-16,-3-3-119 0,5 1-65 0,1-4-102 16,0 0-571-16,1-3-701 0</inkml:trace>
  <inkml:trace contextRef="#ctx0" brushRef="#br0" timeOffset="203791.3">6719 11669 553 0,'-4'-9'527'0,"4"9"-147"0,-2-7-48 0,2 7-48 0,0 0-10 16,0 0-57-16,-4-6 10 0,4 6-24 0,0 0-11 16,0 0 8-16,9 3-16 0,-9-3-23 0,15 1-31 15,-3-1 8-15,1 2-14 0,3-4-16 0,2 2-18 16,3-1-20-16,3-3-16 0,1-1-10 0,2-1-8 16,3-1-3-16,-1-2-5 0,-2-1-2 0,-3 1-4 15,-1-1 6-15,-3 0-3 0,-1-1 4 0,-2-4-9 16,-2 3-4-16,0-2 1 0,-5-2 26 15,-1 1-7-15,0-1-2 0,-4 1-9 0,-1-1 8 0,-2 0 6 16,0 1 19-16,-1 0-15 0,-2 3 54 0,1-1-14 16,-3 2 16-16,3 0-49 0,-1 1 21 0,1 2-47 15,-1 0 30-15,1 8-39 0,0 0 44 0,0 0-38 16,0 0 11-16,3 16 22 0,3 8-5 0,0 9 40 16,4 14-10-16,2 12 64 0,-1 4-22 0,1 7 19 15,-2-2-56-15,0 0 56 0,-1 1 14 0,0 1-15 16,-1-2 44-16,0-1-26 0,-1-4-26 0,-2 2 57 0,0-13-9 15,-1-1-29-15,0-2-13 0,-2-1-10 16,1-4-68-16,-2-8-59 0,-1-3 0 0,0-2 0 16,-1-6 0-16,0-2 0 0,1-2 0 0,0-3 0 15,0-2 0-15,-2-3-35 0,2 0-154 0,0-3-99 16,-2-1-102-16,1-3-83 0,1-6-112 0,-5 7-109 16,5-7-137-16,-8-2-662 0,1-1-1119 0</inkml:trace>
  <inkml:trace contextRef="#ctx0" brushRef="#br0" timeOffset="206306.27">7572 11592 322 0,'0'0'373'0,"-2"-8"-67"0,2 8-17 15,-1-6-39-15,1 6 12 0,-1-7-46 0,1 7 16 0,0 0-44 0,-2-7 3 0,2 7-27 0,0 0 1 0,-1-8-7 0,1 8-3 0,0 0-8 0,0 0-7 0,0-8-11 0,0 8-16 16,0 0-9-16,0 0-20 0,0 0-9 16,0-6-14-16,0 6-7 0,0 0-7 0,0 0-10 15,0 0-1-15,0 0-10 0,0 0-3 0,0 0 0 0,0 0-3 16,0-8 2-16,0 8 9 0,0 0 6 15,0 0-1-15,0 0 0 0,0 0 4 0,0 0 0 16,0 0 0-16,0 0-3 0,0 0 0 0,0 0-3 0,0 0-3 16,0 0-5-16,0 0-5 0,0 0-4 0,0 0-3 15,0 0 0-15,0 0-1 0,0 0-5 0,0 0-4 16,0 0 0-16,0 0-2 0,0 0 3 0,0 0-4 16,0 0 3-16,0 0 3 0,0 0-9 0,0 0 0 15,0 0 0-15,0 0 4 0,0 0-1 0,0 0 0 16,0 0 1-16,0 0-3 0,0 0 0 0,0 0 1 15,0 0-4-15,0 0 6 0,0 0-1 0,0 0 0 16,0 0 1-16,0 0-1 0,0 0-3 0,0 0 1 16,0 0 2-16,0 0 1 0,3-6-1 0,-3 6-1 15,0 0 2-15,0 0-5 0,0 0 0 0,0 0 1 16,0 0 5-16,0 0-1 0,0 0-3 0,0 0 2 0,0 0-1 16,0 0 1-16,0 0-1 0,0 0 0 15,0 0 4-15,0 0-3 0,0 7 7 0,0-7-1 16,0 0 13-16,1 9-7 0,-1-9 6 0,0 7-10 15,0-7 8-15,3 7-6 0,-3-7 11 0,4 11-11 16,-4-11 9-16,2 12-11 0,-1-6 8 0,2 0-10 16,-2 1 25-16,2 1-28 0,-2-1 20 0,2 2-17 15,0 0 20-15,0 1-20 0,-2 0 24 0,2 1-11 16,-2 0 13-16,2-1-23 0,-1 1 15 0,-2 1-19 0,3-1 24 16,-2 0-27-16,-1 2 15 0,3-3-24 15,-3-1 23-15,1 3-27 0,0-3 28 0,-1 1-24 0,0-2 17 16,0 1-21-16,0-1 25 0,1 0-26 15,-1-1 22-15,2-1-27 0,-2-6 29 0,0 12-22 0,0-12 21 16,0 11-23-16,0-11 23 0,1 8-23 0,-1-8 24 16,0 8-27-16,0-8 30 0,0 6-28 0,0-6 25 15,0 0-24-15,0 7 20 0,0-7-23 0,0 0 26 16,0 0-27-16,0 8 25 0,0-8-29 0,0 0-20 16,0 0-62-16,0 0-60 0,-1 7-86 0,1-7-91 15,0 0-40-15,0 0-88 0,0 0-76 0,-12 2-446 16,12-2-583-16</inkml:trace>
  <inkml:trace contextRef="#ctx0" brushRef="#br0" timeOffset="206895.59">7702 11608 28 0,'0'0'496'0,"-1"-8"-124"0,1 8-60 0,-3-6-32 0,3 6-39 0,0 0 9 0,-2-7-56 0,2 7 1 0,0 0-44 0,-3-6 2 0,3 6-27 0,0 0 6 16,0 0-25-16,-1-8 10 0,1 8-17 15,0 0 27-15,0 0-4 0,0 0 15 0,0 0-15 0,-3 8-26 16,3-8 31-16,0 9 7 0,0-9-1 0,0 16-6 15,0-6 10-15,0 2-27 0,0 0 7 0,0 1-27 16,0 2-8-16,0 2-25 0,1-1 33 0,1 2-32 16,-2 0 10-16,1-2-35 0,2 2 12 0,-1-2-24 15,-1-2 20-15,2 3-25 0,1-3 20 0,-1-2-26 16,-1-1 27-16,3-1-29 0,0 0 42 0,-1-2-40 16,1 0 32-16,2-2-39 0,-1 2 31 0,1-1-41 0,0-4 39 15,2 0-41-15,0 0 32 0,-9-3-36 16,18 1 36-16,-8-2-36 0,3-1 30 0,0-1-28 15,2-1 29-15,-1 1-38 0,1-3 36 0,2 0-36 16,-2 0 36-16,1-1-38 0,0 1 37 0,-3 0-24 16,2 0 19-16,-2 1-43 0,0-1-14 0,-2 2-66 0,0-1-54 15,-2 0-78-15,-1 3-103 0,0-1-63 16,-8 3-106-16,8-4-57 0,-8 4-434 0,0 0-608 16</inkml:trace>
  <inkml:trace contextRef="#ctx0" brushRef="#br0" timeOffset="207105.08">7854 11685 750 0,'0'0'626'0,"-2"-7"-157"0,2 7-47 0,0 0-28 0,0 0 5 16,-3 7-17-16,6 4-32 0,-1 1 0 0,1 5-72 15,1 5-15-15,1 7-59 0,2 4-39 0,1 4-18 16,0 4-29-16,1 3-22 0,2 0-17 0,-2 3-13 15,0 3-16-15,4 9-12 0,-4-9-104 0,1 1-173 16,-1 0-216-16,-3 0-260 0,1-1-607 0,-6-3-926 16</inkml:trace>
  <inkml:trace contextRef="#ctx0" brushRef="#br0" timeOffset="211246.54">12534 11708 95 0,'0'-7'464'0,"0"7"-122"0,3-12-54 0,-3 12-55 0,1-13 4 0,-1 13-58 0,-1-12-13 0,1 12-39 0,0-13 2 15,0 13-41-15,-3-11 23 0,3 11-39 0,-1-12 14 16,1 12-38-16,-4-10 26 0,3 4-40 0,1 6 25 15,-7-9-21-15,4 3 23 0,-1 2 0 0,0 0 2 16,-1-2 6-16,5 6 0 0,-8-10-1 0,8 10-2 16,-10-6-2-16,10 6-2 0,-5-8-10 0,5 8-6 15,-5-6-6-15,5 6-12 0,-5-5-1 0,5 5-5 16,-6-4-8-16,6 4 1 0,0 0-3 0,-5-5-5 16,5 5-3-16,0 0 0 0,0 0-7 0,-6-6-3 15,6 6 1-15,0 0-5 0,0 0-27 0,0 0-18 0,0 0-16 16,0 0-13-16,0 0 3 0,-4 6 12 15,4-6-15-15,0 0 37 0,0 0-16 0,0 0 40 16,0 0-18-16,0 0 29 0,-1 5-19 0,1-5 28 16,0 0-21-16,0 0 29 0,0 0-27 0,0 0 30 0,0 0-28 15,0 0 32-15,0 0-28 0,0 0 29 16,0 0-26-16,-4 4 30 0,4-4-31 0,0 0 29 16,0 0-25-16,0 0 32 0,0 0-30 0,0 0 28 0,0 0-29 15,0 0 26-15,0 0-31 0,0 0 32 0,0 0-24 16,0 0 4-16,0 0 26 0,0 0-21 0,0 0 28 15,0 0-21-15,0 0 34 0,0 0-18 16,0 0 25-16,0 0-17 0,0 0 20 0,0 0-13 16,0 0 17-16,0 0-5 0,0 0 1 0,0 0 1 0,0 0-12 15,0 0-1-15,0 0-10 0,0 0-6 0,0 0-7 16,0 0 2-16,-6-3-1 0,6 3 0 0,0 0 14 16,-8-5 1-16,8 5 3 0,-10-3 8 0,10 3-8 15,-14-2 1-15,14 2-2 0,-22 0-5 0,10 0 25 16,-3 2-6-16,0 1 1 0,-2 1 2 0,2 0-5 15,0 2-1-15,0 1 8 0,0 0-12 0,4 0 7 16,0 2-8-16,1 1 8 0,1 1-10 0,1-1-5 16,5 0-9-16,-2 0 12 0,5 2 22 0,0-2-2 15,5-1-16-15,0 1-1 0,1-2-14 0,3 1 2 16,3-1-12-16,-1-3 4 0,2 1-11 0,0-1 8 16,-2-3 7-16,3-1-1 0,-1 0-5 0,0-2-4 15,0 0 5-15,-2-1-3 0,0-1-3 0,0-3-3 16,-2 1 0-16,1-2-4 0,-2 0-1 0,-2-1 1 15,1-1-3-15,-2-1 0 0,0 1-3 0,-3-1-3 16,-1 0 7-16,1 1-4 0,-1 1-1 0,-1 1 1 16,1 1 0-16,1 0-1 0,-2 6 1 0,0-11-2 15,0 11-4-15,1-8 6 0,-1 8 5 0,0 0 1 16,-3 8 7-16,2-1-1 0,0 6 2 0,-2 3 1 0,2 3 13 16,0 5 9-16,1 0-8 0,-2 2-5 0,4 2-1 15,-2 1-3-15,1-1-2 0,0 5-9 0,2-5 6 16,-2 0-2-16,0-3-5 0,2 1-2 0,-2-2-3 15,2-1-3-15,-2-5 0 0,0 1-7 0,1-2-35 16,0-2-66-16,-2-3-111 0,3 1-83 0,-3-3-65 16,1-3-92-16,0 1-130 0,-1-8-526 0,5 8-729 15</inkml:trace>
  <inkml:trace contextRef="#ctx0" brushRef="#br0" timeOffset="211488.24">12606 11635 603 0,'6'-23'602'0,"-2"1"-89"0,0 4-33 0,-2 4-71 0,2 0-32 0,-1 2-41 0,-2 1 8 0,2 5-20 0,-3 6-14 0,2-6-33 0,-2 6-26 0,0 0 6 15,0 11-32-15,-2 1-9 0,-1 4-32 0,2 7 36 16,-2 3-37-16,2 8 1 0,0 0-38 0,-1 2-27 16,2 3-26-16,2 5-13 0,-1 0-44 0,0 2 19 15,2-8-41-15,-2 7 2 0,4-2-6 0,-2 0 27 0,-2-5-36 16,5-3 26-16,-4 2-37 0,0-4 13 0,2-3-80 15,-3-2-45-15,2-4-73 0,-1-3-51 16,1-2-71-16,-2-3-70 0,1-1-60 0,0-5-67 16,1-2-120-16,-3-8-624 0,8 5-866 0</inkml:trace>
  <inkml:trace contextRef="#ctx0" brushRef="#br0" timeOffset="211689.89">12815 11840 212 0,'2'-19'802'0,"0"2"-156"0,-2 5-134 0,0-1-108 15,2 3-59-15,-2 3 4 0,0 7-7 16,0-7-21-16,0 7-19 0,0 0-27 0,-3 4-33 16,3-4-35-16,-4 17-37 0,4-6-24 0,0 3 4 0,0 3-32 15,3 1-20-15,-1 1-22 0,1 4-15 16,1-1-23-16,2 2 11 0,-2-1-25 0,2-1 7 0,-2 0-23 16,2 1-1-16,2-4-53 0,-3 1-57 0,0-4-119 15,0-1-121-15,1-1-101 0,-1 0-108 0,0-6-143 16,0 0-409-16,-3-3-721 0</inkml:trace>
  <inkml:trace contextRef="#ctx0" brushRef="#br0" timeOffset="211938.84">13024 11796 572 0,'0'0'709'0,"2"-9"-152"0,-2 9-29 0,0 0-60 0,0 0-44 15,-5 10-8-15,1-4-54 0,-2 3-51 0,2 1-44 16,-1 2-39-16,0 2-14 0,0 2-26 0,1-2-30 15,1 4-34-15,1-2-23 0,-2 3-31 0,4-2 4 16,0 0-27-16,4 0 7 0,-2-2-20 0,3 0 31 16,2-1 5-16,1 0 12 0,4-4-34 0,1 2 17 15,5-3-40-15,1-2 23 0,2-2-39 0,-1-1 15 16,-1-2-57-16,3-4-14 0,-2-1-69 0,-3-2-57 16,3-2-76-16,-3-1-106 0,0-3-89 0,-3-1-34 0,-4-1-96 15,-1-1-100-15,-3-3-326 0,-2 2-598 0</inkml:trace>
  <inkml:trace contextRef="#ctx0" brushRef="#br0" timeOffset="212088.45">13189 11782 344 0,'-8'-3'575'0,"8"3"-72"0,-10 3-13 0,3 5 30 0,2 3-31 15,0 4-36-15,1 6-41 0,2 4-44 0,-1 2-33 16,0 6-18-16,2 4-49 0,1 1-20 0,3 6-4 16,-1 6-66-16,2-2-8 0,1 3-36 0,2-2-27 15,0-1-19-15,-3-1-23 0,1 0-20 16,-1-3-54-16,0-8-157 0,-1-3-147 0,-5 1-215 0,1-6-223 15,-4-3-705-15,-4 0-1073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0:31:04.6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13508 11870 45 0,'-1'-11'520'0,"-2"2"-145"0,1-2-67 0,-1 1-79 0,-1 0-8 0,-1-1-36 0,1 0-11 0,-3-1-35 0,-2 1-3 0,1-1-33 15,-1 1 21-15,1-1-30 0,0 1 16 0,0 1-16 16,0-2 20-16,2 2-3 0,-3-2 2 0,2-1-16 15,2 2-12-15,-3-2-8 0,1-1-11 0,1-1 8 16,-1 0 10-16,-2-1 15 0,0-2 15 0,-1 0-28 16,1 1-4-16,-5-1 2 0,3 1 7 0,-6-2-10 15,-1 0-5-15,-2 1-12 0,-3 0-12 0,-1 0-12 16,0 1-1-16,-4 3-1 0,-4-3 6 0,4 4-1 16,0-2-2-16,0 3-12 0,-1 0-2 0,-1 2-5 15,1 0-3-15,1-1 0 0,1 3 0 0,1 1 3 16,1 0 8-16,-1 3-5 0,2 0-6 0,-3 2-2 15,3 0-2-15,-3 3-5 0,-1 1 2 0,1 3 1 16,-5 1-9-16,-1 3 2 0,1-1-2 0,-5 8 0 16,-3-2 14-16,3 1-17 0,1 1 23 0,-2 3 14 15,1 1 6-15,0 2-12 0,0 1-1 0,2 1-5 16,1 0 27-16,-1 3-6 0,6-2 14 0,-2 4-15 16,4 0 0-16,3 1-15 0,1 1-8 0,5 2-2 15,0 2 0-15,4-1-5 0,3 1 6 0,3-2-5 16,3 0 11-16,1 2 20 0,3 2 9 0,1-1-22 15,2 2-12-15,3 4 25 0,3 1-21 0,5 0 30 16,1-2-18-16,4 1 27 0,7 8-6 0,2-2 2 16,8-2-15-16,-1-3-3 0,7 0 4 0,3-4 7 0,2-1-3 15,3-2-6-15,3-5-2 0,1 1-32 0,2-5 34 16,1-1-37-16,2-4 58 0,1-2-38 0,0-2 23 16,-6-3-36-16,-2-5 40 0,2 2-41 0,-2-6 23 15,0 1-31-15,-2-5 25 0,-7-1-5 0,0-1-5 16,-1-3-2-16,7-1-5 0,-4-3-4 0,-1-1-29 15,-1-5 35-15,1-1-4 0,0-4-2 0,-3-3 3 16,-2-3 14-16,8-9-4 0,-6-2-2 0,-3-4-6 16,-4-4-16-16,-2-5 26 0,-5 3-16 0,-3-7 15 15,-2-4-33-15,-7 1 33 0,-4 4-10 0,-5-3-3 16,-4-1-1-16,-2 1-3 0,-4-1 0 0,-6-6-30 16,-5-1 32-16,-3 6-27 0,-6 2 0 0,-3 5 9 0,-7 2-7 15,-5 3 15-15,-4 7-56 0,-2 4-4 16,-5 6-70-16,-3 4-29 0,-4 3-84 0,5 9-98 15,-2 6-141-15,-2 3-80 0,0 9-126 0,-7 3-746 16,0 6-1046-16</inkml:trace>
  <inkml:trace contextRef="#ctx0" brushRef="#br0" timeOffset="2520.94">11994 12222 471 0,'0'0'338'0,"0"0"-78"0,10 3-54 0,-10-3-47 0,0 0-34 0,0 0-25 0,10 2-20 0,-10-2-17 0,0 0-12 0,0 0-12 16,8 2-7-16,-8-2-52 0,0 0-95 0,7 4-188 16,-7-4-166-16,0 0 53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0:26:58.9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17745 4735 831 0,'-8'-4'642'0,"8"4"-122"16,-8-3-102-16,8 3-85 0,0 0-56 0,-14 4-44 0,14-4-32 0,-9 6-15 0,4-2-8 0,1 1 14 15,4-5-6-15,-6 12 4 0,5-7-16 0,1-5 17 16,-3 12-40-16,4-6-11 0,-1-6-10 0,4 10-13 15,1-4-1-15,-1-1-6 0,3-2 9 0,0 1 15 16,1-3-6-16,2 2 5 0,-10-3 1 0,23 0-19 16,-10-3-22-16,1 1-12 0,5-4-8 0,4-3-8 15,4-1-3-15,2-5-13 0,4-3-8 0,6-2-12 0,-1-4 0 16,8-4-13-16,-1-1-29 0,2-2 30 16,-3-2-10-16,-2 2-4 0,-5 3-25 0,-4 1 9 15,-1 0-84-15,-4 1 1 0,0 3-94 0,-6 6-21 16,-3-2-76-16,-3 6-70 0,-2 4-97 0,-3 0-32 0,-1 5-49 15,-10 4-31-15,13 1-534 0,-6 5-716 0</inkml:trace>
  <inkml:trace contextRef="#ctx0" brushRef="#br0" timeOffset="350.18">18000 5784 959 0,'-4'7'852'0,"1"-3"-146"0,3-4-178 0,-7 8-83 16,5-1-101-16,0-1-37 0,-3 0-64 0,3 4-23 15,0-1-34-15,0 0-15 0,2 0-9 0,-3 0 3 16,6-2 11-16,-1 3 12 0,0-3-3 0,1 1 7 15,4-1 9-15,1-1-9 0,2-3-17 0,1 1-15 16,2-2-3-16,6-2-27 0,4-5-20 0,3-1 6 16,4-2-55-16,6-5 23 0,1-3-54 0,0-2 23 15,3-2-40-15,1-2 31 0,4-7-44 0,-1-2 27 16,1-2-58-16,0-2 13 0,-6 2-62 0,-4 6-23 16,-3-1-80-16,-3 3-30 0,-3 4-83 0,-7 1-105 0,0 2-117 15,-6 4-66-15,-3 3-126 0,-1 0-703 0,-5 4-1018 16</inkml:trace>
  <inkml:trace contextRef="#ctx0" brushRef="#br0" timeOffset="1003.97">17530 7884 724 0,'0'0'601'0,"0"0"-119"0,1-9-87 0,-1 9-91 0,0 0-55 0,0-6-46 0,0 6-24 0,0 0-15 0,0 0-12 0,0 0 3 0,3-8 0 0,-3 8 10 16,0 0 19-16,0 0 5 0,0 0-32 0,0 0-28 15,9 7-10-15,-9-7 19 0,3 6-36 0,-3-6-1 16,6 5-14-16,-6-5-9 0,5 7-14 0,-5-7 0 15,6 8-1-15,-6-8 10 0,5 5 29 0,-5-5-9 16,7 5 50-16,-7-5-14 0,7 3 35 0,-7-3-44 16,13-1 10-16,-3-5-51 0,3-1 13 0,5-6-46 15,2-6 18-15,9-3-41 0,1-6-3 0,6-7-5 16,5-5 2-16,-2-3-10 0,5-3 25 0,1-4-36 16,2-5 25-16,4-2 0 0,8-11-16 0,-9 8-3 15,-3 3-10-15,0 4-28 0,-6-1 29 0,-1 8-61 16,-7 4-26-16,-7 9-80 0,-5 4-61 0,-5 7-108 15,-4 4-101-15,-4 4-92 0,-4 3-131 0,-3 2-660 16,-2 3-930-16</inkml:trace>
  <inkml:trace contextRef="#ctx0" brushRef="#br0" timeOffset="1750.11">11013 9921 342 0,'0'0'742'0,"-12"-3"-76"0,12 3-101 0,-12-5-119 0,12 5-80 0,-11-3-59 0,11 3-51 0,-9-3-34 0,9 3-29 0,0 0-18 0,-11-3 1 0,11 3-1 0,0 0-3 0,0 0 10 16,-6-4-27-16,6 4-6 0,0 0-15 0,0 0 5 15,9-3-4-15,-9 3-11 0,12-4 1 0,-2-2-5 16,-1 2-12-16,2-3-16 0,4-2-5 0,2-4-16 16,5-3 14-16,5-7-47 0,1-1 23 0,4-2-44 15,6-9 22-15,2-2-47 0,3-5-16 0,3-2-88 16,1-1-45-16,1-4-64 0,0 1-107 0,-4 0-128 15,-3 2-108-15,-7 1-225 0,-3 4-476 0,-12 7-874 16</inkml:trace>
  <inkml:trace contextRef="#ctx0" brushRef="#br0" timeOffset="2465.69">6824 9986 600 0,'-8'4'719'0,"1"1"-131"0,-2-1-105 0,-1 2-103 0,1 0-38 15,0-2-26-15,0 3-22 0,0-1-19 0,1-2-20 0,0 1-23 0,3-1-19 0,-2-1-28 16,7-3-6-16,-9 5-2 0,9-5 22 0,-7 4-32 15,7-4 24-15,0 0-42 0,0 0 36 0,0 0-42 16,13-4 8-16,-3-4-57 0,2-1 16 0,6-5-43 16,0-3 30-16,3-3-40 0,6-7 12 0,1-3-43 15,-1-3 22-15,5-9-9 0,-1-4-14 0,-1-4-36 16,1-4-43-16,-3-4-38 0,2-1-45 0,-2-2-63 16,1 0-30-16,-5 1-98 0,-1 1-89 0,-1 3-69 15,-5 0-71-15,-2 12-126 0,-3-2-534 0,-3 4-825 16</inkml:trace>
  <inkml:trace contextRef="#ctx0" brushRef="#br0" timeOffset="31282.24">7790 4659 150 0,'0'0'157'0,"11"1"-35"0,-11-1-32 0,11 1-12 0,-11-1-19 0,10 2-10 0,-10-2-14 0,12 4-7 0,-12-4-7 0,10 3-1 0,-10-3-8 0,9 3 5 15,-9-3 12-15,0 0 40 0,10 4 18 0,-10-4 9 16,0 0-11-16,0 0 6 0,0 0-18 16,0 0 7-16,10-4 5 0,-10 4 22 0,0 0-25 15,0-9 2-15,0 9-6 0,0-7-1 0,0 7-10 0,-2-12-10 16,2 12 17-16,-4-13-7 0,4 6-8 16,0-2-8-16,-1 2 20 0,-1-1 26 0,1-1-35 15,0 1 11-15,-2-2-41 0,2 1 0 0,0 1-4 0,-2-2-5 16,2 1-1-16,-2 3-2 0,1-3-10 0,-1 3 1 15,2-1 1-15,-3 0 0 0,3 2-6 0,-4-1 2 16,2-1-8-16,-2 4 9 0,2-3-6 0,0 2-2 16,-3-2-2-16,6 6 2 0,-11-7 0 0,11 7-5 15,-13-6 2-15,7 2 6 0,-3 2-3 0,-1 0 0 16,1-1 8-16,0 1 7 0,-1 1 12 0,1-2 6 16,-3 2-4-16,2 0 1 0,10 1 9 0,-23-2-2 15,23 2-5-15,-19 0-3 0,19 0-5 16,-21-2-1-16,21 2-6 0,-16-1-3 0,16 1 0 0,-18 0-4 15,18 0 1-15,-14 0-8 0,14 0 3 0,-17 3-1 16,17-3-1-16,-15 3 7 0,5 1 3 0,2-1-2 16,-1 1 1-16,-1 1 13 0,1 1 8 0,0 1 4 15,-3 2 30-15,2 0-11 0,0 1-7 0,-2 1-7 16,2-1-12-16,-2 4-2 0,1-2 51 0,-3 3-11 16,3-2-10-16,-1 2-7 0,3-2-9 0,-2 1-4 15,2-3 6-15,1 3-1 0,0-3 5 0,-1 3-12 0,3-1 14 16,1-1 5-16,0 1-9 0,1-1-14 15,0 0 0-15,3 1-14 0,-3-2 5 0,4 1-8 16,0 0 3-16,4 1 0 0,-3-1 21 0,3 3-1 16,1-2 2-16,0 1 6 0,2-1-18 0,-1 2-13 0,3-2 6 15,0 0-7-15,0 3 23 0,2-2 12 16,1 0-11-16,-2 0 2 0,3-3-12 0,0 2 19 16,-1-1 12-16,1-1-4 0,0-1-10 0,2 1-10 15,1 1-1-15,0-5 30 0,1 1-32 0,-3 0 18 0,0 0-32 16,4-3 31-16,-2 0-39 0,0 1 30 0,0-2-40 15,1 1 26-15,1-3-31 0,0 0 30 16,1-1 0-16,0 1 0 0,-1-2-9 0,1-2-7 0,-1 1-3 16,1-1 0-16,-1 1 1 0,0-2-2 0,1-1 41 15,-1-1-2-15,0 1-2 0,-3-1 0 16,3 0-6-16,-4-1 5 0,3 0-4 0,-3-3-2 16,0 2-8-16,-1-2-3 0,1 0 5 0,-4-1-5 0,4-1-4 15,-4 0 7-15,1-1-2 0,0-1-2 0,-2-2-9 16,0-1-6-16,0 0 7 0,0 0-7 0,-3 1-2 15,-1-4 0-15,1 2 4 0,-3-1-8 0,1 0 0 16,0-2 0-16,-3 1-2 0,0 0-42 0,-1 0 54 16,0-1-42-16,-1 0 47 0,-3-2-43 0,-1 2 44 15,2-2-3-15,-4 1-7 0,1 1 0 0,-1 1-3 16,-4 0-1-16,2 1-2 0,0 0-1 0,-4 0 1 16,4 2-5-16,-2 1 0 0,-3 1-1 0,1 2 1 15,-2 1-3-15,-1 0 2 0,-3 3-4 0,1-1-1 16,-5 5 2-16,0 0 0 0,-4 2-1 0,-1 2-4 15,-2 3-13-15,-6 2-98 0,1 3-9 0,-8 1-94 16,-2 3-55-16,3 1-101 0,-3 4-67 0,4-3-97 16,3 4-170-16,1 0-395 0,1-2-725 0</inkml:trace>
  <inkml:trace contextRef="#ctx0" brushRef="#br0" timeOffset="37751.01">8087 8203 171 0,'0'0'394'0,"0"0"-112"0,0-9-57 0,0 9-46 0,-4-6-39 0,4 6-5 0,-1-7-9 0,1 7 6 16,-4-7-13-16,4 7 8 0,-4-11-22 0,0 6 10 15,4 5-31-15,-5-12 26 0,1 4-29 0,0 1 19 16,-2-2-52-16,2 1 40 0,-1-3-47 0,1 1 31 16,-1-1-39-16,0-2 37 0,-3 0-26 0,2 0 25 15,1-2-35-15,-3 2 26 0,2-1-22 0,-3 2 15 16,1-2-28-16,-1 2 21 0,-1 1-19 0,1 0 10 16,-3 1-4-16,0-2 26 0,0 6-3 0,-1-3 12 15,-2 2-8-15,2 3-4 0,-2-1-6 0,0 1-5 16,-2 1 9-16,4 2-3 0,-2 1-12 0,1 1 4 15,-4 2-6-15,4-1-2 0,-3 3 1 0,2 1-5 0,-3 0 2 16,-1 2 9-16,4 0 30 0,-3 4-2 16,0-1 6-16,1 0-2 0,-1 3-8 0,2-1-7 15,0 0-6-15,-2 2 9 0,3 1-5 0,1-4-8 16,1 3-5-16,-2 0 4 0,5 1 6 0,-3-1-3 16,1-1 3-16,2 3 16 0,0-2 14 0,1 2-14 15,3-2-18-15,-1 0-6 0,2 1-5 0,-1 0 16 16,2 1 5-16,1 0-8 0,2 2 6 0,0 0 9 15,1 2 6-15,1 2-32 0,2 2 14 0,1-1-34 0,1 1 26 16,2 4-25-16,2-1 20 0,0 0-32 0,1 1 29 16,2-1-33-16,-2-1 25 0,4 1-31 0,0-2 29 15,3-1-29-15,-2 0 30 0,3-2-33 0,-1 1 37 16,2 0-41-16,1-4 37 0,1 1-32 0,0-1 27 16,1-1-31-16,4-1 31 0,-3 0-30 0,1-2 27 15,2-1-30-15,-1-2 32 0,2-1-30 0,-3 0 31 16,1-3-30-16,-2-2 31 0,1 0-27 0,-1-2 31 15,-1-1-32-15,-2 0 33 0,2-1-35 0,-3-2 35 16,3 0-36-16,-2-2 31 0,-2-3-38 0,2 2 34 16,2-3-34-16,-1-1 29 0,-1-1-30 0,-2-2 28 15,1 0-32-15,-1-1 36 0,-4-2-35 0,3 0 33 16,-3-1-33-16,-3-2 35 0,2 0-36 0,-3-1 35 16,2-3-37-16,-6-1 37 0,3-2-40 0,-2 0 37 15,0-2-30-15,-2-2 31 0,-1 1-28 0,-1-2 30 16,-1-4-35-16,1 3 5 0,-2 1 7 0,0-2-1 0,-1 1-2 15,0-1 6-15,-1 3 29 0,1-3-22 16,-4 1 29-16,3-2-34 0,-3-1 27 0,0 0-2 0,-1 4-5 16,-1-3-2-16,-1 2-2 0,0 0-8 0,-2 2 0 15,-1-4-3-15,-2 4 0 0,-2-1-4 0,1-1 0 16,-5-1-1-16,3 3-2 0,-7-1-1 0,-1 2 0 16,0 1 0-16,-2 2-4 0,-4 0-1 0,4 8 0 15,-2-3-14-15,-3 5-23 0,-2 3-34 0,0 4-39 16,1 4-59-16,-1 2-33 0,-3 4-48 0,-4 6-78 15,-2 3-85-15,5 4-82 0,-1 2-108 16,4 3-681-16,1 2-893 0</inkml:trace>
  <inkml:trace contextRef="#ctx0" brushRef="#br0" timeOffset="39641.92">7982 8676 575 0,'0'0'698'0,"0"0"-167"16,0 0-134-16,0 0-188 0,0 0-164 0,0 0-198 0,0 0-115 0,0 0-373 0,0 0-151 0</inkml:trace>
  <inkml:trace contextRef="#ctx0" brushRef="#br0" timeOffset="41797.12">20621 4401 296 0,'-3'-13'423'0,"-1"3"-106"0,1-1-60 0,1 3-52 0,-1-1-20 0,0 0 3 0,2 0-2 0,-1 0-1 0,0 3-8 0,2 6-21 16,-2-11-5-16,2 11-23 0,-3-10-12 15,3 10 44-15,0 0 22 0,0 0 35 0,7 3 27 0,-4 5-2 16,3 1-12-16,1 4-16 0,2 3-29 0,1 2-14 16,2 5-14-16,1 2-24 0,-2 2-19 0,2 0-27 15,-3 2-10-15,3 5-2 0,0-5-28 0,0 5-11 16,-1-5-5-16,0 4-7 0,-1-4-3 15,2 0-5-15,-3-1 3 0,1-1-8 0,1-1-7 0,-4-4-25 16,0 0-36-16,1-3-45 0,-2-1-78 0,0-3-76 16,-2-2-77-16,0-1-86 0,1-2-74 15,-2-2-95-15,-1-3-417 0,-3-5-607 0</inkml:trace>
  <inkml:trace contextRef="#ctx0" brushRef="#br0" timeOffset="42065.08">20591 4548 626 0,'-9'-19'596'16,"2"0"-152"-16,4 1-88 0,1-1-71 0,4 2-73 16,0-1-7-16,3-3 11 0,5 2 7 0,-1 0 3 15,4 1-4-15,4-1-26 0,1 0-18 0,1 3-16 16,0 4-18-16,-1 1-29 0,2 4-20 0,-3 1-13 16,1 2-15-16,-3 4-13 0,3 1-6 0,0 4-12 15,-1 1-11-15,-2 3 0 0,0 1-4 0,-1 3-8 16,-3 2 2-16,-4-2-8 0,0 2 4 0,-2 1 3 15,-3 0-9-15,-3 1 1 0,-2 1 3 0,-4 1-7 16,-2 0 10-16,-3 0-4 0,-4 1 4 0,0-1-4 16,-3-2 4-16,0-3-9 0,4-2 2 0,-2 0-6 15,2-4 12-15,-1 0-10 0,5-3-28 0,1-1-78 16,10-4-111-16,-17 0-91 0,17 0-104 0,-4-8-105 16,4 1-555-16,4-3-687 0</inkml:trace>
  <inkml:trace contextRef="#ctx0" brushRef="#br0" timeOffset="42314.2">21467 4037 322 0,'8'-9'824'0,"-5"2"-193"16,-3 7-108-16,-5-3-67 0,5 3-8 0,-16 8-23 16,0 3 2-16,-4 5-63 0,-5 9 24 0,-3 4-56 15,-2 6 6-15,-3 8-73 0,1 4-25 0,4 3-45 16,-1 2-44-16,7 3 7 0,3 2 27 0,5 0-5 15,6-5 6-15,3-3-1 0,5 0-15 0,4 1-30 16,3-2-56-16,6-4 23 0,3 0-72 0,4-4 33 16,1-2-86-16,3-4 20 0,3-3-63 0,3-4-15 15,0-2-89-15,2-8-39 0,-2-2-101 0,2-8-86 16,-4-2-144-16,0-5-127 0,2-5-124 0,0-4-683 16,4-7-1087-16</inkml:trace>
  <inkml:trace contextRef="#ctx0" brushRef="#br0" timeOffset="42747.25">21880 4211 784 0,'-5'-8'595'0,"1"0"-137"16,-2 1-76-16,-1 1-37 0,2 0-16 16,-2 1-17-16,-1 1-21 0,0 1-25 0,-1 1-42 15,-1-1-41-15,10 3-34 0,-19 0-32 0,6 3-27 0,-1-1-18 16,0 4-12-16,-1 0-11 0,-4 2-11 0,2 2-8 15,-2-1-5-15,1 1-4 0,3 0-4 16,-2 1-4-16,4-3 0 0,2 2-5 0,-1-2-2 16,3 0-2-16,1 1 0 0,1-2 0 0,3 1-4 0,2-2 1 15,0 2 4-15,2-1-3 0,4 0-4 0,0 1 4 16,5-2-4-16,1 2 4 0,2 0-6 0,2-2 9 16,0-1-4-16,6 4 7 0,-2-4 5 15,1 2 6-15,3 2-8 0,0-2 5 0,-2 2-7 0,-1-1-6 16,3 1 8-16,-3 1-2 0,0 1-1 0,-3-2-1 15,0 2-1-15,-3-1-3 0,-3 0-3 0,1 3 6 16,-4-2 1-16,0 0 1 0,-2 1 12 0,-4-2-4 16,-2 1 14-16,-3 1-10 0,-2 0 41 0,-3 0-24 15,-2-2 30-15,-5 4-33 0,-1-4 27 0,-3 1-43 16,-1-4 32-16,-2 0-38 0,0-2 30 0,0 1-40 16,4-4 32-16,0 0-42 0,1-2 2 0,3 0 3 0,1-2-22 15,3 0-52-15,2-4-72 0,2-3-80 16,4-1-87-16,3-1-22 0,4-2-68 0,5-1-92 15,1-3-120-15,3-1-285 0,4-2-467 0</inkml:trace>
  <inkml:trace contextRef="#ctx0" brushRef="#br0" timeOffset="43114.8">21971 4325 113 0,'8'-4'819'0,"-8"4"-219"16,10-6-131-16,-10 6-89 0,0 0-76 0,8-1-6 0,-8 1 24 15,0 0 4-15,1 7-30 0,-1-7-4 0,-1 11-59 16,-1-4 16-16,2 2-78 0,0 2-25 15,0 0-7-15,0 1-12 0,2 0-8 0,0 1-13 16,1 3 12-16,-1-4 14 0,3 2-34 0,2-2-2 0,-2 0-11 16,1-1-5-16,-2-3-9 0,6 1-11 0,-2-3-8 15,0 0-11-15,3-2-9 0,-2-1-6 0,1-3-4 16,-10 0-7-16,21-3-29 0,-12 0 33 0,1-2-7 16,1-3-4-16,-3-1-2 0,1 1 0 0,1-3-1 15,-3 2 3-15,-2-2 51 0,-1 1-14 0,-1 1 49 16,0 1-18-16,3-2 68 0,-5 3-52 15,2 0 21-15,0 0-63 0,-3 7 22 0,2-9-55 0,-2 9 29 16,4-8-43-16,-4 8 32 0,0 0-47 0,0 0 39 16,0 0-38-16,5 7-1 0,-2-1 8 0,-2 1 1 15,0 2-1-15,2 0 3 0,1 2-23 0,-2 1 30 0,3 0-22 16,-1-2-33-16,0 2-38 0,3-1-53 16,-4 0-56-16,4-2-51 0,-2 0-89 0,1 0-110 15,-1-2-80-15,-1-1-82 0,0-3-157 0,-4-3-458 16,0 0-832-16</inkml:trace>
  <inkml:trace contextRef="#ctx0" brushRef="#br0" timeOffset="43463.96">22316 4339 435 0,'4'-8'857'0,"-4"8"-218"16,4-8-134-16,-4 8-120 0,5-6-78 0,-5 6-5 16,0 0 0-16,11 1-10 0,-11-1-22 0,12 7-14 0,-6-1-52 15,-1-1 25-15,2 1-89 0,0 3-25 16,-2 0-22-16,1 1-17 0,0 0-12 0,-1-1-9 0,-2 3-7 15,2-2-11-15,-2 0-15 0,0 1 1 0,0-2-1 16,-1-1-1-16,0 0 1 0,-1-1 1 16,-1-7-8-16,1 12 0 0,-1-12-4 0,-2 8-3 15,2-8 2-15,0 0-13 0,-7 4 17 0,7-4-10 16,-6-4-3-16,6 4 0 0,-7-11 0 0,6 2 1 0,0-2-4 16,2 0 46-16,-1-2-51 0,1 1 46 15,2 0-45-15,3-2 50 0,-2 2-56 0,1-1 48 0,0 1-53 16,3 3 53-16,0 0-57 0,-1 2 52 0,1 1-52 15,1 0 49-15,1 3-54 0,-1 2 62 0,-9 1-64 16,19-2 55-16,-8 5-55 0,-1-1 55 0,1 3-51 16,-2 0 52-16,3 3-51 0,-2-1 2 0,0 2 10 15,-2-3 0-15,-2 2-3 0,3 1-22 0,-4-2-34 16,2 1-51-16,-3-1-67 0,-2 0-79 0,1-2-75 16,-3-5-75-16,1 10-82 0,-1-10-98 0,-4 7-460 15,4-7-675-15</inkml:trace>
  <inkml:trace contextRef="#ctx0" brushRef="#br0" timeOffset="43830.85">22579 4277 235 0,'2'-6'806'0,"-2"6"-212"15,2-10-130-15,-2 10-94 0,8-4-58 0,-8 4-7 16,9-5-11-16,-9 5 7 0,11 1-22 0,-11-1-18 16,14 4-23-16,-6 0-73 0,0 3-16 0,-1 2-4 15,2-1 4-15,1 2-59 0,-2 1-19 0,4-1-5 0,-5 3-17 16,1-1-10-16,-3 0-1 0,4-1 14 0,-4 1 1 15,0-2 1-15,-2 0 6 0,-1 1-21 16,2-3-9-16,-4 0 17 0,0-2-22 0,0 1 18 0,-1 0-12 16,1-7 14-16,-4 10-27 0,4-10 20 0,-6 8-26 15,6-8 13-15,0 0-1 0,-12 2-6 0,12-2-6 16,-5-9-2-16,3 3-3 0,0-2-8 0,1-3 47 16,1-2-55-16,1-1 48 0,1-2-51 0,0-3 42 15,3 2-50-15,0 1 48 0,-1-2-41 0,1 4 57 16,0 0-45-16,1 2 38 0,-1-1-55 0,2 5 48 15,-2-1-56-15,2 5 54 0,1 0-52 0,-8 4 52 16,16-2-49-16,-7 4 47 0,0 2-50 0,1 2 50 16,2 3-47-16,-2 0 51 0,1 2-48 15,0 0 3-15,-2 2 2 0,1-1-46 0,-1 0-53 0,-3-2-68 16,4 3-76-16,-6-2-93 0,3-3-99 0,-5 1-38 16,2-1-155-16,-1-4-516 0,-3-4-773 0</inkml:trace>
  <inkml:trace contextRef="#ctx0" brushRef="#br0" timeOffset="44297.77">22960 4184 407 0,'3'-6'735'15,"-3"6"-191"-15,3-10-112 0,-3 10-94 0,6-4-30 16,-6 4 25-16,0 0-7 0,9 4-8 0,-9-4-19 16,6 11-54-16,0-2-35 0,-1-1-53 0,1 2-11 15,1 1-42-15,-2 0 1 0,4-1-42 0,-2 1 9 16,-1-1-30-16,2 1 8 0,-1-4-29 0,-2 0 56 0,3-1-12 15,-3 0-13-15,2-3-7 0,-7-3-4 0,14 3-11 16,-14-3-7-16,15-4 42 0,-6 1-58 0,-1-3 44 16,-2-3-53-16,2 0 47 0,1-2-49 15,-3-1 58-15,-1 0-49 0,0-3 74 0,-1 1-59 0,0-1 77 16,-1 4-33-16,0-2 61 0,-1 4 9 0,-1-2-65 16,0 3 21-16,0 0-58 0,1 3 25 15,0-1-52-15,-2 6 33 0,0 0-5 0,0 0-10 16,5 6 0-16,-1 5 2 0,-1 4-33 0,1 7 41 0,3 3-37 15,0 5 50-15,3 7-18 0,0 3 3 0,4 1-3 16,-3 2-4-16,1-2-3 0,0 2 0 0,-2-2 27 16,0-2-42-16,-2-6 37 0,-2-1-47 0,-2-2 54 15,0-7-43-15,-3 0 41 0,2-4-36 0,-6-2 46 16,1-2-28-16,-3-1 43 0,-2-2-50 0,-2-3 0 16,0-5 4-16,0 1 1 0,-2-5 20 0,-2-3 1 15,0-1 1-15,-3-7-19 0,2-1 7 0,-2-3 2 16,3-3-6-16,1-3-55 0,2 0 21 0,2-2-54 15,3 1 4-15,2-3-13 0,3 1-26 0,1 0-12 16,3 2 10-16,0-1-73 0,3 3-3 0,1 1-96 16,1-1-33-16,0 2-86 0,5 1-86 0,-3 1-67 15,0 2-66-15,-1 3-156 0,-1-1-372 0,2 2-744 16</inkml:trace>
  <inkml:trace contextRef="#ctx0" brushRef="#br0" timeOffset="45197.68">24196 3513 320 0,'0'-9'358'0,"0"1"-94"15,0 8-56-15,0-12-43 0,0 12-43 0,1-8-16 16,-1 8-24-16,3-6-20 0,-3 6-45 0,0 0-58 0,0 0-84 16,0 0-358-16,0 0 29 0</inkml:trace>
  <inkml:trace contextRef="#ctx0" brushRef="#br0" timeOffset="47564.04">23535 3873 15 0,'4'-16'588'0,"-3"0"-151"0,2 1-75 0,-2-2-52 0,-1 3-21 0,3 1 1 0,-3 1-8 0,1 1 1 0,-1 0-3 16,1 3-13-16,-1 0-27 0,0-1-23 0,0 3-20 16,0 6-21-16,1-12-24 0,-1 12-29 0,2-7-26 15,-2 7 2-15,0 0-13 0,5 9 6 0,-4 4-10 16,2 6 41-16,1 6-28 0,0 11 40 16,1 10-41-16,2 3 47 0,0 4-69 0,0 13 50 0,1-2-59 15,2 0 6-15,0 0 18 0,1 1-20 0,0-2 23 16,1-2-5-16,0 1-7 0,-3-2-10 0,0-11-11 15,-1-1-12-15,2-1-9 0,-2-3-4 0,0-2-6 16,-2-3-4-16,0-5-4 0,-1-3-15 0,-1-5-35 16,0-2-48-16,-1-2-43 0,-1-4-44 0,0-2-69 15,0-1-69-15,-1-3-70 0,-1 0-64 16,-1-5-88-16,1-7-165 0,-2 7-441 0,2-7-749 0</inkml:trace>
  <inkml:trace contextRef="#ctx0" brushRef="#br0" timeOffset="48252.23">23903 4277 393 0,'4'-14'795'0,"0"6"-163"0,0-2-127 16,-2 3-124-16,0 1-69 0,-2 6-35 0,2-11-20 0,-2 11-29 16,5-7-18-16,-5 7-12 0,0 0-18 15,0 0-30-15,0 0-20 0,7 6-31 0,-7-6-12 16,4 12-25-16,-2-5 0 0,1 2-23 0,2 0 7 15,0 0-19-15,-1-1 6 0,1 0-17 0,1 0 1 16,1-2-26-16,0 1-1 0,2-1-32 0,-1-1-16 16,1-4-23-16,-9-1-17 0,19-1-3 0,-9-2-5 15,2-4 11-15,-1-1 13 0,2-2 15 0,-2-3 13 16,1-3 4-16,-1 0 11 0,0-4 8 0,-2 2 6 16,0-1 25-16,-2-1 42 0,-3 2 29 0,1 4 33 0,-1-2 22 15,2 3-13-15,-3 1-13 0,-1 3-19 0,2-2-15 16,-2 3-14-16,0 1-10 0,-2 7-9 15,4-8-6-15,-4 8 2 0,0 0-10 0,7 9-2 16,-5 1 3-16,-1 7-1 0,4 2 1 0,-3 6 15 0,0 1-13 16,-1 6 19-16,2 2-23 0,-2-1-4 0,1 0 6 15,0 1-4-15,-2-1-5 0,0 0 2 0,0-3-7 16,0-1 8-16,-2-1-8 0,-1-3 1 0,-1 0-7 16,-1-2-14-16,-2-3 14 0,-1-1-24 0,-1-3 19 15,-1-3-16-15,1-2 18 0,-3-2-15 0,1-4 5 16,-1-2 1-16,2-3-7 0,-3-3-7 0,2-2-13 15,-2-6 1-15,1 1-3 0,2-7 13 0,1-1 2 16,4-1 1-16,3-1 0 0,2 1-9 0,5-4-10 16,2-6-8-16,6 4-5 0,2-1 2 0,5-3 4 15,1 2 10-15,4 1 3 0,-1 1 6 0,2 1 6 16,0 1 5-16,-3 4 3 0,0 0 5 0,-2 1 4 16,-1 1-2-16,2 0 9 0,-7 3 10 0,2 1 4 15,-4-1 16-15,1 3 24 0,-4-1-5 0,-1 1 3 16,-1 1 4-16,-1 0 1 0,0 2 12 0,-2-2 12 15,-1 3-10-15,-2 0 23 0,1 1-36 0,-3 6 13 16,5-9-35-16,-5 9 17 0,0 0-34 0,-4-5 25 16,4 5-32-16,-6 8 32 0,2-2-30 0,-1 5 36 15,-2 2-24-15,3 2 67 0,-2 4-53 0,2 1 69 16,2 0-38-16,0 1 55 0,2-2-52 0,2 1-3 16,2 2-4-16,1-1-9 0,2-1-18 0,2-2-17 15,0-1-32-15,3 0-24 0,2-4-43 0,1-3-54 16,-1-1-93-16,4-4-102 0,-3-2-101 0,1-3-19 15,-2-2-70-15,2-3-65 0,-4-2-22 0,1-1-305 16,-1-3-474-16</inkml:trace>
  <inkml:trace contextRef="#ctx0" brushRef="#br0" timeOffset="48631.41">24657 4239 267 0,'4'-4'452'0,"-4"4"-46"0,4-9-53 0,-4 9-27 0,4-6-13 0,-4 6 2 0,1-4 10 0,-1 4 30 16,5-5 23-16,-5 5-6 0,0 0 26 0,4-7-79 0,-4 7 20 15,6-4-117-15,-6 4 25 0,9-9-83 0,-2 4 15 16,1 0-85-16,2-5 26 0,-1 3-68 15,2-4 33-15,-1 1-59 0,1-1 38 0,-2 0-52 16,1 1 40-16,-3-3-57 0,1 3 44 0,-1-3-50 0,0 1 48 16,-3 2-48-16,-2-3 41 0,1 4-51 0,-2-2 45 15,-1 3-53-15,-1-2 39 0,-2 1-66 16,1 2 39-16,-2 0-65 0,-2 4 57 0,1-2-41 0,5 5 51 16,-12-4-47-16,12 4 54 0,-16 4-50 0,8-1 43 15,0 1-44-15,3 2 51 0,-3 0-36 0,3 0 39 16,1 2-38-16,3 1 39 0,-1-1-33 0,2 0 42 15,1 1-35-15,0 1 42 0,3 1-32 0,0-1 38 16,2 0-44-16,1 2 42 0,-2 0-37 0,2-1 37 16,1 2-38-16,1-2 40 0,-3 0-26 0,2 3 30 15,-1-4-41-15,0 2 34 0,-2 1-33 0,0 0 34 16,-2-3-38-16,-2 1 41 0,-1 1-37 16,0-1-2-16,0 0 9 0,-4 0-3 0,-1-2-4 15,1 0-5-15,-4-1-8 0,-2 0-16 0,1-2-23 0,-3 2-36 16,0-4-44-16,-2 1-60 0,0-5-86 0,-2 0-34 15,0 0-85-15,-3-5-69 0,1 1-81 0,-1-4-332 16,2 0-462-16</inkml:trace>
  <inkml:trace contextRef="#ctx0" brushRef="#br0" timeOffset="48880.04">24722 3707 671 0,'13'-6'651'0,"1"3"-139"0,-1 1-43 0,6 5-29 0,1 2 1 0,4 4-11 0,4 4-31 16,4 4-26-16,2 6-39 0,0 3 60 0,3 9-39 16,1 3 18-16,-2 3-41 0,-2 1-1 0,-2 5-91 15,-4-1-45-15,-4 1-37 0,-5-6-31 0,-2 1-26 16,-6-2-16-16,-1 2-46 0,-5 0 26 0,-5-5-44 16,-3 4 26-16,-4 2-15 0,-5-2-33 0,-1-3-26 15,-4 1-30-15,-5-5-13 0,-1-1-25 0,-3-3-25 16,-1-2-24-16,-1-5-44 0,5-3-51 0,-1-5-43 15,7-1-68-15,-2-5-108 0,5-2-108 0,0-1-119 16,3-5-692-16,11-1-978 0</inkml:trace>
  <inkml:trace contextRef="#ctx0" brushRef="#br0" timeOffset="49114.01">25657 4078 1027 0,'-7'4'1030'0,"1"0"-152"0,6-4-226 16,-9 3-76-16,9-3-160 0,-6 3-38 0,6-3-104 15,0 0 7-15,0 0-79 0,0 0 1 0,0 0-81 16,0 0 13-16,21-3-78 0,-3 0-10 0,7-4-56 16,5 1-117-16,2-3-74 0,10-1-80 0,-9 2-81 15,2 0-69-15,-3 1-35 0,-3-3-98 0,-3 4-89 16,-6 1-346-16,0 0-595 0</inkml:trace>
  <inkml:trace contextRef="#ctx0" brushRef="#br0" timeOffset="49281.38">25621 4299 1321 0,'-9'10'1068'0,"0"-3"-235"0,7 0-163 0,2-7-142 15,2 5-124-15,-2-5-82 0,22 0-27 0,-6-2-98 16,5-1 1-16,6-2-74 0,5 0 15 0,2-4-60 15,11 1 26-15,-2-2-76 0,3 1-32 0,0-2-141 16,-1 2-91-16,-3-4-119 0,-9 5-129 0,-1 0-67 16,-2-1-179-16,-7 1-472 0,-4 0-811 0</inkml:trace>
  <inkml:trace contextRef="#ctx0" brushRef="#br0" timeOffset="51231.11">26753 3670 758 0,'-14'3'606'0,"4"0"-124"0,0-2-62 0,10-1-40 0,-17 0-12 0,17 0-6 0,-13 2-10 0,13-2-16 15,-12 0-26-15,12 0-76 0,0 0-46 0,-6-5-41 16,12-2-29-16,1 3-22 0,6-4-4 15,4-2-13-15,4 3-10 0,5-8-15 0,3 4-10 16,5-5-7-16,1 2-10 0,1-2-3 0,2 1-6 0,-2 0-3 16,-1 0-2-16,-7 5 20 0,0-1-29 0,-8 3 26 15,1 0-38-15,-3 2 33 0,-4 1-35 16,-3 2 31-16,-11 3-33 0,19 1 34 0,-11 4-36 16,-1 3 8-16,-4 4 9 0,-1 5 1 0,-9 2 7 15,2 6-37-15,-6 3 52 0,-6 7-44 0,3 0 32 0,-5-1 4 16,0 1-4-16,-3-2-5 0,0-1 7 0,-1-2-9 15,0-3-4-15,4-5-1 0,-1-2 2 16,2-4 6-16,1-1-2 0,4-5 7 0,2-1 0 16,-1-5 2-16,3-1 0 0,9-3-2 0,-9-1-1 0,9 1 3 15,2-10-13-15,4 1-1 0,4-2-42 16,8-2 47-16,3-1-41 0,6-2 48 0,2 4-48 16,7-2 10-16,3 1 2 0,-4 7 51 0,1-1-54 0,1 5 50 15,-3 4-51-15,1 3 44 0,-3 3-4 16,-4 3-4-16,-1 3 0 0,-3 3-4 0,-4 4-4 15,-3 1 4-15,-3 2-6 0,-4 1 5 0,-5-2 2 0,-3 1-3 16,-4-2 2-16,-5 2 10 0,-4-1 2 0,-7 2 4 16,-4 0 14-16,-5-1-36 0,-3-2 48 0,-2-2-8 15,-2-2-1-15,-2-4 14 0,-2-2-5 0,-1 0-9 16,2-5-11-16,3-2-6 0,-1-1-2 16,7-3-11-16,1-1-26 0,7 0-43 0,-2-1-81 0,7-2-97 15,-1-1-117-15,6 0-122 0,3-3-61 0,3-1-161 16,3 0-516-16,3-2-824 0</inkml:trace>
  <inkml:trace contextRef="#ctx0" brushRef="#br0" timeOffset="54396.74">27621 3299 233 0,'-1'-5'362'0,"1"5"-42"0,-2-10-13 15,2 10-24-15,0-7-16 0,0 7-1 0,-2-7-36 0,2 7-35 0,0 0-32 0,0-9-14 0,0 9-41 0,0 0-14 16,0 0 28-16,0 0 15 0,-1 8 68 0,2 3 43 0,0 5 35 15,0 11-54-15,3 4-33 0,0 11-4 16,4 4-36-16,3 13-9 0,1 5-10 0,4 5 7 16,0 2 14-16,2 3-22 0,2 1-23 0,1-1-22 15,0-1-16-15,0-3-55 0,2 1-2 0,-2-4 9 16,0 1-5-16,-1-6 45 0,1 0-62 0,-5-4 53 0,2 0-54 16,-5-11 48-16,0-2-49 0,-2-3 43 15,-3-2-53-15,0-7 48 0,-2-3-50 0,-2-3 48 0,-3-3-46 16,2-3 39-16,-1-4-51 0,-2 0 45 15,0-1-66-15,-1-3 4 0,0-1-97 0,-1-3-77 0,1 0-128 16,-1-3-151-16,2-6-113 0,-4 6-769 0,4-6-973 16</inkml:trace>
  <inkml:trace contextRef="#ctx0" brushRef="#br0" timeOffset="56530.27">28477 4116 309 0,'3'-18'407'0,"-1"4"-38"0,2 0-59 0,-1-3-24 0,-1 2-59 0,0-2-1 0,-2 3-16 0,1-1-5 0,-1 0-16 0,-1-1-6 0,-1 0 3 16,-2 0-5-16,1 1-17 0,-4 1-16 0,0-1-12 15,-4 0-4-15,0 0 3 0,-3 3-8 0,-2 1-16 16,-1 3-7-16,-1 1-13 0,-3 6-13 0,0 1-8 15,-4 3 10-15,0 5-18 0,-2 3-11 0,-1 2-8 16,2 2-7-16,5 3-3 0,1-1-5 16,2 2 16-16,7-1 6 0,1 1 17 0,3-5 28 15,5 3 6-15,0-3 4 0,4-1-8 0,3 1 0 16,1-2-3-16,3 0 1 0,1-2-12 0,4 0-9 0,2-4-14 16,3 1-14-16,0-5-10 0,2 1-3 15,0-3-13-15,0-2-3 0,2 1-6 0,0-5-1 16,-3-1 0-16,1 1 4 0,-2-4-8 0,-3 1-4 15,1-3 0-15,-4 0-1 0,-2 1 2 0,-2 0 0 0,-1-1 4 16,-3 0 12-16,1 3 12 0,-2-1 27 0,0 1-7 16,-1 1-8-16,-1 2-8 0,2-3-11 0,-4 9-8 15,4-6-4-15,-4 6-2 0,0 0-2 0,3 12 0 16,-2-1 0-16,-1 6 2 0,2 6-5 0,3 3 3 16,-1 3 2-16,1 3 0 0,2 2 2 0,-1-2-6 15,3 0 1-15,-1 1 0 0,-2-1-35 0,2-1 44 16,1-2-36-16,-2-2 39 0,-3-4-32 0,1 0 30 15,1-3-40-15,-4-2 41 0,4-2-76 16,-3-3-8-16,-2-1-97 0,3-1-54 0,-3-2-74 0,2 1-123 16,-2-3-130-16,-3 0-202 0,2-7-548 0,-7 9-896 15</inkml:trace>
  <inkml:trace contextRef="#ctx0" brushRef="#br0" timeOffset="62363.05">10553 9833 252 0,'4'-11'510'0,"1"1"-102"0,-4-1-91 0,2 1-44 0,0-2-36 0,1 1-28 0,-2-1-19 16,1 2-26-16,-1-3-23 0,1 1-11 0,-1-2-14 0,-1-1-8 16,1 1 2-16,-1 1 1 0,-1-1 1 15,-1 0-4-15,1 1-10 0,-3-4-8 0,1 3 0 16,-3-3-14-16,0 2-14 0,-3-3 2 0,0 0-3 16,-6 0-3-16,1-4 5 0,-6 2-6 0,1-2 5 15,-9-3-6-15,-1 1-7 0,-2 0 35 0,0 1-20 16,-2 0 17-16,-1 3-11 0,0 1 9 0,2-1-13 15,4 6 8-15,-1 0-13 0,1 2 10 0,2 0-7 16,2 0-17-16,0 4-6 0,1 0-5 0,2 1 0 0,-1 1 9 16,1 2-2-16,2 1-5 0,-3 0 0 15,2 1 2-15,1 2-6 0,-3 1-5 0,0 1-6 0,2 1-3 16,-3 2 1-16,-2-2 17 0,1 3-10 0,0 2 8 16,-1-2-13-16,-3 4 41 0,0 1-11 0,0 0 21 15,-1 2-11-15,2-1 18 0,-2 4-24 0,-1 3 28 16,-2 0 1-16,3 1-9 0,3 2-10 0,2-3-7 15,2 2-11-15,-1 0 7 0,3 1-14 0,4 1 4 16,-3-1-7-16,5 2-23 0,1-1 26 0,0 1-33 16,3-2 27-16,-2 3-37 0,3 0 27 0,0 1-28 15,2 0 5-15,-1 1 14 0,2 4 7 0,3-5-1 16,-1 5 6-16,2-2 3 0,1 1 24 0,1 5-26 16,3-2 35-16,1 2-14 0,4 5 25 0,0-1-39 15,0-2 28-15,6 1-38 0,-2-3 35 0,4 1-34 16,-1-2 35-16,3-1-11 0,2-1 11 0,1 0 1 15,1-1-4-15,2-3 10 0,2 2-20 0,0-5 15 16,1 1-23-16,4-1 22 0,0-3-18 0,4 0 32 16,-1-2-66-16,1-1-12 0,3 0 0 0,-1-3 0 0,3-1 0 15,0-1 0-15,0-3 0 0,2 0 0 0,-2-4 0 16,-4 0 0-16,1-2 0 0,-2-2 0 0,-1 0 0 16,-3-3 0-16,-2 0 0 0,0 0 0 15,-1-5 0-15,3 2 0 0,1-2 0 0,-1-4 0 0,-1 0 0 16,-2-4 0-16,4-2 0 0,-1-2 0 0,-1-2 0 15,0-4 0-15,-2-2 0 0,-2-4 0 0,0-3 0 16,-2-2 0-16,0-3 0 0,-4-3 0 0,1-2 0 16,-5-1 0-16,-2 2 0 0,-1-2 0 0,-6-3 0 15,-2 4 0-15,-6 3 0 0,-2-4 0 0,-6-1 0 16,-5 1 0-16,-5 0 0 0,-10-9 0 0,-5 2 0 16,-7 3 0-16,-4-1 0 0,-8 2 0 0,-2 2-36 15,-4 2-170-15,-2 3-42 0,-3 3-25 0,2 1-80 16,0 7-70-16,2 1-135 0,3 6-171 0,10 8-967 15,2 1-1372-15</inkml:trace>
  <inkml:trace contextRef="#ctx0" brushRef="#br0" timeOffset="62788.41">11950 12775 10 0,'37'16'201'0,"7"1"-274"0,-1-2 25 0</inkml:trace>
  <inkml:trace contextRef="#ctx0" brushRef="#br0" timeOffset="65779.89">17672 4801 561 0,'0'0'547'16,"9"2"-171"-16,-9-2-122 0,0 0-134 0,0 0-139 16,0 0-137-16,9 3-371 0,-9-3-28 0</inkml:trace>
  <inkml:trace contextRef="#ctx0" brushRef="#br0" timeOffset="68079">15856 13698 179 0,'2'-13'512'0,"1"-1"-157"0,-2 1-56 0,2 1-39 0,-1-4-3 0,-2 0-68 0,2-1-14 0,-2 0-59 0,-2 1 15 0,1-3-23 0,-2 1 6 0,1-1-33 0,-3-2 18 16,1-1-6-16,-4 2 24 0,3-2-12 0,-4 2 0 16,3 0-21-16,-3-1-9 0,-4 0 18 0,0 1 5 15,-1-3-16-15,-3 4-11 0,0 1-1 0,-5-2 14 0,3 6-5 16,-7-1-17-16,1 2-12 0,-2 0-8 16,-4 2-9-16,1 2-5 0,-5 1-10 0,-1 1 5 15,-1 2-1-15,0 0 2 0,-4 3 14 0,0 2 5 0,0 0 2 16,-1 0-10-16,3 4 10 0,-6 1 0 15,8 2 4-15,-3 2-10 0,2 5 28 0,2 1 6 16,0 4 3-16,3 3-3 0,4 3 4 0,2 3-23 16,1 1 16-16,2 4-16 0,1 1 50 0,4 2-42 0,0 3-11 15,1-1-15-15,4 3-1 0,-3 2-2 0,4-1-1 16,-1 2-5-16,3 2 28 0,-1 0 36 16,2 0-56-16,0-1 34 0,-1 3-36 0,1-4 54 15,3 2-48-15,0-2 43 0,-1 2-58 0,2-3 46 0,2 1-55 16,3-2 7-16,0-4 36 0,2 7-1 0,2-1-11 15,4 1 30-15,0 0 42 0,0 0-38 0,5-1 31 16,2-2-50-16,0 1 74 0,5 0-12 0,2-3 61 16,3 4-41-16,2-6 56 0,4 4-29 0,0-9-13 15,4 4-1-15,-1-6-57 0,8 2-99 16,-4-6 0-16,-1-5 0 0,12 6 0 0,-7-9 0 0,13 3 0 16,4-4 0-16,2-1 0 0,0-4 0 0,-5-2 0 15,1-3 0-15,3-1 0 0,-2 0 0 0,1-4 0 16,-2 0 0-16,-2-3 0 0,-2 0 0 0,0-6 0 15,-2 2 0-15,0-5 0 0,1-3 0 0,-3-1 0 16,8-6 0-16,-1-3 0 0,-4-3 0 0,3-4 0 16,-2-2 0-16,-2-2 0 0,-3-3 0 0,3-2 0 15,-5 1 0-15,-1-5 0 0,-3 0 0 0,0 1 0 16,-5-2 0-16,0-2 0 0,-4 1 0 0,-8-4 0 0,2 1 0 16,-10 3 0-16,1-11 0 0,-6 4 0 15,-3 0 0-15,-4-3 0 0,-3 0 0 0,-5-3 0 16,-1-7 0-16,-6 0 0 0,-5-1 0 0,-4 1 0 0,-6 0 0 15,-1 0 0-15,-7 2 0 0,-3 0 0 0,-3 1 0 16,-3 3 0-16,-5 2 0 0,0 4 0 16,-1 4 0-16,-2 4 0 0,-6 6 0 0,-2 5-118 15,-5 5-104-15,-2 8-12 0,-5 3-41 0,-4 9-29 0,2 2-28 16,-2 10-63-16,-2 4-91 0,3 8-69 16,-3 6-70-16,4 4-148 0,4 4-448 0,0 2-829 0</inkml:trace>
  <inkml:trace contextRef="#ctx0" brushRef="#br0" timeOffset="75513.32">31249 15260 160 0,'-18'0'725'0,"4"0"-185"0,14 0-121 0,-16 0-85 0,16 0-68 0,0 0-9 0,0 0-2 0,16 3-4 0,2-3-11 0,5 0-17 15,8-1-2-15,7 0-21 0,12-1-15 0,1-2-20 16,4-2-12-16,1 3-5 0,2-3-41 0,1-1-9 16,8-1-32-16,1-1-4 0,-1 1-14 0,-10-2-8 15,-1 1-10-15,-1-1-6 0,-1-1-4 0,-4 1-8 16,-2 1-5-16,-3-1 0 0,-5 3-7 0,-8-1 21 15,-7 2-153-15,-2 1-95 0,-4 2-150 0,-3 0-80 16,-4 1-76-16,-12 2-52 0,13-3-348 0,-13 3-506 16</inkml:trace>
  <inkml:trace contextRef="#ctx0" brushRef="#br0" timeOffset="75729.38">31331 15437 137 0,'0'0'649'0,"0"0"-180"0,0 0-112 0,0 0-37 16,19 0-8-16,-5 0-27 0,8 0-20 0,5 0-5 15,2 0-35-15,8 0-30 0,4 0-18 0,1-1-5 16,8-1-62-16,3 1 8 0,0 0-51 0,2-2 12 0,0 1-42 16,0-1 20-16,-1 2-44 0,-1-4 20 15,-4 2-71-15,2-3-92 0,-5 1-135 0,-8-1-100 16,-2-1-104-16,-4 0-492 0,-8 0-547 0</inkml:trace>
  <inkml:trace contextRef="#ctx0" brushRef="#br0" timeOffset="84812.07">4621 4622 244 0,'10'-8'371'0,"-1"0"-84"0,-3 1-38 16,1 1-33-16,-2-1-26 0,0 0-19 0,0-1-3 0,0 1-15 0,-2 0-22 0,1-3 5 0,-3 1-20 0,0 3 0 0,-1-3-15 0,0 0 4 0,-1-1-7 0,0 1-4 15,-2-1-15-15,-1 0-17 0,-1 0 1 0,-1 1 8 16,-2-2 3-16,-1 1-1 0,0 1 3 0,-4-2 0 16,2 3 4-16,-4-3-1 0,-1 1 6 15,-3 2-23-15,-3 0-3 0,2-1-20 0,-4 4 13 0,-2 0 19 16,-2 2-1-16,0 0 10 0,0 2 11 0,-3 1-14 15,4 1-6-15,-2 2-12 0,0 0-4 0,-1 3-13 16,-1 3-3-16,3 1-10 0,0 3 4 16,-4 5 28-16,4 4-12 0,1 2-1 0,-1 2 0 0,4 5 7 15,3 1 36-15,-3 4-30 0,6 1 19 0,0 1-32 16,4 1 22-16,3 1-42 0,3-2 8 0,2-5-3 16,3 2 4-16,3-2 5 0,4-1 4 0,3 1 4 15,5 1-26-15,5 1 45 0,2-4-47 0,4-1 11 16,5-2 30-16,4-1 14 0,1-5 21 0,6 0 13 15,3-2-10-15,0-2 24 0,1-4-59 0,5-2 24 16,-2-3-50-16,1-2-4 0,0-4-5 0,-3 0-3 16,-3-6 1-16,7-3 0 0,-2 0 25 0,0-2-30 15,-5-4 19-15,1-1-43 0,-4-2 36 0,0-2-34 16,-4-2 26-16,-3-1-3 0,-2-1-1 0,-6 2 30 16,-4 0-38-16,-1-3 36 0,-1-1-13 0,-7-3 24 15,0 0-49-15,-3-2 36 0,-1-3-45 0,-5 3 35 16,-1-5-46-16,-6 0 38 0,0-6-42 0,-3 1 38 15,-4 2-45-15,-3-1 39 0,-1 3-43 0,-4 2 41 0,-2 2-9 16,-4 1-4-16,-1 4-10 0,-2 5-23 16,-5 1-32-16,-1 3-42 0,-4 7-42 0,5 3-54 0,-6 1-72 15,3 6-69-15,-6 6-80 0,-2 2-92 16,5 8-37-16,-1 2-124 0,5 3-597 0,1 6-876 0</inkml:trace>
  <inkml:trace contextRef="#ctx0" brushRef="#br0" timeOffset="85978.25">4910 8215 636 0,'0'0'444'0,"0"0"-109"0,0 0-65 0,-8 1-50 0,8-1-35 0,0 0-22 0,0 0-18 0,0 0-13 0,0 0 6 0,0 0 3 0,0 0 5 15,0 0 3-15,0 0 1 0,0 0-8 0,0 0-6 16,0 0-7-16,0 0-18 0,0 0-12 0,0 0-12 16,0 0-14-16,0 0-14 0,0 0-10 0,0 0-7 15,0 0-13-15,0 0-1 0,0 0-4 0,0 0-5 0,0 0-4 16,0 0-5-16,0 0-1 0,0 0-3 0,0 0-20 16,0 0-31-16,0 0-51 0,0 0-58 15,0 0-64-15,0 0-96 0,0 0-145 0,0 0-487 16,0 0-528-16</inkml:trace>
  <inkml:trace contextRef="#ctx0" brushRef="#br0" timeOffset="87279.22">28077 13164 47 0,'0'0'726'0,"5"-8"-196"0,-5 8-92 0,4-9-89 0,-4 9-71 0,7-7-79 0,-7 7-27 0,7-8-28 0,-7 8-21 0,7-6-17 0,-7 6-15 0,5-6-16 0,-5 6-21 0,5-5-21 15,-5 5 9-15,0 0-13 0,6-6-5 0,-6 6-8 16,0 0-33-16,0 0-92 0,0 0-110 0,0 0-140 16,0 0-514-16,5 3-425 0</inkml:trace>
  <inkml:trace contextRef="#ctx0" brushRef="#br0" timeOffset="87511.94">28255 13979 1332 0,'0'0'892'0,"0"0"-216"16,-9 4-150-16,9-4-181 0,0 0-194 0,-8 4-209 15,8-4-117-15,0 0-111 0,-4 4-96 0,4-4-142 16,0 0-267-16,-5 8-314 0</inkml:trace>
  <inkml:trace contextRef="#ctx0" brushRef="#br0" timeOffset="90911.28">4216 8907 412 0,'0'0'552'0,"0"0"-114"0,0 6-71 0,0-6-47 0,0 0-44 0,0 0-41 0,0 0-25 0,0 0-23 0,0 0-19 16,0 0-28-16,6-6-26 0,1 0-17 0,0-2-12 16,3-2-3-16,6-1-14 0,4-6-8 0,3 0-11 15,8-4-5-15,2-1 15 0,3-2-3 0,2-1-6 16,9-4-5-16,1-1-9 0,2 0-5 0,-2 1-8 15,1 0-10-15,-2 2 4 0,-7 2-5 0,-3 4-2 16,-1 2-11-16,-6 2-34 0,-3 3-112 0,-8 4-106 16,-1 1-75-16,-5 3-86 0,-4 4-89 0,-9 2-311 0,0 0-346 15</inkml:trace>
  <inkml:trace contextRef="#ctx0" brushRef="#br0" timeOffset="91094.78">4168 9139 830 0,'-15'14'629'15,"1"-5"-136"-15,4 0-96 0,1-4-93 0,1 1-53 16,3 0 20-16,5-6 12 0,0 0 2 0,0 0-27 16,18-8-51-16,1 0-20 0,12-7-55 0,10-3-19 15,12-5-29-15,9-6-6 0,4-2-22 0,3-4-11 16,3-3-7-16,13-8-10 0,1-3-5 0,-1 0-7 16,-3 3-3-16,-14 7-10 0,-4 2-63 0,-5 2-125 15,-8 3-135-15,-5 6-98 0,-13 3-196 0,-7 7-456 16,-11 3-686-16</inkml:trace>
  <inkml:trace contextRef="#ctx0" brushRef="#br0" timeOffset="93964.82">6138 10578 305 0,'-37'6'808'0,"2"0"-174"0,2-2-126 0,6 1-112 0,3-4-74 0,5 2-62 0,-2-1-40 0,5 0-34 0,3-1-25 0,0 3-14 0,2-4 21 0,-1 1 8 0,12-1 2 0,-14 0-11 0,14 0-20 0,0 0-17 15,0 0-14-15,5-7-17 0,9 1-24 0,3 0-11 16,6-2-13-16,9-2-8 0,9-3-9 0,2-1-6 16,3-1-4-16,3 0 8 0,8-5-9 0,-2 0 5 15,3-1-10-15,-6 2-4 0,-6 1-3 0,-1 0-1 0,-2 3-3 16,-3-1-4-16,-3 3-13 0,-9 3-38 16,-5 2-59-16,-5 1-110 0,-1 2-105 0,-7 1-57 15,-3 1-96-15,-7 3-93 0,0 0-515 0,0 0-700 0</inkml:trace>
  <inkml:trace contextRef="#ctx0" brushRef="#br0" timeOffset="94177.9">5785 10821 786 0,'-9'5'887'0,"2"0"-198"16,7-5-166-16,0 0-111 0,0 0-75 0,0 0-75 15,20-9-49-15,0 2-43 0,12-2 2 0,7-4-33 0,4-1-12 16,8 1-14-16,11-4 4 0,0-2-19 0,3 2-3 15,2-1-18-15,-3-1-11 0,0 3-14 0,1-1-7 16,-4 0-5-16,-3 3-9 0,-10 1-2 0,1-2-2 16,-8 5-28-16,-7 1-33 0,-4 1-58 0,-6 2-108 15,-4 0-115-15,-2 3-83 0,-9 1-169 0,-9 2-663 16,13-1-839-16</inkml:trace>
  <inkml:trace contextRef="#ctx0" brushRef="#br0" timeOffset="99412.4">31718 15246 583 0,'0'0'429'0,"0"0"-93"0,-6 3-72 0,6-3-36 0,0 0-22 0,0 0 5 0,0 0-40 0,-8 5-15 0,8-5-23 0,0 0-29 0,0 0-20 0,0 0-14 0,0 0-16 0,0 0-10 16,0 0-19-16,0 0-96 0,0 0-121 0,0 0-148 15,0 0-451-15,0 0-312 0</inkml:trace>
  <inkml:trace contextRef="#ctx0" brushRef="#br0" timeOffset="99595.16">32044 15366 739 0,'-7'-3'565'0,"7"3"-129"0,0 0-79 16,0-5-80-16,0 5-91 0,0 0-91 0,0 0-87 15,1-8-111-15,-1 8-158 0,0 0-470 0,0 0-236 0</inkml:trace>
  <inkml:trace contextRef="#ctx0" brushRef="#br0" timeOffset="102294.32">16169 13469 279 0,'0'0'478'0,"-8"-3"-80"0,8 3-40 0,-6-2-55 0,6 2-8 0,0 0-19 0,-9-3-42 0,9 3-30 15,0 0-34-15,-8-3-24 0,8 3-16 0,0 0 22 0,-4 4 11 16,4-4 28-16,0 9 13 0,2-3-10 0,0 1-21 15,1 2-18-15,2 0 7 0,0 1-9 0,2 0 9 16,3-2 12-16,-1 1 12 0,3-3 51 0,1 0-5 16,4-4 52-16,1-2-46 0,5-5-7 0,6-4-51 15,5-5 8-15,4-7-56 0,9-8 4 0,0-7-46 16,4-3 13-16,1-8-48 0,1-4-2 0,15-10 12 16,-2-2-1-16,1-4 16 0,0-1-15 0,2-3-11 15,3-5 27-15,2-2-57 0,-1-4 32 0,5-1-54 16,-1-1-1-16,1 1-14 0,1-2-6 0,-1 2-21 15,-2 2-2-15,0 8-81 0,-6 5-6 0,-15 16-55 0,-4 9-72 16,-7 4-65-16,-12 11-103 0,-6 6-126 16,-5 6-61-16,-10 7-27 0,-3 5-95 0,-8 4-500 15,0 0-841-15</inkml:trace>
  <inkml:trace contextRef="#ctx0" brushRef="#br0" timeOffset="102962.17">6853 18017 75 0,'0'0'367'0,"2"-7"-94"0,-2 7-71 0,0-6-38 0,0 6-31 0,0 0-22 0,2-9-33 16,-2 9-7-16,0 0-19 0,1-8-5 0,-1 8-17 0,7-2-6 0,-7 2-56 0,9-4-60 15,-9 4-98-15,13-2-226 0,-13 2 120 0</inkml:trace>
  <inkml:trace contextRef="#ctx0" brushRef="#br0" timeOffset="103727.96">6842 16363 459 0,'-5'-7'619'0,"0"1"-113"0,-3 0-59 0,-1 2-72 0,0 1-55 0,-2 2-30 0,-2 2-26 0,0 2-20 0,-2 3-17 0,-3 3-20 15,0 2-17-15,0 3-32 0,0 4-7 0,-1 2-22 16,5-1-28-16,4 0-8 0,0 2 0 0,3 0-19 16,3 0-14-16,3-2-16 0,1 2 8 0,4-1-25 15,1 0 5-15,3-1-15 0,2 0 5 0,0-4-12 16,3 0 13-16,2-3-10 0,-2-1 34 0,2-3-23 16,1-2 12-16,-1-5-7 0,-1-1 21 0,0-1-22 15,2-4 16-15,-3-2-20 0,0-1 13 0,0-3-25 16,-4-2 24-16,0 0-23 0,-4-3 23 0,-1-1-26 15,2 1 24-15,-6-3-33 0,0-1 26 0,-1-1-31 16,-5 0 26-16,1 1-22 0,-2-1 29 0,-1 1-23 16,-2 3 25-16,0 1-33 0,-2 3 24 0,0 4-27 15,0 1 22-15,-4 3-32 0,3 4 26 0,-5 2-29 16,1 4 23-16,-3 4-28 0,3 1 30 0,-4 7-38 16,1 0-6-16,5 4-20 0,5-2-28 0,0 1-49 15,3 0-81-15,3 2-109 0,3-2-91 0,4-2-102 16,-1-2-119-16,5 0-413 0,3-4-668 0</inkml:trace>
  <inkml:trace contextRef="#ctx0" brushRef="#br0" timeOffset="104028.14">7021 16540 86 0,'10'-3'810'15,"-10"3"-228"-15,0 0-115 0,10-2-59 16,-10 2-50-16,0 0-21 0,9 2 3 0,-9-2-47 0,0 0-40 15,7 7-37-15,-7-7-29 0,2 10-43 0,-2-10-25 16,4 8-21-16,-4-8-10 0,3 11-25 0,-3-11-13 16,1 8-8-16,-1-8-9 0,4 9-5 0,-4-9-7 15,2 8 2-15,-2-8-4 0,0 0 33 0,1 8 10 16,-1-8-2-16,0 0-14 0,0 0 5 0,0 0-26 16,0 0 8-16,0 0-16 0,0 0 1 0,3-7-12 15,-3 7 10-15,0-9 1 0,0 9-17 0,-1-11 15 16,1 11-20-16,0-8 8 0,0 8-17 0,-2-9-6 15,2 9-62-15,-1-7-77 0,1 7-95 0,0 0-57 16,0 0-24-16,0 0-34 0,0 0-85 0,0 0-71 16,0 0-403-16,-1 10-501 0</inkml:trace>
  <inkml:trace contextRef="#ctx0" brushRef="#br0" timeOffset="104444.78">7533 16234 636 0,'4'-16'894'0,"-1"3"-185"0,-3 4-148 15,-2-1-87-15,1 3-66 0,-4 1-49 0,5 6-38 0,-11-5-45 16,11 5-39-16,-20 9-31 0,5-2-9 0,0 6-67 16,-4 5 17-16,-2 2-50 0,1 5 1 15,-1 2-48-15,5 0 19 0,2-1-38 0,3 2 17 16,-1-2-30-16,4 3 18 0,3-4-29 0,1-2 21 0,4-2-27 15,1 0 23-15,3 1-26 0,1-2 23 0,4-1-25 16,1 0 27-16,3-4-27 0,0 0 24 16,2-4-23-16,3-1 21 0,-4-4-19 0,3-1 21 15,-2-4-27-15,2-1 33 0,-2 0-33 0,2-4 19 0,-2-1-24 16,-1-1 22-16,0-4-18 0,-2 2 20 0,-2-3-18 16,-1 0 19-16,-3 0-23 0,-1 0 24 15,-2 0-27-15,1 1 24 0,-4 0-23 0,-4 0 25 0,0 1-26 16,-1 2 19-16,-4 0-20 0,1 1 23 0,-3 2-25 15,-2 0 23-15,-1 4-26 0,1 0 28 0,-1 4-29 16,-4 1 25-16,0 4-23 0,0 2 24 16,-2 3-36-16,0 4 6 0,2 0-60 0,1 3-20 0,3 1-61 15,4-3-61-15,-2 0-99 0,6 1-87 0,2-2-58 16,3 0-98-16,2-2-85 0,3-1-307 0,1-4-546 16</inkml:trace>
  <inkml:trace contextRef="#ctx0" brushRef="#br0" timeOffset="104777.47">7774 16399 470 0,'1'-15'732'0,"1"2"-127"0,-4 1-70 16,2 3-76-16,-1 2-56 0,-2 1-25 0,3 6-29 16,-9-6-20-16,9 6-61 0,-9 6-5 15,4 0-72-15,-3 2-3 0,2 4-58 0,2 0 3 16,2 4-44-16,-1 1 9 0,3-1-37 0,3 3 8 0,-1-1-34 15,3 1 13-15,3-1-33 0,2 0 31 0,0-3 3 16,2-2 24-16,3 1-16 0,1-4 12 0,0-2-28 16,2-4 11-16,-1 0-25 0,2-4 11 0,-1-4-27 15,1 1 21-15,0-4-21 0,-1-3 22 0,1-2-21 16,-3-1 16-16,-1-3-22 0,-5-1 16 0,-1-2-17 16,-1-2 13-16,-6 2-19 0,-3 0 17 0,-3-3-22 15,-3 0 21-15,-6-2-21 0,-4 2 22 0,-2 2-25 16,-4 2 1-16,-4 2 1 0,0 3-4 0,-1 4-9 15,1 5-10-15,2-1-23 0,-2 7-37 0,1 1-53 16,2 3-62-16,1 4-111 0,1 4-131 0,-1 4-104 16,4 4-178-16,5 1-499 0,0 1-836 0</inkml:trace>
  <inkml:trace contextRef="#ctx0" brushRef="#br0" timeOffset="105511.37">10449 16102 701 0,'-12'-12'656'0,"-1"3"-129"0,2 1-64 0,-3 2-71 0,0 1-37 0,-1 2-19 0,0 3-45 0,0 3-22 0,-4 6-11 0,1 3-20 0,-4 4-26 15,3 5-26-15,-2 7-29 0,4 3-4 0,0 2-55 16,7 3 10-16,2-4-49 0,5 0 15 0,3-1-37 0,3 1 17 16,3 1-32-16,3-4 19 0,4-4 7 15,1-1 32-15,4-4-12 0,3-2 22 0,0-5-23 16,1-4 21-16,2-3-31 0,-3-4 15 0,0-4-34 15,5-2 11-15,1-7-27 0,-2-2 15 0,-2-5-24 0,-1-1 16 16,-2-1-24-16,-4-5 20 0,-1-2-21 0,-3-1 17 16,-6-3-24-16,-2 1 2 0,-4 2 3 0,-1-3 3 15,-4-1-43-15,-4 2 49 0,-4 2-5 0,-1-4-1 16,-4 7-1-16,3 3-3 0,-6 3-1 0,1 2-1 16,1 7 0-16,-2 1-3 0,2 6 0 0,0 3 5 15,0 3-6-15,-2 4-43 0,1 5 42 0,-1 3-23 16,5 6-34-16,-1 1-52 0,5 1-53 0,5 4-59 15,2-1-115-15,5 1-100 0,2-1-80 0,5 4-128 16,3-3-569-16,5-2-827 0</inkml:trace>
  <inkml:trace contextRef="#ctx0" brushRef="#br0" timeOffset="105762.27">10851 16347 47 0,'3'-5'1030'0,"-3"5"-269"16,5-9-145-16,-5 9-128 0,2-6-63 0,-2 6-73 16,0 0-41-16,0-9-51 0,0 9-44 0,0 0-50 15,0 0-22-15,0 0-33 0,0 0-15 0,0 0-26 0,0 0 2 16,0 0-28-16,0 0 25 0,-2 8-20 16,2-8 8-16,-4 10-24 0,4-10 15 0,0 11-26 15,0-11 13-15,0 9-24 0,0-9 19 0,2 10-26 16,-2-10 14-16,2 9-32 0,-2-9-6 0,1 9-53 0,-1-9-44 15,1 7-78-15,-1-7-89 0,0 6-94 0,0-6-72 16,0 0-120-16,0 0-519 0,9 1-705 16</inkml:trace>
  <inkml:trace contextRef="#ctx0" brushRef="#br0" timeOffset="106011.17">11056 16073 683 0,'5'-6'653'0,"-1"1"-158"0,-4 5-60 0,5-6-27 15,-5 6-3-15,0 0-10 0,0 0-47 0,5 6-25 16,-5-6-28-16,-4 12-55 0,4-5-24 0,-1 3-42 16,-2 1-32-16,2 0-16 0,0 5-7 0,-2 1 14 15,3-1-48-15,0 3 8 0,0-1-42 0,0 0 12 16,3 0-31-16,-1-1 15 0,2-1-34 0,1 0 22 16,0-1-24-16,3-2 28 0,1 0 1 0,5-2 12 15,1 0-29-15,4-4 16 0,2-2-24 0,2-2 11 16,0-3-19-16,5-1 15 0,1-4-29 0,3 0 3 15,-1-2-106-15,0-3-98 0,-3 0-151 0,-2-2-124 16,-5 1-68-16,-2 2-169 0,-2-4-490 0,-6 2-820 16</inkml:trace>
  <inkml:trace contextRef="#ctx0" brushRef="#br0" timeOffset="106227.02">11254 16115 589 0,'0'0'796'0,"0"0"-196"0,-11 2-85 15,11-2-65-15,0 0-27 0,-1 10-35 0,1-10-41 16,3 10-38-16,-1-2-51 0,2 1-43 0,0 2-7 0,5 1 2 16,-3 4-47-16,2 0-10 0,-2 4-56 0,3-1 3 15,0 3-38-15,-1 1 17 0,1 2-37 0,0 1 10 16,-3 1-30-16,3-1 18 0,1 0-31 0,-5-1 9 16,2-5-83-16,-2 5-62 0,1-5-109 0,2 2-128 15,-3-2-109-15,0-1-10 0,4 0-119 0,-5-4-593 16,5-1-804-16</inkml:trace>
  <inkml:trace contextRef="#ctx0" brushRef="#br0" timeOffset="106544.68">11697 16156 753 0,'-4'-14'944'15,"3"1"-172"-15,-4 0-140 0,4 3-107 0,-2 1-36 16,1 0-110-16,0 2-22 0,0 0-50 0,2 7-46 15,-4-7-83-15,4 7 12 0,0 0-76 0,0 0 20 16,-7 7-26-16,9-1-22 0,0 4-18 0,2 0-14 16,1 2-13-16,2 0-7 0,3 1-5 0,-1-1-1 15,0 0 4-15,1-2 1 0,0 0-3 0,0-2 0 16,3 0-2-16,-4-3-2 0,3-1 4 0,-2-2-6 0,0 1-3 16,-10-3 3-16,19-5-5 0,-10 3-5 15,-2-4 1-15,-1-3 1 0,0 1-3 0,-2-2 10 16,-1 0-31-16,-1-2 33 0,-4 0-36 0,-1 1 34 15,-1-3-36-15,-3 1 38 0,-1 0-9 0,-1 1-4 16,-2 3-5-16,-1-1-1 0,-1 3-4 0,-2-1-5 16,2 5-21-16,-1 0-73 0,0 3-117 0,1 2-139 15,-1 4-216-15,3 1-174 0,-2 2-823 0,3 4-1209 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0:30:26.0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16100 4492 305 0,'0'0'461'0,"0"0"-92"0,-12-6-90 0,12 6-41 0,-6-7-55 0,6 7 3 0,-8-7-29 0,8 7 21 16,-9-9-41-16,3 5-1 0,2-2-39 0,0 1 18 15,-1 0-32-15,1-2 9 0,-1 1-21 0,0 2-3 16,-1-4-16-16,2 1-19 0,-1 3 2 0,0-4-7 0,-1 1-11 15,1 1 1-15,-2 0 3 0,-1-1 8 0,2 1-8 16,-3 0-6-16,-3-2 2 0,1 1-9 0,-3 0 1 16,0 2-5-16,-4-4 10 0,0 1 10 0,-4 1-9 15,-1-1-1-15,3 1-1 0,-6-2-3 0,-2 1 0 16,-1 0-3-16,-1-1-3 0,-2 0 2 0,0-1-4 16,-1 3 3-16,1-3-2 0,-1 2 1 15,0-2-1-15,-8 1 2 0,2-3-1 0,1 4-4 0,2-2 6 16,-3 1 2-16,3 1-4 0,-4-1 1 0,-1-1 2 15,-1 4-3-15,1-3 4 0,-1 2-6 0,-1 0 9 16,3 2-7-16,-5-1 1 0,7 2 0 0,-3 2 2 16,3-2-5-16,-2 1 6 0,0 2-6 0,2 1 4 15,2 0-6-15,-2 0 2 0,1 0 1 0,5 1 0 16,-4 2 2-16,0-1-5 0,2 2 7 0,-3-3-6 16,4 2 3-16,-2 1 0 0,1 2 11 0,2-1 0 15,-2-2 11-15,3 1-6 0,2 2 8 0,-1 1-14 16,-2-2 8-16,1 2-10 0,-1 0 10 0,1 0-15 15,2 2 17-15,-2-3-13 0,2 4 11 0,2-2-11 16,-2 2 22-16,1 1 0 0,2-1-5 0,-1 1-3 16,2-1-3-16,3 0-5 0,2 1-1 0,-1-2 2 15,1 2-2-15,-2 0 5 0,4 0 0 0,-1 1-1 16,2-2 0-16,-2 1 0 0,4 1 9 0,-2 1 3 16,4-2-1-16,-2 1-8 0,3-2 0 0,1 3-7 0,1-3 2 15,1 2-4-15,0-1 1 0,1 0 3 0,3 3 18 16,-1-2-5-16,2-1 2 0,1 3-8 15,1-3-1-15,-2 1-3 0,4 1 28 0,1 2-9 16,2-1 0-16,-1 0-11 0,2 2 2 0,1 0 7 0,2 2 31 16,0 1-22-16,5 0 6 0,-2-2-17 15,4 4 5-15,3 0-17 0,1-2 9 0,2 0-19 0,2 1 23 16,2-3-23-16,5 2 29 0,2 0-25 16,4-1 31-16,-1 1-36 0,2-3 32 0,2 1-25 15,2-3 29-15,1 2-35 0,-3-1 29 0,2-2-41 16,-2 1 37-16,-1 0-39 0,0-2-5 0,-5-1 4 0,4 3 3 15,-4-3 12-15,0-1 5 0,6 3 2 0,-6-3 6 16,0 0 7-16,1 1-12 0,6-1-5 0,-1 3 4 16,2-4 9-16,-1 1 2 0,1-1 4 0,1 2-3 15,0-4-10-15,0 1 1 0,3 0-2 0,-8-2 3 16,1 0-6-16,2-2-5 0,-1 2-18 0,-1-1 19 16,1 0-27-16,-2-2 31 0,0 0-24 0,-2 0 27 15,3 0-22-15,-6 0 22 0,-2-1-25 0,2 1 21 16,-3-2-25-16,3 0 25 0,0-1-4 0,-2 0-5 15,2 0 0-15,-2 0 2 0,3 0-4 0,-1-1 1 16,1 0 1-16,-2-1-1 0,7-1-1 0,-5 0-1 16,3 0 7-16,-2-3 10 0,0 2 4 0,-1-2 5 15,0-1-1-15,0 1-8 0,0-4-1 0,-1 4-4 0,1-6-4 16,-3 3-2-16,0-3 4 0,1 1 8 16,-3-1 1-16,-1-1-5 0,1-1 28 0,-5 0-41 15,1-1 40-15,0-3-48 0,-4 2 40 0,0-2-24 16,-1-3 46-16,-2 1-41 0,0-2 31 0,-3-1-38 0,-1-2 33 15,0-1-33-15,-4 0 39 0,0-2-43 0,-1-1 5 16,-4 2-8-16,-2 0-2 0,0 0 0 0,-1-2-2 16,-2-2-1-16,-2-2 32 0,-5 1-41 0,0-4 33 15,-2 1-40-15,-3 0 39 0,-2 1-41 0,-5 3 35 16,-2 0-2-16,-3 4-8 0,-3 0-2 0,-5 1-4 16,-4 2 4-16,-3 3-10 0,-14-1-1 0,0 4-3 15,-5 1-6-15,-2 4-1 0,-2 3-25 0,6 0-25 16,-2 6-55-16,-3 1-16 0,2 2-55 0,-1 1-60 15,0 1-77-15,0 1-103 0,3 2-90 0,-1 2-115 16,5 0-727-16,-3 0-963 0</inkml:trace>
  <inkml:trace contextRef="#ctx0" brushRef="#br0" timeOffset="6532.9">1905 5011 385 0,'-6'-7'455'0,"-2"0"-83"0,4 2-87 0,4 5-59 0,-6-8-15 0,6 8-14 0,-5-6-18 0,5 6-18 0,0 0 7 0,0 0-1 0,0 0-7 16,0 0-6-16,-4 8 2 0,5-2-11 0,-1 1 3 15,4 3-5-15,-2-1-2 0,1 2-25 0,1 1-19 16,1-2-19-16,0 0 34 0,0 1 12 0,-1-2 21 16,2 1-12-16,0-3 37 0,-1 1-23 0,1-3 18 15,2 1 1-15,-2-1-8 0,3-1-7 0,4-3-7 16,-2-2-6-16,7-4 13 0,0-3-43 0,9-5 3 16,4-6-25-16,2-5 14 0,9-9-12 15,1-5-3-15,5-3-34 0,0-6-8 0,5-4-12 0,13-12-6 16,-2-1-38-16,4-2 35 0,-3 3-7 0,-11 10 12 15,-2 1-28-15,-2 5 16 0,-4 3-51 0,-6 5-22 16,-8 8-74-16,-4 2-41 0,-3 4-92 0,-3 5-59 16,-5 1-68-16,-2 6-84 0,-5 0-16 0,-1 3-55 15,-1 3-50-15,-3 2-446 0,-5 5-662 0</inkml:trace>
  <inkml:trace contextRef="#ctx0" brushRef="#br0" timeOffset="8216.93">17626 4874 86 0,'-3'10'674'0,"3"-10"-163"0,-5 6-119 0,5-6-81 0,-1 5-63 0,1-5-57 0,0 0-34 0,-3 8 9 0,3-8 25 0,0 0 19 0,0 0-20 0,0 0-32 0,0 0-32 16,0 0-26-16,0 0-21 0,0 0-28 0,0 0-59 15,7-5-80-15,-7 5-86 0,7-8-86 16,-7 8-141-16,13-6-512 0,-7 1-483 0</inkml:trace>
  <inkml:trace contextRef="#ctx0" brushRef="#br0" timeOffset="13643.05">8430 4792 176 0,'0'0'169'0,"-6"3"-143"0,6-3-151 0,-7 3 40 0</inkml:trace>
  <inkml:trace contextRef="#ctx0" brushRef="#br0" timeOffset="16850.03">21409 8578 279 0,'9'-6'595'16,"-2"1"-113"-16,0-1-77 0,-7 6-48 0,7-8-53 15,-7 8-50-15,4-9-36 0,-4 9-25 0,-5-7-21 16,5 7-17-16,-15-4-2 0,1 3-2 0,-2 1-12 16,-4 0-10-16,-7 3-13 0,-1 0-18 0,-8 4-7 15,-5 2-15-15,-2 1-11 0,-1 1 2 0,0 2-9 16,0 2-9-16,4-2-13 0,3 0-3 0,0 2-11 0,9-3 0 15,5 0-6-15,2-1 1 0,3-1 1 0,5 0 19 16,3-2 3-16,1 2 13 0,6-3-4 0,3-1-2 16,3 0-7-16,6 1-6 0,1-3-4 15,5 0-11-15,4-1-3 0,2 0-1 0,4-1-3 0,1 1-1 16,2-2 4-16,3 2 8 0,2 0-4 0,0 3 2 16,2 0-1-16,-3 1-2 0,-2 2-1 0,-2 4-5 15,-3-1-4-15,-2 5-2 0,-4 0 1 16,-6 1 3-16,-1-1-6 0,-5 4 7 0,-3-2-10 0,-4 0 12 15,-4 2 0-15,-3 2 0 0,-5 1-6 0,-3-1 24 16,-4-2 17-16,-1-1 26 0,-2-3 33 0,-3 0-21 16,-3-3 36-16,-2-2-34 0,1-1 16 0,-3-4-44 15,0-1 21-15,-1-1-53 0,3-4 27 0,2-1-40 16,0 0 0-16,1-1-5 0,3-2-6 0,5-2-21 16,2 0-38-16,2 1-50 0,1-1-48 0,4-6-74 15,3 4-47-15,3-4-39 0,4 2-19 0,0-3 6 16,4 2-19-16,3-3-46 0,0 0-53 0,3 1-97 15,3-1-344-15,-1 0-445 0</inkml:trace>
  <inkml:trace contextRef="#ctx0" brushRef="#br0" timeOffset="17249.25">21227 8854 113 0,'0'0'778'0,"9"2"-204"0,-9-2-129 0,5 4-48 0,-5-4-28 0,5 6-4 0,-5-6-20 0,3 8-37 0,-3-8-21 16,1 8-22-16,-1-8-20 0,5 11-32 0,-3-5-27 16,-1 1-25-16,0-1-7 0,2 0-13 0,2 2-29 15,-3 1 10-15,3-1-21 0,1 0 17 0,0-2-30 0,-1 3 29 16,5-3-43-16,-3 2 32 0,0-3-43 16,2-1 16-16,1-1-29 0,-1 0 20 0,2 1-37 15,-11-4 22-15,21-2-40 0,-9-2 28 0,-1-1-39 16,2-1 29-16,0-2-9 0,-3 0-4 0,-1-4-6 0,3 3-2 15,-5-4-2-15,1 3-3 0,-3-2-2 0,0 1 5 16,-1 2 20-16,-3-2 2 0,0 1 0 0,-1 2 0 16,0 0 1-16,-1 1-4 0,-1 0-3 15,2 7-6-15,-7-8-3 0,7 8 0 0,0 0-8 0,-12 1-1 16,12-1-1-16,-9 11-1 0,5-3 0 0,0 2-2 16,3 3-26-16,-2 0 32 0,3-1-28 0,3 2 31 15,-2 1-28-15,5 1 30 0,-1 0-37 0,2-2-20 16,-1 0-41-16,3-1-60 0,-1 0-75 0,1-2-89 15,-1 1-125-15,0-6-78 0,-1 0-87 0,-1-1-129 16,-6-5-518-16,11 2-853 0</inkml:trace>
  <inkml:trace contextRef="#ctx0" brushRef="#br0" timeOffset="17615.48">21614 8822 556 0,'4'-6'745'0,"0"0"-181"0,1 2-110 0,-5 4-89 0,9-6-1 16,-9 6-13-16,10-1-7 0,-10 1-14 0,9 2-23 15,-2 4-33-15,0 0-36 0,-2 0-33 0,2 5-18 16,-1 0-25-16,-1 1-42 0,2 3 1 0,-2-1-40 16,0 0 7-16,-1 0-40 0,0 2 14 0,-2-4-36 15,1 1 21-15,-2-1-35 0,2-3 26 0,0 2-25 16,-3-2 7-16,2-2 11 0,-2 0 27 0,0-7-38 16,-2 12 25-16,2-12-34 0,-3 4 27 0,3-4-37 0,0 0 30 15,-7-3-22-15,7 3 29 0,-5-11-33 0,4 6 24 16,1-4-2-16,1-2-10 0,-1 0-1 15,3 1-1-15,1-2-6 0,-1 0 0 0,5 0-1 16,-2-1-1-16,2 3-4 0,1 0 2 0,1 0 1 0,-1 2-5 16,3 1 1-16,-2 1-1 0,0 1-2 0,-1 2 1 15,4 2-1-15,-13 1 0 0,19 0 3 16,-8 2-1-16,0 1 4 0,-2 3 5 0,1 1-8 16,-2-2-1-16,-1 4-26 0,0-1 35 0,0 0-30 0,-2 1 26 15,-1-1-45-15,0 2-4 0,0 0-83 0,-1-3-60 16,-1-1-64-16,1 3-93 0,0-3-67 15,-3-6-38-15,2 8-68 0,-2-8-83 0,0 0-527 0,0 0-740 16</inkml:trace>
  <inkml:trace contextRef="#ctx0" brushRef="#br0" timeOffset="17949.09">21970 8830 222 0,'1'-8'802'0,"-1"8"-165"16,5-10-139-16,-5 10-111 0,4-9-34 0,-4 9-1 15,0 0-13-15,0 0-20 0,17 3-25 0,-14 1-36 16,5 3-33-16,-3 0-44 0,2 4-12 0,0-1-21 15,0 1-30-15,0 2-12 0,2-1-28 0,-4 0-5 16,2 1-26-16,-1-4 7 0,-2 1-24 0,0-3 8 16,0 1-23-16,-2-1 17 0,2-3 12 0,-1 2 28 15,-3-6-35-15,2 9 17 0,-2-9-38 0,0 0 25 16,0 0-33-16,0 0 23 0,-4-6-29 0,2-1 19 16,-1 1-27-16,3-3 27 0,-1-1-27 0,0 0 33 15,2-1-4-15,0-2-1 0,3 2 0 0,1 0-12 16,0-1-4-16,4 2-3 0,-1 1 0 0,0 1 0 15,2 3-3-15,0 1 0 0,0 0-1 0,-10 4 3 16,19 0-3-16,-10 2-3 0,-1 2 4 0,2 3 1 16,-1 1 0-16,0 1 1 0,1 1 1 0,-3 2-1 15,-1-2-22-15,1 1 29 0,-2-1-33 0,0 0-1 16,-2-1-61-16,1 0-52 0,0-2-48 0,-3-1-77 16,3-1-91-16,-4-5-60 0,3 5-47 0,-3-5-67 0,0 0-51 15,0 0-410-15,5-3-586 0</inkml:trace>
  <inkml:trace contextRef="#ctx0" brushRef="#br0" timeOffset="18348.71">22308 8824 134 0,'0'0'694'0,"3"-10"-143"16,-3 10-148-16,1-8-63 0,-1 8-43 15,0 0 15-15,5-5-7 0,-5 5-9 0,0 0-9 0,7 3-20 16,-7-3-30-16,9 8-28 0,-9-8-22 0,12 7-20 16,-5-2-18-16,-1-1-8 0,3-1-16 0,0 1-20 15,-1-2-12-15,-1 2 0 0,-7-4-8 0,18 2-14 16,-18-2-21-16,16-1-1 0,-7-2-9 0,-1-1-4 15,3 0-13-15,-2-3 0 0,1-1-7 0,0-2-4 16,-1-1-2-16,1-2 1 0,-1-1-8 0,-1 2 5 16,0-3 30-16,-1 2 18 0,0-1 5 0,-2 3 21 15,0 1-10-15,-1 2-14 0,2-1-13 0,-3 3-10 16,-3 6 6-16,6-6 10 0,-6 6 9 0,4 5 0 16,-3 2-6-16,-1 4 1 0,1 3-7 0,1 6-10 15,-2 0-6-15,1 5-1 0,0 4-1 0,-1-2-27 16,0 7 31-16,0 1-20 0,2-1 1 0,-4 2 27 0,2-2-32 15,0 0 26-15,-2 0-33 0,0-5 25 16,1-3-32-16,-1 0 31 0,0-2-5 0,0-4-5 16,-1-2 4-16,-1-3 30 0,-1-1 8 0,0-2-36 15,-1-2 24-15,-1-3-36 0,-2-2 23 0,-1-3-34 16,10-2 39-16,-23-1-46 0,13-2 23 0,-3-4-36 16,-3-4-13-16,1-3-71 0,0 0-39 0,1-3-56 15,1-2-51-15,2-4-51 0,2 2-85 0,0-1-75 16,5-2-48-16,2 0-79 0,2-1-174 0,2 0-353 15,6-5-730-15</inkml:trace>
  <inkml:trace contextRef="#ctx0" brushRef="#br0" timeOffset="18715.84">22859 8762 524 0,'10'7'703'0,"-5"2"-171"0,1-3-52 0,-3 4-73 0,1-3-43 0,-1 1-26 0,-2-1-25 0,0-1-31 0,1 0-34 0,-1 1-25 0,-1-7-39 0,4 10-21 0,-4-10-15 16,1 8 0-16,-1-8-12 0,0 0-28 0,-4 7-16 16,4-7-16-16,-5-4 7 0,5 4 9 0,-9-12 3 15,5 3-13-15,-2-6-12 0,0-2 13 0,1-4-12 16,-2-2-10-16,3-3-11 0,0-3-6 0,3-4-24 16,2 5 31-16,1-6-26 0,3-1 29 0,1 4-37 15,4 1 27-15,1 1-37 0,0 5 25 0,4 2-38 16,0 6 28-16,2 1-31 0,0 5 29 0,2 5-30 15,0 2 39-15,-1 6-20 0,5 5 39 0,3 4-12 16,2 9 22-16,-1 3-1 0,-3 4-2 0,0 3-5 16,-1 2-8-16,0 0-6 0,-5 1-6 0,0 0-4 15,-4 1-1-15,-1-8-7 0,-3 2-1 0,-2-2-6 16,-3-1-1-16,1-4-33 0,-4 0 10 0,-1-3-53 16,-1-1-1-16,-1 0-90 0,-1-4-46 0,0-2-59 15,-3 0-112-15,2-3-104 0,-1-3-33 0,-1-2-99 16,5-4-157-16,0 0-325 0,-9-3-708 0</inkml:trace>
  <inkml:trace contextRef="#ctx0" brushRef="#br0" timeOffset="19132.93">23591 8289 67 0,'0'-15'805'0,"0"2"-124"0,-1 2-89 16,1 2-75-16,0 0-49 0,0 1-49 0,0 0-53 15,0 8-51-15,0-13-70 0,0 13-44 0,0-7-20 16,0 7-30-16,0 0-25 0,9 5-26 0,-5 3-21 16,4 1-13-16,-1 2-13 0,2 1-7 0,4 2-4 0,-1 1-4 15,-1-2-10-15,2 1-1 0,-2-4-5 16,0 1 2-16,1-3-9 0,0 0 7 0,-1-4-12 16,0 1 4-16,0-5-9 0,2 0 6 0,-2-5-12 15,3-1 8-15,-1-2 0 0,1-3-4 0,0-3 13 0,-2-4 1 16,-1-1-5-16,1-4 22 0,-3 2 5 15,0 0 6-15,-2-1 15 0,-3 1 5 0,1 3 0 16,-2 2 16-16,-1-1-11 0,1 5-11 0,1 0-10 16,-2 2-14-16,-2 10 0 0,2-8 9 0,-2 8 1 15,-3 8-2-15,-1 4 31 0,2 6-4 0,-1 5 38 16,2 5 16-16,-2 8 27 0,3 9 48 0,-1 0-56 16,2 3 15-16,-1 0-68 0,2 0 27 0,-1 0-67 15,0-2 33-15,0-3-59 0,2 1 41 0,-3-8-58 16,4-2 41-16,-2 0-59 0,0-7-22 0,0-2-103 15,-2-1-34-15,3-5-95 0,-3-2-43 0,2-1-42 16,0-4-76-16,-2-2-128 0,1-3-92 0,-1-7-133 0,1 7-619 16,-1-7-1002-16</inkml:trace>
  <inkml:trace contextRef="#ctx0" brushRef="#br0" timeOffset="19715.37">24206 8381 83 0,'0'0'746'0,"0"0"-159"0,0 8-85 0,0-8-43 0,0 8-64 0,0-8-43 0,0 7-35 0,0-7-34 0,0 0-18 16,0 9-11-16,0-9-9 0,0 0-23 0,3 7-18 15,-3-7-21-15,0 0-38 0,9 2-20 16,-9-2-33-16,12-3-6 0,-4 0-25 0,0-2-3 16,1-1-23-16,-2 0 5 0,1-4-17 0,-1 2 12 15,1-1-17-15,-1 0 18 0,-3-3-6 0,1 4-3 0,-3 0-4 16,1 1-6-16,-2 0 2 0,-1 7 7 0,-2-11 4 15,2 11 6-15,-11-3 1 0,11 3 1 16,-21 5-26-16,6 1 35 0,0 5-33 0,-1 3 28 16,0 0-30-16,2 4 31 0,0 1-6 0,5 0 0 15,0 3 1-15,2-1 28 0,3 1 9 0,3-1 25 0,2-2 17 16,3 2 20-16,3-2 8 0,2 1 7 0,4-5-22 16,4 1-21-16,2-4-16 0,1-2-21 0,3-3-11 15,1-1-12-15,3-4-6 0,-5-2-10 16,1-1-40-16,3-6 37 0,-1 0-42 0,2-6 36 15,-4-2-39-15,0-5 34 0,3-3-39 0,-7 0 42 16,-4-1-38-16,-1-4 3 0,-1 2 33 0,-4-3-39 0,-4 5 39 16,1 0-42-16,-4 2 39 0,-2 3-6 0,0 0-3 15,-2 2-1-15,-1 3-4 0,0 1-2 0,2 3-13 16,-2 0 5-16,-1 3-3 0,4 7 0 16,-7-4 6-16,7 4 1 0,-9 0-33 0,9 0 36 15,-7 8-26-15,6-1 36 0,1 1-31 0,1 1 3 0,2 3 8 16,2 1 31-16,-1 1-35 0,2 0 33 0,-2 3-34 15,4-1 35-15,-1 1-38 0,2 1 36 16,-4-2-40-16,2-1 44 0,-1 0-38 0,1 1 34 0,-2-2-32 16,-3 1 43-16,1 0-50 0,-2-2 36 15,-1 0-2-15,0-1 1 0,-2 0-38 0,-2 1 34 16,-3-2 0-16,0 0-12 0,-2-1-14 0,-3-2-31 0,1-1-49 16,-1-1-67-16,-2-2-92 0,0-2-99 15,1-2-120-15,-1 0-158 0,0-2-104 0,2 0-847 0,1-1-1232 16</inkml:trace>
  <inkml:trace contextRef="#ctx0" brushRef="#br0" timeOffset="19848.77">24646 8604 1058 0,'9'2'974'0,"-9"-2"-186"0,0 0-128 0,0 0-84 0,11 0-71 0,-11 0-78 0,0 0-75 0,4-7-62 0,-4 7-60 0,0-6-75 0,0 6-122 0,-2-7-174 16,-2 2-232-16,-3 2-226 0,-3-1-964 0,-3 2-1208 15</inkml:trace>
  <inkml:trace contextRef="#ctx0" brushRef="#br0" timeOffset="20182.91">21110 9569 1100 0,'-35'6'912'15,"3"-2"-201"-15,9-2-157 0,1 0-108 0,5 1-91 16,5-1-68-16,4 1-56 0,8-3-2 0,0 0-9 16,11 8-43-16,8-7-16 0,11-1-29 0,13-1 45 15,17-1-39-15,21-1 32 0,8 0-28 0,9-2-23 16,4 1-6-16,3-2-32 0,24-1 25 0,0 0-22 15,3-1-12-15,-2 0 9 0,-6 0-7 0,-22 1-15 16,-6 1-36-16,-4 1 23 0,-7-3-40 0,-9 5 9 16,-16-2-23-16,-10 2-26 0,-10 1-26 0,-6-3-52 15,-8 2-90-15,-8 0-56 0,-7 0-120 0,-11 3-105 16,3-7-56-16,-13 3-70 0,-8 2-117 0,-12-1-406 16,-9 0-747-16</inkml:trace>
  <inkml:trace contextRef="#ctx0" brushRef="#br0" timeOffset="20365.37">21659 9609 93 0,'-65'13'754'0,"0"-3"-126"0,11 1-103 16,4-1-91-16,2 1-69 0,7 1-59 0,4 0-15 16,10-3 41-16,8 2-15 0,7-2-6 0,7-1-25 15,6-1-28-15,6 1-30 0,11 1-17 0,14-3-36 0,17 1-12 16,13-1 22-16,18-2-58 0,6-2 35 16,6-4-48-16,8 1 23 0,3-2-31 0,2-3 15 15,24-2-49-15,-24 1 21 0,-3-2-46 0,-2 1 17 16,-2 0-39-16,-8 0-1 0,-10-1-89 0,-6 1-55 0,-19 3-118 15,-9-4-111-15,-9 2-161 0,-9 0-147 16,-7-3-931-16,-12 2-1238 0</inkml:trace>
  <inkml:trace contextRef="#ctx0" brushRef="#br0" timeOffset="146609.71">6930 12466 420 0,'-1'-14'391'16,"0"1"-57"-16,-1 2-54 0,1 1-2 0,1 1-37 0,-1 1-11 0,-1 1-63 0,1 0-16 0,1 1-52 0,0 6 2 0,-1-10-42 0,1 10 13 15,1-9 10-15,-1 9 33 0,0 0-3 0,0 0-16 0,12 3-12 16,-6 1 10-16,3 3-17 0,-1 0-17 16,2 3-12-16,-1-1-3 0,4 3-8 0,-2 1-10 15,2 0-4-15,-3 2-3 0,3-1-5 0,-3 1-3 0,0-3-3 16,-1 1-4-16,1-1 2 0,-2-1-40 0,1 1-43 15,0-3-39-15,-1 2-15 0,-2-5-8 16,2 2-6-16,-3-3-13 0,4-1-42 0,-9-4-32 0,13 2-3 16,-13-2-9-16,16-5 9 0,-7-1 33 0,-1-4 32 15,2-1 31-15,-1-2 31 0,-1-2 65 0,-1-2 29 16,1 2 20-16,0 1 42 0,-3-3 69 0,0 4 32 16,0-1 8-16,-1 0-13 0,1 3-8 0,-4-1 23 15,3 3-37-15,-1-1-1 0,-2 3-46 0,2-1 5 16,-1 2-34-16,-2 6 9 0,1-8-29 0,-1 8 99 15,0 0-36-15,0 0 39 0,0 0 18 0,-5 8-5 16,1 1-4-16,-1 1-24 0,-1 3-18 0,0 1-19 16,-2 5-3-16,0 1 7 0,-2-1-8 0,1 4-16 15,0 2-5-15,0 0-18 0,-2 1 1 0,2-1-15 16,0 1-3-16,-1-1-1 0,1 4-4 0,0-4 3 16,0-4-4-16,2 2-6 0,2-4 0 0,-1 1-6 15,1-5-64-15,-2 1-67 0,4-3-64 0,0-2-8 16,-1-1-36-16,3-2-52 0,-2-1-62 0,3-7-120 15,0 0-240-15,0 0-222 0</inkml:trace>
  <inkml:trace contextRef="#ctx0" brushRef="#br0" timeOffset="146929.38">7241 12641 371 0,'0'0'386'0,"10"-4"-76"0,-10 4-78 0,11-1-30 0,-11 1-27 0,13 3 12 0,-13-3-5 0,18 2-15 16,-8 0-15-16,3-1 9 0,-1 1-26 0,-1-1-19 15,3-1-17-15,-1 0-19 0,2-1-16 0,-2-1-8 0,4-1-11 16,-3 1-10-16,1-3 0 0,0-1 4 0,2 0 2 16,-4 0-8-16,2-4-4 0,-3 1 1 0,-1-1-4 15,1 0-3-15,-5-2-1 0,1 0-9 0,-3 0 0 16,-1 2-3-16,-3 0-4 0,-1-1 1 0,-2 1 0 16,-3 1 0-16,-2 2-2 0,-2 0-5 0,-1 2 0 15,-3 2 3-15,2 0-2 0,-3 5-1 0,-2 2 1 16,0 1 57-16,1 3-3 0,-1 3-10 0,3 3 30 15,-1 2-5-15,5 1-9 0,0 1-4 0,0-1 20 16,7 2 1-16,-1-2-14 0,5-1-11 0,0 1-7 16,2 0-11-16,6 0-1 0,0 0-7 0,3-1-6 15,1-2-10-15,4-2 3 0,3 1-39 0,0-4-101 16,2-2-97-16,-1 1-87 0,2-3-88 0,-2-2-61 16,-4-2-436-16,1 0-455 0</inkml:trace>
  <inkml:trace contextRef="#ctx0" brushRef="#br0" timeOffset="147342.42">7699 12785 197 0,'0'0'423'0,"0"0"-49"0,2 6-12 15,-2-6-17-15,0 0 4 0,0 0-17 0,11 0-54 16,-11 0-51-16,14-6-43 0,-5 2-29 0,4-5-31 0,-1 1-25 16,3-3-20-16,3-3-12 0,2-2-13 15,-1 1-13-15,3-4-11 0,-3 0-3 0,2 0-4 16,-3-2-7-16,-3-1-2 0,0 1-3 0,-4 2-3 0,-5-1-3 15,0 1 5-15,-2 1-3 0,-4-2 0 0,-3 4-6 16,0 0 3-16,-5 1-4 0,-2-1-1 16,-3 3 0-16,0 4 2 0,-1 0 0 0,-1 2-5 15,1 4 4-15,1-1 0 0,-1 4-5 0,0 4 5 16,4-1-2-16,-2 4 0 0,2 2 1 0,1 0 0 16,5 2 12-16,2 0-15 0,2 1-1 0,2 0 3 0,2 1 2 15,5 2 4-15,1-2-5 0,3 0 3 0,1 0-1 16,0 0 0-16,3-1-2 0,-2 1 6 0,0-1-6 15,-1 0 6-15,-2 0-9 0,2-2 8 0,-5 0-8 16,1 1 1-16,-1-3 2 0,-2 4 1 0,-4-4-2 16,0 2 0-16,-4-2 5 0,-2 2-3 0,-3-3-1 15,-2 3 0-15,-5-2 0 0,2-2-1 0,-3 2 2 16,1-2-1-16,-2-1 1 0,1 2-1 0,-2-3-1 16,2-1-3-16,4 0-12 0,-3 0-46 0,4 2-70 15,0-3-42-15,9-2-86 0,-11 3-79 0,11-3-74 16,0 0-357-16,0 0-284 0</inkml:trace>
  <inkml:trace contextRef="#ctx0" brushRef="#br0" timeOffset="147744.19">8163 12725 207 0,'12'-3'490'0,"-12"3"-128"0,0 0-76 0,15-2-68 0,-15 2-33 0,0 0-21 0,0 0-7 0,13 0-5 0,-13 0-14 0,0 0-21 16,8 3-25-16,-8-3-18 0,0 0-16 0,2 8-4 16,-2-8-16-16,0 0-1 0,0 8-9 0,0-8-7 0,0 0-2 15,0 8 32-15,0-8 32 0,0 0 6 0,0 0-16 16,0 0-16-16,0 0-9 0,-14-7-6 0,9 4-2 16,1-3 34-16,-1-4-12 0,0 3-10 0,-1-7-7 15,1 0-7-15,1-1-7 0,1-2-4 0,2-1 8 16,0-2 6-16,2 1 3 0,0 0-14 0,2-3 0 15,1 0 0-15,1 3-4 0,1 1 16 0,-1 2-10 16,2 1-2-16,-1 2-7 0,2-1-4 0,0 3-4 16,1 2 0-16,-1 4-6 0,4-1 1 0,-2 4 8 15,1 2 31-15,2 2-15 0,3 4 3 0,3 2-1 16,-1 4-8-16,-2 3-5 0,6 2-5 0,-5 1-2 16,2 1-7-16,-4 1 0 0,-2-3-2 0,0 1 1 15,-2-1-2-15,-1 1 7 0,-1-3-11 0,-1-1-2 16,-1 0 3-16,0-1-6 0,-2-1-7 0,-1-1-57 15,-1-1-103-15,-1 1-75 0,-2-4-51 0,0 1-99 16,0-1-102-16,0-7-376 0,-6 12-426 0</inkml:trace>
  <inkml:trace contextRef="#ctx0" brushRef="#br0" timeOffset="149692.71">8797 12445 4 0,'1'-9'362'0,"-1"9"-85"0,2-10-44 0,-2 10-23 0,-3-11-22 0,3 11-21 0,0-12-22 0,-2 7-14 0,2 5-14 0,-5-11 2 16,2 5-17-16,2 0-12 0,-3-1-29 0,0 1-1 16,2 1-19-16,-5-2-7 0,2 1-14 0,-4 2 6 15,0 1-15-15,0-1 5 0,-1-1-10 0,-2 4 7 16,2-1-12-16,-5 2 9 0,3 3-12 0,-3 0 4 15,1 0-6-15,-1 4 0 0,1-1 2 0,-2 4 4 16,4-1-10-16,1 1 6 0,-1 1 11 0,4-1 12 16,0 1 15-16,4-3 7 0,2 3-6 0,2-2-1 15,1 0-8-15,4-1 2 0,2 1-7 0,2 0-4 16,3-2-3-16,1 0 7 0,4-1-16 0,-2 0 6 16,3 1-16-16,-1-1 11 0,0-1 0 0,0 2-6 0,1-1 4 15,-3 0-3-15,3 0-5 0,-5 1 3 16,1 0 6-16,0 1-4 0,-4 0-2 0,-1 2 2 15,-2-3-1-15,-2 3-2 0,-3-1 5 0,0 1-5 0,-2-4 7 16,-2 5-4-16,1-3-1 0,-4-2 12 0,1 3 44 16,-2-3 12-16,-1 0-7 0,0-1 19 0,-2-1-12 15,-2-2-12-15,0 1-13 0,-2-2-9 0,2-1-7 16,-3 0-2-16,1-1-11 0,-1 0 0 0,2-1-6 16,3 0 0-16,-3 1-1 0,12 1-8 0,-16-5-11 15,16 5-73-15,-10-6-39 0,10 6-26 0,-2-6-36 16,2 6-28-16,7-8-4 0,-1 1-7 0,3 3 10 15,3-2 11-15,2-1 1 0,-1 1 22 0,2-3 23 16,3 0 28-16,1 2 32 0,0-3 51 0,-2 2 57 16,1-1 39-16,-4 1 20 0,0-1 19 0,-3 3 21 15,0-1 28-15,0 1-7 0,-3 2-11 0,0 0-20 16,-2-2-21-16,1 3-14 0,-7 3-13 0,11-4 52 16,-11 4 26-16,0 0-11 0,14 3-25 0,-14-3 21 15,9 6-8-15,-9-6-12 0,6 8 5 0,-2-4 8 16,-4-4-20-16,7 10-15 0,-7-10-12 0,7 9-13 0,-7-9-7 15,5 9-5-15,-5-9-6 0,4 7-5 0,-4-7-7 16,4 9 0-16,-4-9 7 0,4 4 29 16,-4-4 2-16,0 0 17 0,4 6 20 0,-4-6-3 15,0 0-19-15,0 0-13 0,0 0-12 0,12-3-9 0,-12 3-7 16,8-9-7-16,-4 2-4 0,0 0-2 0,0-2 0 16,-2 1-6-16,1-1 0 0,-2 1-1 15,3 0 2-15,-2 1 4 0,-2 7 1 0,1-10-7 16,-1 10-4-16,3-11-1 0,-3 11-1 0,0 0 1 0,0 0-4 15,0 0 0-15,0 0-3 0,0 0 1 0,-4 8-1 16,3 0 0-16,-2 0 1 0,1 2 1 16,-2-2-1-16,3 3-2 0,0-3 0 0,-2 4 1 0,2-4 1 15,-2 3 2-15,3-1-2 0,-1 0 1 0,1-2-4 16,0 0-15-16,-1 0-106 0,2-1-77 0,-1-7-37 16,0 12-44-16,0-12-34 0,1 11-49 0,-1-11-52 15,0 0-330-15,0 0-258 0</inkml:trace>
  <inkml:trace contextRef="#ctx0" brushRef="#br0" timeOffset="150042.56">9022 12547 227 0,'4'-8'409'0,"1"1"-94"0,0 2-25 0,2 1-34 0,-7 4-22 0,11-7-13 0,-11 7 1 0,13-1-44 0,-13 1-20 0,17 3-21 16,-10 1 14-16,1 1-2 0,2 0-20 0,-2 2-14 16,-2-1-4-16,3 1-14 0,-3 3 14 0,2-3-10 15,-4 2-15-15,1 0-21 0,-1 0-12 0,1-2-8 16,-2 4-7-16,-2-4-8 0,0 0-4 0,-1 0-4 15,-1-1-6-15,-2 0-8 0,1 0 5 0,-3-1-3 16,5-5-2-16,-9 4-3 0,9-4-3 0,-12 2 5 0,12-2-2 16,-12-5-2-16,5-1 0 0,2-3-2 15,0 1 5-15,1-4-7 0,-1 0 3 0,5-1 1 16,0 0-4-16,4-3 3 0,-2 3 1 0,6-1-3 16,0 0 3-16,1 3 1 0,2 2-5 0,2 0 1 15,0 2 0-15,-2 3 2 0,2 1 2 0,0 2-5 16,-2 1 4-16,2 2-1 0,-3 1-5 0,2 1-2 15,-1 4 3-15,-1-1 3 0,1 2-3 0,-3 0 4 16,0 1 0-16,-1 0-5 0,-2 0-2 0,-1-1 2 0,-3 3-5 16,3-1-59-16,-4-1-95 0,0-1-41 0,-4 4-33 15,3-4-68-15,-3 1-61 0,0-3-118 0,0 2-229 16,-1-4-216-16</inkml:trace>
  <inkml:trace contextRef="#ctx0" brushRef="#br0" timeOffset="150677.35">9426 12480 263 0,'0'0'263'0,"0"0"-32"0,-1-6-40 0,1 6-37 0,0 0-29 0,0 0-23 0,0 0 15 0,0 0 42 0,0 0 1 0,0 0-15 0,0 0-18 16,2 11 14-16,1-5-21 0,-2 0-9 15,2 3-20-15,-2-1-17 0,4 1-13 0,-2 1-14 16,-1 0-5-16,-1-1-16 0,2 3-1 0,0-4-6 15,-2 3-3-15,0-4-1 0,0 2 0 0,1-3-1 0,-1 1 18 16,-1-7 26-16,1 10 30 0,-1-10 28 0,3 8-8 16,-3-8-16-16,0 0-21 0,0 0-16 0,0 0-9 15,0 0-8-15,-8-6-6 0,8 6-9 0,-2-12 1 16,-1 3-9-16,2 0-1 0,-1-2 2 0,1-1 6 16,1 0-4-16,0 0-6 0,1-1 4 0,2 2 3 15,0-1-9-15,-1 3 5 0,3-2-6 0,0 4 2 16,3 0-9-16,-2 2 0 0,2-1 1 0,-8 6-2 15,13-2-1-15,-13 2 0 0,17 2 0 0,-11 3-5 16,3-1 6-16,0 4-1 0,-3 0 0 0,3 1-2 16,-4 1 1-16,3-1 1 0,-3 1-1 0,-1 1-3 15,1-1-8-15,-1-1-56 0,-3 1-70 0,3-1-38 16,0-1-48-16,-3 2-52 0,-1-3-64 0,0-2-128 16,-1 3-198-16,1-8-175 0</inkml:trace>
  <inkml:trace contextRef="#ctx0" brushRef="#br0" timeOffset="151291.28">9706 12566 191 0,'0'0'435'0,"5"-7"-73"16,-5 7-49-16,1-7-55 0,-1 7-13 15,3-7-34-15,-3 7-40 0,0-8-34 0,0 8-34 16,4-6-18-16,-4 6-9 0,0 0-17 0,0-9-8 0,0 9-14 15,0 0-5-15,1-7-10 0,-1 7 5 0,0 0-15 16,0 0-7-16,1-6 5 0,-1 6-2 0,0 0 1 16,0 0 0-16,0 0-10 0,0 0 2 15,0 0 3-15,-10-2-3 0,10 2 0 0,0 0 0 0,-9 2 3 16,9-2 0-16,0 0-8 0,-11 2 1 0,11-2 1 16,0 0 2-16,-12 1 3 0,12-1-2 0,0 0-4 15,-9 6 6-15,9-6 7 0,-5 5-4 0,5-5 4 16,-3 6 2-16,3-6 3 0,-1 8-3 0,1-8 3 15,3 9-6-15,-3-9 4 0,2 6 3 0,-2-6 0 16,3 7 8-16,-3-7 13 0,0 0 2 0,5 5-8 16,-5-5-2-16,0 0-3 0,13-3-6 0,-13 3-2 15,10-10 0-15,-2 4 2 0,-2-2-5 0,2-1-3 16,-2-3 4-16,2 3 2 0,-3-4 12 0,3 2 20 16,-1 0 27-16,0 0-14 0,-1 3-7 0,-1 0-14 15,4 2-4-15,0 3-10 0,-9 3 16 0,17 3 27 16,-6 7 42-16,2 5-9 0,2 7 4 0,-2 3-10 15,1 11 19-15,-1 3 3 0,-3 2-15 0,-5 2-11 16,0 2-11-16,-2 2 4 0,-2 2-9 0,-2 1-1 16,-2-3-23-16,1 2-2 0,-3-4-10 0,1-1-11 15,-1-10-6-15,0-2-4 0,-2-1-4 0,0-5-4 16,0-4 0-16,-2-2-5 0,1-4 2 0,-2-3-1 16,0-5 3-16,1-2-6 0,-4-3-2 0,2-3 4 0,-3-4-6 15,0-3-11-15,-3-4 14 0,3-3-13 0,1-4 18 16,-1-4-22-16,7 0 6 0,0-3 24 15,5 0-31-15,2-2-11 0,2-6 1 0,2 0-24 16,4 3-6-16,1 0-9 0,3-1 0 0,0 5-17 0,3 2-24 16,1 0-46-16,-1 4-51 0,-1 4-57 0,1 3-76 15,-1 1-112-15,-2 4-164 0,1-2-297 0,-7 6-471 16</inkml:trace>
  <inkml:trace contextRef="#ctx0" brushRef="#br0" timeOffset="151442.64">9338 13132 829 0,'-16'7'549'0,"1"-3"-132"0,1-1-91 0,0 2-128 0,-3 2-131 0,-3-1-138 0,-2 2-166 0,-3 1-419 0,-6 1-165 15</inkml:trace>
  <inkml:trace contextRef="#ctx0" brushRef="#br0" timeOffset="152778.18">2424 14487 108 0,'0'0'333'0,"0"0"-91"0,0 0-61 0,9 3-34 0,-9-3-29 0,18 0-14 0,-7 0-32 0,7 0-20 0,0 1-31 0,4-1-62 15,2 2-110-15,2 1-225 0,-1 0 167 0</inkml:trace>
  <inkml:trace contextRef="#ctx0" brushRef="#br0" timeOffset="153935.66">2245 12837 396 0,'0'-10'320'0,"0"10"-58"0,0-6-67 0,0 6-31 0,0 0 10 0,0 0 30 0,0 0 17 0,0 0-3 0,0 0-23 16,1 12-11-16,3-1-3 0,0 1-24 0,2 2-19 15,3 6-5-15,0 2-27 0,0 5-24 0,4 0-12 16,-3 3-17-16,0 1-9 0,2-2-10 0,-2 6-7 16,-1-4-4-16,0 0-7 0,-4-1-3 0,3-3-8 15,-4-2-2-15,1-2-51 0,-4-2-55 0,4-4-41 16,-5 1-30-16,0-5-32 0,-2-3-65 16,-1 0-51-16,-1-5-99 0,4-5-185 0,-11 5-116 0</inkml:trace>
  <inkml:trace contextRef="#ctx0" brushRef="#br0" timeOffset="154175.54">2168 12893 435 0,'10'-22'314'0,"5"1"-34"15,-1 3-47-15,1 0-26 0,4 4-21 0,-1 1-8 16,0 3-35-16,1 2-26 0,-1 3-21 0,0 0-3 16,-3 4-17-16,2 1-16 0,-4 0-5 0,3 4-7 15,-3 0-11-15,0 2-5 0,-3-1-5 0,-2 2 7 16,-2 0-22-16,-2 2 18 0,1 0-2 0,-5 0-5 15,-3 1-12-15,-2 1 9 0,-1-2-17 0,-2 2 13 0,-2-1-17 16,-1 1 15-16,-2-2-24 0,-1 1 21 0,0-1-17 16,0-1 18-16,1-2-17 0,0 1 13 0,0-2-12 15,3-2 0-15,1 1-70 0,0-2-40 16,9-2-84-16,-10 1-115 0,10-1-354 0,0 0-175 0</inkml:trace>
  <inkml:trace contextRef="#ctx0" brushRef="#br0" timeOffset="154412.68">2682 12647 532 0,'9'-6'413'0,"-1"1"-88"15,-8 5-81-15,5-3 8 0,-5 3-3 0,0 0 16 16,-8 8-33-16,-2 3 39 0,1-1-33 0,-5 7 1 16,0 5-28-16,-7 5-14 0,2 3-21 0,0 3-22 15,0 5-34-15,1-1-19 0,3 3-25 0,2-2-10 16,0 2-18-16,3 0-10 0,3-6-9 0,4-1-3 15,-1-1-8-15,1-4-1 0,3 1-5 0,3-4-1 16,-1 2-2-16,2-4 1 0,3-1-17 0,0-2-20 16,3-2-31-16,2 0-36 0,2-4-52 0,0-2-60 15,3-2-64-15,-3-3-59 0,1-1-65 0,-1-5-78 16,-1-1-343-16,-2-4-345 0</inkml:trace>
  <inkml:trace contextRef="#ctx0" brushRef="#br0" timeOffset="154825.95">2751 12825 202 0,'3'-9'460'0,"-2"3"-127"15,-1 6-68-15,5-9-63 0,-5 9-29 0,5-7-32 0,-5 7 13 16,0 0 1-16,13-3-22 0,-13 3-28 16,14 3-3-16,-14-3-42 0,15 7 12 0,-6-2-26 15,3-1 4-15,-2 1-21 0,3 1 3 0,-3 1-19 16,3-1 13-16,-2 3-25 0,1-4 18 0,-3 2-5 0,2-1-5 15,-2-2-3-15,0 1-12 0,0-1-17 0,-1 0-42 16,-8-4-11-16,13 2-62 0,-13-2 8 16,12-3-20-16,-12 3 1 0,8-11 9 0,-7 6 7 15,0-5 19-15,1 0 21 0,-4-2 20 0,0 2 53 0,1-2 24 16,-2-2 26-16,2 4 41 0,-2-2 38 0,1 0 12 16,0 2 0-16,0 0-7 0,2 4-23 0,0-2-17 15,2 1-20-15,-2 7 14 0,7-6 4 0,-7 6 31 16,10 2 17-16,-1 0-14 0,0 4 22 0,1 5-14 15,-1-1 10-15,2 5-9 0,1 1-13 0,-3 3-2 16,1 2-23-16,-1 4-6 0,-1 2-21 0,-2 3-4 16,1-2-13-16,-4 4 0 0,0-6-14 0,-3 3 0 15,1-3-4-15,-2 3-4 0,1-4-3 0,-1 2-7 16,-2-4 6-16,2 0 1 0,0-4-3 0,-2 0-9 16,1-3-59-16,-1-2-68 0,3-5-26 0,0 3-42 15,0-4-73-15,0-8-96 0,5 9-466 0,-5-9-373 16</inkml:trace>
  <inkml:trace contextRef="#ctx0" brushRef="#br0" timeOffset="155041.34">3247 12791 407 0,'5'-9'512'0,"0"1"-137"0,-1 5-73 0,-4 3-50 0,5-5-3 0,-5 5 26 0,0 0-41 15,8 6-11-15,-8-6-27 0,4 12 20 0,-3-3-16 0,3 2-29 16,-2 1-27-16,1 4-27 0,-1 2-9 0,2 3-17 15,0 2-20-15,0 2-13 0,0 0-7 16,2 4-16-16,-2-2-1 0,0 3-11 0,2-1-3 0,-2-1-8 16,1-4-8-16,-1 2-103 0,3-4-110 0,-1 0-33 15,0-1-42-15,-2-1-47 0,1-5-52 0,-1 0-53 16,2-3-325-16,-2-3-273 0</inkml:trace>
  <inkml:trace contextRef="#ctx0" brushRef="#br0" timeOffset="155408.23">3601 12969 139 0,'9'-15'513'0,"-1"2"-96"0,-1 3-103 0,-3-2-52 15,1 1-67-15,-5 2-22 0,3-1-52 0,-3 4-5 16,-3-3-38-16,1 0-4 0,-5 3-29 0,0-1 8 16,-2 3-27-16,-2 1 10 0,-1 1-30 0,0 0 19 15,-1 1-15-15,1 2 6 0,-1 1-13 0,0 0 12 16,3 1-21-16,-1 1 22 0,1 2-5 0,4 0-5 15,0 0 11-15,2 2-11 0,1-2 10 0,3 0 3 16,3 4-2-16,2-2-2 0,1 0 2 0,6 1-7 16,-1 2 7-16,2-3 1 0,4 5-1 0,-1-4-6 15,2 2 1-15,1 1 0 0,-2-4-2 0,2 3-12 16,-2-1 10-16,-2 2-9 0,-2-3 11 0,-2 1-15 16,-1 0 17-16,-2 0-14 0,-1 1 16 0,-2-1-11 0,-3 1 21 15,-1-2-8-15,-2 1 12 0,0-1-8 16,-3 1 41-16,-2-3-1 0,-2 2-1 0,2-3-10 15,-3-1-11-15,-1 1-2 0,-2-1-10 0,2-4-3 0,-3 2-5 16,0-1 0-16,-2-4-6 0,2 2-2 0,-2-1-5 16,-1-1-16-16,1-1-59 0,4 0-67 15,-2 0-47-15,1 0-90 0,2 1-99 0,4-3-380 16,6 5-262-16</inkml:trace>
  <inkml:trace contextRef="#ctx0" brushRef="#br0" timeOffset="155807.78">3660 12600 5 0,'-7'-9'727'0,"1"2"-167"0,2 1-133 0,4 6-88 0,-5-8-65 0,5 8-70 0,0 0-37 0,0 0-34 16,0 0-10-16,9 7 19 0,0 0-16 0,0 5 5 15,4 3-18-15,2 5-15 0,2 5-22 0,3 2-7 16,2 5-24-16,-3 2-1 0,0 2 2 0,0 1-16 0,-2 3-7 15,-1 1-8-15,-3-3 5 0,-1 3-12 16,-3-1 5-16,-4-7-11 0,-1 2 7 0,-2-4-8 16,0-4 5-16,-2-1-9 0,-3-1 8 0,-1-2-8 15,-1-4 5-15,0 1-12 0,-4-2-17 0,0-3-56 16,0-3-71-16,0-2-50 0,-1-1-76 0,1-3-64 16,0-1-102-16,9-5-324 0,-18 0-288 0</inkml:trace>
  <inkml:trace contextRef="#ctx0" brushRef="#br0" timeOffset="156042.53">4197 12874 163 0,'0'0'712'0,"0"0"-135"0,0 0-86 0,0 0-68 15,-2-8-81-15,2 8-63 0,0 0-54 0,0 0-45 16,2-8-36-16,-2 8-32 0,5-10-18 0,2 7-19 16,0-2-20-16,3-1-29 0,4 0-86 0,0 0-117 15,4-1-61-15,-1 2-98 0,3-1-86 0,-1 2-419 16,-1 0-382-16</inkml:trace>
  <inkml:trace contextRef="#ctx0" brushRef="#br0" timeOffset="156196.26">4197 13033 23 0,'-4'6'498'0,"4"-6"-108"0,0 0-64 15,0 0-77-15,4 4-28 0,-4-4-32 0,13-7-35 16,-2 4-30-16,4-3-22 0,-1-3-25 0,8 0-15 16,-2 0-19-16,6-2-57 0,2-1-80 0,0 0-93 15,2 0-107-15,-2-2-291 0,-3-1-98 0</inkml:trace>
  <inkml:trace contextRef="#ctx0" brushRef="#br0" timeOffset="156441.31">4659 12491 223 0,'-1'-7'545'0,"1"0"-150"0,0 7-91 16,0 0-23-16,0 0 9 0,0 0-13 0,0 0-7 15,1 13-29-15,3-3-19 0,5 5 6 0,-1 3-43 0,3 6 3 16,2 2-39-16,1 0-23 0,2 6-26 0,0 2-20 15,2-1-17-15,-3-2-7 0,3 2-18 0,-4 2 0 16,3-3-12-16,-6-5-3 0,3 1-4 16,-2-3-6-16,-2-1-49 0,0-3-59 0,-1-2-43 0,0-1-75 15,-3-4-15-15,-2-2-16 0,0-3-16 0,-4-2-19 16,0-7-1-16,-1 7-9 0,1-7-10 0,0 0 1 16,-15-4-5-16,6-6-145 0,-3-1 79 0</inkml:trace>
  <inkml:trace contextRef="#ctx0" brushRef="#br0" timeOffset="156642.44">4726 12821 526 0,'-21'-39'207'0,"5"-4"-31"15,1 4-7-15,4-1-2 0,5 7-8 0,2 0-12 16,4 5-7-16,1 2-23 0,3 1-13 0,5 1 4 16,0 5 10-16,2 0-2 0,3 2-10 0,0 3-8 15,4 4 6-15,-2 2-41 0,0 4 0 0,-2 1-8 16,1 3-8-16,-2 1-6 0,-1 2-2 0,3 3-8 16,-6 1-9-16,0 0 5 0,-1 2-12 0,-3 0 1 0,-4 2-9 15,0-2 7-15,-2 4-15 0,-4 0 16 16,-1-1-18-16,-7 3-8 0,0 1 14 0,-2-1 3 15,-3-2-5-15,0-3 8 0,0 4-11 0,0-5 4 16,0 1-6-16,4-1-1 0,3-2-45 0,-2-1-52 0,4-2-70 16,1 1-53-16,-1 0-95 0,9-5-357 0,-7 2-188 15</inkml:trace>
  <inkml:trace contextRef="#ctx0" brushRef="#br0" timeOffset="156891.09">5123 12389 323 0,'0'0'454'16,"4"-8"-85"-16,-4 8-49 0,0 0-2 0,-9-2 0 15,9 2-17-15,-14 8-13 0,4-1 11 0,-2 2-22 16,1 4-20-16,-2 4-36 0,0 5-30 0,-1 1 5 16,1 2-37-16,4 1-34 0,2 2-28 0,2-4-20 15,2 1-13-15,2-1-11 0,2 0-8 0,4-1-8 16,3-2-6-16,1 1-10 0,5-2 3 0,4-1-13 15,2-1 5-15,3-4-12 0,3-1-53 0,2-5-75 16,-4 0-89-16,3-3-73 0,-4-3-44 0,0-1-66 16,1-2-70-16,-3-1-483 0,-1-3-533 15</inkml:trace>
  <inkml:trace contextRef="#ctx0" brushRef="#br0" timeOffset="157258.62">5275 12441 484 0,'-2'-5'407'0,"2"5"-80"0,-7-6-33 16,7 6-6-16,0 0-3 0,0 0-10 0,0 0-34 16,12 0-34-16,-3 3-24 0,0 1-28 0,5 0-24 15,1 2-24-15,5 2-17 0,0 1-14 0,0-1-22 16,2-2-2-16,-4 3-18 0,2 0-11 0,-3-1-1 16,-2-2 0-16,-1-1-10 0,0 1-2 0,-2-1-1 0,-3-2-8 15,-9-3-36-15,15 0-38 0,-15 0-21 16,10-4 12-16,-6-2 9 0,-3-2-16 0,1 1 25 0,-4-6 15 15,1 0 12-15,-4-1 7 0,1-3 5 0,-2-2 5 16,-1 0 5-16,-3 0 36 0,5 4-2 16,-1-1 53-16,0 3-3 0,1 0 2 0,0 2-24 15,3 3-1-15,-1 2-23 0,3 6 7 0,-5-5-8 0,5 5 8 16,0 0 41-16,-4 12 12 0,4-2 19 0,1 5 34 16,2 2-21-16,0 4-25 0,2 1-7 0,1 4-21 15,-1 1-6-15,3 3-19 0,0-3 0 0,0 2-12 16,0-2-7-16,1 0-2 0,-2-4-2 0,1-2-4 15,0 2-12-15,0-4-118 0,-2 0-116 0,2 1-54 16,-3-5-52-16,-1 1-41 0,-3-4-48 0,3-1-421 16,-3-1-399-16</inkml:trace>
  <inkml:trace contextRef="#ctx0" brushRef="#br0" timeOffset="157611.42">5684 12545 207 0,'12'-4'437'15,"-12"4"-85"-15,21 0-31 0,-12 2-56 0,2 1-20 16,-1 1-6-16,0 0-8 0,-1 3-45 0,1-2-22 16,-2 1-1-16,-2 2-23 0,3-2-21 0,-5 1-13 15,2-1-18-15,-1 0-10 0,-1-3-11 0,-4-3-10 16,3 8-10-16,-3-8-10 0,0 0-2 0,-8 6-10 16,8-6-8-16,-14-6 4 0,5 2-8 0,-1-3 1 15,-1-4-9-15,-4-3 1 0,0-2-2 0,0-5 2 0,-3-3-2 16,-1-4 6-16,1-1-7 0,5 3 42 15,2-2 25-15,0 3 9 0,6 4-16 0,2 0-7 16,2 4-19-16,4 1-1 0,2 3-10 0,3 1-2 16,3 2-10-16,3 3 1 0,3 5-7 0,-1 2 1 0,5 0 4 15,-1 5-5-15,2 3 1 0,1 2-4 0,0 5 3 16,0-1-4-16,-1 3-4 0,-3 3 4 16,-1-1-2-16,-3 2 0 0,-3-3-2 0,-2 1 1 0,-1-2-2 15,-4 0 1-15,-3 0-3 0,0-1-6 0,-4 1-36 16,0-2-87-16,-2 1-93 0,0-3-29 0,-3-1-49 15,-1 1-53-15,2-3-49 0,0-3-392 0,3-2-322 16</inkml:trace>
  <inkml:trace contextRef="#ctx0" brushRef="#br0" timeOffset="157958.92">6042 12343 294 0,'9'-15'537'0,"0"3"-112"15,-3 1-61-15,2 1-36 0,-3 1-26 0,0 1-71 16,0 0-30-16,-1 2-50 0,0 0-18 0,-4 6-39 15,1-10-7-15,-1 10-22 0,-5-4-7 0,5 4-20 16,-13-3-10-16,13 3-1 0,-16 3 6 0,7 0-18 16,-4 1 8-16,0 3-17 0,0 0-1 0,3-1-5 15,0 3 6-15,0-3 0 0,2 1 8 0,4 0 2 16,0 1 2-16,3-1 8 0,1 0 0 0,5 2 1 16,-1-1-2-16,4-1-2 0,3 3 1 0,1-4 6 15,3 1 15-15,-1 2 1 0,1-3-9 0,1 3-3 16,-1-4-1-16,2 4-13 0,-2-2-3 0,-1-1-1 15,-1 2-3-15,0 0-2 0,-3 0 11 0,0 1-16 16,-2 0 6-16,-2 0-12 0,-2 0 8 0,-1 1-9 0,-3 0 7 16,0 1-6-16,-3 0 8 0,-1-1-8 15,-2-1-4-15,-1 1 1 0,-1 1 3 0,-2-4 3 16,3 2-6-16,-2-4 2 0,0-1 0 0,-1 0-5 0,-2-1-32 16,12-3-55-16,-19 2-69 0,10-5-30 15,-1-1-34-15,1 1-42 0,1-3-66 0,-2-3-46 0,5-1-355 16,-1-3-240-16</inkml:trace>
  <inkml:trace contextRef="#ctx0" brushRef="#br0" timeOffset="158175.44">6108 12191 253 0,'12'-13'475'0,"-2"6"-95"0,0-2-47 0,3 3-31 16,0 3-30-16,0 0 11 0,-1 3-47 0,1 3 3 16,3 0-20-16,-2 5-27 0,2 3-19 0,0 4-29 15,-1 2-22-15,-1 3-31 0,3 3-13 0,-5 2-17 16,1 3-10-16,-1-3-15 0,-5 5-1 0,2-1-10 15,-5-4-3-15,-3 0-6 0,-2 2-1 0,0-2-8 16,-4-2-10-16,-8 5-34 0,0-3-73 0,-9 3-43 16,-2-3-33-16,-5-2-11 0,-3 1-18 0,-4 0-21 15,-1-4-14-15,-4-1-15 0,-5 0-20 0,-10 3-10 16,-5-1-23-16,-6-1-156 0,-3-2 39 0</inkml:trace>
  <inkml:trace contextRef="#ctx0" brushRef="#br0" timeOffset="158391.79">5305 12943 751 0,'-76'17'117'0,"-3"0"3"0,0 1-13 0,-1 1 18 16,5 3 1-16,1-3-3 0,5 1 3 0,7 1 49 15,14-6-36-15,6 1 39 0,6-4-5 0,8-3 41 16,5 1 24-16,9-4 8 0,5-4 13 0,9-2-41 16,0 0-32-16,11 6-37 0,9-7-3 0,14-4 6 15,12-3-22-15,8-3-6 0,16-4-9 0,12-3-22 0,6-3-9 16,23-4-12-16,4-2-6 0,4 0-21 0,-1 0-1 16,-3-1-14-16,1 1 5 0,-2 0-11 15,-4 0-2-15,-22 7-5 0,-4 1-2 0,-3 1-3 0,-10 4-4 16,-9-2-3-16,-14 8 2 0,-12 0-15 0,-4 2-42 15,-9 3-19-15,-5 2-47 0,-18 1-86 0,14 3-62 16,-14-3-58-16,-13 10-44 0,-7 2-43 16,-12 4-78-16,-8 1-371 0,-2 3-406 0</inkml:trace>
  <inkml:trace contextRef="#ctx0" brushRef="#br0" timeOffset="158841.74">5063 13404 371 0,'-6'-4'622'0,"2"-1"-96"16,4 5-53-16,-8-8-41 0,8 8-83 0,-6-7-41 15,6 7-40-15,-5-5-14 0,5 5-19 0,0 0-20 16,0 0-15-16,7 4-36 0,-2 1-34 0,2 4-23 16,-1 0-22-16,3 3-19 0,-1 2-12 0,1 3-10 15,-3 2-8-15,3-2-11 0,-3 2-3 0,0-3 2 16,-3 1-10-16,0-2-1 0,1 1-6 0,-3-4 3 15,-1 1-10-15,0-3 6 0,0 0-6 0,-1 0 7 16,-3-2-7-16,0 0 6 0,0-2-7 0,-1-1 8 16,5-5-7-16,-14 1 4 0,14-1-4 0,-18-6 4 15,8-2 1-15,0-3-3 0,1-5 1 0,1-3-4 16,1-4 2-16,0-5 2 0,3-3-5 0,3-2 2 16,2 0 0-16,3-1 0 0,3 1 0 0,0 4 0 0,2 0 1 15,3 4 1-15,0 0-2 0,0 7 0 16,-1 2 0-16,2 2 0 0,0 3-2 0,-2 3 0 15,2 2 3-15,-4 2-5 0,3 3 0 0,-12 1 0 16,15 0 3-16,-15 0-2 0,14 7 0 0,-14-7 1 0,8 10 2 16,-7-4-1-16,-1 1 0 0,-4 1 7 0,0 3-8 15,-2-1 6-15,-3 2-8 0,0-1 11 0,-2 0-13 16,0 0 2-16,1-1-11 0,-3 2-31 0,3-3-46 16,0 0-54-16,-3 0-68 0,7-2-62 0,-2-1-30 15,2 0-53-15,-2 0-23 0,3-1-59 0,5-5-440 16,-4 7-436-16</inkml:trace>
  <inkml:trace contextRef="#ctx0" brushRef="#br0" timeOffset="159342.47">5441 13118 93 0,'0'-9'616'0,"-2"1"-128"0,-2-2-139 0,0 5-21 0,-1 1-39 0,5 4-16 0,-10-7-22 0,10 7 33 16,-17 3-31-16,6 2-2 0,-1 3-18 0,-2 3-10 16,1 2-39-16,1 4-20 0,0 1-2 0,3 3-39 15,0 2-19-15,4 1-23 0,4-1-11 0,2 6-18 16,4-1-2-16,5 1-15 0,2-1-8 0,6 2-6 16,2-3-4-16,6 0-5 0,3-5-2 0,3-3-31 15,0-2-113-15,3-2-116 0,-5-4-95 0,1-2-96 16,-4-5-95-16,-2-1-498 0,-2-3-647 0</inkml:trace>
  <inkml:trace contextRef="#ctx0" brushRef="#br0" timeOffset="159708.82">5841 13141 50 0,'-6'-13'632'0,"2"3"-184"0,2 1-73 15,-1 1-96-15,-1-2-23 0,2 6-64 0,-1-1 22 16,-1 0-35-16,4 5-9 0,-11-6 13 0,11 6-27 15,-14-2-31-15,14 2-9 0,-18 3-30 0,6 0-11 16,3 2-15-16,-5 1-9 0,3 1-8 0,-3 2-13 16,2-1-2-16,2 2-8 0,-3-1-4 0,4 1-2 15,3-2 3-15,-1 1-6 0,1-1 2 0,5 0-10 16,0 0 10-16,2-1-8 0,1 2 5 0,5-2-9 16,-1 1 13-16,4-1-7 0,3 1 10 0,-1-1-14 0,0-1-3 15,4-2 2-15,-2 3-1 0,2-2-2 0,0 0 4 16,0 0 0-16,0 2-6 0,-1-1 10 0,-1 0-11 15,0 0 8-15,-1 1-8 0,0 1 9 0,-2-1-6 16,-2 0 2-16,0 1-3 0,-4-1 6 16,2 0-7-16,-4 1 7 0,0 0 2 0,-3-1 9 0,0-7-6 15,-1 12 13-15,-3-5 1 0,-1-3-2 0,-3 2-3 16,-1-1 5-16,0-1-15 0,0 1 0 16,-3-3-2-16,1 1-6 0,-2-1 8 0,1-1-59 0,0 2-97 15,-2-3-73-15,4-2-74 0,0 1-113 0,0-2-524 16,0-1-507-16</inkml:trace>
  <inkml:trace contextRef="#ctx0" brushRef="#br0" timeOffset="159910.59">5938 13020 618 0,'20'-5'460'0,"-1"2"-57"0,0 2-71 16,-1 2-3-16,0 2-22 0,-2 2-37 0,2 3-28 0,0 3-28 15,-1 2-5-15,-2 1-28 0,-1 3-15 16,-2 1-30-16,0 0-26 0,-1 2-20 0,-2 0-13 15,-2 2-23-15,-2-1-4 0,-1-1-13 0,-3 1-4 16,-2 0-11-16,-1 2-7 0,-5-2-8 0,0-1-28 0,-5-1-86 16,-1 3-65-16,-6-2-51 0,0-2-39 15,0-2-46-15,-4 0-56 0,-1-3-75 0,-2-1-343 16,-1-2-301-16</inkml:trace>
  <inkml:trace contextRef="#ctx0" brushRef="#br0" timeOffset="161392.69">6903 12184 145 0,'-6'-16'414'0,"-4"-2"-88"0,-2 1-59 16,-2-4-32-16,-2 0-31 0,-4-1-30 0,-5-4-18 0,-2 1-11 16,-5-2-13-16,-1 2 2 0,-12-6-19 0,-2 1 3 15,-4-3-23-15,-4 4-18 0,0-2-6 0,-4 1 8 16,-1 1 0-16,0-2-13 0,-2 4-16 0,0 1 12 15,-3 1-29-15,-3 3 10 0,-1 3-29 0,-3 0 18 16,-3 4-18-16,-3 0 9 0,-1 5-18 0,-1 1 15 16,0 2-19-16,-3 1 17 0,1 2-21 0,-5 4 17 15,-1 0-17-15,-4 0 10 0,0 4 2 0,-3 0-4 16,2 3 0-16,0-1-1 0,1 1 3 0,0 1 2 16,1 2-8-16,3-2-3 0,0 3 0 0,2 0 2 15,-1 1-2-15,4 0-5 0,0 1 10 0,5 0-2 16,0 1-5-16,3 0 7 0,-1 3-7 0,2-3 6 15,0 2-8-15,0-1 2 0,1 0 4 0,-2 0-6 0,1-1 4 16,-1-1-1-16,1 0-2 0,3 1 3 16,-2-1-2-16,4-1 0 0,1 0 0 0,-1-1 4 15,3 1-8-15,-1-1 6 0,11-3 20 0,1 1-26 0,-2-1 21 16,0 0-21-16,1 1 22 0,4-1-29 0,-3-1 28 16,1-2-26-16,3 4 21 0,2-3-6 0,2 3 6 15,1-1-25-15,0 0 26 0,1 4-25 0,-1-1 24 16,3 1-26-16,-3 3 34 0,1-1-38 0,-1 2 31 15,1 0-24-15,1 1 11 0,-1 1-3 0,0 1 19 16,-6 5-30-16,9-2 29 0,0 0-30 0,1 0 29 0,1 0-27 16,2 2 27-16,2-1-24 0,3-1 27 0,1 2-11 15,4-1 4-15,2 1 44 0,6-3 1 0,1-2-7 16,2 3 4-16,2-3-6 0,1 3-3 0,2-3 7 16,3 2 16-16,1 0-11 0,2 2-14 0,0 0-3 0,2 1-38 15,0 3 38-15,0 2-42 0,2 3 36 16,-1 0-33-16,0 3 3 0,2-1 32 0,0 2-42 15,1 2 40-15,1 1-41 0,2 5 38 0,1 1 6 0,2-1-8 16,3-1 5-16,4 0 5 0,1 0-1 0,5-1 3 16,3-3-6-16,5 5-1 0,6-1-33 0,2-2 49 15,5-4-21-15,1-2 35 0,5 0-32 0,-1-3 37 16,3-2-34-16,1-2 4 0,2-3-6 0,3 0 4 16,2-3-2-16,0-1 1 0,4-2 20 0,3-2 2 0,3-2-11 15,2 0-5-15,0-2 2 0,2 1-5 0,4-3-7 16,-3 0-2-16,3-1-8 0,1-1 5 0,3 1-11 15,3-1 14-15,2-1-9 0,-3 2 9 0,4-2-6 16,1 1 6-16,-3 2-10 0,-2-1 6 0,-2-1-15 16,-1 2 21-16,-3 2-21 0,1-2 11 15,-3 1-8-15,-3 2 7 0,1-3-11 0,-3 2 9 0,-2 0-4 16,-1-1 41-16,-9-3-17 0,1 1 3 0,0-1-15 16,-1-3 12-16,3 3-22 0,-1-4 19 0,1 0-16 15,-1 1 14-15,3-3-6 0,-1 1 28 0,0-2-29 16,-3 1 18-16,0-2-26 0,-1 0 23 0,0 1-37 15,-1-2 30-15,-3 0-33 0,1 0 2 0,1-2 2 16,-3 2 2-16,-1-1 0 0,4-2 3 0,-2 2-6 16,1-2 4-16,3 0 4 0,-1-2-6 0,4 1-1 15,0-1-1-15,2 0 2 0,11-1-2 0,-13 0 2 16,3 1-1-16,-4-2 2 0,-1 1 2 0,0 2 0 16,-1-3-3-16,-2 1 4 0,-2 0-2 0,-4 1-1 15,2-2-1-15,-3 1-1 0,-3 0 1 0,-2-1 2 16,-5 1 3-16,2-1 0 0,4-2-7 0,-2 1 2 15,2-2-18-15,-2 0 21 0,0 1-18 0,-1-1 25 16,2-1-23-16,-1-2 29 0,-1 2-32 0,2-1 31 16,-3-2-28-16,1 2-2 0,-1-1 4 0,-1 0 8 0,-2 0-1 15,-5 2-1-15,1 0 2 0,-2 1 1 0,1-2-3 16,-2 3 32-16,-1-1-35 0,0 0 32 16,-4 1-31-16,0 0 30 0,0-1-28 0,0-1 43 0,-2 0-19 15,4-1 43-15,-2-2-48 0,-5 2 44 0,3-4-6 16,0 2-10-16,-3-2-4 0,1-3-10 0,-1 1-2 15,0-1-5-15,-1-2-5 0,0 0-3 16,2-2-2-16,-1 1-4 0,0-2 2 0,0-2-3 0,1 2 2 16,0-4-44-16,-2 2 46 0,1-2-43 0,-3 2 50 15,0 2-43-15,0-2 3 0,-2-2 8 0,-1 1-1 16,1 1 8-16,-3 0-2 0,-2-2 5 0,-2 2-1 16,2 1 41-16,-5-2-44 0,1 2 40 0,-1-3-49 15,-2 2 44-15,1-3-45 0,-2 0 45 0,0-1-5 16,-2-2-41-16,1-2 38 0,0 0-46 0,-2 0 49 15,2 0-47-15,-2 1 47 0,-3-1-46 0,0-1 47 16,-1-3-46-16,-3-1 2 0,-3 2 5 0,-1 2 6 16,-5-1 2-16,0 1 0 0,-6 0 41 0,-1 2-46 15,-9-6 42-15,1 2-48 0,-7 2 43 0,-1 3-7 16,-2-3-5-16,-4 3 9 0,-5 2-49 0,-3 0 37 16,-5 2-2-16,-3 1 0 0,-5 0-4 0,-4 0-2 0,-5 2 4 15,-2 0-7-15,0 0-1 0,-5 1-37 16,-4 1 44-16,-16-2-44 0,-2 1 46 0,15 7-48 0,-5 2 41 15,0 2-47-15,1 1 28 0,-2 5-47 0,-2 3-48 16,-5 4-65-16,-5 4-74 0,-23 7-94 0,3 6-81 16,-3 8-71-16,0 3-120 0,-5 7-443 15,-1 2-679-15</inkml:trace>
  <inkml:trace contextRef="#ctx0" brushRef="#br0" timeOffset="165141.71">6494 12681 201 0,'4'-5'312'0,"-4"5"-78"0,9-6-64 0,-9 6-65 0,4-5-69 0,-4 5-63 0,0 0-82 0,0 0-180 0,0 0 257 0</inkml:trace>
  <inkml:trace contextRef="#ctx0" brushRef="#br0" timeOffset="165340.69">6308 12584 67 0,'-4'-7'353'16,"1"-1"-108"-16,1 3-51 0,2 5-52 0,-5-11-39 16,5 11-34-16,-3-7-18 0,3 7-17 0,0 0-11 15,0-7-25-15,0 7-25 0,0 0-23 0,0 0-31 0,0 0-35 16,9 5-199-16,-9-5 226 0</inkml:trace>
  <inkml:trace contextRef="#ctx0" brushRef="#br0" timeOffset="165825.01">6244 12548 208 0,'0'0'241'0,"0"-7"-52"0,0 7-31 0,0-7-32 16,0 7-8-16,0 0-21 0,1-7-13 0,-1 7-25 15,0 0-6-15,0 0-15 0,0-8-2 0,0 8-11 16,0 0 1-16,0 0-9 0,0 0 5 0,4-4 7 16,-4 4 10-16,0 0-4 0,0 0 9 0,0 0 12 15,0 0 16-15,0 0-8 0,8 3 1 0,-8-3-15 16,0 0 8-16,6 5 3 0,-6-5 8 0,6 6-20 15,-6-6 5-15,7 8-8 0,-2-1 14 0,-1 0-12 16,1 1 19-16,0 2-14 0,0 2 10 0,1 1 0 16,1 1 11-16,1 5 4 0,2 0-4 0,-1 1 17 15,2 3-18-15,3 0 16 0,2 1-5 0,0-2-13 16,6 6 3-16,0-2-17 0,2 2 11 0,0-2-6 16,3 2 17-16,0 0-12 0,1 0-9 0,4 1 3 15,0 0 1-15,6 7 3 0,-2 0-2 0,1 2-1 16,-1-1-18-16,0-1 1 0,-7-3-16 0,1 1 3 0,-1-2-10 15,-2 0 13-15,0-2-17 0,-3-2 6 16,-1-1-8-16,-7-6-4 0,2-2-2 0,-5-2-1 0,-1-3-2 16,-2-1-1-16,-1-2-1 0,-1-1 0 0,-1-1-1 15,-2-2-3-15,0 0 3 0,0-1-2 0,-1-1-6 16,0 1-40-16,-4-6-83 0,5 7-94 16,-5-7-58-16,0 0-66 0,-1 6-46 0,1-6-72 0,0 0-332 15,-15 0-319-15</inkml:trace>
  <inkml:trace contextRef="#ctx0" brushRef="#br0" timeOffset="166092.07">6718 13530 409 0,'-10'0'358'0,"10"0"-69"0,0 0-9 0,-13-1-31 0,13 1-5 0,0 0-19 0,-9-1-8 0,9 1-37 0,0 0-18 0,0 0-18 16,0 0-14-16,0 0-5 0,0 0-16 0,18 1-21 15,-9 2-19-15,1 0-11 0,5 2-10 0,1 0-6 16,0 1-13-16,1 0-4 0,2-1 2 0,-2 1-4 16,-2-1-10-16,4 0 1 0,-3 0-3 0,0-1-2 15,0-1-3-15,0 1 0 0,-2-1 2 0,0-1-4 16,-1-1-1-16,0 1 1 0,0-2-7 0,-3 1-52 0,3 1-59 16,-13-2-39-16,15 0-35 0,-15 0-39 15,15-3-24-15,-15 3-6 0,8-3-13 0,-8 3 13 16,3-8 10-16,-3 8-7 0,-2-11-168 0,1 2 113 15</inkml:trace>
  <inkml:trace contextRef="#ctx0" brushRef="#br0" timeOffset="166257.82">7011 13415 5 0,'-3'-13'400'0,"3"1"-42"0,0 2-47 15,0 2-12-15,-1 0-55 0,1-1-25 0,0 9-43 16,0-12-30-16,0 12-21 0,-3-10-28 0,3 10 14 0,0-6 8 16,0 6-21-16,0 0 23 0,0 0-7 15,0 0-20-15,4 6-22 0,-4-6-10 0,0 13-15 16,0-7-2-16,-1 6-11 0,-3 0-7 0,3 2-5 15,-3 1-4-15,0 2-4 0,-1 0-7 0,-3 2-53 0,2 0-87 16,-2 1-116-16,1 1-66 0,-1 0-519 0,-1-1-373 16</inkml:trace>
  <inkml:trace contextRef="#ctx0" brushRef="#br0" timeOffset="167272.45">6929 14074 141 0,'0'0'253'0,"4"-5"-138"0,-4 5-97 0,0 0-93 0,0 0-70 0,0 0 39 0</inkml:trace>
  <inkml:trace contextRef="#ctx0" brushRef="#br0" timeOffset="176657.68">26547 6753 378 0,'4'-15'535'0,"0"2"-84"0,0 1-84 0,4-2-35 16,-3 0-29-16,1-1-18 0,2 4-5 0,1-3-14 15,-2 3-11-15,0-1-28 0,-1 3-33 0,-2 0-38 16,4 2-29-16,-3 1-26 0,-5 6-17 0,11-1 24 16,-4 5 7-16,3 6 16 0,-1 3-24 0,1 4 4 15,0 5-35-15,1 6-8 0,-1 1-16 0,1 11 7 16,-2-2-29-16,0 3 10 0,-2 1-22 0,-1 1 10 15,0 1-17-15,-2-1 21 0,1-1-33 0,-1-2 16 0,1-4-21 16,-1-3 5-16,0-2-37 0,0 0-57 16,0-6-74-16,-2-1-90 0,3-2-60 0,-1-4-86 15,-3-2-56-15,2-3-41 0,-2-4-464 0,-1 0-553 16</inkml:trace>
  <inkml:trace contextRef="#ctx0" brushRef="#br0" timeOffset="176924.42">26583 6878 301 0,'-5'-48'564'0,"8"0"-125"0,1 4-102 0,6 3-68 0,3 3-58 0,4 2-37 0,4 5-39 0,3 3-17 0,2 2 6 15,2 5 9-15,-3 5 6 0,2 3 11 0,4 3 11 0,-4 4-14 0,0 3-21 16,1 5-13-16,-1 2-12 0,1 5-19 0,-3 2 4 16,-2 5-8-16,-4 1-9 0,-1 2-9 0,-4 2-8 15,-3-1-6-15,-4 1-2 0,-4 1-9 0,-3-2 2 16,-4 2-7-16,-7 4 3 0,-2-1-10 0,-6-2-1 15,-6 2-7-15,-2-3 3 0,-3-3-5 0,0-3 1 16,2-4-4-16,-1-3 2 0,3-2-6 0,1-3 1 16,-1 0-6-16,7-4-23 0,0-2-54 0,2-1-81 15,3-2-79-15,5-1-74 0,4-1-101 0,1-3-95 16,7 0-380-16,1-3-444 0</inkml:trace>
  <inkml:trace contextRef="#ctx0" brushRef="#br0" timeOffset="177157.44">27299 6514 511 0,'15'-5'618'16,"-4"0"-140"-16,-4 2-82 0,-7 3-44 0,10-6-48 15,-10 6-11-15,0 0-15 0,0 0-32 0,-12 6-1 16,0 2-16-16,-1 2-16 0,-6 5-24 0,-1 4-24 16,-3 6-17-16,-2 1-10 0,4 4-41 0,2 2-12 0,3 2-11 15,5 1-7-15,3-3 6 0,6-1-31 16,2-1 10-16,3 3-28 0,7 4 23 0,5-1-32 15,1-4 17-15,6 1-25 0,2-1 15 0,4-4-20 16,2-1-1-16,2-4-62 0,1-2-65 0,0-4-106 0,-5-3-107 16,2-4-59-16,-6-3-100 0,-4-3-112 0,-2-4-383 15,1-4-592-15</inkml:trace>
  <inkml:trace contextRef="#ctx0" brushRef="#br0" timeOffset="177507.94">27627 6767 311 0,'0'-11'679'15,"0"3"-179"-15,0 8-110 0,2-8-71 0,-2 8-32 16,0 0 6-16,4 7-25 0,-2-1-18 0,1 4 7 16,2 5-13-16,-3 1-25 0,3 4-50 0,0 2-30 0,1 3-27 15,-2 2-21-15,1 2-19 0,-2-4-17 0,1 2-9 16,-1-2-3-16,-1-2-13 0,0-2-6 0,0-3-4 16,-2-2 0-16,0-2 1 0,0-3 9 15,0 1-2-15,0-5 4 0,-2-1-5 0,2-6-3 0,-8 5-2 16,8-5 0-16,-11-10-2 0,5 2-4 0,1-6-3 15,-3-2-14-15,2-4 10 0,1-5-10 16,1-5 5-16,3-2 5 0,1-4-10 0,3-1 5 16,3-6-3-16,3 3 0 0,0 0-1 0,2 2 3 15,3 10-4-15,-1 2 2 0,1 3-1 0,0 7 1 0,0 3 0 16,0 4 0-16,2 5 4 0,-4 4 16 16,6 3 13-16,-5 4 27 0,6 6-23 0,-2 2 22 15,2 3-35-15,-2 2-4 0,-1 4 0 0,0 3-8 0,-1-1 1 16,-3 2 1-16,0 0 28 0,-3-1-43 0,0 2 17 15,-2-4-50-15,-1-2-47 0,-4-1-78 0,0-4-83 16,-4 1-97-16,0-4-64 0,-4 0-86 0,-1-2-68 16,-2-5-449-16,-2 3-605 0</inkml:trace>
  <inkml:trace contextRef="#ctx0" brushRef="#br0" timeOffset="178013.52">27672 6942 67 0,'-5'-8'634'0,"5"0"-156"16,3 2-133-16,3-1-49 0,2 3-60 0,3-2-10 15,6-1-54-15,3-1-2 0,3 4-30 0,3-5 7 16,4 2-22-16,5 0-3 0,5-4-36 0,2 3-6 16,1-2-28-16,-2 1-1 0,-1-1-23 0,-1 0-5 15,-5 1-7-15,-2-1-4 0,-2 1-8 0,-2 0-2 16,-3 2 10-16,-4-2-11 0,-3 0-2 0,-4 3-2 16,0 0 1-16,-5-1 0 0,1 2 1 0,-4-1-4 15,-6 6 6-15,7-6 7 0,-7 6-2 0,0 0 7 16,0 0 20-16,0 0 22 0,0 0 15 0,0 0 6 15,0 10 9-15,0-3 12 0,0 3 23 0,0 1-14 16,0 3 5-16,3 2-9 0,-2 2-15 0,4 0-4 16,0 2-11-16,-1 0-13 0,1-1-12 0,0-1-7 15,-1-1-9-15,0-1-6 0,0-1-4 0,1-2-5 16,-4-1-1-16,3-4 12 0,-3 2 31 0,2-3 30 16,-3-7-13-16,1 9-15 0,-1-9-9 0,0 0-5 0,0 0-35 15,-9-7 18-15,7-1-19 0,-2-3 20 16,0-2-22-16,0-2 2 0,2-2-3 0,0-4 30 15,2-5-23-15,0 1 18 0,2-3-7 0,3-5-7 16,2 0 0-16,4-4-11 0,1 2 3 0,4 2-1 16,-1 8-3-16,0 2-5 0,2 2 6 0,2 3-8 15,-3 6 6-15,1 2 0 0,1 4 13 0,-1 4 17 16,-2 2 1-16,3 2 5 0,1 7 5 0,-1 1-8 16,-1 3-34-16,-2 1 50 0,-1 3-44 0,-1 5 46 15,0-3-51-15,-3 2-1 0,-1 4 1 0,-1-2-2 0,-2 0 0 16,-2 1 44-16,0-2-54 0,0 1 41 0,-2-1-53 15,1-3 11-15,-1-1-98 0,2-1-41 16,-3-2-71-16,0-1-89 0,1-3-54 0,0 0-28 16,0-3-66-16,0-2-86 0,-2-6-544 0,7 8-703 15</inkml:trace>
  <inkml:trace contextRef="#ctx0" brushRef="#br0" timeOffset="178943.91">29010 6661 402 0,'8'-5'549'0,"1"0"-118"0,-9 5-22 0,13-3-19 0,-13 3-32 0,11 6-14 0,-6 0 2 0,0 1-28 0,0 1-19 16,-2 2-44-16,0 2-31 0,0 2-57 0,1 0-30 0,-1 3-14 15,-2 0-35-15,5 2-6 0,-4-3-29 16,0 1 1-16,-1 0-6 0,2-1-13 0,-2-3-3 16,1-1-6-16,-1 1-4 0,0-4 6 0,-1 1 13 0,3-2 24 15,-3-1-20-15,0-7 27 0,-2 7-47 16,2-7 25-16,0 0-42 0,-5-3 32 0,0-4-42 0,3-2 0 15,-6-4 4-15,4-1 4 0,-1-3 26 0,-1-5-38 16,-1 0 26-16,1-6-2 0,1-1 6 0,2 1-3 16,1 0-1-16,3 0 0 0,3-5-7 0,2 2 5 15,2 1-2-15,3 1-2 0,6-4 1 0,-2 8-3 16,2 0 3-16,1 4-3 0,2 2 1 16,-1 3 2-16,-1 3-5 0,0 4 8 0,0 0-10 15,0 5 1-15,-4 2 2 0,1 1-4 0,-2 4-2 0,2-2 2 16,-2 6-4-16,0-1 1 0,-3 4-1 0,-1-1 3 15,0 1-5-15,-3 1 1 0,0 1 3 0,-2 0-3 16,-1-1-1-16,-1 1 1 0,0 1 2 0,0 1 4 16,-1-3-10-16,-1 3 4 0,1-1 0 0,0-1-2 15,1 0 7-15,1 1-6 0,-3-2 3 16,2 1-43-16,0-1 52 0,-2-1-37 0,0-1 36 0,1-1-44 16,1 0 48-16,-1-2-43 0,0-1 49 0,-1-5-39 15,0 12 57-15,0-12-39 0,2 9 54 0,-2-9-39 16,1 9 49-16,-1-9-12 0,0 0-10 0,-3 4-8 15,3-4-8-15,0 0-7 0,0 0 0 0,0 0-2 16,0 0-5-16,-7 3 2 0,7-3-5 0,0 0 1 16,0 0-5-16,0 0 1 0,0 0-2 0,0 0 6 15,0 0-10-15,0 0 1 0,0 0-2 0,0 0-1 16,0 0 3-16,0 0-1 0,-10 2 0 0,10-2-2 16,0 0-1-16,0 0 0 0,0 0-1 0,0 0-1 15,0 0 0-15,0 0 2 0,-15 2-6 0,15-2 6 16,0 0 6-16,-16 0-1 0,16 0-6 0,-12 1 1 15,12-1 0-15,-11 2 2 0,11-2 0 0,-16 2-1 16,16-2 1-16,-14 4 0 0,4-2-45 0,1 1 57 16,0-1-50-16,-2 2 53 0,2-2-45 0,0 2 49 15,-1-2-48-15,2 0 47 0,8-2-49 0,-14 6 47 16,14-6-44-16,-11 3 49 0,11-3-53 0,-11 3 55 16,11-3-50-16,-8 3 49 0,8-3-44 0,0 0 44 15,0 0-44-15,0 0 46 0,0 0-49 0,0 0 51 16,15 2-54-16,-3-3 49 0,0 0-50 0,1 0 52 15,3-1-50-15,0 0 50 0,3 1-48 16,1 0 48-16,-2-1-46 0,3 2 46 0,0-2-46 0,-3 2 48 16,3 0-50-16,-3 0 48 0,1 0-48 0,-3 2 49 15,-2-2-50-15,2 0 48 0,-5 2-48 0,1-1 48 16,-1 1-48-16,-2 2 49 0,0-1-49 0,-4 3 51 16,0-2-46-16,-1 2 2 0,-3 1 6 0,-1 1 45 15,-1 0-49-15,-1 1 46 0,-2 2-47 0,-1-1 46 16,-2 1-50-16,2 1 50 0,-1-1-52 0,-2-1 52 15,-1 1-10-15,0-1-1 0,-1-1-2 0,-3 1-5 16,2-3 3-16,-5 2-4 0,2-3-3 0,-2 0 3 16,-1-2-8-16,-1 0 4 0,0-2 0 0,0-1-1 15,3-1-43-15,-3 0 52 0,-1-1-52 0,5-2 41 16,-3-1-72-16,3-1-14 0,3 1-116 0,-1-1-113 16,3-2-100-16,2 0-68 0,2-1-66 0,1-2-86 15,4 1-475-15,2-4-723 0</inkml:trace>
  <inkml:trace contextRef="#ctx0" brushRef="#br0" timeOffset="179224.48">29631 6406 238 0,'12'-11'643'0,"-3"1"-132"0,-2 0-94 0,2 2-43 0,1 1-36 0,3 1-10 0,-2 2-1 0,1 1-1 0,3 3-6 15,2 3-7-15,4 3-8 0,1 1-59 0,4 8-33 16,4 2-42-16,-1 5-8 0,1 3-22 0,-4 2 4 15,-1 1-26-15,-5 3-22 0,-1 1-17 0,-6-6-59 16,-2 3 51-16,-3 1-66 0,-3 0 47 0,-1-3-58 16,-5-1 47-16,-2 0-6 0,-2 4-11 0,-4-3 5 15,-3-2-15-15,-1 0-3 0,-4-2 2 0,0-4-3 16,-2 0-4-16,-2-3 1 0,-1-3-43 0,3-3 44 16,-2 1-10-16,1-4-89 0,3-1-11 0,-1-3-72 15,2 1-74-15,3-3-109 0,0-1-94 0,3-2-94 16,1-1-159-16,3-1-381 0,3-2-702 0</inkml:trace>
  <inkml:trace contextRef="#ctx0" brushRef="#br0" timeOffset="179408.13">30209 6673 543 0,'0'0'585'15,"10"-6"-68"-15,-10 6-41 0,10-6-78 0,-10 6-66 0,13-8-52 16,-4 3-17-16,1 1-40 0,3-1-35 15,4 0-42-15,-1 0-22 0,5 2-33 0,1-1-11 16,3 1-21-16,1 0-9 0,-1 1-17 0,3 1-35 16,0-1-99-16,-6 2-93 0,0 0-67 0,-2 0-104 15,-2 2-79-15,-4-1-502 0,-3 2-528 0</inkml:trace>
  <inkml:trace contextRef="#ctx0" brushRef="#br0" timeOffset="179590.66">30167 6879 15 0,'0'0'691'0,"2"5"-191"0,-2-5-96 0,18 2-27 16,-1-2-30-16,3 0-41 0,8-1-7 0,8 0-14 15,1-4-34-15,2 1-35 0,4-2-35 0,4 2-36 16,-2-1-30-16,0-2-25 0,-8 2-17 0,-1-1-20 16,-2 0-72-16,-3 2-94 0,-6 0-95 0,-2-1-54 15,-6 1-103-15,-4 1-122 0,-4-2-422 0,-9 5-475 16</inkml:trace>
  <inkml:trace contextRef="#ctx0" brushRef="#br0" timeOffset="180074.15">28016 8056 788 0,'-13'9'771'0,"4"-2"-166"0,1 2-130 15,3-1-81-15,-1 4-48 0,5 6-36 0,1-1-49 16,1 3-38-16,0 3-41 0,4 4-16 0,-2 4-39 0,1 2-27 16,0 1-21-16,-1 0-15 0,1 0-10 0,0 1-3 15,0 1-24-15,1-4 16 0,-2 0-25 16,-1-4 10-16,2-3-11 0,-1-2 4 0,-2-5-13 15,0-1 9-15,2-1-4 0,-2-3 44 0,0-3-34 16,-1-3 0-16,0-7-4 0,-5 5-4 0,5-5-5 0,-6-6 0 16,1-4-2-16,-2-3-8 0,1-5 2 15,-2-5-3-15,-1-7-1 0,2-2 1 0,-4-8-25 16,4-4 7-16,0-2 14 0,2-1-15 0,5 0 16 16,3 0-3-16,3 0 22 0,2 2-19 0,2 3 19 0,5 4-19 15,1 3 19-15,3 5-23 0,-1 7 12 16,1 3-15-16,1 6 22 0,0 3-14 0,-3 4 11 15,4 5-16-15,-4 3 15 0,2 3 0 0,-4 5-1 0,2-1 0 16,-3 4 12-16,-2 1-33 0,-4 1 22 0,-3 1-16 16,-1 0 16-16,-4-2-15 0,0 1 21 0,-5 1-15 15,-3 0 23-15,-2 1-18 0,-5-2-7 16,-1-1 4-16,-3 0 0 0,-1-3-4 0,-1 0-10 0,1-2-39 16,-2-1-68-16,4-2-85 0,-1-2-126 0,4-1-62 15,2-2-144-15,3 0-622 0,2-4-774 0</inkml:trace>
  <inkml:trace contextRef="#ctx0" brushRef="#br0" timeOffset="180291.06">28691 7890 683 0,'11'0'795'0,"-11"0"-138"0,14 1-99 0,-14-1-56 0,5 6-55 0,-5-6 16 0,-7 13-92 0,0-5 6 0,-4 2-93 0,-3 4 0 16,-2 0-83-16,-3 6 11 0,1 1-76 0,-1 6 14 15,1-2-61-15,4 2 18 0,5 1-58 0,-1 4-6 16,8 0 2-16,3-4-14 0,4 4-6 0,4 0-8 16,5 2-18-16,2 0-42 0,4-2-52 0,1-4-72 15,2-2-105-15,2-3-137 0,-5-4-97 0,3-3-90 0,-1-6-200 16,-3-1-346-16,0-3-756 0</inkml:trace>
  <inkml:trace contextRef="#ctx0" brushRef="#br0" timeOffset="180640.85">28980 8374 526 0,'0'0'751'0,"3"-6"-192"0,-3 6-95 16,0 0-56-16,0 0-47 0,2 7-30 0,-2-7-38 16,2 10-30-16,-2-10-30 0,2 12-27 15,-2-12-36-15,1 11-16 0,-1-11-14 0,1 11-14 0,-1-11 1 16,1 9 10-16,-1-9 11 0,2 7 38 0,-2-7-19 16,0 0-32-16,0 0-24 0,0 0-19 0,0-13-16 15,0 3-11-15,-2-3-5 0,4-1-17 0,-2-6-8 16,1 1 27-16,1-8-51 0,2-3 32 0,1-2-44 15,0 0 37-15,3-8-47 0,4-1 41 16,-1 1-37-16,-1 1 46 0,4 3-42 0,-5 6 36 0,2 3-31 16,-3 6 37-16,0 2-45 0,1 2 39 0,1 5-46 15,1 5 39-15,-2 2-42 0,3 5 34 0,0 2-35 16,2 5 39-16,1 6-6 0,4 6-3 0,-3 3 19 16,3 9-8-16,-1-1-36 0,-2 4 39 15,0-1-34-15,0 1-4 0,-3-1-1 0,-3-4 2 16,1-1-19-16,-4-2-28 0,0-5-49 0,0 0-50 0,-3-4-31 15,-1-2-28-15,-3-3-59 0,-2-2-119 0,-2-4-79 16,-2 0-13-16,6-6-71 0,-16 4-48 16,5-5-400-16,-1-1-604 0</inkml:trace>
  <inkml:trace contextRef="#ctx0" brushRef="#br0" timeOffset="180790.64">29065 8251 245 0,'0'0'581'0,"-14"-4"-108"15,14 4-125-15,0 0-9 0,-1-5-45 0,1 5-18 16,9-4-34-16,-9 4-22 0,16-4-28 15,-5 2-14-15,3 1-35 0,1-2-23 0,4-1-25 0,0 0-18 16,3 0-16-16,4-1-13 0,-1 0-12 0,-1-2-27 16,1-1-88-16,-1-2-96 0,2-3-47 0,-2 1-81 15,-4-3-86-15,0-4-111 0,-1 0-234 0,-4 0-240 16</inkml:trace>
  <inkml:trace contextRef="#ctx0" brushRef="#br0" timeOffset="181007.22">29513 7792 521 0,'1'-11'651'0,"0"2"-157"0,-1 9-98 15,5-9-28-15,-5 9-37 0,0 0-20 0,12 5-14 16,-6 5 2-16,2 0-20 0,4 5-10 0,0 4-29 16,3 2 1-16,5 8-45 0,1-2 29 0,1 3-86 15,-2-1 23-15,2 2-78 0,-3-2 31 0,-1 2-69 16,-5-6-8-16,-3 1-8 0,-1-4-3 0,-4-1-5 16,0 1-2-16,-5-5 4 0,-2 2-20 15,-6 2 18-15,-1-2-18 0,-4-2-2 0,-6 1-26 0,-4-1-33 16,0-4-31-16,-1-1-30 0,2-2-30 0,2-3-44 15,3 1-64-15,1-5-54 0,3-2-81 0,1 1-80 16,12-2-86-16,-14-5-456 0,14 5-618 0</inkml:trace>
  <inkml:trace contextRef="#ctx0" brushRef="#br0" timeOffset="181407.27">30238 7810 530 0,'13'-3'685'0,"-1"6"-155"0,-3 3-17 15,1 2-53-15,1 7-43 0,1 3-36 0,1 5-9 16,1 4-19-16,-3 1-43 0,3 6-79 0,-1 2 21 16,0-1-68-16,-2 0 0 0,-2-6-78 0,1 3-21 15,-3-3-14-15,-1 0-14 0,-1-4-13 16,1-1 38-16,-3-3-67 0,2-4 51 0,-1 1-67 0,-1-4 54 16,-1-3-58-16,0-3 50 0,-2-8-60 0,0 11 7 15,0-11-5-15,0 0-1 0,-8-5-14 0,2-4-1 16,-1-4 52-16,-2-6-37 0,-1-6 8 0,-3-4 2 15,2-8-21-15,-3-4-1 0,2-2 1 0,3-3-2 16,4-2 9-16,-1 1-27 0,7 1 41 0,4 2-28 16,3 2 8-16,3 4 37 0,3 5-36 0,0 4 39 15,4 8-40-15,0 1 46 0,1 7-48 0,-1 4 8 16,0 4 6-16,1 2 34 0,-1 5-39 0,1 4 48 16,-1 1-44-16,-2 4 34 0,-4 1-4 0,1 3 3 15,-5 0 2-15,-2 0-5 0,-3 2-1 0,-2-1-4 16,-1-3 2-16,-2 4-3 0,-4-2-3 0,-3 1-2 15,-6-2 6-15,-2-1-7 0,-2 1-12 0,-4-4-12 16,0-3-48-16,-1-2-44 0,-3 1-52 0,7-4-82 16,-1 0-90-16,3-5-74 0,3 0-37 0,2-1-55 15,4-1-65-15,4-1-365 0,3-2-506 0</inkml:trace>
  <inkml:trace contextRef="#ctx0" brushRef="#br0" timeOffset="181623.78">30909 7542 588 0,'9'-4'669'0,"-4"1"-110"0,-5 3-41 0,0 0-65 0,0 0-15 16,0 0-30-16,-14 7-37 0,2 1 24 0,-3 3-89 15,0 6 17-15,-3 2-84 0,0 3 0 0,-1 8-21 16,1-1-24-16,0 6-38 0,6 1-32 0,1-1-22 16,1 3-25-16,6-4-9 0,3 0-17 0,2-2-7 15,6 0-8-15,3 0-5 0,4 0-14 0,5-1-11 16,2-4-44-16,4-3-61 0,1-6-101 0,-1-5-97 15,5-2-90-15,-2-3-86 0,-1-5-21 0,-2-5-82 16,8-5-79-16,1-7-409 0,-1-6-682 16</inkml:trace>
  <inkml:trace contextRef="#ctx0" brushRef="#br0" timeOffset="182174.46">31382 7689 689 0,'3'-11'579'0,"-3"11"-81"0,2-6-30 15,-2 6-55-15,0 0-16 0,-4 13-12 16,3-4-38-16,0 4-3 0,0 4-28 0,-1 2-29 0,2 1-31 15,0 5-40-15,0 3-14 0,2-2-20 0,0 1-24 16,-2 1-28-16,3-3-19 0,-1 2-26 0,-2-4-11 16,2-3-16-16,-2-1-10 0,1-2-6 0,0-2-10 15,-1-4-9-15,0 0-2 0,0-2-7 0,-2-4-13 16,2-5-11-16,0 0-6 0,0 0-12 16,-11-5 21-16,6-4-36 0,3-5 21 0,-3-3-15 0,0-6 2 15,1-2-7-15,2-8 5 0,0-1 10 0,0 0 6 16,4 1 7-16,0 0-36 0,2 0 63 0,1 4-1 15,0 5-6-15,3 2 1 0,1 2-4 16,1 1 1-16,2 4-6 0,-1 2 1 0,3 3 1 0,-4 4-1 16,2 0 0-16,-2 2 1 0,0 4 0 0,-10 0-42 15,20 3 59-15,-13 0-8 0,-2 2-3 0,1 0 0 16,-4 1 2-16,-2 1-1 0,0 0-1 0,-5 2-2 16,-3 2-1-16,-6-2-1 0,0 0 1 0,-2 2-2 15,-2-3 5-15,1-1-3 0,4 0-6 0,-1-2 6 16,4 1-3-16,0-1-2 0,0 0 1 0,3-2 1 15,1 0 0-15,6-3 0 0,-4 8-1 0,4-8 1 16,9 8 1-16,1-2-1 0,2 1-2 0,4-2-6 16,0 3 23-16,5 1-24 0,-3-2 27 0,3 2-27 15,-1 0 21-15,-2-1-25 0,0 3 25 0,-3-1-24 16,-1-1 27-16,-1 2-19 0,-3 0 21 0,0 0-20 16,-3 0 22-16,-2 1-7 0,-4 0 5 0,1 1-18 15,-4-3 18-15,0 1-21 0,-3 1 26 0,-2-1-14 16,-2-2 6-16,0-1-18 0,0 0 16 0,-5 0-19 0,3-4 22 15,-2-3-18-15,-2 0 10 0,1-2-13 0,-4 0 18 16,2-3-22-16,0-2 20 0,2-2-36 16,-2 1-14-16,5-4-101 0,-1 0-83 0,3-1-83 0,3-1-71 15,1-2-52-15,2-1-36 0,3 0 2 16,3-3-16-16,3-3 2 0,3-4-399 0,5 0-433 0</inkml:trace>
  <inkml:trace contextRef="#ctx0" brushRef="#br0" timeOffset="182340.87">31626 7563 567 0,'23'-16'454'0,"0"4"-49"0,-1 2-23 0,0 5-3 0,-2 2-5 0,1 5-5 0,2 1-16 0,-2 7-9 16,1 3-48-16,1 5 15 0,-4 2-24 0,1 10 1 16,-5-5-79-16,-2 9-10 0,-3-1-31 0,-5 0-9 15,-1 0-40-15,-4 0-4 0,-3 2-41 0,-3-2 5 16,-8 4-33-16,-2-2 13 0,-7-3-29 0,-5-1 0 16,-4-2-73-16,-5-4-58 0,-5-4-57 0,-9 1-51 0,-5-2-104 15,-6-3-106-15,-5-4-52 0,-7-4-152 16,-3-4-559-16,-6-2-794 0</inkml:trace>
  <inkml:trace contextRef="#ctx0" brushRef="#br0" timeOffset="182896.69">26290 6264 182 0,'-1'-22'562'0,"1"2"-74"0,0 1-111 0,0 1-29 0,-1 4-65 0,1 0-49 0,0 4-49 0,-1-1-44 0,2 4-12 15,-1 7 55-15,4-5 22 0,-4 5 21 0,8 12-13 16,-1 4 19-16,3 10-22 0,-1 12-6 0,2 7-7 16,0 15-13-16,-1 7 27 0,-3 6-54 0,-1 11-3 15,-1 7-1-15,0 7 20 0,-3 22-62 0,-2 0-9 16,-3 0-7-16,-1 6 34 0,-1 1 8 0,-1 0-15 16,-1-2 41-16,1 0-45 0,2-5-17 0,-1 3-36 15,3-4 17-15,0-17-16 0,2-1-13 0,2-3-10 16,0-3-7-16,4-2-30 0,-2-4 4 0,1-6-8 15,-1-6-14-15,1-7-82 0,-1-14-17 0,1-7-58 16,0-7-23-16,-2-7-17 0,-2-10-67 0,2-6-102 16,-3-4-112-16,0-8-75 0,0-7-148 0,0 0-520 15,0 0-841-15</inkml:trace>
  <inkml:trace contextRef="#ctx0" brushRef="#br0" timeOffset="183817.73">26155 6226 90 0,'10'-47'440'16,"1"4"-102"-16,0 4-58 0,4 2-33 0,0 4-64 16,2 3-13-16,3 2-38 0,3 3 8 0,2 3-18 15,6 3 16-15,3 1-26 0,3 4 4 0,9 0-18 16,4 4 1-16,17-1 25 0,2 4 3 0,6 0-7 15,7 2-9-15,7 2 32 0,6 2-3 0,7 2-27 16,9-1-15-16,24 3-27 0,1-1-4 0,4 2-19 16,1 2 1-16,5 0 13 0,0 0 5 0,-2 2-20 0,2-2 0 15,-3 3-13-15,0-2 0 0,4 1-2 16,-2 1 29-16,0-2-13 0,1 1-1 0,1-2 8 16,2 1-3-16,2 2-13 0,3-5-5 0,-2 3-9 15,0-2-2-15,0-1 2 0,0 1-12 0,-1 1-1 16,-4-1-6-16,-7 1 0 0,-4-3-5 0,-7 2 3 15,-23 0-7-15,-3-3 7 0,-3 0-8 0,-5-2 5 0,-6-2 1 16,-2 0-4-16,-8 0 4 0,-6-2-5 16,-14 0 2-16,-8 0 4 0,-1-1-1 0,-12 1 4 0,-1 0 7 15,-7 1-1-15,-3 0 0 0,-2 0-3 16,-5 1 0-16,0 1-3 0,-1-1-4 0,1 2 2 0,-2 3-3 16,1-1 0-16,-1 1 3 0,4 3-2 0,-2 2-4 15,1 0 2-15,-1 2 0 0,-2-3 0 0,0 5 1 16,1-3 2-16,-5 4-3 0,2-2 2 0,-2 0 0 15,0 3 21-15,-3 0 10 0,3 2 25 0,-3 1-3 16,0 2 29-16,3 3 11 0,-1 3 0 0,0 0-14 16,-1 3-13-16,1 5-14 0,1 2-6 0,-3 1 28 15,0 2-12-15,-3 2-9 0,-1 0-1 0,0 5 23 16,-2 1-31-16,1 3 16 0,-3 6-24 0,1 11 49 16,-2 4-16-16,-2 3-10 0,1 1 29 0,1 3-15 0,-5 2-13 15,1-1-2-15,0 5 22 0,-3 0-28 0,3 2 1 16,-2 0-22-16,3 1 20 0,-2-3-7 0,3 2-17 15,3-3 7-15,-1-1-16 0,3-2 21 0,0-1-21 16,0-2 15-16,1-3-21 0,-2-2 17 0,-1-6-4 16,-1-9-7-16,-2-4 2 0,-2-2-17 0,-1-4 18 15,-3-2-17-15,-3-2 12 0,-3-2-18 0,-1-3 22 16,-4-4-22-16,-2-2 21 0,-4-3-22 0,-4-2 17 16,-1-5-16-16,-5-2 18 0,-4-2-18 0,-4-3 4 15,-4 0 2-15,-3-6-4 0,-5 1 5 0,0-1-10 16,-4-3 3-16,-3 1 0 0,-11 1-4 0,-1-2-12 0,-3 0-5 15,-5 0-2-15,-3-2-14 0,-5 1-5 0,-6-1 10 16,-5 1 8-16,-2-2 8 0,-6 0-31 16,-4-2 42-16,-30-3-70 0,-3-2 50 0,-6 1-33 15,-2-2 43-15,-6-5-33 0,-8 0 9 0,-6 0 39 16,-2-1-38-16,-2 2 41 0,-3-4-35 0,-1 3 39 16,1 2-35-16,3 1 41 0,5 1-32 0,3 6 8 15,4 1 32-15,7 4-35 0,9 5 37 0,6 0-36 16,10 4 3-16,11 3 6 0,5 1-1 0,24-3 4 15,4 1-3-15,3 1 4 0,5 1-27 0,3-2 32 16,7-2-25-16,3 1 28 0,5-1-27 0,11-4 30 16,3 1-30-16,1-1 26 0,3-2-49 0,6-2 7 15,4-3-54-15,3 1-12 0,0-1-26 0,3-4-7 0,1 2-19 16,2-3-4-16,2-1-59 0,4 1-75 16,3-3-73-16,1-1-51 0,5 1-129 0,5-3-670 0,3 0-822 15</inkml:trace>
  <inkml:trace contextRef="#ctx0" brushRef="#br0" timeOffset="183942.52">26801 8960 1030 0,'12'-4'1073'0,"0"-1"-231"0,-4 3-178 0,2-1-130 0,-3 0-125 0,1 0-121 0,1 0-93 0,1 0-100 0,2 0-155 16,-1 0-193-16,-1 1-173 0,-2-2-333 0,0 0-380 15,-8 4-753-15</inkml:trace>
  <inkml:trace contextRef="#ctx0" brushRef="#br0" timeOffset="184873.6">27749 9572 803 0,'-1'-14'768'0,"-1"1"-135"0,2 3-137 0,-1 1-110 0,0 3-72 0,1 6-50 0,-2-8-26 0,2 8-30 0,0 0-17 0,-6 8-23 0,2 0-15 0,2 3 1 16,-1 4-16-16,3 0-39 0,0 4-13 0,0 0-6 0,3 5-12 15,2-2-3-15,-2 1 4 0,3-2-1 0,0 1-4 16,1-1 21-16,1-2-17 0,1-2 16 0,0 0-23 16,2-1 15-16,-1-5-33 0,1-2 14 0,2 1-28 15,-1-4 15-15,-2-2-37 0,1-3 23 0,1-1-28 16,-1-3 21-16,1 0-32 0,-1-4 14 0,1-2-6 16,-3-1 2-16,0-1-3 0,-3-3-2 0,2-1 1 15,-3-1-1-15,-1 1 2 0,-2-1-2 0,1 0 10 16,-1 5-9-16,-2-1-2 0,2 1-1 0,-2 1 3 15,0 1 1-15,0 9 44 0,-2-11-54 0,2 11 45 16,-5-7-47-16,5 7 6 0,-5 6-3 0,5-6 5 16,-6 9-2-16,3 0-1 0,1-1 8 0,0 3 4 15,4-1-2-15,-1 1-1 0,0 0 5 0,4-1 1 16,-2-1-20-16,1 2 24 0,1-5-17 0,0 2 26 16,0-2-34-16,4-1 24 0,-1-1-19 0,-1-1 23 15,-7-3-6-15,18 0-2 0,-9-3-1 16,1-1-2-16,2-2 0 0,-2-3-4 0,-1-1 1 0,1-2 42 15,-3 0-56-15,-1-1 53 0,-1-2-57 0,0 3 49 16,-1-2-49-16,-1 2 46 0,-2 2-46 0,0-1 55 16,2 2-51-16,-2 2 44 0,0 1-50 0,-1 6 45 15,2-10-48-15,-2 10 48 0,0 0-46 0,0 0 51 16,1 9-50-16,-1-2 8 0,1 2 2 0,-1 1 1 16,4 2 5-16,0 2 1 0,0-2 1 0,3 3 8 15,0-2-3-15,0 1 0 0,1-2 0 0,2-1-30 16,0-1-46-16,1-1-40 0,-1-1-64 0,0-5-119 15,-1-1-116-15,-9-2-86 0,15 0-114 0,-7-4-644 16,-1-2-866-16</inkml:trace>
  <inkml:trace contextRef="#ctx0" brushRef="#br0" timeOffset="185157.63">27862 9326 474 0,'-30'-4'656'0,"0"1"-143"0,5 2-108 0,2 4-43 0,1-2-71 0,4 2-31 0,-1 3-18 0,6 0 10 0,-2 0-2 16,7 0-12-16,3 1-13 0,1-3-41 0,4-4-29 16,3 11-35-16,-3-11-12 0,12 7-28 0,-1-6-6 15,-1-1-22-15,4-1-5 0,2-1-17 0,-1-2 3 16,0 0-20-16,-1-2 10 0,0-2-9 0,-1 0 4 0,-3 0-14 16,-1-1-4-16,-4 2 3 0,-1-2-1 0,0 2 0 15,-4 0-1-15,-2 0 2 0,-1 1-2 16,-3 1-2-16,-2 2-2 0,-1-3 6 0,0 5-2 15,9 1 0-15,-17 0 9 0,6 3-12 0,2 2 11 16,1 1-12-16,-1-1 4 0,4 5-81 0,1 1-88 16,3 0-105-16,1 2-119 0,5 2-141 0,0 0-630 15,7 2-778-15</inkml:trace>
  <inkml:trace contextRef="#ctx0" brushRef="#br0" timeOffset="188009.76">28544 9710 375 0,'13'-7'697'0,"-2"0"-146"0,-5 1-74 0,1-2-45 15,-2 1-41-15,-1-4-31 0,-3 3-19 0,0-4-28 0,1 3-41 16,-5-2-13-16,3 2-50 0,-4-1-4 0,2 2-63 16,-5-1 13-16,3 2-59 0,-3 2 10 15,-3 1-57-15,1 1 26 0,-2 3-52 0,-3 1 36 16,3 3-38-16,-3 3 28 0,2 0-54 0,1 5 46 0,1 0-42 15,1 0 10-15,1 2 4 0,3 1 6 0,1-1-6 16,3-2-2-16,2 2 13 0,3-3-1 16,-2 0-3-16,6 0 1 0,0-2 6 0,1-1-10 0,1-1-5 15,0-3-2-15,0-2 1 0,3-1 14 0,-3-1 1 16,4-2-8-16,-1-3 41 0,2-2-53 0,-2-1 38 16,-1-2-53-16,2-3 46 0,-1-2-49 0,-1-3 46 15,-1-1-51-15,-1-4 44 0,0-4-52 0,-4-1 50 16,1-3-48-16,-2 1 4 0,-2-3 51 0,-1-4-54 15,-2 1 9-15,-2 2 0 0,0-1 6 0,-4 2-5 16,1 3 3-16,-1 5 2 0,0 1 46 0,1 3-53 16,1 5 44-16,0 3-46 0,1 3 43 0,-3 4-51 15,6 6 8-15,-12-2 4 0,5 7 5 0,2 3 3 16,-1 6-4-16,1 6 50 0,0 5-55 0,2 2 45 16,3 1-48-16,1 7 51 0,4 0-62 0,3 3 60 15,2 0-50-15,2-2 51 0,2-1-46 0,1-2 49 16,4-4-49-16,-1-5 6 0,0-2 7 0,3-5 0 15,0-1 8-15,2-2 1 0,0-3-3 0,-1-4 0 16,0 0 6-16,-2-3-6 0,-1-4 33 0,1 0-50 16,-1-2 44-16,-1-3-46 0,-2-1 41 0,3-3-46 15,-4-1 43-15,-2-3-46 0,-1-1 43 0,-2-2-46 16,-3 1 45-16,-2-1-43 0,-3 2 44 0,-2-3-47 16,0 3 45-16,-2-3-43 0,-1 3 52 0,1 3-44 0,-2 1 41 15,-4 1-47-15,4 2 49 0,4 7-49 0,-11-4 45 16,11 4-48-16,-15 4 46 0,9 3-44 15,-1 1 45-15,0 3-43 0,2 1 45 0,0 4-47 16,4 0 45-16,0 1-45 0,3-1 47 0,1-1-46 0,3 1 5 16,0-1 8-16,2-1 8 0,2-1-7 0,6 0 2 15,-4-3-1-15,6-5 40 0,0 1-49 0,1-4 41 16,0-2-53-16,2-1 38 0,-1-2-55 0,3-4 37 16,-3 1-58-16,1-5 42 0,-3 1-75 0,-1-4 13 15,-1 0-41-15,-3-3 24 0,-1-1 18 0,-3 0 20 16,-2 0 14-16,-3 3 7 0,0-2 4 0,-3 0-5 15,1 3 26-15,-2-1-13 0,0 3 27 0,0 1-14 16,-2-2 24-16,2 5-11 0,-1-2 24 0,1 3-21 16,0-1 22-16,0 8-22 0,0-10 52 0,0 10-15 15,0 0 63-15,0 0-43 0,0 0 50 0,0 0-54 16,0 8 55-16,4 5-18 0,1 2 44 0,-1 3-54 16,2 4 100-16,1 8-1 0,0 0 53 0,3 9-39 15,1 0-21-15,-1 5-41 0,1 0 29 0,0 2-67 16,-2 1 25-16,1 3-31 0,-1-1-13 0,-1 1-16 15,0-1-10-15,-1-2-9 0,-1-2-10 0,-1-1 0 0,0-4-11 16,2-6-13-16,-5-5-73 0,3-4-59 16,-2-3-43-16,0-2 10 0,-2-4-39 0,0-3 41 15,0-2-71-15,-1-2-49 0,0-9-40 0,-3 8-37 16,3-8-4-16,-8-3 14 0,0-6 37 0,-1-3 36 16,-2-8 44-16,-7-9 42 0,-1-5 30 0,-3-5 40 15,-5-10 27-15,3-2 64 0,1-3 46 0,5-2 31 16,3-3 20-16,7 7-3 0,5-2 4 0,7 0 7 15,5-6-14-15,9 3 3 0,4 4 26 0,5 4 5 16,1 6-1-16,-1 12 5 0,1 3-17 0,1 5 6 16,-1 7-26-16,0 3 9 0,-5 8-28 0,3 3 8 0,-7 3-27 15,5 3 16-15,-2 4-27 0,-4 3 18 16,-1 2-22-16,-5 3 27 0,0 0-30 0,-4 3 48 16,-5-2-42-16,-3 1 25 0,-2 0-41 0,-3 1 34 15,-3-1-33-15,-5-1 28 0,-3 1-39 0,-5-1 39 16,0-1-40-16,1-5 41 0,-3-3-44 0,0 0 45 15,4-3-43-15,1-1 35 0,0-1-39 0,6-3 37 16,12 0-38-16,-21-1 35 0,21 1-40 0,-8-4 40 16,8 4-25-16,6-7 21 0,1 2-35 0,6 0 27 15,1 1-36-15,5 0 17 0,4-1-27 0,3 1 19 16,-2 1-24-16,4-2 30 0,4-2-20 0,0 4 23 0,1-3 2 16,1-1 2-16,-1 1 1 0,-3-3 0 15,-1 1 3-15,-1-2 2 0,-1-1 17 0,-3 1 17 16,-4 0 7-16,-1-3 4 0,-1 1-7 0,-2-1-31 15,-2-1 54-15,-4 2-44 0,-4-1 44 0,2 0-46 16,-4 2 49-16,-2 0-40 0,-2-1 46 0,-1 3-47 0,-2-2 49 16,2 3-50-16,-3-3 43 0,-2 5-55 15,2 2 46-15,4 4-59 0,-11-4 48 0,11 4-54 16,-17 3 45-16,8 2-50 0,3 1 48 0,-3 6-52 16,0-1 52-16,1 3-51 0,2 2 48 0,-1 3-46 0,2-1 45 15,4 0-49-15,0-1 53 0,1 2-54 0,1 0 51 16,5-1-49-16,-2 1 59 0,5-1-40 15,0 0 52-15,1-4-49 0,2 0 42 0,2-1-40 16,1-2 41-16,-2-3-48 0,4-1 38 0,-1-3-45 16,0-1 40-16,-2-2-39 0,1-1 40 0,-1-3-11 0,3-1-1 15,-3-3-8-15,0 0-1 0,-3-1-4 0,1-2 1 16,-1-3-4-16,-2 0 1 0,-2 0 0 16,0-2 4-16,1 1-5 0,-3 2 4 0,0-2-3 15,-1 3 1-15,1 1 3 0,-2 0-4 0,-1 3-3 0,3 0-2 16,-5 7 0-16,4-8-2 0,-4 8 1 0,0 0 1 15,0 0 3-15,9 6-4 0,-6 2 1 0,-1 0 3 16,3 5-2-16,-1-4 2 0,0 5-2 0,1 1 2 16,0-1 3-16,-1-1 0 0,4 2-41 0,-3-3 47 15,1 0-36-15,-1-1 63 0,-1-3-29 0,0 1 45 16,2-2-26-16,-2-1 36 0,0-1-45 0,-4-5 27 16,10 5-37-16,-10-5 27 0,14 0-39 0,-14 0 32 15,11-5-5-15,-4 0-4 0,-2-3-6 16,3 1-3-16,-2-3-2 0,1-3 0 0,-1-1 1 0,-1-2-7 15,4 1-3-15,-4-4 2 0,3 1 2 0,-3 2-4 16,2 1 1-16,0 1-2 0,-2 1 3 0,0 1-3 16,1 3-1-16,-3 0-3 0,4 4 6 0,-7 5-3 15,9-2 8-15,-9 2-10 0,11 7-2 0,-6 2 5 16,4 0 1-16,-4 4-1 0,2 2-2 0,-1 0 2 16,1 3-33-16,3 2 40 0,-3-2-33 0,4-1 40 15,-1 2-34-15,0-2 44 0,2-2-45 0,2-1 40 16,-1 0-32-16,2-3 30 0,-2-2-36 0,2-2 37 15,0 0-36-15,2-3 36 0,0-2-3 0,2 1-2 16,-1-3-4-16,1-3-3 0,-1 1-1 0,0-2 0 16,-1-3-2-16,-2 1-1 0,1-2 0 0,-2-2-2 15,0 0 1-15,-5 0 0 0,3-3-1 0,-5 2 1 16,1-3-2-16,-4 2 0 0,0 2 4 0,-2 0-3 16,-2 1 0-16,0 0-2 0,-1 3-1 0,-3-1 4 15,4 7-4-15,-12-7 2 0,12 7 3 0,-15-2-3 16,6 4 0-16,0 1 1 0,-1 3 0 0,1 0 1 15,-1 3 0-15,2 0 0 0,1 3 3 0,0-2-4 16,3 0 2-16,2 1 1 0,0 2 0 0,2-2-31 16,2-2 37-16,2 2-36 0,0-1 42 0,2 0-35 15,2 0 38-15,2-2-36 0,1 0 38 0,2-3-37 16,-3 0 39-16,3-1-3 0,0-2 0 0,0-1-6 16,1-1-3-16,0-1-2 0,-1-2 0 0,2-3 0 15,-2-1-5-15,1-2 0 0,0-3 0 0,-2-3-1 16,1-1-2-16,1-6 1 0,-3-3-2 0,-1-3 3 15,0 0 0-15,-2-5-3 0,1-5-2 0,-3-1 5 16,2 0-2-16,-6 4 0 0,1 0-32 0,-1 1 41 16,-2 8-2-16,-2-2-3 0,0 6 0 0,1 2 2 15,1 3-7-15,-2 2-1 0,-1 5-1 0,-2-1 1 16,1 7-1-16,4 4-29 0,-13-1 43 0,6 5-30 16,-1 6 31-16,-1 2-4 0,3 6 2 0,1 4-2 15,0 2-3-15,3 0-3 0,2 2 0 0,0 1 2 16,4 0 0-16,0 4 2 0,2-2 0 0,3-1 0 15,0-2-3-15,3 1 0 0,1-5 5 0,2 0-5 16,0-2-2-16,3-2 2 0,-3-2 1 0,3-2 1 16,0-4-1-16,1 0-2 0,-1-2 4 0,-2-3-5 15,1 1 0-15,-2-4 0 0,0-2 4 0,-2-2-5 16,1 1-1-16,0-4 3 0,-1-3-3 0,-1 0 0 0,-1-2-3 16,-4-2-2-16,3-1 3 0,-4 0-1 15,-3 0 4-15,0-3-4 0,-2 3 4 0,-1 0-3 16,0 1 3-16,-1 1 3 0,-2 1-4 0,2 1-1 0,-1 1 0 15,-2 2 2-15,4 6-2 0,-9-5 6 0,9 5-3 16,-12 3-1-16,12-3 2 0,-10 10 5 16,5-3-10-16,2 3 6 0,0 1-3 0,1 3 2 15,2 0-1-15,2 2 2 0,1 0 1 16,1-1-1-16,1 1-2 0,2-1 7 0,-1-2-3 0,4-1 1 0,-1 1 0 16,2-4-1-16,1 2-1 0,2-2 0 0,0-2 2 15,-1-2-5-15,5 1 2 0,-3-3 0 16,3-1-4-16,-2 0 6 0,0-2 10 0,0-3-19 0,1 0 17 15,-2-2-19-15,0-1 16 0,0-2-18 0,-2-1 13 16,-3-3-16-16,1 1 19 0,-1-1-18 0,-3-1 17 16,0 1-17-16,-1 0 18 0,-3 4-15 0,2-3 14 15,-1 2-15-15,-2 1 16 0,1 2-21 0,-1 0 17 16,-2 6-17-16,0-9 17 0,0 9-15 0,0 0 18 0,0 0-16 16,0 0 18-16,0 0-17 0,-9 3 19 15,9-3-20-15,-5 10 20 0,5-10-16 0,-1 10 15 0,2-1-14 16,-1-3 14-16,5 2-16 0,-3 2 17 0,1-1-20 15,3-2 14-15,-1 0-15 0,0 2 14 0,1-1-30 16,0-1 18-16,2-1-20 0,-3 0 23 0,1-1-19 16,-1-1 21-16,-5-4-11 0,11 5 13 0,-11-5-12 15,10 3 14-15,-10-3-17 0,0 0 16 0,14-3-30 16,-14 3 15-16,9-5-13 0,-5-1 21 0,1 1-19 16,-1-1 25-16,-1-1-20 0,2 1 28 0,-3 2-24 15,2-2 21-15,-4 6-16 0,5-9 17 0,-5 9-19 16,5-9 15-16,-5 9-18 0,6-4 20 0,-6 4-17 15,0 0 20-15,0 0-21 0,15 3 21 0,-15-3-20 0,10 7 24 16,-3-2-21-16,0-1 22 0,-1 2-29 0,1-2 31 16,-1 1-18-16,1 1 15 0,0-2-14 0,0 0 18 15,0-2-21-15,-7-2 20 0,14 3-23 0,-14-3 24 16,17 0-22-16,-8-3 19 0,1 0-21 0,-1-2 24 16,0-2-23-16,4 0 21 0,-3-4-21 0,-1 3 22 15,2-6-20-15,0-1 18 0,-1 0-20 0,0-2 20 16,-1-1-22-16,-1-3 24 0,-2-1-12 0,2 0 21 15,-3-2-15-15,-1-2 19 0,0-4-18 0,-2 1 15 0,-2 2-16 16,0-4 4-16,-1 4 13 0,-2-2-24 16,1 4 18-16,-1 3-10 0,1 5 9 0,0-2-23 15,0 4 14-15,1 3-22 0,-1 2 17 0,-3 4-16 0,5 6 22 16,0 0-18-16,-9 1 7 0,4 6 3 0,3 7-1 16,-1 4 17-16,0 4-20 0,2 3 18 15,1 5-18-15,1 2 14 0,3 1-16 0,-2 3 19 0,0-3-18 16,2 2 16-16,0-3-19 0,0-1 20 0,1-2-25 15,0-6-25-15,-1 0-62 0,1-2-34 0,-1-4-95 16,1-1-65-16,-1-3-91 0,1-4-102 0,0 0-49 16,-1-5-80-16,-4-4-654 0,7 5-877 0</inkml:trace>
  <inkml:trace contextRef="#ctx0" brushRef="#br0" timeOffset="188190.62">32126 9499 688 0,'0'0'604'0,"1"-9"-114"0,-1 9-40 0,9-9-35 0,-1 2-32 0,0 2-40 0,3-2-49 0,3-1-37 0,0 3-44 0,3-4-44 0,1 2-36 0,3 0-30 0,2 0-19 0,2 2-19 0,-1 1-14 15,2-3-11-15,0 4-9 0,1 0-23 0,-3 0-71 16,-4 1-59-16,-1-1-114 0,-1-1-66 0,-4 3-46 16,-3-1-63-16,-11 2-54 0,14-1-438 0,-14 1-467 15</inkml:trace>
  <inkml:trace contextRef="#ctx0" brushRef="#br0" timeOffset="189910.7">28788 11147 1124 0,'-3'9'817'16,"1"-4"-183"-16,2-5-146 0,-2 10-96 0,2-10-80 16,3 7-60-16,-3-7-51 0,8 6-19 0,-8-6-32 15,13 6-28-15,-13-6-26 0,17 0-17 0,-5-1-16 16,-1-4-11-16,2-1-6 0,4 0-4 0,-2-4-11 15,2-1 6-15,-1-3-20 0,3-4 10 0,-2-3-18 16,-2-1 9-16,0-4-14 0,-3 1 0 0,-2-3-1 16,-2 1 1-16,-3 2 1 0,0 1 7 0,-5 3 2 15,0 1 21-15,-2 2 18 0,-3 0-10 0,0 2 2 16,-2 5-4-16,-1-2-1 0,-3 6-2 0,2 1-1 0,-4 5 3 16,-1 4 31-16,1 4-1 0,-4 2-10 15,1 6-2-15,4 3 26 0,-1 4-1 0,2 3-4 16,4 2-12-16,4-2-12 0,1 2 27 0,4-2-25 15,1 1-9-15,4 2-6 0,2-3-5 0,4 0 2 16,0-3-6-16,2-2-5 0,4-3-5 0,2-1-1 0,2-4-3 16,0-2-1-16,1-3-6 0,2-1 2 0,-2-3-8 15,0-1 1-15,-1-4 0 0,0-1-3 16,-1-5-2-16,2 0-1 0,1-5 33 0,-2-6-48 0,-3 0 30 16,-1-2-37-16,0-8 31 0,-2-1-40 0,-4 2 4 15,-3-1 3-15,-2 2 9 0,-3 2 2 0,-1 3 2 16,-2 2 0-16,1 2 3 0,-2 1 3 15,0 2-2-15,-1 3 5 0,1 2-8 0,1-1 3 0,-2 11-1 16,-2-6 3-16,2 6 1 0,0 0 2 0,-3 6 3 16,0 4-2-16,3 1 0 0,0 3 35 0,3 3-43 15,-1 1 38-15,3 2-41 0,1 1 38 0,1-1-38 16,3-1 35-16,-1 1-36 0,6 2 36 0,-3-7-36 16,4 2 0-16,-1-2 2 0,2-2 5 0,0-2-1 15,0 0 4-15,0-4 0 0,-2 0 2 0,0-3-1 16,1-1-1-16,-1-3 1 0,-2-1-2 0,-1-1 3 15,1-2-1-15,0-4-1 0,-3-1 2 0,1-1-3 16,-4-4 0-16,2 3 5 0,-4-4-4 0,0-1-2 16,-3 2 0-16,-1 0 3 0,-2 0-2 0,-1-1 1 15,-1 0 4-15,-1 1-1 0,-3 1-4 0,5 2 5 16,-5 2-1-16,4-3 1 0,0 5-1 0,-1-2 2 16,2 3-6-16,2 6 2 0,-4-10 0 0,4 10 1 15,0 0 3-15,2-7-1 0,-2 7 9 0,9-2-10 16,-9 2 6-16,14-1-1 0,-2 0-3 0,-1 0 0 0,3-2-1 15,2 1-1-15,0-3 3 0,1 2-1 16,1-1-3-16,-2-1 6 0,2-3-7 0,-1 4 3 0,-2-3-2 16,1-1 4-16,-2 2-4 0,0-2 0 0,-3 0 2 15,0-1-1-15,-1 1-1 0,-3 2 1 0,-2-3 2 16,1 2-3-16,-3-1 2 0,1 1-2 16,-4 1 1-16,0 6-2 0,0-12-1 0,0 12 2 15,-9-6 1-15,9 6-23 0,-11-1 41 0,1 3-20 0,2 2 28 16,-2 4 0-16,-2 2 10 0,3 3 6 15,0-1-6-15,0 4-7 0,2 2 4 0,2 2-6 0,1-3 7 16,2 3 1-16,4-1-1 0,0 0-8 0,2 2 2 16,4 0 48-16,-1-4-45 0,4 0-3 0,0-1 33 15,3-2-49-15,4-1 38 0,0-4-50 0,2 0 40 16,0-2-49-16,0-5 38 0,-1 0-42 16,2-1 42-16,-1-3-44 0,-1-1 42 0,3-3-46 0,-2-2 43 15,1-3-43-15,-2-3 42 0,0-3-47 0,-1-1 6 16,-2-1 4-16,-5 0 0 0,-1 0 8 0,-1-2-3 15,-4 2 3-15,-1 1-1 0,-3 1 3 0,1 1 0 16,0 1 6-16,-2 3 9 0,0 1-5 0,0 0-1 16,3 3-10-16,-6 2 4 0,3 6 0 0,-2-7 3 15,2 7 1-15,-7 5-5 0,3 1 2 0,1 2 2 16,0 3-1-16,0 1 2 0,2 1 36 0,1 0-46 16,0 4 38-16,1 1-44 0,3-2 42 0,-1 0-44 15,1-3 43-15,2 2-43 0,-1 0 40 0,5-3-38 16,-2-1 35-16,1 1-40 0,1-4 45 0,2 2-46 15,-2-5 41-15,3-1-46 0,-2-1 42 0,2-1-50 0,-1-4 33 16,-1-1-39-16,2 1 32 0,0-4-52 0,-1-3 27 16,0 0-39-16,-2-4 41 0,0 2-58 15,1-6 12-15,-2 1 13 0,-3-1 15 0,0 2 8 0,-1-1 6 16,-1 3 9-16,-1 2 4 0,-1-1 4 0,2 4 1 16,-2-2 3-16,0 3-1 0,-2 7 0 0,1-10 3 15,-1 10-2-15,0 0 6 0,0 0 0 16,0 0 2-16,-1 7-1 0,1-7 34 0,0 12-38 0,0-4 32 15,1 3-38-15,1 1 38 0,0 0-38 0,3-1 37 16,0 3-38-16,2-1 35 0,-1-1-39 0,3-1 12 16,-1-1-60-16,1 1 16 0,0-3-64 0,1-2 34 15,-2-1-70-15,1-1 24 0,1 0-51 0,-10-4-3 16,18-2-1-16,-9-2 17 0,2-1 18 0,-1-5 24 16,-1 0 24-16,5-5 12 0,-5-2 17 0,4-3 13 15,-1-3 10-15,-1-6 12 0,0 1 9 0,2-10 3 16,0 0 6-16,-3-5 6 0,-3-2 0 0,-1-2 6 15,-1 0 16-15,-1-1 39 0,-3 2 28 0,-2 9 44 16,-3 1-12-16,4 4 46 0,-2 7-65 0,-1 4 28 16,3 1-67-16,-2 8 43 0,-1 5-34 0,3 7 51 15,0 0 1-15,-14 6-14 0,6 7 6 0,3 7 9 16,-1 4-56-16,1 7 24 0,1 1-48 0,1 3-3 16,2 3-1-16,1-1-9 0,1-1-3 0,2-1 26 0,-1 0-36 15,2-1 30-15,1-3-45 0,1-6 35 16,-1-2-38-16,2-1 36 0,0-2-35 0,-1-4 34 0,-1-1-38 15,4-4 38-15,-1-1-40 0,-2-2 36 16,3-4-38-16,0 1 39 0,-1-4-39 0,-8-1 35 0,16 0-35 16,-4-3 34-16,-2 0-37 0,0-2 39 0,4-2-40 15,-1 2 39-15,2-1-39 0,-2 2 36 0,4-2-39 16,-2 4 41-16,4 1-39 0,-1 1 35 16,1 1-33-16,-1 1 36 0,2 4-39 0,-1 1 41 0,0-1-5 15,-3 3-4-15,0-1-3 0,-5 2 2 0,2-2-4 16,-3 2-3-16,-1-2 3 0,-1-1 6 0,-2 2-9 15,-1-1 0-15,-2-3 2 0,-3-5 0 0,-1 11-2 16,1-11 0-16,-9 10 1 0,2-7-22 0,0 0-41 16,-2 0-57-16,9-3-96 0,-21-2-60 0,7 1-90 15,3-1-103-15,-2-1-51 0,-2-2-98 0,-1 0-687 16,2-1-906-16</inkml:trace>
  <inkml:trace contextRef="#ctx0" brushRef="#br0" timeOffset="190090.99">30879 10590 779 0,'3'-6'697'0,"1"0"-159"0,3 2-107 0,2-1-42 0,3-1-22 0,3 1-15 0,2-2-26 0,3 2-46 0,3-1-51 16,1 0-53-16,0-2-33 0,0 3-30 0,1-3-23 0,0 2-18 0,1-1-64 0,-1-2-107 0,-2 2-140 0,-1-2-111 15,0 2-130-15,-2-2-211 0,-2 0-288 0,-1 1-572 16</inkml:trace>
  <inkml:trace contextRef="#ctx0" brushRef="#br0" timeOffset="190240.51">31424 10709 1524 0,'0'0'1003'0,"0"0"-218"0,0 0-142 0,0 0-103 0,0 0-102 15,0 0-75-15,0 0-33 0,0 0-100 0,0 0-12 16,3-8-116-16,-3 8-176 0,1-6-194 0,-1 6-318 15,-2-8-1074-15,2 8-1327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0:35:09.0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17618 7624 212 0,'-10'-6'224'0,"0"1"-52"0,2 2-28 0,-2 0-16 0,-2-1-6 0,1 1-3 0,-2 2-8 16,-2 1-4-16,-1-2-14 0,0 2 7 0,0 0-1 16,0 0-18-16,3 2-4 0,-1-2-6 0,14 0 18 15,-21 0 6-15,21 0 28 0,-15 0-4 0,15 0 15 16,0 0-28-16,15 0 24 0,7-2-18 0,18-1 9 15,16-1-27-15,23-4 3 0,17 0-20 0,31-3-2 16,9 0-7-16,6-2 3 0,6 0-18 0,7 0-10 16,1 0-10-16,1-1-5 0,-6 2-10 0,-1-1 13 15,-6 1-17-15,-11 3-5 0,-30 1-1 0,-11 3-2 16,-11 0-7-16,-24 0-12 0,-14 4-2 0,-15 1-1 16,-13 1 2-16,-15-1-8 0,-9 7-42 0,-13-3 10 15,-25 4 19-15,-22 5-18 0,-14-2 32 0,-10 1-11 16,-6 0 25-16,-21 3-28 0,-4-3 42 0,-2 2-22 15,-1-1 24-15,-1-2-27 0,3 1 28 0,4 1-24 16,20-6 27-16,2 3-4 0,2-1-18 0,5 1 16 16,4-2-17-16,6 2 14 0,9 0-15 0,17-1 21 15,7-3-21-15,14 0 11 0,9 2-6 0,10-3 25 16,9 1-23-16,7-6 18 0,9 11-19 0,8-5 13 16,10-1-13-16,17 1 22 0,11-2-21 0,20-3 22 15,9-1-20-15,5 0 17 0,3-4-20 0,2 1 18 0,0-2-17 16,-2-1 19-16,-4 2-22 0,-11 1 22 15,-19 3-22-15,-15 0 18 0,-14 3-20 0,-15 1 17 16,-8 2-15-16,-12 0 18 0,-11 2-18 0,-23 7 2 16,-20 0-1-16,-10 2-6 0,-8-1 10 0,-2 0-4 15,1-4 9-15,1 2 2 0,4-3-5 0,20-2 4 16,3-3-1-16,8 0 1 0,8 0 7 0,13-2-3 16,11-1 1-16,11-3 2 0,0 0-2 0,24 5-2 0,17-5-5 15,21 0-2-15,18-3-7 0,8-1-35 16,8 0-30-16,8 0-60 0,25-2-56 0,-2 0-78 0,-20 1-109 15,-1 2-345-15,-8-2-227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0:35:52.4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17223 6095 242 0,'-2'-6'317'0,"-1"1"-76"0,0-1-49 15,1 0-28-15,-2-1-19 0,0 1-7 0,-2 1-15 0,0-2-10 0,-1 2-12 0,1 1-1 0,-2 0-5 0,-2-2 3 16,0 2-3-16,-1 2-15 0,1 1 15 0,-1-2-38 15,0 2 5-15,11 1-29 0,-19-1 14 0,19 1-23 16,-15-1 23-16,15 1-19 0,0 0 32 16,-9 2-24-16,9-2 31 0,15 4-35 0,3-4 27 0,10 1-34 15,12 0 24-15,16-2-18 0,6 0 32 0,17-3-16 16,5-3 24-16,6-1-15 0,9-1 0 0,2 0-3 16,19-6-12-16,0 2-2 0,-20 2-6 0,0 0-6 15,-2-1-5-15,2 0-8 0,0 2-1 0,-3-1-5 16,-1 0 2-16,-4 1-5 0,-4 1-1 0,-7 0-3 15,-4 2 4-15,-18 0 0 0,-3 5-1 0,-10-2-4 16,-7 1-11-16,-9 1-11 0,-9 0-6 0,-1 2 5 16,-10 2 2-16,-10-2 2 0,7 5 10 0,-16-1-5 0,-12 3 5 15,-13 2-1-15,-13 4-1 0,-21 1 3 16,-9 1 11-16,-8 2-16 0,-9-1 18 0,-21 1-23 16,-6 1 26-16,-2-3-19 0,3-1 18 0,-1 1 1 15,-1-1-16-15,2 2 17 0,19-7-18 0,1 4 17 0,0-4-16 16,4 4 16-16,4-3-16 0,5-1 18 15,6 1-18-15,8-1 20 0,18-2-20 0,4-1 21 16,12-1-18-16,5-3 22 0,6 3 1 0,8-3 16 16,7 2-15-16,13-4 6 0,-10 2-13 0,10-2 4 0,24-3-12 15,15-2 12-15,28-4-11 0,18-3-1 16,12-1 2-16,33-2 15 0,12-4-15 0,10 3 12 16,5-1-22-16,2-1 19 0,4 2-19 0,0 1 6 15,-5 2 0-15,-7-1-1 0,-8 3-2 0,-10 0 6 16,-28 3 3-16,-8 0-2 0,-9 2 0 0,-9 0-3 15,-17 2-2-15,-9 3 1 0,-12-2-5 0,-4 0-18 0,-10 1-20 16,-3 2-13-16,-8 2 11 0,-4-2-23 16,-12 0-36-16,11 6-21 0,-11-6-33 0,-9 5-44 15,-4 0-38-15,-2 1-35 0,-11 0-65 0,-5-1-287 0,-4 3-137 16</inkml:trace>
  <inkml:trace contextRef="#ctx0" brushRef="#br0" timeOffset="2933.21">19692 3832 124 0,'-20'-3'125'0,"-2"2"-2"15,0 0-1-15,2 1-13 0,-2 0-21 0,2 0 16 0,-1 0-14 0,2 1-13 0,0 0-15 0,2 0 0 0,1 1-16 0,4 1 20 16,-1 2 16-16,2 0 7 0,2-1 27 0,1 4-16 16,2-1 26-16,3 2-30 0,2 2-13 0,5 0 1 15,4 3-8-15,2 0-9 0,3 2 9 0,7 4-29 16,8 1 1-16,3 1-2 0,2-3-1 0,4 4-6 15,5-4 1-15,2 0 11 0,9 4-5 0,4-4 11 16,0-1-7-16,6-1-1 0,1-3-14 0,2-1 8 16,6-1-6-16,4-3 4 0,5-2-11 0,5-1 10 0,4-3-14 15,2 2 13-15,0-5-9 0,2 0 1 16,-1 0-12-16,-1-3 11 0,-1-1-7 0,-2-1 0 16,-1-2-3-16,-2 1 14 0,-2-5-6 0,-3 3-5 0,-4-6-4 15,-2 1 8-15,-5-3-5 0,-5-1-5 0,-1 0 11 16,-5-4 1-16,-1-1-4 0,-6-2-8 0,-3 0 8 15,-9 1 7-15,-3 0 19 0,-2-5-2 16,-2 2-11-16,-2-3-1 0,-2-1-4 0,-3 0-9 0,-2-5 1 16,-3 2-9-16,-2-3-6 0,-4 1-5 15,0-2 18-15,-2 0 12 0,-3-1-3 0,-3-2-10 0,-3 5-6 16,-2-1-1-16,-2-2-5 0,-4 2-3 16,-1-7 2-16,-5 1-8 0,1-1-5 0,-4 3 12 0,-3 1-12 15,0 0 6-15,-5 1-8 0,-2 1-2 0,-3 1 0 16,-10-3 0-16,-2 1 30 0,-7 2-35 15,-6 3 36-15,-6 3-42 0,-5 2 34 0,-7 2-37 0,-5 3 37 16,-3 2-35-16,-4 3 37 0,-7 3-38 0,-6 2 42 16,-7 3-37-16,-4 2 33 0,-25 3-35 0,20 2 38 15,-2 3-32-15,-24 2 30 0,2 3-33 0,4 1 34 16,3 2-32-16,22 2 33 0,3-1-35 0,6 3 5 16,2 2 3-16,4 2 5 0,7 2 0 0,3 2 1 15,3 1 2-15,7 2-5 0,4 4 15 0,6 3-10 16,4 5 5-16,6 1 0 0,3 4-3 0,5 3 2 15,1 1 10-15,5 5-10 0,4 1 1 0,2 1 0 16,2 1 3-16,4 2 3 0,0-3-6 0,6-6 4 16,4-2 1-16,2 1-2 0,2-3-3 0,4 0 7 15,2-6-13-15,4-2 10 0,0-5-12 0,3 2 6 16,3 0-7-16,5-3 8 0,4-2-8 0,8 2 10 0,4-5-2 16,8 0-10-16,4-4 8 0,4-2-49 15,4 0-76-15,2-6-75 0,5 2-64 0,-2-2-87 16,3-1-94-16,-4-2-402 0,0 2-388 0</inkml:trace>
  <inkml:trace contextRef="#ctx0" brushRef="#br0" timeOffset="3117.98">20114 4302 406 0,'-8'11'570'0,"1"-4"-177"0,-2-1-206 0,1 2-171 0,-1 0-98 0,3 0-104 0,-3-1-227 0,4 0 123 0</inkml:trace>
  <inkml:trace contextRef="#ctx0" brushRef="#br0" timeOffset="3683.2">21577 4051 301 0,'-2'8'467'0,"2"-8"-113"0,-4 7-79 0,4-7-61 16,-4 5-48-16,4-5-24 0,0 0-25 0,-1 7-24 15,1-7-16-15,0 0-16 0,-3 6-13 0,3-6-10 0,0 0-5 16,0 0-13-16,-2 5-1 0,2-5-7 0,0 0-5 15,0 0-1-15,0 0 2 0,0 0-3 0,-3 6 2 16,3-6 6-16,0 0-13 0,0 0 4 16,0 0-2-16,0 0 6 0,0 0-2 0,0 0-8 0,0 0 4 15,0 0 2-15,0 0-6 0,-2 6 6 0,2-6 0 16,0 0 1-16,0 0-4 0,0 0-1 16,0 0 3-16,0 0 2 0,0 0-8 0,0 0 3 15,0 0-1-15,0 0 1 0,0 0-11 0,0 0-39 0,0 0-67 16,0 0-94-16,0 0-95 0,0 0-264 0,0 0-87 15</inkml:trace>
  <inkml:trace contextRef="#ctx0" brushRef="#br0" timeOffset="5249.82">21230 4012 52 0,'-1'-10'462'0,"1"10"-150"0,-2-13-62 0,2 13-60 0,-1-12-34 0,1 12-41 0,-1-10-16 0,1 10-28 16,0 0-4-16,-3-4-28 0,3 4-8 0,0 0 7 16,-4 8-16-16,4-1-4 0,-4 3-1 0,0 3 1 15,-1 1-2-15,-2 5-2 0,-1 0-4 0,-2 1 9 16,-3 5 2-16,-2-2-5 0,-2 2 0 0,-2-3 2 16,-3 5 28-16,-3-3-22 0,-1-2 12 0,-2-2-16 15,-1 1 17-15,-2-2-21 0,-2-3 18 0,0 1 18 16,-3-6 3-16,4-2 11 0,-1 1 16 0,-3-3-5 15,1-2-12-15,-3-1-8 0,0-2-5 0,-2-2 9 16,-1 0-12-16,-9-4-16 0,2-3 5 0,-2 0-12 16,-3-3 4-16,0 0-13 0,-10-3 5 0,2-4-12 15,-2-1 9-15,-1 0-14 0,2-3 10 0,0 0-11 0,0-1 6 16,2-1-11-16,-2-1 11 0,2 2-9 16,1-2 2-16,2 4-5 0,1-3 14 0,-2 4-11 0,11 5 8 15,-2 1-14-15,3-1 23 0,0 5-19 0,0-2 7 16,4 4-10-16,5 2 10 0,0 1-8 0,1 2 7 15,3 4-7-15,-4 0 10 0,1 2-9 16,0 3 6-16,2 0-5 0,-6 5 3 0,3 2-8 0,3 3 9 16,-1 0 5-16,3 3 20 0,0 2-4 0,4 1 8 15,1 1 2-15,0 1 0 0,3 2-3 16,2 2-5-16,1-1 7 0,2 1-5 0,3-4 3 0,2 2 5 16,4-1 9-16,1 2-14 0,0 1 0 0,5-4 4 15,0 1-7-15,3 0-4 0,2 0-1 0,3-1 2 16,-1 0-10-16,4-1 4 0,0 0-11 0,-1-2 7 15,3-2-10-15,1 1 5 0,-1-2-3 0,-1-3 1 16,-2-3-8-16,3 1 5 0,-2-3-5 0,-1 1 4 16,-1-3-9-16,0-2-39 0,2 1-63 0,-2-2-45 15,-1 0-36-15,-4-6-65 0,6 8-59 0,-6-8-78 16,8 3-398-16,-8-3-310 0</inkml:trace>
  <inkml:trace contextRef="#ctx0" brushRef="#br0" timeOffset="5472.14">18345 4726 612 0,'0'0'440'0,"-10"-5"-99"0,10 5-76 0,-8-4-53 0,8 4-47 0,0 0-31 0,0 0-19 0,0 0-19 0,0 0-3 0,0 0-18 16,16 5-10-16,-7-1-10 0,0-1-10 0,5 2-10 15,-2 1-7-15,5 1-7 0,0 3 0 0,2-2-2 16,-1 3-4-16,2-1 0 0,1-1-9 0,-2 2-3 15,1-1 4-15,3 0 0 0,-2-2-7 0,2 1-16 16,0 0-64-16,-2-2-70 0,1 0-40 0,0-2-74 16,-4-2-87-16,0-1-224 0,-2-2-88 0</inkml:trace>
  <inkml:trace contextRef="#ctx0" brushRef="#br0" timeOffset="5634.32">18904 4657 305 0,'2'-15'509'0,"-2"7"-97"16,2-3-70-16,-1 3-92 0,0 2-31 0,-1 6-60 15,1-13-14-15,-1 13-53 0,3-8 2 0,-3 8-51 0,0 0-3 16,1-8-5-16,-1 8-5 0,0 0 0 16,0 0-13-16,-5 6 0 0,1 1-5 0,-1 3 0 15,-5 0-5-15,-3 5-1 0,0-1-3 0,-5 5-32 16,-2 2-97-16,2 0-117 0,-5 4-178 0,3-5-195 16,0-1-127-16</inkml:trace>
  <inkml:trace contextRef="#ctx0" brushRef="#br0" timeOffset="23516.22">24449 9251 130 0,'0'0'197'0,"0"0"-66"0,0 0-35 0,10 3-22 0,-10-3-14 0,10 4-14 0,-10-4-10 0,8 5-6 0,-8-5-10 0,9 4-7 0,-9-4-8 16,9 4-17-16,-9-4-28 0,10 5-68 0,-10-5-108 16,9 4 69-16</inkml:trace>
  <inkml:trace contextRef="#ctx0" brushRef="#br0" timeOffset="23666.05">24606 9199 160 0,'5'-6'149'0,"-5"6"-97"15,0 0-175-15,4-5 41 0</inkml:trace>
  <inkml:trace contextRef="#ctx0" brushRef="#br0" timeOffset="24265.82">24669 9207 112 0,'1'-6'504'0,"2"1"-134"15,-1-1-52-15,-2 6-56 0,2-14-27 0,-2 14-19 16,1-11-31-16,-1 3-26 0,0 8-25 0,-3-11-12 15,1 4-13-15,-2 3-14 0,0-1-15 0,-4 1-33 16,-2 0 24-16,1 3-8 0,-4 1-2 0,-3 3 3 16,-6 3 6-16,0 2 1 0,-3 4-3 15,-1 6 22-15,-6 2 41 0,2 4 28 0,0 3-28 0,1 3-23 16,1 2-1-16,2 1-15 0,3 1-16 0,1-1-19 16,3 1-6-16,2 0-8 0,6-4 13 0,5-1-3 15,2-6 5-15,5 4-4 0,3-4-6 0,4-2-3 16,6 1-7-16,1-2-8 0,8-2 7 0,3-4-27 15,0-3-12-15,6-4-59 0,0-3-47 16,4-1-34-16,0-5-43 0,1-2-36 0,0 0-43 0,-1-3 28 16,-3-2-16-16,-1-3 35 0,-3 0 15 0,-2-2 43 15,-1-3 28-15,-4-1 31 0,-3 0 18 0,-4-3 47 16,0 3 40-16,-6 0 53 0,0-1-9 0,-4 3 46 16,-1 0-6-16,-1 1 38 0,-3 2-8 0,-2 0 21 15,0 1-12-15,-3 4 10 0,-3 1-11 0,2 0-15 16,-3 5-11-16,9 2-12 0,-22 2-7 0,10 5 13 15,0 1 12-15,-2 5 10 0,0 1-18 0,2 2-17 16,2 2-9-16,0 2 18 0,2-1-9 0,3 0-7 16,2 0-3-16,-1-2-5 0,4-1-6 0,4 1 1 15,0-4-5-15,4 1-12 0,2-3 0 0,0-1-18 16,2-3 5-16,2-1-16 0,0-3-5 0,1-2-1 16,-2-2-1-16,4-2-5 0,-2-4-3 0,0 0 5 15,1-4-1-15,-2 0-2 0,-1-4-2 0,-3-1 1 16,0-1 0-16,-4 2 3 0,-2-2 7 0,-1 2 9 15,-3 0 2-15,-3 0 0 0,-1 0-3 0,-1 0-1 16,-5 3-4-16,-3 1-7 0,-2-2-1 16,1 6 1-16,-3 2-8 0,3-2-19 0,-4 3-27 15,5 2-44-15,1 1-57 0,-2 1-71 0,2 1-76 0,1 2-38 16,3 1-75-16,0 3-62 0,3-3-80 0,5-4-361 16,-1 9-480-16</inkml:trace>
  <inkml:trace contextRef="#ctx0" brushRef="#br0" timeOffset="24665.52">24905 9472 211 0,'5'-6'768'0,"-1"-2"-161"0,-3 3-99 0,3-2-71 0,-1-2-56 16,-1 2-42-16,1-2-28 0,3 1-38 0,-2-2-40 0,1 1-48 0,2-3-36 0,2 4-29 16,1-3-24-16,0 4-16 0,0-2-16 15,4 3-10-15,-1 2-11 0,-1 1-4 0,-1 1-6 16,3 4 0-16,-1 2-10 0,0 1-3 0,1 3 12 0,-3 3-16 15,3 2 17-15,-1 1-17 0,-4 2 6 16,3 0-14-16,-5 1 9 0,0-1-13 0,-1-2 11 0,-3 0-12 16,2 0-2-16,-3-3 1 0,-2 1 6 0,1-3 0 15,-1 0 8-15,-1-1 12 0,1-8 8 16,-2 10-4-16,2-10-4 0,-8 5-3 0,8-5-4 16,-9-5-6-16,4-1-5 0,1-3 22 0,0-2 8 0,2-1-10 15,2-4-2-15,2-1-3 0,2-4-6 0,1-3-3 16,4 3-4-16,0 0-4 0,4 2-2 15,-1 1 0-15,0 1-2 0,2 3 4 0,-2 4-4 0,-1 1 0 16,2 2-2-16,0 3 0 0,-3 4 1 16,-1 0 0-16,4 2-4 0,-4 3 2 0,1 5 0 15,0-1 3-15,-1 4-2 0,-2 0 3 0,0 2-2 0,-1 1-3 16,0 1-1-16,-1-1-6 0,-1 1-30 16,0 0-60-16,-2-3-84 0,2 1-97 0,-2-2-111 15,0-1-58-15,-1-2-122 0,0 1-581 0,-1-6-763 16</inkml:trace>
  <inkml:trace contextRef="#ctx0" brushRef="#br0" timeOffset="25249.08">25645 8947 662 0,'8'-10'779'0,"-2"-1"-179"0,-2 6-137 0,1-1-80 0,-5 6-43 0,8-2-42 0,-8 2-16 0,8 5-21 0,-6 1-35 0,3 1-40 0,0 5 3 0,3 1-26 0,0 3-21 0,-1 4-28 0,2 0-16 16,3 6-12-16,-1-1-3 0,3 0-7 16,-3 0-13-16,0-1-7 0,0 0-10 0,-1-5-13 15,-1 0-6-15,-1-2-1 0,-1-2-6 0,-1-1-8 16,-1-3-1-16,-1-2-1 0,1 1 5 0,0-2-11 16,-5-8 0-16,3 9-2 0,-3-9 3 0,0 0-5 15,0 0 3-15,-13 1-7 0,7-5 7 0,-3 0-5 16,-4-2 4-16,0-1-5 0,-3 0 4 0,-4 0-6 15,1 0 7-15,-2 1 0 0,1 1 0 0,1 2 0 16,1 1 1-16,-2 2-10 0,0 4 10 0,0 1-10 16,-1 1 15-16,1 2-3 0,6 2 0 0,-2 2-5 0,4 1-3 15,3-1 3-15,2 1 1 0,3 0 1 16,1-3-4-16,3 2 4 0,4-2-2 0,2-1 5 16,2 0-2-16,2-1-9 0,4-2-3 0,-1-2-2 15,6-2 1-15,1-2-1 0,1 0-2 0,2-2 2 16,5-3 1-16,2-5 2 0,0 1 2 0,-3-3-2 0,1-1 6 15,4-5-1-15,-5 4 4 0,-4-1-3 0,0-2 2 16,-6 3 6-16,-1 3 13 0,-3-3-2 16,-1 2 16-16,-3 2 22 0,-2-2-11 0,-3 5-18 15,1-3 31-15,0 2-39 0,-5 0 19 0,0 8-22 16,0-12 18-16,0 12-7 0,0-10-1 0,0 10-25 16,-5-7 22-16,5 7-32 0,0 0 28 0,0 0-21 15,0 0 16-15,0 0-2 0,-6 7-4 0,6-7 0 16,1 13-1-16,3-5-1 0,0 1-1 0,1 2-4 15,0-3-5-15,0 5 5 0,3-4-18 16,-1 4-9-16,1-4-17 0,-2 2-26 0,4-2-29 0,-2 0-56 16,-1-3-54-16,-1 0-65 0,1 1-73 0,-7-7-68 15,12 2-70-15,-12-2-102 0,11-2-485 0,-9-5-688 16</inkml:trace>
  <inkml:trace contextRef="#ctx0" brushRef="#br0" timeOffset="25532.89">25956 9018 50 0,'0'0'698'0,"-12"-5"-176"0,12 5-151 0,-7-2-59 0,7 2-78 0,0 0-3 0,0 0-17 0,0 0 4 0,-9 2-2 0,9-2-9 15,0 0-12-15,0 0-18 0,0 0-19 0,7 6-18 16,-7-6-26-16,0 0-21 0,16 2-18 16,-16-2-13-16,14-3-13 0,-14 3-9 0,15-5-8 0,-9 2-5 15,1-1-4-15,-1 1 3 0,-2-1-3 0,2-2 2 16,-6 6-4-16,4-11-3 0,-4 11-1 0,0-12 8 15,0 12 6-15,-6-9 1 0,1 2 6 0,0 3 4 16,5 4-16-16,-15-4-1 0,15 4-8 0,-17 0 3 16,8 1-8-16,-4 3-1 0,5 1-5 0,-1 1-1 15,0 0-12-15,1 0-31 0,1 2-50 0,3-1-44 16,0 3-31-16,4-4-38 0,0 1-25 0,3 0-25 16,2-1-33-16,2 1-34 0,3-2-30 0,1-2-16 15,1-2-415-15,3-1-299 0</inkml:trace>
  <inkml:trace contextRef="#ctx0" brushRef="#br0" timeOffset="26031.9">26213 8816 464 0,'6'-22'495'0,"0"2"-39"0,-2 0-70 0,-3 4 26 15,2-1-30-15,-2 1-22 0,1 4-38 0,-1 1-64 16,0 0-47-16,-1 4-29 0,0 7 19 0,0 0-32 16,0 0-22-16,0 0-31 0,5 15-9 0,-3 1-25 15,0 3 17-15,1 5-24 0,1 1 3 0,1 6-25 16,0-1-8-16,0 1-6 0,-1 1 10 0,2-1 4 15,-1 2-20-15,0 1 2 0,2-3-10 0,-2 0-8 16,1-2-9-16,-2 1-17 0,2-6-18 0,-2-1-25 16,1-2-33-16,-1-4-46 0,1-1-39 15,-3-2-25-15,0-3 1 0,1 0-48 0,-2-4-8 0,-1-7-21 16,0 10 6-16,0-10 4 0,0 0 35 0,0 0 36 16,-9-9 42-16,5 2 33 0,-2-3 50 0,-1 1 62 15,-1-3 67-15,-1 0 29 0,-2 1 15 16,1 0 16-16,0 0 4 0,0 0-4 0,-2 3 23 0,3 0 3 15,0 0-3-15,2 3-10 0,0-3-23 16,2 4-18-16,0-1-22 0,1 0-7 0,4 5-12 0,-4-9-8 16,4 9 0-16,3-6-3 0,2 0-7 0,1 2-6 15,2-1-8-15,3 1-3 0,2-2-3 16,1 0-5-16,2 0-1 0,0-2-1 0,2 0-2 0,1-1-4 16,-3 1-8-16,2-3 10 0,-4 4 6 15,0-2 35-15,-3 2 24 0,1 0 20 0,-3-1-6 16,-2 3 7-16,1 0-11 0,0 0-4 0,-3-1-26 0,1 4 3 15,-6 2-24-15,9-4 12 0,-9 4-7 0,0 0 2 16,12 5-1-16,-12-5-10 0,6 13-2 0,-3-6-3 16,-1 4-5-16,3-1-5 0,-1 2 5 15,0 1-8-15,2 1 5 0,-2 0-8 0,1 1-3 16,-1 1 2-16,1-2-3 0,-1-2-16 0,4 1-70 16,-5-2-100-16,3-1-95 0,-1-2-106 0,1 0-94 0,-2-4-132 15,-4-4-431-15,13 3-659 0</inkml:trace>
  <inkml:trace contextRef="#ctx0" brushRef="#br0" timeOffset="26166.01">26602 8869 319 0,'-5'-16'668'0,"0"2"-169"0,3 5-103 0,-2-2-58 0,1 2-88 0,1 0-63 0,-1 3-39 0,1-1-30 0,2 7-37 0,-2-10-41 15,2 10-63-15,0 0-42 0,0 0-123 0,7-3-133 0,-7 3-455 16,11 7-294-16</inkml:trace>
  <inkml:trace contextRef="#ctx0" brushRef="#br0" timeOffset="26766.22">26942 9007 215 0,'11'0'742'0,"-2"-2"-179"16,-9 2-110-16,14-5-56 0,-9 0-65 0,1-1-27 0,-3 0-26 15,2-1-16-15,-3-1-16 0,0 1-28 0,-4-3-19 16,2 1-31-16,-2-1-15 0,-3 2-30 15,1-3-7-15,-3 4-25 0,2-3-1 0,-4 4-26 16,-1-2 5-16,1 4-30 0,-2 0 10 0,-2 2-23 16,1 1 14-16,-3 2-29 0,2 1 13 0,-2 3-16 15,0 3 11-15,-1-2-16 0,2 7 12 0,0-1-18 16,4-1-1-16,1 3-1 0,1-3 2 0,2 3 4 16,2 0 2-16,3-3-1 0,1 1 11 0,1 1-10 15,2-3 8-15,2 2-11 0,-1-3 3 0,1-1-1 16,0-2 1-16,1 2 5 0,1-4-11 0,-7-4 14 15,15 3-5-15,-15-3-6 0,15-4 0 0,-6-2 0 16,0 1 1-16,-1-2-4 0,0-5 3 0,-1 2-2 16,2-3 20-16,-1-3-29 0,-2 2 29 0,4-1-27 0,-3 1 26 15,1-1-28-15,0 2 22 0,1 1-20 0,0-1 23 16,0 3-21-16,3-1 27 0,-3 3-27 16,1 3 23-16,0 2-22 0,2 2 28 0,-1 1-27 15,1 3 31-15,-1-1-38 0,2 5 5 0,-3 3 0 16,2-2 4-16,-1 3-1 0,-2 1 4 0,0-2 1 15,1 2-2-15,-3-1 1 0,-1 0 3 0,-1-3-3 16,-1 1 2-16,2-1 9 0,-2-1-7 0,-1-2 1 16,-3-5 4-16,2 9-3 0,-2-9 2 0,0 0-2 15,-5 5-4-15,5-5 2 0,0 0 1 0,-10-5 4 16,10 5 0-16,-6-10-3 0,3 3-6 0,1-3 2 16,2-1-1-16,0 1-3 0,1-3 1 0,1-2-2 15,4 2 2-15,0-3 0 0,3 1-4 0,-2 3-1 16,3 1 46-16,1 0-54 0,-1 2 42 0,-1 1-43 15,1 2 38-15,-1 4-41 0,-9 2 38 0,17-2-37 16,-17 2 40-16,15 6-39 0,-7 1 38 0,-3 1-39 16,3 0 3-16,-2 4 2 0,-1-1-16 0,2 1-46 15,-2 0-44-15,4 1-52 0,-2-1-51 0,1 0-58 16,0-1-64-16,3 0-37 0,-1-3-66 0,3 2-73 16,0-4-445-16,0 1-551 0</inkml:trace>
  <inkml:trace contextRef="#ctx0" brushRef="#br0" timeOffset="27319.81">27627 8910 324 0,'8'-13'572'0,"1"3"-98"0,-4-3-24 0,0 1 1 0,-2 3-29 0,1-1-37 0,-2 2-43 0,1-1-38 0,-2 2-37 15,-1 7-35-15,1-12-20 0,-1 12-45 0,-5-6-7 16,5 6-39-16,-13-2 2 0,13 2-43 0,-21 2 7 16,9 4-38-16,-2 0 10 0,0 0-34 0,-1 1 18 15,-1 4-30-15,1 1 21 0,1-3-30 0,1 2 26 16,2-1-31-16,-1 1-1 0,3-1 0 0,2 0 4 15,0-1 0-15,3 1-3 0,2-1-2 0,-1-1-3 16,3-8-2-16,3 11 4 0,-3-11-8 0,6 11 1 16,-6-11 4-16,9 4-4 0,-9-4 2 0,14 0-1 15,-14 0 26-15,16-4-30 0,-6 0 19 0,-3 0-16 16,0-3 17-16,1 3-13 0,-2-1 17 0,0 1-14 16,-1-1 21-16,-1 2-20 0,-4 3 20 0,9-6-19 15,-9 6 15-15,10-5-21 0,-10 5 19 0,9-3-19 16,-9 3 23-16,12 0-23 0,-12 0 21 0,16 0-18 15,-5 3 19-15,-11-3-21 0,21 3 47 0,-21-3-21 16,22 1 45-16,-10-1-45 0,-1-1 5 0,3-1 10 16,0-2 53-16,0 1-51 0,2-2 48 0,0-1-60 15,0-2 46-15,0-1-52 0,1-3 38 0,-1-1-57 16,-3 0 43-16,1-3-51 0,-1 0 45 0,-3-4-48 16,2 1 53-16,-6-2-42 0,3-3 54 0,-4-1-40 15,0 0 7-15,-3-2 6 0,-2-1 0 0,0-1 5 16,-4-3-5-16,-1-2 3 0,0 2-2 0,-2 0-4 15,1 6 37-15,-1 2-35 0,1 2 38 0,2 6-40 16,0 0 29-16,-1 2-39 0,3 4 25 0,-2 1-38 16,4 9 39-16,-7-7-41 0,7 7 4 0,-7 7 0 15,4 4 3-15,1 6 1 0,2 1-1 0,0 8 30 16,2 1-42-16,1 7 33 0,4 1-38 0,-3 0 37 16,3 4-44-16,-2-6 31 0,1 1-44 0,-1-4 9 15,0 2-81-15,-1-9-31 0,-1 2-42 0,-1-5-67 16,0-1-67-16,-1-3-63 0,-2-3-60 0,-1 0-6 15,-3-3-83-15,-2-2-84 0,0-3-434 0,-3-3-656 16</inkml:trace>
  <inkml:trace contextRef="#ctx0" brushRef="#br0" timeOffset="27499.26">26551 8681 801 0,'-24'4'759'0,"7"-2"-171"0,1 0-142 0,4 2-94 0,3-2-71 0,9-2-49 0,0 0-41 0,0 0-26 0,0 0-33 0,16-3-27 0,5-2-24 16,11-3-41-16,2 0-55 0,8-1-49 0,1-2-117 15,-3 0-85-15,-7 0-181 0,-2 0-552 0,-4 2-601 16</inkml:trace>
  <inkml:trace contextRef="#ctx0" brushRef="#br0" timeOffset="29681.81">28785 8174 762 0,'1'-24'744'0,"1"4"-90"0,-2 3-153 0,0 3-107 0,2 0-80 0,-2 5-59 0,0 9-36 0,0-6-21 0,0 6 2 0,5 12 5 0,-1 0-50 0,3 10 2 0,2 4-4 15,2 11 12-15,2 6-34 0,2 1-5 0,4 9-17 16,1 4 22-16,-1 0-58 0,-1 3 27 0,1-3-62 15,-1 0 39-15,-2 0-61 0,2-2-3 0,-6-9-8 16,2 1 5-16,-3-3-35 0,0 1-22 0,1-3-13 16,-3-4-45-16,-2-7-58 0,-1-2-54 15,2-7-24-15,-3-3 31 0,-1-2 41 0,-2-5-11 0,-2-5-4 16,0-7-32-16,-4 4 43 0,4-4 3 0,-12-8 61 16,3-5 2-16,-4-4 36 0,-2-8-2 0,-5-10 43 15,-3-4-11-15,-3-14 24 0,-4-3 11 0,1-3 2 16,-2-4 28-16,-2 0 0 0,0 0 44 0,1 1 2 15,4-1 53-15,1 3 5 0,6 3-14 0,7 0-9 16,5 11-22-16,7 1-15 0,4 8-15 0,7-3-7 16,5 4-11-16,7 5-5 0,4 2-5 0,7 5 2 15,5 4-2-15,3 4 5 0,5 5 3 0,1 6-7 16,-4 5-1-16,5 5 0 0,0 6-11 0,-4 2 1 16,-1 5-5-16,-5 3-2 0,-3 4 2 0,-4 0-3 15,-5 1 1-15,-2 2-4 0,-7-4-1 0,-5 2 4 16,-6-2-9-16,-1 1 7 0,-8 0 0 0,-3 0-3 15,-4 2 1-15,-7-4-1 0,0-1-1 0,-2-3 0 16,-3-2 1-16,0-5-1 0,1-1-1 0,-1-6 2 16,-1-1 4-16,7-3-5 0,-2-1 10 15,1-2-4-15,3-4 2 0,2-2-3 0,2-3 0 0,4-1-3 16,5-1 1-16,2-4-6 0,5-2-2 0,3-1-2 16,6-2-3-16,2 0 2 0,2 1 0 0,6 3 0 15,-1 2 2-15,2 4 0 0,-2 2 2 16,2 4 0-16,-2 3 1 0,-1 5 2 0,4 1 0 0,-2 1 0 15,-1 6 3-15,2 1-1 0,-1 2-4 0,-3 1 9 16,1 2-3-16,-5-2 1 0,-2 1-3 0,-2 1 2 16,-1-1 0-16,-4-2 0 0,-3 0-1 0,0-3 0 15,-5 1-3-15,0-3 2 0,-2 3 0 0,-3-4 1 16,-2-2 12-16,0 0 3 0,7-5 0 0,-16 1-2 16,6-2-1-16,-1-3 1 0,0-2 2 0,2-2-3 15,-1-2-1-15,1-3-3 0,1-1 3 0,3-3-7 16,2-2 0-16,1-1-3 0,4-4-1 15,3 2-6-15,1-1 6 0,4-4 5 0,4 2-10 0,-1 3 7 16,6 1-14-16,-1 2 1 0,1 1-13 0,-1 2 1 16,0 7-12-16,1-1-13 0,-3 3-4 15,0 2-1-15,-2 4 7 0,0 1 8 0,-2 1 1 16,-1 1 9-16,2 2 6 0,-3 2 4 0,-2 0 3 16,1 1 1-16,-3-1 3 0,1 4 3 0,-2-1 7 15,-1 0 12-15,0 1 6 0,1 1 11 0,-3 0-1 16,1 2-3-16,-1-2-2 0,0 1-9 0,0 1 5 15,1-1-12-15,-1 1 3 0,2-1-1 0,-1 1-3 0,2-3-2 16,-2 1 2-16,3-1 10 0,0-1 4 0,1 1 0 16,1-2 2-16,0-2-7 0,0-4 4 0,2 0-9 15,-10-2 6-15,19 0-12 0,-10-3 4 16,4-1-6-16,-3-4 2 0,-1 1-1 0,1-2 0 16,-2-1-2-16,-2-2-2 0,-2 3-1 0,-1-4 0 0,-2 3 5 15,-2-1-6-15,0-1-1 0,-5 1 7 0,0-1 6 16,-2 0 8-16,-4 1 2 0,-1 0-3 15,-4 2-3-15,2-1-1 0,0 2-5 0,0 2 0 0,0 0-1 16,2 1-5-16,3 0 2 0,-1 1-3 0,2 0-2 16,9 4 0-16,-12-5 0 0,12 5 0 0,-7-4-4 15,7 4-20-15,0 0-20 0,5-6-14 0,-5 6-7 16,12-7-3-16,-3 2-3 0,0-2-6 16,4 0 0-16,-1-2 2 0,1-4 18 0,2-1 5 15,0-2 15-15,0-4 1 0,-1-1 13 0,-1-2 3 16,0-2 2-16,0 0 11 0,-4-2 11 0,0 0 25 0,-1 1 5 15,-2 1 0-15,-1-1 3 0,-3 2 14 0,1 2 7 16,-2-1 4-16,-1 2-5 0,0 0 14 16,-1 4 16-16,1 3 2 0,-1 1-12 0,1 0-16 0,0 3-18 15,0 2-8-15,0 8-8 0,2-5 2 16,-2 5 2-16,10 6 15 0,-3 8 14 0,2 4-23 0,5 5 9 16,1 11-11-16,2 4-5 0,-1 1-5 0,1 4-9 15,-2 0-1-15,0 0-4 0,0 1 6 0,-3-2-4 16,0-1-3-16,-2-3-18 0,-3-5 20 0,0-5-22 15,0-3 22-15,-2-4-20 0,-3-2 22 16,2-2-18-16,-1-2 30 0,-1-3-27 0,-2-3 30 0,-1-2-33 16,1-7 21-16,-4 8-26 0,4-8 21 0,0 0-24 15,-11-6 20-15,7-1 3 0,0-4-10 0,1-1 4 16,3-4-8-16,-1-3-1 0,2 0 1 16,2-4-2-16,2 0 3 0,0 0-3 0,5-2 3 0,3 4-3 15,-1 4 1-15,4 1-3 0,-2 0 2 0,4 5 1 16,0 0-1-16,1 6 3 0,-3 1 2 0,2 3-3 15,-4 1 0-15,2 2 5 0,-2 3 3 0,0 3-8 16,-1-2-4-16,-3 4 7 0,-1 0 0 16,-4 1-1-16,-1-3-2 0,-4 5 3 0,0-2 8 0,-5 3-2 15,-3-3-6-15,-4 3 0 0,-4-2 2 0,-1 1-1 16,-3-1 1-16,-1-1 0 0,-4-1-1 0,2-1 0 16,3-1-1-16,-1-1-1 0,5 0-25 0,-1-2-43 15,4-1-63-15,-1-1-66 0,5 1-70 0,0-1-52 16,9-3-32-16,-6 4-20 0,6-4 7 0,6 4 27 15,-6-4 13-15,20 1 20 0,-8-2 9 0,4 1 23 16,1-2 42-16,2-1 40 0,2 0 64 0,2-1 77 16,0-2 81-16,2-3 68 0,3 0 70 0,1-3 25 15,-2-1 46-15,1 0 27 0,-1-3 2 0,-2 0 4 16,-3 1 16-16,0-1 25 0,-2-1-7 0,-6 5-26 16,0-4 7-16,-2 2-55 0,-2 3-19 0,-2 0-19 15,-1-1-1-15,-3 3-24 0,-1 0-24 0,-2 1-21 16,-1 8-20-16,-4-12-17 0,4 12-14 15,-9-6-15-15,9 6-15 0,-16 2-3 0,5-1-12 0,1 5-7 16,1 0-4-16,-1 1-1 0,-1 2-5 0,2 0-3 16,0 2-3-16,1 0-1 0,-1-1 1 0,4 1-5 15,0 0 1-15,2 0-2 0,1-2-6 0,0 1-5 16,2-1-2-16,0-1 0 0,2 0-3 0,0-1 4 16,0-1 2-16,0 0 4 0,-2-6 0 0,9 9 6 15,-9-9 2-15,10 6-5 0,-10-6 0 0,9 2 1 16,-9-2 0-16,0 0 2 0,12-1 3 0,-12 1 14 15,9-3-1-15,-9 3 10 0,7-4 6 0,-7 4-8 16,0 0-5-16,8-4-7 0,-8 4-2 0,0 0-2 16,10-1 1-16,-10 1-1 0,12 0-4 0,-12 0 0 15,14 3-3-15,-14-3 0 0,16 2-2 0,-7 0-10 16,2 0-11-16,-1 1-22 0,1-2-39 0,2 1-45 16,-1 1-29-16,0-2-21 0,4 2-41 0,-2-2-33 15,1-1-40-15,-1 0-42 0,0 0-13 0,-1 0-31 16,0-1-52-16,-3-3-110 0,-1 1-323 0,-1 0-413 15</inkml:trace>
  <inkml:trace contextRef="#ctx0" brushRef="#br0" timeOffset="30152.74">29133 9085 821 0,'-26'12'924'0,"6"-5"-185"0,5 2-179 15,2-4-111-15,1-1-86 0,3 2-74 0,9-6-50 0,-6 3-37 0,6-3-58 0,9-2-20 0,9-5-7 16,9-1-5-16,15-5-14 0,5 1-7 0,21-8-6 16,1 0-3-16,5-1 33 0,4-2-57 0,1-1 38 15,4-1-16-15,0 1-18 0,-6 1-11 16,-2 2-13-16,-8 1-8 0,-5 2-1 0,-17 4-16 0,-3 2-28 15,-10 4-29-15,-2-1-51 0,-10 2-64 0,-6 3-44 16,-6 1-22-16,-8 3-16 0,0 0-18 0,0 0-2 16,-26 3 8-16,3 2 19 0,-10 4 23 0,-5 2 27 15,-6 3 47-15,-6 1 50 0,-10 4-12 0,-2 2 24 16,-5-1 41-16,-2 2-18 0,-5 0 43 0,1 3-15 16,-3-3 34-16,1 1-8 0,5 2 37 0,4-3 5 15,4 0 14-15,7-3-21 0,13-2 7 0,7-3-17 16,6-1 45-16,8 0 14 0,5-1 39 0,6-2 17 0,6-2-6 15,4-8-19-15,9 10-19 0,5-7 12 16,9-3-1-16,13-3-16 0,15-5-9 0,14-2 2 16,3-6 13-16,5-1-3 0,2-2-15 0,3-2-17 15,2-3 1-15,1-2-23 0,-3 1-1 0,0 0-11 16,-6 0-47-16,-6 1-116 0,-8 4-137 0,-11 2-107 16,-9 2-127-16,-8 4-173 0,-6 0-314 0,-9 1-586 15</inkml:trace>
  <inkml:trace contextRef="#ctx0" brushRef="#br0" timeOffset="30301.16">29975 8964 802 0,'-6'7'966'0,"-1"1"-233"15,0-4-176-15,-1 0-110 0,3 1-90 0,0-2-57 16,5-3-63-16,-11 8-58 0,11-8-35 16,-8 4-29-16,8-4-24 0,-5 4-52 0,5-4-118 0,-6 5-198 15,6-5-225-15,-11 5-800 0,11-5-904 16</inkml:trace>
  <inkml:trace contextRef="#ctx0" brushRef="#br0" timeOffset="42698.09">21034 14399 231 0,'0'0'254'0,"0"0"-59"0,0 0-53 0,0 0-23 0,0 0-30 0,0 0-11 0,0 0-33 0,0 0-35 0,9 3-36 15,-9-3-54-15,0 0-75 0,9 3-127 0,-9-3 263 16</inkml:trace>
  <inkml:trace contextRef="#ctx0" brushRef="#br0" timeOffset="43599.56">20097 14398 371 0,'-3'-7'528'0,"0"2"-113"0,3 5-102 0,-2-8-63 0,2 8-51 0,-4-6-30 0,4 6-42 0,0 0 16 0,0 0-11 0,0 0-20 0,1 11 7 15,-1-11 20-15,3 8-31 0,-1-1 30 0,3-1-20 16,-1 0-16-16,-2 0-16 0,2-1 8 0,0 0 16 16,0 2 13-16,1-3 22 0,-5-4 10 0,12 6 11 15,-12-6-17-15,15 5-15 0,-15-5-24 0,24-2-19 16,-10-1-7-16,4-3-23 0,5-3 2 0,3-3-27 16,6-5 7-16,2-2-17 0,2-2 5 0,1-5-9 15,10-4-3-15,-2-3-1 0,6-2-6 0,-1-3-2 16,4-1 1-16,-1-3-14 0,2 0 15 0,-1 1-18 0,-2-2 0 15,-1 2-3-15,-2 3-12 0,-6 2-64 16,-7 9-77-16,-6 2-75 0,-6 7-65 0,-5 2-98 16,-2 4-98-16,-4 3-79 0,-3 3-360 0,-4 2-513 15</inkml:trace>
  <inkml:trace contextRef="#ctx0" brushRef="#br0" timeOffset="48947.19">21715 11232 507 0,'-20'-4'451'0,"3"2"-91"0,-2-2-75 0,8 1-22 0,-3 2-56 0,5-2 4 0,9 3-73 0,-11-3-3 0,11 3-31 0,8-2 6 0,9 1-28 0,7-1 20 16,14 2-7-16,13-3-5 0,8 2-21 0,19 1 12 15,8-2-8-15,6 1-14 0,5 0-10 0,3-1-7 16,1-1 3-16,0 0-15 0,1-1-6 0,1-2-3 15,0 1 3-15,-3 0-2 0,0-2-1 0,-7 0-3 16,-4 1-4-16,-9-1-2 0,-6 2-2 0,-19 2 4 16,-9-1-8-16,-10 0-2 0,-8 2-17 0,-7-1-2 15,-10 2-57-15,-11 1-37 0,0 0-30 0,0 0-1 16,-10-1-34-16,-12 1-10 0,-8 1 7 0,-10 2-6 16,-11-2 6-16,-2 5 3 0,-7-2-2 0,-14 2 14 15,-1-2 19-15,-6 3 33 0,-3-2 18 0,-2-1 28 16,-3 2 18-16,-1 0 32 0,0-2 30 0,-1 1 23 0,-2 2 16 15,-1-1 3-15,1 1 5 0,0 0 15 16,3 1 5-16,2 2-9 0,5-1-12 0,8 1 13 16,4-1-3-16,18 0-19 0,4-2 16 0,13 1-3 15,4-1 27-15,11-1-19 0,7 0 29 0,7 0-28 0,7-6 34 16,9 9-27-16,10-5 16 0,9 0-30 0,18 0 27 16,11-2-4-16,5 0-1 0,16-4-14 15,9 2 8-15,5-3-8 0,8 0 15 0,1-1 1 16,0-2-8-16,0 1 0 0,1-1-14 0,-2-1 6 15,-2 2-22-15,-1-3 6 0,-3 2-14 0,-4 0-4 0,-5 1-10 16,-9-2-5-16,-16 3-7 0,-5 1-2 0,-8 0-7 16,-9 1-5-16,-10 0 3 0,-9 1-7 15,-5 1 0-15,-14 0-9 0,0 0-27 0,0 0-50 16,-22 3-51-16,-7-1-35 0,-19 2-52 0,-8 2 37 0,-20 2-11 16,-9-2 15-16,-7-1 10 0,-5 3 30 0,-5-2 32 15,0-1 13-15,-7 0 27 0,3 0 8 16,-4-3 25-16,3 0 15 0,-1 1 42 0,7-1 3 0,7 0 39 15,8-2-17-15,20 2 35 0,8-2-4 0,10 0 40 16,11 1-32-16,12 1 3 0,10-1-10 0,15-1 17 16,0 0-19-16,11 3 1 0,15-2-23 15,16 1 7-15,16-2-12 0,8 0 14 0,20 0-15 0,10 0 15 16,6 0 10-16,4 0 2 0,3 0-6 0,-1 0-10 16,1-2-5-16,-2 1-12 0,-3 0-3 15,-6-1-10-15,-3 1-3 0,-10-1-9 0,-9 1 1 0,-20-1-20 16,-6 0-69-16,-14 2-70 0,-11 0-83 0,-9 0-59 15,-16 0-80-15,0 0-143 0,0 0-309 16,0 0-345-16</inkml:trace>
  <inkml:trace contextRef="#ctx0" brushRef="#br0" timeOffset="119360.41">21425 13786 122 0,'-23'0'211'0,"3"0"-107"15,2 1-93-15,4 1-80 0,2-1-58 0,12-1 40 0</inkml:trace>
  <inkml:trace contextRef="#ctx0" brushRef="#br0" timeOffset="123927.17">29400 11858 753 0,'-1'-13'749'0,"-1"1"-126"0,2 2-144 0,0 2-106 0,-2 2-71 0,2 6-64 0,0-11-36 0,0 11 32 16,0 0 13-16,6 5-35 0,-1 1 4 0,-1 4-35 16,1 2-21-16,2 3-12 0,2 3-23 0,-2 4-24 15,2 0-18-15,0 3-16 0,1 2-16 0,1 2-17 16,-2-2 6-16,1 1-18 0,-1 0 3 0,-1-2-9 16,-1-3-11-16,-2 0-52 0,2-2-54 0,-4 0-58 15,1-4-74-15,-2-2-79 0,0-1-29 0,-2-2-66 16,0-3-68-16,-2-2-57 0,2-7-431 0,-7 8-552 15</inkml:trace>
  <inkml:trace contextRef="#ctx0" brushRef="#br0" timeOffset="124211.19">29256 11975 656 0,'-18'-34'608'16,"4"3"-108"-16,3 4-76 0,3 0-92 0,2 4-49 16,4 0-28-16,3 3-16 0,3-1-7 0,2 1-6 15,3 1-4-15,7-2-6 0,1 2-13 0,5 4-23 0,3 0-11 16,1 2-12-16,1 7-24 0,-1 2-20 0,-1 1-11 15,-2 4-24-15,2 4-14 0,-2 2-17 0,-2 3-5 16,-3 3-8-16,3 2-7 0,-9 3-6 0,2 0 3 16,-6 4-9-16,1-3-5 0,-6 2 1 0,-1-1-5 15,-3 0 1-15,-3 2-2 0,-4-1 0 0,-1 0-5 16,-6 1 9-16,1-2 2 0,-4-1 4 0,-1-3-2 16,-1-4-1-16,-1-1-1 0,2-2-2 0,-3-2 0 15,4-5-3-15,2-1 21 0,-1-2-43 0,3-3-52 16,-1-3-66-16,4-1-59 0,4-6-63 0,0 1-63 15,1-3-4-15,6-1-50 0,0 0-32 0,1-1-20 16,4 2-47-16,-1 0-404 0,3 2-431 0</inkml:trace>
  <inkml:trace contextRef="#ctx0" brushRef="#br0" timeOffset="124554.47">29437 11826 50 0,'0'0'787'0,"6"7"-174"0,-6-7-142 16,6 4-85-16,-6-4-84 0,0 0-18 0,11 2-4 15,-11-2 5-15,0 0 6 0,17 0-13 0,-17 0-1 0,16-3-47 16,-4 3-33-16,-1-2-29 0,3 2-21 16,-2 2-16-16,1-1-20 0,-2 1-12 0,3 3-20 15,0-1-13-15,-1 1-9 0,0 1-10 0,-2 3-9 16,1-2-9-16,-1 1-5 0,-2 0-7 0,0 1-1 0,-1 0-1 16,-2-2-5-16,-1 2 2 0,1-1-4 0,-3 0-1 15,2-2 6-15,-2 0-4 0,-2 0-1 0,-1-6 12 16,3 11 18-16,-3-11 6 0,-3 6 4 15,3-6 4-15,-4 6-8 0,4-6-4 0,0 0-6 0,-12-3-3 16,12 3-7-16,-7-9 14 0,3 1 0 0,2-1 34 16,-1-1-41-16,3-1 24 0,0-3-43 0,0-1-3 15,4-1-1-15,1-1-3 0,0-2-8 0,3 2-6 16,2-1-9-16,2 0-13 0,-1 4-17 0,1 1-30 16,-3 0-45-16,2 2-48 0,-1 3-45 15,-1-1-50-15,-1 3-49 0,2 1-51 0,-1 0-2 0,0 2-50 16,-9 3-26-16,14-3-39 0,-14 3-495 0,14 0-571 15</inkml:trace>
  <inkml:trace contextRef="#ctx0" brushRef="#br0" timeOffset="124742.81">29896 11743 112 0,'2'7'724'16,"-2"-7"-212"-16,0 0-96 0,2 9-79 0,-2-9 8 16,2 9-39-16,-2-9-4 0,2 11-7 0,-1-3-10 15,1-2-8-15,0 2-39 0,0 1-15 0,2 0-62 16,-1 0-17-16,0 2-37 0,1-2-16 0,-1 1-27 15,-1 0-1-15,1 0-24 0,-2 1 2 0,2-3-19 16,-1 1 11-16,-2 0-36 0,3-2-73 0,-2 0-77 16,0-2-76-16,-1-5-50 0,4 10-77 0,-4-10-70 0,0 0-82 15,5 4-464-15,-5-4-562 0</inkml:trace>
  <inkml:trace contextRef="#ctx0" brushRef="#br0" timeOffset="124879.28">29948 11728 128 0,'-2'-11'649'0,"-1"0"-141"0,-1 2-160 15,2 1-33-15,-1 0-94 0,1 0-15 0,0 1-67 16,2 7 3-16,-4-9-43 0,4 9 1 16,-2-10-58-16,2 10 26 0,-1-8-42 0,1 8-11 0,0 0-65 15,0-7-28-15,0 7-59 0,0 0-43 0,0 0-42 16,0 0-68-16,10 2-356 0,-10-2-156 16</inkml:trace>
  <inkml:trace contextRef="#ctx0" brushRef="#br0" timeOffset="125260.01">30118 11725 560 0,'0'0'517'0,"14"-4"-104"16,-14 4-44-16,12-6-16 0,-12 6-10 0,11-6 14 0,-11 6 2 15,7-6 4-15,-7 6-28 0,7-6 12 0,-7 6-67 16,4-7-8-16,-4 7-24 0,3-5-18 0,-3 5 22 16,0 0-74-16,0 0 23 0,0 0-68 0,-4-4 12 15,4 4-52-15,-13 3 13 0,7 2-47 0,-3 2 25 16,-1 0-40-16,1 4 21 0,-2-3-41 0,4 3 28 15,-3-1-44-15,2 2 30 0,0-1-37 0,2-1 33 16,-2 3-41-16,6-4 38 0,-1 2-14 0,0-1 44 16,3 0-28-16,2 0 38 0,0-2-46 0,2 0 41 15,4-1-46-15,-1-3 37 0,2 2-46 0,0-6 37 16,3 2-46-16,-12-2 35 0,20-2-42 0,-10-2 37 0,1 0-44 16,-5-2 43-16,4-2-45 0,-3-2 38 15,-2 2-41-15,-1-3 41 0,-2 0-42 0,0-1 41 0,-2 1-41 16,-2-1 40-16,-3 1-41 0,1 0 37 15,-3 1-41-15,-4 0 39 0,1-1-39 0,0 4 2 0,-3 0 1 16,0 2-16-16,-2 2-14 0,4 0-47 0,0 1-34 16,-1 2-56-16,1 0-18 0,11 0-75 15,-19 2-80-15,10 1-74 0,9-3-80 0,-10 5-9 16,10-5-76-16,-9 6-127 0,9-6-272 0,0 0-596 0</inkml:trace>
  <inkml:trace contextRef="#ctx0" brushRef="#br0" timeOffset="125576.34">30068 11698 185 0,'7'-4'851'0,"-2"-1"-179"0,0 0-133 16,0 2-126-16,0-2-71 0,2 0-45 0,0 0-20 16,2 3-8-16,0-2 11 0,1 2-34 0,1 0-6 15,0 0-54-15,3 2-27 0,-2 3-28 0,-1-1 17 16,3 1-67-16,-2 0 22 0,0 2-58 0,-1 1 29 16,-1-1-52-16,1 3 38 0,-3-1-44 0,1 0 43 15,-4 2-58-15,1-1 45 0,-2 0-48 0,-1 1 49 16,-2-2-51-16,-2 2 55 0,-2 0-61 0,1-2 61 15,-2 2-61-15,-1-3 54 0,1 1-41 0,0-1 77 16,-1-2-38-16,5-4 44 0,-8 7-53 0,8-7 43 16,0 0-62-16,-15-1 37 0,15 1-52 0,-6-10 44 0,3 2-49 15,3-3 41-15,0-2-46 0,3-3 45 16,1 0-52-16,-1-6 5 0,6 0 2 0,-2 1 5 16,-1 0-5-16,3 2 0 0,0-1-1 0,-1 2-18 15,-2 3-24-15,-1 2-49 0,2 1-42 0,-2 1-61 0,0 3-79 16,-1-1-72-16,-2 3-38 0,-2 6-53 0,7-6-56 15,-7 6-102-15,0 0-386 0,0 0-588 16</inkml:trace>
  <inkml:trace contextRef="#ctx0" brushRef="#br0" timeOffset="126577.95">30822 11261 1361 0,'4'-11'962'0,"1"0"-268"0,-3 4-106 0,-2 7-118 0,5-3-73 0,-5 3-102 0,4 8 4 0,-1 3-73 0,-1 5 24 16,0 0-16-16,1 7 6 0,1 8 9 0,-1 3 28 0,5 7-74 15,-3 3 2-15,5-1-77 0,-2 3 13 0,2 1-68 16,2-1 25-16,-1-2-58 0,0-1 35 0,0-1-56 15,-1-5 36-15,-1 1-57 0,1-8 8 0,-3-3-69 16,-1-5 14-16,-1 0-62 0,2-5 39 0,-5-3-24 16,3-1 52-16,-3-2-24 0,-1-3 46 0,-1-8-28 15,-3 8 32-15,3-8-33 0,-6-3 44 0,-2-4-35 16,2-4 41-16,-4-4 0 0,-2-7 0 0,1-5-2 16,-3-8-19-16,-2-5-37 0,2-2 39 0,-2-5-34 15,2-7 8-15,2 4 9 0,3 0 42 0,4 0-49 16,1 0 43-16,2 3-1 0,3 8-1 0,0 4 0 15,4 2 6-15,3 4 3 0,1 5-8 0,2 5-1 16,2 4 2-16,2 2-2 0,2 7 2 0,0 4-1 16,1 2 3-16,1 4-2 0,1 3-2 0,0 4 5 0,-1 1-2 15,2 5-33-15,-8 0 39 0,1-1-34 16,-2 3 46-16,-3 0-43 0,-3 2 42 0,-2-3-3 0,-3 1-4 16,-2-1-1-16,-3 0-4 0,-1 0 3 0,-3-1-5 15,-2 1 1-15,-3-4 3 0,2-4-3 0,-1-1 0 16,-2-1-1-16,4-5-1 0,-3 0 2 0,3-4 0 15,0-2-39-15,1-4 45 0,1 1-36 0,4-5 38 16,2-2-36-16,3-2 30 0,3-2-33 0,2-4 28 16,6 0-1-16,1 0-1 0,1 1-2 0,1 4-1 15,0 2 2-15,2 2 1 0,1 1-4 0,-2 2 1 16,1 5 4-16,0 1-2 0,-1 0 2 0,-2 4 0 16,4 1 2-16,-2 2-43 0,0 1 50 0,-2 0-39 15,0 4 43-15,-2-1-38 0,-1 0 40 0,-1 1-38 16,-2 1 44-16,-3-1-40 0,-1 1 37 0,1-3-41 15,-5 0 45-15,0 2-46 0,-1-3 42 0,-3 1-38 16,0-2 42-16,-1-1-45 0,5-4 48 0,-11 6-46 16,11-6 42-16,-13 1-40 0,13-1 44 0,-12-5-46 15,7 2 42-15,1-5-43 0,1 0 38 0,1-1-44 16,2-2 38-16,2 0-13 0,3-4 6 0,0 1-13 16,1 0 1-16,2 0 0 0,2 1 3 0,-2 0-2 15,1 4 3-15,0-1 2 0,1 2-3 0,-2 0 3 16,-1 4 1-16,1-2 0 0,1 3-2 0,-9 3 2 15,14-4 3-15,-14 4-2 0,14 4 1 0,-8-1 0 16,1 3-2-16,-1-1-42 0,2 2 55 0,-1 1-45 0,0 1 49 16,-1-2-46-16,1 2 50 0,0 0-45 0,0-5 47 15,-2 5-46-15,0-3 49 0,-1 0-46 0,0-2 48 16,1 0-44-16,-5-4 47 0,5 9-42 0,-5-9 42 16,6 4-49-16,-6-4 43 0,0 0-45 0,0 0 46 15,9-2-52-15,-9 2 53 0,4-6-49 0,-4 6 51 16,1-10-4-16,-1 10-4 0,3-11-1 0,-3 11-3 15,0-13 1-15,0 13-1 0,-3-10 1 0,3 10 5 16,-2-12-2-16,2 12-4 0,-4-11 2 0,4 11-9 16,-8-8 0-16,8 8-2 0,-6-9-3 0,6 9 0 0,-8-5-2 15,8 5 0-15,-9-3 2 0,9 3-3 16,-9-5-1-16,9 5-1 0,0 0-25 0,-11-2-13 16,11 2-32-16,0 0-57 0,-9-2-81 0,9 2-34 15,0 0-27-15,0 0-40 0,-7-4-28 0,7 4-27 0,0 0 4 16,4-5-13-16,-4 5-2 0,5-7 22 0,-1 0 4 15,1 1 9-15,2 0-9 0,-2-2-19 0,1-4-153 16,-1-1-24-16</inkml:trace>
  <inkml:trace contextRef="#ctx0" brushRef="#br0" timeOffset="127015.29">31515 11076 331 0,'8'-17'394'0,"-2"1"-28"0,1 1-55 0,-1 1-12 0,0 3-23 0,1-3-17 0,-1 0-21 0,-1 3-10 0,2-2 13 0,-2 1 24 0,2 2 20 0,-2 0 14 15,-1 1 11-15,0 0-8 0,1 2-34 0,-1 0-33 16,-3 1-38-16,3 1-34 0,-4 5-28 0,6-7 38 15,-6 7 8-15,0 0-22 0,11 3-4 0,-7 1 7 0,1 3-27 16,-1 4 4-16,3 2-15 0,0 2-10 16,-1 3-26-16,1 1-1 0,1 1-31 0,-1 4-12 15,0-3-8-15,1 1-9 0,-3-2-5 0,3 1-2 0,-3-1-1 16,0-1-7-16,-1 0-4 0,0-3 0 0,-3-1-2 16,3-2 2-16,0-3-2 0,-2 1 1 0,-2-2 9 15,3 0 13-15,-2-2 7 0,-1-7-4 0,1 10-5 16,-1-10-3-16,0 0-8 0,0 0-4 0,0 0-3 15,-2-8-3-15,2 2-1 0,0-3-5 0,1-1 5 0,0-1-4 16,2 3-7-16,-2-3-5 0,4 1-6 16,-2 2 1-16,2 1 2 0,1 0 14 0,1 1-19 15,-1 1 19-15,3 2-16 0,3 0 18 0,-12 3-19 0,16 0 22 16,-4 3-22-16,-3 0 20 0,1 0-18 16,-2 1 20-16,-1 3-17 0,1-2 18 0,-2 1-15 0,-2 2 18 15,-1-2-16-15,-2-1 1 0,-2 3 2 0,-2-2 1 16,-3 3 3-16,-5 0-2 0,-2-2 4 0,-2 2 2 15,-4-3 0-15,-1 2-1 0,-1-2 0 0,-2 0 4 16,2 1-4-16,3-3-36 0,0 0 44 0,2-1-39 16,0 0 40-16,3 1-41 0,-1-2 3 0,5 1-75 0,-1-1-18 15,0 1-104-15,10-3-33 0,-13 1-81 16,13-1-82-16,0 0-84 0,0 0-22 0,-10-3-68 16,10 3-125-16,3-6-341 0,1 0-675 0</inkml:trace>
  <inkml:trace contextRef="#ctx0" brushRef="#br0" timeOffset="128143.3">32300 10986 379 0,'2'-12'707'0,"2"2"-177"0,-4-1-97 0,1 3-60 0,1 0-55 0,0 0-27 0,-2 0-19 0,0 1-10 0,2-1-8 16,-2 8 1-16,1-10-29 0,-1 10-15 0,0-13-51 16,0 13-16-16,1-7-45 0,-1 7 27 0,0 0-37 15,-13 2 6-15,7 1-29 0,-4 5 18 0,-2 0-30 16,1 1 29-16,-3 3-48 0,1 2 26 0,0 0-41 15,2 0 33-15,2-2-39 0,-1 3 27 0,2-2-37 16,1-1 25-16,2 1-33 0,-2-2 33 0,5 1-33 16,-1-3 26-16,3 0-30 0,0 1 57 0,1-4-22 15,3 1 19-15,2-1-28 0,0-3 13 0,1 0-21 0,-7-3 15 16,16 2-18-16,-7-4 15 0,0-1-28 0,0-1 22 16,4-3-27-16,-3-1 30 0,0-3-30 0,-1 2 25 15,0-3-26-15,-2-2 24 0,0 3-27 0,0-3 28 16,-3 2-25-16,-1 3 27 0,1-2-27 0,-1 3 30 15,-2-3-23-15,4 5 20 0,-2 0-27 0,-1 0 24 16,-2 6-25-16,0 0 28 0,2-5-26 0,-2 5 24 16,0 0-27-16,0 0 25 0,-2 11-23 0,2-11 25 0,2 11-26 15,-1-3 26-15,1-2-25 0,0 0 25 16,0 2-22-16,1 0 20 0,1-1-25 0,0 0 24 16,-2-2-26-16,3 1 19 0,0-1-38 0,-5-5 15 15,9 6-55-15,-9-6 16 0,11 0-32 0,-11 0 7 0,11-3-22 16,-5-1 10-16,1-3 1 0,-1-1-1 15,-1-2 7-15,2 0 14 0,-2-5 20 0,-1-2 6 0,-1 0 9 16,1-2 10-16,-2-3-2 0,0-2 14 0,-1-2-1 16,1 2 22-16,-2 1 19 0,0 0 38 0,-3 0 9 15,3 6 43-15,0 0-23 0,0 3 38 0,-2 1-43 16,2 0 19-16,-2 4-39 0,2-2 24 0,0 3-36 16,0 8 26-16,-2-10-20 0,2 10 18 0,0 0-30 15,-7 3-7-15,5 4-5 0,-1 1 3 0,-1 4 1 16,3 4-24-16,0 0 14 0,-2 1-24 0,2 2 21 0,0 2-25 15,2-2 19-15,0 2-27 0,2-1 24 0,-2-1-23 16,0-1 20-16,2 0-24 0,-1-2 24 0,-2-4-20 16,2 1 19-16,0-3-13 0,-2 1 19 0,2-3-18 15,-2-8 14-15,3 9-17 0,-3-9 18 0,0 0-22 16,0 0 21-16,9-3-22 0,-5-2 19 16,1-2-22-16,2 0 22 0,-2-1-22 0,1-1 15 0,4 1-24 15,-2 0 22-15,2 0-30 0,-1 1 25 0,3 3-19 16,-1 0 22-16,1 2-21 0,1 0 26 0,-2 2-4 0,2 0-1 15,-2 2 0-15,2-2-1 0,-3 2-1 0,1 0 1 16,-4 2-5-16,3 0 6 0,-3 1 0 16,-2-2 1-16,-5-3 2 0,4 9-1 0,-4-9 1 0,-1 12-2 15,-3-6 2-15,-3 1 4 0,0-1-5 0,-2 0 1 16,0 0-2-16,-2-1 1 0,1 1 0 0,1 1 0 16,0-2-20-16,0-2 24 0,1 1-23 0,1 2 24 15,1-1-24-15,-1-2 15 0,7-3-65 0,-10 6 2 16,10-6-64-16,-9 7-6 0,9-7-21 0,0 0-33 15,0 0-38-15,0 0-31 0,0 0-32 0,0 0-29 16,19-6-10-16,-12 2 1 0,0 0-9 0,0-4 28 16,2-1 9-16,-2 1 56 0,0-3 24 0,1 1 58 15,-1-1 13-15,-1 0 67 0,0 2 20 0,-4 0 62 16,3 2 53-16,-1 0 54 0,-1-1 19 0,2 3-10 0,-5 5-21 16,5-9-3-16,-5 9 20 0,6-5 26 0,-6 5 33 15,0 0 21-15,0 0-2 0,11 3 21 16,-11-3-14-16,3 9 0 0,-3-9-14 0,4 6-10 0,-4-6 3 15,4 11-15-15,-3-5-16 0,-1-6-22 0,3 13-20 16,-1-7-16-16,-2-6-15 0,3 13-13 0,-2-7-15 16,2 0-5-16,-1 0-6 0,-2-6-5 0,4 10-12 15,-4-10-41-15,7 10-71 0,-7-10-102 0,7 3-100 16,-7-3-121-16,0 0-105 0,14-3-45 0,-7-4-426 0,0 0-593 16</inkml:trace>
  <inkml:trace contextRef="#ctx0" brushRef="#br0" timeOffset="128276.74">32704 10689 452 0,'-6'-11'673'0,"3"3"-171"15,-2 0-105-15,3 2-83 0,-1 1-75 0,3 5-41 0,-4-11-45 0,4 11-32 0,-4-8-23 0,4 8-23 0,-3-8-27 0,3 8-50 16,0-6-78-16,0 6-83 0,0 0-75 0,7-6-90 16,-7 6-82-16,11-7-236 0,-5 2-156 0</inkml:trace>
  <inkml:trace contextRef="#ctx0" brushRef="#br0" timeOffset="128594.42">32794 10475 176 0,'2'-9'584'0,"-1"2"-117"16,0 2-56-16,-1 5-91 0,3-10-33 16,-3 10-52-16,0 0 64 0,0 0-25 0,0 0 16 0,0 0-6 15,4 10 51-15,-2 1-96 0,-2-1-31 0,1 3-14 16,2 3-47-16,0 4 6 0,2 1-38 16,0 3 7-16,0 0-48 0,1-1 9 0,1-1-16 0,0 2-12 15,0-2-15-15,0 0-4 0,0 0-8 0,0-3-1 16,0 0-11-16,-1-3-4 0,-1-2-29 0,1-1-69 15,-1 0-63-15,1-1-22 0,-2-2-63 0,-2-1 15 16,2-1-27-16,-1-1 34 0,-1-1-23 0,-2-6 12 16,5 6 6-16,-5-6 26 0,0 0 30 0,0 0 27 0,0 0 35 15,11-4 23-15,-11 4 38 0,3-5 39 16,-3 5 30-16,2-7 68 0,-2 7-22 0,2-6 21 16,-2 6-45-16,0 0 49 0,0 0 2 0,0 0 45 15,12 0-25-15,-12 0 21 0,10 6-43 0,-10-6 28 16,10 8-34-16,-5-4 18 0,2 1-54 0,0 0 21 0,-2 2-49 15,2-1 22-15,-1-4-53 0,-2 3-25 0,-4-5-88 16,10 8-40-16,-10-8-109 0,8 4-57 0,-8-4-53 16,0 0-87-16,12-3-430 0,-12 3-450 0</inkml:trace>
  <inkml:trace contextRef="#ctx0" brushRef="#br0" timeOffset="128780.57">33047 10743 689 0,'-5'-9'591'0,"5"9"-140"15,0 0-85-15,-5-6-69 0,5 6-46 0,0 0-21 16,-5-3-5-16,5 3-12 0,0 0-17 16,0 0-33-16,-5-6-32 0,5 6-28 0,0 0-32 0,0 0-78 15,0 0-104-15,5-7-96 0,-5 7-82 0,6-4-86 16,-6 4-139-16,7-7-270 0,-2 2-305 0</inkml:trace>
  <inkml:trace contextRef="#ctx0" brushRef="#br0" timeOffset="129342.64">33157 10412 322 0,'1'-6'798'0,"1"-1"-233"16,-2 7-82-16,2-11-134 0,-2 11-4 0,0 0-47 0,0 0 9 15,0 0-31-15,0 0 31 0,3 5-55 0,-3-5-17 16,1 14-32-16,1-6-24 0,-2 5-16 0,1-2-36 16,1 5-19-16,0 0-48 0,0 1 26 0,1 2-39 15,1 2 37-15,2 2-2 0,-2-2-5 0,2 1-16 16,-1-1-14-16,2-1-3 0,0-1-14 0,0 1-5 15,-1-2-3-15,1-3-5 0,-2-2-7 0,2-1 0 16,-3-1 0-16,-1-3 3 0,1 3-7 0,-1-5 5 16,1 1-4-16,-4-7-4 0,7 7 5 0,-7-7-6 15,0 0-1-15,14 0-1 0,-14 0-2 0,11-8 4 16,-4 2-2-16,1 0 0 0,-2 0 4 0,1 0-5 16,-2 2 0-16,4-3 5 0,-2 1-6 0,-1 3 1 0,-6 3-3 15,14-4 1-15,-14 4 4 0,14 0 14 0,-5 4 10 16,1 0-6-16,-3 5 38 0,0-3-48 0,1 4 30 15,2-1-45-15,-3 1 43 0,0-1-45 0,-1-2 37 16,0 2-36-16,0-3 28 0,-1 2-32 0,-1-4 37 16,-1 1-39-16,1 0 40 0,-4-5-34 0,5 8 35 15,-5-8-39-15,0 0 37 0,0 0-32 0,14-5 28 16,-10 0-38-16,-2 0 41 0,3-1-44 0,1-5 40 16,-3 4-35-16,2-4-2 0,0 1 8 0,-1-1 4 0,1 2 18 15,-1-1 7-15,0 2 5 0,1-1-7 16,-1 2-8-16,-1 1-4 0,-1 0 3 0,-2 6-7 0,7-5-3 15,-7 5 2-15,0 0 6 0,9 7-6 0,-6 2 29 16,2 0-39-16,-1 7 37 0,1-3-41 0,-1 4 38 16,-3 0-46-16,3 1 44 0,-2 0-40 15,0 0 43-15,-2-1-44 0,0-1 40 0,-1 2-35 0,0-1 41 16,-3-1-23-16,1-1 38 0,-2 0-41 0,-3-4 39 16,-2 1-23-16,0-2 43 0,-4 0-50 0,-1-3 32 15,-4 1-42-15,-1-4 30 0,-3 0-41 0,0-2-5 16,3-1-27-16,-5-1-29 0,-1-2-39 0,-1-1-57 15,1-1-89-15,0-2-95 0,-4-3-71 0,3 0-102 16,2-2-48-16,-1-2-57 0,2 1-531 0,0-5-774 16</inkml:trace>
  <inkml:trace contextRef="#ctx0" brushRef="#br0" timeOffset="129494.44">32923 10749 666 0,'-1'-8'731'0,"1"-1"-167"0,0 2-112 0,5-1-93 0,4 2-34 0,3-2-31 0,3 1-13 0,5 0-3 0,9-3-19 0,1 2 3 0,11-3-38 0,3 1-29 15,4-3-28-15,3 4-33 0,3-3 15 0,9-1-71 16,-12 3 23-16,1-5-59 0,-2 2 17 0,-3-1-133 16,-3 0-74-16,-5-2-109 0,-11 2-132 0,-3 1-122 0,-9 1-203 15,-7 1-389-15,-4 1-720 0</inkml:trace>
  <inkml:trace contextRef="#ctx0" brushRef="#br0" timeOffset="130559.96">28157 13178 697 0,'0'0'566'0,"-7"-9"-129"0,7 9-80 0,-4-5-75 0,4 5-63 0,0 0 0 0,-9-5-4 0,9 5-4 0,-7 5-3 0,7-5-9 0,-4 8-2 0,1-2-23 0,2 2-16 15,0-1-5-15,2 0-4 0,0-1-12 0,2 4 16 16,-1-4 4-16,5 2 7 0,-2-2 17 0,1-1 7 15,2-1 2-15,-2-2 14 0,-6-2 23 0,18 0 0 16,-6-2-11-16,-1-3-1 0,3-3-11 0,2-5-62 16,-2-3 2-16,3-4-52 0,0-2 18 0,6-9-56 15,-2-2-5-15,0-3 19 0,8-10-47 0,0-3 23 16,3-3-13-16,1-6-12 0,7-5-15 16,1 0-40-16,12-14-34 0,2 2-55 0,3 4 5 0,-7 16-75 15,1 3-2-15,1 9-49 0,-2 4-55 0,-4 8-131 16,-11 10-131-16,-3 6-68 0,-9 7-153 0,-4 4-474 15,-7 4-865-15</inkml:trace>
  <inkml:trace contextRef="#ctx0" brushRef="#br0" timeOffset="139242.71">27938 4956 865 0,'-4'-8'745'0,"3"2"-158"0,-2 2-138 0,3 4-96 0,-2-6-72 0,2 6-56 0,0 0-33 0,4 7-3 0,1 1-20 15,1 1-17-15,-1 2-1 0,5 6-28 0,1 0-25 16,1 2-14-16,1 3-23 0,1 2-8 0,3-1-13 15,-2 1-8-15,1 3-5 0,-1-2-6 0,0-1-15 16,-1 1-77-16,0-3-78 0,-5-2-65 16,0 0-82-16,1-4-40 0,-4 1-85 0,-4-6-85 0,2 0-407 15,-5-4-483-15</inkml:trace>
  <inkml:trace contextRef="#ctx0" brushRef="#br0" timeOffset="139476">27924 5078 585 0,'-5'-30'482'15,"2"4"-113"-15,3 0-75 0,4 2-56 0,2 0-23 0,3-2-11 16,4 2 7-16,4 2 5 0,2 2 11 0,3 2 9 16,2 3-13-16,2 3-33 0,-2 6-35 0,1 2-31 15,-4 4-22-15,3 2-16 0,-1 5 2 0,-4 0-4 16,2 3-13-16,-5 1-10 0,-3 2-5 16,-4 0 13-16,1 1-10 0,-9 3-9 0,-2-1-7 0,-3 5-8 15,-4 0-6-15,-5 2-4 0,-4-1-8 0,-1 0 0 16,-5-1-7-16,2-1 2 0,0-2-8 0,-1 0 4 15,-1-4-4-15,5-1-2 0,1-2-28 0,4-3-69 16,-1 0-97-16,5-2-107 0,2-4-69 16,7-2-112-16,0 0-595 0,-7-4-690 0</inkml:trace>
  <inkml:trace contextRef="#ctx0" brushRef="#br0" timeOffset="139726.26">28539 4653 695 0,'3'-5'840'0,"-3"5"-169"0,0 0-138 16,0 0-82-16,-15 6-53 0,6 1-36 0,0 4-25 15,-2 3-33-15,-1 2-74 0,-1 0 17 0,1 4-43 16,1 2-30-16,0 0-29 0,3-1-24 0,2 2-22 16,3-2-17-16,2-1 11 0,2 3-7 0,3 0-13 15,4-2 4-15,2 0-47 0,0-2 39 0,4 2-47 16,4-2 24-16,1-2-58 0,-2-3 32 0,3-3-90 15,0 0-3-15,1-3-111 0,2-2-82 0,-5-3-95 16,3-2-88-16,-2-1-28 0,-2-3-70 0,0-1-114 16,-4-4-371-16,1-2-644 0</inkml:trace>
  <inkml:trace contextRef="#ctx0" brushRef="#br0" timeOffset="140145.14">28709 4756 636 0,'-6'-9'569'0,"6"9"-154"15,-3-5-81-15,3 5-64 0,0 0-47 0,0 0 1 16,0 0 4-16,0 0 0 0,0 0 8 0,11 5-5 16,-11-5-19-16,13 7-17 0,-5-2-28 0,1 0-26 15,1-2-12-15,1 2-15 0,1-2-10 0,2 0-21 16,-1 0-15-16,2-2-14 0,0 1-9 0,-1-2-11 16,0 0-15-16,2 0-53 0,-4 0-50 0,0 0-52 15,2-2-52-15,-4 1-46 0,-10 1-35 0,17-5-4 16,-17 5-14-16,10-4-9 0,-10 4 31 0,4-6 16 15,-4 6 41-15,-1-7 19 0,1 7 43 0,-5-9 22 16,1 4 34-16,0-2 31 0,-1 0 47 16,0-1 23-16,0-1 41 0,-1-1 30 0,3-1 20 0,-3 2 27 15,3-2 14-15,-2-1 57 0,1 2 19 0,1 1 33 16,1 1 0-16,0-1-28 0,1 1-30 0,0 2-32 16,1 6-19-16,0-10-6 0,0 10 27 0,4-5 10 15,-4 5 14-15,0 0-18 0,14 7 38 0,-9-1-62 16,1 1 42-16,1 5-56 0,0 2 43 0,3 3-41 15,-2 1 34-15,0 2-24 0,1 0-24 0,-2 2-23 16,1-1-19-16,0 3-13 0,1-5-11 0,-2 4-15 16,0-3-6-16,-1 0-5 0,4 0-5 0,-3-2-40 15,-1 0 35-15,-1-4-93 0,0 1 2 0,2-3-105 16,-2-1-61-16,-1-1-79 0,1-2-79 0,-3-1-81 16,-2-7-66-16,7 7-180 0,-7-7-411 0,0 0-750 15</inkml:trace>
  <inkml:trace contextRef="#ctx0" brushRef="#br0" timeOffset="140476.09">29190 4609 289 0,'0'0'712'0,"5"-6"-187"0,-5 6-107 0,0 0-73 0,10 0-74 0,-10 0-29 0,0 0-6 16,11 0 7-16,-11 0 4 0,0 0-11 0,13 0-24 15,-13 0-39-15,11 0-35 0,-11 0-31 0,16-2-24 16,-7-1-11-16,1 0-15 0,-1 0-13 0,0-3-11 15,-2 2-5-15,2-2-6 0,0-2-6 0,-4 0-3 16,2 0 2-16,0-2-7 0,-4 2-2 0,1-3-1 16,-2 2 1-16,-2 1 11 0,0 0 0 0,-1 2 12 15,-3-2 12-15,3 3 0 0,-3-1-2 0,4 6 2 16,-10-7-7-16,10 7 0 0,-12 1-2 16,6 4-1-16,-3 1-13 0,3 1 22 0,-1 5-14 0,2 1 60 15,0 0-35-15,0 0 17 0,2 0-41 0,2-1 42 16,2 4-24-16,3-1 44 0,1 0-13 15,0 0-13-15,2-3-9 0,2 2-9 0,5-1-13 0,1-2-48 16,-1-4-82-16,4-1-100 0,0-3-120 16,0 0-122-16,2-3-64 0,-2-2-144 0,0-1-523 15,1-1-782-15</inkml:trace>
  <inkml:trace contextRef="#ctx0" brushRef="#br0" timeOffset="140859.65">29607 4549 597 0,'0'0'611'0,"4"-10"-135"15,-2 6-58-15,-2 4-22 0,5-12-18 0,-1 5-4 16,0-2-1-16,3 0-17 0,-2-3-43 0,4 1-57 0,-2-1-36 16,1-2-26-16,-2 1-37 0,3 0-23 0,0-3-28 15,-2 1-26-15,-1 2-8 0,2 0-4 0,-2-2 1 16,-1 2-8-16,-1 0-10 0,-1 2-11 0,-1-1-7 16,0 2-6-16,-2 0-5 0,-2 2-7 0,0-2-12 15,-1 3 1-15,-1 2-5 0,-1 1-7 16,5 4-11-16,-14-6 4 0,14 6-4 0,-13 2 9 0,13-2-2 15,-14 8 2-15,7-3 3 0,0-1-7 16,3 2 1-16,0 1 0 0,2-2 2 0,1 2 1 0,1 0 3 16,3-1 4-16,1 2-4 0,3-1 3 0,0-1-1 15,6 2-30-15,-1-2 37 0,4-1-34 16,-2 1 42-16,3 0-8 0,-2-1-2 0,2 0 0 0,0 1 0 16,-2-2-3-16,0 1-1 0,-2 1 0 0,0-2-2 15,-2 2 6-15,-1-2-30 0,-2 2 41 0,1-1-34 16,-4 1 29-16,1 1-28 0,-2-1 32 15,-2-2-31-15,-2-4 35 0,0 12-35 0,-2-6 29 0,-3 0-46 16,-2 1 10-16,0-1-45 0,0 0-18 16,-2-1-63-16,-3-1-87 0,3-2-89 0,0 0-111 0,9-2-129 15,-19 2-562-15,9-5-747 0</inkml:trace>
  <inkml:trace contextRef="#ctx0" brushRef="#br0" timeOffset="141076.04">29888 4094 575 0,'0'0'671'0,"0"0"-149"0,19 2-52 0,-12 5-31 0,2-1-30 0,1 2-51 0,0 2-31 0,2 2-44 16,-1 1-24-16,3 0-55 0,2 3-12 0,1 3-53 16,0 0-27-16,1 0-23 0,-1 3-11 0,0 0-20 15,-1 2-13-15,-1-2-12 0,-3 1-52 0,0 2-60 16,-7 0-82-16,-1-2-106 0,-4 2-98 0,-6 5-88 15,-5 1-118-15,-4 4-473 0,-8 0-659 0</inkml:trace>
  <inkml:trace contextRef="#ctx0" brushRef="#br0" timeOffset="141329.98">28229 5996 607 0,'-10'14'810'0,"4"-2"-192"0,2 1-134 15,1 2-101-15,1 0-35 0,3 2-46 0,0 1-28 16,4 2-35-16,2 2-11 0,-1 2-36 0,6 1-5 16,-1 1-61-16,3 1-5 0,-2 0-42 0,3 0 2 0,-1-2-34 15,3-1 10-15,-2 2-28 0,3-2-5 0,-3-2-11 16,3-1-42-16,-5-2-69 0,0-5-66 15,-2 2-91-15,0-5-72 0,-4 0-23 0,1-2-82 0,-4-1-84 16,-4-8-447-16,2 8-551 0</inkml:trace>
  <inkml:trace contextRef="#ctx0" brushRef="#br0" timeOffset="141560.01">28187 6386 183 0,'-25'-33'608'0,"5"-1"-98"0,4-1-111 0,7 5-78 0,5-1-58 15,5 5-57-15,3-4-64 0,8 1-2 0,7 0-16 16,5 1 27-16,4 3 14 0,5 3 7 0,2 2-10 15,1 5-8-15,2 2-16 0,-5 7-29 0,2 3-20 16,-8 1-15-16,1 4-6 0,-3 1-4 0,-2 2 8 16,0 1 24-16,-6 3 4 0,-3 0 8 0,-4 3 0 15,-3-1-10-15,-5 0-13 0,-2 5-12 0,-4 0-12 16,-5 3-3-16,-7 1-9 0,-2 2-7 16,-5 3-9-16,-3-1-6 0,0-2-7 0,4-6-4 15,-3 0-5-15,6-3-1 0,3-4-38 0,0-1-65 0,2-2-113 16,4-4-108-16,10-2-68 0,-11-6-154 0,8-1-643 15,4-4-791-15</inkml:trace>
  <inkml:trace contextRef="#ctx0" brushRef="#br0" timeOffset="141792.56">29024 5581 1279 0,'8'-6'789'15,"-8"6"-177"-15,0 0-112 0,0 0-84 0,0 0-15 16,-8 10-60-16,-1 1-18 0,-2 4 23 0,-4 2-42 15,0 6 8-15,-2 1-63 0,-1 6-27 0,1 1-34 16,3 2-19-16,3-4-8 0,3 3-27 0,4-1-28 16,3-3 13-16,3-1-9 0,3 4-7 0,3-1-20 15,5-4-17-15,2-1-28 0,4-2-18 0,2-2-30 16,2-5-30-16,4-1-33 0,3-5-32 0,0-4-46 16,0-2-65-16,-2-3-77 0,3-2-101 0,1-5-117 15,-4 0-52-15,3-7-120 0,-4 0-701 0,-6-5-983 16</inkml:trace>
  <inkml:trace contextRef="#ctx0" brushRef="#br0" timeOffset="142309.91">29339 5704 616 0,'-2'-8'850'0,"2"8"-203"16,0 0-147-16,0 0-111 0,0 0-69 0,0 0-39 16,9 3-20-16,-5 3-27 0,3 0-3 0,-2 5-17 15,2-1-55-15,0 0-8 0,0 2-48 0,1 1 6 16,0 1-47-16,-1 0 9 0,0 1-36 0,-1-3-6 15,1 2-7-15,-1-1-16 0,0-1-26 0,-2-2-30 16,-1 0-21-16,-1-1-38 0,-2-2-38 0,0 0-42 0,0-7-57 16,-2 7-14-16,2-7-47 0,0 0-7 0,-12 0-32 15,8-4-15-15,-3-5-1 0,0-1 4 16,0-5 1-16,-2-2 32 0,0-3 66 0,0 1 124 16,2 0 168-16,0 2 111 0,-1 0 22 0,4 2 72 15,-1 2 7-15,3 0-9 0,0 4-17 0,1-1-12 0,2 2 25 16,2 1 29-16,2 3-11 0,3 0-11 15,2 2-34-15,3 0-28 0,1 2-25 0,4 0-23 16,1 2-22-16,1 0-22 0,3 1-17 0,1-1-9 16,2 1 4-16,-2 0-9 0,1-1-12 0,-4 2-6 15,1-3 4-15,-3 0-22 0,3-1-1 0,-2 0-4 0,-3-1-3 16,2-1-4-16,-3-3-10 0,0 2-21 0,-2-1-9 16,0-1-3-16,-3-2-2 0,0-2-6 0,-3-1-3 15,-2 0 8-15,-1-3 8 0,-2 0 8 16,-1 2 4-16,-2-4 2 0,0 2 4 0,-2-1 7 15,-1-1 15-15,1 1 19 0,-1 1 25 0,-1 3 17 0,3 0 9 16,-2-1-14-16,1 3-9 0,-1 2-17 16,3-2-1-16,0 8-14 0,-2-10 1 0,2 10-8 15,0 0 9-15,0 0-3 0,0 0 8 0,7 5-7 16,-3 3-1-16,1-2-5 0,2 4-2 0,0 1 0 16,0 2-3-16,-1-1-3 0,2 1-3 0,-2 1-1 0,2-1-7 15,-2 0-34-15,1-1-85 0,-1 1-86 0,-1-2-90 16,1-2-66-16,0 0-77 0,-1-2-118 15,1-1-413-15,-1-3-563 0</inkml:trace>
  <inkml:trace contextRef="#ctx0" brushRef="#br0" timeOffset="142610.47">30109 5429 604 0,'0'0'866'0,"0"0"-205"0,5-6-156 0,-5 6-109 0,0 0-76 0,0 0-58 0,4 7-23 0,-4-7-10 0,4 10-8 0,-4-10-28 15,5 9-32-15,-1-1-12 0,2-2-25 0,1-1-21 16,-1 3-21-16,3-2-11 0,1 0-16 0,-1 0-9 16,0-2 10-16,3-1 16 0,-2-1-40 15,0 1 40-15,-10-3-52 0,23 0 32 0,-14-3-48 16,1 0 47-16,1 0-58 0,-4-2 43 0,1-2-44 0,-2 1 47 16,1 0-51-16,-3-3 46 0,-3 1-50 0,0-1 48 15,-2 1-48-15,-2-2 5 0,-3 2 13 0,-2-2-2 16,-1 3-1-16,-2 0 3 0,-3 1 0 0,0 0 0 15,-2 3-4-15,0 1 0 0,0 0-22 16,2 0-36-16,-1 4-43 0,2-2-69 0,0 3-110 0,-1 0-122 16,1-1-75-16,2 1-140 0,3 0-501 0,-1 0-736 15</inkml:trace>
  <inkml:trace contextRef="#ctx0" brushRef="#br0" timeOffset="142826.94">30353 5236 767 0,'20'-2'915'16,"-3"-1"-185"-16,1 1-160 0,3 2-35 0,-1 3-86 16,3 1-58-16,0 1-65 0,-1 2-30 0,-2 1 11 15,-2 3 1-15,1-1-80 0,-4 3-11 0,1 0-73 16,-3 1 10-16,0 3-67 0,-3-1 20 16,-2 1-24-16,-3 0-33 0,-1-2-18 0,-1 2-26 0,-3-1-12 15,-3 1-25-15,-1 0-29 0,-1-1-50 0,-3 0-84 16,-2 0-38-16,-2-1-53 0,1-5-60 0,-1 1-67 15,-1-2-30-15,2-3-42 0,-2-1-74 0,2-4-70 16,11-1-287-16,-21-1-484 0</inkml:trace>
  <inkml:trace contextRef="#ctx0" brushRef="#br0" timeOffset="143460.18">30833 3816 837 0,'-18'-21'846'0,"0"1"-146"0,5 2-124 16,0 2-117-16,3 2-78 0,2 1-89 0,1 0-49 15,3 0-65-15,3 1-26 0,2-1-33 0,2 1-25 16,0 3-11-16,5-1-22 0,-2 1-14 0,3 1-7 16,0 2-8-16,1 1-6 0,-1 3-6 0,2 1-2 15,1 2-7-15,-3 3 0 0,2 2-3 0,-1 2-12 16,-4 3 14-16,1 0-11 0,-2 4 14 0,-3 4-16 16,1-2 14-16,-3 4-15 0,-3-1 15 0,3 5-14 15,0-2 15-15,0 2-18 0,0 0 15 0,5 0-15 16,-2 0 16-16,1-1 2 0,2 2-8 0,3 2 3 15,2-3 12-15,2-1 2 0,3-4 1 0,0 1-24 16,5-5 24-16,2 0-22 0,-1-6 15 0,-1 1 1 16,2-4-23-16,0-3 18 0,-2-1 1 0,0-3-10 15,-3-1 7-15,0-2-5 0,0-1-2 0,-4-2-1 16,0-1 1-16,-2 2-6 0,-2-4 4 0,-2 3 0 16,-1 0 6-16,-2 0-21 0,-1 1 30 15,-4 5-3-15,7-6 14 0,-7 6-6 0,0 0 37 0,4 10-38 16,-4 0 30-16,2 6-31 0,1 6 32 0,3 7-39 15,0 4 41-15,5 8-27 0,1 2 0 0,1 2 4 16,0 3-7-16,3 6-3 0,2 1 19 0,-1-3-29 16,-2-6 23-16,-1 0-32 0,2-2 64 0,-4-3-23 15,1-1 18-15,0-3-24 0,-3 1 40 0,-2-9 4 16,0 0 7-16,-3-4 8 0,-1-2 29 0,-2-1-13 16,1-5 1-16,-2 1-11 0,-2-3-12 0,-2 0-14 0,-1-1-17 15,-2-1-13-15,-4-2-32 0,-2-2-33 16,-1 1-51-16,-3-4-61 0,-3-1-55 0,1-2-78 15,-3-3-69-15,-2 0-126 0,-1-4-118 0,-2-3-89 16,1-4-761-16,-1-3-1040 0</inkml:trace>
  <inkml:trace contextRef="#ctx0" brushRef="#br0" timeOffset="143593.01">31539 4891 2016 0,'0'0'1525'0,"4"-10"-274"0,-4 10-307 0,0 0-176 0,0 0-206 0,0 0-141 0,0 0-172 0,0 0-109 0,-7-5-242 16,1 0-182-16,1-1-195 0,-5 0-307 0,-3-1-1175 16,-2-2-1702-16</inkml:trace>
  <inkml:trace contextRef="#ctx0" brushRef="#br0" timeOffset="146948.62">26033 14398 9 0,'0'0'26'0,"11"3"-38"0,-11-3 4 0</inkml:trace>
  <inkml:trace contextRef="#ctx0" brushRef="#br0" timeOffset="147160.48">27365 15593 124 0,'0'0'521'16,"0"0"-225"-16,9-6-255 0,-9 6-348 0,0 0 233 15</inkml:trace>
  <inkml:trace contextRef="#ctx0" brushRef="#br0" timeOffset="152910.01">22675 13028 20 0,'0'0'30'0,"0"0"-48"16,4-6 6-16</inkml:trace>
  <inkml:trace contextRef="#ctx0" brushRef="#br0" timeOffset="153883.31">22928 12964 271 0,'0'0'234'0,"9"-5"-38"0,-9 5-36 0,6-7-26 16,-6 7-23-16,8-9 3 0,-8 9-17 0,5-7-15 16,-5 7-15-16,7-9-11 0,-7 9-10 0,2-11-3 15,-2 11 1-15,1-10-19 0,-1 10 23 0,-1-9-1 16,0 2-12-16,1 7-1 0,-4-12 8 0,-1 5 4 16,1 1 3-16,-2-1-2 0,1-1-1 0,-2 1 8 15,0-2 1-15,0 1-4 0,-2 0 9 0,2-2-20 16,-4 2 6-16,5-1 0 0,-2 0-6 0,2-1 4 15,-3 3-3-15,3-2-6 0,-1 2-5 0,1-2-2 16,-1 2-2-16,0-1-6 0,0 1 7 0,2 1-11 16,-1 0 0-16,1-2 0 0,-3 4-5 0,3-1 3 15,-1-1 1-15,-1 2-3 0,0 1 0 0,0-1-1 16,-2 0 2-16,-2 2 10 0,-1 0 11 16,-2 0-6-16,0 2 9 0,1 0 4 0,-2 0-8 0,0 0 0 15,-3 3-9-15,1-2-5 0,-1 3 10 0,2-2 4 16,-2 2-4-16,2-2-3 0,-2 2-12 0,4-1 14 15,-2 2-6-15,2-1-4 0,0 0 4 0,2 0 3 16,-2 2-6-16,1 0 30 0,-2-2-14 0,4 3-6 16,0-1 5-16,-1 0-3 0,1 1 8 0,2-1-1 15,-3 0-6-15,4 3 7 0,-1-2-5 0,-2 2 47 16,3 0-9-16,0-2-15 0,-1 4-3 0,0-1-11 16,2-1-5-16,-1 1-8 0,-1 0 7 0,3 1-2 0,-2-1-1 15,0 2-2-15,1-2 7 0,0 3 1 16,2 0 8-16,-1-2-1 0,-1 2-10 0,3 0 1 15,-2-1-7-15,2 1-2 0,2-1-1 0,-1-1 8 16,1 2-8-16,0 0 16 0,0-1-3 0,-1 2 26 16,3-2-16-16,0 1-2 0,0 0-1 0,0 3-15 0,0-2-16 15,1 2 10-15,2-2-8 0,-2 3 13 16,2-2-8-16,1 2 22 0,0-1-18 0,1 0 12 16,2-2-23-16,2 4 14 0,0-3-16 0,3 1 17 0,-1-2-14 15,2 1 21-15,2-3-24 0,-1-1 17 0,4 1-26 16,-2-2 28-16,0 0-28 0,-2-2 32 15,2-1-36-15,-2 0 31 0,1-1-28 0,-2-1 31 16,2 1-37-16,-1-3 40 0,-1 1-39 0,-2-1 39 0,2-1-41 16,4 1 37-16,-4-2-41 0,3 1 45 0,-3-1-42 15,2 1 44-15,1-4-50 0,0 2 48 0,1-3-39 16,1 2 52-16,0-1-53 0,-2-2 48 0,1 0-53 16,0 0 48-16,-1-1-55 0,1-1 44 0,-1 0-46 15,-3-1 46-15,2 1-51 0,0-3 53 0,-3 1-51 16,1-2 47-16,2 0-51 0,-4-1 49 0,0 0-51 15,2-3 6-15,-3 1 4 0,2-1 2 0,-2-2 5 16,0 1 0-16,-1-2 2 0,1-2 0 0,-1 2 5 16,-2-1-4-16,-1-1 3 0,3-1-16 0,-3 1 31 15,-1 1-22-15,2-2 8 0,-3 3-6 0,1 1 5 16,-3-3 2-16,2 4 0 0,-4-1 3 0,3-3-1 16,-5 2 3-16,1 1-6 0,0-1-4 0,-2 0 4 15,-3 0-2-15,0-2-2 0,-3 1 6 0,-3 0 40 16,-5-3-47-16,0 3 37 0,-3-2-48 0,-1 3 43 15,-1 1-47-15,0 2 46 0,2 3-48 0,-1-2 50 16,3 5-50-16,-1-2 47 0,5 5-54 0,-5 1 48 16,4 0-49-16,-2 0 40 0,3 3-71 0,-1 1-30 15,-1 2-58-15,-3 2-45 0,4 1-80 0,-2 2-104 16,-2 3-66-16,2 1-139 0,0 2-607 0,1 0-799 16</inkml:trace>
  <inkml:trace contextRef="#ctx0" brushRef="#br0" timeOffset="154109.51">22321 13412 397 0,'0'0'701'0,"0"0"-176"0,-14-2-114 0,14 2-86 0,0 0-78 0,0 0-57 0,-10-2-54 0,10 2-52 0,0 0-43 16,0 0-27-16,0 0-25 0,-10-1-34 0,10 1-43 0,0 0-82 16,0 0-109-16,-9 2-506 0,9-2-307 0</inkml:trace>
  <inkml:trace contextRef="#ctx0" brushRef="#br0" timeOffset="154275.26">22349 13540 548 0,'0'0'665'15,"-2"-7"-175"-15,2 7-99 0,-5-8-88 0,5 8-121 16,0 0-108-16,-3-9-87 0,3 9-84 0,0 0-72 16,-2-7-83-16,2 7-131 0,0 0-160 0,-2-7-52 15</inkml:trace>
  <inkml:trace contextRef="#ctx0" brushRef="#br0" timeOffset="154558.91">22566 13573 643 0,'0'0'544'0,"0"0"-145"0,0 0-75 16,0 0-49-16,0 0-35 0,0 0-41 0,4-5-23 15,-4 5 15-15,0 0 10 0,0 0 15 0,0 0 12 0,0 0 9 16,0 10-29-16,0-10-24 0,0 13-32 0,0-4 4 16,0 3-35-16,2 3-14 0,-1 1-19 0,0 2-18 15,-1 1-14-15,3 2-1 0,-1 1-24 16,0 2 7-16,0 0-24 0,-1-1 17 0,1-1-21 0,-1 3 8 16,-1-4-18-16,0 0 12 0,0-2-22 15,-1 1-34-15,-2-1-53 0,-1 0-54 0,-1 0-55 0,-1-1-62 16,-4-1-57-16,-1-1-44 0,0-2-47 0,-3-2-57 15,2-2-427-15,-2-2-464 0</inkml:trace>
  <inkml:trace contextRef="#ctx0" brushRef="#br0" timeOffset="154892.85">22301 14052 656 0,'-4'-8'578'0,"4"8"-127"0,0 0-91 15,1-11-72-15,-1 11-63 0,7-2-22 0,-7 2-10 16,12-1 3-16,-12 1-12 0,21 0-25 0,-7 1-27 0,-1 1-28 15,2-2-17-15,0 3-19 0,2 0-13 16,-2-1-10-16,2 3-9 0,-2-4-6 0,0 4-11 16,-2-2-11-16,0 0-21 0,-1-2-37 0,-2 2-36 15,1 0-22-15,-2-2-21 0,0-1-12 0,-9 0-10 16,19 0 7-16,-19 0-3 0,16-1 3 0,-6-5-3 16,-1 2 9-16,-1-2 17 0,2-3 18 0,-1-1 16 15,-2 1 23-15,1-1 24 0,1-2 51 0,-3 4 33 16,-1-1 17-16,1 0 44 0,-1 2-13 0,2-1 16 0,-4 2-43 15,-3 6 44-15,6-8 34 0,-6 8 35 16,0 0 60-16,0 0 0 0,0 0 3 0,4 8-14 16,-6-3-37-16,-1 4-12 0,-1-1-30 0,0 3-26 15,-2 1-15-15,0 2-29 0,-1-3-13 0,1 4-16 16,-1-3-12-16,0 1-81 0,-1 0-201 0,2-1-209 0,-3 0-349 16,0-1-309-16,1-2-727 0</inkml:trace>
  <inkml:trace contextRef="#ctx0" brushRef="#br0" timeOffset="203956.8">11401 14614 282 0,'-7'-3'380'0,"7"3"-101"0,-9-7-56 0,9 7-53 0,-10-7-34 0,10 7-28 0,-6-4-24 0,6 4-45 0,0 0-65 15,0 0-37-15,4-7-56 0,-4 7-93 16,12-3-195-16,-4 1 134 0</inkml:trace>
  <inkml:trace contextRef="#ctx0" brushRef="#br0" timeOffset="204139.44">11452 14612 375 0,'0'0'442'0,"-2"-10"-100"15,2 10-82-15,2-9-97 0,-2 9-91 0,0 0-70 16,2-7-60-16,-2 7-45 0,0 0-45 0,11-3-67 16,-11 3-143-16,12 0 185 0</inkml:trace>
  <inkml:trace contextRef="#ctx0" brushRef="#br0" timeOffset="204563.34">14851 14365 119 0,'-6'-4'461'15,"6"4"-81"-15,-9-6-76 0,9 6-62 0,-9-6-62 0,9 6-22 16,-5-3-54-16,5 3 5 0,0 0-42 15,-8-5 3-15,8 5-24 0,0 0 0 0,0 0-15 16,-6-4 12-16,6 4-13 0,0 0 13 0,0 0-19 16,-5-4 9-16,5 4-18 0,0 0 11 0,0 0-17 0,0 0 10 15,0 0-8-15,-8-3 11 0,8 3-15 16,0 0 11-16,0 0-14 0,0 0 6 0,0 0-10 16,0 0 5-16,0 0-7 0,0 0 7 0,-5-5-31 0,5 5 3 15,0 0-35-15,0 0-15 0,0 0-46 0,0 0-40 16,0 0-27-16,0 0-28 0,0 0-64 15,-8 3-195-15,8-3 44 0</inkml:trace>
  <inkml:trace contextRef="#ctx0" brushRef="#br0" timeOffset="208806.76">7094 14593 680 0,'0'-9'646'0,"0"1"-143"0,1 0-111 0,-1 0-105 0,0 1-176 0,0 7-119 0,0-10-84 0,0 10-86 0,0 0-122 0,-1-7-343 0,1 7-154 15</inkml:trace>
  <inkml:trace contextRef="#ctx0" brushRef="#br0" timeOffset="208999.75">6839 14602 218 0,'-2'-7'313'0,"2"7"-151"0,-5-6-114 16,5 6-97-16,0 0-171 0,0 0 70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0:39:43.4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11945 7084 126 0,'0'0'160'0,"0"0"-106"0,0 0-10 0,0 0-104 0,0 0-51 0,0 0 37 16</inkml:trace>
  <inkml:trace contextRef="#ctx0" brushRef="#br0" timeOffset="1383.17">12313 3421 436 0,'0'-14'325'0,"-1"3"-65"0,-1 3-35 0,1 2-53 0,1 6-14 0,-1-13-15 0,1 13-11 16,0 0-5-16,-6-3-14 0,6 3-14 0,-5 5 2 0,3 1-6 16,-2 2-10-16,3 2-10 0,-1 0-13 0,2 3 4 15,-2 3-20-15,4-4 9 0,-1 4-33 16,1-2 22-16,2 2-17 0,0-1 10 0,4-3-14 15,-2 1 35-15,-1 0-13 0,4-4 31 0,3 1 5 0,-2-3 5 16,3-1 20-16,3-1-16 0,1-3-9 0,3-2-1 16,7-3 0-16,5-5-14 0,9-2-2 0,6-5-2 15,11-6-11-15,3 1-10 0,6-8-3 16,2 0-5-16,5-5-8 0,0 0-4 0,19-10-3 0,-2-3-2 16,2 2-12-16,-1-1 8 0,4-2-10 0,1 1 6 15,-1 2-17-15,0 0 13 0,0 1-9 0,-4 4 0 16,-18 4 5-16,-1 4-2 0,-2 2-4 0,-3 1-3 15,-8 5-6-15,-3 2-58 0,-14 6-43 0,-5 2-96 16,-8 3-73-16,-9 3-29 0,-2 3-5 0,-6 3-43 16,-13 1-80-16,9 2-188 0,-9-2-141 15</inkml:trace>
  <inkml:trace contextRef="#ctx0" brushRef="#br0" timeOffset="25847.63">8909 9844 843 0,'2'5'732'0,"-2"-5"-162"0,4 6-132 0,-4-6-109 0,5 6-106 0,-5-6-95 0,0 0-66 0,4 7-67 0,-4-7-67 0,4 6-71 0,-4-6-77 15,2 6-76-15,-2-6-153 0,0 0-228 0,9 4-185 16</inkml:trace>
  <inkml:trace contextRef="#ctx0" brushRef="#br0" timeOffset="28565.03">6727 8763 421 0,'0'0'596'0,"-4"9"-197"0,4-9-184 0,-5 7-214 0,1-2-217 0,2 1-231 0,-1 0 79 0</inkml:trace>
  <inkml:trace contextRef="#ctx0" brushRef="#br0" timeOffset="33997.49">14290 9524 142 0,'-5'-6'207'0,"0"0"-59"0,5 6-49 0,-9-6-36 0,9 6-38 0,-4-6-16 0,4 6-14 0,-5-7-12 0,5 7-8 0,0 0-5 16,-4-5-11-16,4 5-140 0,0 0 50 0</inkml:trace>
  <inkml:trace contextRef="#ctx0" brushRef="#br0" timeOffset="34266.22">15218 9471 127 0,'0'0'522'0,"-8"4"-190"16,8-4-168-16,-5 6-167 0,5-6-359 0,-4 6 183 15</inkml:trace>
  <inkml:trace contextRef="#ctx0" brushRef="#br0" timeOffset="34680.71">16077 9708 526 0,'-1'7'419'0,"1"-7"-81"0,0 0-118 0,-2 9-103 0,2-9-110 0,0 0-92 0,0 5-68 0,0-5-286 15,0 0 90-15</inkml:trace>
  <inkml:trace contextRef="#ctx0" brushRef="#br0" timeOffset="34914.76">16373 9762 178 0,'0'0'379'0,"0"0"-189"16,0 0-195-16,0 0-230 0,0 0 76 0</inkml:trace>
  <inkml:trace contextRef="#ctx0" brushRef="#br0" timeOffset="35709.08">17334 9796 122 0,'0'0'-43'0,"0"0"16"0</inkml:trace>
  <inkml:trace contextRef="#ctx0" brushRef="#br0" timeOffset="37397.73">16978 9987 145 0,'5'-6'699'0,"4"0"-188"0,-3-1-124 0,-2-2-70 0,1 3-68 15,-1 0-56-15,2 0-49 0,-6 6-18 0,7-9-46 16,-7 9-9-16,5-7-28 0,-5 7-13 0,5-7-12 16,-5 7-7-16,6-3-23 0,-6 3-31 0,0 0-55 15,8-5-95-15,-8 5-155 0,0 0-393 0,0 0-247 16</inkml:trace>
  <inkml:trace contextRef="#ctx0" brushRef="#br0" timeOffset="42513.82">11830 8960 182 0,'-1'-13'295'0,"1"13"-54"0,-3-10-33 0,3 10-24 0,-5-11-30 0,4 6-23 0,-2-3-17 0,1 2-12 16,-1 0-7-16,-1 1-14 0,2-1 0 0,-1-1 3 16,1 2-12-16,-1-1-15 0,-1 0 0 0,0-2-5 0,-1 3-12 15,-1-3 5-15,1 1-2 0,0 1-8 16,-2-1-9-16,-2 0 7 0,0-1 4 0,-1-1-6 16,1 3 4-16,-4-2 10 0,3-1-10 0,-5 2-6 15,3-2-9-15,-2 0 2 0,-2-1-5 0,0 0 1 0,-3 1 2 16,1-1-9-16,-1 0 5 0,0 1 8 0,-4 0 19 15,4 1-26-15,-4-1 20 0,0 0-32 16,0 0 25-16,-3 3-30 0,3-1 18 0,-2 0-19 16,-1 0 22-16,-1 1-25 0,3-2 27 0,-3 2-23 0,2 1 23 15,-1-3-27-15,-1 3 33 0,2-2-28 0,-6 2 22 16,5-2-28-16,-1 1 27 0,1 0-32 0,-5 1 34 16,4 0-36-16,-5-1 32 0,4 2-26 15,-4 0 24-15,-1-2-34 0,0 3 32 0,1-2-34 0,-2 2 27 16,1-2-19-16,4 2 27 0,-3-2-24 0,2 3 20 15,1 0-25-15,1-2 24 0,0-1-23 0,-1 2 19 16,2 0-18-16,-1 2 24 0,1-2-25 0,0 0 24 16,1 2-26-16,1-2 24 0,-1 0-26 0,1 0 31 15,-1 1-27-15,1-1 29 0,0 2-31 0,0-2 26 16,-2 1-23-16,0 1 22 0,3-1-30 0,-3 0 32 16,1 2-23-16,-2-2 23 0,0 1-18 0,0-1 15 15,1 2-29-15,-1-1 22 0,0 1-15 0,0 0 25 16,-1 0-23-16,-1 0 7 0,2-2-10 0,0 4 26 15,-2-4-22-15,2 2 18 0,-2 0-21 0,0 0 28 16,2 2-26-16,0-4 26 0,0 4-25 0,0-2 25 16,1 0-26-16,3 0 25 0,1 0-24 0,0 0 20 15,-3 0-22-15,-1 1 24 0,3-1-29 0,2 2 28 16,-3-1-24-16,-2 1 22 0,0-2-24 0,0 4 26 0,-1-3-28 16,0 2 29-16,1-1-24 0,-2 2 18 15,-3-1-22-15,-3 2 26 0,2-1-23 0,0 0-1 0,0 1 2 16,-1-1 0-16,1 1 4 0,1-1 1 15,-1 0 3-15,4 1 1 0,-1-2 23 0,2 0-29 0,0 1 23 16,1-3-28-16,-1 2 25 0,4-1-19 0,-2 1 23 16,-1 0-26-16,2 1-1 0,-1-1 2 15,3 0-6-15,-4 1 14 0,3 1-5 0,0-1 0 16,-2 1 1-16,2 0 4 0,-1 1-1 0,1-1 0 0,0-1-4 16,1 2 0-16,1 0 4 0,-2-1 3 0,0 1-7 15,1 0 6-15,0-1-6 0,0 1 2 0,-2 2 5 16,3-4-2-16,0 2 2 0,-3 0-2 0,1 0 0 15,1-1-2-15,-1 3 4 0,2-1-11 0,-1-1 10 16,0 1 4-16,0 1-3 0,0 0-1 0,-1 0-1 16,1-1 1-16,-1 1-5 0,2-1 4 15,-2 1-1-15,1 0 0 0,-2 0-9 0,3 0 14 0,1-2 0 16,-1 3-8-16,-1-2-1 0,4 1 2 0,-3-1 5 16,3 0-7-16,1-2 7 0,0 2-1 0,4-1-1 15,-4 0-3-15,4 1 14 0,-1-1-15 0,1 2 5 16,1-1 0-16,-2 0-1 0,3 2 0 0,0-2 0 15,0 4-5-15,-2-4 1 0,4 5 6 0,-1-3 3 16,0 2 0-16,-1 0-4 0,2 1 24 0,-1 0-30 16,-1-2 30-16,2 2-31 0,-1-1 25 0,0 0-25 15,2 2 24-15,-1-6-25 0,1 5 35 0,0-3-21 0,3 1 20 16,-2-3-19-16,2 2 19 0,-1-3-26 16,2 1 16-16,0 2-18 0,0-3 16 0,1 1-18 15,2 0 31-15,-1 0-11 0,2 2 14 0,-2-1-24 0,3 3 18 16,-2-5-18-16,2 4-2 0,0-1-1 15,0 1 2-15,1-1-1 0,0 4 4 0,-1-4 3 16,0 2-2-16,3 0 4 0,-2-1 12 0,0 3-3 16,1-3-9-16,-1 2 3 0,2-1 2 0,-2 0-1 0,0 1 2 15,0-3 2-15,3 4 6 0,-1-2-2 0,-1-1-7 16,1 1 1-16,-2-2-4 0,3 2-2 0,-2 0-5 16,1 0 3-16,2-2 5 0,-2 3-7 15,2-2 3-15,-3 1 0 0,2 1 1 0,0-2 1 0,1 4 10 16,-1-3 3-16,2 1-1 0,3 1-6 0,-2 0 7 15,-1-2 1-15,3 2 3 0,1-1-3 0,-1 0-4 16,0 1 0-16,4 0-7 0,0-1 5 0,1 1-3 16,-1 0-1-16,-1-2-3 0,4 3 6 0,-3-3-5 15,2 1 4-15,0 0-10 0,-1-1 14 0,2 0-7 16,0 0 3-16,0 0-3 0,3 0 5 0,-4-1-3 16,4 1-3-16,1-2 9 0,1 2 6 0,1-1-2 15,3 1 2-15,3 0 3 0,3-1 5 0,1 0-4 16,5 2 0-16,3-1 0 0,2 0-2 0,-1-1 6 15,1-1-1-15,3 1-2 0,-3-1-11 0,1 0 14 16,-1-2 0-16,1 2 1 0,0-2-7 0,-1 0-6 16,3-1 2-16,-3 2-4 0,0 0-1 0,3-3-6 15,0 3 0-15,-2-1-4 0,2-1-1 0,1 0-3 16,-3 1-2-16,1-1-1 0,3 0 16 0,-3 1-17 16,-1-1 1-16,3 0 20 0,-6-2-3 0,3 1-3 0,2-1 12 15,-4 0 4-15,6-1-12 0,0 2 1 16,1-4-6-16,2 3 1 0,1-3 0 0,-1 0 0 15,3 0 0-15,-2 0 3 0,-1-1-11 0,3 1-1 0,-2 1-2 16,-9-1-4-16,0 0-1 0,0-1-3 0,-1 2 7 16,0-1-6-16,-2 1-2 0,1-1 3 0,-1 1 0 15,-1-2-2-15,3 2 0 0,-3-1 1 16,2 0 4-16,2-1-8 0,-2 1 1 0,1-1 1 0,-1 0 0 16,1 0 0-16,0 0 2 0,1 1-1 0,-1-2-3 15,0 1 0-15,1-1 1 0,-2 1 1 0,0-1 1 16,-1 0 1-16,1-1 11 0,-3 0 6 15,1 2 4-15,-3-4-11 0,3 2 6 0,-2 0-14 0,0-2 11 16,-2 2-7-16,1-3-3 0,-1 2-6 0,3 0 7 16,-2-1-4-16,-1 1 4 0,1 0-1 0,-1-1-4 15,1-1 0-15,-1 2 1 0,1-1-7 0,-2-1 10 16,1 1-15-16,-2-2 16 0,0 2-8 0,-2-1 5 16,-5 1-8-16,2 0 8 0,0-2-9 0,0 2 11 15,-3-1-13-15,0 1 17 0,-2-1-16 0,0 1 12 16,-2 1-12-16,-2-3 12 0,0 1-13 0,-1-1 18 15,1 2-16-15,-3 0 5 0,3-2-6 0,-2 1 1 16,1-1 3-16,-2 0 1 0,2-1 14 0,-2 1-14 16,2-1 7-16,2 0-12 0,-5-1 16 0,5 1-18 15,-2-2 11-15,2-1-13 0,-1 2 11 0,-4 0 2 0,3 2-3 16,-5-2 2-16,4 0-2 0,-3 1-1 16,-1-1 2-16,1 2-1 0,1-2 3 0,-1 0-5 15,-2 0-1-15,1-2 0 0,1 1-1 0,-3 1 3 0,3 0-2 16,-3-3 3-16,0 2-4 0,0-2 2 0,1 0-1 15,-2 1 0-15,1-1-1 0,-1 0 2 16,-3-3 5-16,3 3-6 0,-1-2 2 0,-2 0 3 0,-1-2-1 16,2 1-4-16,-2-1-1 0,1-2 3 0,-2 1 12 15,1-1 31-15,-2-1-55 0,-1 1 4 0,2-1 1 16,-1 2-1-16,-1-2 5 0,-2 1 5 0,0 0-4 16,0-1 1-16,0 2 17 0,0-1 10 0,-1-1 18 15,-2 2 5-15,2-1-7 0,-3-1-33 0,3 2 22 16,-3 1-27-16,0 0 18 0,2-1-20 0,-1 0 19 15,-2 1-24-15,1-1 16 0,-1 1-2 0,0 1-3 16,0-3-1-16,-4 2-4 0,3-1-1 0,-2-1-4 16,-1 1 11-16,-1 0-12 0,-2 1-1 0,2-3 2 15,-3 4 9-15,-1-3 35 0,-1 2-56 0,1-1 46 16,-3 2-51-16,-2-3 47 0,0 0-44 0,-3 2 1 16,7 1 3-16,-4 0 2 0,2 1 44 0,-1-1-52 15,4 2 55-15,-4 1-56 0,5-2 47 0,-3 3-50 16,4-1 52-16,-2 3-50 0,3-3 50 0,-1 3-54 15,-1-3 52-15,2 1-48 0,-2 0 52 0,2-1-13 16,0 1 37-16,-1 0-43 0,-1 1 33 0,0-2-44 16,0-2 34-16,-2 2-43 0,0-1 36 0,-2 1-40 15,2-2 2-15,-2 3 2 0,-1-2 0 0,-2 1 2 16,0 0 1-16,-1-1 3 0,-5 2 2 0,-1-3-3 0,-2 2 1 16,1 1 0-16,-3 0 0 0,-3 1 3 15,-6-1-3-15,-1 1 0 0,-5 2 0 0,0-1 1 16,-2 3-5-16,-5-1 2 0,-3 3 2 0,0 0-4 0,-6 0 4 15,-2 1-4-15,-2 2 4 0,0 0-3 0,-10 2-9 16,1-1-22-16,1 2-85 0,12 2-65 0,1-1-98 16,-8 3-132-16,0 4-107 0,3-1-186 15,-1 3-614-15,3-2-925 0</inkml:trace>
  <inkml:trace contextRef="#ctx0" brushRef="#br0" timeOffset="73703.67">7658 15159 130 0,'20'-11'155'0,"0"0"-35"0,2-3-31 0,-2 1-18 0,3 0-14 0,-2 1 1 0,-3-1-4 0,1 3 1 0,-4 0 15 0,2-1 12 0,-4 3-12 0,1 0-8 16,-4-1-10-16,1 2 0 0,-2 2 0 0,-1-1-1 15,0 1-2-15,-2-1-2 0,-6 6 5 0,12-5 11 16,-12 5-6-16,6-8-9 0,-6 8-7 0,5-6-7 15,-5 6 1-15,0 0-3 0,-2-6 1 0,2 6-2 16,-9-3 6-16,9 3 4 0,-17-2-8 0,7 0 6 16,-3 1 2-16,-2 1-5 0,-3 0-4 0,-4 0 12 15,2 0 37-15,-1 0-14 0,-6 1 9 0,0-1-26 16,1 3 12-16,-3-2-11 0,3 1 21 0,0 2 3 16,2-3 2-16,2 1-4 0,4 1 20 0,4-2-7 15,0 0-6-15,4 0-12 0,10-1-12 0,-10 3-11 16,10-3 3-16,0 0-6 0,20-3-2 0,1 1-11 15,13-2-2-15,14 1-6 0,8-3-4 0,19-2-7 16,3 0 5-16,8 0-4 0,3-2 2 0,6 1 2 16,3 1-4-16,3-1-1 0,0 0-2 0,-3 2-3 15,0 0 1-15,-6 3 1 0,-4 0 3 0,-5 1-6 16,-5 1-7-16,-14 2 12 0,-4 1-8 0,-3 0 2 16,-4 2-2-16,-5-1 2 0,-11 0-6 0,-1 2-33 15,-8 0-42-15,-1-1-53 0,-4 0-29 0,-4 0-66 16,0 1-52-16,-3-1-80 0,-2-2-377 0,-3 2-239 15</inkml:trace>
  <inkml:trace contextRef="#ctx0" brushRef="#br0" timeOffset="74196">10757 14904 521 0,'-27'-15'495'0,"-8"-1"-115"0,1 0-80 0,-5 2-43 0,1 0-42 0,-3 0-44 0,3-1-3 0,-2 4 4 16,9-1 24-16,2 3 34 0,6 2 30 0,1 0-9 15,7 0-40-15,0 1-39 0,3 4-34 0,12 2-27 16,-2-8-23-16,8 3-20 0,13 1-15 0,16 0 5 16,16 1-24-16,10 0-8 0,21-1-4 0,11 1 0 15,11 2-6-15,29 1-1 0,6-2-2 0,3-1-4 16,7 1 4-16,7 0 0 0,4-2-3 0,2-1 0 16,-1 1-3-16,2-4-3 0,-1 0 6 0,0-3-5 15,2 0 1-15,-6-2-1 0,-1-2-5 0,-2 1 6 0,0-2-8 16,-3-2 9-16,-5 3-8 0,-8-2 8 15,-4 0-9-15,-4 1 9 0,-8 0-1 0,-5 0 2 0,-20 3-6 16,-6-2 3-16,-4 1-2 0,-6 0 1 16,-6 1 0-16,-8 1 0 0,-14 1-1 0,-7 0 1 0,-5 3-2 15,-10 0 4-15,-3 0-1 0,-8 1-9 0,-3 0-14 16,-8 1-31-16,-2 0-49 0,-8 6-55 0,-8-10-44 16,-7 5-42-16,-13 1-36 0,-11 1-51 15,-14 2-40-15,-8 2-56 0,-13 2-425 0,-7 4-391 0</inkml:trace>
  <inkml:trace contextRef="#ctx0" brushRef="#br0" timeOffset="74562.08">11219 15091 483 0,'-73'0'441'15,"7"0"-65"-15,2 0-99 0,1 3-26 0,2 0-42 16,6-1-39-16,5 3-21 0,11-2-12 0,8-1 10 15,4 0-10-15,4-1-19 0,8 2-9 0,2-2 11 16,13-1-13-16,0 0-10 0,0 0 5 0,27-1 3 16,11-4-14-16,15-1-8 0,27-2 22 0,15-2 4 15,32-4-13-15,13 0 3 0,8-1-1 0,14 2-8 16,10-2-17-16,3-1-6 0,2 1-13 0,6-1-4 16,2 2-13-16,-6 1 2 0,-1-3 14 0,-7 3-5 0,-7-2 0 15,-8 1-6-15,-9 1 4 0,-12-2 6 16,-8 1 2-16,-28 2 0 0,-8-5-2 0,-5 2 0 15,-6-2-8-15,-7 1 37 0,-2-3-29 0,-5 1 14 16,-6 0-37-16,-13 2 12 0,-1 2-24 0,-4-1 15 16,-3-2-25-16,-10 6 22 0,-1-1-26 0,-6 2-5 15,-2 2 8-15,-3-2 10 0,-3 3-24 0,-4 1-1 16,-1-3-10-16,-5 5-30 0,-4 4-57 0,-4-8-43 0,4 8-80 16,-19-4-103-16,-3 4-44 0,-6 4-131 0,-10 2-125 15,-11-1-347-15,-3 3-573 0</inkml:trace>
  <inkml:trace contextRef="#ctx0" brushRef="#br0" timeOffset="75278.88">9999 13728 248 0,'-12'3'302'0,"12"-3"-37"16,-14 2-18-16,14-2-16 0,-22 0-44 0,11 0 12 0,-3 0-13 0,1 0 28 0,-1 0-20 0,4-2 18 15,10 2-2-15,-22 0 11 0,22 0-12 0,-17-1-19 16,17 1-28-16,-12 0-31 0,12 0-26 0,0 0-22 16,0 0-10-16,11-4-18 0,3 1 13 0,7 0-11 0,5 1-1 15,11-4-13-15,13 1-2 0,4 0-15 16,6-1 3-16,15 0-13 0,2 0 4 0,1 0-3 15,0 1-8-15,0 0 2 0,-4 1-3 0,0-1 3 16,-12 1-11-16,-6 2 8 0,0 1-15 0,-7-1-50 16,-11 1-57-16,-7 1-84 0,-3 1-9 0,-8 1-54 0,-4 0-51 15,-6 1-63-15,-6 1-128 0,-4-4-232 16,-8 8-239-16</inkml:trace>
  <inkml:trace contextRef="#ctx0" brushRef="#br0" timeOffset="75462.24">9880 13936 39 0,'-21'3'665'0,"10"-2"-192"0,11-1-117 16,-10 4-71-16,10-4-57 0,14 3-35 15,2-1-23-15,11 0-15 0,5-2-15 0,19 0 4 0,8-2-7 16,15 0-24-16,7 1-20 0,4-1-20 16,3-1-15-16,2 3-7 0,6-1-8 0,-1 1-3 15,7 1-16-15,0-1-34 0,1 2-94 0,1 1-97 0,-4-2-120 16,-5 4-152-16,-3-4-280 0,-3-1-264 0</inkml:trace>
  <inkml:trace contextRef="#ctx0" brushRef="#br0" timeOffset="75865.59">12578 13862 123 0,'-49'-3'634'0,"-2"-1"-139"0,4 1-152 16,-2 0-38-16,9 0-85 0,3 2-19 0,2-1-65 0,4-1 2 15,4 2-42-15,0-3 9 0,4 1-31 16,-2-1 21-16,6 0-5 0,1 2 20 0,1-2 7 0,2 1 16 15,2-1-25-15,4 0-21 0,1 0-18 0,6-2-12 16,3 0-12-16,4-1-8 0,8 0-6 0,9-4 2 16,10 3-3-16,12-1 10 0,9 0 7 0,12 0-5 15,9 2-4-15,3 2 0 0,7 0 2 0,4 0-13 16,2 3 0-16,-1-1-5 0,3 1 1 0,-2 1-10 16,-6-2 6-16,0 1-9 0,1 0 4 0,-6-1-8 15,1-1 4-15,-2 0-6 0,-5-1 2 0,-1 0-13 16,-16 0 12-16,-2 2-3 0,-8-1 3 0,-9 1-14 15,-10 0-22-15,-2 1-77 0,-8 1-88 0,-7-2-35 16,-10 3-84-16,0 0-80 0,0 0-128 0,-23 0-279 16,-5 1-330-16</inkml:trace>
  <inkml:trace contextRef="#ctx0" brushRef="#br0" timeOffset="76078.87">12046 13993 163 0,'-32'6'752'0,"9"1"-197"0,4-2-125 15,5-2-75-15,4 2-59 0,10-5-31 0,-3 6-4 16,12-4-12-16,9 1 8 0,11-3-26 0,15-2-20 16,13 1-2-16,20-4-36 0,5-1-30 0,6 1-10 0,5-1-10 15,8-3-21-15,3 2-23 0,21-6-5 16,-4 2-32-16,-1-3-2 0,-2-1-13 0,-20 1 2 16,-1 0-15-16,-2 0 8 0,-4 0-16 0,-9-1 8 15,-7 3-45-15,-10 2-104 0,-16 2-110 0,-12 2-107 0,-10 0-182 16,-7 1-715-16,-7 1-859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0:41:58.8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16078 10242 72 0,'0'0'490'0,"0"0"-147"0,0 0-114 0,0 0-115 0,0 0-76 0,0 0-51 0,0 0-7 0,-9 3-24 15,9-3 7-15,0 0-34 0,0 0-7 0,-1 6-73 16,1-6-123-16,0 0 84 0</inkml:trace>
  <inkml:trace contextRef="#ctx0" brushRef="#br0" timeOffset="182.49">16064 10753 801 0,'-5'6'648'0,"5"-6"-191"16,0 0-225-16,-4 5-211 0,4-5-151 0,0 0-164 15,0 0-247-15,-5 5-52 0</inkml:trace>
  <inkml:trace contextRef="#ctx0" brushRef="#br0" timeOffset="2700.07">20422 6059 654 0,'-8'-12'778'0,"2"3"-125"0,-3-2-142 0,3 4-97 16,-1-2-69-16,2 3-63 0,0 0-59 0,0 2-26 0,5 4-10 0,-6-6-8 0,6 6 0 0,0 0-3 16,-2 10-1-16,5-2-20 0,4 6-23 0,-2 1-8 15,4 5-29-15,3 3-9 0,2 5-15 0,0 6 14 16,3 0-13-16,-2 1-10 0,2 2-16 0,-2 0-6 16,2-2-2-16,-3 2-12 0,1-1-6 0,-2-3-19 15,-2-2 17-15,0-3-19 0,-2-1 20 0,-1-2-29 16,0-4-6-16,-3 0-60 0,0-6-51 0,-1 1-53 15,0-4-44-15,-1-1-95 0,0-3-87 0,-3-8-107 16,2 7-119-16,-2-7-475 0,0 0-724 0</inkml:trace>
  <inkml:trace contextRef="#ctx0" brushRef="#br0" timeOffset="2966.99">20289 6067 401 0,'-8'-28'755'0,"1"-1"-175"0,4 5-124 16,3 2-100-16,4 0-73 0,4 2-18 0,1-2-13 15,5 0-12-15,6 1-4 0,2 3-12 0,3 1-8 16,1 1-28-16,2 4-18 0,4 0-38 0,0 5-14 16,0-1-36-16,-4 5-2 0,0 2-28 0,-2 2 7 15,-1 2-29-15,-2 3 15 0,-3 2-27 0,-1 3 18 16,-4 0-16-16,-2 5 18 0,-6 1 6 0,-3 1-2 0,-4 1-5 16,-5 5-5-16,-4 5-4 0,-7 2-7 15,-2 0-4-15,-3 2 3 0,-4-3-9 0,-1-2-1 16,1 0-4-16,-2-1 4 0,0-6-6 0,5-3 2 15,-1-1-8-15,6-4 0 0,1-5-37 0,2-2-116 16,1-1-123-16,13-5-106 0,-15-3-101 0,8-3-164 16,2-3-488-16,4-2-751 0</inkml:trace>
  <inkml:trace contextRef="#ctx0" brushRef="#br0" timeOffset="3254.41">21372 5519 753 0,'0'0'958'0,"0"0"-164"0,-11 7-158 15,1-3-106-15,-1 2-92 0,-3 2-62 0,-2 4-55 0,-5 5-23 16,1 2-15-16,-5 5-32 0,0 2-24 16,1 4-9-16,0 0-49 0,2 3-36 0,-1 4-25 15,2 2-19-15,2 2-41 0,4 3 18 0,1 2-14 16,4 1-8-16,4 4-4 0,4-5 14 0,2 3 17 15,7-3 6-15,4-1 14 0,3-4-12 0,4 1-32 0,6-6 28 16,1-3-38-16,4-2 22 0,4-6-37 16,6-5 8-16,2-5-48 0,2-3 5 0,4-5-32 15,-1-5-48-15,-2-2-73 0,3-5-92 0,0-4-78 16,-3-4-117-16,-1-3-128 0,-4-4-60 0,-5-2-158 16,-2-4-490-16,-3 1-892 0</inkml:trace>
  <inkml:trace contextRef="#ctx0" brushRef="#br0" timeOffset="3717.79">21553 5857 1196 0,'-8'-3'817'16,"0"1"-171"-16,8 2-154 0,-11-4-90 0,11 4-91 0,0 0-48 15,0 0-24-15,0 0-8 0,0 0 10 0,12 7-7 16,-1 1-27-16,3 0-23 0,5 0-20 0,7 5-28 15,0 1-26-15,9 0-42 0,-2 2 13 16,3 1-40-16,0-1 22 0,0 1-42 0,-3-1 16 0,-3-4-80 16,-2-1-38-16,-2 0-46 0,-4-3-93 0,-1 1-78 15,-5-3-59-15,-3 0-20 0,0-2-13 0,-4-1-37 16,-9-3 15-16,10 0 30 0,-10 0 58 16,6-8 64-16,-6 8 39 0,-1-16 57 0,-4 6 34 15,3-7 47-15,-5-5 23 0,2-2 24 0,-3-6 29 0,-1-4 35 16,2-4 52-16,-2 0 50 0,2 4 32 0,0 2 62 15,0 1 6-15,1 3 73 0,1 4 28 0,0 5-23 16,0 2-43-16,2 1-52 0,1 4-37 0,-1 0-27 16,-1 2 18-16,4 10 8 0,-4-5 20 0,4 5-6 15,-9 4 4-15,5 6 0 0,-3 1 37 0,-1 3-36 16,-1 5 45-16,-1 1-43 0,0 7 10 0,-3 1-18 16,-2 5 14-16,-2 1-56 0,-2 1 13 0,0 0-57 15,1 0 25-15,-3 1-59 0,2-3 26 0,-1 0-62 16,1-3 39-16,3-3-55 0,2-5 30 0,1 1-88 15,1-5-10-15,0-2-77 0,6-2-62 0,-2-1-84 16,0-4-63-16,5 1-82 0,-1-3-80 0,1-1-79 16,3-6-31-16,4 6-132 0,-4-6-499 0,13-2-851 15</inkml:trace>
  <inkml:trace contextRef="#ctx0" brushRef="#br0" timeOffset="3949.49">22359 5843 562 0,'12'2'1039'0,"-12"-2"-225"0,0 0-188 0,10 4-116 16,-10-4-81-16,4 6-51 0,-4-6-71 0,3 12-37 0,-2-6-23 0,0 2-32 0,-1 1 13 0,4-1-32 16,-1 3-62-16,-1-1 9 0,3 3-55 0,1 2 15 15,2-1-52-15,-1 2 21 0,0 0-45 0,3 0 8 16,-1 0-64-16,1 0-62 0,0 2-36 0,-1-7-58 0,-2 1-88 15,0 0-99-15,0-3-82 0,-3-1-66 16,1-2-152-16,-5-6-508 0,9 7-790 0</inkml:trace>
  <inkml:trace contextRef="#ctx0" brushRef="#br0" timeOffset="4219.55">22698 5798 1129 0,'5'-6'832'0,"-5"6"-195"0,4-4-135 0,-4 4-106 0,0 0-48 16,8-6-29-16,-8 6-11 0,10-4-11 15,-10 4-27-15,13 0-36 0,-13 0-35 0,19 3-37 0,-9 0-28 16,2 1-22-16,0 3-25 0,1 1-19 0,1 0-13 16,-2 0 1-16,0 3-16 0,-1 0-32 0,-1 0 21 15,-1 1-33-15,-3 1 33 0,-2 0-28 0,-4 0 25 16,0-1-31-16,-2 2 32 0,-5 1-33 0,0-2 29 15,-1 0-33-15,-2-1 7 0,-1-1-40 0,-1 0-5 16,0-2-54-16,-2-1-57 0,3-4-53 0,0 2-93 16,-1-3-88-16,12-3-59 0,-22-2-137 0,13-3-674 15,1-1-870-15</inkml:trace>
  <inkml:trace contextRef="#ctx0" brushRef="#br0" timeOffset="4449.42">22983 5361 1176 0,'0'0'812'0,"0"0"-182"0,9-5-142 0,-9 5-97 15,0 0-73-15,10 1-11 0,-5 3 2 0,3-1-10 0,5 2-25 16,2 1-10-16,4 3-13 0,3-1-44 0,5 3-42 16,1 0-33-16,10 4-22 0,-2-2 11 0,1 2-59 15,0-2 23-15,-1 1-56 0,-4-3-23 0,-2-3-99 16,-1 3-53-16,-5-5-70 0,-2 0-65 0,-4 0-80 15,0-3-84-15,-6-2-11 0,1-1-77 16,-4-2-42-16,-2-3-463 0,-2-2-653 0</inkml:trace>
  <inkml:trace contextRef="#ctx0" brushRef="#br0" timeOffset="4637.85">23478 5289 235 0,'-8'-18'596'0,"0"1"-44"16,1 4-83-16,-1 0-68 0,4 2-97 0,-2 3-63 0,2-1-48 15,0 4-20-15,4 5 65 0,-6-4 26 0,6 4 2 16,-8 6-3-16,6 0-9 0,-2 2-33 0,-1 4 2 15,1 4-15-15,-3 2-3 0,1 3-28 16,0 0-24-16,-1 3 13 0,-2 1-1 0,-1 3 9 0,1 0-65 16,-1-1 14-16,0 1-62 0,-1-1 20 0,1 1-49 15,0-3 28-15,1 1-45 0,1-3-30 0,-1-2-81 16,1-2-83-16,1 0-83 0,1-5-112 0,-1 2-116 16,2-4-101-16,1 1-133 0,2-5-503 0,-1 0-836 15</inkml:trace>
  <inkml:trace contextRef="#ctx0" brushRef="#br0" timeOffset="4971.29">23903 5494 1510 0,'0'0'1019'0,"-5"-6"-237"0,5 6-153 16,0 0-98-16,0 0-84 0,-4-6-33 15,4 6 6-15,0 0 25 0,0 0-47 0,4-6 8 16,-4 6-94-16,7-8-17 0,-7 8-100 0,14-8 8 0,-4 5-88 15,0 0-45-15,5-2-70 0,-2 4 0 0,1-1 0 16,2 2 0-16,-2-1 0 0,-3 2 0 0,3 0 0 16,-2 1 0-16,-2 1 0 0,-1 4 0 0,-2-2 0 15,-1 4 0-15,-4 0 0 0,1 3 0 0,-5 0 0 16,-1 4 0-16,-1 0 0 0,-5 2 0 0,1 1 0 16,-2-1 0-16,1-1 0 0,-1 1 0 0,2-5 0 15,0-1 0-15,3-1 0 0,-2-2 0 0,3 0 0 16,-1-3 0-16,2 2 0 0,1-2 0 0,2-6 0 15,0 9 0-15,0-9 0 0,9 5 0 0,1-7-59 16,1-1-137-16,5-2-93 0,4-3-53 0,4-6-129 16,2-3-127-16,3-3-86 0,-1-4-138 0,-3-6-679 15,2-2-1127-15</inkml:trace>
  <inkml:trace contextRef="#ctx0" brushRef="#br0" timeOffset="5216.91">24301 4906 692 0,'-7'-11'893'0,"2"0"-183"0,-2 4-169 0,3 0-116 16,0 1-87-16,4 6-69 0,-6-7 1 0,6 7 37 15,0 0-57-15,-6 8 38 0,6-2-56 0,0 5 79 0,-1 3-48 16,2 4 55-16,-1 6-42 0,0 2-44 0,2 6-6 16,0 3 2-16,2 7-55 0,1 1 23 15,-1 1-69-15,4 2 20 0,-3 0-28 0,1-3-22 0,2 1-17 16,-3 1-17-16,4-6-21 0,-3 1-40 0,1-6-39 15,-1-3-63-15,3-3-72 0,-4 1-65 16,2-5-87-16,0-5-74 0,-3-2-127 0,2-1-140 16,-2-4-88-16,1-4-801 0,-1-3-1195 0</inkml:trace>
  <inkml:trace contextRef="#ctx0" brushRef="#br0" timeOffset="5733.01">24816 4944 1376 0,'-7'-5'982'0,"-1"2"-289"0,8 3-94 0,-11-5-164 15,11 5-49-15,0 0-133 0,-8-3 2 0,8 3-86 16,0 0 60-16,-1 7-55 0,1-7 53 0,8 10-57 16,-2-2 14-16,3 0-53 0,5 3 18 15,-1-1-58-15,6 1 15 0,-1 0-44 0,0-2 24 16,2 0-53-16,-2-2 19 0,0-1-52 0,-2 0 21 0,0-2-48 16,-3-2 19-16,4-2-54 0,-4-2 28 0,2-4-49 15,0-1 49-15,-2-2-39 0,0-4 63 0,1 0-43 16,-4-4 53-16,-1 0-41 0,-1-1 53 15,-1-1-39-15,-2 2 50 0,-1 0-10 0,-1 2 77 0,-1-1-3 16,1 3 55-16,-2 1-35 0,0 3 33 0,1-1-63 16,0 0 24-16,1 3-58 0,-3 7 28 0,1-12-53 15,-1 12 40-15,0 0 11 0,0 0 62 0,-9 13-58 16,7 2 88-16,-2 5-9 0,-1 4 45 0,-1 6-182 0,3 3-15 16,-2 4 0-16,1 5 0 0,1 1 0 15,3 1 0-15,-1-4 0 0,1 5 0 0,1-2 0 16,-1 1 0-16,3-4 0 0,-2-3 0 0,2 0 0 0,0-2 0 15,-1-3 0-15,0-6 0 0,1 1 0 0,-1-5 0 16,0-3 0-16,0-1 0 0,-2-1-108 16,1-6-266-16,1 0-47 0,-2-1-62 0,0-3-95 15,-3-2-73-15,3-5-90 0,0 0-792 0,0 0-1168 0</inkml:trace>
  <inkml:trace contextRef="#ctx0" brushRef="#br0" timeOffset="6149.16">25466 4463 1211 0,'-2'-12'812'0,"-1"3"-173"0,2 1-150 0,2 1-89 0,4 1-87 0,3 3-25 0,2 3 3 0,7 3 32 0,6 3-67 0,5 6 4 0,8 8 41 16,7 10 31-16,3 6 23 0,-1 6 19 15,1 7-68-15,-4 4-35 0,0 2-46 0,-4 5-41 0,-2-2-32 16,-6 3-72-16,-5-1 29 0,-3 3-64 0,-5-3 29 16,-6 0-59-16,-4-8 8 0,-4-2-53 0,-3 0-46 15,-6-1-53-15,0-4-43 0,-5-2-7 0,-4-2-82 16,0-4-59-16,-2-5-38 0,0-2-77 0,2-5-117 16,0-3-86-16,2-6-163 0,2-3-523 0,0-3-928 15</inkml:trace>
  <inkml:trace contextRef="#ctx0" brushRef="#br0" timeOffset="6399.24">26657 5006 1382 0,'-10'3'1073'15,"10"-3"-302"-15,0 0-103 0,-13 1-177 0,13-1-68 16,0 0-97-16,0 0 22 0,-11 0-34 0,11 0 53 0,0 0-73 16,0 0 18-16,0 0-99 0,13-5 2 0,0 2-93 15,6-2-20-15,6-1-130 0,4-1-42 0,3-1-114 16,2 1-17-16,-2-2-90 0,0 0-41 16,-2 0-75-16,0 3-82 0,-5-1-45 0,-4 1-76 15,-3 3-127-15,-2 0-370 0,-4 2-723 0</inkml:trace>
  <inkml:trace contextRef="#ctx0" brushRef="#br0" timeOffset="6566.8">26679 5228 1260 0,'-9'8'947'16,"5"0"-224"-16,4-8-138 0,0 8-114 0,0-8-77 0,17 1-94 16,1-2-34-16,5-3-42 0,5 0-40 15,5-4-28-15,8 1-30 0,3-3-23 0,2 0-23 0,0-2-16 16,1-1-56-16,1-1-102 0,-4-1-101 0,-3 0-122 15,-2 1-144-15,-3-2-125 0,-8 3-759 0,-6 0-947 16</inkml:trace>
  <inkml:trace contextRef="#ctx0" brushRef="#br0" timeOffset="7249.73">21622 8013 1112 0,'-4'-17'730'0,"0"0"-119"0,0 1-104 0,1 4-75 0,-1 0-79 0,0 1-63 0,3 1-57 0,-2 2-52 0,3 8 9 0,0-7 5 0,0 7 4 16,0 0-20-16,8 10-29 0,-1 2-19 0,4 5 22 15,4 5-28-15,-1 3-20 0,7 7-18 0,-2 1-16 16,1 1-36-16,1 0 25 0,-1 2-40 0,1 2-5 15,-2-2 23-15,-4-1-33 0,4-1 22 0,-6 2-29 16,2-3 23-16,-4-3-58 0,-2-2-42 0,1-3-54 16,-4-4-66-16,2-1-64 0,-4-4-72 0,-2-2-56 15,1-3-38-15,-3-3-96 0,0-8-78 0,-3 8-414 16,3-8-624-16</inkml:trace>
  <inkml:trace contextRef="#ctx0" brushRef="#br0" timeOffset="7482.57">21529 8029 505 0,'-8'-30'675'0,"4"-2"-136"0,4 6-108 16,3 0-92-16,6-1-63 0,4 0-21 0,3 5-12 16,10-1-15-16,2 0 0 0,4 2 2 0,2 3-22 15,2 4-1-15,-4 3-37 0,1 4-15 0,1 1-41 16,-6 4-15-16,-2 2-28 0,1 4-4 0,-3 3-25 16,-3 1-5-16,-1 5 3 0,1 2 10 0,-8 2 13 15,-3 2-10-15,-4 2 4 0,-5-1-23 0,-2 3-5 16,-9 7-5-16,-3 3-6 0,-6 0-3 15,-3-1-2-15,-3 0-4 0,1-4 4 0,-5-1-3 0,3-2-5 16,0-4 3-16,4-2-6 0,6-6 3 0,0-1-11 16,2-3-58-16,5-2-120 0,0-3-106 0,9-4-83 15,-10 4-96-15,10-4-131 0,0-8-522 0,4 0-736 16</inkml:trace>
  <inkml:trace contextRef="#ctx0" brushRef="#br0" timeOffset="7766.73">22685 7378 693 0,'-5'-6'624'15,"5"6"-93"-15,-14 2-36 0,0 3-53 0,-6 7-12 16,-6 2-25-16,-3 6-34 0,-3 4-20 0,-1 5-25 16,-6 7 3-16,3 5-25 0,-1 3 15 0,4 4-27 15,5 2-26-15,1 2-31 0,7 2-47 0,4-8 17 16,6 1-42-16,5 0 35 0,4 1-56 0,3-1-11 15,7-1-14-15,3 0-13 0,3-1-15 0,11 5-18 16,-1-5-16-16,6-2 32 0,-2-10-72 0,3-4 29 16,0-3-55-16,5-3 35 0,0-6-82 0,3-3-5 15,1-4-67-15,-5-4-27 0,-2-3-97 0,-2-3-41 16,5-6-54-16,-5-3-98 0,6-4-89 0,-4-4-66 16,-2-6-127-16,-4-4-675 0,-4-3-1006 0</inkml:trace>
  <inkml:trace contextRef="#ctx0" brushRef="#br0" timeOffset="8016.94">22886 7695 867 0,'-4'-7'744'0,"0"-1"-105"0,2 2-154 0,2 6-66 15,-5-8-62-15,5 8-19 0,-2-9-19 0,2 9-8 16,0 0-29-16,11-4-15 0,-11 4-58 0,21 4-8 0,-4 0-53 15,5 4-7-15,4 1-46 0,4 4 7 16,-1 0-23-16,6 1-19 0,-1 4-12 0,-2-1-9 16,0 1-9-16,-6-4-6 0,-2 2-42 0,-2-3-66 15,-2-1-57-15,-4 0-74 0,0-1-71 0,-3-4-56 16,-2 0-36-16,-3-1 13 0,1-1-66 0,-9-5-37 16,9 1-31-16,-9-1-434 0,4-6-510 0</inkml:trace>
  <inkml:trace contextRef="#ctx0" brushRef="#br0" timeOffset="8201.57">23259 7600 409 0,'-10'-18'596'0,"0"3"-120"0,-2 1-51 0,2 2-58 0,1 0-50 16,-2 5-27-16,3 2-15 0,-1-1 3 0,9 6 5 15,-19 0-21-15,8 5-6 0,-1 1-11 0,0 0-35 16,-3 7 5-16,1 0-25 0,-1 2-12 16,-1 7 5-16,0 0-50 0,0 0-4 0,1 4-17 0,2 1-1 15,0 1-20-15,1 2-12 0,1-1-14 0,4 0-15 16,-3 2-9-16,3-5-21 0,3 1-31 0,-1-4-56 15,1-2-73-15,2-3-93 0,-1-1-133 0,2-4-97 16,1-2-99-16,1-2-195 0,2-3-400 16,-3-6-772-16</inkml:trace>
  <inkml:trace contextRef="#ctx0" brushRef="#br0" timeOffset="8415.95">23420 7629 809 0,'16'-5'825'0,"-5"-1"-184"0,-1 4-97 0,-10 2-36 0,13 2-28 16,-13-2-19-16,12 6-76 0,-6 1-5 0,-2 0-64 16,0 4 31-16,-2 1-16 0,3 1-33 0,-1 2-48 15,-1 2-35-15,4 1-42 0,-3 1-29 0,3 1-25 16,0 1-24-16,1-1-18 0,2 1-26 0,-2-2-47 16,2-2-52-16,0 2-71 0,-1-2-94 0,0-4-82 15,-1-1-97-15,-2-2-120 0,1 0-93 0,-2-3-98 16,1-3-747-16,-6-4-1065 0</inkml:trace>
  <inkml:trace contextRef="#ctx0" brushRef="#br0" timeOffset="8799.43">23889 7056 609 0,'-2'-16'799'0,"-3"3"-96"0,2 2-131 15,2 0-124-15,-2 3-86 0,3 8 5 0,-5-8-29 16,5 8-35-16,0 0-9 0,-4 15-10 0,4-1 15 15,3 9 3-15,-1 8 30 0,4 10-2 0,2 5-24 0,1 2-15 16,4 11-23-16,4 0-32 0,-2 5-19 0,4-1-25 16,2 1 17-16,-2-2-87 0,0-2-114 15,-2 1-8-15,1-3 0 0,-3-1 0 0,-2-10 0 16,-2-1 0-16,1-2 0 0,-5-4 0 0,0-6 0 0,-1-3-50 16,-1-2-229-16,-1-4-28 0,-1-4-76 15,-1-3-14-15,1-4-78 0,-3-1-101 0,0-4-97 16,-3-1-156-16,3-8-511 0,0 0-941 0</inkml:trace>
  <inkml:trace contextRef="#ctx0" brushRef="#br0" timeOffset="9216.01">24339 7463 555 0,'3'-11'920'0,"-1"2"-150"16,1 1-145-16,-1 2-106 0,-2 6-71 0,1-12-81 15,-1 12-35-15,4-6-35 0,-4 6-35 0,0 0 5 16,16 0-24-16,-5 5-41 0,1 3-36 0,4 0-29 16,2 4-55-16,5 4 14 0,0-2-44 0,2 4-6 15,0-3 13-15,1 3-71 0,-1-2-8 0,1-2-57 16,-1-2-44-16,-3-1-52 0,0-4-76 16,-1-1-68-16,-2-3-56 0,-2-1-18 0,-1-2-8 0,0-4-16 15,-3-2 29-15,1-2 54 0,-4-3 64 0,1-1 64 16,-1-4 68-16,-4-3 63 0,-1-1 74 0,-1-2 39 15,-4 3 78-15,0-4 27 0,0 4 63 0,-2 1 33 16,0 0 47-16,0 3 30 0,-1 0-41 0,2 2-53 16,0 3-55-16,-1 0-33 0,2 10 74 0,-2-5-28 15,2 5 0-15,-3 11 16 0,2-1 17 0,-2 9 35 16,0 3-1-16,0 10 59 0,1 3-41 0,-1 7 18 16,-1 3-74-16,0 3 25 0,4 0-76 0,-4-1 22 15,2 0-79-15,-1-1 26 0,1 0-78 0,0-8-3 16,-1-2-14-16,1 1-8 0,1-6-25 0,1-3-16 15,0-3-111-15,0-3-39 0,0-3-92 0,0-1-46 16,0-4-50-16,0 0-54 0,0-4-81 0,1-2-112 16,-1-8-104-16,5 8-810 0,-5-8-1144 0</inkml:trace>
  <inkml:trace contextRef="#ctx0" brushRef="#br0" timeOffset="9498.99">25048 6778 1011 0,'-1'-15'847'0,"1"2"-159"0,0 4-173 0,0 2-89 0,0 7-15 0,8-10-22 0,-8 10-36 0,16 4-22 0,1 2-1 16,5 8 5-16,8 7-9 0,6 7 55 0,8 11-61 16,-1 9 43-16,4 6-84 0,-2 4 5 0,-3 3-86 15,-3 1-4-15,-6 4-80 0,-4 0-18 0,-6 1-96 0,-5 1 0 16,-5-2 0-16,-7-1 0 0,-3-8 0 0,-6-2 0 15,-2-2 0-15,-5-3 0 0,-7 6 0 0,-4-5 0 16,-5-5 0-16,4-9 0 0,-6-5 0 16,1-1 0-16,-1-6 0 0,0-4-140 0,3-3-109 15,-1-4-74-15,7-3-73 0,-3-4-103 0,7-4-104 16,-1-3-72-16,5-2-99 0,-2-4-665 0,4-2-1053 16</inkml:trace>
  <inkml:trace contextRef="#ctx0" brushRef="#br0" timeOffset="10087.71">26121 6644 964 0,'-7'-10'707'0,"2"-1"-121"0,1 4-142 0,-1 1-96 0,5 6-52 0,-5-4-4 0,5 4-21 0,0 0-29 0,0 11-28 0,3-2 0 0,2 1-51 16,2 4-25-16,1 3-24 0,7 8-9 0,-2-1-31 15,6 7-12-15,1 0-10 0,0 2-13 0,0 0-6 0,-2 1-6 16,1-2-6-16,-2 2-4 0,0 0-4 0,-4-7-10 15,-1 2-58-15,-3-4-90 0,0-5-85 0,-5 1-74 16,2-4-61-16,-4 0-44 0,-4-4-64 0,1-1-85 16,-5-5-353-16,-1-1-477 0</inkml:trace>
  <inkml:trace contextRef="#ctx0" brushRef="#br0" timeOffset="10350.04">26093 6669 242 0,'-2'-27'668'0,"1"2"-145"0,2 0-103 15,2 1-71-15,-1 3-50 0,6 0-25 0,-2 1 1 16,3 0-6-16,5 2-7 0,-1 0-15 0,1 2-21 16,4 1-32-16,0 3-26 0,-1 2-38 0,3 4-22 15,-3 1-28-15,2 5-7 0,-1 0-21 0,-3 6-2 16,4 2-15-16,-2 3 2 0,-2 2-12 0,-3 4 2 16,-2 1-13-16,-2 2 11 0,-3 2-14 0,-3 0-3 15,-4 2-1-15,-3 0-1 0,-7 3 2 0,1-2-2 16,-8 5 13-16,-1-3-19 0,1-5 2 15,-3-2-1-15,2-2-3 0,-2-2 0 0,3-4-5 0,0-2-42 16,2-4-78-16,2-2-89 0,2-3-73 0,2-2-75 16,3-3-104-16,2-4-127 0,3-1-351 0,3-5-528 15</inkml:trace>
  <inkml:trace contextRef="#ctx0" brushRef="#br0" timeOffset="10602.01">26946 5909 1112 0,'21'-12'909'0,"-9"5"-199"0,-3 1-135 0,0 1-125 0,-9 5-38 16,0 0-91-16,-5 7 10 0,-4 3-76 15,-5 5-30-15,-10 8-23 0,-4 7-16 0,-5 9-35 16,-2 5-28-16,-1 6 18 0,3 6-57 0,1 1 25 16,3 5-30-16,3 0 88 0,7-1-48 0,5 1 12 15,5 1-6-15,7-8 21 0,3-1 1 0,6-1-1 16,6 7-23-16,5-2-16 0,3-5-11 0,4-3-19 15,4-5-18-15,5-2-26 0,3-6-16 0,-1-11-45 16,4-2-45-16,0-3-57 0,2-4-76 0,2-4-93 16,-2-6-69-16,-5-1-105 0,-3-6-113 0,0-6-78 15,-1-2-137-15,1-10-545 0,-2-4-947 0</inkml:trace>
  <inkml:trace contextRef="#ctx0" brushRef="#br0" timeOffset="10833.19">27153 6319 521 0,'-14'-14'778'0,"3"2"-146"16,2 3-126-16,1-2-124 0,2 4-66 0,3 1-48 0,3 6-17 15,5-10-14-15,-5 10-20 0,17-5-14 0,-3 5-4 16,6 2-21-16,5 5 23 0,8 0-63 0,6 4 10 16,4 1-63-16,1 0 12 0,0 1-48 15,-1 0 20-15,-2 1-51 0,-1 0 4 0,-4-1-71 16,-7-4-58-16,-1 1-85 0,-5-4-76 0,-4 0-58 0,-5-3-55 15,-3-3-74-15,-11 0-51 0,14-3-28 0,-12-5-317 16,1 1-394-16</inkml:trace>
  <inkml:trace contextRef="#ctx0" brushRef="#br0" timeOffset="11000.91">27603 6131 259 0,'-14'-25'527'16,"-2"3"-93"-16,1 1-72 0,0 4-39 0,2 3-42 16,-1 2-27-16,0 2-30 0,3 5 14 0,-2 3 10 15,1 2-14-15,-2 3 15 0,3 5-23 0,-3 5-1 16,0 2-29-16,1 8 10 0,0 4-39 15,4 1-2-15,-1 9-52 0,0 3 0 0,3-1-43 0,2 2 8 16,0 0-38-16,1 0 15 0,-1-5-33 0,3-1 3 16,-1-1-6-16,1-1-7 0,0-2-5 0,0-3-7 15,0-2-68-15,1-6-117 0,1 0-107 0,0-2-60 16,-1-4-60-16,2-2-92 0,-1-2-610 0,3-4-730 16</inkml:trace>
  <inkml:trace contextRef="#ctx0" brushRef="#br0" timeOffset="11315.23">27781 6235 574 0,'16'-12'867'0,"-2"5"-165"0,-1-2-129 0,0 0-84 16,-3 3-52-16,0 2-41 0,-1-2-32 0,-2 2-62 0,1-2-52 16,-8 6-50-16,11-6-37 0,-11 6-33 15,13-2-23-15,-13 2-16 0,11 3-22 0,-3 2-8 16,-2 1-16-16,1 4 36 0,-1 0-53 0,-2 2 38 15,2 4-57-15,-5 0 47 0,2 1-60 0,-2 1 51 16,-1 1-55-16,0 0 47 0,-2 0-54 0,0 0 49 16,1-2-52-16,-1 1 53 0,-1-2-55 0,2-2 49 15,0-2-50-15,-2-1 50 0,3 0-50 0,0-2 50 16,-1-1-48-16,1-8 54 0,1 13-52 0,2-7 47 16,-3-6-50-16,11 3 50 0,-11-3-53 0,18-3 49 15,-4-1-52-15,0-5 33 0,5-2-105 0,-2-1-36 16,5-6-84-16,-1 0-67 0,-1-3-86 0,4-2-63 15,-4-1-40-15,-1 2-74 0,-1-6-107 0,-1 3-285 16,-3-1-520-16</inkml:trace>
  <inkml:trace contextRef="#ctx0" brushRef="#br0" timeOffset="11548.58">28298 5667 776 0,'-2'-17'674'0,"2"3"-127"0,-3 6-116 0,3-3-102 16,-1 4-31-16,1 7 28 0,0 0-9 0,0 0 0 15,0 0 5-15,-4 16-14 0,2-4-31 0,4 7-11 16,-1 5-16-16,2 6-37 0,1 5-35 16,2 7 73-16,3 4-64 0,3 2-35 0,0 11 8 15,4-1-39-15,-3 2 21 0,-1-3-60 0,4 1 22 0,-5-9-57 16,-1-1 28-16,1-1-49 0,-1-1 29 16,1-1-45-16,-3-2-12 0,0-3-58 0,1-1-36 15,-2-6-74-15,0-3-67 0,0-1-58 0,-1-5-122 16,-1-1-113-16,1-2-52 0,-2-7-94 0,0-1-648 0,-2-3-927 15</inkml:trace>
  <inkml:trace contextRef="#ctx0" brushRef="#br0" timeOffset="11982.74">28721 6034 384 0,'7'-14'729'0,"-2"1"-160"0,-1 4-103 0,0 0-83 16,-2 1-26-16,3 1-3 0,0 0 11 0,2 1-6 15,-2 1-31-15,3-1 11 0,2 3-82 0,1-2 13 16,3 4-73-16,4-2 25 0,1 3-48 0,2 1 20 16,6 2-76-16,-2 0 16 0,3 0-64 0,-2 2 20 15,1 2-61-15,-2-1 19 0,0 0-62 16,-1 1 8-16,-1-1-77 0,-3-2-28 0,-2 2-26 16,-4-1-16-16,0-2 11 0,-2 0-6 0,-1-2-29 0,-11-1-43 15,12 0-22-15,-12 0-11 0,6-7 14 0,-6 7 28 16,3-14 25-16,-4 5 31 0,-1-4 26 0,0-3 23 15,-2 0 22-15,-1-3 23 0,-1-2 23 16,1 2 56-16,-3 0 64 0,1 3 39 0,3 1 60 0,-1 3 1 16,1 1-28-16,-1 0-24 0,1 1-37 0,3 6-11 15,1 4 50-15,-4-6 30 0,4 6 11 0,0 0-7 16,4 12 2-16,-1-2-5 0,2 3-7 0,-1 5-42 16,1 2 53-16,-1 3-48 0,1 1 24 0,1 3-26 15,0 4 8-15,-2-3-54 0,3 2 16 0,-4 0-51 16,1-5 30-16,0 1-14 0,-2 1-11 0,1-2-7 15,-1 0-8-15,1-2-3 0,-1 0-10 0,-1-4-21 16,0 0-62-16,2-2-74 0,-2-1-104 0,0-4-112 16,1 0-106-16,0-2-78 0,-2-2-87 0,1-2-789 15,-1-6-1026-15</inkml:trace>
  <inkml:trace contextRef="#ctx0" brushRef="#br0" timeOffset="12249.99">29521 5311 854 0,'-7'-18'831'0,"2"4"-119"0,1 2-171 16,1 1-110-16,1 2-84 0,0 1-44 0,2 8 41 0,0 0-15 0,0 0-45 0,18 8 61 0,-2 6 1 16,10 11 39-16,9 14-76 0,3 5 47 0,3 8-81 15,1 5 19-15,1 4-67 0,-3 6 14 0,-3-1-70 16,-3 4-37-16,-4 4-15 0,-7 0-106 0,-5 2-13 15,-5-1 0-15,-7 0 0 0,-4-2 0 0,-6-5 0 16,-5-1 0-16,-4-5 0 0,-6-1 0 0,-3-5-39 16,-7-5-120-16,-3-3-52 0,-3-5-6 0,-4-3-71 15,-1-6-61-15,6-9-89 0,-3-1-156 0,-3-4-114 16,4-7-934-16,4-3-1303 0</inkml:trace>
  <inkml:trace contextRef="#ctx0" brushRef="#br0" timeOffset="12398.92">29700 6379 1636 0,'-5'-10'1023'0,"5"10"-205"15,-7-6-142-15,7 6-142 0,0 0-118 0,-6-4-96 16,6 4-90-16,0 0-83 0,0 0-118 0,-15 0-167 16,15 0-242-16,-17 2-258 0,5 3-845 0,-4-2-1106 15</inkml:trace>
  <inkml:trace contextRef="#ctx0" brushRef="#br0" timeOffset="13599.71">23023 9374 1326 0,'-21'2'805'0,"2"3"-187"0,0-2-131 0,-3 3-102 0,3-1-77 0,4-1-63 0,-1-2-49 0,6 3-49 0,2-3-20 0,8-2 19 0,0 0 4 0,0 0-15 16,0 0-16-16,27-7 0 0,4-2-9 0,12-7 27 16,20-6-51-16,11-6 8 0,25-5-31 0,4-4 7 15,9-1 18-15,9-5-21 0,5 1 16 0,6-2-43 16,2-2 26-16,0 0-10 0,6-2-37 0,1-2 30 15,3 0-20-15,1-2-10 0,-2 1-5 0,-1-1-41 16,3 1-32-16,-2-1-79 0,-1 0-79 0,-4 3-67 16,-5 2-116-16,-8 4-94 0,-9 3-132 0,-10 6-692 0,-23 8-921 15</inkml:trace>
  <inkml:trace contextRef="#ctx0" brushRef="#br0" timeOffset="14002.09">27089 7710 1767 0,'-32'-21'926'0,"5"7"-189"0,5 7-161 16,2 0-102-16,8 3-130 0,3 3-49 0,9 1-80 15,-12-3-19-15,12 3-14 0,0 0 3 0,14 1 17 0,0-2-36 16,13 1 15-16,10-4-13 0,18-4 35 0,21-1-24 16,13-5 73-16,27-1-68 0,6-6-24 0,6 0 9 15,8 1 39-15,2-4-74 0,3-5-46 0,-2 2-88 16,-1-5 0-16,-2 0 0 0,-6-4 0 0,2 0 0 15,-7 2 0-15,-5-3 0 0,-9 0 0 0,-5 2 0 16,-11 0 0-16,-22 5 0 0,-5 4 0 0,-7 0 0 16,-8 2 0-16,-12 4 0 0,-4 2 0 0,-5 0-78 15,-10 2-185-15,-5 3-75 0,-4-1-57 0,-3 4-71 16,-8 0-103-16,-2 1-83 0,-4 2-77 0,-4-1-763 16,-7 1-1116-16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0:43:02.1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6309 6610 303 0,'56'-4'259'0,"13"-4"-39"0,7-1-13 0,7 0-29 0,6-3-1 0,7 1-34 0,24-4 15 0,3-2-16 0,3 1 12 0,9-2-34 0,5 0 6 15,6 1-38-15,-3-1 6 0,4-1-21 0,1 2-5 16,2 0-15-16,-1-1-7 0,-4 2-8 0,-6 1-11 0,-5 0-9 16,-6 1 5-16,-4 1-34 0,-24 3-27 15,-6 0-30-15,-6 2-27 0,-8 2-55 0,-9-1-76 16,-15 1-81-16,-4 1-262 0,-15 2-81 0</inkml:trace>
  <inkml:trace contextRef="#ctx0" brushRef="#br0" timeOffset="301.06">6263 6989 50 0,'-18'10'203'0,"4"-2"8"15,9 0 3-15,5-8-27 0,9 9 5 0,10-9-28 16,17-2-14-16,16-3-18 0,24-6 16 0,13-3-8 16,35-6-4-16,13-5-11 0,10-2 21 0,11-2-27 15,10-1 4-15,8-3-40 0,3-1 4 0,4 0-16 16,38-8 8-16,-42 9-16 0,-5 1 4 0,-6 0-13 15,-3-1 1-15,-4 2-8 0,-7 2-11 0,-11 4-9 16,-8 0-3-16,-12 1-6 0,-11 5-34 0,-25 3-50 16,-9 3-52-16,-9 4-72 0,-14 1-76 0,-9 1-119 15,-11 3-282-15,-10 1-175 0</inkml:trace>
  <inkml:trace contextRef="#ctx0" brushRef="#br0" timeOffset="20166.63">21517 5111 122 0,'0'0'455'0,"12"-1"-121"15,-12 1-89-15,0 0-64 0,15-1-78 0,-15 1-41 0,0 0-55 0,10-3-22 0,-10 3-34 0,0 0-24 16,0 0-42-16,0 0-68 0,13-1-156 0,-13 1 205 0</inkml:trace>
  <inkml:trace contextRef="#ctx0" brushRef="#br0" timeOffset="20355">21641 5242 71 0,'0'0'477'0,"0"0"-136"0,3 6-71 16,-3-6-64-16,0 0-52 0,0 0-23 0,2 6-33 16,-2-6-60-16,0 0-57 0,0 0-44 0,-5 5-57 0,5-5-86 15,-9 2-230-15,9-2 95 0</inkml:trace>
  <inkml:trace contextRef="#ctx0" brushRef="#br0" timeOffset="24448.74">6866 6321 180 0,'-23'-2'278'0,"4"2"-48"0,1-1-54 0,2 1-18 16,0-1-41-16,3 1-8 0,1 0-36 0,12 0-9 0,-22 0-16 0,22 0 2 0,-15 2-3 0,15-2 6 0,-11 5 1 0,11-5 16 0,-5 10-9 0,5-10 0 0,5 11-6 16,2-3 11-16,3-1-8 0,5 2 3 0,2 0-24 15,7 1 11-15,3 0-17 0,5-1 26 0,8 2-14 16,2-2 15-16,1-2-22 0,6-1 18 0,1-3-16 15,3 0 14-15,5-5 8 0,1 0 8 0,12-2 18 16,3-4 2-16,6-1-1 0,0-2-15 0,3-2-1 16,4-2 0-16,1 0-7 0,-1-1 10 0,1 0-3 15,3-1 1-15,0 1-15 0,1-1-4 0,1 1-7 16,-1 0-12-16,-4-1-3 0,2 3-4 0,-3-2 0 16,-4-1-5-16,-4 0-2 0,0 0-1 0,-6-2 19 15,1 2-4-15,-5-1 15 0,0-1-9 0,-1-2-1 16,-3 0-6-16,0-1-2 0,-1-1-1 0,-3-3-3 15,-2 1 0-15,-2-3 6 0,-4 2 8 0,0-3 5 16,-6 0 1-16,0 0-9 0,-6-2-5 0,1-1-5 16,-7 3-4-16,-3 0 11 0,-2 0-5 0,0-1 1 15,-2-2-5-15,-5 1-1 0,0 0-3 0,-1 0-9 16,-4-2 7-16,-2 3-8 0,-4 1 5 0,-1 1-3 16,-3 0 12-16,-2-1 19 0,-2 4-8 0,-1 0-13 15,-3-4-2-15,-2 3 0 0,-1-6-9 0,-3 2 1 0,0-2-9 16,-4-4 6-16,-4 0-12 0,0 0 6 15,-6 0-9-15,0 0 0 0,-2 1 2 0,-3 0-3 0,-1 1 2 16,-2 2 0-16,0 1-1 0,0-1 0 16,-1 3-1-16,-3-1 4 0,1 0-2 0,-4 4-2 0,2-3 1 15,-1 3 4-15,-1 0-4 0,0 1 5 0,0 1-5 16,-3-1 4-16,-1 3-7 0,-1 0 4 0,-3 0-1 16,-7-1 4-16,-5 0-8 0,-5 3 7 0,-1-1-1 15,-7 2-2-15,-1 2-1 0,-5 1 2 0,0 2-3 16,-5 1-9-16,2 0-3 0,-5 4 6 0,0-1 4 15,3 4 0-15,-4-1-3 0,1 2-2 0,2 3-4 16,-2 1-3-16,1 1 3 0,2 3 0 0,-1 1 8 16,2 4-18-16,-1 0 5 0,-1 2 4 0,0 4 3 15,-2-1-1-15,4 2 1 0,-1 1-3 0,2 0 4 16,3 2-1-16,4-2 13 0,3 0-8 0,3 0-6 16,4 2-2-16,10-5 6 0,3 2-4 0,1 1 8 15,1 0 3-15,2-1 1 0,2 3 1 0,3-2 2 16,2 2-4-16,1-2 7 0,5 1-8 0,3-1 8 15,3 2-10-15,-3 2 11 0,0 2-9 0,3 2 11 16,-1 1-13-16,0 3 12 0,-1 1 0 0,2 1 6 0,-3 0-10 16,4 0 1-16,-4 0 1 0,3 0 0 15,-3-1-7-15,4-1 10 0,0-1-8 0,0-1 12 16,4-3-13-16,1-1 8 0,0-3-4 0,2 2-2 16,0-2 2-16,1-2 2 0,1 1-5 0,1-2 2 0,0 3 9 15,3 0-6-15,-3 1 0 0,3 3-1 16,0 1 1-16,1 2 1 0,0 2 0 0,3 0 3 15,0 2-5-15,1 3 6 0,4 1-3 0,-3 0 10 0,3 1-8 16,2 1 7-16,4 0-9 0,-1 6 7 16,4-3-6-16,2 0 5 0,4-2-3 0,1 1 1 15,6-3-1-15,2 1 9 0,4-2-7 0,6 8 5 16,3-3 1-16,2-2-2 0,2 0 0 0,2 0-2 0,0-4 1 16,3 1-4-16,-2 0 2 0,2 0-2 0,1-3 1 15,0-2 0-15,3 3 2 0,-1-3-6 0,2-4 6 16,1 0 0-16,-6-6-4 0,2-2-5 0,-1-1 6 15,1-2-5-15,1-1 6 0,0-3-9 0,2-4 12 16,-1 0-12-16,-1-3 3 0,-4-2-2 0,4-1 1 16,1-3-1-16,-2 1-8 0,-2-4-76 0,-7 1-111 15,-3-2-100-15,-5 0-66 0,0-2-126 0,-11 0-534 16,-4-3-628-16</inkml:trace>
  <inkml:trace contextRef="#ctx0" brushRef="#br0" timeOffset="25833.02">5770 5792 154 0,'1'-11'286'0,"4"-1"-77"0,-2 0-50 0,-2-5-27 0,0 0-24 0,2-3-12 0,-2-3-2 0,-1-3 0 0,-1 0 4 15,-2-6-37-15,2-3 16 0,-4 4-24 0,-3-4 20 0,-1-3-24 16,-1 1 0-16,-4-1-22 0,1 0-12 0,-2 3 0 16,-2-3 1-16,-2 1-6 0,1 1-3 0,-5 1-1 15,0 0-1-15,-2-1-6 0,-2 3-3 0,-8-8 8 16,-2 3-2-16,0 0 1 0,-4 3-3 0,0 0-1 16,-1 1-1-16,-4 2 0 0,0 1 9 0,0 2-8 15,-4 1 14-15,-1 2-18 0,-1 3 11 0,-2 1-12 16,-1 0 9-16,-2 4-7 0,-2 0 0 0,-1 3-5 15,7 2 1-15,2 1 3 0,-2 2-2 0,-1 3 3 16,3-2-2-16,-2 3-3 0,1 0 3 0,0 2 5 16,-1 1-2-16,-1 2 0 0,2 2-6 0,-2 1 6 15,-2 2 0-15,1 2 1 0,-1 1 2 0,0 0-5 16,-2 2-3-16,-6 3-2 0,11-2-1 0,-2 2-3 16,2-1-2-16,1 1-8 0,2 1-1 0,3 1-8 15,1-3 14-15,1 2-12 0,4-3 15 0,10 0-5 16,6-4 13-16,2 0-11 0,1 1 16 0,6-4-9 15,0 3 9-15,0 0-10 0,1 0 12 0,-1 4-10 0,1 2 10 16,-2 4-13-16,0 4 16 0,1 3-12 16,0 2 17-16,0 8-11 0,-1 2 14 0,3 1-8 15,3 3 17-15,-3 1 0 0,2 0 2 0,2 3 10 16,1 1-12-16,0-1-2 0,0 0-1 0,0 0 0 0,3-3-11 16,1 0 16-16,-2-6-16 0,5-3 11 0,-2-5-12 15,0-1 9-15,1 0-12 0,1-1 9 16,2-4-14-16,-1-1 21 0,1 2-16 0,1 0 20 15,-1 0 9-15,4 3-1 0,1 0 6 0,0-2 20 0,3 6 11 16,1-1-4-16,2 2 6 0,3 2-2 0,5 2 28 16,1 0-30-16,1 1 15 0,5-2-3 15,3 3-5-15,4 3-16 0,3 1 8 0,3-2-16 16,3-2 1-16,1-1-9 0,3-1 8 0,3-3-6 0,3-1 9 16,2-2-16-16,-1-2 1 0,6-1 4 0,3-4 19 15,3-1 3-15,0-1 2 0,5-2-12 0,4-3-4 16,4-1-8-16,4-1-5 0,1-4-5 0,4-1-1 15,0-1 1-15,-3-4-6 0,2-1 0 0,-3-5-4 16,-4 1 7-16,-1-4 0 0,-5-2 9 0,-3-1-7 16,-2-3 22-16,-5-5 3 0,-3 0 9 0,-3-3-13 15,-4-4-4-15,-1-2-5 0,-3-1-3 0,-6-2-1 16,2-2-9-16,-7-3-6 0,-3-2 1 0,-3-3-16 16,-4-4 8-16,-9 3-14 0,1-10 6 0,-6 6-4 15,-1-14-4-15,-9 8-30 0,-1-4-7 0,-7-2-36 16,-3-7 0-16,-5 1 0 0,-4 0 0 0,-4 3-11 15,-7 2-16-15,0 4-6 0,-4 3 9 0,-4 5-2 16,-1 0 23-16,-4 8 13 0,2 3-10 0,2 8 18 16,-1 4 0-16,-1 2 0 0,1 4 12 0,-2 5 8 15,6 4 6-15,-1 5 8 0,4 2-8 0,2 5-16 16,-4 5-80-16,3 4-93 0,-6 6-155 0,5 4-243 16,1 5-131-16</inkml:trace>
  <inkml:trace contextRef="#ctx0" brushRef="#br0" timeOffset="27432.79">19674 5448 765 0,'4'-6'685'0,"0"0"-160"0,-1 0-118 0,-3 6-208 0,4-9-164 0,-4 9-99 0,0 0-41 0,-7-3-30 0,7 3-31 0,-13 6-12 16,6 0-2-16,0 2-17 0,1-4-25 0,-1 2-211 15,2 0 98-15</inkml:trace>
  <inkml:trace contextRef="#ctx0" brushRef="#br0" timeOffset="27703.12">20876 5073 201 0,'10'-4'382'0,"-2"2"-98"0,-8 2-69 0,12-3-56 15,-12 3-75-15,0 0-55 0,0 0-40 0,0 0-53 16,0 0-70-16,0 0-228 0,-16 0 180 0</inkml:trace>
  <inkml:trace contextRef="#ctx0" brushRef="#br0" timeOffset="28182.93">14653 4935 394 0,'8'6'579'0,"-2"0"-212"0,-2 0-265 0,2 2-146 0,-4 4-158 0,-4 1-177 0,-4 5 163 0</inkml:trace>
  <inkml:trace contextRef="#ctx0" brushRef="#br0" timeOffset="28367.02">14277 5023 85 0,'0'0'583'15,"0"0"-186"-15,-1 9-232 0,1-9-158 0,0 11-122 16,1-4-239-16,-1 2 187 0</inkml:trace>
  <inkml:trace contextRef="#ctx0" brushRef="#br0" timeOffset="31999.81">12748 6842 168 0,'0'0'199'0,"-4"-7"-46"0,4 7-24 0,0 0-26 0,-4-6-18 0,4 6-15 0,0 0-2 0,0 0-13 0,-3-7-11 0,3 7-6 0,0 0-9 16,0 0-7-16,0 0-3 0,-3-5-4 0,3 5-1 16,0 0-7-16,0 0 0 0,0 0 1 15,0 0-2-15,0 0-5 0,0 0 3 0,0 0-2 0,0 0 0 16,-3-6 0-16,3 6 0 0,0 0-2 0,0 0 0 16,0 0-3-16,0 0-2 0,0 0-18 0,0 0-46 15,0 0-52-15,0 0-63 0,0 0-81 0,0 0 80 16</inkml:trace>
  <inkml:trace contextRef="#ctx0" brushRef="#br0" timeOffset="33165.14">12645 6697 2 0,'0'0'168'0,"0"0"-7"15,0 0-31-15,0 0-2 0,0 0-11 0,0 0-8 16,0 0-21-16,0 0-3 0,-6-5-18 0,6 5 0 16,0 0-10-16,0 0-1 0,0 0-11 0,0 0 5 0,0 0-9 15,4-6 9-15,-4 6-14 0,0 0 4 16,0 0-12-16,0 0 4 0,0 0-11 0,0 0 8 16,0 0-7-16,6-5 14 0,-6 5-13 0,0 0 12 15,9-3-16-15,-9 3 13 0,9-3-14 0,-9 3 10 0,14-3-5 16,-14 3 10-16,13-3-21 0,-13 3 17 15,18-3-14-15,-9 0 20 0,1 1-13 0,0 1 16 16,2 0-15-16,-2-1 10 0,4-1-18 0,-1 2 18 0,1-1-19 16,0 1 15-16,1-1-15 0,3 1 11 0,-1 1-17 15,1 0 10-15,1-2-15 0,1 2 16 0,-2 2-18 16,4-2 16-16,1 0-13 0,-1 1 16 0,3 1-17 16,1-1 20-16,2 2-16 0,1 0 20 0,-2 0-13 15,8 0 35-15,-2 1-9 0,0 1-2 0,-1 1-11 16,3-3 2-16,-1 2-12 0,2 0 7 0,-2-1-10 15,3 0 7-15,2 1-6 0,-1-2 8 0,8 3 7 16,0-3-4-16,3 0-4 0,-2 0 2 0,3-1-2 16,-1-1-5-16,1-1-3 0,3 0-2 0,-2-1 6 15,-1 1 4-15,0-2 0 0,1 1-3 0,-3-2-4 16,2 1 0-16,0 1 4 0,1-3-7 0,-1 3 3 16,1-2-1-16,0 1-1 0,0 0-6 15,-1-1 5-15,3 1-5 0,-2 1 6 0,-1-1-1 0,1 2 0 16,-3-1 1-16,2-1-3 0,0 2 4 0,-1-1-4 15,2 1 2-15,-2-2-5 0,0 1 0 0,5-1 1 16,-1 2 7-16,0 0 12 0,2 0-2 0,0-1-1 0,-2 0-1 16,2 1-12-16,0-2 7 0,0 1-3 15,-1 1-5-15,-3-1 4 0,0 0-3 0,1 1-2 16,0-1 0-16,-1-1-3 0,0 1-6 0,0-1 5 16,3 1-1-16,-1-1 1 0,2 1 2 0,3-1-1 0,-2 2 1 15,4-3 1-15,3 2 1 0,-2-1 8 0,2 0 5 16,3 0 6-16,8-2-3 0,2 1-2 15,2 0-6-15,0-2-3 0,2 2 2 0,2-1-3 16,-3 1-1-16,3-1-1 0,-3-1 2 0,-2 1-1 0,-3 1-4 16,3 1 0-16,-3-2 2 0,-10 3-3 15,11-2 5-15,-12 1-2 0,2 1-4 0,-3 0 3 16,1 1 2-16,0 0 1 0,-2 0 0 0,3 0-7 16,-4 0 6-16,0 0 0 0,1 0-3 0,2 0-1 15,0 0 0-15,3 1-1 0,11-2 4 0,1 1-5 0,2-2-2 16,3 1 12-16,-2-1 4 0,1-1 0 0,-2 2-3 15,3-1 9-15,0 0 5 0,0-1 2 0,-3 1-4 16,0-1-4-16,-2 0-2 0,-1-1-3 16,-4 1-3-16,-12-1 7 0,-1 0 20 0,-1-2-6 15,-2 2 10-15,-2-1-4 0,-1-1 0 0,-2-1-5 0,1 0-10 16,-5-1-2-16,2 1 9 0,1 0-3 0,-1-2 24 16,-1 2-22-16,2 1 4 0,-1 0-7 0,2-1-6 15,0 2-3-15,0-1 2 0,1 0-4 16,2 1 1-16,1-1 3 0,-2 2-4 0,1 0 3 15,3-1-5-15,-1 0 5 0,-1 1 1 0,3-1 1 0,-4 0-1 16,3 1 1-16,-3-1 0 0,-2 0-1 0,-2-1-2 16,2 0-1-16,-4-1 2 0,0 2 4 15,-3-1 3-15,-2-1-4 0,-7 1-1 0,1 0-4 16,-5-1-3-16,0 2 1 0,-1-3-1 0,-6 2-4 16,-3 1 25-16,-1-2-10 0,-1 0 17 0,-4 2-25 15,0-2 17-15,-3 0-29 0,-2 0 17 0,-1-1-57 16,-5 0-12-16,-1 1-46 0,-1-2-19 0,-5-1-47 0,-7-2-52 15,-5-1-55-15,-6 0-66 0,-9 0-33 0,-9-5-80 16,-8 2-76-16,-15-3-409 0,-1-1-501 16</inkml:trace>
  <inkml:trace contextRef="#ctx0" brushRef="#br0" timeOffset="38199.19">11278 7756 382 0,'0'0'293'0,"-5"-7"-67"0,5 7-45 0,-3-6-40 0,3 6-38 0,0 0-36 0,4-7-36 0,-4 7-41 0,12-4-39 0,-2 2-52 16,0 0-79-16,7-1-162 0,-2 0 201 0</inkml:trace>
  <inkml:trace contextRef="#ctx0" brushRef="#br0" timeOffset="62417.59">15364 10225 388 0,'0'0'373'0,"0"0"-59"0,0 0-57 0,0 0-38 0,2-7-32 0,-2 7 3 0,0-8-36 0,0 8 11 15,0-10-55-15,0 10 15 0,1-13-28 0,-1 13 23 16,0-13-38-16,0 5 18 0,0-1-30 0,-1 1 14 16,1-3-14-16,-2 2 12 0,-2-3-6 0,1 2 1 15,-3-1 8-15,1-1-7 0,0 0-9 0,-2-1 3 16,-2 3 7-16,-1-2-5 0,1 0-3 0,-1 1-11 16,-3 1-7-16,2 0-7 0,-3 0 16 0,1 2 1 15,-1-1-11-15,-3 1-11 0,3 0-12 0,-4 2 2 16,0 1-10-16,2-1 2 0,-2 1-6 0,0 1-3 15,0 1 3-15,0 0-1 0,0 2-2 0,-1-1 1 16,1 2-1-16,-1 2-2 0,1-1-2 0,-2 4 5 0,-1-1 2 16,-3 3-2-16,5 1-2 0,-3 0-7 0,2 3 3 15,0 1 0-15,0 0 13 0,2 2 1 0,-2 1 4 16,1 3-14-16,0-1 4 0,3 2-10 0,2-1 5 16,1-1-9-16,2 1 5 0,0 0-5 0,1 0 4 15,1 2-3-15,4 1 7 0,0-2 18 0,-1 2 1 16,2-1-8-16,1 2 3 0,1-3-7 0,0 2-5 15,1-1 2-15,1 1-1 0,1-1 2 0,1-1-2 16,0 5-1-16,1-2-4 0,2-1 0 0,1 1 8 16,-2 0-12-16,4 0 11 0,-2 0-15 0,4 0 3 15,-2-1 1-15,2 2 0 0,4 1-2 0,-2-1 5 16,2-3 3-16,1 0 1 0,4-1 5 0,-2 0 2 16,5-2 6-16,-3 0-7 0,5-4 12 0,-1 2-2 15,-4-3-8-15,3-2-2 0,0-1-3 0,-2 1-4 16,2-3 4-16,-2 0-3 0,2-3-3 0,-4 2-1 15,2-5 2-15,0 2-1 0,0-3 8 0,-1 0 0 16,3-2-1-16,-1 0 8 0,3-1-5 0,1-4-3 16,1 2-3-16,2-3-7 0,1-1 9 0,-2-1-9 15,3-1 5-15,-2-1-2 0,1 2-4 0,-3-4-2 16,1 3 11-16,-3-1 19 0,-5-1 9 0,0 2 15 0,0-1-15 16,-3-2 7-16,0 1-17 0,-3 0 7 0,2-3-10 15,-4 0-6-15,-1-1 4 0,-1-2-13 0,-2 1-2 16,0-2-6-16,-1-1-4 0,-2 0 8 0,0-1 0 15,2-1 3-15,-6-2-8 0,3 0-1 0,-2-1-1 16,-2-1 0-16,-1-1 1 0,1 1 0 16,-5-4-2-16,2 1 4 0,-2-1-3 0,-1 1-1 15,-2 1-11-15,-3 1 16 0,0 1-19 0,-1 1 21 0,0 1-13 16,-3 3 8-16,2-1-9 0,-4 3 13 0,1 1-15 16,-2 1 11-16,-1 1-15 0,-2 2 18 0,-2 2-14 15,-2 1 7-15,-1 3-5 0,3 3 3 0,-5 1-10 16,-1 5 7-16,-2 0-11 0,-9 4-9 0,-2 3-30 15,-4 4-58-15,1 3-39 0,-2 4-36 0,5 1-57 16,3 2-75-16,1 1-34 0,7 1-50 0,5 2-64 16,8-3-117-16,3 0-356 0,9-4-516 0</inkml:trace>
  <inkml:trace contextRef="#ctx0" brushRef="#br0" timeOffset="63346.78">16119 11180 111 0,'0'0'385'0,"5"-9"-97"0,-5 9-42 0,3-12-30 0,-3 12-39 0,1-13-5 0,-1 13-17 0,0-13 7 15,0 6-21-15,0 1 9 0,-1 0-42 0,-1-4 2 16,0 4-35-16,-2-2 3 0,0 0-15 0,0 2 18 16,-1-2-17-16,0 2 17 0,-1-3-37 0,-3 3 22 15,-1-2-14-15,-1-1 27 0,-1 3-17 0,-1-4 10 16,-3 3-16-16,-2-3 11 0,-2 3 2 0,1-1 6 15,-3 1 2-15,-1 0 5 0,-2-1-3 0,-1 4 6 16,3-1-4-16,-4 1-13 0,2 0-2 0,-1 2-7 16,3 0-6-16,3 2-13 0,-1 0-1 0,0 1-13 15,1 2 1-15,0 1-8 0,-2 0 0 0,4 2-7 16,-2 5 7-16,1-4-7 0,1 4 2 0,1-1 6 0,-1 3 13 16,2 2 2-16,0-2 2 0,1 3 1 0,-2 2 2 15,2-2-1-15,1 4-7 0,-1-2 0 16,2 2 0-16,-1-1 8 0,2 4 8 0,-1-1 9 15,2-3-21-15,1 0 4 0,1 2-17 0,-1 0 6 0,2-1-11 16,0 1 12-16,1 0 6 0,0 1 9 16,1 0-11-16,1 0-6 0,1-2-5 0,0 1-6 15,-1-3 7-15,5 3 17 0,-1-2 0 0,1 0-3 16,1 0 1-16,5 5 6 0,-2-2 4 0,4 0-10 0,1-1 12 16,3 2-9-16,3 0 1 0,1 0-9 0,2-1-4 15,2-1 0-15,2-1-1 0,5 2-6 0,-1-1-1 16,-1-3-1-16,1-3-4 0,1 0-3 0,-2 2 5 15,3-4 3-15,0 0 21 0,-2-1 1 0,2-1-5 16,0-2-4-16,-5-2-4 0,3 1 4 0,-1-4 13 16,-2 0 13-16,3-2-4 0,-4 0-2 0,-1-4-1 15,4 1-5-15,0-2-6 0,-1-3-6 0,5-3-7 16,0-1-2-16,-1-3-1 0,0-1 27 0,4-5-6 16,0-2-7-16,-1 1-1 0,-2-4-8 0,-1-1-4 15,-1 2-1-15,-4-4-10 0,0 1-3 0,-4-2-1 16,-3 3 2-16,-2-1 29 0,-4-1-31 0,-5 2 25 15,-2 0-36-15,-3 0 25 0,-4-3-32 0,-4-1 29 16,-6-7-10-16,-1 3 0 0,-6-3-1 0,-3 1-6 16,-8-4-3-16,-4 0 0 0,-2 2-3 0,-6 1 0 0,-3-1 1 15,-3 4-2-15,-1 3-6 0,-4 2-2 16,2 4-1-16,1 4-22 0,4 5-81 0,1 6-102 16,1 2-87-16,5 7-109 0,-8 7-139 0,2 5-135 15,-12 9-857-15,0 6-1178 0</inkml:trace>
  <inkml:trace contextRef="#ctx0" brushRef="#br0" timeOffset="71969.84">16465 4580 353 0,'-44'24'353'0,"8"-2"-91"0,0 0-48 0,1 0-51 0,3 1-50 0,3 0-3 0</inkml:trace>
  <inkml:trace contextRef="#ctx0" brushRef="#br0" timeOffset="74597.73">16722 4129 128 0,'-20'3'417'0,"8"-1"-107"0,-3-1-35 15,0 3-41-15,-3-1-1 0,1 1-23 0,-1-1-17 0,-1 1-23 0,-1 2 11 0,-1-2 11 0,3-1-2 0,-1 1-1 0,4 1-23 16,-3-2-16-16,1 3-26 0,3-4-14 16,3 2-7-16,-1 0-19 0,1 2-18 0,0 0-7 15,-1 5 44-15,0 2 34 0,-1 5 28 0,2 5-18 0,-1 4-32 16,0 9-14-16,0 1-17 0,1 7 22 0,-1 4-14 16,-1 9 53-16,1 2-40 0,-1 1 17 15,0 0-8-15,4-9-13 0,-1-1 1 0,0-2-13 16,2-1 0-16,0-3-9 0,2-2-29 0,2-6 13 0,1 0-29 15,3-3 19-15,3 2-27 0,2-4 21 0,7 5-3 16,4-4 3-16,10 0 6 0,6-5 0 0,5 0-7 16,13-1-5-16,7-5-6 0,6-1-5 0,3-5-7 15,6-2 0-15,3-7-8 0,4-2-5 16,3-4-5-16,5-4-15 0,1-4-95 0,2-5-75 0,-1-1-111 16,1-5-116-16,-1 0-103 0,-1-5-107 0,17-7-778 15,-6-3-996-15</inkml:trace>
  <inkml:trace contextRef="#ctx0" brushRef="#br0" timeOffset="75430.24">21733 3271 45 0,'0'0'544'0,"-14"0"-162"0,14 0-71 0,-11-1-71 0,11 1-37 0,0 0-14 0,-14-3 5 0,14 3 24 0,0 0-2 15,0 0 8-15,-7-4-11 0,7 4-14 16,4-4-28-16,-4 4-24 0,14-7-25 0,-6 4-20 0,2-1-13 15,0 1-10-15,2-1-8 0,-2 0 2 0,1 0-3 16,0 0 8-16,-2 1-5 0,1 0 2 0,-2 0-21 16,-8 3-5-16,14-4-16 0,-14 4 3 0,12 0 5 15,-12 0 32-15,13 3-7 0,-4 0 29 0,-1 4-5 16,-1 3-9-16,2 3-21 0,3 4 50 0,-2 2-38 16,5 8 10-16,-1 6-30 0,4 4 26 0,-1 2 7 15,1 4-56-15,2 9 44 0,3 3-54 0,2 3 38 16,-2 2-43-16,2 3 51 0,1-1-10 0,3 2-2 15,1 0 24-15,2 3-9 0,0-3-54 16,1 1 47-16,1 0-50 0,-1 2 0 0,-2-2 41 0,-3 3-54 16,-1-1 81-16,1-1 22 0,-5-1-14 0,-1-3-51 15,-4-1 33-15,-2-1-42 0,-4-12 37 0,-2 1-16 16,-2-4 1-16,-2-2-3 0,-3-6-6 0,-2-1 22 16,-4 0 45-16,0-3 14 0,-4-2-6 0,-3 0 0 15,-3-3-15-15,-6 3-12 0,-3-3-12 0,-5-2-14 16,-3-3-3-16,-5-4-16 0,-4 0-9 0,-5-5-40 0,1-5 32 15,-5-1-10-15,4-2-3 0,2-5-50 16,5-2-52-16,-2-2-87 0,5-5-111 0,3 1-107 16,2-5-174-16,4-1-127 0,1 0-190 0,7-6-602 0,2-2-1113 15</inkml:trace>
  <inkml:trace contextRef="#ctx0" brushRef="#br0" timeOffset="76330.8">24388 4497 100 0,'-14'6'881'0,"2"-3"-218"0,3 1-141 0,0-1-124 0,0 0-84 0,3-2-72 0,6-1-38 0,-12 5-39 15,12-5-26-15,0 0-17 0,0 0-8 0,7-8-14 16,4 1-11-16,7 0-25 0,8-7 4 0,-1 1-6 0,11-3-4 15,2-3-9-15,1-2-14 0,2 0-4 16,8-2-2-16,-6 1-5 0,0 3-14 0,-3 0 6 16,-3 1-23-16,-4 2-45 0,-5 4-70 0,-7 2-73 15,-2 4-30-15,-5 0-32 0,-4 5-3 0,-10 1-30 16,10 2-18-16,-12 5-39 0,-6 1-65 0,-2 4-225 16,-12 5-149-16</inkml:trace>
  <inkml:trace contextRef="#ctx0" brushRef="#br0" timeOffset="76480.32">24546 4530 245 0,'-23'15'321'15,"5"-3"-72"-15,3-1-54 0,3-1-11 0,1-2-15 16,5-1 42-16,2-3-3 0,4-4-14 0,4 7-25 16,-4-7 2-16,17-1-55 0,-2-3 8 0,6 0-46 15,7-6 13-15,2-1-37 0,9-3 16 0,1-4-34 16,2 1-16-16,-1 1 4 0,-5-2-13 0,3 0-6 16,-4 2-34-16,-8 2-40 0,-3 0-60 0,-1 1-115 0,-5 1-76 15,-3 0-362-15,-6 2-189 0</inkml:trace>
  <inkml:trace contextRef="#ctx0" brushRef="#br0" timeOffset="76713.42">24739 4182 639 0,'-1'-7'451'0,"1"7"-97"16,1-12-79-16,7 5-48 0,-1 0-31 0,6 1-7 16,1 1-4-16,6 1 23 0,1-1 9 0,5 3-11 0,-1 1-15 15,-2 1-43-15,4 1-19 0,-1 4-31 0,-2 1-11 16,0 2-10-16,-2 5 10 0,-3-1-18 15,0 2-7-15,-5 2-14 0,0 0-6 0,-2 3 0 0,-4 2 4 16,-3 0-9-16,-1 0-4 0,-2 0-13 16,-4 3 6-16,-2-1-7 0,0 1-1 0,-3 0-8 15,1-1 1-15,-2-2-5 0,0 1-32 0,0-2-64 0,0-1-93 16,2-3-92-16,-1-3-96 0,2-1-107 0,3 0-471 16,0-5-531-16</inkml:trace>
  <inkml:trace contextRef="#ctx0" brushRef="#br0" timeOffset="76996.92">25792 3990 218 0,'0'0'995'0,"0"0"-263"0,12 1-161 16,-12-1-133-16,6 4-88 0,-6-4-69 0,9 10-46 0,-1 1-31 15,-1 2 32-15,5 4-55 0,1 3-34 0,1 3-22 16,7 6-4-16,-3 4-20 0,5 0-22 0,0 2-15 16,0-1-23-16,-2 2 9 0,2 0-22 0,-2 0-5 15,0-2 8-15,-2 0-17 0,0 0 9 0,-1-3-19 16,-4-5 4-16,0-4-44 0,-5 1-43 0,0-4-63 16,0-2-68-16,-2-3-59 0,-2-1-44 0,-3-3-37 15,2-4-54-15,-4-6-61 0,-1 7-78 0,1-7-246 16,-9-3-310-16</inkml:trace>
  <inkml:trace contextRef="#ctx0" brushRef="#br0" timeOffset="77230.32">25907 4151 154 0,'-6'-31'724'0,"2"0"-179"0,3 5-125 0,1 2-82 16,2 1-63-16,5 2-42 0,2 0-7 0,3 2-9 16,1 2-12-16,4 2-22 0,-1 4-16 0,4 2-29 15,-1 1-24-15,-3 3-18 0,2 4-14 0,-1 1-3 16,1 2-23-16,-2 3-11 0,2 2-7 0,-5 0-8 15,4 4-4-15,-6 0-4 0,-2 3 2 0,-4 1-5 16,0 1 0-16,-5 2-4 0,-2 1 0 0,-5 1-7 16,-5 5 7-16,-3-2-8 0,-2 2 4 0,-6 0-8 15,-2 0 0-15,0-3-2 0,2-3 3 0,0-3-4 16,2-2-1-16,2-1-27 0,3-3-67 0,3-4-110 16,1-2-87-16,2-2-97 0,10-2-130 0,-10-4-429 15,9-3-531-15</inkml:trace>
  <inkml:trace contextRef="#ctx0" brushRef="#br0" timeOffset="77513.35">26701 3682 550 0,'0'0'646'15,"0"0"-132"-15,-10-2-45 0,1 4-40 0,-2 4-35 16,0 2-7-16,-6 3-24 0,1 2 8 0,-5 6-62 0,-2 5-17 15,0 4-77-15,3 4 27 0,-2 2-39 16,2 2-39-16,4 3-28 0,-2 0-27 0,6 2-21 0,1-2-18 16,1-1-55-16,6-3 49 0,1 0-34 15,3-3 52-15,2 0-42 0,3 2 7 0,2-5-4 16,4 0 0-16,2-2-5 0,2 0-9 0,3-5-10 0,3-2-11 16,0-1-17-16,1-3-15 0,2-3-35 0,-1-4-40 15,-1-1-53-15,0-3-71 0,-2-2-83 0,-1-5-92 16,1-1-76-16,0-3-89 0,-3-4-73 15,0-4-446-15,1-5-701 0</inkml:trace>
  <inkml:trace contextRef="#ctx0" brushRef="#br0" timeOffset="77913.64">26696 3916 613 0,'-4'-7'695'0,"4"7"-170"0,0 0-105 0,-3-8-85 0,3 8-49 15,0 0-21-15,0 0-15 0,0 0-9 16,13 2-9-16,-4 2-18 0,1 1-20 0,4 2-26 16,4 0-25-16,1 3-26 0,3-1-20 0,4 3-18 15,-1-2-17-15,3 2-9 0,-3 0-13 0,0-2-7 0,-2-1-29 16,-1-1-32-16,-3 0-47 0,-1-2-36 0,-4-1-33 16,3-2-36-16,-6-1-14 0,1-2-10 0,-12 0 8 15,15-2 20-15,-10-3 37 0,-1 1 32 0,0-6 20 16,-3 2 13-16,-1-3 20 0,-1-2 23 15,-3 0 45-15,0-3 45 0,0 1 39 0,-1 2 53 16,1 1 30-16,0 1 0 0,2 0-9 0,-1 2-29 0,-2 2-29 16,3-2-27-16,-1 3-19 0,3 6-10 15,-6-4-5-15,6 4 12 0,-9 3 10 0,1 2 3 16,1 8 8-16,-2-1 13 0,-2 5 11 0,-1 2-10 16,-1 6-18-16,-1-2-11 0,0 2-15 0,0 1-5 0,1-1-10 15,-1 1-9-15,0-1-5 0,0-3-2 16,0 1-35-16,-1-2 33 0,3-2-31 0,2-2 14 0,-1 0-62 15,1-4-55-15,1 1-93 0,1-4-119 16,3 0-88-16,-4-3-110 0,4-1-142 0,5-6-386 0,-7 4-666 16</inkml:trace>
  <inkml:trace contextRef="#ctx0" brushRef="#br0" timeOffset="78114.78">27093 3901 812 0,'9'-5'685'15,"0"2"-156"-15,-9 3-113 0,13-3-72 0,-13 3 10 16,0 0-10-16,17 1-26 0,-17-1-16 0,12 4-34 16,-12-4-55-16,9 6-17 0,-4 0-57 0,2 0-1 15,0 1-30-15,1 1-17 0,0 2-18 16,1 2-9-16,-1-1-22 0,2 2-7 0,-1-1-5 0,1 0-5 16,-1 0-13-16,0-1-55 0,-2 2-86 0,2-5-107 15,0 3-124-15,-2-5-85 0,-2 2-156 0,2-5-570 16,-7-3-781-16</inkml:trace>
  <inkml:trace contextRef="#ctx0" brushRef="#br0" timeOffset="78546.64">27473 3538 67 0,'1'-8'886'0,"-1"8"-175"0,1-13-139 0,-1 13-122 16,2-10-91-16,-2 10-54 0,2-9-60 0,-2 9-24 16,0 0 27-16,0 0-12 0,0 0-11 0,4 5 6 15,-3 5-43-15,3 0 13 0,-1 6-33 0,2 7-30 16,0-1-66-16,1 10 47 0,3 9-54 0,3-2 46 16,-2 6 15-16,1 2-9 0,0-1-5 0,-1 2-19 15,1-2-14-15,-2 2-17 0,0-4-12 0,0-1-8 16,1 1-5-16,-2-5-43 0,1-1 43 0,-1-5-44 15,-1-4 31-15,-2 1-59 0,1-7-33 0,-1-1-46 16,1-1-42-16,-2-4-75 0,0-3-79 0,-2-1-91 16,1-4-73-16,-2-1-144 0,-1-8-706 0,1 6-928 15</inkml:trace>
  <inkml:trace contextRef="#ctx0" brushRef="#br0" timeOffset="78930.75">27709 4042 234 0,'4'-4'788'0,"0"0"-211"0,0-2-126 16,-4 6-100-16,10-7-58 0,-1 2-34 0,-1 3 3 16,2-2-1-16,1 1 6 0,2-1-13 0,2 2-29 15,1-3-45-15,0 2-41 0,2 0-29 0,1 1-25 16,-3-1-14-16,3 2-14 0,-4-1-11 0,2 0-9 16,-4 1-9-16,1 0-20 0,-1 1-23 0,-2-1-11 15,-1 0-6-15,-10 1-5 0,17-5-10 0,-17 5-20 16,11-7 6-16,-7 2 7 0,-1-1 10 0,-1-2 10 15,-2 1 4-15,-1-3 7 0,0-1 6 0,-2 3 10 16,2-3 28-16,0 2 33 0,-1 1 28 0,0 0-8 16,-1 2-6-16,3 6-18 0,-1-12-3 0,1 12-16 15,-1-9 0-15,1 9 26 0,0 0 8 0,0 0-7 16,0 0 40-16,-2 11-30 0,2-1 33 0,2 4 14 16,-2 1-16-16,1 5-19 0,0-1-8 0,2 5-7 15,-1-1-11-15,0 4 38 0,0-2-18 0,2 0-9 16,0 0-15-16,0 0-10 0,1-2-8 0,-3 2-49 15,3-3 49-15,-1 0-61 0,0-2-5 0,-1-2-107 16,1 0-66-16,-2-4-91 0,-2-1-103 0,3-1-66 16,-3-2-86-16,0-2-123 0,0-8-399 0,-3 9-690 15</inkml:trace>
  <inkml:trace contextRef="#ctx0" brushRef="#br0" timeOffset="79212.77">28025 3449 305 0,'-1'-22'846'0,"-1"8"-173"0,2-3-128 16,-1 5-135-16,0 1-51 0,2 1-51 0,0-1-8 15,3 3-11-15,1 2 3 0,2 2-37 0,3 1 6 16,3 4-46-16,3 4-6 0,7 3-57 0,7 6-2 16,5 7-49-16,1 4 4 0,5 8-37 0,-1 2-10 15,-1 3-7-15,-7 2-7 0,0 0-50 0,-9-3 46 16,-2 1-6-16,-4 0-6 0,-2 3-5 0,-3-1-3 15,-5 1-4-15,-2-7-4 0,-4 1-1 0,-2-2-1 16,-2 2-1-16,-2-5 1 0,-5 0-1 0,1-2-4 16,-4-1 0-16,1-3-3 0,-1-2-14 0,-1-4-40 15,2-1-52-15,-1-5-72 0,2 1-79 0,1-6-132 16,1-2-106-16,-3-1-120 0,12-4-697 0,-15-4-911 16</inkml:trace>
  <inkml:trace contextRef="#ctx0" brushRef="#br0" timeOffset="79730.12">28981 3234 649 0,'-3'-11'793'0,"1"1"-121"0,-1-2-145 0,-1 2-79 0,4 1-76 0,-2 0-52 0,-1 2-71 0,1 1-45 16,2 6-48-16,-3-9-30 0,3 9-28 0,0 0 13 15,0 0-10-15,11 3 4 0,-3 8-22 0,4 3 33 16,3 7-38-16,2 4 8 0,2 4-32 0,1 4 7 16,0 0-34-16,-1-1 21 0,-1 1-30 0,-1-1-7 15,1 0 2-15,-5-6-7 0,-1 0-18 0,0 0-43 16,-3-7-67-16,0 0-75 0,0-2-86 0,-2-3-52 16,-2-1-8-16,-1-5-17 0,-2 0-38 0,-2-8-63 15,3 6-73-15,-3-6-237 0,0 0-289 0</inkml:trace>
  <inkml:trace contextRef="#ctx0" brushRef="#br0" timeOffset="79963.66">29065 3319 407 0,'-14'-37'574'0,"1"4"-89"0,6 4-70 0,0 5-39 0,2 1-65 15,5 4-40-15,0 0-39 0,3 3-16 0,3-1-32 16,2 3-11-16,1 2-24 0,5 0-18 0,0 5-21 16,0 0-14-16,2 2-23 0,2 4-11 0,-2 1-14 15,2 2-4-15,-2 3-15 0,1 1 1 16,-2 1-7-16,-1 2-1 0,-4 3-2 0,1-2-6 0,-2 2 0 15,-4 2-2-15,-3 2-2 0,-2-2 1 0,-4 1-7 16,-3 3 3-16,-5 0-3 0,-3 3 0 0,-6 0-2 16,0-2 0-16,0-2 0 0,-3-1-1 0,0 1-12 15,1-3-5-15,3-3-45 0,3-1-52 0,1-2-82 16,2-3-74-16,5 0-40 0,9-5-111 0,-15-2-50 16,15 2-382-16,-1-11-399 0</inkml:trace>
  <inkml:trace contextRef="#ctx0" brushRef="#br0" timeOffset="80214.32">29516 2804 32 0,'16'-10'827'0,"-6"2"-242"0,-4 1-134 15,1 3-90-15,-7 4-82 0,3-6-56 0,-3 6 8 16,0 0 37-16,-11 5 33 0,3 0-15 0,-5 7-30 0,-2 2 0 16,-3 5-39-16,2 5 6 0,-5 7-20 0,2 4-46 15,1 3-3-15,0 4-57 0,6 1 8 0,1-2-47 16,3 4 19-16,6-2-40 0,3-3 52 0,3 2-15 15,6-1 25-15,4-1-36 0,2 0 26 16,5-7-27-16,6 2-7 0,1-5-6 0,4-3-11 0,2-4-8 16,3-2-34-16,1-2-20 0,2-5-44 15,0-1-71-15,-2-7-67 0,-3-1-69 0,-1-4-81 0,-5-1-86 16,-1-3-28-16,2-5-135 0,-4-3-572 16,-1-6-788-16</inkml:trace>
  <inkml:trace contextRef="#ctx0" brushRef="#br0" timeOffset="80613.59">29763 2974 201 0,'-8'-7'821'0,"2"3"-224"15,2-2-127-15,4 6-99 0,-3-8-59 16,3 8-44-16,8-5-15 0,-8 5-26 0,17 0 1 16,-4 0-11-16,4 0 8 0,3 1-28 0,5 3-13 15,1-1-28-15,6 3-27 0,-2 2-10 0,2-1-41 16,-4 2 3-16,2-2-35 0,-5 0 5 0,-3 3-36 15,2-3-7-15,-5 1-47 0,-3-2-34 0,-1 0-29 16,-3 0 7-16,-3-1-10 0,0-1-20 0,-9-4-27 0,7 3-26 16,-7-3-15-16,0 0 12 0,-4-5 38 15,1 0 25-15,-4-3 20 0,0-2 21 0,-1-1 12 16,-2-5 11-16,-2 0 8 0,1-1 13 0,-2-7 10 16,1 4 24-16,-1-1 36 0,2 4 33 0,2-1 37 15,0 1 33-15,0 3 19 0,3 3-9 0,-2 0-27 16,4 3-27-16,-1 0-19 0,1 0-18 0,4 8-13 15,-7-4 30-15,7 4 8 0,-7 6-15 0,4 2 13 16,0 3 4-16,0 6 41 0,-2 4-31 0,3 4-16 16,-3 0 12-16,1 6-47 0,0 1 9 0,-1 2-26 15,2-1 13-15,-1-1-27 0,-1 0 20 0,0 0-25 16,0-2 16-16,0-5-29 0,0-1 4 0,0-1-83 0,1-2-75 16,1-5-105-16,-3 0-115 0,4-5-81 15,-1-2-173-15,0-3-457 0,3-6-705 0</inkml:trace>
  <inkml:trace contextRef="#ctx0" brushRef="#br0" timeOffset="80929.07">30315 2932 615 0,'14'-3'1008'0,"-4"1"-206"0,-10 2-137 0,16-2-114 0,-16 2-61 0,11-4-48 0,-11 4-68 0,12-2 4 0,-12 2-51 16,12-6-35-16,-12 6-49 0,12-5-31 0,-12 5-57 15,11-6-15-15,-11 6-44 0,9-4-10 0,-9 4-32 16,9-4-1-16,-9 4-29 0,0 0 7 0,11-2-26 16,-11 2-10-16,6 6-27 0,-6-6 14 0,1 10-14 15,-2 1 2-15,-2-1 2 0,-4 5 18 0,0-1-15 16,0 4 17-16,-2-2-16 0,-1 0 21 0,3-3-16 16,-1 0 23-16,3-1-21 0,-2-1 19 0,3-4-15 15,-1 2 17-15,2-2-17 0,-1-1 9 0,4-6-13 16,-2 9 10-16,2-9-18 0,6 7 10 0,-6-7-52 15,19-1-30-15,-8-4-71 0,1 1-54 0,4-3-58 16,0-3-73-16,1-2-85 0,-2-3-53 0,3-4-66 16,1-1-71-16,-3-4-435 0,0-6-680 0</inkml:trace>
  <inkml:trace contextRef="#ctx0" brushRef="#br0" timeOffset="81128.98">30610 2548 804 0,'-2'-21'669'15,"0"7"-93"-15,0-3-111 0,-1 5-98 0,3 2-74 16,-1 0-54-16,0 3-39 0,1 7-4 0,-4-7 24 15,4 7 23-15,-4 6-14 0,4 2-8 0,0 5 8 16,0 4-42-16,0 6-33 0,5 4-52 0,0 5 41 16,4 8-33-16,-2-1 7 0,2 2-42 0,3 3-7 15,-3-1 2-15,2 1-28 0,0-1 9 0,-1 0-27 16,2-1 13-16,-3-1-24 0,0 1 14 0,0-4-23 16,-2-6-18-16,0 0-88 0,0-2-62 0,-3-5-76 15,1-1-92-15,-1-7-101 0,-1 1-37 0,-1-3-86 16,-2-4-68-16,0-3-387 0,0-8-617 15</inkml:trace>
  <inkml:trace contextRef="#ctx0" brushRef="#br0" timeOffset="81513.11">30854 2813 592 0,'4'-13'801'0,"-1"4"-221"0,-1 1-95 0,1 1-145 15,-2 1-28-15,3 0-59 0,0 1 33 0,-4 5-39 16,9-8 30-16,-9 8-65 0,11-6-32 15,-11 6-36-15,18 0-24 0,-6 3-24 0,2 0-15 0,1 3-11 16,2-1-23-16,-2 2-7 0,0-1-11 0,2 0-3 16,-2 1-11-16,-1-1-23 0,0-1-29 0,-3 0-16 15,-2-1-14-15,2 1 3 0,-3-4 7 16,-8-1-5-16,14 5-8 0,-14-5-5 0,11-3 36 16,-11 3-17-16,9-9 37 0,-8 4-21 0,2-3 35 15,-2-4-23-15,-1 1 37 0,-1 0-18 0,0 0 42 16,-2 0-8-16,-1-1 76 0,2 1 5 0,-1 1 13 15,3 1-18-15,-2 3-22 0,-1-2-12 0,1 3-20 0,2 5-3 16,-3-7-10-16,3 7 0 0,0 0 29 16,3 12 13-16,-1-3 17 0,2 5-3 0,0 4-11 15,1 4-37-15,1 2 19 0,0 2-28 0,1 3 16 16,-2 1 1-16,0 0 11 0,-1 0-37 0,1 0 16 16,-1-3-8-16,-1-2-6 0,-1 0-17 0,-2-1-39 0,3-2-64 15,-6-3-66-15,3-3-58 0,-1 2-56 16,-3-6-49-16,3-2-115 0,-2-1-86 0,-2-3-93 15,5-6-475-15,-8 2-708 0</inkml:trace>
  <inkml:trace contextRef="#ctx0" brushRef="#br0" timeOffset="81730.1">31248 2364 378 0,'4'-18'871'15,"0"4"-254"-15,-1 1-125 0,3 4-122 0,1 2-57 16,3 5-35-16,-10 2 18 0,22 5-19 0,-6 2-26 15,3 6 8-15,1 5-23 0,6 7-36 0,-2 2-32 16,0 4-32-16,-2 2-26 0,0 3-16 0,-2 1-15 16,-3 3-19-16,-1 0-5 0,-3-1-19 0,-3 3-23 0,-2-3 27 15,-3-3-29-15,-5-1 19 0,1 0-52 0,-2-3 4 16,-1 0-39-16,-4-2-67 0,1-5-88 0,-2-1-100 16,0-5-82-16,-2-1-50 0,2-6-123 0,-3-3-534 15,3-3-717-15</inkml:trace>
  <inkml:trace contextRef="#ctx0" brushRef="#br0" timeOffset="81916.62">31883 2552 134 0,'0'0'846'0,"13"0"-213"0,-13 0-105 15,0 0-65-15,11-3-96 0,-11 3-25 0,12-5-71 16,-2 0 8-16,0 2-87 0,4-3-1 0,-1 0-71 15,5-1 1-15,1-2-90 0,2 1-87 16,-1 0-149-16,2-3-137 0,0 0-118 0,1-2-122 16,-3-2-321-16,2 0-466 0</inkml:trace>
  <inkml:trace contextRef="#ctx0" brushRef="#br0" timeOffset="82113.03">32439 2292 503 0,'10'-2'511'0,"-1"0"-91"15,3-3-66-15,2-1-33 0,0 2-51 0,2 0-39 0,1-7-35 16,2 5-37-16,2-2-34 0,-1 0-19 16,1-1-28-16,0 1-14 0,0 2-72 0,-1-4-91 15,1 2-96-15,-6 2-106 0,0 0-97 0,-1 0-345 0,-3 2-250 16</inkml:trace>
  <inkml:trace contextRef="#ctx0" brushRef="#br0" timeOffset="82513.49">27130 5734 383 0,'-14'0'900'0,"0"0"-195"0,14 0-148 0,-22 0-128 15,22 0-85-15,-18 0-52 0,18 0-24 0,-15 1-16 16,15-1-1-16,0 0-43 0,-15 0 1 0,15 0-28 16,0 0-8-16,0 0-29 0,0 0-28 0,9-1-21 15,1-3-21-15,8-1-24 0,5-2-54 0,6-5-61 16,10-5-75-16,2 0-99 0,10-7-104 0,1-1-92 15,-1-2-115-15,0 2-137 0,-3-4-303 0,0 3-587 16</inkml:trace>
  <inkml:trace contextRef="#ctx0" brushRef="#br0" timeOffset="82680.42">27841 5345 668 0,'0'0'867'0,"0"0"-183"0,0 0-165 0,0 0-97 16,0 0-46-16,0 0-25 0,1 6-25 0,-1-6-22 0,0 0-27 15,0 0-30-15,0 0-49 0,10-3-39 0,-10 3-52 16,19-4-21-16,-2-1-61 0,2-2-64 16,2 0-68-16,3-2-114 0,2 2-107 0,2-5-122 15,-1 3-186-15,1-3-572 0,-3-1-818 0</inkml:trace>
  <inkml:trace contextRef="#ctx0" brushRef="#br0" timeOffset="82862.27">28416 5179 618 0,'0'0'937'0,"0"0"-221"0,11 2-172 0,-11-2-118 16,0 0-71-16,13-2-56 0,-13 2-33 0,12-1-33 15,-12 1-20-15,11-6-60 0,-1 2-8 16,-1 1-57-16,0-2 9 0,5 2-70 0,-1-3-60 0,5-2-94 16,1 1-103-16,2-1-100 0,0 0-84 0,-1-2-145 15,1 0-510-15,-3-2-685 0</inkml:trace>
  <inkml:trace contextRef="#ctx0" brushRef="#br0" timeOffset="83078.66">28794 4707 951 0,'0'0'861'0,"0"-11"-185"0,0 11-166 16,0 0-95-16,0-8-64 0,0 8-7 0,5 7-54 15,-5-7 15-15,4 14-70 0,1-3 54 0,0 3-76 16,-1 3 40-16,3 4-65 0,-1 2 10 0,2 5-67 15,2 3 7-15,1 3-59 0,3 1 19 0,-1 1-51 16,-1 0-6-16,2-2-12 0,1 1-4 0,-2-1-60 16,-2-6-16-16,2-2-73 0,-1 0-59 0,-1-3-89 15,-3-2-84-15,1-2-92 0,-2-3-79 0,1-2-110 16,-3-3-638-16,0-3-883 0</inkml:trace>
  <inkml:trace contextRef="#ctx0" brushRef="#br0" timeOffset="83346.14">28880 4903 752 0,'-13'-27'842'0,"7"-2"-168"16,-1 5-163-16,5 1-107 0,0 4-90 0,5-2-52 15,1 0-29-15,2 2 1 0,2 1-29 0,3 2-19 16,0 2-5-16,1 2-36 0,1 3-27 0,0 3-16 16,2 3-20-16,-1 3-20 0,4 0 26 0,-1 6-51 15,-2-1 24-15,4 5-46 0,-3 3 32 0,-1-1-45 16,-3 3 35-16,-2-1-39 0,-1 3 37 0,-4-3-39 15,-3 2 41-15,-2 1-43 0,-1 0 62 0,-4-1-73 16,-4 2 48-16,-1-1-58 0,-2 0 21 0,-2-2-54 16,0-1-17-16,-4-2-57 0,3-2-56 0,-2-1-70 15,3-1-67-15,0-4-47 0,3-1-91 0,-1-2-26 16,12-1-75-16,-15-1-300 0,11-4-414 0</inkml:trace>
  <inkml:trace contextRef="#ctx0" brushRef="#br0" timeOffset="83563">29449 4476 881 0,'12'-3'878'0,"-1"-2"-198"0,-11 5-163 15,0 0-97-15,0 0-54 0,7 8-29 0,-11 0 40 16,-3 3-78-16,-5 5 47 0,-4 5-71 0,-5 6 27 16,-1 4-59-16,-1 2 12 0,0 3-70 0,3 1 0 15,3 1-51-15,1 1 38 0,4-1-46 0,3 2 28 16,3-7-59-16,3 0-15 0,6 0-16 0,3-3-20 0,1-1-15 15,4-2-23-15,6 0-13 0,6-4-39 16,1 1-44-16,8-5-46 0,3-3-53 0,-2-4-60 16,1-6-58-16,3-2-99 0,-1-3-114 0,1-3-35 15,-1-4-116-15,2-6-115 0,-2-5-304 0,-1-4-707 16</inkml:trace>
  <inkml:trace contextRef="#ctx0" brushRef="#br0" timeOffset="83780.05">29742 4591 924 0,'-11'-9'835'0,"3"0"-172"0,1 3-148 0,0 0-109 0,3 2-67 16,4 4-64-16,-5-6-23 0,5 6-22 15,0 0-23-15,0 0-12 0,17 6-18 0,-5 1-20 16,1 2 25-16,4 2-81 0,7 3 29 0,2 2-70 16,5 2 31-16,-5-2-17 0,1-3-14 0,0 3-22 15,-4-4-63-15,3 2-64 0,-6-4-72 0,-3-1-61 0,-1-3-55 16,-3 0-83-16,-3-4-58 0,-10-2-108 15,13-2-47-15,-8-3-10 0,-1-3-261 0,-3-3-388 16</inkml:trace>
  <inkml:trace contextRef="#ctx0" brushRef="#br0" timeOffset="83946.21">30061 4574 1025 0,'-5'-21'363'0,"-1"0"-4"15,1 2 19-15,-1 3 28 0,1 1 4 0,0 0-12 16,2 5-44-16,-1-1-57 0,0 3-52 0,2-1-38 0,-1 4-7 16,3 5-11-16,-10-6 3 0,10 6-55 15,-9 3 69-15,1 3-68 0,0 3 42 0,-1 2-69 16,-2 5-23-16,0 2 28 0,-2 1-64 0,2 4 33 15,-3 1-57-15,1 2 35 0,-1-1-51 0,0 0 41 16,0 3-55-16,1-2 41 0,0 0-9 0,-1-1-12 16,1 0-50-16,2-2-107 0,2-4-49 0,0-1-101 15,1-2-130-15,1-3-88 0,0 1-96 0,5-4-147 16,-2-2-328-16,4-8-693 0</inkml:trace>
  <inkml:trace contextRef="#ctx0" brushRef="#br0" timeOffset="84429.84">30313 4598 992 0,'0'0'896'0,"11"-6"-195"0,-11 6-120 0,6-7-90 16,-6 7 10-16,7-6-101 0,-7 6 26 0,6-5-58 16,-6 5 23-16,4-7-58 0,-4 7 11 0,6-6-76 15,-6 6-34-15,7-8-46 0,-3 3-46 0,1-1-37 16,1 0-24-16,2 0-24 0,-3-1 33 0,1 3-56 0,1-2 40 15,-7 6-53-15,9-9 43 0,-9 9-51 16,10-6 36-16,-10 6-49 0,9-6 42 0,-9 6-54 0,10-1 42 16,-10 1-48-16,11 1-1 0,-11-1 6 15,15 8 3-15,-8-2 3 0,3 2-3 0,-2 3 47 16,1 2-53-16,0 0 30 0,-3 0-55 0,2 0 41 0,-3 1-47 16,2-1 27-16,-2-1-26 0,0 1 41 0,-3-4-51 15,2 1 44-15,-1-4-43 0,-1 1 45 0,-2-1-25 16,0-6 46-16,2 10-39 0,-2-10 47 0,0 0-44 15,-7 3 45-15,7-3-43 0,-9-7 44 16,5 1-42-16,-3-4 45 0,2 0-38 0,-2-3 41 0,2-2-43 16,0 0 55-16,-1 0-32 0,3-1 53 15,-1 0-26-15,3 0 45 0,0 3-54 0,2-1 32 16,0 3-56-16,2 0 31 0,1 0-48 0,3 2 39 16,0 1-47-16,2 3 44 0,3-1-49 0,0 2 41 15,-1 4-39-15,5 0 44 0,-2 2-70 0,2 3 18 16,-1-1-58-16,0 2 24 0,-2 1-57 0,-1 2-1 0,1 1-63 15,-4 1 14-15,1-1-19 0,-3 0-42 16,0 3-41-16,-3-3-52 0,-1 1-43 0,-2-1-68 16,-1 0-31-16,-1 1-60 0,-2-3-102 0,1 0-453 15,-2 1-704-15</inkml:trace>
  <inkml:trace contextRef="#ctx0" brushRef="#br0" timeOffset="84696.42">30941 4057 822 0,'0'-17'939'0,"3"5"-180"0,-2 0-148 0,0 3-135 0,-1 0-52 0,2 2-93 0,-2 0-30 0,2 1-67 16,-2 6 15-16,1-8-6 0,-1 8 60 0,0 0 0 16,8 7 23-16,-5 2-52 0,4 6-1 0,1 5-34 15,2 10-39-15,4 7-36 0,0 2-29 0,2 1-62 0,-1 2 23 16,3 4-53-16,1 5 37 0,3-3-57 0,-3-3 36 15,-2-1-52-15,-1-2 40 0,0 1-55 0,0-3 29 16,-2-2-100-16,-2-2-13 0,-3-5-79 16,0-2-49-16,-3-3-38 0,0-3-96 0,-2-2-58 15,0-5-99-15,-3-3-96 0,-1-1-42 0,-1-2-113 0,-3-4-479 16,4-6-849-16</inkml:trace>
  <inkml:trace contextRef="#ctx0" brushRef="#br0" timeOffset="85128.61">31220 4313 513 0,'2'-17'921'0,"1"3"-206"0,1 3-163 0,-2 0-113 0,4 0-78 15,-1 1-61-15,2 3-37 0,1-2-7 16,-2 3-43-16,3 0 12 0,0 1-47 0,0 2 22 0,-9 3-58 16,22 0 1-16,-11 4-49 0,3 2 7 0,0 2-43 15,4 3 18-15,-1-1-39 0,1 5 12 0,-3-2-30 16,2-1 17-16,-3 1-29 0,0-2-18 0,-3-2-15 15,1-1-35-15,-1 3-24 0,-3-6-66 0,1 0-34 16,1-1-64-16,-10-4-68 0,18 2-15 0,-10-6-6 16,2 0 37-16,-2-2 28 0,0-2 38 0,2-3 38 15,-3-2 21-15,-2-1 47 0,2-2 17 0,-1-4 37 16,-1 0 28-16,-2-3 37 0,-1 2 46 0,0 1 44 16,-2 1 93-16,0 0 66 0,0 3 60 0,0 2 27 15,-2 0-14-15,2 4-49 0,0-1-32 0,-1 1-59 16,1 1-16-16,0 1-46 0,0 8 3 0,0-11 8 0,0 11 57 15,0 0-2-15,0 0 93 0,5 9-15 0,-1 1 30 16,1 5-15-16,-1 4-6 0,2 2-33 0,-1 4-41 16,3 4-25-16,-3 0-6 0,1 4-10 0,1-1-55 0,-2-1 19 15,0 1-55-15,-1 2 27 0,1-3-55 16,-1 1-14-16,1 0-15 0,-1 0 0 16,-3-6 0-16,2 1-92 0,-2-2-94 0,0-1-31 0,-1-3-85 15,0 0-46-15,0-4-96 0,0 1-88 0,-1-2-93 16,0-1-22-16,0-3-61 0,1-2-587 0,-2-4-899 0</inkml:trace>
  <inkml:trace contextRef="#ctx0" brushRef="#br0" timeOffset="85381.91">31996 3773 1202 0,'0'-7'897'0,"0"7"-174"0,2-9-165 0,-2 9-54 0,9 2-95 0,1 5-34 0,-1 4-60 0,4 4 41 0,6 9 59 0,3 5 54 0,2 4 7 16,3 3-14-16,3 9-9 0,0 1-14 0,0 2-301 0,-1 2-138 15,-2 0 0-15,-3 1 0 0,-2 2 0 16,-6 0 0-16,-3-6 0 0,-3 0 0 0,-6 0 0 16,-4 0 0-16,-1 2 0 0,-7-1 0 0,-6-1 0 0,-6 8 0 15,-8-5 0-15,-6 0 0 0,-6-5 0 0,-8-2 0 16,-2-2-757-16,-6-4-247 0,-6-4-1020 0,-4-5-1781 15</inkml:trace>
  <inkml:trace contextRef="#ctx0" brushRef="#br0" timeOffset="87762.29">16226 4184 24 0,'0'0'295'0,"11"0"-78"0,-11 0-44 0,15-5-27 0,-5 2-23 0,0 0-25 0,6 0-5 15,-2-2-19-15,1 2-8 0,0-2 3 0,3 0 4 0,-2 1-3 0,2 1-8 16,-1-3-10-16,1 1-4 0,5 0 0 0,-1-1 7 16,0 0-5-16,1 0-2 0,1 2-5 0,0-5-4 0,-2 5-4 15,4-1 13-15,-1 0-22 0,1-1 17 16,-1 3-17-16,3-2 10 0,4-1-18 0,0 1 13 0,4 0-11 16,1 1 23-16,5-4-16 0,4 1 20 0,2 0-19 15,0-3 18-15,3 1-16 0,2-2 12 16,8-2-19-16,2-1 7 0,-2 0-11 0,2-4 22 15,-2 2-10-15,2-1 6 0,2-2 4 0,-1-1 7 16,1 1 4-16,1 1-1 0,-1 1-5 0,2-2-10 16,-2 2-1-16,-2 2-8 0,-2 1 1 0,-6 1-10 0,5-1 5 15,-6 5-7-15,-4-2 10 0,1-1-3 16,0 2-1-16,0 0-8 0,0 0 2 0,3-1-6 16,-3 1 11-16,3-1 0 0,-1 1 3 0,0-1-2 15,-1-2 8-15,0 4-5 0,1-4 6 0,-2 1 4 16,0-1-5-16,-1 1 6 0,-1-2-13 0,-2 3-3 0,0-3-2 15,-2 1-2-15,0 1-1 0,-1-1-6 16,0 1 1-16,0 1-2 0,-3-3-1 0,2 1-2 16,1 1 0-16,0-1 1 0,0 0-3 0,0 1 6 15,-1-1-6-15,3 3-1 0,-1-3-1 0,2 2 5 0,-3 0-2 16,0 1-1-16,0 1 2 0,-1 0 1 0,1 1 2 16,-2-3-4-16,-7 4 4 0,2 1 0 15,-3-1-3-15,1 1 10 0,-1 0 22 0,-2 0 5 0,1 1 0 16,-2-2 0-16,-3 3-7 0,-2 0-5 0,-1-2-6 15,2 2-5-15,-3-2 2 0,2 1-5 0,-1 1-1 16,2-2 0-16,0 1-1 0,2-1-13 0,2 0 9 16,1 0-10-16,0-1 8 0,1 1-8 0,-2 0 7 15,-4 2-9-15,1 0 9 0,-2-2-11 0,-1 3 15 16,-1 0-13-16,-1-2 8 0,-3 3-3 0,-3-1 2 16,1 0-9-16,-2 0 9 0,-1 1-7 15,-3 1 6-15,0-3-5 0,2 3 8 0,-1 0-14 0,1-2 12 16,0 3-11-16,4-3 10 0,-1 2-8 0,1-1 10 15,0 1-11-15,-1-1 11 0,2 2-11 0,0-1 7 16,-2 1-9-16,-1 0 10 0,0 0-8 0,-2 0 6 16,2 0-5-16,-1 0 11 0,-2 1-13 0,0 1 10 15,1-1-11-15,-3 1 11 0,-2-1-2 0,3 0-2 16,-3 3-2-16,0-3 5 0,-9-1-3 0,15 6 0 16,-15-6-3-16,10 6 3 0,-3-3-5 0,-4 0 2 15,-3-3-7-15,9 10-16 0,-9-10-37 0,3 12-45 0,-5-5-47 16,1 2-28-16,-3 1-69 0,-4 1-104 15,-4 5-119-15,-6-1-315 0,-1 3-312 0</inkml:trace>
  <inkml:trace contextRef="#ctx0" brushRef="#br0" timeOffset="89978.48">16675 5159 76 0,'0'0'189'0,"0"0"-46"0,6 6-32 0,-6-6-22 0,4 6-18 0,-4-6-25 0,7 7-1 0,-7-7-6 0,5 7-13 0,-5-7-8 0,4 7 2 0,-4-7-4 16,2 6-2-16,-2-6 5 0,5 5 1 0,-5-5-4 16,3 7 1-16,-3-7-3 0,0 0 4 0,2 7 7 15,-2-7 20-15,0 0 2 0,4 6-1 0,-4-6 0 16,3 6-1-16,-3-6 5 0,2 6 0 0,-2-6 2 16,7 6 9-16,-7-6 8 0,10 7 6 0,-10-7-9 15,11 5-11-15,-6-2 16 0,3 0 11 0,2-1 7 16,1 1-16-16,-1 1 2 0,2-1-2 0,1-1 5 15,1-1-13-15,3 2-8 0,-1-2 2 0,3 1-8 16,0-1-2-16,-1 0-3 0,2 2-8 0,-1 0-5 16,2-2-4-16,-1 1-26 0,-1 0 22 0,2 1-27 15,-1 0 23-15,2 0-28 0,0 2 21 0,2-3-11 16,0 0 15-16,-1 2-17 0,3-2 27 0,-3 1-28 16,1-1 30-16,3 1-27 0,-4-2 20 0,2 1-29 15,-4-2 24-15,1 1-19 0,-1 1 24 0,1-1-23 16,0 1 34-16,-2-2-31 0,1 0 23 0,-1 1-29 15,-1 0 23-15,1 1-8 0,-1-2 22 0,0 0-21 16,-3 1 24-16,2-1-21 0,-1 1 26 0,-2-1-16 16,2 1 14-16,-2-1-19 0,3 1 13 0,-1-1-20 15,-1 2 13-15,2-2-23 0,1 1 17 0,-2-1-19 16,2 2 15-16,-2-1-17 0,2-1 11 0,0 0-17 16,-1 2 17-16,1-1-7 0,-1-1 23 0,1 2-16 15,3-2 13-15,-3 0-16 0,0 3 12 0,2-2-15 16,-3 1 12-16,1 0-21 0,-1 0 17 0,2-1-13 15,-1 2 11-15,-1 0-12 0,3 0 12 0,-1 0-14 16,-2 2 12-16,2-1-13 0,0-1 12 0,-1 1-17 16,1 1 15-16,-2-1-9 0,3-1 12 0,0 0-13 15,-3 1 16-15,3-2-11 0,0-1 17 0,0 2-10 16,1-2 6-16,-1 1-10 0,0-2 12 0,2 0-8 16,0-2 4-16,0 2-8 0,-1 0 16 0,-1 0-8 15,3 0 12-15,1 0-14 0,-1 2 2 0,4-2-9 0,0 1 10 16,-1-1-11-16,1 0 9 0,2 1-11 15,-2 1 9-15,1-1-10 0,-1 2 5 0,2-2-4 16,-2 1 6-16,-1 2-7 0,2-1 3 0,-1-1-2 16,0 0 8-16,-1 1-7 0,1-1 5 0,0 1-7 15,-1 1 10-15,0-1-12 0,1-1 11 0,-2 0-9 16,2 2 4-16,-1-2-3 0,-2 2 11 0,3 0-10 16,-2-1 5-16,-1 1-9 0,0-1 0 0,0 2 3 15,-2 0 0-15,1 0 0 0,1 1 0 0,-2-1 1 16,1 1-2-16,0 0-1 0,-1 1 4 0,2-1 2 15,-1 0-6-15,0 0 2 0,-1-1 2 0,-1-1-2 16,4 0 3-16,-2 3 9 0,1-3 20 0,0-1 3 16,-1 1 1-16,3-1 10 0,0 1-2 0,-1-1-7 15,3-2-6-15,-1 1-7 0,0 1 1 0,0-2-7 16,1 0-3-16,-1 1 4 0,2-2 10 0,-1 1-2 16,-1 2-3-16,2-3-2 0,-1 3-7 0,-1-2-3 0,2 1-2 15,-2-1-1-15,0 2-1 0,0-1-1 16,-1 1-3-16,0 2 0 0,-2-2-4 0,2 0 3 0,0 2 1 15,-2-3-2-15,2 4 0 0,-1-3 2 0,-1 0-4 16,0 0 2-16,2 0-3 0,-2 2 3 0,1-3 10 16,-1 1 16-16,3-1 4 0,-3-1-1 15,0 1-1-15,3 1 2 0,-2-2 5 0,1-1 4 0,-2 0 3 16,1 0-3-16,-2 0 1 0,4-1-9 0,-2-1 5 16,1 1-9-16,-2-1 5 0,2 1 1 0,-3-1 3 15,3-1-8-15,-1-1 1 0,-1 0-10 16,-1 1 8-16,3-2-12 0,-2 2 1 0,0-4-2 0,1 3 1 15,-1-1 13-15,2-1-15 0,1-1 11 0,0 1-17 16,2-2 10-16,-6 2-15 0,0 1 12 0,1-3-15 16,-1 1 10-16,-4 1-15 0,1-1 22 0,-3 2-21 15,-2-1 20-15,0-1-19 0,-2 0 14 0,0 1-17 16,-1-1 21-16,-2 1-18 0,2-1 26 0,-3 1-23 16,-1 0 25-16,1 1-23 0,-1-3 20 0,0 3-21 15,1-1 29-15,-1 0-29 0,0 0-4 0,1 2 0 16,-1-4 2-16,3 2-1 0,-1 1-2 0,2-3 5 0,-3 1-3 15,3 1 5-15,-1-1-3 0,0 1-2 16,1 0 0-16,-2-1 2 0,1 0-1 0,-2-1-3 16,2 2 5-16,-2 0-2 0,2-2 1 0,-3 3 6 15,1-1 7-15,-2-1-4 0,-1 0 1 0,2 1 0 16,0-4 3-16,-3 4-4 0,2-4 2 0,0 3 8 16,-2-1 0-16,1 0 3 0,0 0-1 0,0 0 8 15,0 0-3-15,2-2-1 0,-1 3-4 0,0-2-5 16,2 0 4-16,-4 1-4 0,3 0 36 0,-2 1-53 0,0-1 45 15,0 1-57-15,0 0 50 0,-2 0-51 0,4 1 53 16,-5-2-51-16,3 2 45 0,-2 0-48 16,0-2 49-16,0 1-53 0,1 0 51 0,-2 1-56 0,-1 0 64 15,2-1-45-15,-1 1 45 0,0 0-50 0,-2-1 50 16,4 0-49-16,-3-1 55 0,-1 0-8 0,2 0-3 16,-1-1 0-16,-2-1 0 0,2 1 0 0,-1-1 0 15,-2-1 10-15,0 0 1 0,0 0 1 0,0-3-9 16,-1 2-5-16,0-5-8 0,-2 0-45 0,-1-2 45 15,-1-1-43-15,1-1 65 0,-2 0-44 0,1-1 37 16,-3-1-44-16,2-1 34 0,-4-1-37 0,1-2 0 16,-3 0 1-16,1 0-1 0,-1 0-2 0,-1-3 38 15,-2-1-46-15,0 0 38 0,-2-1-4 0,2 1-7 16,-3 0-4-16,0 0 0 0,1 0-3 0,2 6 0 16,0-1 0-16,-2 2 0 0,4-1 2 0,-2 2-4 15,2 1 4-15,3 1-6 0,-1 2 2 0,1 2 2 16,1-3 9-16,1 1-3 0,1 0-4 0,0 0-1 15,0 0 7-15,3-2-10 0,-3 2 3 0,2-1-5 16,-2 1 2-16,3 2-2 0,-1-2-1 0,0 1-34 16,-2-2 43-16,0 2-38 0,3-1 42 0,-5-1-39 15,3 2 44-15,-2 0-7 0,1-1-5 0,-3-1 1 16,0 1-5-16,0-1-2 0,1-1 1 0,-5-1 12 16,3-1-19-16,-3 1 16 0,2-2-13 0,-1 0 13 15,1 2-21-15,1 0 19 0,0 1-19 0,-1-3 23 0,3 2-25 16,-1 3 24-16,0-2-23 0,2 0 18 15,-1 0-20-15,-1 2 20 0,2-1-19 0,1 1 21 0,0 1-18 16,0 0 18-16,0 2-16 0,2 0 16 0,-1 2-19 16,1-1 23-16,-3 0-20 0,4 1 17 15,-2-2-19-15,1 1 19 0,-1 1-19 0,1-1 3 0,-1 0-1 16,1 1 2-16,0-2 2 0,0 2 1 0,-1 1-1 16,0-1 1-16,1 0 3 0,1 1-1 0,-1 2-1 15,1 0 3-15,-1 0-1 0,3 3-6 0,-2-2 3 16,-1 3 0-16,2-1-1 0,-2 2-2 15,4-1 2-15,-2 2 2 0,-1 0-5 0,-1-1 1 0,5 6 3 16,-12-6 3-16,3 3-4 0,-2 2 2 0,-1-1 2 16,-4 2-1-16,-3 2 7 0,-6 2-8 0,-5 1-1 15,-4 1 2-15,-9 2-10 0,-6 2-23 0,-4 1-59 16,-16 4-58-16,-1 1-78 0,-6 5-64 0,-7 1-111 16,-19 8-112-16,-8 2-115 0,-3 3-702 0,-8 0-937 15</inkml:trace>
  <inkml:trace contextRef="#ctx0" brushRef="#br0" timeOffset="91128.49">24602 4742 1033 0,'13'-1'815'0,"-13"1"-183"0,17-2-148 0,-17 2-105 0,13-1-129 0,-13 1-136 0,12 0-95 0,-12 0-48 0,13-2-36 15,-13 2-36-15,17 0-19 0,-17 0-8 0,12 0-31 16,-12 0-57-16,13-1-120 0,-13 1-477 0,13-3-345 15</inkml:trace>
  <inkml:trace contextRef="#ctx0" brushRef="#br0" timeOffset="92679.39">27156 3813 68 0,'0'0'147'0,"0"0"5"0,0 0-11 0,0 0 7 0,6-4-18 0,-6 4-2 0,0 0-15 0,0 0 2 0,0 0-10 15,3-6 5-15,-3 6-1 0,0 0-9 0,0 0-3 16,0 0-17-16,0 0 32 0,0-9-6 0,0 9-3 16,0 0-10-16,0 0 5 0,-3-6 2 15,3 6-6-15,0 0 32 0,0 0-35 0,0 0-11 0,0 0-10 16,0-7-14-16,0 7-10 0,0 0-11 0,0 0-8 15,0 0-2-15,0 0 7 0,0 0 42 0,0 0 12 16,0 0 5-16,-1 8-5 0,1-8 5 0,-1 9-10 16,-1 0-4-16,2-9 15 0,0 13-8 0,2-4-15 15,-2 0-4-15,2 4 25 0,-2-1 8 0,4 1-5 16,0 2-20-16,0 3-2 0,3-1-24 0,0 2 1 16,0 0-11-16,1 2 2 0,2-1-3 0,-1 1 12 15,0-1-7-15,3 1-2 0,-3 0-12 0,0-4 2 16,0-1-15-16,-2 0 3 0,1-2-6 0,-2-1-4 15,1-2-2-15,-2-2-1 0,0-1 0 0,-1 1-5 16,0-1-13-16,-2-3-46 0,1 1-81 0,-3-6-114 16,2 6-77-16,-2-6-92 0,0 0-115 0,0 0-415 15,-7-5-536-15</inkml:trace>
  <inkml:trace contextRef="#ctx0" brushRef="#br0" timeOffset="93382.09">26657 4021 156 0,'0'0'498'0,"0"0"-145"0,-7-4-39 16,7 4-55-16,0 0-15 0,0 0-38 0,-5-3-4 0,5 3-32 0,0 0-16 0,-3-5-15 0,3 5-10 16,0 0-26-16,0 0-11 0,-1-8-14 0,1 8-9 15,0 0-6-15,0 0-3 0,0 0-2 0,2-6-9 0,-2 6 5 16,0 0 7-16,0 0 5 0,14-2-1 0,-14 2 13 15,13 2-7-15,-13-2 10 0,23 1 16 16,-9-1 3-16,5 2-11 0,-2-1-3 0,3 2-18 16,1-2-7-16,-2 1-21 0,3 2 0 0,-2-1-16 15,1-1-1-15,2 2-6 0,-2 1-1 0,-1 0-3 16,1 1-2-16,0-1-5 0,-5 0 2 0,2 2-15 16,-4-2-1-16,2-1-35 0,-3 3-32 0,-2-4-39 15,-1 0-24-15,-1 2-11 0,-9-5-20 0,13 4-24 16,-13-4-22-16,0 0-6 0,0 0-31 0,10-3 30 15,-10 3 21-15,0-8 43 0,0 3 18 0,-2-2 23 16,0-2 24-16,0-2 33 0,-1 0 17 0,2-1 44 16,0-1 13-16,-1 0 31 0,1-3 9 0,0 2 49 15,1-2 13-15,-3 0 0 0,3-2 13 0,0 1 12 16,0 5 7-16,0-4-3 0,0-1 2 0,-1 1-17 16,0 1-29-16,-1-2 2 0,1 5 49 0,0-1 0 15,0 0 6-15,-1 2-13 0,0 0-14 0,-1 2-27 16,2-1-2-16,-2 2-15 0,1-1 0 0,-1 3-20 15,1 0-2-15,-1 0-17 0,3 6-1 0,-7-9-16 16,7 9 3-16,-11-1-11 0,11 1 0 0,-11 6-5 16,2 0 0-16,0 4 6 0,1 4-4 0,-3 1 2 15,3 4 2-15,0 2 21 0,1 3-2 0,-2 2-8 16,2 2-3-16,2 0 16 0,0 2-12 0,1-2 1 0,0-2-7 16,-2-1-6-16,2 2-1 0,-1-2-4 15,1 0-4-15,0-2-12 0,-1 2-34 0,-4-5-69 16,3 1-113-16,-2-1-130 0,-2 0-101 0,-1-2-184 15,-2-1-520-15,0-4-762 0</inkml:trace>
  <inkml:trace contextRef="#ctx0" brushRef="#br0" timeOffset="97548.55">25097 8468 901 0,'-8'10'804'0,"-2"-3"-176"0,6 1-159 16,-2-1-91-16,1-1-78 0,1-2-56 0,0 2-30 0,4-6-15 0,-9 8-11 0,9-8-19 16,-2 5-26-16,2-5-18 0,0 0-23 0,13-1-17 0,2-5-12 15,6-2-5-15,9-6-24 0,8-5 2 0,3-2-15 16,9-6 3-16,2 1-36 0,-2 1-22 0,-8 6-63 15,-1 2-72-15,-6 2-70 0,-7 5-63 0,-5 2-35 16,-8 5-16-16,-2 3-28 0,-5 5-42 0,-6 4-98 16,-3 4-277-16,-7 7-310 0</inkml:trace>
  <inkml:trace contextRef="#ctx0" brushRef="#br0" timeOffset="97695.12">25010 9101 609 0,'-10'17'494'0,"3"-3"-116"16,1-2-78-16,5-2-35 0,2-2-17 0,7-1-12 15,1-2-33-15,4-5-35 0,6-2-21 0,5-2-42 16,10-8-6-16,7-5-30 0,12-6-5 0,3-6-29 0,1-1-6 16,5-5-19-16,-1 0-53 0,2-1-90 0,-2 3-80 15,-3 2-130-15,-1-2-516 0,-3 3-408 0</inkml:trace>
  <inkml:trace contextRef="#ctx0" brushRef="#br0" timeOffset="98429.83">26527 8063 503 0,'3'-37'683'0,"-3"3"-117"0,-3 2-82 0,2 4-84 0,0 5-40 0,1 4-49 0,-2 1-56 0,1 2-51 0,0 2-41 0,-1 5-28 15,1 2 20-15,1 7-4 0,0 0 0 16,0 0-22-16,-8 12 2 0,4 4 1 0,-2 7-4 16,1 6 12-16,0 3-22 0,-1 10-16 0,-1 2-23 15,3-2 13-15,-1 3-21 0,0 2 17 0,3-1-23 16,-1 0 5-16,0-2-34 0,2-6 13 0,1 2-10 15,0-4-31-15,0-1-19 0,0-2-50 0,0-6-36 16,3-1-62-16,-1-4-75 0,2-4-80 0,-1-4-97 16,3-4-71-16,-1-4-162 0,-5-6-479 0,9-2-738 0</inkml:trace>
  <inkml:trace contextRef="#ctx0" brushRef="#br0" timeOffset="98644.85">26583 7871 331 0,'4'-15'882'0,"-4"3"-187"0,3 4-152 16,-1-2-127-16,1 4-84 0,-1-1-57 0,-2 7 12 16,5-6-12-16,-5 6-11 0,11 4-14 0,-5 2-21 15,7 2-11-15,1 5-14 0,4 5-28 0,0 3-32 16,5 5-17-16,2 2-3 0,1 1-20 0,1 2-13 16,-2 0-13-16,2 1-17 0,1 0-8 0,-1 1-34 15,0-3 25-15,0 0-29 0,-2 1 21 0,-2-4-57 16,0-1-44-16,-2-6-70 0,-5 0-102 0,0-5-106 15,-5-2-93-15,1-3-67 0,-5-4-170 0,-7-6-544 16,4 6-825-16</inkml:trace>
  <inkml:trace contextRef="#ctx0" brushRef="#br0" timeOffset="98880.13">26480 8169 407 0,'-49'-6'877'0,"3"-2"-166"0,10 2-149 0,2 0-124 16,8 2-79-16,3 1-65 0,3-2-36 0,4 2-17 15,5-3 3-15,6 1-47 0,4-4-20 0,5 1-22 16,6-6-29-16,8-3-24 0,8-5-15 0,9-1-8 16,12-9 5-16,3 0-5 0,8-3-11 0,2 0-8 15,2-1-5-15,1 1-7 0,-2 1 7 0,-6 3-26 16,0 4 12-16,-14 5-22 0,-4 3 18 16,-5 1-29-16,-6 3-11 0,-5 5-44 0,-3 1-50 0,-4 3-37 15,-3 0-67-15,-4 2-62 0,-7 4-65 0,0 0-32 16,0 0-50-16,5 6-60 0,-7-1-66 0,-6 0-419 15,2 2-537-15</inkml:trace>
  <inkml:trace contextRef="#ctx0" brushRef="#br0" timeOffset="99479.01">27351 8116 283 0,'0'-15'791'0,"0"7"-109"0,-1-1-91 0,0 1-144 0,1 2-81 0,0 6-62 0,0-11-44 0,0 11 21 0,0 0 24 16,0 0-47-16,0 0-25 0,4 13 8 0,-2-1 4 15,2 5 0-15,2 7-14 0,1 5-39 16,2 2 11-16,5 6-58 0,0 1 2 0,1-2 11 16,3-1 0-16,4-1-13 0,-2-2-8 0,3-5-24 15,0-2-20-15,0-6-26 0,-1-5-32 0,5-3-57 0,-4-5-77 16,0-5-86-16,2-4-87 0,-2-4-78 0,4-5-105 16,-2-4-72-16,-4-3-34 0,-5-2-56 15,-1-2-71-15,-5-4-433 0,-2-2-737 0</inkml:trace>
  <inkml:trace contextRef="#ctx0" brushRef="#br0" timeOffset="99746.98">27597 7944 752 0,'-19'-5'606'0,"3"2"-156"15,3 1-77-15,1 2-73 0,12 0-5 16,-18 0 7-16,18 0 12 0,-14 2 3 0,14-2-23 16,0 0-8-16,-5 6-60 0,5-6-29 0,0 0-27 15,11 2-43-15,-11-2-24 0,15-1-22 0,-7-1-14 0,2-1-14 16,2-1-10-16,-3 1-9 0,0 0-5 15,1-3-7-15,-2-1 0 0,-2 1-1 0,-1 0 4 16,0-3 17-16,0 3-1 0,-3-2-6 0,-2 2-6 16,-2-2-7-16,-3 0-2 0,0 2-4 0,0-2-2 15,-3 3 6-15,-1 1-6 0,-1-1-3 0,0 3-4 16,0 0 3-16,10 2-3 0,-25 4-4 0,13 1 0 0,-1 2-5 16,1 1-21-16,0 2-31 0,1 2-42 15,4-2-61-15,-1 4-80 0,4-1-76 0,2-3-81 16,2 3-78-16,2-2-105 0,1-2-510 0,4 0-703 15</inkml:trace>
  <inkml:trace contextRef="#ctx0" brushRef="#br0" timeOffset="100129.58">28075 7353 843 0,'0'-15'872'0,"0"1"-111"0,0 0-97 0,0 3-127 0,0-2-83 0,0 5-82 0,0-3-79 0,-2 4-59 0,2 7-52 0,2-13-36 16,-2 13 9-16,0 0 42 0,0 0 46 0,10 11-61 16,-4 3 59-16,5 6-49 0,3 5-17 0,5 11-41 15,0 0-23-15,5 11-45 0,3 2 19 0,-1 1-16 16,0-2-12-16,0 1-14 0,0-1 29 0,-3-9-59 16,-2-1 5-16,0-2-86 0,-1-1-20 0,-1-5-106 15,-6-6-34-15,1-3-114 0,-1-2-109 0,-3-6-70 16,-3-1-63-16,0-5-106 0,-7-7-657 0,0 0-950 15</inkml:trace>
  <inkml:trace contextRef="#ctx0" brushRef="#br0" timeOffset="100376.94">28187 7460 608 0,'-13'-43'627'0,"2"1"-106"0,5 2-86 16,2 8-71-16,5 4-60 0,3-3-31 0,5 4-19 15,2 1-3-15,3 3 3 0,4 4-25 0,4 1-18 0,-3 7-31 16,3 2-8-16,1 5-39 0,-3 3-2 15,2 4-42-15,2 1 20 0,-1 7-28 0,-1 1 17 16,0 4-50-16,-6-1 29 0,-3 2-50 0,0 2 36 16,-4 0-47-16,-3 1 37 0,-6-1-49 0,-2 0 4 15,-5 3-1-15,-4 1 4 0,-3 2-8 0,-5-3 0 16,-1-3 0-16,-3-2-2 0,0 0-5 0,-1-4-20 16,4-2-21-16,-2-3-47 0,2 0-56 0,3-5-60 15,2 0-68-15,4-3-72 0,1-2-80 0,1-2-101 16,5-2-116-16,4-4-265 0,3-4-480 0</inkml:trace>
  <inkml:trace contextRef="#ctx0" brushRef="#br0" timeOffset="100628.1">28940 6727 900 0,'15'-4'891'0,"-6"3"-178"15,-9 1-133-15,13 7-108 0,-12 0-54 0,-2 5-30 0,-3 6-70 16,-5 8-27-16,-4 11-8 0,-1 5 21 15,-6 13-34-15,0 4 24 0,0 0-53 0,2 6 37 16,6-3-73-16,0 3 28 0,8-2-46 0,4-6 18 16,5 6-61-16,8 0 21 0,3-3-69 0,5-5 30 0,5-2-74 15,4-8 28-15,2-2-73 0,4-7 5 16,1-9-50-16,2-6-44 0,5-2-44 0,0-7-24 16,3-5-98-16,-7-6-20 0,-1-1-105 0,1-5-68 15,0-4-88-15,-5-6-38 0,-3-4-43 0,-5-6-86 16,-1-3-576-16,-6-4-880 0</inkml:trace>
  <inkml:trace contextRef="#ctx0" brushRef="#br0" timeOffset="101145.23">29300 7244 697 0,'0'0'804'16,"-2"-8"-91"-16,2 8-104 0,-3-8-84 0,3 8-81 15,-2-8-13-15,2 8-94 0,1-7 1 0,-1 7-90 0,9-4 25 16,2 4-75-16,2-2 41 0,10 4-52 15,4-1 10-15,6 2-71 0,4 3 7 0,0-1-60 16,9 2 20-16,-3 1-52 0,0 0 26 0,-7 1-49 16,-2-4 16-16,-3 3-74 0,-4-2 11 0,-2-1-76 0,-5 0 27 15,-1-2-50-15,-4 1 25 0,-2-4-113 0,-2-1-81 16,-4-4-64-16,0-1-36 0,-4 0 5 0,-2-5 20 16,-2-1 26-16,-2-3 45 0,1-8 37 15,-6 0 33-15,4-4 40 0,-2-4 38 0,-2 0 33 0,1 0 51 16,-1-1 48-16,0 4 80 0,3 4 24 15,-1 1 51-15,-2 2 14 0,2 5 36 0,1 1-10 0,-1 2-9 16,1 3 27-16,0 6 27 0,5 4 24 0,-13-5-15 16,6 10-14-16,-3 3-4 0,-1 9-13 15,-3 3 16-15,0 7-48 0,1 6 59 0,-2 3-37 16,2 5 15-16,2 2-61 0,-1-2 27 0,2 2-58 16,-1 2-18-16,3-1-18 0,0 2-9 0,-1-2-11 15,2-5-15-15,0 3-7 0,2-9 1 0,3 1-89 0,-1-9-101 16,0-1-77-16,3-3-131 0,-1-2-143 0,2-6-97 15,-1-1-161-15,2-2-556 0,-2-10-924 16</inkml:trace>
  <inkml:trace contextRef="#ctx0" brushRef="#br0" timeOffset="101345.27">30159 6957 1001 0,'13'-4'858'0,"-4"2"-196"0,-9 2-129 0,15 0-41 0,-6 2-4 16,-1 1-101-16,1 1-2 0,1 0-70 0,-2 4 12 0,1-1-28 0,2 0 1 0,-1 4-93 16,-1-1-6-16,5 4-79 0,-2 0 9 0,-2 2-25 15,4-1-57-15,-2 1-1 0,0-1-85 0,-1-1-100 16,-2-1-88-16,1-1-118 0,-3-1-116 0,1-1-77 16,-1-2-31-16,-4-1-107 0,-3-7-567 0,8 6-850 15</inkml:trace>
  <inkml:trace contextRef="#ctx0" brushRef="#br0" timeOffset="101647.46">30274 6861 381 0,'-6'-8'641'0,"-1"1"-147"15,2 0-109-15,0 2-62 0,5 5-45 0,-6-7 24 16,6 7 29-16,0 0 12 0,0-10-16 0,0 10-15 16,5-6-50-16,-5 6-27 0,10-2-65 0,-10 2-7 15,13-8-56-15,-5 4 9 0,2 1-37 0,-3-2 15 16,2 0-40-16,-1-1 39 0,2 0-44 0,-3 0 34 15,-1-1-49-15,-1-3 63 0,0 2-14 0,0-1-18 16,-3 0-10-16,-1 1-6 0,-2-1-8 0,-2 1-8 16,-3 1-7-16,1-2 2 0,-3 3 15 0,-2 0-5 15,-2 3-4-15,-1 0-7 0,-3 2-4 0,-1 2-6 16,-1 2-44-16,0 0 50 0,1 3-48 16,1-1 50-16,1 2-43 0,3 0 40 0,0 2-41 0,3-2 43 15,2 3-47-15,6-2 8 0,0-1 4 16,3 3-3-16,5-2-15 0,2-1-32 0,5 1-55 0,0-2-89 15,2-3-112-15,2 0-121 0,-1-2-96 0,1-2-151 16,0-2-536-16,-2-2-829 0</inkml:trace>
  <inkml:trace contextRef="#ctx0" brushRef="#br0" timeOffset="102245.12">30677 6189 521 0,'2'-22'790'0,"2"-1"-100"0,-4 4-77 0,3 1-95 0,-1 3-47 0,-2 1-80 0,3 3-71 0,-1 0-77 0,-2-1-48 15,1 7-40-15,-1 5 29 0,0 0-1 0,10 1 41 16,-4 12-10-16,2 6 30 0,8 14 40 0,0 9-6 15,5 12 8-15,4 5-28 0,0 3 45 16,1 2-55-16,-1 2-22 0,2 2-25 0,-1 0-50 0,-1 0-151 16,-1-2 0-16,-2 1 0 0,0-2 0 0,-2 0 0 15,0-5 0-15,-1-1 0 0,-1-3 0 0,-4-9 0 16,0-4 0-16,-3-3 0 0,1-4 0 0,-2-8 0 16,-4-3-90-16,1-4-220 0,-1-2 24 0,-2-5-68 15,1-3-39-15,-2-3-96 0,-3-8-129 0,2 6-39 16,-2-6-77-16,1-6-618 0,-3-5-955 0</inkml:trace>
  <inkml:trace contextRef="#ctx0" brushRef="#br0" timeOffset="102680.58">31054 6471 707 0,'-7'-18'625'0,"2"3"-113"0,0 0-64 15,1 3-58-15,-2-1-36 0,2 4-25 16,2-1-31-16,0 3-8 0,4-2-17 0,-1 3-8 0,6-1-7 15,0 1-19-15,4 2-34 0,3 0-35 0,4 2-31 16,1 2-30-16,3 0-20 0,4 2-18 0,-1 2-14 16,2 1-7-16,0 1-17 0,2 2 1 0,-4-1-10 15,-2 0-8-15,0-1 16 0,-2 1-26 0,-5-1 19 16,0-1-25-16,-3 0 19 0,-1-2-24 0,-2-1 22 16,0 1-26-16,-10-3 23 0,13-3-20 0,-13 3 16 15,6-9-19-15,-2 3 4 0,-3-4 1 0,-2 0 0 0,0-3 3 16,-2-4-4-16,-1 1 0 0,0-1 2 15,1-6 0-15,-5 4 6 0,6 2 25 0,-4 1 28 16,3 1 19-16,0 2-1 0,0 0-13 0,0 4-12 16,1-2-9-16,-3 3-12 0,4 0-7 0,1 8 24 0,0 0 29 15,0 0 33-15,0 0 33 0,1 14 1 0,2 1-7 16,1 6-17-16,-1 4 0 0,3 7 2 16,0 8-4-16,0 1-58 0,3 0 33 0,0 2-60 15,-2-3 34-15,2 2-51 0,-1-3 30 0,0 1-36 0,1-2 39 16,-1-5-51-16,-1 0 40 0,0-3-60 0,-1-1-10 15,-2-4-101-15,4-3-16 0,-5 0-36 16,1-6-44-16,0 0-45 0,1-2-58 0,-3-3-72 0,2-2-125 16,-2-3-79-16,-2-6-156 0,6 4-591 0,-6-4-959 15</inkml:trace>
  <inkml:trace contextRef="#ctx0" brushRef="#br0" timeOffset="102878.38">31772 6238 352 0,'0'0'983'0,"2"-10"-187"0,1 4-144 0,-2 0-137 0,3-1-22 0,0-4-96 0,1 1-59 0,7-3-47 0,-1 1-43 0,6-3-39 0,-1 1-39 0,6-3-14 16,-1 3-50-16,2-3-7 0,1 6-38 0,0-3 10 15,-3 6-62-15,0-2-80 0,0 3-122 0,-6 0-124 16,4 2-145-16,-7 3-57 0,-1 1-94 0,-11 1-574 15,14 0-796-15</inkml:trace>
  <inkml:trace contextRef="#ctx0" brushRef="#br0" timeOffset="103044.76">31858 6345 253 0,'-4'9'821'0,"1"-3"-200"0,3-6-130 0,-2 10-102 0,2-10-52 15,0 0-26-15,12 2-46 0,-1-7-47 16,2 1-41-16,2-2-34 0,4-4-29 0,3 1-21 0,3-6-19 15,1 2-52-15,1-3-110 0,3-3-114 0,0 0-77 16,-2-2-55-16,-4-3-37 0,2 2-25 0,-3-3 12 16,-2-3-340-16,-3-1-226 0</inkml:trace>
  <inkml:trace contextRef="#ctx0" brushRef="#br0" timeOffset="103878.77">32277 5909 674 0,'2'-27'318'0,"-2"1"-8"0,-1 1 5 0,0 1 45 0,-2 5 15 16,2 1 22-16,-2 2-49 0,2 2-7 15,0 1-80-15,-2 3-39 0,3 2-6 0,0 8-1 16,-4-7-29-16,4 7-15 0,0 0-20 0,-6 7-7 15,6 1-5-15,0 2-47 0,1 2 5 0,4 0-34 0,-2 2 15 16,1 0-47-16,2 1 21 0,-1-2-37 0,2 0 26 16,0 1-26-16,2-3 59 0,0-2-35 0,0 0 24 15,3-1-33-15,-2-5 20 0,3 0-13 0,-2-2-7 16,2-2-7-16,2-2-9 0,1-1 1 0,0-3-10 16,-3-2-1-16,4-2-3 0,-2 0 1 0,0-4-2 15,-2 1 1-15,-1 0 1 0,-2-3 31 0,-2 1-42 16,-2 0 4-16,0-1-8 0,-3 1 12 0,-1 1 2 15,0 4 2-15,-2-1 6 0,0 2 1 0,0 1-2 16,-2 1 0-16,2 2 1 0,0 6-1 0,-5-5 2 0,5 5 3 16,-5 4 1-16,3 3-3 0,0 2-1 0,2 4-2 15,3 2 1-15,1 2-4 0,2 5 1 0,2 0 0 16,2 4 0-16,3 2 3 0,-2 0-5 0,3-1 3 16,-1-1-18-16,0 2 20 0,0-3-1 15,-2 0-4-15,1-3 1 0,-3-2-3 0,-2-1 1 0,-1-4 1 16,-1-1 0-16,-2 2-3 0,-3-5 2 0,-1 1-3 15,-4-2 1-15,-1-1 6 0,-3 0-5 0,-3-2 0 16,1-2 1-16,0-2 2 0,-4 0-3 0,4-3-17 16,-3-3 20-16,1 1-20 0,1-4 22 0,-2 0-18 15,3-1 19-15,2-2-19 0,1 0 21 0,4 1-24 0,0-3 24 16,4 0-20-16,4-3 15 0,0 0-1 0,4 0-4 16,2-3-2-16,2-1 1 0,3-1-5 0,0-3 3 15,3 1 35-15,-3 0-42 0,3 0 35 0,0-1-36 16,-1 1 32-16,-1 0-38 0,-3-1 38 0,-1 3-39 15,0 0 36-15,-3 0-36 0,-1-2 38 0,-3 2-33 16,0 4 41-16,0-3-40 0,-3 1 38 0,0 1-11 16,-2 1 57-16,2 3-36 0,-2 1 6 0,1 0-7 15,-1 1-10-15,2 2-4 0,-2 8-9 0,2-10 0 0,-2 10 22 16,0 0 43-16,6 4-30 0,-2 4 38 16,2 4-39-16,3 6 25 0,0 1-22 0,3 5-4 15,0 3-3-15,5 4-9 0,-2 1-7 0,1 0-4 16,-4-6-3-16,3 2-3 0,-1-3-4 0,-2 0-20 0,2-1-8 15,-5-5-65-15,0-2-30 0,0-3-45 0,-2-1-30 16,-1-3-46-16,-1-3-104 0,-5-7-87 0,5 6-46 16,-5-6-20-16,0 0 11 0,2-7 53 0,-4 0 32 15,2-4 55-15,-1-3 55 0,0-3 35 0,-2-6 44 16,3-2 21-16,-2-5 51 0,0-3 53 0,2 0 108 16,-2 4 89-16,0 2 102 0,1 1 39 0,1 2 79 15,-1 5-7-15,0 2 10 0,1 2-97 0,0 1-6 16,-2 5-3-16,2 3 42 0,0 6-59 0,0 0 40 15,0 0-60-15,0 0 18 0,0 6-44 0,-2 2 22 0,-1 3-46 16,3 3 22-16,-2-2-53 0,-1 4 23 0,3 2-62 16,0-1 17-16,0 0-52 0,0 1 20 15,3-3-39-15,-1-2-3 0,-2-1-2 0,5 0-6 0,-1-1-2 16,4-3-18-16,2-3 10 0,2-1-71 0,-1-2 0 16,4-2-68-16,2-5 1 0,0 1-105 0,-1-6-7 15,2 1-66-15,1-6-63 0,-3-4-72 0,0-1-38 16,-4-4-47-16,-1-3-29 0,-2-2-420 0,-4-3-574 15</inkml:trace>
  <inkml:trace contextRef="#ctx0" brushRef="#br0" timeOffset="104078.49">33090 5254 594 0,'-11'-12'495'0,"2"4"-110"0,3 0-48 0,0 5 22 0,6 3 6 0,0 0-22 0,0 0 56 0,-4 5-48 0,8 3 50 0,6 7-78 0,1 2-30 0,10 10-25 0,4 4 4 15,0 4-74-15,10 8 20 0,1 1-65 0,1 3 14 16,-1 0-72-16,-1 2 20 0,-5 1-57 0,-4-2 24 15,-8-3-50-15,-6-1 26 0,-4 0-34 0,-7 4 27 16,-6-1-44-16,-6 2 31 0,-10 7-39 0,-7 0 37 16,-6-2-49-16,-6-1 0 0,-6-2-46 0,-4-1-29 15,-3 0-38-15,-2-5-46 0,-2-1-79 0,1-2-86 0,0-2-118 16,-2-5-66-16,2-2-128 0,-1-2-558 16,1-6-817-16</inkml:trace>
  <inkml:trace contextRef="#ctx0" brushRef="#br0" timeOffset="106228.48">28130 3970 50 0,'0'0'637'0,"0"0"-183"0,-7 7-74 0,7-7-49 0,0 0-2 0,-9 3-15 0,9-3-23 0,0 0-8 0,-7 2-40 16,7-2-32-16,0 0-43 0,0 0-25 0,0 0-38 15,0 0-13-15,-8-3-24 0,8 3-9 16,6-8-18-16,-1 4-6 0,3-2-12 0,1 0-3 16,2-3-26-16,1 1-74 0,0 1-58 0,0 1-51 15,-3 1-15-15,0-1-30 0,0 2-46 0,-9 4 13 0,10-4 27 16,-10 4 30-16,0 0 14 0,0 0 16 16,2 7 37-16,-9 0 25 0,1-1 27 0,-5 6 16 15,0-2 16-15,-2 3 18 0,-1 2 6 0,1-1 12 0,1 0 12 16,0-1 15-16,3 1 9 0,-1-5 10 15,4 2 20-15,-1-3 23 0,2 0 24 0,4-2 19 16,1-6 19-16,0 9-28 0,0-9-4 0,10 6-31 0,-10-6-12 16,21-4 2-16,-5-2-26 0,3 1-9 0,4-4-6 15,-3-2-3-15,1 0 0 0,2 0-8 16,-5-3 3-16,-1 0-1 0,-2 0 10 0,-2 1-21 0,-3-3 21 16,-1 2-23-16,-1 2 17 0,-4-2-13 15,-1 3 17-15,-3 0-16 0,-1-2 39 0,-1 2 8 16,-2 1 9-16,-1 0 22 0,0 1 8 0,1 0 2 15,-1 2-11-15,-1-1-8 0,3 3-17 0,-2-1-14 16,5 6 0-16,-5-10-12 0,5 10-5 0,-4-8-1 16,4 8-5-16,0 0 1 0,0 0-5 0,0 0-1 15,0 0 1-15,0 0-5 0,1 8-2 0,-1-8-5 16,4 7 2-16,-4-7 4 0,6 6 5 0,-6-6-4 16,4 4 5-16,-4-4-3 0,0 0 28 0,6 7 8 0,-6-7 14 15,0 0-11-15,0 0-9 0,0 0-6 16,9-3-8-16,-9 3-2 0,4-8-3 0,-4 8-5 15,5-10-5-15,0 3-4 0,-3 0 6 0,0 2-5 16,1-2 1-16,-3 7-3 0,4-10-5 0,-4 10 4 16,2-10 5-16,-2 10-10 0,5-6 6 0,-5 6 3 15,7-3-8-15,-7 3 2 0,10 3 5 0,-4 2-4 0,2 2 0 16,1 3 1-16,1 3 1 0,0 1-1 16,-1 3 7-16,3 0-6 0,-2 1 6 0,-1 0 0 15,0 0 2-15,-1 0 0 0,-2-3 7 0,-1 2 27 16,-1-2 19-16,0-1 20 0,-4 1 7 0,-2-1 2 15,-3 0-13-15,0 0-13 0,-4 0-12 0,-2 1-10 16,-2-2-7-16,-1-1-5 0,-1-2-8 0,0-3-7 16,2 1 0-16,0-2-5 0,0-2-1 0,3-3-8 15,10-1-44-15,-16 0-84 0,16 0-61 0,-10-7-36 16,10-2-22-16,0-1-9 0,5-5-29 0,0 1-24 16,3-6-22-16,0-1-47 0,1-1-239 0,2-3-125 15</inkml:trace>
  <inkml:trace contextRef="#ctx0" brushRef="#br0" timeOffset="106511.93">28424 3838 873 0,'7'-11'249'0,"-3"1"-27"0,1 2-60 0,0 0-20 0,-2 2-8 0,-3 6 20 0,6-6-24 0,-6 6 11 0,0 0-12 0,9 3-21 16,-9-3 4-16,10 9-18 0,-3-1-11 0,-1 0-30 15,2 2 7-15,0-1-21 0,2 1-1 0,-1 1-10 16,1 0 5-16,0-1-22 0,-1 0 3 0,0 0 2 16,0-4-4-16,-3 2-3 0,2-3 5 0,-1 1-5 15,0-3 9-15,-2 0-14 0,-5-3 10 0,10 5-11 16,-10-5 5-16,0 0-11 0,11-6 13 0,-11 6-13 15,5-8 9-15,-3 2-10 0,-2 6 8 0,-1-11-2 16,0 3 15-16,-2 1 12 0,2 3 7 0,0-4-1 16,1 8-3-16,-5-9-9 0,5 9-1 0,-6-5-6 15,6 5 0-15,0 0-5 0,-7 3 0 0,7-3-3 16,-4 11 1-16,3-3 1 0,2-1-3 0,0 3-2 16,4-1 3-16,3 1 3 0,2-2-3 0,6 2 5 15,0-6-9-15,9-1-10 0,1-3-60 0,8-3-58 16,3-3-123-16,9-7-135 0,0-1-449 0,11-7-371 15</inkml:trace>
  <inkml:trace contextRef="#ctx0" brushRef="#br0" timeOffset="106713.57">30698 3008 83 0,'13'-7'702'0,"0"1"-210"0,-2-1-120 0,2 1-73 0,3-3-57 16,3 0-71-16,-1 0-55 0,3-1-35 0,5-2-20 15,-2 2-6-15,3-1-25 0,-3 2-43 0,-1 1-59 16,-1 1-89-16,-4 2-104 0,0 1-90 0,-1 1-219 16,-2 3-89-16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0:46:52.8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5158 11339 189 0,'-18'-7'213'0,"0"3"-100"0,1-2-16 0,1 2-23 0,-1-3-19 0,-1 2-10 0,3-2-20 0,-2 0 5 0,3 1-12 0,-1-4-10 0,1 4-3 15,0-3-12-15,1 1-2 0,0 0-43 0,0-2 0 16,3 3-41-16,-4-2-118 0,2 4 67 15</inkml:trace>
  <inkml:trace contextRef="#ctx0" brushRef="#br0" timeOffset="765.54">4585 11122 194 0,'-15'-7'354'0,"2"-1"-108"0,-5-2-52 16,3-2-40-16,-3-1-22 0,1 0-39 0,1-2 21 15,-2-1-17-15,-3-4-6 0,3 1-17 0,2-2 1 16,-2-1-5-16,1-2-16 0,-1 1 0 0,2-8 3 15,-2 2-12-15,0-3-5 0,4-1-11 0,0-2-2 0,-3-1-8 16,6 0-3-16,-2-3-14 0,1-3 10 16,3 0-5-16,1-1 20 0,1-3-21 0,2 0 18 15,1-1 3-15,4 0-5 0,1-3 1 0,5 3 8 0,0-2-9 16,3 2 9-16,5 0-17 0,5-7-7 0,3 0-14 16,2 2 13-16,5 0-17 0,3 2 14 15,3-1-15-15,3 1 16 0,3 0-18 0,3 3 15 16,-1-3-17-16,4 5 15 0,2-1 6 0,0 2-4 0,2-1-1 15,1 3 12-15,3 0-16 0,5 2-3 0,3-1-6 16,4 0-5-16,15-5 14 0,4 0-15 0,1 2 17 16,0 0-14-16,-3 1 20 0,-10 6-11 0,17-6 10 15,-2 3-11-15,1 0 17 0,-14 7-8 0,4 1 15 16,-4 2-8-16,2 0 7 0,-4 3 8 0,-1 1-3 16,0 1-10-16,-3 4 7 0,1 0 0 0,0 3 10 15,0 2-1-15,-1 0-18 0,5 3 3 0,-2 0 4 16,1 3 0-16,3 0-2 0,-3 2 16 0,3 0-22 15,-2 2 17-15,4-1-18 0,1 3 14 0,4 0-18 16,2-2 18-16,-1 2-20 0,2 1 8 0,-2-1-9 16,-2 3 17-16,-3 0-16 0,-3-1 20 0,-12 2-20 15,-1 3 23-15,-3-2-21 0,2 5 22 0,-4 1-22 16,7 3 23-16,-3 2-26 0,-2 3 1 0,-2 3 6 16,-3 4 9-16,0 3-5 0,-1 2 7 0,-2 4 2 15,-1 2 1-15,2 1 3 0,-3 1-2 0,0 1-1 16,1-1-1-16,2-1-5 0,-2-1 7 0,3-2-4 15,0-1 21-15,0-1-26 0,0-4 27 0,0 2-18 16,0-2 34-16,-4-2-14 0,0-1 8 0,-7-2-20 16,-3-1 34-16,0 0-18 0,-2 0 1 0,-2 0-17 0,0 1-1 15,-1-1-7-15,-1 1-4 0,-1 0-5 0,-1 3 11 16,-2-3-13-16,0 1 1 0,-1 1 19 0,0 1-3 16,-3 1-4-16,2 1 2 0,-1-2-8 15,0 3 6-15,0 1-4 0,0-2-1 0,1 2 2 0,-1-2-3 16,0 0 0-16,-1 0-4 0,1-1 0 0,-4 0 3 15,2-2-4-15,-6-3-3 0,2 0 5 0,-3 0-6 16,-4-4 0-16,1-1-4 0,-1 1 4 16,-2-1-1-16,-2-4-2 0,1 1-3 0,-3-1 4 15,0-1 1-15,-2-3-7 0,0 2 2 0,-1-2 1 0,-1 0 1 16,0 0-2-16,2-1 4 0,-7-5-1 0,6 8 1 16,-6-8 1-16,8 7 0 0,-8-7 4 0,5 5 0 15,-5-5-1-15,4 5 1 0,-4-5-4 0,0 0-3 16,7 5-16-16,-7-5-56 0,0 0-91 0,0 0-78 15,0 0-125-15,0 0-119 0,-12 3-399 0,12-3-436 16</inkml:trace>
  <inkml:trace contextRef="#ctx0" brushRef="#br0" timeOffset="1132.81">10194 9790 798 0,'0'0'672'0,"0"0"-141"0,-9-2-112 0,9 2-102 0,0 0-64 0,0 0-49 0,0 0-44 15,0 0-29-15,4 8-27 0,2-3-18 0,3 0-22 0,4 1-9 0,-1 0-9 16,3 2-12-16,-1-1-2 0,4 4-7 0,1-1-4 16,-1 1-4-16,4 2-4 0,-3-3 0 0,3 1-3 0,-2 0-4 15,-2 1 9-15,4-2 11 0,-6-1 17 16,1-1 3-16,-4-1 15 0,1-3 4 0,-4 3 16 15,-1-3 5-15,1 0 11 0,-2-1 8 0,-8-3-15 0,14 3-13 16,-14-3-20-16,14-5-10 0,-6 1-9 0,-2-3-9 16,3-2 7-16,-1-3-15 0,-2-1-5 0,2-6-5 15,1 0-9-15,-3-5 17 0,-1-3-19 16,2-5 11-16,-1 0-15 0,0-2 11 0,-3 1-7 0,1 0 5 16,-3-1-10-16,-1 9 20 0,-1-1-24 0,-2 2-37 15,-2 2-91-15,-4 3-63 0,0 1-63 0,-1 5-75 16,-3 4-21-16,-1 2-40 0,-1 2-53 0,1 3-460 15,-3 3-480-15</inkml:trace>
  <inkml:trace contextRef="#ctx0" brushRef="#br0" timeOffset="1299.52">10464 9496 716 0,'6'-3'739'0,"-6"3"-170"0,12-3-124 0,-12 3-108 16,15 3-62-16,-7 3-57 0,1 4-42 0,2 6-32 15,-3 4-27-15,-3 2-21 0,0 8-21 0,-1 1-13 16,-2 3-11-16,-2 5-9 0,-2 0-61 0,2 6-99 16,-4 1-53-16,3 1-94 0,-2-1-129 0,2 0-575 15,-3-2-556-15</inkml:trace>
  <inkml:trace contextRef="#ctx0" brushRef="#br0" timeOffset="2799.23">4106 11153 276 0,'0'0'320'0,"-5"-7"-93"0,5 7-40 0,-5-4-49 0,5 4-15 0,-6-5-29 0,6 5 31 0,-6-7-17 0,6 7 7 0,-9-9-20 0,4 5 30 16,0-4-18-16,-2 0-2 0,1-3-18 0,-3 0-8 15,3-2-6-15,-2-3-4 0,-1-2-14 16,0 0-10-16,0-3 2 0,3 0-10 0,-3-1-4 0,4-2 19 15,0-2-33-15,1 1 17 0,0 0-16 0,3-3 19 16,-2 0-25-16,4 0 1 0,2-5-7 0,0 1-4 16,2-1 4-16,2-6 0 0,5 0 7 0,2 0-5 15,1 0 3-15,2-1-2 0,5-1-2 0,6-3-6 0,1-3 3 16,4 4 3-16,3-3-2 0,3 4 0 16,4-1 21-16,2 1-25 0,4 0 23 0,3 3-26 15,3-1-4-15,2 1 8 0,1 1-5 0,2 0 0 0,-2 1-1 16,4 1-1-16,-1 2 2 0,4-1-6 0,-1 1 14 15,4 0-10-15,-2 0 18 0,2 2-1 16,1-2-4-16,0 1 4 0,0-2 5 0,3 1 2 16,-2 1-1-16,2 0 34 0,3-2-22 0,16-8 16 0,-1 4-4 15,2 0 9-15,2 1-10 0,-16 7-6 0,15-5-10 16,-15 3 11-16,15-5-1 0,-16 7 0 0,18-8-9 16,-1 3-3-16,-1 1 5 0,-11 5-14 15,13-5 8-15,-15 5 8 0,-3 1-7 0,2-2-4 0,-1 5 1 16,1-4 1-16,1 4-3 0,0 0-3 15,3 1 6-15,-1 0-5 0,2 1 0 0,1 3 1 0,-1-1-3 16,-2 2 1-16,1 1-3 0,0 1 5 0,-1 0-7 16,2 4 6-16,2-3-3 0,1 3 4 0,-3 1 4 15,0-1 4-15,1 1-7 0,-6 2 4 0,0 0-4 16,0 1 2-16,-2 1-10 0,0 0 6 0,-2 0-7 16,-2 3 1-16,1 0-2 0,-1 2 3 0,-9 0-8 15,-1 2 6-15,-1-1-9 0,0 3 7 0,0-1-5 16,-2 1 3-16,2 0-4 0,-2 1 2 0,0-1-3 15,1 3 3-15,-2-1-5 0,1 2 4 0,-4 0-8 16,1 2 8-16,0 0-1 0,-6 2 1 0,3 0 3 0,-3 3-7 16,-4 0 6-16,3 2-4 0,-5-1 2 15,0 3-3-15,-1-2 3 0,1-1-3 0,-2 2 5 16,-1-1-6-16,2-2 4 0,-2 3-1 0,-1-4 1 16,2 3 1-16,-3-4-1 0,1 1 4 0,0 2-1 15,-3-4 5-15,-5 1-8 0,1 1 0 0,-1-2-1 0,-1 3 1 16,0-3-2-16,0 3 2 0,-2-1-3 15,1 0 3-15,0 2-4 0,-2-2 2 0,2 2 1 0,-2-2 0 16,2 1 1-16,0 1-1 0,-1-1 3 0,0 1-1 16,0-3-2-16,-2 3-1 0,0-2 1 15,1 0 0-15,-1 1 2 0,-3-1 3 0,3 0-2 0,-3 0 1 16,0 2-1-16,1-2 1 0,-2 1 1 0,1 1-5 16,0 0 0-16,-1 1 6 0,2 1 2 0,-2 1 8 15,0 0 1-15,-2-1 8 0,1 4 4 0,1-1 3 16,-1 2 5-16,-2 0-6 0,-1 1-7 0,6 4 0 15,-3 3-3-15,-1-3-3 0,0 2 5 0,0 1 6 16,-1-1-10-16,-2-2 6 0,-3-1-16 0,1 0 9 16,0 0-10-16,-3 2 8 0,2-1-5 15,-3-2 15-15,0 1 3 0,2 1 40 0,-2-1-42 0,1-1-2 16,0 0 8-16,-1 2-17 0,0-4 3 0,-3 1-5 16,1-1 0-16,1-1 16 0,-1-1-14 0,1 0-4 15,-2 0-6-15,2-2 2 0,-3-1-4 0,0-2 2 16,-3-1 0-16,3-1 2 0,-3 1-11 0,-1-3-1 15,2-1-10-15,-3-1-17 0,1 1-68 0,-3-1-56 16,-2 0-71-16,1-1-63 0,-1-6-45 0,-2 11-56 16,-3-5-63-16,1 0-77 0,-1-1-413 0,-1-3-517 15</inkml:trace>
  <inkml:trace contextRef="#ctx0" brushRef="#br0" timeOffset="3033.68">12308 9660 476 0,'-10'-3'812'0,"2"0"-162"0,8 3-137 0,-13-5-125 0,13 5-75 0,0 0-64 0,0 0-53 15,0 0-35-15,0 0-34 0,13 4-16 0,2 0-11 0,2-1-8 16,6 4-10-16,1-2 17 0,2 1-8 16,5 1-10-16,2 0-15 0,-1-2-13 0,0 3-12 15,0-1-8-15,1-1-8 0,0 1-2 0,-1-1-7 0,1 0-3 16,-1 0-29-16,-5-2-53 0,0-1-54 0,-4 1-63 15,-4-2-80-15,0 1-4 0,-3-3-70 0,-2 0-85 16,-3-3-114-16,-2 0-275 0,0-3-348 0</inkml:trace>
  <inkml:trace contextRef="#ctx0" brushRef="#br0" timeOffset="3199.21">12915 9429 688 0,'3'-9'676'0,"-1"2"-165"0,-2 7-100 0,4-7-104 16,-4 7-54-16,0 0-22 0,6 6 2 0,-2-1-16 15,-4 4-23-15,1 2-6 0,-1 2-13 0,-1 2-22 16,1 1-30-16,-4 0-23 0,-1 5-24 0,0 0-9 16,-2 0-17-16,-2 1-9 0,-2 2-10 0,1 2-17 15,-3-1-85-15,-2 0-117 0,-3 4-105 0,-1 0-178 16,-4-1-696-16,1-3-781 0</inkml:trace>
  <inkml:trace contextRef="#ctx0" brushRef="#br0" timeOffset="38998.47">18743 5578 324 0,'-5'-5'251'0,"1"0"-53"0,4 5-53 0,-7-8-20 0,7 8-30 0,-5-8-11 0,5 8-30 15,-5-5-8-15,5 5-17 0,0 0-10 0,0 0-28 16,0 0-29-16,0 0-18 0,0 0-49 0,0 0-82 15,7 3-118-15,-7-3 236 0</inkml:trace>
  <inkml:trace contextRef="#ctx0" brushRef="#br0" timeOffset="39388.55">18442 6609 330 0,'0'0'363'0,"0"0"-149"0,0 0-162 0,-5 4-118 0,5-4-213 0,0 0 266 0</inkml:trace>
  <inkml:trace contextRef="#ctx0" brushRef="#br0" timeOffset="40919.12">18333 7911 160 0,'0'0'175'0,"0"0"-179"0,1 8-109 0,-1-8 37 0</inkml:trace>
  <inkml:trace contextRef="#ctx0" brushRef="#br0" timeOffset="41297.1">18243 8846 533 0,'0'0'468'16,"-4"8"-100"-16,4-8-129 0,-4 7-144 0,4-7-117 16,-2 11-77-16,0-5-69 0,4 1-278 0,-2 1 79 15</inkml:trace>
  <inkml:trace contextRef="#ctx0" brushRef="#br0" timeOffset="41631.07">18262 9793 565 0,'-6'3'598'0,"6"-3"-159"0,0 0-91 0,0 0-90 0,-10-3-131 0,10 3-117 0,0 0-54 0,0 0-43 16,-3 8-54-16,3-8-72 0,8 9-369 0,-5-4-95 15</inkml:trace>
  <inkml:trace contextRef="#ctx0" brushRef="#br0" timeOffset="41980.61">18437 10969 613 0,'-2'-5'550'16,"-2"-2"-128"-16,4 7-116 0,-5-7-158 0,5 7-172 16,0 0-95-16,-4-5-43 0,4 5-78 0,0 0-230 15,0 0 47-15</inkml:trace>
  <inkml:trace contextRef="#ctx0" brushRef="#br0" timeOffset="42367.19">18876 11983 538 0,'-9'-5'457'0,"0"-1"-106"0,1 2-87 16,2 0-94-16,6 4-94 0,-13-5-67 0,13 5-30 15,-9-3-22-15,9 3-15 0,0 0-31 0,0 0-23 16,-12 0-67-16,12 0-252 0,0 0 100 0</inkml:trace>
  <inkml:trace contextRef="#ctx0" brushRef="#br0" timeOffset="42797.6">18546 13086 588 0,'-7'-8'643'0,"1"1"-175"0,0 0-83 0,-2 1-96 0,2 1-125 0,-1 1-105 0,7 4-83 0,-9-2-37 0,9 2-53 0,-10 6-50 0,10-6-60 0,-2 9-53 0,2-9-264 15,-2 10-49-15</inkml:trace>
  <inkml:trace contextRef="#ctx0" brushRef="#br0" timeOffset="43147.58">18460 14082 691 0,'0'0'678'0,"-10"-5"-171"0,10 5-165 15,-9-2-187-15,9 2-191 0,-10 4-139 0,10-4-95 16,-4 10-323-16,3-5-105 0</inkml:trace>
  <inkml:trace contextRef="#ctx0" brushRef="#br0" timeOffset="43514.39">18462 15074 111 0,'0'0'643'0,"0"0"-153"0,-4-5-201 15,4 5-177-15,0 0-211 0,-8-4-387 0,8 4 27 16</inkml:trace>
  <inkml:trace contextRef="#ctx0" brushRef="#br0" timeOffset="43835.37">18647 16209 704 0,'4'8'546'0,"-2"-2"-161"16,-2-6-84-16,0 8-182 0,0-8-134 0,0 7-148 16,0-7-148-16,0 0-180 0,4 8 17 0</inkml:trace>
  <inkml:trace contextRef="#ctx0" brushRef="#br0" timeOffset="44131.12">18694 17437 600 0,'0'12'872'0,"0"1"-207"0,-1-4-153 15,0 0-118-15,-1 0-132 0,2 0-209 0,-2-2-158 0,0 0-104 16,2-7-120-16,0 11-117 0,0-11-275 0,6 6-226 15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0:48:03.1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21207 5507 211 0,'2'-7'575'0,"1"2"-114"0,-1-1-114 0,0 1 0 0,0-1-42 0,-2-2-2 0,0 8-6 0,4-11-4 16,-4 11-10-16,3-10-32 0,-3 10-36 0,2-7-46 15,-2 7-31-15,2-6-33 0,-2 6-16 0,0 0-27 16,0 0-4-16,0 0 3 0,10 3-3 0,-10-3 10 16,7 8-12-16,-3 1-10 0,1-4-6 0,-1 5-7 15,0 0 5-15,2 1-4 0,-2 0-6 0,1 2-2 16,-1 0-7-16,1 0-3 0,-2 0-4 0,-2 2-2 16,3-3-35-16,-2 1-29 0,0 1-72 0,0-5-81 15,-2 4-66-15,3-2-57 0,-2 0-55 0,2-3-54 16,-1 1-79-16,1-2-333 0,-3-7-394 15</inkml:trace>
  <inkml:trace contextRef="#ctx0" brushRef="#br0" timeOffset="397.4">21443 5384 186 0,'-2'-14'492'15,"-2"3"-120"-15,1 2-38 0,-1 0-11 0,-1 0-37 16,1 0 11-16,-4 1-49 0,1 2-21 0,-3-5-29 0,-2 4-17 15,1 1-10-15,-1 0-17 0,-2 0-1 16,-1 4-20-16,-3-1-7 0,1 2-19 0,-2 2-4 16,-4 3-12-16,-1 2-3 0,-2 5-7 0,-2 1-9 15,0 3-3-15,1 4 16 0,-1 5-19 0,3-1-13 0,0 1-9 16,9-1 14-16,1 2 6 0,2-1-9 16,4 2-6-16,1-2-11 0,4 0-5 0,4-4-7 0,2 4-3 15,4-2 2-15,4 4-5 0,4-3 4 16,1-2 9-16,5-2-10 0,0-1-18 0,4-1 13 0,2-2-12 15,3-5 11-15,-2 1 4 0,4-5 5 16,2-1-2-16,-6-2 6 0,4-1 3 0,-2-4-3 16,0-1 4-16,0-1 1 0,1-3 13 0,-3-4-6 0,0 1-10 15,-3-6-7-15,-3-1-2 0,-2-1 7 0,-3-3-6 16,-3-3-4-16,-3-1-4 0,-1 2-37 0,-6-1 40 16,-3-2-43-16,-3 1 43 0,1 1-41 0,-6-1 0 15,-1 0 11-15,-4 1-3 0,-2 2-2 0,2 2 28 16,-3 4-80-16,0 3-63 0,1 3-78 0,0 4-86 15,-2 1-67-15,2 7-93 0,-4 1-114 0,-3 5-553 16,-5 4-736-16</inkml:trace>
  <inkml:trace contextRef="#ctx0" brushRef="#br0" timeOffset="1498.39">21425 6563 401 0,'0'0'616'0,"0"0"-133"0,0 0-129 0,0 0-69 0,0 0-60 0,0 0-52 0,0 0-29 0,0 0 4 0,0 0 12 15,0 0-14-15,0 0-16 0,0 0-14 0,-14-2-4 16,14 2-7-16,0 0 2 0,-15 0-5 0,15 0-7 16,-15 0-3-16,15 0 5 0,-17-4-3 0,7 2-3 15,1 0-1-15,0-1-2 0,-1 0 10 0,1-2-9 16,2 2 0-16,-2-1-23 0,5-1-7 0,-2 0-18 16,2-1 1-16,4 6-16 0,-4-10 1 0,4 10-13 15,4-12 3-15,0 7-1 0,4 2-5 0,-1-1-2 16,2 3 0-16,-9 1-3 0,19-2 0 0,-8 4-1 15,-1-1-3-15,0 3-2 0,-1-1 2 0,0 5-1 16,1-1-3-16,-6 2 1 0,4 3-6 0,-4-2 11 16,-2 2-9-16,0 1 7 0,-2 1-4 0,-2 0 7 15,-4 4-12-15,-2-2 4 0,-1 1 1 16,-2 1 0-16,-2 0 1 0,-2-4 12 0,-1 3-14 0,1-3 3 16,1-2-8-16,-1 1 7 0,4-4 4 0,1 0-1 15,1-3-2-15,0 1 0 0,5-2 0 0,4-5-9 16,-4 7 20-16,4-7-17 0,11 0-2 0,-1 0-3 0,7-2-2 15,2 1 2-15,3-1-6 0,3 0-11 16,2 0-13-16,0-2-13 0,-1 2 0 0,1-2 3 0,0 0 7 16,-1-1 2-16,-2 1 3 0,0-2 15 15,-1-1-6-15,-1-1 13 0,-2 0-2 0,0-1 5 0,-2-1 4 16,-2-2 1-16,-2-1 4 0,-1 0-4 0,-3-1 6 16,-3-1 1-16,-2-1 5 0,-1-2 6 15,-2 0 1-15,-4-1 13 0,-1-2-3 0,-3-3 13 16,-1 5 8-16,-7-6-6 0,-1 1 4 0,-6 2-4 0,-2-2 8 15,-5 2-2-15,0 3 3 0,1 5-12 0,-1 2 1 16,-2 3-12-16,3 5 1 0,-3 1-10 0,2 4 6 16,-5 6-8-16,1 2 11 0,-4 7 6 15,4 5-18-15,2 4 3 0,1 1-8 0,5 5 7 0,4 2-10 16,3 1 17-16,6 0-18 0,2-2 1 0,6 2 19 16,3-1-13-16,4 0 5 0,4 1 19 0,2 1 3 15,3-1 2-15,3-3 4 0,6-2 2 0,1-4 19 16,5-3 6-16,4-4-7 0,6-4-7 0,1-2-11 15,-3-5 0-15,2-4 0 0,0 0 3 0,2-4-6 16,-2-4-4-16,-1 0-9 0,5-6 3 0,-6 0-10 16,0-4-18-16,-4-3 16 0,-8 1-21 0,-3-4 15 15,-2-1-4-15,-6-3 0 0,-2-2-9 0,-6-2 43 16,-5 3-58-16,-2-5 45 0,-9-6-50 0,-6 2 47 16,-4 1-49-16,-6 1 42 0,2 3-48 0,-5 3 27 0,0 4-90 15,0 2-38-15,3 6-79 0,1 5-91 16,1 6-108-16,-1 1-64 0,0 6-152 0,-5 3-549 15,2 2-785-15</inkml:trace>
  <inkml:trace contextRef="#ctx0" brushRef="#br0" timeOffset="3164.2">21237 11893 167 0,'-6'-9'639'0,"4"0"-111"0,-2 2-132 0,0-2-30 0,1 3-56 0,2 0-32 0,0-1-49 0,-1 3-36 0,2 4-31 16,0-14-28-16,4 8-30 0,0 0-14 0,3-1-18 15,3 2-7-15,0 0-13 0,0 1-11 0,4 0 10 16,-1 2-7-16,2 1 2 0,-3 1-11 0,-1 0-4 15,3 2-6-15,-3-1 0 0,1 3-11 0,-3 0 3 16,0 1-3-16,-2 0 2 0,0 4-4 0,-4-2 2 16,-2 2-3-16,-2 0 1 0,-2 1-2 0,-6 2 2 15,2 1-5-15,-4-2 0 0,-1-1-2 0,0 0 2 16,-1 1 0-16,-1-3 2 0,3 1-2 0,-2-3 2 16,4 1 3-16,0-1 37 0,-1-2 14 0,4 1 1 15,-1-2-8-15,7-3-8 0,-9 7-9 0,9-7-8 16,0 0-6-16,3 6-6 0,-3-6-4 0,11 1-4 15,-11-1 3-15,18 3-10 0,-6 0 4 0,0-1-3 16,1 0-2-16,0 1 0 0,2 2 0 0,-2-2-3 16,1 3 3-16,-2-3-4 0,-1 5 3 0,-1-4-2 0,-2 3-1 15,1 1 4-15,-1 0-2 0,-5 0-2 16,1 2 0-16,-2-3 3 0,-2 4 2 0,-2-1-2 16,0-1 0-16,-2 1 15 0,-2-1-20 0,-2 1 2 15,0-1-1-15,-3-2 4 0,-1 2 1 0,1-3 12 0,-3 0-15 16,0-2 15-16,-2 1-18 0,3-4 14 0,1-1-17 15,-2 0 14-15,1-1-51 0,0-2-77 0,4-1-60 16,-1-1-67-16,0-1-55 0,3-1-60 16,2 0-69-16,4-4-122 0,0 1-261 0,3 0-349 0</inkml:trace>
  <inkml:trace contextRef="#ctx0" brushRef="#br0" timeOffset="3547.28">21612 11803 459 0,'2'-11'547'0,"0"0"-122"0,-4 2-28 0,0-1-5 0,-3 1-17 0,-4-1-21 0,-1 0-16 0,-3-1-22 0,-4 3-30 0,-3-1-17 0,-1 4-22 15,-4 1-27-15,-1 4-14 0,-2 2-14 0,-8 6 5 16,-5 5-14-16,-1 4-31 0,0 5-11 0,-6 7-21 16,3 3-21-16,4 4-19 0,3 2-14 0,7 4-15 15,9-5-28-15,4 3 21 0,7 1-31 0,2 2 15 16,8-3 19-16,6 2 0 0,3-1 11 0,7 0 7 15,2-4 2-15,5-1-1 0,3-7 0 0,3-2-2 16,1-4-8-16,4-5-11 0,2-5-8 0,-2-6 20 16,5-4-8-16,3-4-11 0,5-6 3 0,3-4-13 15,-1-3 5-15,-2-3-20 0,7-5-2 0,-3-3-27 16,-3-6 28-16,-4 1-22 0,-1-5 32 0,-3-3-35 0,-6 0 31 16,-1-3-9-16,-8 5-4 0,-5-3-9 0,-6-1-6 15,-1 2 4-15,-6 6-5 0,-6-2-9 16,-5 1 2-16,-4 4-10 0,-4-4 1 0,-8 4-10 15,-5 1-17-15,-3 7-26 0,-6 3-49 0,-1 2-67 0,-2 4-46 16,2 7-46-16,-1 2-59 0,3 4-90 0,-2 6-48 16,-3 3-116-16,2 3-703 0,4 6-906 0</inkml:trace>
  <inkml:trace contextRef="#ctx0" brushRef="#br0" timeOffset="5781.28">21499 16012 322 0,'-1'-7'357'0,"-1"0"-59"0,0-1-32 0,0-1-23 0,-1 1-26 0,3-2-15 0,-1 2-18 0,1 0 6 0,0-2-3 0,-2 0 13 0,2 1 13 0,0 0 21 0,0 2 15 0,0-2 13 16,0 2 10-16,2 0-2 0,-2 7-6 16,0-12-54-16,0 12 19 0,0-12-62 0,0 12 33 15,0-7-72-15,0 7 34 0,0-8-74 0,0 8 44 0,0 0-1 16,0 0 22-16,0 0 13 0,0 0-29 0,-8 5 22 16,8-5-52-16,-5 13 19 0,5-6-59 0,-2 1 25 15,2 2-24-15,-2-1 61 0,4 1-43 0,-1 0 15 16,0 0 14-16,2-1-1 0,-1 1 7 0,3-2-11 15,2 2-21-15,2-2-20 0,1 2 3 0,1-4-28 16,2 3-8-16,1-5-6 0,0 1-12 0,3-1-10 16,-3-3-26-16,1 1-13 0,1-4-33 0,0 1-27 15,2-3-46-15,-1 1-35 0,-2-2-13 0,2-3-88 16,-3 0 6-16,2-3-62 0,-3-1-20 0,0 1-36 16,-4-1-31-16,1 2-11 0,-2-2 15 0,-2 1 8 15,-1 0 11-15,-2 1 9 0,-2 1 36 0,0-1 19 16,-2 1 37-16,1 3 35 0,-4-2 42 0,0 2 48 15,-1-1 41-15,-1 1 41 0,0 2 59 0,-1 2 34 16,2-2 48-16,5 4 4 0,-10-4 47 0,10 4 20 16,-12-2 54-16,12 2 17 0,-9 2 16 0,9-2 30 15,-7 8 22-15,4-2 15 0,-2 0 3 0,4 1-20 16,0 2-6-16,1 1-24 0,0 3-37 0,1-4-5 16,0 4-51-16,0 0 2 0,3 3-45 0,-1 2-12 15,-1-1 17-15,3 1-53 0,-1 0 22 0,0 3-49 16,1-2 27-16,-2 1-40 0,2-4 28 0,-1 2-41 15,-2-3-40-15,3-1-68 0,-2-2-77 0,-2-1-90 16,2-1-76-16,-1-1-40 0,0-1-58 0,0-2-101 0,-2-6-423 16,0 6-568-16</inkml:trace>
  <inkml:trace contextRef="#ctx0" brushRef="#br0" timeOffset="6196.9">21756 15720 620 0,'-10'-16'816'0,"-3"-2"-107"0,-1 0-126 0,0 2-92 0,0 0-57 0,-1 1-57 0,-2 0 2 0,3 2-93 0,-2 2 21 15,1 2-87-15,-1 0 12 0,-1 3-82 0,1 2 24 16,-1 4-51-16,-2 0 38 0,-3 6-43 16,3 4 45-16,-5 7-40 0,-3 5 55 0,1 9-33 0,3 2 54 15,1 4-48-15,3 3-29 0,1 1-21 0,2 3-46 16,4 2 14-16,2-2-11 0,5 4-10 0,4-3 46 15,5 2-53-15,4-2 31 0,3-1-58 0,3-2 28 16,5-3-80-16,3-3 29 0,1-3-50 0,4-4 43 16,3-4 2-16,2-3 8 0,3-5-41 0,2-5 45 15,-3-4 1-15,3-5 1 0,0-3-30 0,3-5 52 16,5-4-42-16,-2-5 46 0,0-3-45 0,-2-3 44 16,7-10-49-16,-5-2 42 0,-2-5-47 0,-1-1-7 15,-5-1 6-15,-3-4 9 0,-5 6 40 0,-7 0-46 16,-3-1 39-16,-4 1-65 0,-5 5 33 0,-6 0-38 15,-2 2 54-15,-7-1-50 0,-4-5 52 0,-3 1-39 0,-9 2 44 16,-3 2-41-16,-5 2 26 0,-4-1-47 16,-2 5 19-16,-2 4-72 0,-1 1-7 0,2 5-101 15,-1 2-48-15,7 5-121 0,4 4-138 0,0 3-71 0,1 4-132 16,2 3-605-16,-5 3-937 0</inkml:trace>
  <inkml:trace contextRef="#ctx0" brushRef="#br0" timeOffset="13646.85">3155 10433 116 0,'0'0'782'0,"0"0"-172"0,0 0-104 0,4-4-67 0,-4 4-58 0,0 0-35 0,0 0-41 0,0 0-32 15,0 0-37-15,0 0-30 0,0 0-30 0,0 0-38 16,0 0-16-16,0 0-24 0,0 0-9 0,6 4-23 16,-6-4-12-16,4 7-11 0,-4-7-3 0,5 9-5 15,-5-9 3-15,4 5 3 0,-4-5 15 0,5 5-3 16,-5-5-3-16,8 7-5 0,-8-7 5 15,5 3 17-15,-5-3-22 0,0 0 58 0,5 6 6 0,-5-6 6 16,0 0 0-16,0 0-21 0,0 0-12 0,9-1-19 16,-9 1-12-16,6-6-10 0,-1 0-5 0,0-1-11 15,1 1-4-15,-1-3-4 0,1 0 0 0,2-2-5 0,-1-1 1 16,1 0-6-16,1 0 0 0,1 0 0 0,-3 0-3 16,2 1 0-16,-2-1 2 0,2 1-6 15,0 1 0-15,-1-1 1 0,1 2-2 0,-3 0-3 16,1 2-13-16,-1-1-56 0,-1 1-77 0,-1 1-119 0,2 3-99 15,-6 3-108-15,5-9-67 0,-5 9-138 0,0 0-541 16,0 0-829-16</inkml:trace>
  <inkml:trace contextRef="#ctx0" brushRef="#br0" timeOffset="14313.03">3394 11347 130 0,'0'0'610'0,"0"0"-103"0,-4-6-96 0,4 6-32 0,0 0-44 0,-4-6-46 0,4 6-40 0,0 0-38 0,0 0 11 0,0 0-3 16,0 0-24-16,0 0-24 0,-4 5-6 0,4-5-9 15,0 7-15-15,0-7-23 0,3 12 0 0,-3-12-19 16,2 9-6-16,1-2-11 0,0-1 3 0,-1-2-1 16,-2-4 6-16,7 9-4 0,-7-9 1 0,7 7-5 15,-7-7-2-15,9 6 1 0,-9-6-4 0,8 4 10 16,-8-4 2-16,10 3 5 0,-10-3-6 0,10-5 7 16,-10 5-18-16,12-5-11 0,-7 2-17 0,2-1 29 15,0-1-53-15,-2-2 30 0,3 0-47 0,-1-2 40 16,1 0-50-16,0-2 36 0,-1 1-41 0,2-3 40 15,-1 1-4-15,1 1-3 0,-1-2-3 16,-1 1-5-16,1 2-7 0,-3-1 0 0,2 4-5 0,-2-1-16 16,1 1-40-16,-2 0-89 0,0 1-129 0,-4 6-126 15,1-6-130-15,-1 6-73 0,0 0-175 0,0 0-471 16,-14 3-852-16</inkml:trace>
  <inkml:trace contextRef="#ctx0" brushRef="#br0" timeOffset="15263.15">3234 12491 323 0,'0'0'439'0,"0"0"-91"0,0 0-87 0,0 0-21 0,0 0-31 0,0 0 6 0,0 0-9 0,0 0-20 0,5 6-29 16,-5-6-5-16,4 9-11 0,-4-9-8 0,4 5-6 15,-4-5 3-15,6 8 0 0,-6-8 6 0,8 8-4 16,-8-8 6-16,9 5-4 0,-9-5 3 0,9 5-7 16,-9-5 2-16,11 6-13 0,-11-6-16 0,11 2-12 15,-11-2-7-15,7 3-6 0,-7-3-4 0,9 3-6 16,-9-3 1-16,0 0-1 0,12 2 4 0,-12-2 10 15,0 0 6-15,10-1-27 0,-10 1 50 0,10-4-18 16,-10 4-7-16,9-5-10 0,-9 5-6 0,9-11-15 0,-5 5-6 16,2-4-7-16,-1 2-44 0,2-3 59 15,-2 1-53-15,1-2 46 0,2 1-56 0,-3-1 49 16,1-1-56-16,0 2 52 0,-1 1-54 0,1 0 46 16,-2 0-56-16,1 1 58 0,-1 1-56 0,0 0 49 15,-2 1-53-15,2 3 48 0,-4 4-61 0,4-10 8 16,-4 10-112-16,6-9-69 0,-6 9-89 0,4-6-88 0,-4 6-48 15,0 0-72-15,0 0-122 0,0 0-451 16,0 0-700-16</inkml:trace>
  <inkml:trace contextRef="#ctx0" brushRef="#br0" timeOffset="15930.02">3601 13395 54 0,'-4'-4'479'0,"-1"0"-101"0,5 4-44 0,-11-7-24 0,11 7-30 0,-8-8-16 0,8 8-4 0,-7-6-25 0,7 6-27 0,-6-4-19 0,6 4-30 0,-5-4-22 0,5 4-15 0,0 0-15 15,-5-5 6-15,5 5 14 0,0 0 3 0,0 0 16 16,0 0 7-16,-1 9-9 0,1-9-10 0,2 10-22 16,-1-3-7-16,2-1 7 0,2 2-14 0,-1-1 10 15,0-2 1-15,1 2 11 0,0-1-1 0,0-1 9 16,1-1-11-16,-6-4 6 0,12 6 1 0,-12-6 2 16,13 6 2-16,-13-6 9 0,15 0-9 0,-15 0-20 15,18-6-1-15,-8 3-14 0,0-4-15 0,2-1-14 16,-1 1-11-16,1-5-11 0,1 1-9 0,-2-2-6 15,2-2-5-15,1-2-41 0,-2-1 40 0,0 1-40 16,0-1 35-16,-1-1-56 0,1 1 2 0,-2 0-120 16,-1 1-35-16,1-1-118 0,-2 5-159 0,-3 1-115 15,0 4-203-15,-4-1-610 0,1 2-1003 0</inkml:trace>
  <inkml:trace contextRef="#ctx0" brushRef="#br0" timeOffset="37453.93">5785 8024 47 0,'0'0'462'15,"-13"1"-99"-15,13-1-46 0,-11 1-38 0,11-1-12 0,-12 2-21 0,12-2-2 0,-10 0-12 0,10 0-23 0,0 0-16 0,-15 0-11 0,15 0-16 16,0 0-11-16,-16-2-11 0,16 2-9 0,0 0-12 16,-12-2 3-16,12 2-15 0,-8-6-11 0,8 6-4 0,-9-7-6 15,9 7-5-15,-5-10-1 0,4 5-3 16,-1-3-6-16,2 1-10 0,2-2-7 0,-1 1-14 15,1 0-8-15,5-1-4 0,-3 0-5 0,2 0-6 16,-1 2 4-16,4-2-6 0,1 3-1 0,-2 2-8 0,4 0 11 16,-1 2-17-16,-1 1 7 0,3 2-10 15,0 1 7-15,-2 5-7 0,2 0 5 0,-1 4-10 16,-2-1 11-16,0 3-7 0,0 1 7 0,-2 4-7 16,-2-3 22-16,1 1-8 0,-2-1 14 0,-1 0-7 15,-2-1 27-15,1-2-4 0,-3 0 6 0,0-1 8 16,0 0 2-16,-3-1-8 0,1-2-4 0,-2-1 3 0,0-1 0 15,-4-1 7-15,8-5 6 0,-11 6-2 0,11-6-2 16,-18-1 5-16,9-2 43 0,1-2-51 16,-1-3 47-16,2 0-65 0,-1-5 37 0,4 2-55 15,-1-4 32-15,4 0-48 0,-1-2 37 0,4-1-49 16,0 0 36-16,2 1-47 0,4-2 42 0,-3 3-46 0,5 0 4 16,-1 3 3-16,1 0 4 0,3 3 36 0,-3 1-42 15,3 2 41-15,1 2-46 0,-2 2 44 0,-1 2-45 16,2 4 40-16,0 1-41 0,-1 1 46 0,0 2-51 15,2 3 50-15,-4-1-45 0,2 3 46 0,-5-1-48 16,1 0 48-16,0 4-46 0,-3-3 46 0,1 1-47 16,-5-1 36-16,1 1-76 0,-1-3-47 0,-2 0-41 15,1 1-33-15,-3-3-64 0,3 0-82 0,-5-1-65 16,5-7-55-16,-5 7-105 0,5-7-119 0,0 0-314 16,0 0-585-16</inkml:trace>
  <inkml:trace contextRef="#ctx0" brushRef="#br0" timeOffset="38162.11">6126 7835 159 0,'4'-6'777'0,"0"1"-180"0,-4 5-112 0,5-6-55 0,-5 6-37 0,0 0-5 0,0 0-11 0,0 0-43 0,0 0-13 0,3 8-75 0,-5-1-1 0,1 2-67 16,1 2 10-16,0 1-81 0,-1 1 21 15,2 0-64-15,-1 0 28 0,0 1-58 0,4 0 39 16,0 1-59-16,-2-2 41 0,3-1-51 0,0 1 66 0,2-5-60 15,1 3 64-15,0-5-60 0,1-1 41 0,2-1-54 16,0-1 46-16,-11-3-55 0,22 0 51 0,-12-4-61 16,0 1 55-16,1-2-56 0,-3-1 54 0,0-2-55 15,-1 0 52-15,-1-2-51 0,-1 0 54 0,-2-1-51 16,-3 1 63-16,0-3-31 0,-4 3 49 0,-4-3-46 16,2 1 41-16,-6 3-48 0,1-1 44 15,-3 4-49-15,-3-2 30 0,0 3-48 0,0 2 42 0,-1 1-43 16,-3 2 39-16,2 1-47 0,4 2 32 0,-2-2-75 15,3 4 18-15,1-2-90 0,3 2-13 0,2 0-52 16,3-2-44-16,5-3-45 0,-6 9-50 16,6-9-26-16,4 6-1 0,-4-6 3 0,10 2 22 0,-10-2 24 15,13 1 35-15,-13-1 46 0,18-3 59 0,-9 0 22 16,1 0 66-16,-1-2 63 0,-3 0 50 0,3 1 46 16,-1-2 37-16,-2 0 33 0,0-1 45 0,0 3 14 15,-1-3 45-15,-1 2 13 0,1-1-6 0,-3 1-19 16,2 0-1-16,-4 5-32 0,5-8-25 0,-1 3-47 15,-4 5-17-15,8-6-30 0,-8 6-7 0,12-3-18 16,-12 3 19-16,17 2-20 0,-7-1 12 0,2 3-31 16,-2 1 12-16,3-1-27 0,-3 1 14 0,4 2-24 15,-4 2 19-15,1-1-21 0,0 0 13 0,-2 1-21 16,-1 0 21-16,-2 0-20 0,0 0 28 0,-2 1-26 16,0-2 40-16,-1 0-7 0,-2 1 23 0,-1-3-42 0,-1 1 45 15,-2-1-49-15,3-6 68 0,-10 7-75 16,10-7 44-16,-12 3-41 0,12-3 58 0,-15-4-53 15,6 1 52-15,0-3-59 0,0-2 59 0,0 0-50 0,3-5 46 16,1 1-57-16,2-1 50 0,1 1-58 16,2-3 49-16,2 1-50 0,2 0-1 0,1-1-4 15,3 2 4-15,-1 0 1 0,2 1-3 0,0 4 3 16,3-1 0-16,-3 4-2 0,1-1 0 0,1 4 0 0,1 2 1 16,-3 1 2-16,4 2 0 0,-3 2 46 0,4 2-44 15,-5 3 49-15,3-2-53 0,-1 5 45 0,-1-2-51 16,-2 1 46-16,0 2-49 0,-1-1 48 0,0 1-57 15,-2 0 28-15,-1-1-76 0,-2-3-8 0,2 1-102 16,0 0-80-16,-3-2-97 0,0-2-82 0,1 0-57 16,-2-7-164-16,1 9-511 0,-1-9-782 0</inkml:trace>
  <inkml:trace contextRef="#ctx0" brushRef="#br0" timeOffset="38795.92">6792 7743 1 0,'14'-11'886'0,"-5"3"-214"0,4-3-105 0,-3 2-68 0,2-3-51 0,-1 1-27 0,-1-1-43 16,4-1-47-16,-1 0-50 0,-3 2-57 0,2-2-37 15,-2 3-34-15,-1-2-25 0,1 1-1 0,-3 2-18 0,-1-1-12 16,-2 1-8-16,1 3-15 0,-1-2-11 16,-2 2-17-16,0-1-11 0,-2 7-18 0,-5-9-3 15,5 9-2-15,-12-5-3 0,12 5 0 0,-19 0 1 16,9 3-12-16,-2-1-6 0,-2 4-15 0,0-2 5 0,0 2-4 15,1 0 5-15,2 2-3 0,1-2 11 16,2 0-11-16,0 2 7 0,3-2-1 0,0 1 6 0,4 0-3 16,1-7-1-16,1 12-5 0,4-6 9 0,0-1-4 15,3 1 5-15,0-1 0 0,3 1 2 0,-1-2 1 16,1 1-3-16,1 3 10 0,0-4-8 0,-1 2 2 16,2 2 2-16,-3-1-1 0,-2-1 1 15,2 2 2-15,-3-1-3 0,-2 2 2 0,-1-2-1 0,-2 4 0 16,-2-3 2-16,-1 2 2 0,-3-1-8 0,0 1 7 15,-2-1 3-15,-1 1-5 0,-4-4 2 0,1 3-6 16,-2-1-7-16,-1-2-7 0,2-2-7 0,-2 2-6 16,4-3-15-16,0-1-35 0,9-2-60 0,-14-2-39 15,14 2-31-15,-9-9 1 0,9 2 26 0,0 0 0 16,3-5 18-16,-1-1-4 0,3-2 48 0,3-1-1 16,-2-3 48-16,2 0 6 0,1-3 6 0,-1 2 32 15,-2-1-10-15,2 2 44 0,-2-2 23 0,3 3 53 16,-5 2 36-16,1-1 30 0,-1 4 23 0,-3-1 8 15,3 2 7-15,-1 3-35 0,-1-1-20 0,-2 1-31 16,3 3-4-16,-3 6-10 0,1-10 8 0,-1 10-8 16,0 0 14-16,0 0-31 0,0 0-2 0,-1 8-14 15,1 0 16-15,0 2-7 0,0 4 1 0,0 2 15 16,-2 3 7-16,4 1-13 0,-2 0 1 0,0 6 33 16,-2-1 25-16,2 0-69 0,0 3 32 0,-1-3-59 0,1 1 38 15,0 1-55-15,-2 0 37 0,0 1-47 16,0-3 37-16,-1 0-49 0,1-2 43 0,-1-1-50 15,0-4-43-15,1 0-59 0,-2-4-62 0,3-1-47 0,-3-1-47 16,0-1-64-16,2-4-74 0,-2-2-11 16,4-5-76-16,-8 7-47 0,8-7-505 0,-4-7-666 15</inkml:trace>
  <inkml:trace contextRef="#ctx0" brushRef="#br0" timeOffset="39228.37">7073 7650 227 0,'5'-7'736'0,"2"0"-192"0,-7 7-102 16,8-4-24-16,-8 4-6 0,0 0-17 0,10 2-33 0,-10-2-22 0,6 7-39 0,-3-1-34 0,-1 3-35 0,3 1-17 0,0 2-20 0,2 1-28 15,-1 2-12-15,-1 1-22 0,3 2 18 0,-2-1-77 16,3 4 32-16,-2-2-70 0,-1-2 41 0,1 2-57 16,-2-3 41-16,0-2-53 0,0 1 39 0,-1 0-54 15,-2-5 47-15,1 0-48 0,-2 1 50 0,2-3-39 16,-3-1 46-16,0-7-48 0,-3 11 44 0,3-11-57 15,-8 4 45-15,8-4-47 0,-14-2 47 0,5-3-51 16,-1-3 47-16,-1-2-44 0,-2-3 39 0,0-3-44 16,2-2 4-16,-1-1 6 0,3-1 3 0,2-1 4 15,0 0-3-15,3-1-3 0,4 3 6 0,0 0-20 16,3 2 21-16,2-4 1 0,3 3-6 0,2 1-1 16,0 2 2-16,3 0-1 0,-2 6 4 0,1-1 0 15,2 4 2-15,-4 0-2 0,2 2 4 0,-1 1-3 0,-2 2 2 16,-9 1-19-16,17 1 25 0,-17-1-21 0,11 6 29 15,-11-6-1-15,7 7-11 0,-7-7 4 0,0 12-4 16,-4-6-1-16,0-1 2 0,-4 3-2 0,-2 1 2 16,0-1-13-16,-2 1-16 0,0-1-23 0,-1 0-37 15,0-1-45-15,0 0-41 0,4-1-47 0,-2-1-54 16,3 0-63-16,0 0-19 0,8-5-46 0,-7 6-30 16,7-6-8-16,0 0-7 0,0 0-33 0,7 3-274 15,-7-3-264-15</inkml:trace>
  <inkml:trace contextRef="#ctx0" brushRef="#br0" timeOffset="40228.91">7310 7657 430 0,'11'-4'564'0,"-2"-5"-68"0,0 0-40 16,1 2-16-16,-3-2-24 0,-2 3-7 0,0-4-28 0,0 3-35 15,-1-1-31-15,0-1-37 0,-2 4-25 0,-1-5-26 16,-1 10-30-16,0-11-30 0,-1 5-27 0,1 6-19 16,-4-9-23-16,4 9-12 0,-8-6-24 0,8 6-15 15,-12 1-7-15,12-1-5 0,-14 8-11 0,8-2-22 16,-1 2 26-16,1-2-11 0,-2 7-4 0,3-4-2 15,0 5-5-15,1-4 6 0,1 2-5 0,2 1-1 16,1-2-2-16,0-1 3 0,0 3-2 0,3-4 4 0,-1 1 3 16,2-2 6-16,0-1-5 0,4 0 7 15,-2-3-1-15,0 1 1 0,2-3 1 0,-8-2-1 16,17 1 0-16,-17-1-5 0,15-3 2 0,-5-2-3 0,-1 2-3 16,-1-2-5-16,0-3 1 0,-1 2 0 0,-3-3-26 15,1 1 30-15,-2-3-30 0,-2 3 28 16,-1-4 1-16,0 3-5 0,-1-1-1 0,-2 1 2 15,-1 0-3-15,0 2-2 0,1-2-1 0,-2 3-3 0,0 1 3 16,1 0-4-16,4 5 2 0,-7-8-1 16,7 8-1-16,-9-3-2 0,9 3 3 0,0 0 2 15,-9 7-23-15,9-7 32 0,-1 9-5 0,1-9 3 16,4 11-2-16,0-5-1 0,-2 2 1 0,5-1-1 0,-2 0-1 16,0 1 5-16,3-1-1 0,-1-2 5 0,2 2 2 15,-2-1 9-15,0-2 2 0,2 0 4 0,0 0 0 16,-1-1-4-16,-8-3-4 0,15 3-1 0,-15-3-6 15,16-1-2-15,-16 1 1 0,12-9-30 0,-5 6 31 16,-2-2-29-16,-1-1 29 0,-2-2-32 0,1 1 34 16,-2-2-35-16,-1 1 35 0,0 0-5 0,0-1 0 15,-1 1-5-15,-1 1 0 0,1 2-2 0,1-3-1 16,-2 2-3-16,2 6-1 0,-2-11 1 0,2 11-4 16,-1-7 0-16,1 7 0 0,0 0 1 0,0 0 1 15,0 0 6-15,0 0-26 0,4 11 29 0,-4-11-29 16,5 10 34-16,0-1-29 0,0-2 32 0,0 2-1 15,2-1-3-15,-1 0-1 0,2 1 0 0,-1-3-3 16,2 3 1-16,0-2 0 0,1 1 1 0,-2-2-3 16,1-2 0-16,3 0 3 0,-5 0-2 0,2-1 2 15,-9-3 1-15,17 2-3 0,-17-2 0 0,13-5 0 0,-13 5-1 16,9-7-4-16,-4 4-1 0,-3-3-27 16,-1-1 33-16,-1 0-27 0,0-2 29 0,-1 2-2 0,1-2 4 15,-2 0-7-15,-2 0-1 0,3 1 1 0,-2 2 0 16,3 0-2-16,0 6 0 0,-2-11-3 0,2 11-4 15,-3-10 0-15,3 10 1 0,0 0 4 16,0 0-4-16,0 0 0 0,0 0 5 0,0 0-27 0,4 9 33 16,-2-4-27-16,1 1 31 0,3 1-1 0,-2-1-2 15,1 2-1-15,-1-2 1 0,3 2-4 0,-2-3 2 16,1 3 1-16,-1-4 1 0,3 3 1 0,-2-1 4 16,-6-6 9-16,11 6-8 0,-11-6-4 0,12 2 1 15,-12-2 0-15,13-2-4 0,-13 2 0 0,13-4 0 16,-7 1-2-16,-2-2-24 0,1-3 29 15,0 3-3-15,-1-4-1 0,-2 2-1 0,1-2 1 0,-3-1 0 16,3 1 2-16,-3 1 21 0,1 1-1 0,0-2-3 16,-1 9-5-16,0-12-3 0,0 12-7 0,0-11-4 15,0 11-5-15,1-5 0 0,-1 5 0 0,0 0 0 16,0 0-2-16,0 0 5 0,8 7 0 0,-5-3-3 0,-1 4-28 16,2-2 38-16,1 2-5 0,-1 0-2 15,1 0 4-15,2 0-3 0,-2-2 6 0,2 0-8 16,-2 0 4-16,2-1 0 0,-2 0 3 0,1-1 6 0,-6-4 5 15,12 4 3-15,-12-4-1 0,0 0-7 0,15-3-1 16,-15 3-29-16,12-7 30 0,-12 7-1 16,6-9-5-16,-2 3-3 0,0-1-1 0,-3-2 0 15,3 0-2-15,-3 2-3 0,0-4 1 0,1 4 13 0,-2-2-23 16,1 3-26-16,-1-3-65 0,-1 2-89 0,1 2-116 16,0 5-137-16,-3-13-139 0,3 13-136 0,-1-8-801 15,1 8-1149-15</inkml:trace>
  <inkml:trace contextRef="#ctx0" brushRef="#br0" timeOffset="40362.37">8110 7554 874 0,'0'0'837'0,"0"0"-184"0,0 0-150 0,0 0-100 0,0 0-80 0,-11 1-100 0,11-1-156 0,0 0-207 0,-10 1-276 16,10-1-621-16,-18 4-652 0</inkml:trace>
  <inkml:trace contextRef="#ctx0" brushRef="#br0" timeOffset="51061.2">19476 5682 430 0,'0'0'711'0,"-2"7"-183"0,2-7-130 0,0 0-97 0,-8 5-76 0,8-5-48 0,-6 4-33 0,6-4-33 0,0 0-35 0,-7 4-52 0,7-4-62 16,0 0-53-16,-7 3-92 0,7-3-98 0,0 0-133 15,0 0-255-15,0 0-179 0</inkml:trace>
  <inkml:trace contextRef="#ctx0" brushRef="#br0" timeOffset="51678.19">19830 7752 794 0,'0'0'716'0,"0"0"-157"0,-5-8-126 0,5 8-99 0,-4-4-62 0,4 4-57 0,-2-5-37 0,2 5-42 0,0 0-35 0,-7-6-30 0,7 6-31 16,0 0-29-16,0 0-42 0,0 0-71 0,0 0-79 16,0 0-136-16,9 3-173 0,-9-3-373 0,3 8-412 15</inkml:trace>
  <inkml:trace contextRef="#ctx0" brushRef="#br0" timeOffset="52127.92">20129 8874 450 0,'0'0'723'0,"-10"1"-132"0,10-1-141 0,-9 3-91 0,9-3-92 0,0 0-40 0,-11 1-55 0,11-1-9 0,0 0-46 0,0 0-17 16,-12 2-19-16,12-2 0 0,0 0-32 0,0 0 5 15,0 0-26-15,-5 4-5 0,5-4-89 0,0 0-65 16,0 0-95-16,5 8-137 0,-5-8-199 0,0 0-255 15,-2 6-352-15</inkml:trace>
  <inkml:trace contextRef="#ctx0" brushRef="#br0" timeOffset="52712.37">19729 10297 20 0,'0'0'671'0,"3"-9"-173"0,-3 9-117 0,0-8-78 0,0 8-60 0,0 0-48 0,-3-9-36 0,3 9-16 0,0 0-10 0,-1-7-12 0,1 7-19 0,0 0-18 15,-4-6-17-15,4 6-12 0,0 0-16 16,0 0-5-16,0 0-21 0,0 0-52 0,0 0-30 16,0 0-121-16,0 0-151 0,0 0-487 0,0 0-365 0</inkml:trace>
  <inkml:trace contextRef="#ctx0" brushRef="#br0" timeOffset="54361.96">19965 14941 43 0,'0'0'941'0,"0"0"-245"0,0 0-143 0,0 0-134 0,1 6-86 0,-1-6-70 0,0 0-48 0,0 0-43 0,0 0-25 0,0 0-4 0,0 0-5 16,0 0-13-16,0 0-30 0,0 0-18 0,1 7-22 16,-1-7-10-16,0 0-41 0,0 0-80 15,0 0-102-15,0 0-114 0,0 0-100 0,0 0-158 0,0 0-383 16,-2 6-509-16</inkml:trace>
  <inkml:trace contextRef="#ctx0" brushRef="#br0" timeOffset="56078">27905 7714 308 0,'0'0'560'0,"-5"-7"-125"0,5 7-107 0,-7-7-64 0,7 7-37 0,-4-6-13 0,4 6-28 0,0 0-15 0,-6-8-16 0,6 8-24 0,0 0-23 16,-4-5-13-16,4 5-11 0,0 0-7 0,0 0-4 0,-4-5-3 15,4 5-6-15,0 0-6 0,0 0-6 0,0 0-13 16,0 0-12-16,0 0 5 0,0 0-6 0,0 0-3 15,0 0-6-15,0 0 3 0,0 0-4 0,0 0-1 16,0 0-5-16,0 0-1 0,0 0-2 0,0 0-5 16,0 0-1-16,0 0 3 0,0 0-37 15,0 0-65-15,0 0-60 0,0 0-107 0,0 0-162 16,0 0-491-16,0 0-490 0</inkml:trace>
  <inkml:trace contextRef="#ctx0" brushRef="#br0" timeOffset="57532.37">27857 10910 967 0,'0'0'699'0,"0"0"-126"0,0 0-140 0,2-7-73 0,-2 7-76 0,0 0-12 0,0 0-38 0,0 0 10 0,0 0-42 0,0-7-14 16,0 7-41-16,0 0-11 0,0 0-44 0,0 0-1 15,0 0-37-15,0 0 10 0,0 0-31 0,0 0 4 0,0 0-30 16,2-6 3-16,-2 6-57 0,0 0-33 15,0 0-45-15,0 0-31 0,0 0-73 0,0 0-56 16,0 0-90-16,0 0-135 0,0 0-525 0,0 0-649 16</inkml:trace>
  <inkml:trace contextRef="#ctx0" brushRef="#br0" timeOffset="58328.51">27349 12019 609 0,'0'0'685'0,"0"0"-151"0,-12-3-105 0,12 3-106 0,0 0-61 0,-10-1-59 0,10 1-12 0,0 0-36 0,0 0-27 0,-11-1-25 16,11 1-21-16,0 0-17 0,0 0-12 0,0 0-13 16,0 0-11-16,-8 4-3 0,8-4-11 0,0 0-49 15,0 0-49-15,0 0-46 0,4 6-48 0,-4-6-70 0,0 0-73 16,7 4-121-16,-7-4-352 0,0 0-314 16</inkml:trace>
  <inkml:trace contextRef="#ctx0" brushRef="#br0" timeOffset="58831.23">27344 13068 767 0,'0'0'755'0,"0"0"-132"0,0 0-157 0,0 0-87 0,0 0-93 0,0 0-34 0,0 0-67 0,0 0-15 16,0 0-50-16,0 0-8 0,-9-2-39 0,9 2 1 15,0 0-47-15,0 0-39 0,0 0-74 0,0 0-66 16,0 0-53-16,0 0-70 0,6 3-100 0,-6-3-118 16,0 0-356-16,5 6-392 0</inkml:trace>
  <inkml:trace contextRef="#ctx0" brushRef="#br0" timeOffset="59244.25">27378 14025 1239 0,'0'0'1134'0,"8"-3"-199"0,-8 3-189 0,0 0-191 0,0 0-101 0,1-8-132 0,-1 8-59 0,0 0-101 0,0 0-80 0,0 0-123 15,3-5-131-15,-3 5-175 0,0 0-174 0,0 0-341 16,0 0-384-16,11-3-856 0</inkml:trace>
  <inkml:trace contextRef="#ctx0" brushRef="#br0" timeOffset="69844.67">23901 5552 241 0,'4'-10'483'0,"-4"10"-101"15,2-6-69-15,-2 6-41 0,0-7-34 0,0 7-26 0,1-10-6 0,-1 10-26 0,2-8-20 0,-2 8-7 0,1-13-20 0,-1 13-18 16,0-10-7-16,0 10 2 0,0-10-9 0,0 10 3 16,0-13-6-16,0 13-5 0,0-11-8 0,-1 4-15 15,1 7-3-15,-3-12-13 0,1 5-4 0,0 0-10 16,-3-1-2-16,1 0-11 0,-1 2 21 0,1-2-5 15,-3 2 11-15,-1-3 4 0,2 2 0 0,-2 1-6 16,-2-4 0-16,1 4 2 0,-1-3-5 0,-2 0 3 16,3 2-19-16,-2 0-1 0,-1 1-6 0,-1-4 3 15,2 3-7-15,-2 1-2 0,1-1-6 0,0 0 2 16,0 2-6-16,-3-2 2 0,2 1-7 0,0 3 6 16,-2-4-5-16,1 4-2 0,-3-2 0 0,2 3-2 15,-3-3-3-15,0 2 5 0,2 0 0 0,-1 2-4 16,-1-1 0-16,2-1 1 0,0 3-1 0,0-1 0 15,0-1 2-15,2 2 0 0,-1 0 0 0,-2-1-4 16,1 2 3-16,-2-1-3 0,-1 0 5 0,2 2 11 16,-2-1 25-16,1 1-12 0,0 1 3 0,1-2-13 15,-2 2 6-15,5 2-10 0,-2-2 1 0,-2-1-7 16,2 4 4-16,0 0 15 0,2-1-3 0,-3 1-7 16,4-1 3-16,-2 3-2 0,2-1-6 0,0 0-4 15,-1 0 0-15,3 2 4 0,-2-1-6 0,2 0 12 0,-1 2-18 16,-1 0 20-16,2 0-5 0,-2 1 15 15,3 0-20-15,-1 1 19 0,0-2-25 0,2 4 22 16,1 0-28-16,-2-3 26 0,0 4-18 0,2-2 18 16,-1 1-24-16,2-1 33 0,0 2-19 0,0 0 29 15,0-1-32-15,0-2 33 0,2 2-38 0,-1 1 34 16,1-4-39-16,1 3 35 0,2-1-41 0,-1-4 45 16,1 4-45-16,0-2 43 0,-1 0-43 0,1 2 41 15,1-2-45-15,1 0 43 0,0 1-48 0,0-1 8 16,0 2 52-16,3-1-49 0,-2 0 53 0,1 0-47 15,2 0 9-15,-3 0 1 0,3-1 0 0,0 1 1 16,0 0 5-16,3 1 2 0,1 0 10 0,-3-2 2 16,3 0-8-16,1 0 0 0,1 1-6 0,-1-2-4 15,2-1-1-15,1-1-2 0,-3 3 1 0,4-3-3 16,0 0 1-16,-2-1-2 0,3 2 5 0,-1-3-3 16,1 1-5-16,2-1-1 0,-4 0 2 0,5-2 4 15,-3 2-1-15,4-2 6 0,0 0-5 0,-3-2 3 16,4 0-1-16,1 1-1 0,0 0 0 0,0-2 6 15,0 1-11-15,0-1-1 0,0-1 1 0,1 0 0 16,-1 0 0-16,3 0-2 0,-3-1-1 0,1 0 1 16,2 0 2-16,-2 0-4 0,-1-1 4 0,3 0 2 15,-4 0-4-15,4 0 2 0,-2 1 4 0,-1-1 2 16,-1-1 5-16,2-1 1 0,-2 1 0 0,0-3 5 16,4 4 7-16,-2-4-3 0,0 1-1 0,1-1-10 15,-3 0 5-15,2-2 35 0,-2 2-49 0,0-2 33 16,0 0-22-16,-1 0 32 0,-4 0-27 0,5 0 37 15,-6-2-40-15,2 1 36 0,-1-4-46 0,2 3 34 16,-3-2-33-16,-2-2 40 0,2 3-32 0,-3-3 48 16,0-2-43-16,2 2 35 0,-3-4-48 0,0 1 36 15,1 0-27-15,-2-1 53 0,-1 0-47 0,0 1 34 16,-1-1-43-16,-2 2 45 0,0-1-44 0,0-1 41 16,-2 1-42-16,-2 1 37 0,1-1-51 0,-1-1-1 15,-1 1 2-15,-1 1 6 0,-2-1 2 0,0 1-7 16,-4-1 7-16,1-2-6 0,-4 1 1 0,2 1-3 15,-5 3-2-15,1-2-2 0,-2 2-1 0,1 1-1 16,-4 1-3-16,0 2-1 0,-3 0-6 16,-1 3-8-16,-1-3-25 0,-1 6-33 0,-2-1-48 0,-1 1-49 15,2 3-57-15,-1-2-39 0,1 5-30 0,0 0-60 16,1 2-102-16,0 1-69 0,-1 2-79 0,4 2-163 16,-4 3-388-16,1 0-778 0</inkml:trace>
  <inkml:trace contextRef="#ctx0" brushRef="#br0" timeOffset="73727.88">23991 14881 15 0,'-5'-9'382'0,"0"2"-97"0,-1-1-62 0,1 2-9 0,0-2-40 0,0 0 1 0,1 0-27 0,-2-1 0 0,0 1-16 0,1 0-5 0,1 0-6 16,-1 0-9-16,1-1-15 0,-1 3-6 0,1-3-8 16,-2 2-14-16,2-1 11 0,-1 0-35 0,-1 2 14 15,0-3-29-15,1 3 30 0,-3 2-22 0,1-5 30 16,-1 3-21-16,1 0 22 0,-3 0-20 0,1 1 19 0,0-1-24 15,-3-2 11-15,-1 2-20 0,1 1 15 16,-1-3-6-16,-1 2 17 0,-3 0 1 0,2-1 8 16,-6-1-3-16,2 2 2 0,1-1 14 0,-3 0-9 0,-1 0 2 15,0 1-10-15,-2 0 0 0,1 0-18 16,-1 0-2-16,-1 1-4 0,2 1 6 0,0-1-6 16,0 1-7-16,-1 0-8 0,5 1-2 0,-2 0-4 0,0 1 9 15,0 0 2-15,2 0-2 0,0 1-8 0,0 1 1 16,0 0-9-16,4 0 1 0,-4 0-8 0,1 3 5 15,-1 1 18-15,1-2 20 0,0 0-8 0,-1 3 0 16,1-2-4-16,-1 2 19 0,0 0-17 0,2 1 12 16,-2-1-10-16,1 2 5 0,3-1-19 0,0 0 6 15,-1 3-20-15,1-2 17 0,0 1-17 0,0 0 9 16,2 2-14-16,-3 0 15 0,3 1 10 0,2-3-19 16,-1 5 12-16,0-5-5 0,1 3-3 0,0-1-3 15,1 2-1-15,1-1-5 0,0-1-1 0,0 3 0 16,1-3 0-16,-1 3-4 0,2-1-1 0,0-2 1 15,1 3 1-15,1-1-1 0,-1 0 3 0,3 1 1 16,-2 1 0-16,2-1 0 0,1 1 0 0,0 0 3 16,2 0 13-16,0-1-26 0,0 2 27 0,2 0-26 15,0 1 25-15,2 0-30 0,1-1 30 0,0 0-28 16,0 2 37-16,2 1-33 0,0 1 1 0,2-2 5 16,0 1-5-16,1 0 2 0,3 0 0 0,-3-1-1 15,4 1 2-15,-1-1 13 0,-1-1 6 0,3 1 35 16,-1-1-50-16,5 3 41 0,-5-5-44 0,7 2 65 15,-1 0-13-15,-2-3-13 0,1-1-2 0,3-1-6 0,-1 0-2 16,0-1 1-16,5-2 25 0,-1-1-12 0,0-2-4 16,3 2 1-16,0-4-2 0,1 0-7 15,-1 0-4-15,2-2-2 0,-1 0-9 0,2-1-3 16,-2 0 26-16,1-1-4 0,-1 0-39 0,-1-2 35 0,0 0-41 16,-1 0 39-16,-1 1-40 0,-1-3 36 0,-1 1-37 15,2-1 31-15,-2 2-34 0,-2-4 38 16,2 0-34-16,-1 0 35 0,0-1-34 0,-3-1 12 0,1 1 12 15,1-1-1-15,-3-3 33 0,2 4-39 0,-2-3 41 16,-1-2-42-16,1 1 37 0,-4 1-45 0,2-3 36 16,-2 0-44-16,0 0 36 0,-2 1-38 0,1-2 42 15,-4-1-33-15,2 1 35 0,-2-2 5 0,0 1 2 16,-2 2-3-16,1-1 3 0,-4 1-38 0,2 0 39 16,-5 0-46-16,3-2 36 0,-2 0-45 0,-2 0 47 15,-1-1-43-15,0 1 38 0,-1 0-44 0,-2-1 43 16,-2 0-46-16,1 0 43 0,-2-3-30 0,-2 2 40 15,-1-1-46-15,-2 1 42 0,-2 1-46 0,1 1 38 16,0-1-42-16,-5 0 40 0,3 4-43 0,-4 0 3 16,3-1 1-16,-2 3 2 0,1 1 3 0,1 2-6 15,1-1-10-15,-1 4-30 0,4-2-50 0,-3 1-24 16,2 5-104-16,-2-2 8 0,4 1-55 0,-2 2-48 16,0 1-111-16,-1 2-101 0,-1 1-78 0,0 2-195 15,-2 2-367-15,2-3-792 0</inkml:trace>
  <inkml:trace contextRef="#ctx0" brushRef="#br0" timeOffset="94959.54">31215 6464 523 0,'1'-12'413'0,"-2"6"-71"0,1 6-53 0,-5-11-29 0,2 5-4 0,-1-1-28 0,-1-1-23 0,0 3-13 0,-3-1-18 0,-1 0-12 16,2 0-16-16,-4 0-13 0,1-1-12 0,-1 1-5 16,-2 1-9-16,-2-2-15 0,1 1 5 0,-4 0-7 15,2 0-1-15,-5 0-4 0,-2 1-5 0,0-2-12 16,-2 1 3-16,0 1-11 0,-2-1 6 0,-4 1-9 15,-1 0-1-15,3 0 7 0,-6-1 1 0,0 4-4 16,1-1-9-16,-3 0-8 0,7 2-5 0,-1-1-8 16,2 4-5-16,-2 0-2 0,-3 0-1 0,0 2-7 15,-2 2 2-15,3 1 8 0,-3 0 0 0,-1 5 5 16,-2 0-1-16,2 1 5 0,0 4-6 0,2-1-1 16,1 1 5-16,0 2-4 0,-1 0-2 0,1 1 1 15,3 1 14-15,0 0 12 0,0 1-30 0,0-1 41 16,3-1-36-16,5-2 31 0,2 0-50 0,0 0 38 15,2-1-45-15,2-1 7 0,3-1 4 0,0 0 2 16,3 1 8-16,-1 1 10 0,3 1-10 0,2-1 4 16,0 0 6-16,5-1 9 0,0 3 38 0,2-1-55 15,3 1 46-15,2 1-57 0,1 0 44 0,3 1-54 16,5 0 48-16,3 0-51 0,2 0 46 0,4-2-8 16,5 1-3-16,5-1-2 0,3-3-4 0,5-1 0 15,1-1-5-15,3-3-2 0,2 0-4 0,2-1-1 16,1-3-3-16,0 1-3 0,0-1 2 0,-2-1-4 15,-1 0-2-15,-1-1-3 0,-6-3 2 0,-2 0-3 16,1-1-1-16,0 1-1 0,0-4 1 0,-1 1-3 16,-1-1 3-16,3-2-2 0,-3-2 6 0,4-2 36 15,2 0-15-15,-3-3 12 0,-1-3 8 0,0-1-1 16,0-4-2-16,-2 0-3 0,0-1 1 0,-1-3-2 16,-3 1-34-16,-1-2 48 0,-1-2-37 0,-4 2 58 15,-3 1 32-15,-5 2 9 0,-3 1-9 0,-1-4-3 16,-5 5-13-16,-3-1-11 0,-1-1 1 0,-3-2-9 15,-1 3-10-15,-4 0-6 0,-3-2-16 0,-6-3-4 16,-4-1-12-16,-6-2-5 0,-7 3-9 0,-4 1-4 16,-5 0-31-16,-2 2-42 0,-5 2-60 0,-2 3-62 15,0 2-59-15,-4 2-49 0,3 4-45 0,-3 1-27 16,3 5-64-16,4 3-87 0,0 1-41 0,-5 4-65 16,3 2-135-16,-1 3-365 0,4 3-741 0</inkml:trace>
  <inkml:trace contextRef="#ctx0" brushRef="#br0" timeOffset="100242.07">18822 6679 478 0,'-5'-6'552'0,"5"6"-142"0,-9-6-66 0,9 6-92 0,-9-6-28 0,9 6-60 0,0 0-15 0,-13-1 24 0,13 1-7 0,-6 4-16 0,6-4 6 16,-7 9-34-16,4-3 24 0,1 1-21 0,1 1-5 16,1 0-11-16,1 1-17 0,1-2-5 0,3 3 28 15,-2-2-5-15,3-1 17 0,0 0 8 0,3 0-9 16,1-3-9-16,2 1-7 0,4-3-22 0,2-2-7 15,4-2-14-15,5-3-7 0,7-2-6 0,5-4-7 16,3-2 13-16,1-4-26 0,1-1 13 0,8-5-31 16,-1-2 26-16,-1-1-33 0,4-2 24 0,-2 1-33 15,2-3 21-15,0 3-27 0,0-4 20 0,1 2-25 16,0 2 18-16,-2 2-32 0,-3 0-7 0,-9 7-64 16,-3 2-46-16,-4 1-73 0,-4 6-73 0,-9 2-69 15,0 3-56-15,-3 1-57 0,-4 5-91 0,-4-1-357 16,1 5-486-16</inkml:trace>
  <inkml:trace contextRef="#ctx0" brushRef="#br0" timeOffset="101642.24">18881 10678 618 0,'-5'-6'604'0,"5"6"-159"0,-7-3-78 0,7 3-87 0,0 0-48 0,-10 2-37 0,10-2-4 0,-5 5-24 0,1 1-4 0,4-6-2 0,-4 12 38 16,4-5-21-16,0 1-1 0,0 3-29 0,0 0-1 15,0 1-28-15,3-2-3 0,-1 2 3 0,2-1 11 16,0 0-20-16,1 1 3 0,0-4-11 0,0 4-3 16,3-5 3-16,0 3-15 0,3-3 2 0,3-3 11 15,3 0-10-15,1-2-23 0,6-6-4 0,9-3-15 16,9-7-4-16,3-2 11 0,9-7-5 16,5-4-6-16,3-5-11 0,2-2-11 0,4-3 1 0,1 0 15 15,0-2-35-15,0 2 22 0,-4 3-38 0,-4 1-17 16,-3 3-67-16,-7 2-39 0,-9 6-54 0,-3 2-118 15,-6 4-93-15,-8 4-81 0,-3 2-152 0,-4 3-587 16,-3 1-829-16</inkml:trace>
  <inkml:trace contextRef="#ctx0" brushRef="#br0" timeOffset="102658.58">18965 13120 342 0,'-8'-11'333'0,"0"2"-71"0,1-1-18 0,-2 0-14 0,-1 2-7 0,4 0 3 0,-2 0-3 0,0 1-16 0,-1 1-31 0,3 0-20 0,-2 2-21 15,3-2-21-15,0 1-10 0,5 5-22 0,-11-6 7 16,11 6 13-16,-11 2 15 0,11-2-16 0,-9 9 8 16,7-5 6-16,-2 4-3 0,0 0-1 0,3 1 25 15,0 1-24-15,1-1 9 0,0 2-4 0,2-3-1 16,1 2 1-16,-1-2 3 0,3 2-7 0,2-3-9 0,-1 1-8 15,1-2-10-15,4-1-7 0,-1 0-13 16,3-2 2-16,2-1-12 0,2-2-3 0,3-2 7 16,5-1 5-16,-1-3 0 0,5-1 12 0,3-4-24 15,5-3 15-15,2-4-22 0,-1 1 14 0,4-4-22 16,7-4-6-16,1 0 22 0,2-2-32 0,-1-1 12 16,4-1-7-16,1 1-7 0,-1 0-7 0,0 2-3 15,2 1 0-15,-5 0-6 0,-10 6-5 0,1 3 0 0,-3-2-5 16,-4 6-27-16,-7-1-73 0,-2 4-57 0,-5 0-77 15,-5 3-104-15,-1 1-65 0,-4 2-48 16,0 2-77-16,-12 1-76 0,13 1-427 0,-13-1-652 0</inkml:trace>
  <inkml:trace contextRef="#ctx0" brushRef="#br0" timeOffset="104995.61">25949 5656 575 0,'-12'-8'456'0,"3"2"-80"0,0 0-32 0,1 2-11 0,2 0-30 0,-1-1-54 0,3 2-45 0,4 3-38 0,-10-5-28 0,10 5 61 0,0 0 3 16,-9 3-6-16,9-3-15 0,-5 11-24 0,5-4-15 15,0 5-12-15,0 0-14 0,3 0-5 0,-1 2-17 16,2 0 25-16,0 1-17 0,2-2 2 16,-1 0 18-16,1-1-40 0,1-1 52 0,0 1-57 0,3-4 10 15,1 2-1-15,0-4 7 0,3 0 7 0,2-2-5 16,2-3 34-16,4-2-57 0,3-5 28 0,7-1-62 15,7-6 36-15,2-2-46 0,3-5 43 0,8-4-49 16,1-1 32-16,2-3-47 0,1-2 35 0,-2 1-47 16,1-2 40-16,-3 3-38 0,-1 0-3 0,-11 5 1 15,-3 4 1-15,-2-1-2 0,-9 4-3 0,0 4-7 16,-7 0-51-16,-2 4-68 0,-3-1-55 0,0 4-71 16,-4-2-79-16,0 4-37 0,-10 3-15 0,0 0 25 15,12 3-56-15,-12-3-39 0,-3 15-52 0,-2-3-415 16,-6 4-504-16</inkml:trace>
  <inkml:trace contextRef="#ctx0" brushRef="#br0" timeOffset="105508.75">26062 6884 568 0,'-5'-11'552'0,"0"3"-123"0,-2-2-55 0,3 3-2 0,-1 0-15 0,3-2-21 0,-1 5-27 0,-1-2-33 0,2 1-36 0,2 5-33 0,-4-8-21 0,4 8-23 0,-3-8-18 16,3 8-8-16,0 0 1 0,0 0-29 0,0 0 12 16,0 0-15-16,11 5-7 0,-11-5-21 0,6 8-13 15,0-3 19-15,-1 1-20 0,2-1 4 0,-2 0 2 16,0 2 7-16,3-2-19 0,-3 0 31 0,1-1-29 16,1 1 29-16,-1 0-23 0,4-2 38 15,-2 1-31-15,0 1 30 0,1-4-28 0,-9-1 38 0,21 0-31 16,-7-2 44-16,-1-3-31 0,5-1-7 0,1-3-4 15,4-4-12-15,5-3 12 0,4-5-36 0,3-2 31 16,7-8-12-16,3-4-9 0,1 1-7 0,4-3-2 16,-1 0 12-16,1 1-5 0,-1 3-13 0,-3 1-8 15,-2 1-8-15,-6 6-6 0,-5 3-4 0,-1 2 0 16,-5 4-10-16,-5 0 0 0,-2 4-7 0,-2 4-18 16,-5-1-52-16,-1 0-52 0,0 3-56 0,-3 0-49 15,0 1-56-15,-2 2-24 0,-7 3-42 0,5-7-56 16,-5 7-48-16,0 0-41 0,0 0-14 0,-10-1-82 15,10 1-116-15,-14 3-272 0,5-1-567 0</inkml:trace>
  <inkml:trace contextRef="#ctx0" brushRef="#br0" timeOffset="106608.36">26112 9797 488 0,'-7'-12'534'0,"1"1"-82"0,0 0-96 0,-1 2-5 0,1 1-28 0,1 0-7 0,-2 1-25 0,2 0-40 0,3 2-45 15,2 5-39-15,-7-6 22 0,7 6 20 0,0 0-20 16,-8 6-12-16,7 1-20 0,-1 2-17 0,2 3-5 0,-2 0-6 16,2 3-20-16,2 1 10 0,-1 1-14 15,1 0-8-15,2-2-25 0,-1 0 17 0,1-1-12 16,2 0 29-16,-1-2 5 0,4-2 54 0,0-1-6 0,3 0 36 16,3-5-27-16,2-2 4 0,4-4-54 0,5-2-21 15,7-5-12-15,11-4-18 0,11-7 21 16,3-3-23-16,2-3 28 0,4-2-34 0,2-3 26 15,2-1-20-15,-1-3-14 0,1 0-10 0,-3-3-39 16,3 3 29-16,-2-1-37 0,-2 1 40 0,-3 3-48 0,-6 6 38 16,-4-2-30-16,-11 9 19 0,-5 3-37 0,-9 3 4 15,-3 2-75-15,-5 2-31 0,-3 0-68 0,-2 3-84 16,-1 2-24-16,-12 4-39 0,9-3-51 0,-9 3-54 16,-3 6-14-16,-6-2-48 0,-2 7-79 0,-5 0-135 15,-7 4-307-15,-1 0-642 0</inkml:trace>
  <inkml:trace contextRef="#ctx0" brushRef="#br0" timeOffset="111474.09">13962 11554 46 0,'0'0'731'0,"0"0"-170"0,0 0-130 0,0 0-84 0,0 0-68 0,0 0-53 0,6-4-30 0,-6 4-7 0,0 0-10 0,0 0-14 0,4 8 2 0,-4-8-19 0,5 9-25 16,-2-4-20-16,-1 1 9 0,5 3-1 0,-2-2-19 0,1 2-15 15,-1-3-11-15,2 3-7 0,0-2 17 16,0 0 9-16,0 0 4 0,2-3 3 0,-2 0-8 16,0 0 7-16,2 2-12 0,0-3-6 0,-9-3-5 15,14 4-2-15,-14-4-5 0,18 1 10 0,-9-4-9 16,2 1-2-16,1-1-7 0,0-3-1 0,2-2-9 0,-3-1 12 15,7-3-27-15,0-7 14 0,2 2-13 0,5-8-3 16,0-1-3-16,6-1 2 0,-2-5 22 0,10-5-40 16,2-6 11-16,3 0-4 0,0-1-6 0,2 0-3 15,-3-2 3-15,2 5-5 0,-3 2-6 0,-5 3-7 16,-5 6-24-16,-4 5-60 0,0 3-120 16,-11 5-186-16,0 5-151 0,-6 5-171 0,-2 3-516 0,-9 4-846 15</inkml:trace>
  <inkml:trace contextRef="#ctx0" brushRef="#br0" timeOffset="120778.22">19288 7172 139 0,'0'0'129'0,"-14"2"-22"0,14-2-24 0,-15 0-5 0,15 0-6 0,-13 0-2 0,13 0-9 0,-15 0-12 16,15 0-9-16,-13 0-4 0,13 0 0 15,-13 0 0-15,13 0 12 0,-15 0-8 0,15 0 2 0,-13 0-7 16,13 0 9-16,-11-2-1 0,11 2 8 0,-12 0-9 16,12 0 9-16,-9-3-13 0,9 3 2 0,-10-1 1 15,10 1 5-15,-8-2-19 0,8 2 11 16,-7-3-7-16,7 3 9 0,-7-2-17 0,7 2 7 16,0 0-17-16,-11-5 12 0,11 5 0 0,0 0 17 0,-9-3-19 15,9 3 17-15,0 0-18 0,0 0-11 0,-8-4 12 16,8 4 11-16,0 0-15 0,0 0 14 0,0 0-16 15,0 0 11-15,0 0-24 0,-4-5 20 16,4 5-18-16,0 0 15 0,9-1-15 0,-9 1 26 0,8-2-12 16,-8 2 12-16,15-2-4 0,-15 2-20 0,13-1 7 15,-13 1-15-15,18-2 19 0,-18 2-1 0,17 0-4 16,-17 0-3-16,19 0 1 0,-9 0-22 0,-10 0 25 16,26-1 6-16,-15 1-11 0,3-1 20 0,-1 1-5 15,2-2 12-15,-3 2-25 0,2-1-1 0,0 1 1 16,-1-1 2-16,2 1-3 0,-2-1-1 0,2 0-3 15,-1 1 6-15,0 0 6 0,-1-1-6 0,2-1 1 16,-2 2-2-16,0 0-2 0,0-1-1 0,0 1-4 16,-1 0-3-16,1 0 3 0,0 0-13 15,0-2 14-15,-1 2 0 0,4 0 2 0,-3-2 2 0,2 1-5 16,0 1 2-16,-1 0 4 0,2 0-4 0,0 0 1 16,0 0 2-16,0 0-7 0,0 0 0 0,3 0 6 15,-3 0-3-15,3-2 6 0,-1 2 0 0,2 0 1 16,-4 0-6-16,-2 0-2 0,3 0 5 0,-2 0-10 15,-1 0 3-15,2 0 0 0,-1 0 0 16,-2 0 4-16,1 0 10 0,0 0 4 0,0 0 12 0,-1 2-7 16,1-1-6-16,0 1-1 0,-1 0 7 0,0-1-14 15,2 1-4-15,-1-1 0 0,0 1 0 0,2-1-3 16,2 2 0-16,-1-1-1 0,-2 0-2 0,4 2-3 16,-3-2 3-16,2 1 0 0,-1-1 1 0,0-1-2 15,0 2 3-15,-1-1-1 0,1 0-1 0,-2 1 1 16,3-2 1-16,-4 1-2 0,0 0 0 0,2-1 2 15,-1 0 4-15,-1 0 17 0,2 2 1 0,1-2 0 16,0 1-2-16,-1-1-8 0,2 2-4 0,0-2-2 16,0 2-5-16,1-1 2 0,-1-2 1 0,3 2-3 15,-1 0 4-15,-1 0-3 0,2-1 3 16,0 1-1-16,-1-1-2 0,1 2 2 0,2-1 1 0,-3-1-6 16,1 0 3-16,1-1-3 0,-3 2-1 0,4-2-1 15,-3 0 6-15,0 0-5 0,0 1 2 0,2 1-1 16,-3-1-2-16,0 1 1 0,3-2 2 0,-3 2 14 15,0 0-18-15,2 0 4 0,-2 0-4 16,1 0-2-16,-2 1-2 0,3-3 6 0,-1 2 3 0,-2 0-4 16,4 0 1-16,-2-2 1 0,1 1-4 0,2 1 3 15,-2-2-1-15,2 1 6 0,-1-1 4 0,1 1 1 16,0 1-5-16,5-2 1 0,-2 1-1 0,-3-1 3 16,0 0-2-16,0 2-6 0,1-2 3 0,-1 1 1 15,3-1 3-15,-2 2-4 0,-1-2-10 0,5 0 11 16,-2 0 1-16,1-2-3 0,2 2 6 15,0-1-7-15,-1-1 3 0,3 1-2 0,-2-2 2 0,2 2 1 16,0-2 0-16,1 3 1 0,-2-2 1 0,2 1 4 16,4 0-1-16,-4-1-2 0,1 2-1 0,2 0-4 15,-3 0-2-15,1 0 0 0,-1 0 4 16,1 0 2-16,0 0-7 0,-1 0 0 0,-1-2 2 0,0 2-1 16,-1-1-2-16,1 1 5 0,-2-2-5 15,2 0 0-15,-3 0 2 0,3 0 1 0,-2 0 2 16,1 2-2-16,0-3 5 0,0 0 2 0,-1 1 5 0,-1 0 2 15,2-3 0-15,-1 2-4 0,2 0-2 16,-2 1-3-16,1 0-3 0,-1-1 3 0,0 0-1 16,1-1 0-16,-1 1-1 0,4-2-5 0,-3 2-1 15,-1 0 5-15,3-2 0 0,1 0-3 0,-1 2 0 16,0-2 0-16,-2 1 1 0,2 0 0 0,-4 0 2 0,0 1 5 16,1 0 6-16,-1-4 0 0,0 3-4 0,-2 1 7 15,1-1 2-15,-3-1-1 0,2 1 0 0,-1-1-1 16,-2 1-1-16,3-2-2 0,-3 0-3 0,1 2 0 15,0-3 0-15,-1 1-5 0,2 0-4 16,-2 2 2-16,0-4 1 0,1 2-2 0,-2 0-1 16,2 1 2-16,-1-2-4 0,0 1 1 0,-3 0-1 15,2 0 1-15,-4 1 3 0,-1-1 10 0,-1 2 31 16,0-2 2-16,-1 0-6 0,-1 1-8 0,0-1 16 0,-3-1 12 16,1 0-5-16,-1 1-17 0,0-1-4 15,-1-1-13-15,0 1 0 0,-1-3-8 0,-1 4 1 0,2-5-6 16,-2 3 2-16,-1-2-9 0,0 2 2 0,0-2-4 15,-3 1 3-15,3-2 0 0,-4 3-3 16,1-3 1-16,0 3 1 0,-1-4-1 0,-1 1 0 0,-2 0-3 16,0-1 1-16,0 2 0 0,-2-5-3 0,-1 5 1 15,-1-5-1-15,-1 1 1 0,-1 1-1 0,-2-1-1 16,-1 2 2-16,0-1-2 0,-1 0 0 0,-1 0 1 16,0 1-1-16,2 0 2 0,-3 0-2 0,1 1 3 15,0 1-3-15,-1 0 0 0,1 0 2 0,-3 0-2 16,2 1 0-16,1 0 2 0,-3 0-2 0,0-1 2 15,-2 2 0-15,1-2-2 0,-3 0 0 0,1 1 3 16,-2 1-2-16,-2-2-2 0,1 2 7 0,-1-1-8 16,-2 1 8-16,0 1-6 0,1-3 7 0,-2 2-8 15,-2 2 1-15,3-2 4 0,-1 2-6 0,-2 0 1 16,3 0 0-16,-2 2-1 0,-1-2 3 0,3 3 0 16,-1-3 1-16,0 4 0 0,1-2-1 0,3 1 0 15,1-1 1-15,-1 2-2 0,2-2 2 0,-1 3 0 16,1-3 1-16,0 2-1 0,0 0-1 0,1-1-1 15,-2 2 2-15,3-1 2 0,-2-1-2 0,1 2 0 16,-1 0-2-16,-2 1 1 0,2 0 0 0,-3 0 0 16,1 0 0-16,-2 0 1 0,1 1 0 0,-2 0 0 15,-3 0 0-15,0 1 0 0,-2 0 3 0,0-1 0 16,1 2-5-16,-2-2 4 0,0 1-3 0,-1-1 14 16,-1 0-17-16,2 0 4 0,0 1-3 0,-1-1 6 15,0 0-6-15,0 0 5 0,2 1-5 0,-1-2 5 16,1 2-5-16,2-2 1 0,-2 1 4 0,2 1-3 15,-2-1 0-15,1 1 1 0,1-1-2 0,0 2 1 16,-1-2 0-16,2 0 0 0,-4 1 3 0,1 0-3 16,0 1-1-16,0 0 6 0,-3 0-5 0,-2 1 8 15,0-1-10-15,-2 1 6 0,2-1-5 16,-1 2 2-16,-2-1-1 0,3-2 1 0,2 2 0 0,2-1 5 16,1-2-8-16,-2 2 5 0,3 0-4 15,-1-3 5-15,3 2-6 0,-2-1 4 0,0-1-3 0,0 2 4 16,2-2-5-16,0 1 0 0,1-1 2 15,-3 2 1-15,2 0-4 0,-1-1 1 0,-2 0 2 0,2 1-3 16,1-1 7-16,-2 2-6 0,0-2 1 16,-1 2 2-16,1-1 3 0,0 0-3 0,-1 1 3 0,1-1-6 15,-1 0 4-15,-1 1-2 0,1-1 2 0,-3 0-2 16,2 0 3-16,-1-1-4 0,1 2 4 0,0-2-6 16,-1 0 7-16,1 0-6 0,1 0 0 15,0 0 1-15,-1 0-1 0,3 1 0 0,1-1 4 0,-3 0-3 16,3 1 1-16,-1 0-2 0,1-1 2 0,3 2 1 15,0-2-2-15,-1 1 2 0,3-2-4 0,-2 2 3 16,0 0-4-16,-1 0 0 0,-1 0 5 0,-1-1-1 16,1 0-1-16,-3 1 1 0,3-1 1 0,-4 0 0 15,5 1 0-15,-4-1 0 0,0 1 0 16,3-2-1-16,1 0 0 0,1 0 0 0,-6 0-1 16,7-2 2-16,-2 2-1 0,1-1 2 0,0-1-1 15,-1 1 0-15,3 0 1 0,0-1 0 0,1 1 1 0,-2 0-1 16,3-1 4-16,-1 0 12 0,2 0-2 0,-1 1-3 15,1 0-3-15,-2-1-2 0,3 1-1 16,-1-1-1-16,-1 1-2 0,0 1 0 0,-1 0-2 16,1 0 1-16,-2 1 0 0,1 1 1 0,-1-1-3 15,-1 1 1-15,0-1 1 0,2 0 0 0,-3 2 2 16,2 0 2-16,-1 1 2 0,2-2 11 0,-2 1-3 0,1 0-2 16,0 2-2-16,-2-1 1 0,3-1-5 0,-2 1 3 15,1-1-7-15,2 2 3 0,-1-1-2 0,2 0-1 16,-1 1 2-16,1-1 1 0,1 2-1 0,-3-1-4 15,4 0 1-15,-2 1 1 0,-1-1 0 16,2 1-1-16,-2 2 0 0,-1-1-1 0,-1 2 2 16,4-1-2-16,-2 0 2 0,1 2 1 0,-2 0-1 0,0 0 3 15,4 1 3-15,-4 0-6 0,2 1 11 16,0-2-4-16,-1 2 3 0,2-2-4 0,0 1 4 16,0 0-9-16,4-3-1 0,-2 2 0 0,3-1 3 15,-2-1-3-15,4 0 0 0,-1 1 6 0,2 0-3 16,-1 0 1-16,4 1 1 0,-1-3-5 0,0 4 4 15,3-3 8-15,0 4-13 0,-1 0 13 0,3-1-7 16,1 0 11-16,0 1 0 0,3 1 10 0,0 2-13 16,1-1 5-16,3 1-11 0,-1-2 8 0,3 2-13 15,4 0 17-15,0-2-6 0,3 2 13 0,3-1 3 16,6 1-9-16,0-3-2 0,3 1-1 0,-1-1-6 0,5-2-2 16,-3 2-3-16,2-2-17 0,-2 0 21 0,1 3-23 15,-2-3 17-15,-2 0-19 0,-1 0 21 16,2 1-20-16,-5-2 17 0,1 2-43 0,1-2-9 0,-1 1-62 15,5-1-39-15,0 0-84 0,4-3-70 16,3-2-69-16,1 0-85 0,4-4-114 0,3 0-431 16,10-5-596-16</inkml:trace>
  <inkml:trace contextRef="#ctx0" brushRef="#br0" timeOffset="123692.22">24218 12458 175 0,'0'0'283'0,"0"0"-48"0,2-6-21 0,-2 6-27 0,0 0-24 0,0-11-19 0,0 11 0 0,0 0-23 0,-2-8-21 0,2 8-3 0,-4-7-3 0,4 7-18 0,-9-8-10 0,1 4 2 16,-2 1 8-16,0 0-7 0,-2-1 2 0,-4 1 1 16,0 0 15-16,-3 0-32 0,1 1 23 0,0-1-20 0,-1 0 26 15,-1 3-22-15,-1-3 18 0,0 1-21 16,1-1 9-16,-5 2-23 0,-1 0 20 0,1-1-37 0,-2 0 18 16,-1 0-17-16,-2 0 7 0,1 1-15 15,-3-1 18-15,-4 1-16 0,-1 0 12 0,-4-1-18 16,-1 2-3-16,1 0-2 0,-10 0 8 0,1 0 7 0,-1 0-9 15,0 0 3-15,1 0-9 0,-1 0 5 0,1-2-9 16,2 2 9-16,4-1-12 0,3 0 11 0,-7-1-6 16,4-1 31-16,-2 0-5 0,4 0 3 15,-3-1-10-15,3 2 2 0,3-2 3 0,0 0-8 0,0-1 2 16,0 1-6-16,2 1-5 0,1-2 3 0,1 3-3 16,0-3-4-16,-1 2 1 0,2 0-7 0,3 0 4 15,2 0-4-15,-1 1-1 0,-3 1-3 0,4 0 1 16,-4-1-4-16,1 1 2 0,-2 1-3 0,3 0 3 15,-8-1-10-15,3 1 10 0,-3 0-2 0,-1 1 3 16,2-1-3-16,-1 0 0 0,-3 0 0 0,3 0 2 16,0 0-4-16,-2 1 0 0,-1-1-2 0,3 2 9 15,-1-2-5-15,-1 0 3 0,4 0-2 0,0 0 2 16,4-2-2-16,2 1 0 0,0 0-5 0,2 1 6 16,0-2-1-16,-1 1 9 0,2-1 0 0,1 1 9 15,-1-2-6-15,3 0 3 0,0 2-12 16,0-3 8-16,-1 2-6 0,1 0 2 0,-2 0-7 0,1 1 6 15,1 0-4-15,-4 1 3 0,1 0-11 0,0 0 10 16,-2 0-6-16,0 2 7 0,0 0-8 0,-5-1 7 16,-1 2-4-16,4 1 31 0,-2 0-7 0,-2 0 5 15,3-1-10-15,-2 3 0 0,1-2-10 0,-1 1 5 16,5-4-11-16,0 2 5 0,1 0-15 0,-1 2 13 16,2-3-7-16,0 3 7 0,0-4-11 0,0 4 8 15,2-1-1-15,-2 2-2 0,-4-2 1 0,0 1-1 16,2 2 3-16,-2-1-3 0,0 0 2 0,1 2-2 15,0 0-6-15,-3 0 7 0,2 0 0 0,0 2-1 16,0-2-2-16,0 2 2 0,0-1 2 0,0 0-8 16,2 1 7-16,0-4 1 0,1 3 0 0,2-2-2 0,4-1 1 15,-1 2-1-15,-1-4-4 0,2 2 3 16,2-1 0-16,-1 1 0 0,0-2 0 0,2 1-2 16,-1 2 2-16,2-4-3 0,1 3 2 0,-2 0-4 15,-2 0 3-15,4 0-1 0,-4 0 0 0,2 1 3 16,1 0 0-16,-3 3 0 0,-1-4-6 0,3 4 3 0,-3-1 5 15,-3 2-1-15,-1 0-1 0,2 0-1 0,0 0-1 16,1-1 0-16,1 1 1 0,1 0 0 0,3 0 0 16,-1 0 0-16,1-1-2 0,1 1 3 0,1-2-4 15,0 2 3-15,4-2-5 0,0 1 7 0,0-2-9 16,1 3 19-16,2-2-16 0,-1 4 8 0,0-2-7 16,2 0 7-16,2 1-7 0,-3 0 4 0,3 1 2 15,-2 2-4-15,4 0 4 0,-1-2 7 0,1 2 6 16,-1 2-5-16,3-1 8 0,0 0-1 0,-1 2 3 15,4 0-8-15,-2 1 4 0,2-1-11 0,2 1 8 16,-2 0 0-16,5 1 2 0,2 1-2 0,1-2 4 16,3 1 3-16,4 2-2 0,6-3 2 0,4 3 4 15,7-2-5-15,0-2-1 0,3 0-4 0,2-1 3 16,1-2-9-16,4 0 7 0,-1-2-1 0,0-1-2 16,6 1 4-16,-2-3-1 0,4 1-1 0,2-2-3 15,1 1 0-15,2-3-2 0,3 3 2 0,9-2-2 16,-8 0 2-16,9 1 0 0,-1 2 3 0,-8-6 1 15,-1 4 1-15,1-1-8 0,11 0 8 0,-1 0-6 16,2-2 7-16,-1 1-4 0,0 0 3 0,1-1-5 16,0-1 0-16,-8 0 4 0,9 0-4 0,-12-1-2 15,1 0-4-15,0 1 7 0,0 0-11 0,-3 1 10 16,0-2-10-16,-1 0 7 0,2 2-5 0,-2-1 4 0,0 1-7 16,-1-1 7-16,3 0-10 0,-1 1 10 0,-1-2-8 15,1 3 9-15,-1-4-9 0,1 2 9 0,-3-2-7 16,1 1 5-16,1-1-9 0,2-1 15 15,2-2-14-15,1 0 9 0,2 1-7 0,3-1 9 0,-2 0-9 16,15-1 10-16,-13 2-7 0,-1-1 11 0,-1 0-13 16,-2 2 10-16,0-2-8 0,-2 0 8 0,-2 0-7 15,1 0 4-15,-5-2-10 0,2 1 14 16,-1 0-15-16,-1-1 10 0,-3-3-11 0,0 2 11 0,0 0-11 16,0-3 11-16,2 2-1 0,-2-2-3 0,-1-1 4 15,1 2-4-15,0 0 0 0,-1-4-13 16,2 1 15-16,-1 0-3 0,-1 1 1 0,0-2 0 0,-1 2-1 15,-1-1-3-15,1 0 6 0,-5-1-3 16,2 0 2-16,-3-1-3 0,-2 2 1 0,-1-3 2 16,0 2-1-16,-2-2 1 0,-6 2 2 0,4-3-6 0,-4 1 2 15,6-3 2-15,-3 2 0 0,1-3-2 0,-2 1 0 16,1-2 0-16,1 2-13 0,-1 0 16 0,0-1-14 16,-5 1 15-16,-3 2-10 0,0-1 10 0,1 0-11 15,-5 1 15-15,1 0-15 0,-4 0 18 0,-2 2 11 16,-1-1 22-16,-3-1-22 0,-2 2 18 0,1-2-31 15,-4 1-2-15,-3-1-4 0,2-2 1 0,-4 1 1 16,-2-1-2-16,-2 0 2 0,-2-2-6 0,-2 0 0 16,-5-2 0-16,0-1 2 0,-3-3-1 0,-7 0-2 15,0 0 27-15,-3-3-36 0,-3-1 25 0,-5 1-25 16,-2 0 24-16,-3-1-24 0,-11-1 22 0,-3-3-6 16,-5 5 1-16,-4 1-22 0,-4 1 22 0,-2 2-20 15,-5 2 19-15,-5 0-18 0,-4 3 20 0,-7 2-24 16,-5 2 27-16,-4 2-25 0,-5 2 22 0,2 0-23 15,-4 3 30-15,3 1-30 0,-1 4 21 0,2-2-20 16,1 2 20-16,7 2-22 0,3-1 21 0,6 2-33 16,6 1-23-16,13 2-58 0,7 0-81 0,2 1-88 15,1 4-74-15,4-1-40 0,4 2-115 0,0 1-630 16,1 3-750-16</inkml:trace>
  <inkml:trace contextRef="#ctx0" brushRef="#br0" timeOffset="127524.13">30893 9375 370 0,'4'-5'304'0,"-1"-2"-73"0,1 3-24 0,1 1-56 0,-5 3-9 0,9-10-38 0,-9 10-7 0,9-8-32 0,-9 8 11 0,8-10-17 0,-8 10 21 15,7-7-22-15,-7 7 7 0,8-8-11 0,-8 8 14 16,5-8-27-16,-5 8 23 0,4-6-28 0,-4 6 15 16,3-6-23-16,-3 6 12 0,0 0 2 15,-1-7 22-15,1 7-3 0,-6-4 4 0,6 4 5 0,-10-3 5 16,10 3 2-16,-15-4 11 0,15 4 3 0,-18-3 0 15,5 2-2-15,2 0 4 0,-2 1 6 0,-4 0-2 16,-1 0 13-16,0-1-4 0,-6 1-9 16,1 0-2-16,-4 1-8 0,-3-1-6 0,-2 1 7 0,-4-1-5 15,-2 1-11-15,-2 1-11 0,0-1-12 0,-2 0-3 16,1 1-10-16,-2-1-5 0,-6 0-6 0,-1 0-4 16,-1 0 9-16,1-1-3 0,-1 1-5 0,1-1 12 15,-2 2 6-15,-2-2-1 0,2 0-10 0,-2 0 1 16,-1 0-8-16,0 0-1 0,-2 0-8 0,-2 0 2 15,2 0-5-15,0 0 5 0,0 0 10 0,1 0 11 16,1 0-16-16,2 0 8 0,3 1-15 0,6-1 5 16,3 1-6-16,-1-1 2 0,1 1-10 0,1-1 8 15,0 1-14-15,3 0 10 0,-3 1-9 0,1-1 7 16,1 0-8-16,-3 1 5 0,1 1-8 0,-1-3 8 16,-7 2-8-16,6 0 12 0,-7 1-12 0,8-1 8 15,-5 3-7-15,5-2 8 0,2 0-2 0,0 0 1 16,1 0-8-16,1 1 11 0,1 1-11 0,2-1 8 0,2-1-6 15,2 0 8-15,2 3-9 0,1-3 8 16,2 1-8-16,-1 1 13 0,3-1-18 0,-2 1 14 0,-1 0-10 16,3-2 8-16,-2 2-9 0,0 1 10 15,2-1-8-15,-2-1 9 0,-1-2-10 0,1 3 10 16,0 0-8-16,1-3 13 0,-3 2-15 0,2-2 9 16,-1 1-8-16,-1 0 9 0,3 0-11 0,-2-1 10 15,0-1-11-15,-1 0 13 0,1 2-11 0,1-3 10 16,0 1-12-16,-3 0 16 0,5 0-15 0,-2 1 12 15,-3 1-9-15,-1-3 7 0,1 4-10 0,0-2 11 16,0 0-10-16,-1 1 10 0,-1 0-9 0,1 2 7 16,-4-1-10-16,3-1 11 0,2 0-11 0,0 0 13 15,-1 1-10-15,0-1 9 0,3 2-10 0,-2-4 10 0,1 2-10 16,-1-1 10-16,3 1-8 0,-2 1 6 0,3-3-9 16,-1 4 10-16,-1-4-10 0,4 2 10 15,-1 0-9-15,0 2 8 0,-1-1-7 0,2 0 7 16,-1 2-6-16,0-1 3 0,-1 2-2 0,2 0 0 15,-1 2 1-15,0-2 2 0,-1 2-3 0,3 1 6 16,0 0 2-16,0-1 2 0,2 2 1 0,1-2-2 16,2 3 1-16,2-5-4 0,1 2 0 0,0 0-2 15,3 0-2-15,0-2 4 0,1 1-2 0,1-1 1 16,0 0 0-16,3 1 7 0,-2-1 6 0,3 2 4 16,0-2 12-16,0 2-8 0,3 0 6 0,1-2-11 15,0 3 2-15,1 0-4 0,4 1 4 0,-1-1-1 16,6 2-5-16,-1 0 1 0,3 2-11 0,2-2-4 0,1 2 5 15,3-1 4-15,4 1-6 0,0 2 5 16,3-2-3-16,3 0 5 0,4 1 7 0,4 0-1 16,0-1-7-16,3 0-3 0,1 0 2 0,1 0-5 15,2-2 2-15,1 1-1 0,2 0 2 16,0-1-3-16,2-2 1 0,2 2 4 0,1-1 3 0,3-1-6 16,0 0 3-16,2-1 2 0,9 0-3 0,5 1 2 15,-11-5 8-15,10 2 5 0,-9-2-5 0,0 0 6 16,1-2-9-16,2 1-3 0,0-1-3 0,-1 0 0 15,2 0-2-15,-1-2 3 0,0 4-6 0,-1-4 0 16,11 4-1-16,-10-3 2 0,-2 1 46 0,3 0-38 16,0 2 59-16,-2-1-48 0,-3-1-2 0,5 0-3 15,6 1-2-15,-7 1 38 0,-2-2-55 0,3 0 45 16,0-1-53-16,-1 1 54 0,2-3-55 0,0 0 43 16,-1 0-51-16,11-3 46 0,-3-1-49 0,0-2 49 15,0 2-51-15,1-3 53 0,1 1-51 0,1 0 42 16,0-1-48-16,2-1 49 0,-3 1-52 0,2-2 52 15,-3 2-46-15,1-2 47 0,-5 0-50 0,-1 2 51 16,-8 0-51-16,-1 0 49 0,-3-1-51 0,3 0 51 16,-3 1-2-16,1-3-7 0,-3 1-3 0,3 0-4 15,-4 0 3-15,0-1-5 0,-1 0-2 0,-1-2-43 0,-3 1 54 16,-3-2-48-16,0 1 55 0,-4 0-49 0,0-1 52 16,-4 0-46-16,-5 1 66 0,-1 1-47 15,-2-1 42-15,-1 2-48 0,0-1 48 0,-3 0-7 16,-5-1-5-16,2 4-4 0,-2-3-5 0,-4 2 0 15,0-2-6-15,-4 1-3 0,-1 0 4 0,-1-2-6 0,-4 0-1 16,-1-2-3-16,-4 1-2 0,-2-4 5 0,-3 3 9 16,-4-5 0-16,-6-5-2 0,-4 2-4 0,-5-5 15 15,-4 0-22-15,-6 2 0 0,-3-2 5 0,-12-2 0 16,-3-1 2-16,-4 4-1 0,-5 1-1 0,-2 0 2 16,-4 3-6-16,-7 3-41 0,-4 1 49 0,-6 3-44 15,-4 3 43-15,-3-1-44 0,-4 4 31 0,1 1-59 16,-1 0-32-16,2 3-28 0,1 1-29 0,3 4-39 15,4 0-67-15,0 3-123 0,5 3-106 0,2 2-114 16,4 3-730-16,-1 0-932 0</inkml:trace>
  <inkml:trace contextRef="#ctx0" brushRef="#br0" timeOffset="132790.67">23706 10667 104 0,'8'3'130'0,"-3"1"-7"0,-5-4-33 0,9 5-19 0,-9-5-7 0,9 5-6 0,-9-5 20 0,8 4-18 16,-8-4 10-16,0 0-18 0,11 1 17 0,-11-1-6 0,0 0 4 15,14-1-15-15,-14 1-5 0,9-4-1 0,-9 4 12 16,11-6 58-16,-11 6-23 0,7-6-11 16,-7 6-10-16,8-9 2 0,-8 9-5 0,4-9 3 15,-4 9-4-15,1-11 18 0,-4 5-18 0,2 1 8 16,-5-3-8-16,-1 2 19 0,-1-2-15 0,-3-1 3 0,-2 1-6 15,-4-2 14-15,-3 2-22 0,1-2 32 16,-4 2-18-16,-5-3 1 0,0 2 4 0,-3-2 0 16,1 3-11-16,-4-3 3 0,1 4-9 0,-1-3-9 15,-7 2-2-15,0 0-4 0,-1 0 8 0,1 0 20 16,1 3 5-16,-3-1-17 0,-3-1-8 0,1 1-7 0,-2 3-9 16,-2 0-8-16,-1-1-2 0,-1 0 0 0,1 1-7 15,-5 0 6-15,2 1 0 0,0 1-2 0,-2-1-3 16,-1 1 7-16,1 0-3 0,0 1 22 0,0 0 8 15,2-1-16-15,0-1-4 0,1 1-8 16,-1-1-6-16,0 1-2 0,2 0-5 0,-2-1-2 0,2 1 2 16,-3 0-4-16,3 0-3 0,-2 0 2 0,-1 0-1 15,-1 1 2-15,1 0 9 0,1 0 0 16,-1 0 9-16,-1 0-1 0,1 0-1 0,1 1-5 16,-4 0-9-16,3 0 1 0,-3 1-1 0,2 0-7 15,0 0-1-15,-1 1-2 0,1-1-1 0,3 0 1 0,-1-1-2 16,2 2-1-16,3-1 3 0,4-1-9 0,3 2 8 15,0-2-6-15,-1 0 4 0,1 0-7 16,0 2 8-16,-8-1 3 0,1 1-1 0,2 0 6 16,-2 1-10-16,2 0 1 0,-1 0-1 0,-1 1-6 0,2 0 8 15,3 0-10-15,-3 1 10 0,2-2-8 0,6 1 9 16,-3 0-6-16,5-2 7 0,-2 2-5 0,2-2 4 16,0 1-6-16,-1 1 5 0,3-3-4 0,3 0 6 15,0 1-7-15,2-2 7 0,0 2-6 0,2-1 4 16,-3 1-4-16,2-2 3 0,0 3-6 0,-1-2 7 15,-5 2-6-15,1-1 5 0,1 3-2 0,-3-1 2 16,0 0-6-16,1 1 6 0,-1 2-4 16,2-2 2-16,-2 3-1 0,2-2-1 0,0 2 1 0,0 0 1 15,-1-1 6-15,2 1 4 0,-2 1-12 0,3-1 3 16,2 2 1-16,1-3-3 0,0 1 3 0,3 0-2 16,2 0-2-16,2 0 1 0,0 1-1 0,1-1 2 15,1 4 1-15,1-3 3 0,0 4-4 0,1-1 1 16,1 0 5-16,0 2-11 0,0 1 11 0,1 0-8 15,0 1 8-15,1 0-7 0,0-1 6 0,4 1-10 16,-2-2 7-16,1 2-5 0,2-1 4 0,1-1-3 16,-1 0 6-16,4-4-5 0,-1 3 4 0,3-2-4 15,-1 1 4-15,3-2-6 0,0 0 13 0,1 1-8 16,1 0 6-16,4 0-5 0,-2 1 7 0,3 0-6 16,1-1 25-16,0 0-27 0,2 2 7 0,0-4-10 0,1 3 4 15,2 0 1-15,1-1 0 0,1 1 0 0,0 2-3 16,1-5 5-16,3 3 6 0,1-1 4 15,5 2-4-15,3-3 1 0,3 1-1 0,0 1-2 16,7-2-3-16,3 2 1 0,1-3 0 0,1 2 2 0,0-4-3 16,2 3 2-16,-1-5-3 0,-2 2 11 0,1 0-18 15,-3-3 17-15,-2 1-7 0,0-1 10 0,1-1-11 16,-1 1 10-16,0 0-14 0,0 0 7 0,-1-2-8 16,4 0-1-16,-3 0 0 0,0 2 1 0,1-2 3 15,2 0 0-15,1 0 2 0,5-1-5 0,2 1 7 16,-2 1 1-16,3-2-4 0,-1 3 1 15,-3-4 2-15,4 4 5 0,-10-3 3 0,7 3-6 0,-6-4-7 16,1 3 3-16,-3-2-1 0,3 1 3 0,-3 1-5 16,-2-2 4-16,3 1-2 0,-1 0-2 0,-4-2 7 15,5 1 0-15,-2-1-2 0,1-1 2 0,2 2 4 16,-1-2 4-16,2 2-6 0,0-2 0 0,0 0-1 16,0 0 0-16,2 0 1 0,-2 2 4 0,0-1-10 15,1-1-1-15,2 2 2 0,-1-1 5 0,1 0 0 16,-1 0-1-16,7-1-2 0,0 1-9 0,-3 1 5 15,-2-2-1-15,-4 2-2 0,1-1-1 0,-1 0 4 16,-2 1 2-16,2 0 16 0,-2-1-18 0,0 1-2 16,0 1 0-16,0-3 0 0,-3 3 2 0,2 0-4 15,-1-2 4-15,-1 0-1 0,1 0 5 0,-1 1-5 16,2 0 1-16,-2-2 2 0,1 0-3 0,0 1-3 16,-1-1 6-16,4 2 9 0,-3-2-7 0,1 2-3 15,0-2-2-15,3 1 2 0,0-1-2 0,0 1-3 16,1-1 25-16,-1 1-5 0,1-1 1 0,2 0-5 15,-2-1-6-15,1 0-3 0,-2 1-4 16,-2-1 2-16,-1 0-2 0,3 0 0 0,-3-1 4 0,-1 1-7 16,-1 1 1-16,1-4-1 0,-1 3-5 0,0 0 6 15,-2 0-3-15,3-2 14 0,-2 2-17 0,1-1 7 16,-3-1-7-16,1 1 6 0,-3-1-2 0,-2 3-3 16,1-3-1-16,0 0 4 0,-3 1 0 0,3-1 1 15,-2-1 1-15,0-2-25 0,-1 3 28 0,0-1-12 16,-1-2 13-16,-1 0-14 0,-1 0 12 0,0 2-13 15,-1-3 14-15,-1 1-17 0,-3-2 17 0,3 1 3 16,-3 0-3-16,-2-1-5 0,-1 2 2 0,-2-2-3 16,2 0-1-16,-2-1 0 0,0 0 1 0,-1 0 2 15,-2-1-6-15,4-3 7 0,-3 3 36 0,1-3-49 16,-2-1 45-16,1 1-51 0,-1-1 45 0,1-3-49 16,-3 2 48-16,1 0-53 0,-1-1 52 0,-3 2-48 15,4-2 43-15,-5 0-47 0,3 0 48 0,-3 2-48 16,2-2 50-16,0 2-52 0,-2-2 50 0,1 1-50 15,-1 2 54-15,0-1-50 0,-1-1 46 0,2 1-48 16,-2 2 50-16,0-2-49 0,0 2 48 0,-2 0-50 16,1 0 51-16,-1-2-53 0,-2 3 11 0,0-3-1 15,-1 1 8-15,-2-1-2 0,1 0 4 0,-3-2 1 16,-2-1 1-16,-2-1 1 0,-1 0 0 0,-1-1-5 16,-5-2 11-16,-2 1 7 0,-1 1-14 0,-4-2 2 15,-4-4 0-15,-2 4-2 0,-3-1-2 0,-4 2 50 0,-3-2-58 16,-5 3 49-16,-11-3-53 0,-5 2 46 0,-1 1-50 15,-3 2 47-15,-4 2-54 0,-1 2-1 16,-4 2-91-16,-3 3-65 0,-5 2-110 0,-3 2-115 16,-7 4-80-16,-2 3-188 0,-4 2-522 0,-3 3-813 0</inkml:trace>
  <inkml:trace contextRef="#ctx0" brushRef="#br0" timeOffset="135256.6">31171 5495 237 0,'4'-3'302'0,"5"-4"-54"0,-3 3-42 0,1-1-11 0,1-1-22 0,-1-1-20 0,3 1-24 0,-1-3-8 0,0 1 1 0,1-1-5 15,-1 1-14-15,1-2-2 0,-2 1-33 0,1 0 6 16,-2 0-20-16,-1 1 10 0,2-3 5 0,-2 5 8 15,-1-4 4-15,-1 3 7 0,0-2-1 0,-1 2-4 16,-1 1-19-16,-1-1-6 0,1 1-6 0,-4-1 0 16,1 0-5-16,-3 1 9 0,-1-3 2 0,-3 1 17 15,-4-1-3-15,-1 1 14 0,-5-2 24 0,-3 1 12 16,0 1 4-16,-6-3-6 0,-2 3-19 0,-2-3-14 16,-2 3-7-16,-6-1-14 0,-2-1-5 15,-2 2-16-15,-2 0 2 0,1 0-5 0,-4 1 23 16,-2-1-6-16,-1 3 0 0,-4-1-15 0,0-1-1 15,-5 3-17-15,-1 0 6 0,-11 0-18 0,-2 0 8 16,-1-2-13-16,11 5 6 0,0-1-9 0,-13 1 9 0,1 1-9 16,-2-2 8-16,1 4-11 0,-2-2 8 0,1 1-10 15,-1 1 10-15,-2-1-9 0,4 1 9 0,-2 2-11 16,2-2 0-16,-2 1 4 0,1-1 9 0,-2 0-12 16,-1 1 9-16,2 0-11 0,-3 1 10 0,-1 0-9 15,1-1 3-15,1 1-4 0,3 0-1 0,-3 0 8 16,3 2-6-16,3-1 0 0,1-1 1 0,0 2-1 15,12-3 3-15,1 1-3 0,0-1 2 0,1 1 3 16,-2-1-4-16,8 1-1 0,-2-1 1 0,1 1 1 16,4-1-1-16,1 0 0 0,-1 0 0 15,3 0 1-15,0-2 4 0,1 2 4 0,1 0-12 0,6 0 2 16,-2 0 0-16,3 0 1 0,0 0-2 16,-2 0 1-16,6 0 0 0,-1 0 6 0,1 0-1 0,1 1-11 15,4-1 8-15,2 1-6 0,-1-1 8 0,1 3-13 16,-3 0 14-16,2 1-9 0,3 0 10 0,-2 1-9 15,0 2 8-15,1-1-9 0,0 3 8 16,0-2-8-16,1 1 10 0,0 2-3 0,1-1 2 0,1 1-3 16,-1 1 0-16,2-2 1 0,1-1-1 0,4-1 3 15,-2 1-4-15,2 1-1 0,1-2 0 0,-2 1 1 16,4-2 0-16,1 1-5 0,2-2 6 0,-1 0-1 16,1 0-2-16,1 1 1 0,1-1 0 0,3 1 3 15,0 0-3-15,-1-2-2 0,3 4 1 0,-2 1 3 16,2-2-1-16,-1 4 1 0,3 0 0 0,-1-2 1 15,0 2-2-15,-1 2-1 0,1-2 1 0,2 0 4 16,-2 1-1-16,1-1-2 0,2-1 0 0,-2-1 2 16,3 0 0-16,-1 0 1 0,1-2-1 0,0 2 3 15,1-1 1-15,2 0-1 0,1 1 1 16,2 0 1-16,3 1 9 0,0 0-17 0,4 1 15 16,3-1-13-16,0 1 15 0,7 1-16 0,2-1 17 0,3 0-16 15,8 2 5-15,4-1-1 0,6-2 4 0,2 0-6 16,16 1 12-16,4-1-6 0,2-3 1 0,6 1 4 15,4-3 8-15,6 1 1 0,3-1-2 16,8-2 26-16,4 1-39 0,5-1 49 0,-1 2-43 16,19 0-4-16,3-1 41 0,-1 2-53 0,-20-5 34 0,21 4-41 15,-21-3 40-15,1-1-42 0,-2-1 43 0,1-1-48 16,-1 0 40-16,0 0-38 0,2-2 47 0,-2-4-62 16,1 3 53-16,-3-2-46 0,2-2 40 0,1-2-40 15,-1 0 41-15,19-3-44 0,-2-1 42 0,-19 0-38 16,-2-1 37-16,-3 0-40 0,-2-2 43 0,-4 0-41 15,-1 2 30-15,-4-1 3 0,-4 0-7 0,-4 1-3 16,0 0-6-16,-6 0 32 0,-2 1-32 0,-4-1 23 16,-2 2-31-16,-13-1 29 0,0 3-32 0,-2-3 33 15,-3 1-29-15,-2-1 26 0,-2 0-26 16,-3-1 27-16,-2-1-24 0,1 0 27 0,-5 0-11 0,-6-1 14 16,2 1-25-16,-4 0 32 0,1-2 4 0,-4 0 11 15,-2-1-12-15,0 0 12 0,-6 1-17 16,0 1 17-16,-4-3-22 0,0 1 14 0,-3-1-26 0,-1 2 16 15,-3-1-21-15,-2-1 16 0,-2 0-24 0,-2-1 22 16,-2 2-24-16,-4-4 19 0,-1 0-22 0,-5-2 10 16,-2 1 9-16,-4 0 0 0,-5-1 3 0,-6 0-12 15,-3 0 20-15,-6 1-24 0,-12-2 19 0,-6 1-15 16,-3 1 11-16,-4 1-20 0,-4 2 18 0,-3-2-17 16,-5 4 16-16,0-1-21 0,-4 2 18 0,-1 4-19 15,4-1 14-15,-1 4-29 0,2 2-30 0,3 1-99 16,13 3-66-16,-2 2-146 0,3 2-163 0,-3 2-158 15,-7 0-705-15,-1 4-993 0</inkml:trace>
  <inkml:trace contextRef="#ctx0" brushRef="#br0" timeOffset="137144.15">7466 11739 595 0,'0'0'553'0,"0"0"-150"0,0 0-54 0,0 0-89 0,0 0-13 0,0 0-54 0,0 0-10 0,0 0-38 0,0 0-14 16,0 0-37-16,0 0-4 0,0 0-28 0,0 0-1 15,0 0-24-15,0 0 6 0,0 0-22 0,0 0 3 16,7 4-13-16,-7-4 11 0,0 0-16 0,0 0-2 15,0 0-87-15,-2 4-48 0,2-4-107 0,-5 6-120 16,5-6-501-16,-7 3-405 0</inkml:trace>
  <inkml:trace contextRef="#ctx0" brushRef="#br0" timeOffset="141574.12">4038 12234 126 0,'0'0'308'0,"0"0"-123"0,0 0-94 0,-6 5-68 0,6-5-39 0,0 0-30 16,0 0-76-16,2 7-51 0,-2-7 46 0</inkml:trace>
  <inkml:trace contextRef="#ctx0" brushRef="#br0" timeOffset="143244.91">7546 13039 61 0,'0'7'287'0,"0"-7"-88"0,0 0-75 0,0 0-77 0,-1 6-44 0,1-6-43 0,0 0-51 0,0 0-96 0,0 0 55 0</inkml:trace>
  <inkml:trace contextRef="#ctx0" brushRef="#br0" timeOffset="154288.94">14242 14241 180 0,'0'0'268'0,"0"0"-52"0,0 0-47 16,1-6-21-16,-1 6-16 0,0 0-20 0,0 0-16 0,5-7-7 0,-5 7-3 0,0 0-7 0,4-6-2 0,-4 6 2 0,0 0-6 15,5-6-1-15,-5 6-1 0,0 0 1 0,0 0-4 16,0 0 0-16,4-5-3 0,-4 5-7 0,0 0-3 16,-3-6 19-16,3 6-19 0,-2-5 22 0,2 5-25 15,-4-4 23-15,4 4-37 0,-9-7 36 0,5 1-20 16,4 6 24-16,-9-6-28 0,5 1 22 0,-2-2-26 15,-2 1 16-15,3 2-24 0,-4-3 13 0,3 0-24 16,-1 2 20-16,-3-3-18 0,2 2 23 0,1-1-18 16,-3-1 13-16,1 2-15 0,1-1 3 0,-2-1-9 15,0 2 7-15,1-2-10 0,-2 1 11 0,-1 0 0 16,0-1 10-16,-1 2-7 0,0 1 7 0,2-3-8 16,-4 4-2-16,0-4-5 0,0 3 0 0,0-1 9 15,-2 0 10-15,3 1-4 0,-5 1 4 0,1 0-7 16,2-1-17-16,-2 1 6 0,0 0-4 0,0 0 0 0,1 1-7 15,-2-1 12-15,0 0-1 0,2 0 9 16,0 1-19-16,1 0-2 0,0-1-4 0,0 1 8 16,0-1-2-16,3 1 1 0,-1 1-2 0,2 0-3 0,1-1-2 15,-1 1-3-15,2 1-4 0,0-2 1 16,0 1-1-16,-1 1-4 0,2-1 2 0,9 2 0 16,-20-1-3-16,20 1 3 0,-22 0 1 0,11 1 11 15,-2 1-1-15,0 1 6 0,0 0 7 0,-3 0 2 0,2 1-4 16,-3 1 2-16,2-1-11 0,-3 0 5 0,4 2-3 15,-3-2 2-15,1 1-10 0,0 1 4 16,1-1-7-16,1-1 19 0,0 2-8 0,0 0 2 0,1-2-8 16,0 0 13-16,4 1-6 0,-2 1 5 0,1-3-12 15,1 0 9-15,1 2-14 0,-2 0 4 0,2-1-9 16,2 1 8-16,-2 1-12 0,-1-1 10 0,3 0-9 16,-1 2 6-16,-1-1-8 0,2 0 6 0,-3 3-9 15,4-3 12-15,-1 1-13 0,-1 0 11 0,0 0-8 16,2 0 7-16,-2 1-6 0,2-1 15 0,-2 3 1 15,0-2 17-15,3 3-20 0,-2-2 22 0,-2 4-22 16,3-3 17-16,-4 2-20 0,5-1 1 0,-4 1 11 16,2 1-3-16,1-1 4 0,-3 1 7 0,3 0-6 15,-1 1-3-15,-1-3-5 0,2 3-3 0,-1-2 6 16,2 1 2-16,-1-3 1 0,1 3 4 0,2-4-4 16,-2 4 0-16,1-4 1 0,1 3-1 0,0-1-5 15,0-1 1-15,-1 2-8 0,2-2 1 0,1 2-3 16,-1-1-1-16,1 0 1 0,0 0 7 0,1 1-10 15,0 1-2-15,2 0 1 0,-1-2 1 0,1 2 3 0,-1 2 14 16,2 0-2-16,1-3 9 0,1 4-19 16,0-2 5-16,4 2-8 0,-1 1 3 0,1-1-6 15,3-1 45-15,-1 1-50 0,3 1 41 0,-1 0-51 16,1-2 47-16,5 3-49 0,-1-1 45 0,1-2-43 0,3 0 46 16,-1 1-56-16,2-2 54 0,-1 1-53 0,0-2 10 15,3 0 4-15,-1-1 4 0,-1-2 19 0,3 2 7 16,-5-5-5-16,2 2-3 0,2-2 2 15,2 1 8-15,-2-2-2 0,-1-1-4 0,2 1 41 0,1-1-51 16,2-2 42-16,0 0-44 0,0-2 47 0,-1 0-47 16,3-2 48-16,0 0-54 0,1-2 39 15,2 2-48-15,-1-4 42 0,-6 1-43 0,0 0 39 0,1-1-41 16,-4-1 35-16,1 0-39 0,-4 0 49 0,0 0-49 16,0-2 51-16,0 0-32 0,-3-2 38 0,0-1-42 15,0-1 6-15,-1-3 2 0,-1 1-1 0,1-4-1 16,0-1-1-16,-3-3 1 0,3 2 3 0,-4-2-4 15,1-3-2-15,-2 0-26 0,1 1 32 0,-2-1-26 16,-2-1 29-16,-1-1-28 0,-3 1 29 0,1 0-1 16,-5 0 2-16,1 0-2 0,-5-1 5 0,1-2 3 15,-4-2-2-15,-3-1-2 0,-1-4-6 0,-6 0 33 16,2-1-39-16,-3 3 27 0,0 2-36 0,-4-2 5 16,-1 3-2-16,2 0 2 0,-1 4 0 0,-2 0-4 15,3 5 4-15,-5-2 1 0,1 6-4 0,0 0 0 0,-2 3-1 16,-3 3-14-16,-1 2-14 0,-2 4-21 15,-2 1-45-15,1 4-47 0,-6 4-46 0,-5 3-51 16,1 5-69-16,0 1-98 0,1 2-54 0,0 4-110 16,3 0-189-16,2 0-325 0,3 1-705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0:51:18.9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9265 13130 259 0,'0'-8'449'0,"-1"-3"-91"0,1 4-21 0,0-3-28 0,0 2-18 0,0-1 4 0,0 1-22 0,-2 0 3 0,2 0-8 0,0 2-25 16,0-2-24-16,0 8-42 0,-1-11-19 0,1 11-44 16,0-9-5-16,0 9 2 0,0 0 23 0,0 0-16 15,0 0-7-15,0 0-19 0,4 9-13 0,-4-1-14 16,1 2-13-16,1-1-10 0,-1 4-5 0,0-1-2 15,2-1-15-15,-2 6 5 0,4-2-13 0,-2 1 6 16,-1 0-10-16,3 0 6 0,-1-3-13 0,0 2 10 16,0-2-14-16,0-3 7 0,-2 2-43 0,2-5-86 15,0 4-108-15,2-4-118 0,-2-1-101 0,-4-6-151 16,8 6-432-16,-8-6-647 0</inkml:trace>
  <inkml:trace contextRef="#ctx0" brushRef="#br0" timeOffset="216.78">9075 13112 363 0,'-12'-3'665'0,"2"-1"-145"0,2 1-42 0,8 3-30 0,-15-6-40 15,15 6-24-15,-8-5-50 0,8 5-58 0,-5-6-50 16,5 6-37-16,3-11-34 0,0 5-22 0,4 0-19 16,6-3-23-16,-2 2-19 0,7-3 6 0,-1 1-32 15,3-2 2-15,-1 3-22 0,3-3 7 0,1 3-25 16,-1-2-15-16,-3 3-40 0,3-1-47 0,-7 2-51 15,2 1-61-15,-5 0-51 0,1 1-19 0,-4 1-4 16,-9 3-9-16,12 0-29 0,-12 0-24 0,0 0-28 16,1 12-411-16,-5-6-301 0</inkml:trace>
  <inkml:trace contextRef="#ctx0" brushRef="#br0" timeOffset="381.4">9035 13278 415 0,'-9'13'428'0,"4"-2"-39"16,0-1-49-16,2-3 12 0,2 1 7 0,1-1-17 15,1-1-15-15,3 0-23 0,2-3-40 0,4 0-43 16,2-2-33-16,1-1-22 0,2-1-28 0,5-1-17 16,4-1-30-16,0-3-15 0,7-2-21 0,-3 2-6 15,1-5-7-15,-1 3-59 0,-2-2-110 0,1 1-120 16,-4-1-69-16,-3 1-120 0,-2-2-141 0,0 0-348 16,-4 0-496-16</inkml:trace>
  <inkml:trace contextRef="#ctx0" brushRef="#br0" timeOffset="766.81">9411 13097 575 0,'0'0'585'0,"0"0"-166"0,0 0-48 0,0 0-26 0,0 0-19 16,-5 5-24-16,5-5-22 0,0 0-34 0,1 9-31 16,-1-9-6-16,4 10-34 0,-2-4-25 0,-2 0-31 15,3 1-22-15,-1 1-22 0,1 2-8 0,-2-3-17 16,0 3-6-16,2-2-11 0,0 0-8 0,-2 0-5 15,0-2 4-15,1 0-2 0,-2-6 17 0,2 10 4 16,-2-10 18-16,3 8-9 0,-3-8 3 0,0 0-21 16,-3 6 8-16,3-6-19 0,0 0 24 0,-9-5-13 15,9 5 3-15,-5-9-9 0,1 0-5 0,0 0 2 16,3-1 4-16,-3 0-5 0,3-1-1 0,1 0-9 16,1-2 2-16,3 4-1 0,-3-3-2 0,3 0-5 15,2 2 2-15,2-1-7 0,2 2 10 0,1 1-11 16,-2 2 6-16,2 0-12 0,-2 2 8 0,1 1 5 15,2 1-12-15,-12 2-1 0,15 2 1 0,-6 0 1 16,1 2 0-16,-3 0 0 0,-1 0 3 0,1 4-2 16,-4-1 0-16,2 2-1 0,-2 0-1 0,-2 0-7 15,-1 2-48-15,-1-2-37 0,-3 2-55 0,2 0-55 0,-2-1-58 16,1 2-64-16,-1-4-20 0,2 2-64 16,-1-1-43-16,2-2-49 0,1-7-336 0,-1 10-380 15</inkml:trace>
  <inkml:trace contextRef="#ctx0" brushRef="#br0" timeOffset="1216.03">9824 13047 102 0,'6'-11'660'0,"-2"0"-129"0,-2 2-68 0,0 1-30 16,-2 0-40-16,-3-1-23 0,1 0-18 0,-5 0-26 0,1 1-31 16,-3 0-32-16,-3 1-31 0,2-2-34 15,-3 4-23-15,3 2-29 0,-3-2-26 0,2 2-15 0,-1 3-17 16,-2 0 3-16,3 2-33 0,-1 2-10 0,1 0-8 15,0 2-12-15,2 0-4 0,-1 4-3 0,5-2-3 16,-1 0-9-16,2 2-1 0,0 0-2 0,1-2-2 16,2 3 1-16,2-3-2 0,2 2 0 0,1-3 0 15,0 2-1-15,2-3-1 0,1-2-1 0,0 1 4 16,2-1-2-16,-9-4 5 0,17 1-6 0,-17-1 3 16,15-2 1-16,-6-3 5 0,0-1 0 0,-3 0-5 15,2-5 13-15,0 0-7 0,-2-2 4 0,-1-3-15 16,0-1 11-16,-1-1-8 0,-1-3 9 0,-2-3-5 15,-1 4-6-15,-1-6 2 0,-2 2 4 0,1 1 17 16,-2 0 4-16,-1 1-2 0,-2 2-2 16,4 3 21-16,-1 4-5 0,0-1-8 0,1 2-7 0,1 3-5 15,-1 1-1-15,3 8 12 0,-4-6 47 0,4 6-56 16,-2 6-3-16,2 3-5 0,0 0-2 0,0 4 6 16,2 5-1-16,1 1-10 0,2 2 3 0,0 2-22 0,2 6 22 15,0-2-1-15,1 3-4 0,1-5-1 16,-2 3-4-16,4-2-6 0,-2 1 1 0,0-5-3 0,-2 0-48 15,2-3-74-15,0-2-72 0,-2-2-105 16,-2-2-101-16,2 0-56 0,-3-3-40 0,-1-3-101 0,-1-2-520 16,-2-5-741-16</inkml:trace>
  <inkml:trace contextRef="#ctx0" brushRef="#br0" timeOffset="1566.4">9867 12987 301 0,'10'2'525'0,"-10"-2"-71"0,9 1-53 0,-9-1-21 0,9 3-23 0,-9-3-42 0,13 2-31 0,-13-2-22 0,11 1-33 16,-11-1-29-16,16-1-25 0,-16 1-31 0,14-2-17 15,-14 2-21-15,15-6-5 0,-6 2-40 0,-1-1-6 16,-2 0-10-16,4 0-8 0,-5-2 0 0,2 0 12 16,-2 0 3-16,0 0-12 0,-1-1 0 0,0-2-7 15,-2 3 0-15,-2-2-2 0,0 2 4 0,0-2-5 16,-2 2-5-16,-2 2 1 0,1-3-5 0,0 3 3 15,3 5-1-15,-9-7 2 0,9 7 4 0,-13 0-6 16,13 0-2-16,-17 7-7 0,8-2-1 0,-1 5 4 16,2-1 6-16,1 1-13 0,0 0 6 0,1 3-10 15,2 0-1-15,0-2-2 0,3 2 18 0,0-2 6 16,2 1-4-16,-1 0-6 0,4-3-1 0,0 2-2 16,3-3 1-16,0 1-8 0,-1-3 6 0,3 1-9 15,2-2-3-15,0-2-13 0,-1-2-30 0,3 1-62 16,-13-2-70-16,20-2-63 0,-7-1-54 0,-4-1-38 0,2-1-62 15,0-2-81-15,-2 0-100 0,1-4-308 0,-4 1-436 16</inkml:trace>
  <inkml:trace contextRef="#ctx0" brushRef="#br0" timeOffset="2065.67">10089 12900 233 0,'-2'-7'629'0,"-2"-2"-143"0,1 3-14 0,2-1-8 0,-1 1-36 0,2 6-28 0,-4-12-53 0,4 12-52 0,-3-8-54 15,3 8-45-15,-4-6-38 0,4 6-26 0,0 0 10 16,0 0-17-16,0 0 12 0,0 0-22 0,4 6-4 16,0 1-12-16,1 5-15 0,0 1-5 0,3 0-17 0,0 5-7 15,-2 3-17-15,2 1-6 0,-1-2-3 0,1 3-7 16,-2-1-6-16,1 1-2 0,-2-1-7 0,2 1 0 16,0 0-1-16,-2-2-2 0,0-1 2 15,-1 1-8-15,1-3-9 0,-1-2-63 0,-3 0-80 0,2-2-114 16,-2-2-94-16,2-2-26 0,-2 0-97 0,-1-2-97 15,-1-2-461-15,1-6-658 0</inkml:trace>
  <inkml:trace contextRef="#ctx0" brushRef="#br0" timeOffset="2333.29">10065 12957 389 0,'0'-14'573'15,"0"4"-94"-15,0-1-89 0,3 1-19 0,-1 1-40 16,2-1-24-16,1 1-22 0,5 0-22 0,-2 2-31 15,1 1-30-15,0 0-21 0,1 1-26 0,2 2-17 16,-3 2-20-16,-9 1-22 0,19 0-17 0,-9 1-14 16,-1 3 0-16,0 2 0 0,-3 0-12 0,1-1-5 15,0 3-11-15,-3-2 7 0,-1 1-7 0,-1 3 12 16,-2-2-15-16,0 0 20 0,-2 0-18 0,-1 1 0 16,-1-1-13-16,-2 1 9 0,0-2-18 0,-2 0 7 15,0-1-14-15,-1 0 5 0,2-1-6 0,0 0 6 16,-2-2-19-16,9-3-19 0,-12 5-109 0,12-5-104 15,0 0-90-15,-15-3-69 0,15 3-107 0,-5-8-117 16,5 8-341-16,0-13-551 0</inkml:trace>
  <inkml:trace contextRef="#ctx0" brushRef="#br0" timeOffset="3349.84">10322 12814 562 0,'3'6'644'0,"-3"-6"-145"0,0 0-46 0,0 0-54 0,1 7-30 16,-1-7-30-16,0 0-28 0,0 0-50 0,0 0-54 16,0 0-40-16,10 2-33 0,-10-2-30 0,9-4-22 15,-9 4-17-15,12-5-10 0,-5 0-5 0,1 1 7 16,-1 0-12-16,1-2 9 0,2-1-13 0,-3 2 4 16,-1-2-12-16,2-1 13 0,-3 0-12 0,1 1 5 15,-2 1-14-15,-1-1 10 0,-1 0-17 0,-2 7 14 16,0-12-7-16,-2 4 25 0,2 8-26 0,-7-8 2 15,7 8 2-15,-11-7 8 0,11 7 0 0,-16 0 3 16,9 4 0-16,-3 2 4 0,1 0-11 0,0 4-6 16,0-1-7-16,1 4-1 0,0-1-6 0,3-1-7 15,1 3 5-15,1-2-3 0,1-1 1 0,2 3 0 16,3-1 1-16,1-4-7 0,-1 2 13 0,4 0-1 16,1 0 0-16,1-3-4 0,3 0-2 0,1-2-6 15,1-1 7-15,2-2-22 0,-1 0-31 0,-1-3-18 16,1-2-48-16,-2-1-40 0,1-1-43 0,-1-1-28 0,-2-2-28 15,1-2 4-15,-3 0-19 0,-3-2 42 16,1-1 12-16,-2 0 56 0,-3 0 9 0,1 0 51 16,-2 0-6-16,-1-1 43 0,-1 0-6 0,1 1 57 0,0 2 17 15,0 3 44-15,0-3-1 0,-2 4 7 0,2 6-9 16,2-12 30-16,-2 12 47 0,0 0 12 0,4-5 7 16,-4 5-20-16,6 4-8 0,-6-4-1 15,7 11-10-15,-4-3-11 0,4 0-7 0,-4 0-6 0,3 3-5 16,-1-3-1-16,-1 3-7 0,1-2-10 0,0 1-9 15,-1-3-8-15,-2 2-10 0,2-1-4 16,-1-3-5-16,-1 1 23 0,-2-6 8 0,4 9 18 16,-4-9 37-16,5 10-16 0,-5-10-14 0,0 0-20 0,0 0-6 15,0 0-14-15,0 0-1 0,0 0-13 0,-5-8-5 16,1 2-6-16,3-3-6 0,-3 0-2 16,3-2 7-16,-2 0-6 0,3-2-5 0,0-1 0 0,0 2 14 15,1-1-1-15,2 0-3 0,-2 2-2 0,3-1 0 16,0 4-4-16,0-3-5 0,1 4-2 0,1 0-1 15,1 2 3-15,-1 2-4 0,-6 3 0 0,14-3 1 16,-14 3-3-16,13 3 3 0,-13-3-1 0,11 8 0 16,-3-2 0-16,-3 1 2 0,-1 0 1 0,1 4-3 15,-1-4-5-15,1 3-7 0,-1-2-11 0,1 3-37 16,-3-3-39-16,1 3-63 0,2-3-64 0,-2 1-59 0,2-2-34 16,-1 2-30-16,1-3-24 0,4-2-36 15,-3 2 1-15,3-4 22 0,1 0 13 0,-10-2 45 16,21-2 26-16,-10 0 52 0,2-5 71 0,0 2 107 15,2-4 82-15,-3 2 70 0,2-2 44 0,-1-1 64 16,1-3 4-16,-3 1 42 0,1 0-21 0,-1-1 33 16,-2 3 18-16,-1-4-2 0,1 2 4 0,-3 0-12 15,-1 0-2-15,-2 2-14 0,-2-1-16 0,-1 1-20 16,0 1-6-16,-3 0-15 0,0 0-27 0,-4 3-17 0,2 2-17 16,-4 0-13-16,9 4-9 0,-18 0-9 0,7 0-9 15,-1 4-13-15,-2 2-6 0,1 0-15 0,2 3-6 16,-2-1-7-16,4 3-6 0,-1-3-8 15,0 5-2-15,2-2-2 0,4 2-5 0,-1 0 2 0,1-2-1 16,4 1-1-16,0-1-2 0,0-2 3 0,4 3-9 16,1-5-8-16,2 2 23 0,-1 0-24 0,4-3 26 15,-1 0-24-15,0-3 21 0,3 1-22 0,-3-3 24 16,2-1-27-16,-11 0 27 0,18 0-5 0,-9-4 4 16,0 1-12-16,-2-3 0 0,1 0-1 0,-3-1 0 15,1-2 3-15,-4 0-10 0,3 1 5 0,-5-1-7 16,1 0-12-16,-2 2-41 0,1-1-49 15,-2 0-48-15,-1 1-55 0,2 1-60 0,1 6-65 0,-5-9-31 16,5 9-39-16,-4-10-45 0,4 10-37 0,-3-5-73 16,3 5-351-16,0 0-481 0</inkml:trace>
  <inkml:trace contextRef="#ctx0" brushRef="#br0" timeOffset="3885.58">10905 12337 104 0,'-3'-16'529'0,"1"1"-62"0,-1 3-48 0,0 1-28 0,1-3-21 0,-1 4-28 0,0-1-10 0,0 2-17 0,2-1-28 16,0 3-41-16,-1 0-44 0,2 7-37 0,-5-8 9 16,5 8-22-16,0 0-15 0,0 0 8 0,-10 3-13 15,7 5-12-15,2 2-5 0,0 3-21 0,1 4-14 16,2 1-1-16,2 5-5 0,1 0-17 0,4 5-9 15,-2 1-8-15,3 0-11 0,-1-1-4 0,0 0 0 16,2-1-8-16,-2-2-4 0,3 3-2 0,-1-4-5 0,-3-3-2 16,1 1 3-16,0-2-3 0,-3 0-2 15,3-3-6-15,-4-1 3 0,3-2-10 0,-2 2-67 16,-1-5-76-16,2 0-98 0,-3 0-103 0,1-3-78 0,2-1-151 16,0-3-642-16,-7-4-834 0</inkml:trace>
  <inkml:trace contextRef="#ctx0" brushRef="#br0" timeOffset="4498.67">11137 12630 639 0,'0'0'511'16,"0"0"-142"-16,0 0-31 0,-6 5-59 0,6-5 13 16,0 0-10-16,0 0-7 0,0 0-34 0,0 0-43 15,0 0-35-15,17-1-40 0,-17 1-14 0,10-6-10 16,-10 6 5-16,14-6-21 0,-8 0-12 0,2 2-18 15,0-3-7-15,-1-1-10 0,0 0-3 0,-1 2 4 16,-1-5 12-16,3 3-6 0,-4-2-4 0,-2 1-7 16,1-2-4-16,-2 3-8 0,-1-2 2 0,-1 1-4 15,-1-1 14-15,1 3 1 0,-3-2-1 0,2 2-2 16,-3 2 3-16,5 5 2 0,-12-5-3 0,12 5 7 16,-16 2-5-16,5 1-9 0,1 3 2 0,0 3 3 15,1 0-1-15,0 4-4 0,1-3-3 0,-2 3-4 16,5 1 36-16,0-1-8 0,1 0-2 0,3 1 12 15,2-3-7-15,0 1-9 0,3 1-7 0,4-2 6 16,2 0-21-16,0-3 0 0,3 1-7 0,2-3-8 16,2 0-16-16,2-3-34 0,0 0-40 0,-2-3-53 15,2 0-70-15,-1-3-61 0,0-2-8 0,0-1-43 16,-4 1 4-16,-1-5-28 0,1 0-6 0,-4-2 19 16,-1 2 35-16,-2-5 46 0,-1 1 42 0,-4-1 50 15,1 2 63-15,-3-1 64 0,-2 1 65 0,1-2 60 16,0 5 10-16,0-5 42 0,-2 7-15 0,2-3 11 0,-1 3-55 15,1 2 17-15,1 6-11 0,0-9 49 0,0 9 0 16,0 0 17-16,0 0-12 0,0 0-7 16,0 0-8-16,13 6-1 0,-8-2-3 0,-1 5-17 15,4-3-13-15,-2 4-17 0,-1-3-1 0,2 4 8 0,-2-2 3 16,2-1-19-16,-3 2-9 0,1-3 1 0,-1 2 7 16,0-3 2-16,0 1 9 0,-2-1-3 0,-2-6 12 15,7 7-12-15,-7-7 30 0,5 10-25 0,-5-10 4 16,4 5-4-16,-4-5-16 0,0 0-13 0,0 0-15 15,-2 7 1-15,2-7-7 0,0 0-11 0,0 0-5 16,0 0-4-16,0 0-1 0,0 0-2 0,-12-2-4 16,12 2-3-16,0 0-42 0,0 0-85 0,-5-4-75 15,5 4-95-15,0 0-93 0,-4-4-42 0,4 4-107 16,0 0-595-16,-4-6-747 0</inkml:trace>
  <inkml:trace contextRef="#ctx0" brushRef="#br0" timeOffset="4902.81">11509 12525 345 0,'0'0'626'0,"0"0"-131"0,-7-6-27 0,7 6-15 16,-7-3-54-16,7 3-35 0,-9-6-38 0,9 6-29 0,-8-6-35 0,8 6-33 0,-8-8-30 0,8 8-32 0,-8-10-25 0,4 5-25 0,2-4-21 16,-1 3-10-16,-1-2-6 0,3 0-12 0,-2-2-13 15,3 3-7-15,1-5 3 0,1 2-17 0,-1-1-8 16,4 1-2-16,-2-1-5 0,1 1 2 16,1 1-13-16,0 1 3 0,2-3-5 0,1 4 5 0,-1 1-10 15,-1 0 2-15,4 0 0 0,-1 4-1 0,0-3 3 16,-9 5-2-16,19 2-4 0,-10 1 10 0,-1 2-7 15,5 3 7-15,-6 2-8 0,1 0 1 0,1 2 5 16,-1 1-4-16,-2 0-4 0,-1 0 3 0,3 1-2 16,-4-1 1-16,-1-2-1 0,0 0 4 0,0 0-10 15,-1-1-14-15,-2 0-30 0,0-2-55 0,0-8-69 16,-2 13-99-16,2-13-94 0,-7 10-50 0,7-10-106 16,-10 3-128-16,10-3-289 0,-6-2-521 0</inkml:trace>
  <inkml:trace contextRef="#ctx0" brushRef="#br0" timeOffset="5182.63">11622 12097 569 0,'2'-19'517'15,"3"3"-8"-15,-2-2-7 0,1 5 2 0,-3 1-29 16,3 1-50-16,-3 0-47 0,2 3-50 0,-2-2-51 0,2 3-42 16,-3 7 3-16,2-8-4 0,-2 8 12 15,0 0-29-15,0 0 2 0,11 5 6 0,-8 2-32 16,2 3-5-16,-2 0-46 0,-1 3 3 0,2 2-55 15,0 2 9-15,0 1-43 0,2 4-11 0,-2-1 15 0,1 2-36 16,3-1 21-16,-3 0-37 0,3 0 37 0,-2-1-41 16,2-1 53-16,-1-1-21 0,2-1 26 15,2-1-34-15,-1 0 21 0,1-5-27 0,1 0 19 0,-2-2-34 16,4-1 27-16,0-1-33 0,0-2 21 0,-1-2-37 16,2-2 17-16,-2-2-53 0,2-1 7 15,1-2-68-15,0-2-22 0,0-2-89 0,1-2-50 16,0-4-61-16,-2 1-114 0,0 1-74 0,-3-4-36 0,-3 5-103 15,-1-4-681-15,-3 4-943 0</inkml:trace>
  <inkml:trace contextRef="#ctx0" brushRef="#br0" timeOffset="5365.62">11683 12164 444 0,'0'0'737'0,"-17"0"-125"0,17 0-66 0,-11-2-78 16,11 2-46-16,0 0-51 0,6-7-55 0,-1 2-59 15,3 0-45-15,5-1-47 0,2 0-31 0,6-2-24 16,-1-1-28-16,7 0-12 0,1-2-19 0,0 0-9 16,0 0-30-16,-1 1-106 0,-4 1-155 0,-2-2-161 15,-4 3-333-15,-5-2-370 0,-4 3-728 0</inkml:trace>
  <inkml:trace contextRef="#ctx0" brushRef="#br0" timeOffset="8132.66">7030 13941 458 0,'0'0'553'0,"0"0"-138"0,0 0-91 0,-4 6-70 0,4-6-48 0,0 0-47 0,0 0-39 0,0 0-28 0,0 0-12 16,0 0-19-16,0 7-10 0,0-7-14 0,0 0-18 15,0 0-38-15,5 4-71 0,-5-4-107 0,0 0-135 16,9 4-363-16,-9-4-200 0</inkml:trace>
  <inkml:trace contextRef="#ctx0" brushRef="#br0" timeOffset="8687.06">6634 13930 890 0,'0'0'670'0,"15"-5"-151"0,-15 5-171 16,9-4-181-16,-9 4-115 0,9-3-96 0,-9 3-69 0,0 0-83 15,15-2-116-15,-15 2-311 0,0 0-134 0</inkml:trace>
  <inkml:trace contextRef="#ctx0" brushRef="#br0" timeOffset="27998.41">14690 15166 366 0,'0'0'566'0,"-10"-4"-134"0,10 4-97 0,-9-4-71 0,9 4-54 0,-8-3-38 0,8 3-40 0,0 0-30 0,-6-4-18 0,6 4-16 0,0 0-20 16,0 0-25-16,0 0-32 0,0 0-53 0,0 0-75 15,0 0-87-15,2 5-103 0,-2-5-317 0,0 0-154 16</inkml:trace>
  <inkml:trace contextRef="#ctx0" brushRef="#br0" timeOffset="28182.21">15069 15099 95 0,'8'-5'640'0,"-4"2"-184"15,-4 3-137-15,9-7-100 0,-9 7-76 0,8-5-38 16,-8 5-69-16,11-4-71 0,-11 4-109 0,11-3-135 15,-11 3-210-15,15-3 24 0</inkml:trace>
  <inkml:trace contextRef="#ctx0" brushRef="#br0" timeOffset="28881.25">15255 15304 387 0,'0'0'496'0,"-18"-2"-117"0,18 2-86 0,-14 0-60 0,14 0-41 0,-10-1-39 0,10 1-4 0,0 0 27 0,0 0-38 0,0 0 22 0,0 0-17 0,0 0 9 16,14 4-24-16,0-4-11 0,4-1-10 0,8-1 5 15,4 1 12-15,10-2 16 0,12-2 11 0,6-1-2 16,17-2 12-16,3-1-13 0,9-1-17 0,4 2-15 0,7-1 7 16,26 0-19-16,5 0 5 0,1 3-31 15,2-1 7-15,1 3-11 0,6-2 18 0,2 3-39 16,1-2 15-16,-2 1-13 0,2 0-12 0,-4 1 4 16,3-3 30-16,-3 0-37 0,-3 1 52 0,-7 0-51 0,-21 0 48 15,-4 1-65-15,-5-1 45 0,-3-1-50 0,-6 0 43 16,-5 0-49-16,-7 0 41 0,-7-1 0 0,-16 2-7 15,-3 1-6-15,-7-2-3 0,-7 2-7 0,-10 0-1 16,-2 1-5-16,-4 0 0 0,-6-1-12 0,2 0-5 16,-7 0-21-16,-3 0-31 0,-7 4-42 0,3-9-74 15,-3 9-35-15,-15-7-76 0,-1 4-103 0,-5 0-93 16,-6 0-94-16,-8 0-202 0,-2-1-339 0,-10 1-719 16</inkml:trace>
  <inkml:trace contextRef="#ctx0" brushRef="#br0" timeOffset="29164.78">15950 15405 1015 0,'-37'-1'871'16,"9"1"-171"-16,3 0-160 0,4 0-108 0,4 1-86 15,17-1-70-15,-15 2-57 0,15-2-47 0,17-2-32 16,3 1-28-16,18-4-21 0,15 2 2 0,22-3 16 15,12-1-27-15,12 3 37 0,7-2-49 0,27-1 21 16,2 3-1-16,4 0 25 0,3 0-63 0,1 2 47 16,-2-2-61-16,-2-3 12 0,-3 3 27 0,-2-3-54 15,-5 0 35-15,-23-1-63 0,-4 1 4 0,-5-3-26 0,-5 1-16 16,-6-1-21-16,-11-1-33 0,-5 1-22 0,-17 0-25 16,-9 0-54-16,-9 1-59 0,-9 1-47 0,-7-1-64 15,-7 1-13-15,-5 1-67 0,-7 0-71 16,-7 0-452-16,-5-1-562 0</inkml:trace>
  <inkml:trace contextRef="#ctx0" brushRef="#br0" timeOffset="33247.41">15411 14919 226 0,'0'0'244'0,"0"0"-64"0,0 0-47 0,-5 3-26 0,5-3-24 0,0 0-13 0,0 0-24 0,0 0 1 0,0 0-15 0,-7 5-24 15,7-5-47-15,0 0-41 0,0 0-76 0,0 0-126 16,0 0 264-16</inkml:trace>
  <inkml:trace contextRef="#ctx0" brushRef="#br0" timeOffset="35464.67">10454 14736 539 0,'0'0'489'0,"0"0"-120"0,-3 7-82 0,3-7-59 0,0 0-46 0,0 0-37 0,0 0-33 0,4 6-23 0,-4-6-19 0,0 0-12 0,13 1-14 15,-13-1-10-15,11 0-14 0,-11 0-37 0,0 0-72 16,17 0-60-16,-17 0-83 0,9 2-88 0,-9-2-261 0,0 0-96 16</inkml:trace>
  <inkml:trace contextRef="#ctx0" brushRef="#br0" timeOffset="35647.33">10464 14868 256 0,'-10'-4'474'15,"10"4"-104"-15,0 0-96 0,-8-6-49 0,8 6-61 16,0 0-21-16,-8-4-68 0,8 4-71 0,0 0-101 16,0 0-93-16,0 0-341 0,0 0-35 0</inkml:trace>
  <inkml:trace contextRef="#ctx0" brushRef="#br0" timeOffset="35798.57">10528 14908 80 0,'0'0'471'0,"0"0"-229"16,0 0-152-16,-9 3-128 0,9-3-228 0,0 0 83 15</inkml:trace>
  <inkml:trace contextRef="#ctx0" brushRef="#br0" timeOffset="39597.07">1724 14824 94 0,'6'-3'567'0,"-6"3"-103"0,9-5-59 0,-9 5-26 0,9-5-56 0,-9 5-19 0,5-4-63 0,-5 4 21 0,5-3-63 0,-5 3 12 0,0 0-63 0,7-7 7 0,-7 7-58 15,0 0 8-15,7-4-44 0,-7 4 11 0,8-4-39 16,-2-1 19-16,3 1-37 0,6-2 23 0,2 0-33 15,5-3 30-15,2 2-32 0,4-4 20 0,1 3-27 16,2-4 26-16,-1 2-25 0,-1-2-1 0,-2 2 2 16,1 0 1-16,-5 0-1 0,0 3 2 0,-3-1 0 15,-4 1 7-15,-1 1 18 0,-2 1 5 0,-2 0 6 16,0 1 21-16,-11 4-3 0,10-3-12 0,-10 3-6 16,0 0-12-16,-13 3-5 0,-5 1-2 0,-6 6 22 15,-12 1-35-15,-5 3 23 0,-2 3-37 0,-2-1 31 16,-2 3-32-16,-7 0 29 0,7-1-34 0,1-1 37 15,1-2-41-15,3 0 33 0,1-1-4 0,10-1-3 16,3-6 1-16,8 2-4 0,-2-2 0 0,8-1-1 16,0 0-4-16,5-2 4 0,9-4 0 0,-7 5-25 15,7-5 32-15,12 1-27 0,2-2 34 0,7-1-33 16,7-3 32-16,8-2-29 0,8-1 30 0,2-5-28 16,3 4 30-16,-2-5-32 0,0-1 34 0,-1 1-32 15,-1 0 3-15,-3 0 3 0,-3-1 3 0,-10 5-4 16,-6 1 5-16,-1 3 11 0,-7 0-3 0,0-1-3 15,-4 4-1-15,-6-1 2 0,-5 4-2 0,0 0-5 16,-9-5 2-16,-4 7 30 0,-7 1-37 0,-6 1 26 0,-6 2-29 16,-5 1 28-16,-4 1-31 0,-1 2 30 0,1 0-30 15,3 1 26-15,2-3-30 0,4 2 30 0,5-3-33 16,4-1 36-16,1 0-32 0,7-1 30 16,1-1-26-16,5 1 28 0,3-1-29 0,6-4 31 0,0 0-30 15,5 6 28-15,-5-6-25 0,23-3 27 0,-5 1-21 16,6-1 20-16,0-4-29 0,3 3 31 0,-1-2-31 15,-1 0 27-15,-2-1-53 0,-1 2 1 0,-5 1-73 16,-1 0-26-16,-4 1-131 0,-5 0-71 0,-7 3-57 16,9-4-82-16,-9 4-462 0,0 0-515 0</inkml:trace>
  <inkml:trace contextRef="#ctx0" brushRef="#br0" timeOffset="42984.44">8874 14295 152 0,'-1'-6'297'0,"-2"-1"-41"0,3-1-20 0,-1 3-43 0,0-2-22 0,-1 0-25 0,1 0 17 0,1 7-6 0,0-12 20 16,0 12-15-16,-1-11-1 0,1 11-31 0,0-9-29 15,0 9-7-15,-2-6-23 0,2 6 4 0,0 0-28 16,-1-8 4-16,1 8-16 0,0 0 25 0,0 0 31 15,0 0 18-15,-6 3 0 0,6-3 12 0,-7 11 0 16,6 1 1-16,-3-1 24 0,2 4-28 0,-1 3 2 16,-2 3 4-16,4 2-3 0,-2 4-19 15,2-1-14-15,1 9-9 0,1 0 26 0,0 3-18 0,2 3-15 16,2 5-5-16,-1-4-23 0,1 1 11 16,3-1-27-16,-3 0 4 0,1-3-13 0,1-4 7 0,-1-5-16 15,-2 3 4-15,2-3-7 0,-2-5 0 0,0-1-3 16,-1-2-3-16,-1-3-1 0,1-1 1 0,-1-3 1 15,1 1 0-15,-2-3 13 0,0-3-15 0,1 0-2 16,-2-2-2-16,1-1-11 0,-1-7-83 0,-4 9-91 16,4-9-91-16,0 0-50 0,-11-2-44 0,4-2-59 15,2-6-57-15,-4-1-417 0,3-6-474 0</inkml:trace>
  <inkml:trace contextRef="#ctx0" brushRef="#br0" timeOffset="45662.66">8855 14229 139 0,'0'0'263'0,"-9"-8"-51"0,9 8-24 0,-8-5-20 0,8 5-19 0,-5-7-25 0,5 7-29 0,-4-7-15 0,4 7-17 16,0-9-11-16,0 9-7 0,3-10-6 0,-3 10-9 0,6-9 5 16,-2 4-6-16,1 0 3 0,3-1-11 0,-2-1 7 15,2 1-7-15,0 0 10 0,-2 0-9 0,4 0 16 16,-1 0-14-16,0-1 11 0,1 0-14 16,0-1 15-16,1 0-15 0,0 1 19 0,-3 0-12 0,2-1 27 15,-2 3 1-15,-1-1 16 0,1 0-11 0,-1 1 14 16,-1-2-18-16,1 3-4 0,1-2-10 0,-3 3 1 15,2-3-3-15,2 3 2 0,-3-1-6 16,-1-1-5-16,3 2 0 0,-2-2 2 0,3 0-8 0,-1 2-3 16,0-1-1-16,-1 0-6 0,2 1-5 0,0-2-1 15,1 2 0-15,2 0-3 0,-2 1 1 0,-1 1 0 16,4-2 2-16,0 2-9 0,-1 1 4 0,1 0-1 16,0 0 3-16,2 0-6 0,-3 0 9 0,3 1-8 15,-1 0 9-15,0 1 1 0,0-2 13 0,0 1 10 16,0 0 1-16,2-1 5 0,-2 0 6 0,0 1-3 15,0-1-9-15,-1 1-2 0,1-1-10 0,-1 0-6 16,0 1-5-16,-1-1 2 0,2 1-2 0,-1-1-2 16,0 2-5-16,-1 0 7 0,1-1-2 0,1 0-8 15,0 2 2-15,2-2 1 0,-4 0 0 0,5 1 2 16,-4 0 0-16,1-2 3 0,1 1-1 0,1 0 0 0,0 1 1 16,1-1-2-16,-2 0-2 0,4 0 0 15,-2-1 2-15,1 2-3 0,-3-1-2 0,3 1 4 16,0-1-3-16,0 0 0 0,0-1-2 0,-3 2 2 15,2-1 0-15,-3 1 0 0,0-2-1 0,0 1 0 0,0 1-1 16,1-2-2-16,-2 1 0 0,4-1 8 0,-2 0 14 16,2 0-3-16,-2-1 0 0,0 1-4 15,1 0-3-15,0-2-2 0,-3 1 0 0,1 1-1 0,0 0-5 16,0-2 2-16,-1 2-5 0,2-1 3 0,-1 1 6 16,3-2 6-16,-3 2 0 0,1 0-3 15,1-1-5-15,0 1 2 0,-3 0-3 0,5-1 0 16,-4 1 5-16,4 0-7 0,-4-2 7 0,1 2-11 0,-1 0 5 15,2 0-7-15,-4 0 15 0,4 2-15 0,-2-2 6 16,-1 1-7-16,3 0 7 0,-3 1-11 0,1-2 8 16,-2 3-5-16,2-3 6 0,-2 1-3 0,4 2 7 15,-3-1-9-15,-2-2 8 0,4 2-12 0,-2 0 11 16,2 0-6-16,2 0 7 0,-2 0-7 0,0 1 8 16,0-3-8-16,0 1 8 0,-1 1-9 0,0-1 8 15,2 1-6-15,-2-1 4 0,0 2-5 0,0-1 9 16,-1-1-8-16,1 0-5 0,-2 1 5 0,4 1 4 15,-2-2 0-15,2 1-2 0,0-1 1 0,2 1 0 16,-4-2-6-16,1 3 6 0,2-3-2 0,-2 1 2 16,2 1-3-16,2-2 3 0,-1 0 6 0,0 0-10 15,-1 1 7-15,0 1-9 0,2-2 8 0,-2 1-4 16,1 2 10-16,-2-2-17 0,1-1 10 0,-1 2-9 16,0 1 19-16,0-2-18 0,1 2 7 0,0-1-9 15,-2 1 11-15,0 0-6 0,1-1 7 0,2-1-12 16,-3 2 15-16,2-2-7 0,-1 0 9 0,2 2-2 15,1-1 38-15,-2 0-12 0,1-1-1 0,0 1-14 16,0 0 1-16,1-1-7 0,-1 0 2 0,-1-1-8 16,2 3 7-16,-2-2-11 0,0 1 7 0,1-1-8 0,0 1-2 15,-3 0 3-15,3 0-4 0,-4-1 3 0,1 1 0 16,-1-1-2-16,2 0-1 0,-2-1 1 16,0 1 1-16,1-1-1 0,-2 2 1 0,2-2-2 15,1 1-1-15,-1-1 0 0,-1 0 2 0,4 0 0 0,1-1 0 16,-1 1 6-16,1-2-6 0,0 2 4 0,3-1-6 15,-2 1 9-15,1-1-8 0,1 0 7 0,1 0-8 16,0 0 7-16,1 0-10 0,2-1 8 0,-3 1-8 16,2 0 7-16,-2-2-5 0,0 2 4 0,0-1-3 15,0 1 7-15,0-1-8 0,-2 2 4 0,0-1-3 16,2 0 1-16,-3 0-2 0,1 0 4 16,-2-1-1-16,-1 1 1 0,0 0-5 0,0 0 5 0,1-1-1 15,-3 1 1-15,1 1 1 0,1-2 1 0,-1 1-4 16,1 0 3-16,-1-1 1 0,0 1 3 0,0 0-2 15,2-1-2-15,0 1-2 0,-3-1 0 0,1-1 1 16,0 3 1-16,1-3-1 0,-1 1-1 0,1 1 5 16,-1-2 0-16,1 1 3 0,0 2 7 0,0-1 13 15,1-2 7-15,-2 2 2 0,1-2-2 0,1 1-7 16,-2 1-3-16,0-2-5 0,0 0 2 0,2 1-6 0,-1-1-6 16,0 0 5-16,1 1-7 0,-1-1 0 15,1 0-3-15,-2 0 4 0,2 0-4 0,0-2-2 16,-2 2 2-16,1-1-1 0,-3 1 0 0,3-1 4 15,-4 1 17-15,3-1 1 0,-3-1-5 0,2 2-5 16,0 0-1-16,0 0-5 0,-3-2-3 0,4 1 0 0,-3 0-1 16,1 1 1-16,-1 0-5 0,0-1 2 15,0 0-3-15,0 1 1 0,0-1-1 0,2-2-1 16,-2 3-5-16,1-1 5 0,-2 0-2 0,0 1 5 0,1-2-6 16,-3 2 4-16,3 0-5 0,-2-1 7 15,-2 1-7-15,4 0 5 0,-4-1-7 0,3 1 7 16,-3 0-5-16,1 0 5 0,0 0-5 0,-1 0 8 0,-1 0-8 15,1 0 5-15,-1 0-6 0,0 2 8 0,0-2-7 16,1 1 6-16,-1 1-6 0,-9 1 6 0,18-5-9 16,-18 5 13-16,16-2-7 0,-16 2 2 0,15-2-5 15,-15 2 6-15,14-3-6 0,-14 3 6 0,18-3-7 16,-18 3 16-16,17-3-16 0,-17 3 7 0,19-4-6 16,-19 4 7-16,16-2-7 0,-16 2 5 0,18-2-5 15,-18 2 7-15,14-3-4 0,-14 3 6 0,16-3-1 16,-16 3 20-16,11-1 0 0,-11 1 14 0,10-1-5 15,-10 1 4-15,0 0-10 0,12-3 4 0,-12 3-13 16,0 0 6-16,10-1-18 0,-10 1 15 0,0 0-17 16,17-4 9-16,-17 4-11 0,11-2 8 0,-11 2-14 15,14-1 11-15,-14 1-11 0,13-3 21 0,-13 3-23 16,15-2 10-16,-15 2-9 0,13-1 6 0,-13 1-6 16,13-2 12-16,-13 2-12 0,11-1 8 0,-11 1-8 15,0 0 11-15,13-1-13 0,-13 1 11 0,0 0-11 16,14 2 11-16,-14-2-5 0,8 4 4 0,-8-4-8 15,9 6 6-15,-9-6-7 0,11 7 8 0,-7-3-13 16,3 2 19-16,-2 1-11 0,1-3 7 0,-2 3-6 16,3-1 17-16,-1 0-11 0,-1 2 31 0,1 0-1 0,-2 1 19 15,2 1-32-15,-1-1 17 0,1 1-25 16,0 2 16-16,-1 0-20 0,3 0 21 0,-2 1-23 0,1-1 16 16,-1 3-23-16,-1-2 20 0,3 0-22 15,-2 0 22-15,0 2-24 0,2-1 27 0,-3-2-26 0,3 4 26 16,-3-2-29-16,1-1 28 0,1-1-32 0,-2 3 30 15,1-2-30-15,-2-1 34 0,0-1-36 16,-1 1 36-16,-1-2-35 0,1 3 59 0,-2-4-38 16,0 2 48-16,1-1-54 0,-2 0 40 0,0 1-47 0,-2-1 39 15,1-1-46-15,0 1 44 0,-2 0-42 0,2-1 38 16,0 1-51-16,-2-1 5 0,0 2 3 16,1-3 2-16,-1 2 1 0,1 0 6 0,-2-1 2 0,1 0-4 15,2 0 4-15,-1 1 0 0,-1 0 1 0,2-1-3 16,-2 2 6-16,3-2 1 0,-2 3-2 0,2-2 0 15,-3 0 38-15,3 3-46 0,0-2 43 0,0 1-52 16,-1 0 48-16,1-2-51 0,0 3 43 0,0 0-43 16,-2-1 43-16,4 1-43 0,-2 0 45 0,0-1-8 15,0 3-5-15,0-2-1 0,0-1-4 0,1 2-1 16,-1-1-4-16,0 3 2 0,1-6-4 0,1 5 5 16,-2-2-5-16,1-1 1 0,0 1-2 0,-1-1 1 15,0-2 0-15,0 2 0 0,0-1 7 0,-2 0 9 16,-1-1 2-16,2 1-3 0,-3-2 0 0,0-1-4 15,-2 1 3-15,1-1-7 0,-2 0 3 0,-2 0-4 0,-1 0-5 16,1-1-1-16,-2 1 0 0,-5-2 2 0,2-1-1 16,-2 1-1-16,-6 1-2 0,0-1 0 15,-2-1 1-15,-3-1 1 0,-5 3-1 0,-1-1-3 16,-2-2 4-16,-2-1 1 0,-2 4-2 0,-7-3-3 0,-2 1 1 16,1-2 1-16,-4 3 0 0,1-3 0 0,-2 1-3 15,-2 0 2-15,-1 1 1 0,-1-1-1 16,2 1 3-16,-3-2 2 0,0 1-3 0,0 0 4 0,2 1-4 15,-1-2 2-15,-2 0 6 0,1 1 2 0,-2 0-2 16,-2-1 7-16,-1 0-7 0,-12 2-3 0,-1-2 2 16,-1 0-3-16,1 0 3 0,2 1 4 0,-1-3 6 15,0 2-34-15,11 0 41 0,-2-3-5 0,-9 4-3 16,10-3-4-16,0 1 6 0,3-1 4 0,-2 2-4 16,3-2-6-16,-1 0 1 0,2 0-6 0,3 1 0 15,-2 0-4-15,3-1 1 0,0 3-40 0,2-2 48 16,0 2 5-16,0-1 2 0,0 0-8 0,2-1-4 15,-1 1-2-15,-2 1 0 0,4-2-2 0,-2 2-1 16,-2 0 0-16,2 0-1 0,2-1 1 0,-1 1-44 16,0-1 51-16,3 0-42 0,1 1 46 0,6-1-41 15,0 1 44-15,2-2-46 0,-1 1 48 0,-1 0-42 16,3 0 43-16,-4 0-29 0,3 0 45 0,-9 0-47 16,3 0 40-16,-2 1-43 0,1-1 42 0,-3 0-43 15,3 1 38-15,8-1-41 0,-4 0 43 0,1-1-41 0,1 1 40 16,-1 0-44-16,0-1 47 0,0 0-45 0,2 0 42 15,-1-1-43-15,2 0 40 0,-2-1-43 16,3 2 43-16,5-2-44 0,-1 0 45 0,2-2-41 0,2 2 37 16,0 0-43-16,-1 0 44 0,3 0-43 0,4 0 44 15,0 0-38-15,-2 2 36 0,2-2-41 0,1 1 43 16,-1-1-46-16,-4 2 47 0,4 1-46 0,-1-1 50 16,2-1-47-16,-2 2 42 0,0 2-42 0,-1-2 43 15,2 0-45-15,0 2 47 0,0 0-43 0,5-2 41 16,-3 0-39-16,1 0 36 0,4 1-2 0,-2-3-43 15,5 2 48-15,-1 0-7 0,4-1 1 0,-2 1-6 16,2-3-36-16,10 0 42 0,-15 4-39 0,15-4 46 16,-14 2-43-16,14-2 47 0,0 0-49 0,-12 1 41 15,12-1-42-15,0 0 42 0,0 0-44 0,0 0 37 16,0 0-75-16,0 0 4 0,5-6-85 0,-5 6-34 16,0 0-63-16,0 0-73 0,0 0-110 0,0 0-69 15,0 0-79-15,9 3-110 0,-9-3-395 0,0 0-695 16</inkml:trace>
  <inkml:trace contextRef="#ctx0" brushRef="#br0" timeOffset="48779.67">14456 14055 198 0,'0'0'274'0,"0"-8"-58"0,0 8-31 0,0 0-10 0,-1-8-29 0,1 8-14 0,0 0-34 0,0-9 4 0,0 9-21 0,0 0 7 0,0 0-19 16,0-8 4-16,0 8-10 0,0 0-10 0,0-8 4 15,0 8 21-15,0 0 6 0,0-6 6 0,0 6-15 16,0 0-10-16,-1-11-11 0,1 11-4 0,-3-4 11 16,3 4 10-16,0 0 7 0,-2-9 1 0,2 9-4 15,0 0-5-15,-3-6-7 0,3 6-10 0,0 0-3 16,0 0-5-16,-1-6-4 0,1 6-4 0,0 0-10 15,0 0 8-15,0 0 27 0,0 0 22 0,0 0 3 16,0 0-11-16,-5 7 17 0,5-7 25 0,-3 11-6 0,3-3 5 16,0 2-10-16,-1 2-1 0,1 1 17 15,0 1-24-15,0 3-14 0,0-1 10 0,1 3-11 16,-1 1-3-16,1 0 8 0,1 3-12 0,0 1 8 16,-2 0-22-16,0 1 34 0,3-1-41 0,-3 1-10 0,1 0 1 15,-1 2-7-15,0 1-4 0,0-2-2 0,0 4 46 16,0-2 23-16,-1 5-55 0,1-3 25 0,-3 4-51 15,3-6 37-15,0 1-48 0,0 0 34 16,0 0-6-16,1-3-5 0,2 3-10 0,-2-3-5 0,3 1-2 16,-2-2-3-16,0-2-4 0,3-2 1 0,-2-1-4 15,-1-3 0-15,1 2-3 0,-2-4 0 0,3-1-1 16,-3-2 0-16,2-2-2 0,-2 0 2 16,2-1 0-16,-2-1 0 0,0 0 6 0,-1-3 1 0,0-5 46 15,3 11 5-15,-3-11-11 0,0 0-11 0,0 0-11 16,0 0-3-16,0 0-6 0,0 0-6 0,-3-11-2 15,3 1-1-15,-2-2-5 0,0-3 0 0,1-2-46 16,0-4 49-16,-2-2-48 0,3-5 45 0,-2-4-51 16,-1-1 8-16,3-2 6 0,-1 0 0 0,-2-1 11 15,2 1-5-15,0-1 47 0,-1 1-46 0,-1 0 47 16,0 0-45-16,2 1 42 0,0 0-46 0,-1-1 46 0,0 3-45 16,0 3 44-16,1 0-41 0,1 0 43 15,0 1-38-15,1 1 32 0,1 1-45 0,-1-2 47 16,0 4-55-16,2-2 42 0,-2 3-46 0,4 1 50 0,-2 1-52 15,-1 3-9-15,1-1 7 0,1 4 8 16,-2-1 6-16,2 2 6 0,-1 1 9 0,-1 1-2 0,1 2 2 16,-1 0 5-16,3 1 4 0,-3 2 0 15,-1 1-1-15,0-1 1 0,2 1 0 0,-3 6 6 0,6-9 12 16,-6 9-18-16,9-10 6 0,-9 10-4 0,11-5 1 16,-11 5 2-16,15-5 6 0,-15 5-6 0,19-2 2 15,-19 2 4-15,22-2 38 0,-10 2-48 0,1-1 42 16,2 1-49-16,1-2 45 0,-1 2-47 0,3-1 43 15,1 1-43-15,0-1 45 0,1 1-45 0,0 0 35 16,0 0-39-16,1 0 45 0,1 0-45 0,-1-2 3 16,1 2 8-16,1 0 3 0,1 0 3 0,-1 0-5 15,2-1 5-15,2-1 2 0,-2 1 2 0,2-2 8 16,0 2-5-16,-1-1 0 0,1-2 4 0,-1 2-3 16,1 0-2-16,0-2-2 0,-2 3 0 0,3-3 2 15,-2 1 3-15,1 0-6 0,-3 0 1 0,3 0 0 16,-2 2 0-16,2-1 0 0,-4-2 0 0,-1 4 4 15,1-1-11-15,-1 0 9 0,-1 1-3 0,1-2-1 16,0 2 2-16,-2 0 0 0,2 2 1 0,0-1 2 16,-2 0-6-16,1-1 1 0,-1 4-1 0,-1-3 0 0,0 1 2 15,2-1 4-15,-1 2 0 0,-2-1-11 16,1-1 9-16,2 2 0 0,-2-2 5 0,3 0 7 16,-3 3 3-16,4-4 16 0,-1 1-21 0,1-1-2 15,-3 1-2-15,3 1-1 0,-1-1 0 0,-2-1 0 16,2 2-2-16,0-1-5 0,-1 1 3 0,0 0 4 15,-1 0 39-15,2-1-54 0,-3 3 47 0,0-3-51 0,-1 1 46 16,1-1-52-16,0 1 46 0,0-1-48 0,-2 3 48 16,1-3-48-16,0 1 49 0,3-1-39 0,-3 3 49 15,1-4-55-15,0 3 47 0,0-2-47 0,1 1 46 16,1-2-45-16,-1 3 45 0,2-2-50 0,5 1 47 16,-5-2-49-16,5 1 49 0,-2 0-48 0,3 2 3 15,0-1 6-15,-1-1 13 0,2-1-12 0,2 2 5 16,-2-1-2-16,2 1 4 0,1-2 3 0,5 3 43 15,-1-3-46-15,1 1 43 0,-1 1-53 0,2-2 48 16,1 1-51-16,-2 1 47 0,0-1-48 0,1 2 50 16,-2-3-54-16,1 1 51 0,-5-1-52 0,4 0 52 15,-4 0-49-15,0 2 55 0,0-1-58 0,0 1 47 16,-2-1-46-16,1 1 54 0,0-1-56 0,-1 1 47 16,2 1-46-16,-2 0 54 0,0-2-52 0,0 1 43 15,-1-1-46-15,-1 2 48 0,1-2-49 0,0 2 48 16,0-1-47-16,0-1 51 0,-1 1-51 0,2 0 49 0,0-1-50 15,2-1 51-15,6 1-49 0,-1-1 55 16,0 1-52-16,2 0 45 0,0-1-48 0,-1 0 49 16,-1 2-49-16,4-2 49 0,-3 1-45 0,1 0 45 0,-1 0-46 15,3 0 47-15,-3 0-51 0,3 1 47 16,-1-2-47-16,-2 1 50 0,0-1-45 0,1 1 46 16,0-2-47-16,-2 1 46 0,2-1-50 0,-3-1 51 15,-1 0-48-15,2 0 52 0,-6-1-49 0,2 1 47 0,-2 0-55 16,-2-2 55-16,-1 3-46 0,1-4 6 0,-1 3 7 15,-1-1 2-15,-1 1 4 0,1-2 4 0,-1 1-1 16,-2-2 2-16,-5 2 5 0,2 0-1 0,-1 1 1 16,-3-3 10-16,0 4-2 0,0-5 3 0,-2 3-5 15,1 1-1-15,-2-1 3 0,-3-1-1 0,1 1-10 16,1 0-1-16,-3 0 5 0,-1 2 7 0,0-2 1 16,-9 3 0-16,15-4 3 0,-15 4-6 0,12-2-2 15,-12 2-3-15,10-2-2 0,-10 2-2 0,8-4-3 16,-8 4 0-16,0 0-4 0,12-1-1 0,-12 1-1 15,0 0-1-15,0 0 0 0,0 0-2 0,11 4 6 16,-11-4-3-16,1 7 1 0,-1-7-1 0,1 12-5 16,-1-5 42-16,0 1-43 0,1 2 38 0,1 0-43 15,-1 2 37-15,0 1-40 0,1-1 38 0,0 3-40 16,-2 1 39-16,3 2-42 0,-2-2 39 0,3 0-36 0,-2 2 37 16,-1-1-41-16,1-1 42 0,-1 3-42 15,2-2 40-15,-1 2-35 0,0-1 38 0,-1 1-40 16,0 0 40-16,0 0-42 0,1-1 5 0,-2 0 4 15,1-2 0-15,0 2 6 0,-1-1 1 0,0 0 2 0,0-1-1 16,-1-1 3-16,1 1 3 0,-1 1-4 16,1-1 2-16,-3 0-4 0,3 0 1 0,-1-1-6 15,0-3 6-15,-1 2 0 0,0 1-1 0,-1 0 6 16,2-2 29-16,-2 0-40 0,1-1 38 0,-2 2-44 16,0-1 38-16,0 1-41 0,-1 1 40 0,1-3-41 15,-1 1 39-15,1 0-42 0,-3-1 44 0,0 2-46 0,2-1 42 16,-3 1-43-16,2-2 47 0,-1 1-7 0,-1 2-4 15,0-5 6-15,2 5-13 0,-3-4 0 0,1 1-1 16,2 1 1-16,-2 1-4 0,-1-4-4 0,3 2 4 16,-1 1-1-16,0-2 0 0,-1-1-1 0,2 0 3 15,-1 2 0-15,-1-2-3 0,0 0 2 0,1 0-2 16,0-1 4-16,-1 1-3 0,-2-1 4 0,2 1 0 16,-2-2-2-16,-2 1 0 0,2 0 3 0,0-2-2 15,-3 2-1-15,2-1-1 0,-2-1 5 0,-4-2-3 16,3 0-2-16,-4 1 7 0,-3 0-8 0,-4-2 2 15,1-1 0-15,-2 1 1 0,-4-1 1 0,-5 0-1 16,-1-1 2-16,-2 0 2 0,-3-1-42 0,0-1 44 16,-3 0-3-16,-8-1 3 0,-3-1-5 0,-1 2 3 0,-1-2-3 15,-3 1-1-15,-2-1-2 0,0-1-1 16,-2 2 3-16,0-1 0 0,-9 0 0 16,-2 0-39-16,-1 2 51 0,1-1 2 0,-3-1 2 0,-1 2 2 15,-1 0-4-15,-3 0-3 0,-2 2 7 0,2-1 20 0,-2 2-42 16,2 0 33-16,-4 1-39 0,2 1 35 15,0-1-8-15,2-1 3 0,0 3-5 0,3 0-34 16,0 0 65-16,6 0-37 0,0 1 37 0,3-1-42 0,3 2 33 16,8-3-39-16,2 1 31 0,1-1-36 0,-2 1 34 15,2-2-32-15,-1 3 49 0,2-4-34 0,-2 2 43 16,-1-1-49-16,1 1 35 0,-1-3-44 16,-2 3 36-16,-1-2-40 0,1 1 35 0,-11-1-43 0,12 0 43 15,-1 2-43-15,1-3 38 0,0 1-41 0,2 0 38 16,3 1-41-16,3-1 38 0,5 2-32 0,7-2 38 15,2 1-43-15,3-1 41 0,7 0-41 0,4 0 40 16,-2 0-41-16,7 0 44 0,2-1-42 0,-1-1 36 16,6 2-37-16,-2-3 41 0,1 3-42 15,0-1 41-15,0 0-40 0,-2 0 44 0,2 0-43 0,2 1 39 16,-2-1-39-16,0-1 2 0,-1 2 6 0,1-1 3 16,-2 0 2-16,1 1 0 0,-1-2 1 0,-1 2 0 15,3-1 0-15,-2 0 1 0,2-1 1 0,-2 2 1 16,2-1 1-16,1-2-1 0,0 2 0 0,0 1-3 15,1-3 5-15,1 1-2 0,-3-1 2 0,13 0-3 16,-15 3-1-16,15-3 6 0,-18 2-3 0,18-2 0 16,-13 1 0-16,13-1 1 0,-12 0 1 0,12 0-4 15,-12 2 0-15,12-2 1 0,0 0-1 0,-13 1-5 16,13-1-7-16,0 0-42 0,0 0-60 0,-14 0-85 16,14 0-72-16,0 0-80 0,0 0-121 0,-9 3-99 15,9-3-108-15,0 0-785 0,-10 1-1085 0</inkml:trace>
  <inkml:trace contextRef="#ctx0" brushRef="#br0" timeOffset="49597">11650 15468 569 0,'0'0'525'0,"0"-12"-129"16,0 12-82-16,-1-8-69 0,1 8-14 0,0 0 20 0,0 0-17 0,0 0-28 0,0 0-16 0,5 6 30 0,-4-1-45 15,5 2-1-15,-2 1-19 0,3-1-5 0,0-1-3 0,0 3-17 16,4 0-29-16,-2-2-4 0,4 2 8 0,-3-3 6 15,4-1-10-15,0-1 8 0,2-2 0 0,-1 0 1 16,3-4-2-16,2 0 8 0,3-4-23 0,5-2-14 16,2-3-12-16,4-6-3 0,3 0 21 0,0-4-52 15,3-2 48-15,7-5-37 0,-2-3 35 0,5-2-54 16,-2-2 38-16,1-1-13 0,1-1-9 0,-2-2-7 16,2 1 2-16,1 0 1 0,-3 0-8 0,-1 1-2 15,-2 3-9-15,-1 4-1 0,-11 5-3 0,-1 1-6 16,-1 3 5-16,-9 5-7 0,1 2-3 0,-5 1-1 15,-3 2-4-15,-1 3 0 0,-1-1-12 0,-3 3-77 0,-1 0-85 16,0-1-78-16,-1 4-42 0,-8 3-50 0,10-1-73 16,-10 1-64-16,0 0-146 0,1 6-537 0,-1-6-782 15</inkml:trace>
  <inkml:trace contextRef="#ctx0" brushRef="#br0" timeOffset="50663.52">16928 15341 754 0,'0'0'590'16,"1"-10"-149"-16,-1 10-78 0,0-7-90 0,0 7-53 0,0 0-50 0,0 0 13 0,0 0-25 0,0 0 10 0,0 0 20 0,5 6-17 0,-3 0-20 16,0 1-19-16,3 2-2 0,2 2 8 0,2 3-14 15,-2-1-7-15,5 2-13 0,2 0-17 0,0 2 2 16,4 0 5-16,1 0-8 0,3-2 16 0,1-2-5 16,1-1-3-16,-2-2 12 0,2-2 3 0,3-4 12 15,0-2-10-15,3-2-1 0,5-5-8 0,6-4-16 16,2-4 0-16,3-8 1 0,9-4-52 0,0-5 50 15,4-4-16-15,1-4 23 0,1-2-57 0,3-4 32 16,12-9-17-16,0-2-9 0,-3 0-6 0,3 0-10 16,-4 1-2-16,-10 7-4 0,-5 2-35 0,1 1 37 15,-6 6-35-15,-6 4 2 0,-9 7 0 16,-4 5 2-16,-3 1-35 0,-9 7-100 0,-2 1-68 0,-2 1-74 16,-4 5-26-16,0 3-36 0,-4 1-73 0,-9 3-26 15,13 3-127-15,-7 0-648 0,-5 3-831 0</inkml:trace>
  <inkml:trace contextRef="#ctx0" brushRef="#br0" timeOffset="72396.03">17350 13427 45 0,'2'6'575'0,"-2"-6"-159"0,5 7-91 0,-5-7-78 0,3 7-42 0,-3-7-33 0,2 6 0 0,-2-6 8 0,4 6-37 0,-4-6-6 0,2 6 5 0,-2-6 2 15,2 6-15-15,-2-6 0 0,5 6 3 0,-5-6-3 16,4 4 11-16,-4-4 3 0,10 5-4 0,-10-5-6 16,12 3-10-16,-12-3 11 0,13 2-11 0,-13-2 1 15,17 0-16-15,-17 0 1 0,25-2-22 0,-12-1 4 16,3 0-20-16,0-3-1 0,0 0 8 0,2-3 22 16,1-1-21-16,2-1 0 0,-1-4-3 0,2-3 6 0,1-1-9 15,0-6 24-15,1-3 1 0,-1 0-13 16,3-5-18-16,-3-1-7 0,1-1-28 0,0-2 19 15,8-7-26-15,-2-2 8 0,2 0-4 0,2-3-8 16,4 1 44-16,3-2 24 0,2-1-58 0,1 1 32 0,4-1-48 16,-1 3-3-16,-1 3-1 0,-3 6-1 15,-3 1-6-15,-8 10-45 0,-4 4-65 0,-8 5-80 16,0 3-101-16,-5 5-78 0,-6 3-50 0,-9 8-22 16,0 0-79-16,0 0-110 0,-7 11-469 0,-8 1-712 0</inkml:trace>
  <inkml:trace contextRef="#ctx0" brushRef="#br0" timeOffset="85196.41">5439 6669 95 0,'0'0'411'0,"2"-9"-133"0,-2 9-42 0,0-9-41 0,0 9-17 0,1-9-41 0,-1 9-7 0,0-7-29 0,0 7 2 16,-1-7-32-16,1 7 4 0,-1-7-20 0,1 7 8 15,-5-7-19-15,5 7 6 0,-5-7-28 0,5 7 16 16,-8-8-18-16,0 3 11 0,2 2-11 0,-4 0 16 16,0-1 0-16,-2 2 12 0,-2 0-19 0,0-1 13 15,-4 0-22-15,-1 1 10 0,1 1-3 0,-1-1-13 16,0 2 15-16,-3 0 15 0,-1 0-7 0,4 2-9 15,-4-1 15-15,1 1-11 0,2-1 2 0,-1 3 5 16,-1-2 0-16,2 2-1 0,-1 0-3 0,0 1-8 0,0 3 14 16,2-1-4-16,0 0-10 0,1 2 0 15,-1 1 3-15,1 2 15 0,0 1-9 0,2 0 23 0,-2 5 12 16,-3 2 6-16,3 0 0 0,0 2-11 0,1 1-14 16,0-1-9-16,-1 3-7 0,3 0-1 0,-2 0 43 15,4 0 0-15,-2-1-19 0,2 1-2 16,0-3-13-16,3 0-2 0,2-2 4 0,0 1 1 0,0-2 9 15,3 0-19-15,1-1-9 0,0-1 3 0,3 2 17 16,-2-4 7-16,4 3-16 0,2-1 9 0,0 1-13 16,0 0-5-16,4 1 0 0,1 1 0 0,2-2 3 15,0-2-1-15,0 1-2 0,6 0 21 0,-2-2-4 16,2 0-5-16,2-3 3 0,3 1 10 0,-1-4-19 16,4 1 13-16,1-4 12 0,2 0 34 0,1-2-46 15,1-3 41-15,2-1-41 0,-1 0 35 0,6-3-55 16,-1-2 44-16,-1 0-19 0,2-1-10 0,-3-4-9 15,-1 1 6-15,5-4 9 0,-2-1 10 0,-1 0 9 16,-3-2 10-16,-6-1-1 0,5-4-19 0,-3 0-10 16,-2-5-12-16,-3 1-3 0,1-4 30 0,-3-1-49 15,1-3 38-15,-6 1-47 0,-3 4 39 0,-1-2-41 16,-3 1-1-16,-3-2 32 0,-1 5-42 0,-3 0 35 16,-1 1-8-16,-2-2-7 0,-5 4-2 0,2 0-3 15,-4 3-4-15,-4 1-4 0,-1 1-7 0,-5 2-40 16,-4 3-61-16,0 5-48 0,-8 2-72 0,-7 6-53 15,-2 4-88-15,-8 3-107 0,-16 9-103 0,0 3-829 16,-5 3-1010-16</inkml:trace>
  <inkml:trace contextRef="#ctx0" brushRef="#br0" timeOffset="92361.47">5791 9747 219 0,'8'-4'343'0,"-8"4"-93"0,0 0-42 0,4-5-20 0,-4 5-14 0,0 0-32 0,4-6-4 0,-4 6-25 15,0 0 2-15,1-8-18 0,-1 8-2 0,0-7-21 16,0 7 8-16,-1-7-30 0,1 7 21 0,-5-9-25 16,5 9 21-16,-4-7-26 0,4 7 22 0,-8-9-34 15,6 2 32-15,-2 4-26 0,-1-4 32 0,-3 1-31 0,3 1 33 16,-2-1-48-16,1-2 40 0,0 2-36 0,-3 0 30 16,1-1-24-16,0 1 18 0,-2 0-28 15,3-2 18-15,-5 3-26 0,2-3 28 0,-3 2-17 16,3 0 15-16,-4-1-24 0,1 2 16 0,-2 0-12 15,1 1 31-15,-3 1-14 0,3-1 12 0,-4 3-7 0,4-2 16 16,-1 3-6-16,1 0 13 0,-3 0-9 0,4 0-11 16,-1 0-9-16,0 2-4 0,1-1-6 15,1 0-4-15,0 2-5 0,-2 0 1 0,2 0-2 0,2 0 6 16,-4 1 10-16,5 1-4 0,-5-1 6 0,4 2 8 16,-3 0 5-16,2 2-10 0,-1-1 0 15,3-1-5-15,-4 3 2 0,3-2 11 0,0 3-2 16,0-2 2-16,-2 2-3 0,3-1-2 0,-2 4 4 0,2-3 14 15,1 1 1-15,-2 3-10 0,1-3-9 0,3 0 11 16,-1 1-19-16,-2 0 10 0,3 1-9 0,-1 2 6 16,1-2-4-16,2 2 15 0,-2-1-8 0,2 3 10 15,-1-2-20-15,1 1 1 0,3 0-1 0,-3 0 15 16,3 0-5-16,-2 0-1 0,2 0 0 0,-1 1-10 16,1 0-3-16,1-1 5 0,0 1 10 0,0-1-4 15,0 0-8-15,3 0 0 0,-2 0 6 0,-1 0-5 16,3 0 4-16,-2-1-8 0,2 2 3 0,-1-3-2 15,1 2 2-15,1-2-3 0,-2 0 5 0,2 3-3 16,1-4 5-16,-1 3-4 0,0-2-2 0,1 0-3 0,0 1-4 16,0-3 1-16,3 1 19 0,-3 0-2 0,1-1 1 15,2-1 0-15,1 0-3 0,-2 0 1 16,2 2-5-16,0-4-6 0,3 2-6 0,-2-1-2 16,2 0-33-16,2 0 32 0,-3-2-34 0,2 1 33 15,0 0-31-15,1-2 34 0,0 0-34 0,-1-1 32 0,3 2-31 16,-3-3 32-16,2 0-33 0,1-1 34 15,-1-1-32-15,-1 2 31 0,3-2-31 0,-4-2 34 16,2 1-27-16,-1-1 51 0,1-1-27 0,-2 0 21 0,3 0-36 16,0-1 33-16,-1-1-40 0,1 0 28 0,0 0-32 15,0-1 29-15,-1 0-34 0,-1-2 32 0,1 1-33 16,-1 0 32-16,2-2-32 0,-2 0 28 0,1 1-28 16,-2-3 27-16,1 2-30 0,1-3 34 0,-2 1-32 15,2 1 29-15,-2-3-4 0,2 2-3 0,-2-1 1 16,1 0-5-16,-1-2 4 0,-1 2-3 0,-1-3-4 15,-1 2 2-15,3-2-1 0,-4 1 1 0,0-1-4 16,0-1 1-16,1 2 3 0,-1 0-4 0,-1-3 1 16,1 3 2-16,-3-1 1 0,2-1-3 0,-2 1 0 15,2 0 6-15,-3-1 8 0,0 1-26 0,0 0 33 16,-1-2-21-16,1 0 26 0,-1 1-29 0,1-1 28 16,-4-2-32-16,2 2 27 0,-2-2-25 0,-1 0 29 15,0-1-26-15,0 1 1 0,-1-1 0 0,-1-2 22 16,1 0-28-16,-1 1 25 0,-2-1-29 0,0-2 29 15,-1 0-30-15,1 1 29 0,-1 0-19 0,-1-1 22 16,-2 1 5-16,3 1 11 0,-3 0-16 0,-1-1-5 16,0 1-4-16,-1 2 6 0,1-1-9 0,-4 0 5 15,2 2 2-15,-2-1 1 0,-1 0-5 0,1 1-2 0,-3-1 0 16,-2 1-5-16,-4-1-1 0,3 3 0 0,-3-1-1 16,-1 1-1-16,3 4-2 0,-2-2 3 15,0 4-5-15,-1-2 0 0,0 4-1 0,-1-3 0 0,2 5 1 16,-2 0-1-16,-2 2 7 0,2 1-7 0,0 2-27 15,-3 1-10-15,-1 4-24 0,-4 1-21 0,1 3-26 16,-6 3-43-16,3 2-52 0,-1 1-46 0,3 0-59 16,2 5-100-16,-2 0-123 0,1-1-134 0,3 1-813 15,0-1-1103-15</inkml:trace>
  <inkml:trace contextRef="#ctx0" brushRef="#br0" timeOffset="102577.66">5446 7563 24 0,'-1'-9'379'0,"1"9"-103"0,-1-7-54 0,1 7-11 0,-3-6-26 0,3 6-26 0,-1-6-14 0,1 6-13 0,-5-9-9 0,5 9-22 0,-4-7 1 0,4 7-1 0,-2-9-6 0,2 9-21 0,-4-7-1 15,4 7-12-15,-5-11-5 0,5 11-1 0,-7-10-9 16,4 6 7-16,0-2-6 0,-2-1-2 0,0 2-12 16,-1-2-6-16,0 3 14 0,0-3-3 0,-2 1-10 15,-1 1 1-15,0 1-2 0,0-1-2 0,-2-1 5 0,-1 1-2 16,1 2 2-16,-2-1 1 0,-1-1-2 16,0 1-2-16,0 1 11 0,-3 0 6 0,4 0 13 15,-1 2-7-15,0-2-2 0,0 0-9 0,1 2-3 0,-2 1-10 16,2 0-4-16,-2 0-1 0,1 0-7 0,0 0-3 15,-2 0-2-15,1 3-2 0,-3-2-1 0,2 3 0 16,-1-1-3-16,0 0 2 0,1 2-1 16,-1-2 2-16,-1 2-1 0,2 0 3 0,0-1 6 0,-2 3 5 15,3-1 21-15,-2-1 18 0,2 3-4 0,0-1-3 16,1 0-12-16,-2 2-2 0,3-1-10 0,1 0-4 16,-1 1-4-16,0 0-4 0,2 1 10 0,0 2 3 15,0-3-7-15,2 4-5 0,0-1 3 0,-1-2-4 16,1 5 37-16,3-2 5 0,-1 0-21 0,1 1 8 15,-1 2 0-15,4-1-8 0,-1-1-4 0,1 1 1 16,3 1 21-16,-1 0-1 0,2 2 22 0,-1-2-4 16,1 1-7-16,2 0 2 0,1 0-3 0,0 1-11 15,1-1 4-15,1 3-22 0,-2-1-5 0,2 0 9 16,2 0-8-16,0-1-2 0,-2 0-2 0,2-1-2 16,1-1-6-16,1 0 5 0,0 0-6 0,-1 0 3 0,5-4-1 15,-1 1-8-15,1-1 26 0,0-1-17 16,3-1 14-16,-3-1-29 0,4 0 45 0,-3-5-31 15,3 3 36-15,0-1-31 0,1-1 28 0,0-5-53 0,-1 4 40 16,2-2-46-16,-2-1 41 0,3-1-49 0,-2-1 49 16,-1-1-52-16,1 1 46 0,-1-2-44 15,0 0 42-15,2 0-43 0,-3-3 54 0,3-1-30 16,1 1 55-16,-2-2-9 0,1 1-4 0,0-1-7 0,0-1 4 16,-1-2-4-16,-1 1-9 0,2-2-2 0,0 4 4 15,-2-6-4-15,-1 3-3 0,0-2 4 16,0 1-6-16,-3-1 3 0,1 2-9 0,-3-4-45 15,2 2 52-15,-5 1-42 0,0-1 49 0,-2 0-45 0,2-2 48 16,-2 0-44-16,-2 0 51 0,-1-2-43 0,-2 1 37 16,-2-2-40-16,0 2-1 0,0 0 1 0,-2-2 2 15,-2 2 0-15,-1-1-3 0,-2-2 37 0,-2 1-51 16,2 1 48-16,-2 0-51 0,-3 1 43 0,1 0-44 16,-1 2 42-16,-2 1-46 0,4 1 41 0,-2 3-43 15,0-1 42-15,-1 2-47 0,0 0 14 0,0 2-89 16,-1 1-12-16,0 2-74 0,1 0-45 0,1 3-79 15,-3 3-77-15,0 0-33 0,-2 4-100 0,0 4-132 16,-3 1-427-16,-1 4-703 0</inkml:trace>
  <inkml:trace contextRef="#ctx0" brushRef="#br0" timeOffset="103027.57">5743 10312 736 0,'7'4'621'0,"-7"-4"-143"0,0 0-98 0,0 0-87 0,0 0-56 0,0 0-28 0,0 0-24 0,0 0-23 0,0 0-21 0,0 0-21 0,0 0-22 16,0 0-18-16,0 0-20 0,0 0-11 0,0 0-14 16,0 0-51-16,0 0-68 0,0 0-79 0,0 0-114 0,0 0-163 15,0 0-471-15,0 0-481 0</inkml:trace>
  <inkml:trace contextRef="#ctx0" brushRef="#br0" timeOffset="105210.59">21186 13178 105 0,'-9'-1'321'0,"9"1"-70"0,-7-6-35 0,7 6-31 0,-7-7-23 0,7 7-21 0,-6-9 3 0,3 2 18 0,-1 2 15 15,4 5 0-15,-3-13 3 0,3 13 1 0,-4-8 14 16,4 8-16-16,-5-10 13 0,5 10-21 0,-3-5 10 16,3 5-21-16,-2-6 19 0,2 6-31 0,0 0 22 0,0 0-8 15,-2-8 22-15,2 8-24 0,0 0 0 16,4 9-26-16,-4-9 14 0,3 9-22 0,-2-1-15 0,4 0-8 16,-2 1-6-16,2 0-2 0,-1 1 6 15,-1-1-5-15,3-1 4 0,-1 3 6 0,2-3 13 0,0 0 10 16,-1-1 32-16,3 1-21 0,2-1 23 0,0-2-24 15,-1-2 27-15,5 0-36 0,-2-2-11 0,4-1-24 16,1-4-17-16,5-1-15 0,2-1 11 0,3-3-13 16,-1-3-10-16,4 1-9 0,1-6-8 0,0 1-1 15,0-4-9-15,-2 1-7 0,-3 3-14 0,4-5 10 16,-3 0-12-16,1-2 11 0,-4-1-2 0,2-1 1 16,-3 2-6-16,-4 3 2 0,-2 0-9 0,1-1-3 15,-2 2 1-15,-2 3-26 0,-3 1-21 0,-1 2-30 16,-1 1-20-16,-2 1-72 0,2 1-25 0,-3 2-80 15,-1 2-31-15,-1-1-60 0,-1 1-44 0,2 1-52 16,-6 5-12-16,4-4-38 0,-4 4-71 0,0 0-576 16,0 0-778-16</inkml:trace>
  <inkml:trace contextRef="#ctx0" brushRef="#br0" timeOffset="105894.61">22348 13125 312 0,'-3'-6'771'0,"3"-1"-126"0,0 7-130 0,-5-9-98 0,5 9-86 0,-1-10-16 0,1 10-44 16,-2-4-7-16,2 4-14 0,0 0 15 0,0 0-31 15,0 0-15-15,0 0-24 0,1 8-16 0,0-1-21 16,-1 0-17-16,3 2 6 0,0 0-49 0,0 1 24 16,1-1-27-16,0 4 25 0,-1-3-15 0,3 0 56 0,-1-2-17 15,2 2 40-15,0-3-10 0,-1 2 49 16,1-3-42-16,3 0 14 0,-1-1 4 0,2-3-2 16,2-2-8-16,0-1-14 0,5-3-175 0,2-3 0 15,2 0 0-15,1-3 0 0,4-4 0 0,-3 1 0 0,8-6 0 16,-1 0 0-16,-2 0 0 0,2-2 0 0,-2-2 0 15,3-1 0-15,-1-1 0 0,1-5 0 0,-2 3 0 16,2-3 0-16,0-2 0 0,0 4 0 0,-4-2 0 16,2 2 0-16,-5 1 0 0,1 3 0 0,-6 4 0 15,-2 1 0-15,-4 2 0 0,-1 3-365 0,-2 3-87 16,-2-1-41-16,-2 1-84 0,-1 3-55 0,-3 0-47 16,-3 0-94-16,0 8-566 0,-5-8-941 0</inkml:trace>
  <inkml:trace contextRef="#ctx0" brushRef="#br0" timeOffset="111260.43">5835 9692 348 0,'0'0'340'0,"0"0"-87"0,0 0-48 0,0 0-42 0,-6-4-24 0,6 4-1 0,0 0-18 0,0-7 11 0,0 7-12 0,0 0-4 16,2-7-34-16,-2 7-3 0,0-7-26 0,0 7 0 0,1-7-31 15,-1 7 15-15,0 0-22 0,2-9 16 0,-2 9-20 16,-3-7 13-16,3 7-18 0,-2-4 21 0,2 4-24 15,-4-6 32-15,4 6-18 0,-8-6 34 0,8 6-21 16,-9-6 28-16,9 6-25 0,-13-4 33 0,7-1-26 16,-2 4 35-16,2-4-28 0,-4 2 23 0,2 0-31 15,0 1 28-15,-2-1-26 0,1 0 14 0,3-1-24 16,-1 1 26-16,7 3-17 0,-16-5 10 0,16 5-8 16,-12-5 14-16,12 5-10 0,-10-4 7 0,10 4-7 15,-10-5 8-15,10 5-6 0,-8-4 4 0,8 4-2 16,-8-3 1-16,8 3-14 0,-7-6 6 0,7 6-8 15,-8-5-4-15,8 5-4 0,-9-6 2 16,9 6 14-16,-6-7-5 0,6 7 7 0,-10-8-13 0,10 8 15 16,-9-6-1-16,9 6 1 0,-11-7-13 0,11 7-5 15,-10-6-13-15,10 6 6 0,-11-5-4 0,11 5-3 16,-14-4-2-16,14 4-1 0,-12-6-7 0,12 6 5 16,-13-1-3-16,13 1 0 0,-14-3 0 0,14 3 1 0,-11-2 4 15,11 2 4-15,-13-3 4 0,13 3-1 16,-10-1 3-16,10 1-3 0,-12 0-3 0,12 0 4 15,-11 0 13-15,11 0 4 0,-12 3-4 0,12-3 6 0,-15 3-8 16,7 0 11-16,1 1-1 0,-1 0 14 0,-1 2-21 16,0-3 6-16,1 4-19 0,1-2 12 15,-4 1-14-15,4 2 9 0,-1 0-13 0,-1-1 15 16,-1 3-14-16,1-2 9 0,1 2-2 0,-2-2-4 0,4 1-3 16,-2-2-3-16,2 0 3 0,-2 2-4 0,2-2 14 15,-1 4 0-15,1-5 0 0,1 2-2 0,-3 1-4 16,3 1-2-16,0-2 2 0,0 1 5 0,1-1 0 15,0 2-5-15,-2-2-8 0,2 1 2 0,0 0-2 16,0 0 0-16,-1 0 1 0,1-1 28 0,-1 3-15 16,0-3-2-16,1 3-4 0,-1-1 9 0,1 2-12 15,-1-1 16-15,1 1-17 0,-1 1 17 0,0 0-1 16,1 0 14-16,0-1-23 0,0 1 16 0,2-2-24 16,-2 0 18-16,0-1-33 0,2 2 28 0,-2-1-26 15,0 0 21-15,3 1 0 0,-3-2 23 0,3 2-7 16,-2-1-5-16,2 0-5 0,-2 2-8 0,2-1 1 15,0-1 5-15,1 3-11 0,-2-3 2 0,2 3-3 16,2-1-2-16,-2 0-3 0,0 0-3 0,1 0 1 16,-1 1-2-16,3 1 2 0,-2-2-3 0,0 1-1 0,2 1 1 15,-2 1 0-15,2-3 2 0,-1 1-1 0,-1-1 0 16,2-1-2-16,1 3 4 0,-2-3 1 16,1-1 1-16,1 2 28 0,-2-2 1 0,2 0-3 15,0 0-3-15,1-3-2 0,0 4-1 0,0-3 18 0,2 1-2 16,-1-2-3-16,2 2-33 0,0-1 43 15,2 0-32-15,-3-1 24 0,3 2-35 0,-1-3 26 16,2 1-33-16,0 0 26 0,-2-2-30 0,3 3 29 16,-1-4-29-16,1 3 23 0,-1-2-28 0,2 0 28 15,-2-1-27-15,2 1 25 0,-1-1-28 0,-1 0 37 0,1 0-39 16,-1 0 27-16,-2-2-28 0,4 1 29 0,-4-1-28 16,1 2 25-16,0-3-24 0,-1 1 27 0,2 0-28 15,-1-1 29-15,-1 0-27 0,1 0 29 0,0 0-28 16,-1 0 37-16,-9-2-31 0,18 1 30 0,-18-1-27 15,20 0 27-15,-20 0-31 0,23 0 27 0,-11-1-29 16,-12 1 24-16,22-2-28 0,-11 0 28 0,-1 1-29 16,0 0 29-16,1 0-31 0,-11 1 29 0,20-3-30 15,-12 1 30-15,-8 2-32 0,19-2 30 0,-10-1-24 16,0 1 28-16,1-2-30 0,-1 2 34 0,0-2-21 16,1 2 52-16,-1-2-44 0,-1 0 28 0,2 0-35 15,-2 1 30-15,2-2-33 0,-1-1 27 0,1 0-33 16,-2 1 30-16,1-2-32 0,1 1 29 0,0-1-34 15,-2-2 37-15,0 2-36 0,2-3 31 0,-1 1-33 16,-3-1 32-16,4 1-29 0,-2-1 43 0,0-1-19 16,-2 0 29-16,3 0-35 0,-4 0 30 0,1 1-39 15,1-1 33-15,-2-3-38 0,3 3 35 0,-2-3-38 0,-1 0 36 16,0 1-33-16,-1 0 44 0,1 0-40 0,0-2 42 16,-1 2-32-16,0-1 58 0,-1-1-48 0,-1 0 52 15,1 1-56-15,-2-1 40 0,0 1-50 16,1-1-1-16,-2 2 2 0,0-2-4 0,-2 0 0 0,1-3 0 15,0 4-2-15,-2-3 1 0,3 3 0 0,-2-3 6 16,-1 2-7-16,-1-1-1 0,2-1 2 0,-1 3-3 16,-2 0 3-16,1-1 3 0,2 1 2 0,-4 0-6 15,3 0 44-15,-1 1-52 0,0 0 57 0,0 2-47 16,-2 0 44-16,1-2-54 0,-1 3 46 0,0-2-51 16,2 3 51-16,-6-2-54 0,4 0 43 0,-2 0-45 15,-1 2 46-15,0-1-45 0,0 1 42 0,0-1-48 16,-1 2 48-16,2-1-47 0,1 2 44 0,-1 0-45 15,-1 1 50-15,0-2-53 0,3 1 51 0,-2 0-46 16,-1 0 44-16,0 0-45 0,3 1 44 0,-2-1-38 16,-1 1 39-16,1 0-46 0,2 0 48 0,-2 2-47 15,1-2 46-15,-1 0-47 0,0 1 47 0,1 0-7 16,-2 1-3-16,0-1-7 0,0 0-2 0,-3 2-1 16,2 0 1-16,1-1-8 0,-3 2 4 0,0-2-1 0,2 3 2 15,-3-1-3-15,1 0 4 0,1 1-2 16,-1 0 1-16,2 0 3 0,-1 0-7 0,11 1 9 15,-17-3-6-15,17 3-3 0,-19-1 4 0,19 1 2 16,-14-1-4-16,14 1-2 0,-18 0 1 0,18 0 1 0,-14 1-2 16,14-1 1-16,-18 3 2 0,8-1 0 15,0-1-4-15,-1 1 2 0,1 1 3 0,-1 1 1 16,-1-1-4-16,2 1 6 0,-4 0-3 0,1 0 0 16,-1 2-4-16,0 0 3 0,1-2-39 0,2 0 46 0,-1 2-39 15,1-1 44-15,0 1-38 0,1-1 45 16,-1 3-47-16,-1-2 43 0,3 4-40 0,-1-1 44 15,1 1-42-15,-1 0 44 0,1 1-46 0,0 0 45 0,1 0-43 16,1 2 45-16,-1-1-42 0,2 1 3 0,-1 0 5 16,2 0 1-16,-1 1 7 0,-1 2-1 0,2 0-1 15,0-1 2-15,0 1 4 0,1 2 37 0,-1-2-46 16,0 1 43-16,1 1-44 0,3 0 41 0,-3-1-47 16,3 1 47-16,-2 0-44 0,3 0 45 0,0 1-45 15,1-1 49-15,2 2-50 0,0-1 35 0,0 0-32 16,4 2 46-16,-2 0-46 0,0 0 42 0,3 0-48 15,-2-2 43-15,4 1-46 0,-1-1 44 0,-1 1-41 16,2-1 48-16,-1-1-52 0,0 0 48 0,1 0-47 16,2-2 46-16,-2 0-46 0,1 1 52 0,1-2-49 15,0-2 45-15,0 0-47 0,1 2 2 0,1-5 2 16,0 0 9-16,-1 0 3 0,2-2-2 0,3-2 5 0,-3 1-1 16,3-3-1-16,-1-1 2 0,2-1 2 15,-1-1-1-15,1 1-2 0,-3-2 3 0,0 0-4 16,2-2 1-16,-4 1 1 0,1-1 0 0,-1 2 0 15,-1-3 2-15,1 2 1 0,-1-1-5 0,-1 0-4 16,-2-1-2-16,0 1-2 0,0-1 7 0,-10 3-16 0,13-4-21 16,-13 4-6-16,14-5-90 0,-14 5-16 0,9-6-56 15,-4 2-2-15,-5 4-61 0,8-7-35 16,-8 7-38-16,5-11-102 0,-5 11-59 0,4-10-58 16,-4 10-99-16,0-12-647 0,0 12-911 0</inkml:trace>
  <inkml:trace contextRef="#ctx0" brushRef="#br0" timeOffset="112846.26">9936 10097 198 0,'0'0'526'0,"5"-9"-118"0,-5 9-85 0,3-10-38 0,-1 4-28 0,-2 6-38 15,0-12-29-15,0 5-17 0,-1 0 6 0,0-2-10 0,-2 2 14 0,-1-2-25 0,2 0 24 16,-3 0-30-16,1-1 13 0,-1 0-30 0,0 1 12 16,-2-3-34-16,1 1-5 0,-3 0-32 0,1-1 5 15,-2 2-16-15,0-1 12 0,-2 0-20 16,-3-3 16-16,1 1-19 0,-4 2 8 0,0-1-18 0,-1-1 13 16,-2 4-14-16,-3-5 13 0,-4 3-28 0,1-1 13 15,-5 1-18-15,3 1 22 0,-3-1-4 16,0 2 17-16,0 0 3 0,0 2 4 0,0-1-10 15,0 3-8-15,5 0-8 0,2 1-9 0,-2 2-1 16,3 0-9-16,-1-1 1 0,1 3-3 0,2 2 11 0,1-1 12 16,-4 1 5-16,1 2-19 0,-3-1 14 0,3 2-1 15,-3 1 35-15,-1 2-26 0,-1 0 22 0,2 1-39 16,-3 2 21-16,3 1-22 0,-1 0 15 0,2 1-6 16,-1 3 13-16,1-1 5 0,-2 2-5 0,6-1-12 15,-2 2 37-15,2-1-55 0,1-1 25 0,3 1-37 16,-1 3 63-16,2-1-28 0,2 1 41 0,2-1-26 15,1 0 21-15,2 1-19 0,4 2 25 0,-1-2-29 16,1 3 32-16,5-1-44 0,-1-1 24 0,4 4-34 16,3-1 59-16,1 5-48 0,2-3 29 0,2 0-46 0,5 1-5 15,3 0 1-15,4 1 0 0,2-2-1 16,3-3 19-16,4 0 7 0,-1-3-12 0,5 0 13 16,1-2-21-16,2-2 9 0,4-2-21 0,-1-1 15 15,5-1-19-15,0-4 0 0,1 2 21 0,1-4-23 16,0-1-10-16,1-1-4 0,-2-2 0 0,-6 0 0 15,0-2 0-15,0-2 0 0,-3-2 0 0,-1 0 0 16,-1 0 0-16,0-5 0 0,-2 1 0 0,-2-3 0 0,-1 0 0 16,2-4 0-16,0-2 0 0,-2-2 0 0,-3-4 0 15,0-1 0-15,-5-2 0 0,0-3 0 0,-1-2 0 16,-4-2 0-16,0-3 0 0,-3 0 0 16,-3-3 0-16,-3 1 0 0,-3-1 0 0,0 4 0 0,-6 2 0 15,-2 1 0-15,-6-1 0 0,2 3 0 0,-5 0 0 16,-1 2 0-16,-2 2 0 0,-4 2 0 0,-3-3-15 15,1 8-35-15,-3 1-4 0,-4 4-83 0,-1 1-29 16,0 2-91-16,-7 5-35 0,2 2-64 0,-4 0-95 16,0 4-135-16,-3 1-154 0,0 4-871 0,-5-1-1264 15</inkml:trace>
  <inkml:trace contextRef="#ctx0" brushRef="#br0" timeOffset="115777.76">9728 10149 824 0,'0'0'767'0,"-7"4"-132"0,7-4-168 0,0 0-88 0,-10 3-89 0,10-3-41 0,0 0-81 0,0 0-41 15,-9 2-79-15,9-2-29 0,0 0-28 16,0 0-27-16,0 0-20 0,0 0-24 0,0 0-36 0,-6 4-51 16,6-4-102-16,0 0-124 0,0 0-502 0,0 0-456 15</inkml:trace>
  <inkml:trace contextRef="#ctx0" brushRef="#br0" timeOffset="116476.42">5485 10218 443 0,'11'0'690'0,"-11"0"-192"0,0 0-93 0,13-3-89 0,-13 3-70 0,0 0-70 0,0 0-26 0,12-2-52 0,-12 2-4 0,0 0-52 16,0 0 2-16,0 0-49 0,0 0-12 0,10 3-73 16,-10-3-42-16,0 0-81 0,-4 6-113 0,4-6-442 0,-8 7-282 15</inkml:trace>
  <inkml:trace contextRef="#ctx0" brushRef="#br0" timeOffset="116692.72">5577 10424 196 0,'0'0'711'0,"0"0"-184"16,0 0-222-16,0 0-164 0,-2 6-191 0,2-6-147 15,0 0-315-15,0 0-8 0</inkml:trace>
  <inkml:trace contextRef="#ctx0" brushRef="#br0" timeOffset="116893.44">5721 10532 893 0,'0'0'679'15,"0"0"-207"-15,4 8-236 0,-4-8-190 0,0 0-158 16,-4 9-106-16,4-9-136 0,-3 8-161 0,3-8-11 16</inkml:trace>
  <inkml:trace contextRef="#ctx0" brushRef="#br0" timeOffset="125275.39">23906 12979 508 0,'0'0'585'0,"-5"-4"-124"0,5 4-97 0,0 0-60 0,-5-7-63 0,5 7-42 0,0 0 0 0,0 0 2 0,0 0-1 15,0 0 6-15,0 0-5 0,0 0 1 0,-7 7-25 16,7-7-6-16,-1 9-35 0,2-2 3 0,-1 0-15 15,1 3-22-15,1-3-16 0,0 5-8 0,0-3-13 16,0 2-1-16,2-2 5 0,-1 1 3 0,-1-1 1 16,2 1 0-16,2-2 3 0,-2 1 7 0,3-2 18 15,-1-2 13-15,0 1 6 0,3-3 20 0,0 0-1 16,-9-3-1-16,23 0-13 0,-7-5-27 0,4-4-8 16,-1 1-54-16,4-6 21 0,3-2-37 0,3-3 28 15,2-3-40-15,-2-3 26 0,3-1-7 0,0-2-5 16,0-4-6-16,5-3-4 0,3-4-3 0,-3 1 1 15,1 0-2-15,-1-3-4 0,0 0-1 16,0 2-3-16,0-1 0 0,-7 7-3 0,-2 1-7 0,1 1-16 16,-4 2-5-16,-1 2-41 0,-4 7 2 0,-4 0-56 15,-1 4-30-15,-3 3-32 0,-1 2-54 0,-2 0-74 16,-4 3-68-16,2 1-32 0,-5 1-18 0,-2 6-61 16,0 0-50-16,-4-7-491 0,4 7-651 0</inkml:trace>
  <inkml:trace contextRef="#ctx0" brushRef="#br0" timeOffset="133015.32">23907 13174 152 0,'3'-8'464'0,"-3"8"-130"0,0 0-50 0,0 0-82 0,2-4-24 0,-2 4-37 0,0 0-17 0,0 0-30 0,0 0-1 0,0 0-25 15,5-4-4-15,-5 4-34 0,0 0 11 0,0 0-27 16,0 0 16-16,0 0-20 0,0 0-29 0,0 0-86 16,0 0-103-16,0 0-418 0,-16 0-138 0</inkml:trace>
  <inkml:trace contextRef="#ctx0" brushRef="#br0" timeOffset="133943.41">20375 15323 65 0,'-10'-5'797'0,"10"5"-200"0,0 0-134 0,-8-4-92 0,8 4-81 0,-8-3-31 0,8 3-27 0,-6-3-17 0,6 3-6 0,0 0-2 16,-12-2-8-16,12 2-12 0,0 0-18 0,-10-2-17 16,10 2-26-16,0 0-19 0,0 0-17 0,-11-3-10 15,11 3-5-15,0 0 10 0,0 0-1 0,0 0 4 16,0 0-4-16,0 0-9 0,14 4 1 0,-3-3-9 16,6-1-13-16,4 0-9 0,8 2-9 0,9-2-8 15,5-2 0-15,14 2-8 0,5-1 0 0,12 0 0 16,6-1 3-16,0-1 0 0,1 2 19 0,0 1-5 15,1-2-5-15,1-1-3 0,-1 3 4 0,-3-2 0 16,2-2 15-16,-6 3-7 0,1-3 0 0,-5-1-27 0,-11 1 22 16,-2-1-26-16,-1-3 25 0,-2 2-3 0,-1-2-2 15,-2-1-4-15,-2 1-6 0,-1-2-1 16,-2 0-1-16,-3 1-2 0,-1 0-6 0,-9 1-1 0,-2 2-5 16,-6 0-2-16,-2 1-1 0,-3 0-19 0,-2 2-30 15,-4-1-44-15,-1 1-38 0,-4-1-38 0,-1 2-24 16,-9 2-62-16,9-6-68 0,-9 6-37 15,0 0-36-15,-16-2-35 0,3 2-47 0,-5 0-54 0,-2 0-394 16,-5 2-497-16</inkml:trace>
  <inkml:trace contextRef="#ctx0" brushRef="#br0" timeOffset="134291.76">20983 15382 505 0,'-36'4'890'0,"2"-2"-200"0,4 1-153 0,4 0-127 15,0 1-75-15,4-1-69 0,2 0-54 0,3 0-42 16,1 0-33-16,3-1-19 0,1 1 16 0,3 0 12 16,9-3 16-16,-6 5-24 0,6-5 19 0,10 1-48 15,3 1 16-15,11-1-53 0,8-1 38 0,10 0-55 16,12-1-1-16,9-1 10 0,13 1-8 0,6-2 13 16,1-1 49-16,2 0-38 0,-1 1 46 0,-1-2-40 15,-4 0-11-15,0-3-10 0,-6 3-10 0,-1-2-7 16,-6-3-6-16,-9 3 38 0,-3-1-13 0,-1 0-10 15,-3-1-11-15,-3 1-2 0,-3-3-12 0,-2 4-9 16,-8 0-3-16,-3-1-2 0,-4 2-6 0,-4 2 0 16,0-3-1-16,-4 4-3 0,-2-2-2 0,-2 2 2 0,-2-2-7 15,-1 3-1-15,-1 0-9 0,-2-2-15 16,-9 4-35-16,12-6-36 0,-12 6-41 0,4-5-26 16,-4 5-21-16,0 0-7 0,-6-6-63 0,6 6-79 15,-12-3-105-15,12 3-47 0,-13-2-135 0,13 2-604 0,-15-1-831 16</inkml:trace>
  <inkml:trace contextRef="#ctx0" brushRef="#br0" timeOffset="136046.25">22863 15341 69 0,'0'0'645'16,"0"0"-143"-16,-13 0-144 0,13 0-41 0,0 0-68 0,-11 0 0 0,11 0-38 0,0 0 6 0,0 0-9 0,-12-2 8 0,12 2 5 0,0 0-1 0,0 0-12 15,0 0-25-15,0 0 0 0,0 0-29 0,0 0-20 16,0 0-28-16,14-2-17 0,-14 2-15 15,21-1-7-15,-7-1-9 0,-1 1-8 0,3-1 2 16,2 0-7-16,1-3-3 0,0 3-9 0,3-4-2 0,1 2-4 16,0 0-7-16,1 0-3 0,-3-2-2 15,1 1-4-15,-3 1-3 0,-3 1-1 0,1-1-3 0,-3 1-17 16,-2 0-25-16,0 0-43 0,-3-2-64 0,0 2-57 16,0-1-48-16,-1 0-52 0,-4-1-12 0,-4 5-41 15,4-11-12-15,-4 11-4 0,-3-11 10 0,-2 5-1 16,0-2-26-16,-2 1-159 0,-3 2-56 0</inkml:trace>
  <inkml:trace contextRef="#ctx0" brushRef="#br0" timeOffset="136261.74">23103 15146 575 0,'-14'-6'289'0,"4"1"12"16,1 2-11-16,1-2 2 0,-1 1-45 0,2-1 3 15,7 5-59-15,-12-5-9 0,12 5-39 0,-9-3 23 16,9 3 26-16,0 0 46 0,-10 2 21 0,10-2-10 16,-1 9-1-16,2-1-28 0,2 0-34 0,2 2-24 15,0 4-13-15,1 2-5 0,3 3-23 0,-1 1-4 16,2 1-15-16,0 3-24 0,-2-1-15 0,1-1 34 15,-1-1-64-15,-3 2 38 0,0-1-52 0,0-3 35 16,-1 1-52-16,-2-2 40 0,-2 1-52 0,0-3 45 16,0 0-50-16,-2 0 49 0,-2-1-89 0,0-2-20 0,0-1-52 15,-2 0-59-15,1-2-80 0,0 0-86 0,-3-4-35 16,2 2-77-16,-1-3-88 0,3 1-492 16,-1-1-663-16</inkml:trace>
  <inkml:trace contextRef="#ctx0" brushRef="#br0" timeOffset="142576.39">6975 6772 238 0,'0'0'321'0,"-5"-5"-61"0,5 5-45 0,-4-7-15 0,4 7-17 0,-4-7-12 0,4 7-20 0,-5-10-17 0,5 10-6 0,-4-9-11 0,0 3-2 16,3 0-17-16,-4 0-15 0,2 1-16 16,1-2-6-16,-2 1-3 0,1 0 20 0,1-1 8 0,-2 1 0 15,1-1-19-15,0 1-9 0,0-1-8 0,-2-1-7 16,1 2-2-16,-1 0-5 0,1-1-9 0,-1 0-5 15,-1 0-9-15,-2 2 1 0,2-1-1 0,-3 1-2 16,1-3-2-16,-2 4-4 0,0-1 2 0,-1 1-3 16,0 1 6-16,-1-2-2 0,2 1 1 0,-4 2-1 15,4-1 7-15,-3 0 8 0,2 2 1 0,0-3-4 16,-1 3 1-16,0-1 0 0,-2 1-5 0,2 1-3 16,12 0 0-16,-25 0-2 0,12 1-2 0,0 0 5 15,2 0-5-15,-2 1-1 0,-1 2 3 0,-1-1-1 16,-1 1 3-16,2 1 0 0,2 0-5 0,-3-1 1 15,1 2 0-15,3-1-2 0,-2 1 43 0,-1 1 5 16,1 0-4-16,1-1-6 0,0 3-7 0,-2-2-4 0,4 0-7 16,-2 1-3-16,1 1-3 0,-1-1-1 0,3 1 13 15,-2 1 13-15,1-1-9 0,-1 1-3 16,1 1-14-16,1 1 3 0,0-2-3 0,-1 2 3 16,4 1 24-16,-2-1 9 0,0 1-14 0,3-1-2 0,-1 1 31 15,2 2-12-15,0-1-6 0,-1-1-4 16,4 1 22-16,-2 1 5 0,3-2-5 0,0 0-9 15,0 2-12-15,0 1-9 0,3 0-7 0,-2-1-5 16,3 1-5-16,0 1-7 0,0-1 4 0,1-1-7 0,1 2-4 16,-1-1 2-16,3-1-2 0,-1 2 1 0,2-1-2 15,0 2 2-15,-1-3 5 0,2 1-5 16,2 0 3-16,-2-2 1 0,-1-1 3 0,4 0 1 16,-3 0 2-16,3-4 4 0,-2 2-3 0,2-2 1 0,0 1-5 15,0-3 2-15,2 0-22 0,-1 1 21 0,1-2-26 16,1-2 29-16,0 3-28 0,1-4 23 0,1-1-7 15,0 1 33-15,-1-2-39 0,4 1 30 0,-2-2-31 16,-1-2 28-16,2-1-23 0,0 0 39 0,-1 0-43 16,0-1 53-16,1-3-35 0,2 1 35 0,-4-4-1 15,1 4-3-15,2-2-10 0,-5-3-5 0,2 0-2 16,-1 0 2-16,-1 0 0 0,0-2-4 0,-1 1-7 16,-1-3-4-16,0 1 1 0,-1 0-29 0,1 0 66 15,-4-2-44-15,0 0 33 0,2 1-52 0,-3 0 46 16,-1-3-51-16,-2 3 42 0,0-1-14 0,1 0 32 15,-2 2-41-15,-1 0-1 0,-3-2 1 0,2 1-2 16,-2 2-3-16,-1-2 3 0,-1 3-6 0,-2-4 31 16,0 2-42-16,-2-2 37 0,0 3-44 0,-4-1 40 15,2-1-45-15,-4 0 39 0,0 2-40 0,-2 0 39 16,0 0-44-16,-2 1 33 0,-1 0-48 0,0 1 17 16,-1 2-38-16,-2 0 46 0,0 2-49 0,1 0 34 15,-1 2-68-15,1 2 24 0,0 0-51 0,0 1-1 16,3 1-42-16,0 1-42 0,2 1-64 0,1 1-64 0,-2 2-51 15,4 2-21-15,1-1-82 0,-1 3-82 16,2 3-385-16,2-1-544 0</inkml:trace>
  <inkml:trace contextRef="#ctx0" brushRef="#br0" timeOffset="143491.24">7305 9853 389 0,'0'0'412'0,"5"-7"-84"0,-5 7-56 0,2-7-26 0,-2 7-7 0,3-8-7 0,-3 8-37 0,0-11-7 0,-4 5-17 0,3-1-3 16,-2 0-16-16,-2-2-9 0,1 0-11 0,-2 1 5 16,-1-4-6-16,-1 1-15 0,-1 0-5 0,-2 0 2 15,-1 0-13-15,-3 0-8 0,-1 1 22 0,-1 1-7 16,-3 0-11-16,-2 2-5 0,2 2-2 15,-3 0-2-15,1 3-8 0,-1 1 1 0,1 1-1 0,-2 3-9 16,-3 0-9-16,3 3 5 0,1-1 7 0,-2 5-8 16,0 0 3-16,1 4-6 0,-1 0 8 0,6 2-3 15,-1 3 0-15,1 0-3 0,3 4-1 0,0 2 6 16,2 2 20-16,-3 3-35 0,7-1 22 0,-3 5-32 0,3-4 20 16,1 2-10-16,4-2 23 0,-2 1-12 15,6-3-8-15,0-1 2 0,3-1-24 0,-1 0 28 16,5-2-36-16,0 2 30 0,7 1-27 0,0-2 36 0,1-4-36 15,4-1 30-15,2-1-13 0,2 0 46 0,2-5-35 16,4-1 19-16,1-3-41 0,3-3 21 0,2 0-29 16,2-4 14-16,-2-1-34 0,-2-2 22 15,6-2-28-15,-3-2 25 0,-1-2-32 0,1-2 33 16,-3-3-35-16,-3 1 27 0,2-5-30 0,-4 1 30 0,1-5-31 16,-3 0 32-16,-3-5-33 0,-3 2 29 0,-1-3-30 15,-4-2 27-15,-1 0-27 0,-3-3 2 16,-1 1 2-16,-5-2 4 0,-1 4-1 0,-2 1 0 0,-4-2 0 15,-2 2 24-15,0 0-31 0,-5-2 19 0,-3 3-45 16,-1 1 19-16,-4 2-58 0,-2 3-19 0,-1 2-89 16,-2 2-50-16,-2 4-53 0,0 3-138 0,0 4-144 15,-2 1-203-15,-3 3-676 0,-3 3-1065 0</inkml:trace>
  <inkml:trace contextRef="#ctx0" brushRef="#br0" timeOffset="148308.35">7095 7650 141 0,'0'0'311'0,"5"-7"-71"0,-5 7-42 0,4-7-22 0,-4 7-13 0,4-4-14 0,-4 4 3 0,4-6-19 0,-4 6-8 0,0 0-29 0,2-8-3 16,-2 8-17-16,3-5 8 0,-3 5-22 0,1-7 7 15,-1 7-17-15,3-7 16 0,-3 7-20 0,1-8 15 16,-1 8-13-16,1-10 13 0,-1 10-25 0,0-7 17 16,0 7-25-16,-1-13 41 0,1 13-16 0,-1-9 19 15,1 9-31-15,-3-11 9 0,0 5-31 0,2-1 14 0,-1 1 8 16,-1 0 3-16,-1-3-3 0,0 3-7 16,-2-1-1-16,4 1 0 0,-4 0-1 0,1 0 2 0,0 1-2 15,1-1 2-15,-5 1 8 0,3 0-2 16,0 0-2-16,-2 2 7 0,-1-2-4 0,0 1-7 0,0 1-3 15,-1 0-7-15,-3 1 3 0,3 0 0 0,-4 1-1 16,1-1 8-16,-1 2 5 0,1 0 2 0,-1 0 2 16,-1 0 10-16,2 2-5 0,-1-1-3 15,0 0 8-15,0 0-4 0,1 1 4 0,-1-1-6 0,2 2-10 16,1-1 0-16,0 1-10 0,0 0 7 0,0 0-6 16,-1-1 1-16,2 2-11 0,2-1 1 0,-2 2-7 15,1 0 4-15,0 0-4 0,-1 2 5 0,1-1-1 16,0 1 4-16,-1 3 18 0,1-1-3 0,0 3 1 15,1 2 0-15,-2-1 1 0,-1 2-8 0,2 2 1 16,-3 1-10-16,3-1 19 0,0 1-10 0,2 1 5 16,-1 0-11-16,0 0 4 0,3 0 2 0,0 0-5 15,-1-1-4-15,2 3 3 0,0-3 0 0,4 0 8 16,-1 0 0-16,1 2 0 0,1-2-20 0,2 1 20 16,-1-1-25-16,6 3 24 0,-3-3-25 0,1 2 30 15,2-1-32-15,2-1 31 0,-1 0-31 0,3 0 30 16,-1-1-40-16,3 0 4 0,-1-2 2 0,4 0 11 15,0-1 2-15,4 1-2 0,1-1 2 0,-1 0 4 16,0-3-9-16,3 2 0 0,-1-5 0 0,0 0 1 16,0-1-1-16,0-3 11 0,3 2 14 0,-2-2 25 0,-1-2-56 15,0 0 8-15,1-2-2 0,-2-2 54 16,5 0-50-16,-3 0 48 0,0-4-42 0,1 0 46 16,-1 0-50-16,-2-3 40 0,1 1-41 0,-2-3 73 0,0 1-30 15,-3-2 38-15,-1-1-57 0,-1-1 29 0,-1-1-51 16,1-5 33-16,-1-2-45 0,-4 5 34 15,-2-5-45-15,3 3 39 0,-4-5-41 0,-2 2 35 16,-1 0-41-16,-1 0 40 0,2-2-41 0,-5 2 38 0,-1 2-37 16,2 1 3-16,-4-1 1 0,1 2 2 0,-3 0 4 15,-2 0-1-15,1 1-1 0,-1 0 0 16,-2 0-1-16,-5 3-2 0,2-1 4 0,-5 1-6 16,1 2-8-16,-4 0-16 0,-2 2-22 0,0 1-33 0,-2 0-30 15,2 4-19-15,-2-1-30 0,0 1-46 0,3 3-81 16,2 1-86-16,-1 2-72 0,3 1-96 0,-3 3-133 15,6 1-360-15,-3 1-658 0</inkml:trace>
  <inkml:trace contextRef="#ctx0" brushRef="#br0" timeOffset="149128.07">7113 9945 190 0,'-1'-7'607'0,"-1"1"-139"0,1-1-113 0,1 0-67 0,-1 1-46 0,1 6-27 0,-3-12-29 0,3 12-13 0,-1-10-11 0,1 10-12 16,-1-9-16-16,1 9-9 0,-3-7-12 0,3 7-20 15,-2-9-11-15,2 9-16 0,0 0-14 0,0-8-8 16,0 8-35-16,0 0 21 0,-3-7-6 0,3 7-10 16,0 0 5-16,0 0-7 0,-1-6-25 0,1 6-63 15,0 0-58-15,0 0-83 0,-7-5-148 0,7 5-590 16,0 0-537-16</inkml:trace>
  <inkml:trace contextRef="#ctx0" brushRef="#br0" timeOffset="154875.76">7273 9844 124 0,'0'0'189'0,"0"0"-72"0,0 0-18 0,0 0-46 0,10-1-14 0,-10 1-46 0,0 0-21 0,0 0-60 0,0 0-68 0,0 0 40 16</inkml:trace>
  <inkml:trace contextRef="#ctx0" brushRef="#br0" timeOffset="155207.84">7321 9843 309 0,'0'0'269'0,"0"0"-47"0,0 0-38 15,0 0-20-15,0 0-28 0,0 0-11 0,0 0-13 16,0 0-17-16,0 0-7 0,0 0-9 0,0 0-26 16,0 0-5-16,0 0-9 0,1 4-10 0,-1-4-4 0,0 0-5 15,0 0-1-15,0 0-9 0,0 0-3 16,0 0-7-16,0 0-15 0,0 0-15 0,0 0-28 0,0 0-8 15,0 0-17-15,0 0-10 0,0 0-32 16,0 0-5-16,0 0-58 0,0 0-208 0,0 0 148 16</inkml:trace>
  <inkml:trace contextRef="#ctx0" brushRef="#br0" timeOffset="155808.47">7349 9918 223 0,'0'0'171'0,"0"0"-28"0,0 0-36 0,0 0-8 0,0 0-27 0,0 0 9 0,0 0-22 0,0 0 8 16,0 0-15-16,0 0 7 0,0 0-16 0,0 0 4 15,0 0-18-15,0 0 5 0,0 0-16 16,0 0 7-16,0 0-16 0,0 0 11 0,0 0-12 0,0 0 6 16,-12 0-11-16,12 0 5 0,0 0-14 0,-8-5-7 15,8 5-26-15,0 0 3 0,-8-3-34 0,8 3 3 16,0 0-34-16,-10-3 0 0,10 3-66 0,0 0-82 15,-9-4 78-15</inkml:trace>
  <inkml:trace contextRef="#ctx0" brushRef="#br0" timeOffset="156875.56">7339 9876 270 0,'0'0'325'0,"0"0"-77"0,0 0-39 15,0 0-23-15,0 0-22 0,0 0-11 0,0 0-5 16,0 0-4-16,0 0-3 0,0 0-9 0,0 0-22 0,0 0-6 15,0 0-17-15,0 0-23 0,0 0-6 0,0 0-8 16,0 0-9-16,0 0 7 0,0 0 2 16,0 0-5-16,0 0-6 0,0 0-8 0,0-7-2 15,0 7 2-15,0 0-2 0,-1-6-3 0,1 6 0 0,0 0-12 16,-4-8 17-16,4 8-2 0,-4-6 2 0,4 6 0 16,-2-5-5-16,2 5-7 0,-6-7-3 0,6 7 14 15,-6-6 17-15,6 6 0 0,-5-7-2 0,5 7-7 16,-6-9-5-16,6 9-1 0,-7-8-7 0,2 4-1 15,1 0 9-15,-3 0 9 0,2 0-1 16,-1 0-3-16,0-1-11 0,1 1 10 0,0 0 4 0,-3 1-10 16,2 0 8-16,-2-3-7 0,8 6 1 0,-14-6-9 15,14 6 1-15,-13-5-4 0,4 3-5 0,-1-1 5 16,2 0 14-16,-1 1 5 0,9 2-6 0,-19-3 3 16,19 3 3-16,-16-2 6 0,16 2-4 0,-20-1-2 15,20 1-14-15,-15-2 4 0,15 2-1 0,-18-1 1 16,18 1 1-16,-16 0-2 0,16 0 5 0,-17 1 2 15,17-1 13-15,-18 3 3 0,9-1 0 0,-1 1-10 16,-2-1 2-16,2 2 8 0,1-1-6 0,-3 1 10 0,1 1-22 16,1 1 18-16,-1-2-18 0,-1 3 9 15,-1-1-17-15,3 0 14 0,0-1-15 0,0 2 11 16,-1-1-15-16,2 0 7 0,2 0-14 0,-3 0 10 16,2-1 11-16,0 3-2 0,2 0 0 0,-2 0-3 0,2 1-2 15,1 0-4-15,1 1 5 0,0 0-12 16,0 2-1-16,-1 0-3 0,4-1 2 0,-3 1-4 15,3 1 1-15,-2 0-5 0,3 1 6 0,-1 0-9 16,-1-1 2-16,1 0-4 0,1 1 4 0,0 0-2 16,-2 0-2-16,-1 0-1 0,3-1 2 0,0 0 0 15,0 0 1-15,-1 0 2 0,1 1 10 0,0-1-5 0,1 0 10 16,0 0 2-16,1 1 15 0,0-3-12 0,1 3 8 16,-1 0-23-16,1-1 33 0,2 1-25 0,1-1 18 15,-1-1-23-15,2 3 19 0,-2-5-27 0,3 2 26 16,1-1-29-16,-2 0 33 0,1 0-12 0,1 0 29 15,0-2-34-15,0-1 28 0,-1 2-35 0,2-2 32 16,-1-1-22-16,0-1 31 0,1 1-33 0,-1-1 28 16,1-1-36-16,-1-2 31 0,4 2-34 0,-2-1 27 15,3 0-35-15,-1-2 32 0,1-2-29 0,0 1 21 16,3-1-32-16,-2-1 31 0,4 1-32 0,-2-2 29 16,1-2-34-16,0 0 36 0,1-1-35 0,-1 1 32 15,1-2-34-15,1-1 33 0,1-1-33 0,-3 0 45 16,1 1-15-16,-2-3-6 0,-1 1-32 0,1-3 37 15,-2 2-31-15,-1-2 52 0,0 0-21 0,-1-1 28 16,0-3-36-16,-2 0 28 0,-3 2-33 0,2-2 30 16,-1-1-29-16,-3-2 28 0,2 1-35 0,-4-2 31 15,1 3-31-15,-1-4 26 0,-2 3-26 0,1-2 0 16,-3 1 0-16,0 0 8 0,3 0 0 0,-6 0-1 16,0-3 25-16,-1 0-32 0,-2 2 31 0,1 1-5 15,-4-1 29-15,1 2-37 0,-3-2 22 0,1 4-28 0,-2-1 26 16,-3 2-7-16,1 1-8 0,-3 1 1 0,2 2-11 15,-3 0-2-15,3 2-4 0,-2 2-11 16,2 2-18-16,-2 1-10 0,-1 1-22 0,2 0-22 0,-2 3-24 16,2 0-37-16,-1 1-53 0,1 1-26 0,0-1-24 15,0 4-68-15,1-2-85 0,2 0-54 0,0 2-57 16,3 0-130-16,1 1-559 0,3-1-808 0</inkml:trace>
  <inkml:trace contextRef="#ctx0" brushRef="#br0" timeOffset="158546.2">9905 9861 477 0,'0'0'368'0,"0"0"-50"0,0 0-74 0,0 0-6 0,0 0-23 0,0 0-8 0,0 0-19 0,0 0-30 0,0 0-22 16,0 0-27-16,0 0-2 0,0 0-12 0,0 0 2 15,0-7-14-15,0 7-3 0,0 0-27 16,0-8 15-16,0 8-14 0,0 0 11 0,-2-8-2 0,2 8 22 15,-3-7-6-15,3 7 18 0,-4-9-20 0,4 9 15 16,-6-9-20-16,2 5 18 0,-1-2-23 0,1 2 20 16,-5-2-35-16,3 0 28 0,-2 1-16 0,-1-1 16 15,-2 2-19-15,1 0 15 0,-1-1-26 0,-1 1 11 16,0-1-20-16,-1 2 13 0,-1-1-24 0,0 0 21 16,0 1-19-16,0-1 20 0,-3 1-5 0,3 1 20 15,-1 1-24-15,1-1 14 0,-1 0-22 0,-1 1 13 16,0 0-16-16,0 1 6 0,1-2-11 0,0 2 1 15,-3 0-14-15,-1-1 11 0,1 1-10 0,-1-2 25 16,-2 2-5-16,3 2 2 0,-2-2-2 0,2 0-10 16,-1 0-3-16,3 1-1 0,-2 1-11 0,4-2 10 15,-1 0 8-15,2 2-7 0,-2 0 6 0,2-1-20 16,-1 0 17-16,3 0-17 0,-3 1 23 0,2 0-27 16,-1 0 22-16,2-1-22 0,-1 2 16 0,1-1-11 15,-2 2 31-15,0-2-12 0,2 0 26 0,-2 1-34 16,-2 0 30-16,-1 2-24 0,1-2 51 0,0 1-39 15,-2 1-6-15,2-3-2 0,-2 4-3 0,2-1 11 16,-2-1 1-16,3 1-6 0,-1 0-5 0,2 1-1 0,-2 0 19 16,3 0-5-16,-1 0-2 0,2-2-1 15,1 3 28-15,-1 0-10 0,2-1-5 0,3 1-13 16,-3 0-8-16,3 1-3 0,-3 0-4 0,2-1-6 0,2 3-2 16,-1-2 0-16,-1 0-6 0,1 1 29 0,1-1-29 15,0 1 25-15,0 2-13 0,1-3 31 0,-1 2-39 16,0-1 22-16,1-1-30 0,0 2 29 15,0 0-13-15,-1 0 29 0,2 0-33 0,1 1 25 0,-1 1-35 16,1 0 25-16,-2 1-24 0,3-1 27 0,-2 1-19 16,3 1 37-16,-2 1-40 0,2-1 29 15,-2 0-37-15,1 0 32 0,1-1-39 0,-1 0 29 16,1 0-33-16,0 2 28 0,-2-2-31 0,1-1 33 0,1 0-35 16,0 1 35-16,0-1-39 0,0 1 33 0,0-3-31 15,0 1 35-15,0 1-29 0,0-1 25 0,1 1 13 16,2-2 1-16,0 2-4 0,-1 0-3 0,6-2-4 15,-3 2-5-15,1 1-1 0,2-2 0 0,0 2-5 16,2-2-1-16,0 0-2 0,-1 2 1 0,4-3-16 16,-2 2 17-16,2-3-13 0,0 1 14 0,1 2-12 15,3-1 16-15,-2 0 0 0,3-3 15 0,1 3-15 16,0-4 32-16,0 4-25 0,3-5-3 0,-1 1-1 16,0 0-3-16,2-2-2 0,-1 1-4 0,1-1 6 15,1 0-6-15,-1-2-2 0,-2 0-2 0,-1 0 0 16,2-2 0-16,-3 2-2 0,1-1 0 0,2 0 2 15,-4-2-3-15,4 0 1 0,-2 2 0 0,-2-1 1 16,4-1-1-16,-2 0-1 0,0 0 1 0,0 0-1 16,0-1 16-16,0 1-20 0,1-2 18 0,0 2-16 0,-1-1 19 15,1 0-16-15,0-2 11 0,-1 0-19 16,0 0 19-16,0 0-17 0,1 1 15 0,1-2-17 16,0-2 22-16,-1 0-24 0,-2 3 20 0,2-1-19 0,-1-3 17 15,1 1-16-15,-6 1 18 0,4 0-15 0,-1-2 11 16,-3 3-16-16,2-4 15 0,-2 2-14 0,2 0 18 15,-3-1-17-15,0 0 22 0,0 1-25 0,0-3 22 16,-1 2-22-16,0 0 22 0,-2-1-4 0,2 0 19 16,0-3-27-16,-2 4 0 0,-2-3 0 0,4 0 0 15,-4-1 0-15,1 1 0 0,0-1 0 0,-2 0 0 16,0-1 0-16,-1 0 0 0,2 0 0 0,-1-2 0 16,-2 0 0-16,1-2 0 0,2 3 0 0,-4-3 0 15,1 0 0-15,-1 1 0 0,0-2 0 0,2 0 0 16,-5-1 0-16,2 2 0 0,0-1 0 0,-1 0 0 15,-2 0 0-15,-1 1 0 0,-1-2 0 0,-2 0 0 16,-1 1 0-16,-2-2 0 0,-4-3 0 0,-2-1 0 16,-6 0 0-16,-2-4 0 0,-6 2 0 0,-2-1 0 15,-4 1 0-15,0 1 0 0,-4 1 0 0,-3-1 0 16,-1 2 0-16,2 2 0 0,-3 1 0 0,0 0 0 0,1 2 0 16,2 0 0-16,-3 5 0 0,0-1 0 15,0 2-33-15,-1 4-290 0,-5 2-89 0,-3 0-78 16,-5 5-196-16,-5 0-230 0,-14 5-769 0,-8-2-1360 0</inkml:trace>
  <inkml:trace contextRef="#ctx0" brushRef="#br0" timeOffset="162191.71">29782 14097 660 0,'-5'-11'723'0,"5"11"-141"0,-3-7-121 0,3 7-108 0,-5-7-64 0,5 7-40 0,0 0-1 0,0 0 2 0,0 0-10 0,0 0-15 0,0 0-30 16,0 0-4-16,-7 5-42 0,7-5 28 0,0 0-61 16,0 9 43-16,0-9-57 0,2 8-12 15,-2-8 42-15,5 10-57 0,-5-10 51 0,4 11-47 16,-1-5 58-16,1-1-28 0,-1 1 56 0,1-1-27 0,1 1 46 15,3-2-19-15,-2 1 62 0,1-1-47 0,2-1 2 16,1-1 28-16,1-1 28 0,5-2 3 0,-1-2-97 16,8-6-144-16,3-1 0 0,-1-5 0 0,7-5 0 15,3-4 0-15,-2-6 0 0,7-8 0 0,1-3 0 16,-1-5 0-16,3-2 0 0,-1-3 0 0,2-3 0 16,0-3 0-16,2-1 0 0,-1-4 0 15,11-11 0-15,0 3 0 0,-10 11 0 0,3 2 0 0,-1 0 0 16,1 4 0-16,-1 1 0 0,-2 1-481 0,0 2-260 15,-5 3-205-15,-4-3-952 0,-3 5-1626 0</inkml:trace>
  <inkml:trace contextRef="#ctx0" brushRef="#br0" timeOffset="-195310.99">6774 13461 82 0,'0'0'234'0,"0"0"-148"0,-8 3-130 0,8-3-79 16,-10 1 42-16</inkml:trace>
  <inkml:trace contextRef="#ctx0" brushRef="#br0" timeOffset="-177547.37">5598 13145 383 0,'0'0'429'0,"0"0"-177"0,-1 8-157 0,1-8-172 0,0 8-264 0,0-8 201 0</inkml:trace>
  <inkml:trace contextRef="#ctx0" brushRef="#br0" timeOffset="-168077.82">6984 13906 326 0,'0'0'523'0,"-5"-4"-115"0,5 4-83 15,0 0-59-15,-8-5-47 0,8 5-40 0,0 0-42 16,0 0-28-16,-5-6-29 0,5 6-12 0,0 0-11 0,0 0 0 15,0 0-7-15,0 0 8 0,0 0-14 0,0 0-11 16,0 0-3-16,5-5-5 0,-5 5-4 0,0 0-5 16,0 0 0-16,0 0-4 0,9-3-1 0,-9 3-2 15,0 0-2-15,0 0-10 0,0 0 12 0,0 0-8 16,0 0 2-16,0 0-13 0,0 0-17 0,8-2-13 16,-8 2-12-16,0 0-21 0,0 0-23 0,0 0-26 15,0 0-52-15,0 0-57 0,0 0-77 0,0 0-309 16,0 0-128-16</inkml:trace>
  <inkml:trace contextRef="#ctx0" brushRef="#br0" timeOffset="-165960.61">5302 13927 27 0,'0'0'170'0,"0"0"-51"0,1 6-58 0,-1-6-45 0,2 6-48 0,-2-6-91 0,0 7 41 0</inkml:trace>
  <inkml:trace contextRef="#ctx0" brushRef="#br0" timeOffset="-165204.39">6726 13993 227 0,'0'0'348'0,"0"0"-85"0,-12-3-67 0,12 3-28 0,0 0-44 0,0 0-20 0,-4-5-34 0,4 5 0 0,0 0-24 16,7-5 2-16,-7 5-19 0,0 0-1 0,7-3-21 15,-7 3-18-15,0 0-60 0,9 3-70 0,-9-3-333 16,0 0 44-16</inkml:trace>
  <inkml:trace contextRef="#ctx0" brushRef="#br0" timeOffset="-126595.83">11577 13186 246 0,'-20'3'352'0,"3"-2"-94"0,-1 0-42 0,1 2-45 0,1 0-45 0,2-1-20 16,0 1-15-16,1-2-3 0,0 2 6 0,3-1 14 0,0 0 2 0,-2 0 2 15,12-2-6-15,-14 3-10 0,14-3-14 16,-14 1-16-16,14-1-13 0,-9 2 13 0,9-2-26 0,0 0 22 15,0 0-9-15,0 0 26 0,8 4-27 0,-8-4 28 16,25 2-13-16,-3-4 23 0,5 2-2 16,5 0 6-16,6 0-18 0,13-3-1 0,3 2 15 15,7-1 10-15,15-2 12 0,3 0-21 0,5-1-10 0,3 2 12 16,3-1 5-16,0-1-24 0,4 1-3 0,0 0-12 16,5 1 5-16,2 0 2 0,5-2-4 0,-1 2-13 15,-1 0 22-15,1 1-19 0,0 0-5 0,2 1-4 16,-1-2-11-16,2 1 1 0,-3-1-11 0,-1 1 1 15,-3-1-8-15,-4 0-3 0,1-1-1 0,-4 2 2 16,1-3-2-16,-2 1-2 0,0 1-1 0,2-1-5 16,-6 1-3-16,1-2 5 0,-3 1-1 0,-4 1 0 15,-4-2 5-15,-2-1-2 0,-4 2-7 0,-13 1 3 16,-3-1 3-16,-1 0-6 0,-2 0 1 0,-5-2 1 16,-2 3 2-16,-9 0 0 0,-1-1 6 0,-5 0-2 15,-2 1-2-15,-2 1 1 0,-3-2 1 0,1 2-1 16,-1-2-2-16,-2 0-1 0,-1 2-3 0,0 1 1 15,-3-2 2-15,0 1 0 0,0-1-1 16,-1 3-3-16,0-1 4 0,-4-2-5 0,0 1 2 0,-2 2-1 16,-2-2 1-16,0 1 0 0,-10 1-1 0,17-3 1 15,-17 3-4-15,11-1-4 0,-11 1-8 0,0 0-32 16,0 0-51-16,0-7-50 0,0 7-50 0,-18-5-47 16,7 3-57-16,-3-1-56 0,-3 3-65 0,-2-2-102 0,2 1-319 15,-3-1-385-15</inkml:trace>
  <inkml:trace contextRef="#ctx0" brushRef="#br0" timeOffset="-126446.45">15218 13083 578 0,'-8'2'734'0,"8"-2"-170"0,-15 5-114 0,15-5-112 0,-12 1-71 0,12-1-68 0,-10 6-89 0,10-6-59 0,-16 6-126 0,4-1-90 16,-3-1-216-16,-6 4-461 0,-3-2-385 0</inkml:trace>
  <inkml:trace contextRef="#ctx0" brushRef="#br0" timeOffset="-97980.96">0 4292 83 0,'0'15'78'0,"0"-4"-49"0,0 0 33 0,0-1-11 0,0-1-12 0,0-1-20 0,0 2 16 0,0-3-1 16,0 2-21-16,0-2 16 0,0 3 0 0,0-2-4 15,0 1-14-15,0 2 5 0,0-2-2 0,0 2-19 16,0 1 22-16,0-3-10 0,0 2-4 0,0-2-3 0,0 1-9 16,0-2 13-16,0-1-9 0,0 0 1 0,0-7 1 15,0 12 0-15,0-12 1 0,0 10-8 0,0-10 12 16,0 11 0-16,0-11-15 0,0 7 26 0,0-7 1 15,0 0 6-15,0 8-8 0,0-8 12 0,0 0 4 16,0 0-10-16,0 8 18 0,0-8 2 0,0 0-5 16,0 0-6-16,0 0-7 0,0 0-4 0,0 0 1 15,0 0-7-15,0 0-1 0,0 0-1 0,0 0 0 16,0-9-9-16,0 9 1 0,0 0-26 0,0 0-46 16,0 0-27-16,0-7-123 0,0 7 70 0</inkml:trace>
  <inkml:trace contextRef="#ctx0" brushRef="#br0" timeOffset="-97328.85">3330 3748 249 0,'5'8'675'0,"-1"-4"-167"0,-4-4-116 0,10 7-78 0,-10-7-68 0,12-3-58 0,-2-2-36 0,6-1-34 0,6-5-17 0,6-4 2 15,8-3-14-15,4-3 5 0,8-7-7 0,2-1 14 0,4-2-7 16,2-3-10-16,0 0-13 0,3-3-13 16,0 1-11-16,1 0-9 0,1 1-9 0,2 1-5 15,-3 1-6-15,0 3-4 0,-1 2-7 0,-4-1-49 16,-4 4-59-16,-11 4-29 0,-3 3-32 0,-3 0 5 0,-8 5-30 16,-1 1-3-16,-7 2-39 0,-1 1-42 0,-3 2-25 15,-4 0-65-15,-2-1-192 0,-3 2-68 0</inkml:trace>
  <inkml:trace contextRef="#ctx0" brushRef="#br0" timeOffset="-95777.55">0 11676 543 0,'0'0'429'0,"0"0"-97"0,0 0-75 0,0 0-40 0,0 0-28 0,0 0-11 0,0 0-30 0,0 0-21 16,0 0-19-16,0 0-8 0,0 0-10 0,0 0-21 16,0 0-11-16,0 0 24 0,0 0-13 0,0 0-52 15,0 0-7-15,0 0 8 0,0 0-11 0,0 0-2 0,0 0 1 16,0 0-6-16,0 0 1 0,0 0 5 0,0 0-9 16,0 0 12-16,0 0 59 0,0 0-80 15,0 0 1-15,0 0 3 0,0 0 0 0,0 7-1 16,0-7 5-16,0 0 6 0,0 0 35 0,0 0-49 0,0 0-14 15,0 0-26-15,0 0-31 0,0 0-31 0,0 0-9 16,0 0-48-16,0 0 12 0,0 0-38 0,0 0 36 16,0 0-28-16,0 0 48 0,0 0-22 15,0 9 43-15,0-9-15 0,0 0 40 0,0 8-31 0,0-8 58 16,0 8-25-16,0-8 58 0,0 7-54 0,0-7 73 16,0 7-28-16,0-7 8 0,0 8 7 0,0-8 3 15,0 7 8-15,0-7 6 0,0 0 0 16,0 9 4-16,0-9 50 0,0 0-42 0,0 10 10 0,0-10 47 15,0 0-47-15,0 0 36 0,0 6-42 0,0-6 35 16,0 0-43-16,0 0 30 0,0 0-43 0,0 9 19 16,0-9-83-16,0 0-144 0,0 0 72 0</inkml:trace>
  <inkml:trace contextRef="#ctx0" brushRef="#br0" timeOffset="-95298.4">0 12547 67 0,'0'6'661'0,"0"-6"-222"0,0 11-104 0,0-11-56 0,0 0-19 0,0 0-51 0,0 0-14 0,0 0-20 0,0 0-9 0,0-10 26 0,0 10 13 15,0 0-53-15,0-7 2 0,0 7-72 0,0 0 16 16,0-8-49-16,0 8 26 0,0-8-52 0,0 8 29 16,0-12-47-16,0 12 33 0,0-12-40 0,0 12 34 0,0-14-39 15,0 14 2-15,0-12 4 0,0 3 27 0,0 3-37 16,0-4 3-16,0 1 3 0,0-1-1 0,0 0 4 16,0-2-1-16,0-1 4 0,0 2-3 0,0 1 0 15,0 0 1-15,0 1-1 0,0-1 2 0,0 1 5 16,0 3-8-16,0 6 10 0,0-13-11 0,0 13 4 15,0-10-2-15,0 10 2 0,0-8 0 16,0 8 2-16,0-7-1 0,0 7-4 0,0 0 2 0,0-9 2 16,0 9-1-16,0 0-4 0,0 0 2 0,0-7-2 15,0 7 2-15,0 0-15 0,0 0-3 0,0 0-9 16,0 0-6-16,0 0-1 0,0 0 5 0,0 0 4 16,0 6 6-16,0-6-2 0,0 10 11 0,0-10-4 15,0 10 9-15,0-3-3 0,0 2 5 0,0-1-4 16,0 0-44-16,0 1-54 0,0 0-34 0,0-2-29 15,0 2-48-15,0-9-6 0,0 12-73 0,0-12-48 16,0 11-302-16,0-11-156 0</inkml:trace>
  <inkml:trace contextRef="#ctx0" brushRef="#br0" timeOffset="-92548.14">3050 14639 246 0,'0'0'307'0,"0"0"-34"0,0 0-54 0,0 0-20 0,-4 5-54 0,4-5 7 0,0 0-30 0,0 0 1 0,0 0-17 0,0 0 16 0,0 0-31 15,-4 5 23-15,4-5-7 0,0 0-13 0,0 0-5 16,0 0-6-16,0 0-2 0,0 0-4 0,0 0-8 15,0 0 0-15,0 0-17 0,-2 5 10 0,2-5-10 0,0 0 9 16,0 0 9-16,0 0 12 0,10 4-3 0,-10-4-10 16,19 2-9-16,-6-1-8 0,6-1-14 15,2 0-3-15,6 0-2 0,3-2 3 0,7 0 15 16,4-3 17-16,5 0 19 0,4 1-1 0,-4-2 2 0,4 0-4 16,-3 2-17-16,-3-2-7 0,-7 0-12 0,-4 3-8 15,0-1-8-15,-3 0-7 0,-5 0 9 0,2 0 9 16,-4 1 1-16,-4 0 1 0,-1 2-2 0,-1-2-10 15,-3 1-2-15,-3 1-6 0,2-1 2 0,-4 0-3 16,-1-1-2-16,-8 3-3 0,11-3-5 0,-11 3-10 16,0 0 8-16,0 0-6 0,-6-5-2 0,6 5-1 15,-21 3 4-15,2-2-6 0,-4 3 0 16,-9 3 1-16,-2 0 8 0,-10 2-13 0,-3 1-1 0,-1 2 4 16,-4 0 0-16,-10 2-1 0,-1 3-4 0,-1-2 14 15,1-1-11-15,3 1 21 0,11-1-4 0,4-2 12 16,3-3-14-16,8 2 7 0,10-4-14 0,1-2 16 15,4 1-18-15,7-3 12 0,5 1-7 0,7-4 11 16,0 0-12-16,0 0 15 0,9 1-14 0,4-2-6 16,6-3 0-16,5 0 1 0,6-5 1 0,5 2-1 15,5-5-11-15,2 2 11 0,4-2 8 0,-3 0-3 16,2 0 12-16,-1 0-13 0,-1 0 10 0,-2 0-14 16,-9 3 6-16,0 0-15 0,-7 3-6 0,-2-1-18 15,-1 2-9-15,-4 1-15 0,-4-1-5 0,0 3-2 16,-5-1-14-16,-9 3-38 0,14-3-48 0,-14 3-66 0,0 0-68 15,0 0-29-15,0 0-71 0,-15 4-114 16,3-2-378-16,-3 3-444 0</inkml:trace>
  <inkml:trace contextRef="#ctx0" brushRef="#br0" timeOffset="-81047.37">14434 8291 305 0,'-10'-10'716'0,"1"3"-160"0,2 0-104 0,0 1-84 0,-3 1-88 0,5 0-53 0,5 5-28 0,-10-4-11 0,10 4 7 15,-7 3 1-15,7-3 8 0,-3 12-14 0,6 0 3 16,-1 3-27-16,4 6-24 0,2 6 1 0,2 3-43 16,5 4-6-16,-1 6-30 0,4-3-12 0,-2 3-7 15,0-1-12-15,3 1-5 0,-3 0-10 0,0-1 15 16,-3-1-22-16,2 1 0 0,-2-4-47 0,-2-1-44 15,-3-5-87-15,0-2-55 0,-3-4-83 0,-1-2-109 0,-1-5-93 16,-1-3-580-16,-2-1-703 0</inkml:trace>
  <inkml:trace contextRef="#ctx0" brushRef="#br0" timeOffset="-80764.92">14371 8393 61 0,'-3'-34'811'0,"-2"1"-221"0,5 6-125 0,1 0-88 15,3 2-79-15,0 2-34 0,2 0-1 16,2 3-3-16,6 0 1 0,0 1-9 0,5 3-20 0,2 1-37 16,-1 5-39-16,3 2-36 0,-1 1-21 0,2 5-17 15,-2 4-16-15,2 3-15 0,-2 1-7 0,0 3-8 16,-3 4-7-16,-2 0-6 0,-1 5 5 0,-4 1-12 16,-5 3 14-16,0 0-17 0,-6 2 12 0,-4 2-17 15,-4 4 10-15,-4 1-11 0,-3 1 5 0,-5-1-7 16,-4 0 14-16,0-3-17 0,0 0 10 0,-2-5-12 15,-2 0 18-15,5-5-17 0,0-2 6 0,-2-2-14 16,6-4-14-16,4-2-34 0,-1-1-53 0,3-6-90 16,2 1-100-16,10-2-72 0,-15-3-93 0,11-4-104 15,1-1-424-15,5-2-586 0</inkml:trace>
  <inkml:trace contextRef="#ctx0" brushRef="#br0" timeOffset="-80016.09">15419 7786 316 0,'-4'-11'645'0,"-4"-1"-127"0,3 5-101 0,-1 0-72 0,-2 1-51 0,-2 4-30 0,10 2 0 0,-21 3 2 0,6 3 10 0,-2 9-10 0,-3 5-32 15,-4 11-11-15,-2 5-12 0,2 11-38 0,-2 6-21 16,3 5 2-16,4 7-7 0,4 2-23 0,2 4 0 16,4 2-34-16,5 0 13 0,4-3-31 0,4 0 16 15,5-6-28-15,6-1 50 0,2-6-45 0,5-4-14 16,3-7-10-16,5-2-5 0,-2-10 9 0,4-4-7 15,1-7-7-15,5-1-3 0,4-6-24 0,3-4-33 16,2-6-57-16,3-4-68 0,-1-4-117 0,-3-4-127 16,1-6-126-16,-6-2-164 0,-1-5-619 0,-3-3-910 15</inkml:trace>
  <inkml:trace contextRef="#ctx0" brushRef="#br0" timeOffset="-79698.57">15834 8122 156 0,'1'-9'757'16,"1"0"-175"-16,-2 4-90 0,0-2-58 0,0 7-55 0,0-13-29 15,0 13-47-15,1-9-51 0,-1 9 14 0,0 0-4 16,0 0-36-16,0 0-2 0,-1 12-15 0,2-1-25 16,0 4-29-16,2 5 3 0,2 1-47 0,-2 4-17 15,3 5-7-15,0 1-18 0,1 2 5 0,-1-1-37 16,0 0 16-16,1 3-35 0,-1-2 19 0,-1-2-15 16,-1 1 10-16,1-2-40 0,-2-5-26 0,-1-2-56 15,1-4-66-15,-2-1-61 0,0-3-67 0,-1-2-81 16,-1-3-69-16,0-2-136 0,1-8-648 0,-4 7-828 15</inkml:trace>
  <inkml:trace contextRef="#ctx0" brushRef="#br0" timeOffset="-79281.1">15835 8117 238 0,'-1'-13'811'0,"0"6"-194"15,-1-2-126-15,2 9-117 0,2-10-71 0,-2 10 15 16,6-3 4-16,-6 3-21 0,0 0-9 0,17 4-15 0,-11 1-51 15,6 2-12-15,-1 2-23 0,5 2-44 16,1 0-20-16,0 3-29 0,5 0-24 0,1 2-8 16,1-1-13-16,-1 0-18 0,3-1-2 0,-1 0-6 15,3-1-5-15,-2-3-10 0,-3-1-17 0,0-1-26 0,0-2-36 16,-2-1-43-16,-1-2-72 0,-2-2-42 16,-3-2-60-16,1-2-26 0,-3 0-21 0,0-5-7 15,-3-1-6-15,-2-2 3 0,-2-2 6 0,-2-5 39 16,-1 1 22-16,-3-4 62 0,-2-1 63 0,0-3 59 0,-2-2 65 15,-5-2 60-15,3 3 49 0,-3-2 54 0,-1 2 9 16,1 6 54-16,1 0 28 0,0 2 28 16,2 2 1-16,1 4-31 0,0 0-40 0,1 2-34 0,1 4 16 15,3 6 47-15,-4-4 7 0,4 4-13 0,0 0-18 16,3 10-15-16,0 0 9 0,-1 3-26 0,3 2-21 16,0 5-5-16,4-1-37 0,-4 5 1 0,3-2-34 15,-1 0 10-15,1 2-35 0,-1-2 11 0,-1 2-24 16,2-3-9-16,-3 1-3 0,4-1-2 0,-3-2-2 15,-1 0-28-15,1-1-44 0,-4-3-52 0,2 0-81 16,2-2-94-16,-3-1-68 0,-1-3-67 0,1-1-116 16,-2 0-122-16,-1-8-362 0,2 8-634 0</inkml:trace>
  <inkml:trace contextRef="#ctx0" brushRef="#br0" timeOffset="-78732.11">16845 8188 502 0,'0'0'484'0,"-3"8"-85"0,3-8-42 0,-1 7-28 0,1-7-7 0,-4 8-22 0,4-8 5 0,-2 8-17 0,2-8-2 0,-2 7-27 0,2-7 2 0,-5 5-36 16,5-5-8-16,0 0-7 0,-2 6 4 0,2-6-10 15,0 0-34-15,0 0-32 0,0 0 0 0,-12-5-50 16,8-2 16-16,-1-2-25 0,1-1 12 0,-3-3-41 16,-1-4 30-16,3-3 6 0,-2-3-18 0,4-2-5 15,-4-4-5-15,4-1-41 0,1 2 26 16,1-2-36-16,4-3 29 0,-1 1-32 0,2 0 28 0,3 1-37 16,1 3 3-16,1 0 2 0,1 5 0 0,-1 2-4 15,3 4 1-15,1 1 1 0,-1 4-3 0,1 1 1 16,3 4 0-16,-1 6 2 0,0 1-1 0,4 4 34 0,-1 3-34 15,5 8 37-15,0 3-17 0,5 7 36 0,-6 4-4 16,4 0-4-16,-3 2-5 0,0 3-1 16,-3-1-9-16,-1 0-37 0,-2 1 31 0,0-1-33 15,-6-6 4-15,2-2-77 0,-3 0-47 0,-2-2-61 0,1-4-56 16,-2 1-114-16,-3-5-96 0,1-2-89 0,-1-3-157 16,0 0-599-16,0-5-905 0</inkml:trace>
  <inkml:trace contextRef="#ctx0" brushRef="#br0" timeOffset="-78415.87">18047 7241 933 0,'2'-12'817'0,"-4"5"-154"0,-1 2-135 16,-4-3-72-16,0 5-54 0,-5 0-43 0,2 3-37 15,-5 0-25-15,-3 4-35 0,-5 2-25 0,-6 5-28 16,-2 6-27-16,-4 2-8 0,0 6-28 0,2 3-27 16,1 0-47-16,3 5 18 0,2 3-35 0,4 1 54 15,8 2-45-15,2 3 20 0,5 1 14 0,7 1-8 16,6 2-14-16,4 0-12 0,5-1-10 0,7 6-34 16,4 0 21-16,2-6-34 0,4 0 28 0,3-4-38 15,1-4 29-15,-5-10-32 0,2 0 4 0,-1-3-69 16,1-4-29-16,-4-5-88 0,-1-4-51 0,-3-4-64 15,-1-4-133-15,-4-2-87 0,2-4-70 0,2-5-137 16,-1-5-499-16,-1-4-838 0</inkml:trace>
  <inkml:trace contextRef="#ctx0" brushRef="#br0" timeOffset="-78214.81">18325 7456 975 0,'-5'-7'710'0,"5"7"-141"0,0 0-84 0,0 0-40 15,-4 8-46-15,4 0-19 0,1 1-45 0,3 3-53 16,0 3-35-16,2 1-23 0,1 3-2 0,1 3-41 0,3 3-6 16,-1 2-62-16,1-1-2 0,0 4-45 0,-1-3 7 15,0 2-13-15,-1-2-17 0,0 2-44 0,0-6-75 16,-4-2-61-16,0 0-74 0,-2-3-85 16,-2-2-72-16,2-3-71 0,-6-4-66 0,2 1-90 0,-2-4-488 15,3-6-700-15</inkml:trace>
  <inkml:trace contextRef="#ctx0" brushRef="#br0" timeOffset="-77949.01">18211 7497 517 0,'0'-23'668'0,"3"3"-174"15,3 2-85-15,0 1-75 0,5 2-13 0,3 0-1 16,0 4-21-16,2 0-5 0,2 3-16 0,1 3-23 16,1 4-17-16,0-1-28 0,4 4-14 0,0 2-31 15,3 3-29-15,-1 3-21 0,1 4-12 0,-3 2-3 16,-1 1 6-16,-2 2-31 0,-2 2-8 0,-3 2-21 15,-3 0-2-15,-1 5 9 0,-2-2-32 0,-4 3 21 16,-2-4-27-16,-1 1 23 0,-5 1-31 0,1-2 17 16,-3 0-21-16,-5 3 16 0,-1-3-18 0,0-1 20 15,-2-1-7-15,-4-3-2 0,2-3-4 0,-3-3 1 16,2-1-5-16,-3-1-3 0,0-3-13 0,5-1-46 16,-1-3-32-16,0-2-54 0,4 0-61 0,10-3-87 0,-17-3-109 15,17 3-30-15,-13-6-119 0,11 0-123 16,-1-1-334-16,3-2-611 0</inkml:trace>
  <inkml:trace contextRef="#ctx0" brushRef="#br0" timeOffset="-77315.28">19002 7718 476 0,'0'0'910'0,"8"-4"-158"0,-8 4-167 0,0 0-130 0,0 0-87 0,5-3-74 0,-5 3-58 0,0 0-28 0,0 0-14 0,6 3-12 16,-6-3-28-16,4 10-32 0,-4-10-22 15,5 11-21-15,-3-3-19 0,-1 1-8 0,0 2-12 0,-1 0-8 16,0 0-6-16,0 3-3 0,-1-3-9 0,-2 1-13 16,-2 2-37-16,1-1-45 0,-1-4-57 0,0 2-60 15,1-1-79-15,-2 1-45 0,1-2-81 0,0-2-101 16,-3-2-558-16,8-5-679 0</inkml:trace>
  <inkml:trace contextRef="#ctx0" brushRef="#br0" timeOffset="-77082.5">19190 7374 602 0,'5'-8'750'0,"-2"-2"-171"0,-1 5-116 0,-2 5-66 0,7-8-4 16,-7 8-12-16,0 0-29 0,7 4-21 15,-7-4-42-15,4 9-13 0,-1 1-15 0,-1-1-43 16,2 2-5-16,-1 6-60 0,2-3-7 0,0 5-54 16,1 4 4-16,1 0 11 0,-1-2-50 0,3 2 19 15,-1 4-44-15,-2-3 18 0,2-2-50 0,-1 1-3 16,1 0-70-16,-2-1-45 0,2-3-39 0,0 1-73 16,-2-4-82-16,-1-2-80 0,-1-1-73 0,1-2-102 15,-1-3-169-15,0-2-281 0,-4-6-626 0</inkml:trace>
  <inkml:trace contextRef="#ctx0" brushRef="#br0" timeOffset="-76865.17">19216 7363 233 0,'-8'-10'742'16,"-1"0"-151"-16,5 3-72 0,-1 0-45 0,1-1-35 0,0 2-35 15,3-3-41-15,0 2-38 0,2-1-28 0,2-3-50 16,2 1-47-16,2-2-40 0,5 1-33 0,1-1-24 15,3-1-24-15,2 0-15 0,1 3-7 16,4-5-13-16,-3 5-14 0,1-1-8 0,2 1-11 0,-3 0-27 16,1 2-37-16,-2 1-38 0,-3 3-50 0,0-3-69 15,-4 4-63-15,-2 2-10 0,-10 1-44 0,15 1 5 16,-15-1-43-16,4 10-40 0,-4-5-66 0,-4 2-343 16,-3 4-345-16</inkml:trace>
  <inkml:trace contextRef="#ctx0" brushRef="#br0" timeOffset="-76715.29">19190 7425 628 0,'-8'7'595'0,"3"-1"-135"0,5-6-63 0,-2 9-49 16,2-9-48-16,7 2-26 0,-7-2-32 0,21 0-38 15,-8-2-41-15,3-2-31 0,5-1-27 0,2-1-20 16,1 1-24-16,-1-3-8 0,8-1-14 0,-2-1-53 0,2 1-80 16,-2-4-92-16,-1 2-53 0,-1-3-114 15,-1-1-119-15,-5 1-387 0,-1-4-409 0</inkml:trace>
  <inkml:trace contextRef="#ctx0" brushRef="#br0" timeOffset="-76482.74">19441 6871 224 0,'-2'-10'700'0,"4"4"-188"0,-2 6-118 0,5-8-70 0,-5 8-5 0,14-1 2 15,-5 3-1-15,5 3 14 0,0 3-14 0,5 3-5 16,3 5-20-16,2 2-39 0,4 4-19 15,1 3-38-15,1 3-33 0,-1 1-31 0,1 2-24 0,-2 2-23 16,-3 0-13-16,-3 1-21 0,1-1-6 0,-4 2-11 16,-5 0-5-16,-1 0-19 0,-7-4-32 0,-2-1-46 15,-4-3-55-15,-2 1-41 0,-5 2-69 0,-3-1-65 16,-1-1-37-16,-6-3-45 0,3-1-85 0,-4-2-53 16,4-8-500-16,-4-1-622 0</inkml:trace>
  <inkml:trace contextRef="#ctx0" brushRef="#br0" timeOffset="-76232.25">19701 6756 572 0,'12'-15'821'0,"-2"5"-196"16,5 2-113-16,-1 3-62 0,4 4-5 0,4 2-35 15,1 4-26-15,8 6-44 0,7 4-8 0,0 4-37 16,7 10-3-16,0 4-78 0,-2 4-5 0,1 5-20 0,-5 5-29 15,-2 2-25-15,-3 5-34 0,-6-2-21 16,-5 5-13-16,-8 1-39 0,-5-6 24 0,-6 1-38 16,-7 2 12-16,-5 8-70 0,-8-1-44 0,-7 2-65 15,-7-1-39-15,-5-2-32 0,-7-1-43 0,-5-3-41 16,-7-1-55-16,0-4-29 0,-3-4-39 0,-3-2-90 0,-4-1-95 16,0-7-370-16,-3 0-581 0</inkml:trace>
  <inkml:trace contextRef="#ctx0" brushRef="#br0" timeOffset="-75865.4">14913 9225 717 0,'-69'18'721'0,"-1"1"-131"0,3 1-113 0,-1 2-123 16,6 0-71-16,4 2-55 0,14-5-43 0,6-3-35 15,11-2-14-15,8-3 38 0,10-4 37 0,9-7 7 16,4 7-14-16,11-9-18 0,18-3-2 0,20-6 12 16,26-5-31-16,26-9 22 0,15-3-39 0,15-5 10 15,16-2 15-15,14-5 12 0,45-10 2 0,10-3-29 16,7 1 19-16,8-4-57 0,-2-1 8 0,7-3-53 16,-2 3 10-16,-2 0-44 0,0 1-8 0,-3 3 21 15,-5 1-41-15,-7 6 0 0,-41 9-3 0,4 4 1 16,-2 1-4-16,-6 1 0 0,-6 4 18 0,-4 1-10 15,-6 2-4-15,-7 1 25 0,-7 1-38 0,-12 1 28 16,-9-1-40-16,-8 1 22 0,-28 4-26 0,-5-1 8 16,-8 3-42-16,-8 0 23 0,-19 3-15 0,-4 2-78 15,-14 1-92-15,-9 0-90 0,-8 2-74 0,-7-1-105 16,-7 8-92-16,-12-11-129 0,-8 5-732 0,-17 1-1048 16</inkml:trace>
  <inkml:trace contextRef="#ctx0" brushRef="#br0" timeOffset="-75381.94">17654 9406 194 0,'0'0'88'0,"-7"-9"-185"0,7 9 34 0</inkml:trace>
  <inkml:trace contextRef="#ctx0" brushRef="#br0" timeOffset="-75166.09">17609 9359 461 0,'0'0'424'0,"0"0"-64"0,0 0-47 15,-9-2-17-15,9 2-11 0,0 0-2 0,0 0-8 16,-5-4 22-16,5 4-7 0,0 0-20 0,0 0-24 16,0 0-36-16,0 0-30 0,0 0 6 0,0 0 20 15,-2 6-19-15,4 3 8 0,2 1 17 0,2 6-37 16,1 5 41-16,2 4-54 0,3 7 7 0,0 3-56 16,1 3 4-16,3 0-51 0,-3 3-12 0,6-1-8 0,-5 2-8 15,4-1-9-15,-2 0-2 0,0 0-9 16,1-1-5-16,-4-2-7 0,-1 1-22 0,1-4-73 15,-4-5-61-15,-1-4-56 0,-1-4-112 0,-3-3-90 16,1-2-91-16,-5-5-176 0,0-5-611 0,0-7-891 0</inkml:trace>
  <inkml:trace contextRef="#ctx0" brushRef="#br0" timeOffset="-74898.68">17649 9455 1167 0,'4'-20'636'0,"1"0"-120"0,2 5-137 0,0-1-63 0,-1 3-67 16,6-2 21-16,2 0-11 0,0 2 12 0,4 1-28 16,2 1-15-16,-1 2-23 0,4 0-40 0,0 3-22 15,-1 1-28-15,-2 3-21 0,2 3-29 0,-4 3 3 16,5 2-19-16,-4 3-9 0,-1 3-3 0,-4 3-12 16,0 2-3-16,-6 2-7 0,-2 3 2 0,-2 0-3 15,-5 6-6-15,-2-4-2 0,-7 5-1 0,0-2 2 16,-4-1-10-16,-3-1 5 0,-1-3-8 0,-1 0-7 15,-3-4-20-15,1-3-29 0,0-3-65 16,2-4-57-16,2-5-103 0,0-1-48 0,1-5-72 0,2 0-108 16,5-6-109-16,0-1-328 0,7-5-535 0</inkml:trace>
  <inkml:trace contextRef="#ctx0" brushRef="#br0" timeOffset="-74631.13">18634 9043 718 0,'9'-3'798'0,"-9"3"-110"16,0 0-148-16,0 0-55 0,0 0-69 0,-5 10-24 15,-8-1-20-15,-5 3-32 0,-6 2-27 0,-7 7-25 0,-2 2 23 16,1 2-47-16,-4 3-11 0,-3 5-73 16,7-1-4-16,1 0-45 0,4 2 8 0,2 0-52 0,3 1 7 15,5 1-43-15,2 0 20 0,7-3-42 16,4-1 20-16,6-4-32 0,2 5 1 0,5-1 5 0,7 0 2 15,5 2 8-15,0-4-17 0,8-2 5 0,1-2-28 16,2-4 0-16,6-3-51 0,-1-4-42 16,3-2-71-16,0-2-76 0,-3-6-40 0,0-1-151 0,-7-4-134 15,6-4-124-15,-4-3-813 0,4-5-1136 0</inkml:trace>
  <inkml:trace contextRef="#ctx0" brushRef="#br0" timeOffset="-74261.38">18909 9246 168 0,'0'0'770'0,"-3"-6"-134"16,3 6-102-16,-2-8-56 0,2 8-62 0,0 0-17 15,-3-6-62-15,3 6-23 0,0 0-57 0,0 0 5 16,0 0-12-16,0 0-35 0,0 0-26 0,0 0 5 16,5 9-55-16,-1 0 2 0,1-2-31 0,2 7 33 0,0 0-54 15,2 3 8-15,0 0-45 0,1 4 17 0,-1-1-40 16,3 4 21-16,1-1-40 0,-2 5 30 15,-2-3-38-15,4 0 28 0,-4 2-38 0,-1-5 23 16,-2-1-75-16,0 0-20 0,-1-2-54 0,-1-1-34 16,-1-1-65-16,1-3-56 0,-2-1-72 0,-2-2-37 0,2-2-76 15,-2-2-142-15,0-7-517 0,-2 8-747 16</inkml:trace>
  <inkml:trace contextRef="#ctx0" brushRef="#br0" timeOffset="-73982.46">18992 9318 608 0,'0'-17'700'16,"1"3"-149"-16,3 3-124 0,0 0-86 0,1 0-34 16,0 1 13-16,5 0-20 0,1 1 13 0,0 0-21 15,3 2-20-15,0 2-39 0,3 0-17 0,1 3-16 16,2 4-14-16,6 0-16 0,-2 6-16 0,5 3-12 16,-3 3 11-16,5 5-53 0,-3 4 9 0,-1 2-50 15,-4 2 17-15,-3 2-41 0,-5 3 19 0,-1-4-32 16,-5 2 21-16,-2-3-38 0,-3 0 30 0,-2 0-34 15,-4-1 1-15,-2 0 0 0,-4 0 1 0,-6 2 3 0,1-3-6 16,-6-2 4-16,-4 2-1 0,-5-3-2 16,0-2-1-16,1-6-11 0,-1-1-20 0,1-2-29 15,3-2-37-15,3-4-34 0,2 1-83 0,1-6-108 0,4 0-126 16,4-3-86-16,1-2-152 0,5-4-547 16,3-3-844-16</inkml:trace>
  <inkml:trace contextRef="#ctx0" brushRef="#br0" timeOffset="-73782.83">19650 9307 1120 0,'0'0'630'0,"15"3"-121"0,-15-3-75 0,4 12-8 0,-4-5-30 16,0 5-11-16,-1 1-41 0,-2 1-50 0,0 0-52 16,-1 4-49-16,1 0 0 0,-1 2-42 0,1 2-11 15,0 0-46-15,-1 0 3 0,3 0-43 0,-2 1-7 16,1-4-15-16,-2 0-45 0,4-1-56 0,-1-1-44 15,-1-2-127-15,1-2-80 0,1-1-88 0,0 0-134 16,0-5-192-16,0-7-308 0,3 11-657 0</inkml:trace>
  <inkml:trace contextRef="#ctx0" brushRef="#br0" timeOffset="-73581.53">19935 9049 808 0,'5'-12'826'0,"1"0"-180"0,0 5-155 15,-2 0-62-15,-4 7-1 0,7-3-8 0,-7 3-6 16,7 10-41-16,-2-3 19 0,-3 6-42 0,2 3-3 16,1 5-31-16,0 3-45 0,2 7-40 0,3 5-6 15,0 2-76-15,2 2 5 0,-1-2-60 0,2 2 10 16,-2-5-55-16,2 2 21 0,-4-9-62 0,1 1-44 16,1-4-103-16,-5-1-55 0,3-4-110 0,0-2-52 0,-3-5-111 15,-2 1-114-15,0-3-99 0,-1-5-854 0,-3-6-1169 16</inkml:trace>
  <inkml:trace contextRef="#ctx0" brushRef="#br0" timeOffset="-73382.83">19962 9057 354 0,'-4'-19'774'0,"4"3"-179"16,3-1-117-16,-1 1-91 0,3 2-23 0,4 1-11 0,1-3-2 15,2 2-8-15,5 0-29 0,-1 0-39 0,6-2-40 16,2 2-31-16,2-3-51 0,1 4-16 0,-2 0-37 15,5 1-5-15,-2 0-35 0,1 2-2 0,-3 0-19 16,-3 2-12-16,0 3-38 0,-3-3-44 0,-3 4-57 16,-2-1-81-16,-1 5-69 0,-2-1-48 0,-12 1-66 15,15 3-77-15,-15-3-92 0,4 12-509 0,-8-5-670 16</inkml:trace>
  <inkml:trace contextRef="#ctx0" brushRef="#br0" timeOffset="-73216.05">19993 9126 508 0,'-12'10'872'0,"4"-3"-217"0,2-1-130 16,6-6-100-16,-1 7-23 0,1-7-58 0,12 5-22 16,-12-5-67-16,26 0-32 0,-8-1-34 0,4-1-33 15,6-1-30-15,0 1-27 0,8-4-16 0,5-4 2 16,3 2-41-16,-1-3-19 0,-1-3-93 0,1 2-100 16,-2-5-146-16,-4-1-117 0,0-4-224 0,-4-2-507 0,-2-1-777 15</inkml:trace>
  <inkml:trace contextRef="#ctx0" brushRef="#br0" timeOffset="-73014.31">20457 8497 812 0,'-9'-15'776'0,"2"7"-155"0,3 2-161 0,4 6-82 16,0 0-51-16,0 0 21 0,9 3-34 0,2 5-16 16,4 7-21-16,4 8-5 0,8 5 0 0,6 12-8 0,2 3 31 15,2 5-11-15,0 4-41 0,0 2 22 16,-1 5-42-16,-2 1-35 0,-4 5-36 0,-5 0-29 0,-2 3 6 15,-9 1-55-15,-4 0-18 0,-7-1 23 0,-8 1-85 16,-9-5-86-16,-8 1-93 0,-7-3-87 0,-7-2-47 16,-8 0-130-16,-7-5-149 0,-15 6-140 0,-6-3-806 15,8-13-1182-15</inkml:trace>
  <inkml:trace contextRef="#ctx0" brushRef="#br0" timeOffset="-70365.16">21365 7713 1271 0,'-6'5'822'0,"-1"-1"-175"0,7-4-155 16,-7 5-86-16,7-5-90 0,-7 3-28 0,7-3-41 0,0 0-17 0,-7 5-5 0,7-5-61 0,0 0-23 15,5-5-35-15,1 0-18 0,7-2-25 16,4-1-1-16,4-2-23 0,7-4-3 0,8 0-12 0,3-5 1 16,3 0-25-16,1 0-14 0,3 1-33 15,-4 0-52-15,-1 0-79 0,-5 4-105 0,-5 3-93 16,-8 3-97-16,-4 2-112 0,-4 1-556 0,-4 2-754 0</inkml:trace>
  <inkml:trace contextRef="#ctx0" brushRef="#br0" timeOffset="-70198.73">21333 7925 666 0,'-14'13'866'0,"3"-4"-192"0,4-2-161 0,0 0-113 0,7-7-77 15,0 7-60-15,0-7-38 0,15 0-34 0,-1-2-33 16,10-6-21-16,6 0-30 0,9-7-15 0,7-1-20 16,9-4-13-16,5-1-12 0,0 0-11 0,-2 0-13 15,-2 4-62-15,-7 1-137 0,-6 3-146 0,-3 1-197 16,-10 0-676-16,-6 5-805 0</inkml:trace>
  <inkml:trace contextRef="#ctx0" brushRef="#br0" timeOffset="-68772.26">23512 7146 810 0,'0'-14'731'0,"0"4"-143"0,0-1-136 0,0 5-101 0,0-2-76 0,0 8-51 0,5-6-38 0,-5 6-10 0,7 6-7 16,-2 0 5-16,1 5 0 0,3 6-9 0,4 2-31 15,0 6-13-15,3 7-5 0,1 0-16 0,1 3-17 16,0 0-12-16,0-2-18 0,-1 4 3 0,1 0-13 15,0-1-17-15,-1 0 2 0,-2-2-21 0,-1 0-21 16,0-8-65-16,-5-1-79 0,-1-3-97 0,2-2-77 16,-3-6-71-16,-2-1-107 0,-1-3-605 0,-2-5-731 15</inkml:trace>
  <inkml:trace contextRef="#ctx0" brushRef="#br0" timeOffset="-68482.94">23542 7144 777 0,'-7'-20'703'0,"1"-1"-150"0,1 4-119 0,1 3-104 16,3-2-64-16,-1 1-51 0,4 3-25 0,3-4 17 15,1 2-8-15,3-1-11 0,6 0-16 0,1 2-7 16,4-1-34-16,1 4-7 0,-1 1-38 0,3 6-2 16,0 0-31-16,-2 5-10 0,2 2-5 0,-2 4-10 15,1 3-6-15,-5 1-1 0,-1 3-5 0,-3 2-3 16,-3 3-2-16,-3-1 0 0,-4 3-1 0,-4-2-2 15,0 2 0-15,-7 0 2 0,-1-2-2 16,-6 2 2-16,-3-1-2 0,1-4-2 0,-2 1-1 0,-2-2 1 16,3-5-3-16,0 0 2 0,0-3-4 0,4-2-19 15,2-3-56-15,1 0-74 0,11-3-90 0,-14 0-104 16,14 0-73-16,-3-9-113 0,8 2-534 0,3-3-680 16</inkml:trace>
  <inkml:trace contextRef="#ctx0" brushRef="#br0" timeOffset="-68166.07">24595 6667 703 0,'0'0'825'0,"-2"-13"-149"16,-3 7-152-16,5 6-101 0,-7-6-69 0,7 6-48 15,0 0-22-15,-18 3-36 0,8 3-25 0,-2 4-12 16,-3 5-21-16,-3 4-35 0,-4 9-15 0,-1 5-30 16,4 3-10-16,0 3-19 0,0 3-4 0,3 5-4 15,5-1 4-15,-1 1-4 0,6 0-18 0,3 2-10 16,2-5-5-16,4 0-5 0,2 0-3 0,2-5-12 16,7-1 38-16,-1-2-30 0,4-2-5 0,1-5 36 15,3 1-34-15,0-10 18 0,1-1-54 0,3-2-6 16,2-4-61-16,1-4-53 0,4-3-58 0,-4-1-110 15,2-5-100-15,-1 0-105 0,0-5-162 16,1-4-605-16,-1-2-879 0</inkml:trace>
  <inkml:trace contextRef="#ctx0" brushRef="#br0" timeOffset="-63516.17">24919 6928 507 0,'0'0'578'0,"0"-12"-85"0,0 12-69 0,-1-10-39 0,1 10-46 0,-1-9-25 0,1 9-30 0,-2-9-46 0,2 9-38 0,-1-4-39 16,1 4-30-16,0 0 7 0,0 0 15 0,0 0-5 16,0 0-9-16,8 8-3 0,-4 3-5 0,2 1-24 15,-1 2-15-15,4 4-15 0,0 2-7 0,1 1-14 0,2 4-8 16,-1-2-8-16,3 1-8 0,-1 2-4 0,0-2-8 15,-3-2-6-15,0-1 0 0,0 0 1 16,0-3-4-16,-3 0-18 0,0-2-62 0,-1-1-85 0,-2-2-86 16,0-4-83-16,-3-2-99 0,-1-7-121 0,-3 9-140 15,3-9-281-15,0 0-553 0</inkml:trace>
  <inkml:trace contextRef="#ctx0" brushRef="#br0" timeOffset="-63249.63">24901 6888 216 0,'-5'-16'830'0,"4"0"-208"0,1 2-134 0,3 0-110 16,2-1-77-16,2 3-31 0,2 0-1 0,5 1 9 16,2 0-14-16,4 3 5 0,1 2-34 0,4 2-38 15,2 2-28-15,1 2-9 0,3 3-53 0,1 4-16 16,0 2-18-16,-2 3-5 0,2 4-14 0,-6 1-15 16,-2 2-5-16,-5 1 1 0,-1 3-3 0,-4 1-6 15,-1 1-1-15,-8-3 3 0,0 1-7 0,-5 2 0 16,-5-1-5-16,1 0 6 0,-8 1 1 0,-1-1 18 15,-3-2-16-15,-3-1-1 0,-2-1 3 0,-1-3-6 16,-1-1-4-16,0 0 0 0,1-6-1 0,3 1-4 16,0-4-2-16,3 2-5 0,0-5-2 0,4 1-63 15,1-2-76-15,11-3-113 0,-12 0-128 0,12 0-103 0,-4-8-149 16,8 2-617-16,0-5-855 0</inkml:trace>
  <inkml:trace contextRef="#ctx0" brushRef="#br0" timeOffset="-63032.64">25456 6966 844 0,'13'1'904'0,"-13"-1"-197"0,9 5-164 0,-9-5-112 16,9 3-82-16,-9-3-51 0,6 5-45 0,-6-5-41 0,5 8-34 16,-3 0-29-16,0-2-32 0,-1 5-23 0,1-2-15 15,0 3-17-15,-2 1-12 0,0 0-9 0,-1 3-9 16,-2 0-8-16,2 1-12 0,-1-2-32 15,-1-1-47-15,0 0-67 0,1-3-80 0,-1 0-70 0,2-1-74 16,-3-2-70-16,3-1-106 0,1-7-507 0,-4 7-657 16</inkml:trace>
  <inkml:trace contextRef="#ctx0" brushRef="#br0" timeOffset="-62782.44">25664 6735 185 0,'0'0'922'16,"9"-7"-225"-16,-9 7-129 0,4-7-129 0,-4 7-43 16,0 0-16-16,0 0-29 0,0 0-33 0,9 4-29 15,-6 2-35-15,-1 1-10 0,2 4-33 0,2 3-11 0,-2 1-31 16,5 4-32-16,-1 3-23 0,3 5-15 16,0-1-27-16,0 3-14 0,3-1-11 0,0 4 30 15,0 3-57-15,-2-7 41 0,-1 1-51 0,3-4 6 16,-3 3 28-16,0-3-46 0,-1-1-2 0,-1-5-22 15,-2-1-66-15,0-1-63 0,0-4-60 0,-2 0-62 16,-1-4-70-16,0 0-98 0,-4-9-69 0,2 8-148 16,-2-8-479-16,0 0-756 0</inkml:trace>
  <inkml:trace contextRef="#ctx0" brushRef="#br0" timeOffset="-62566.1">25755 6730 695 0,'0'-9'681'0,"0"1"-169"16,0 0-96-16,3 0-107 0,-1-1-51 0,5 0-27 16,-1-1 3-16,3 0-11 0,1-2-28 0,7 0-29 15,1-1-29-15,2 0-25 0,4-3-4 0,3 3-19 16,1-1-27-16,3 1-7 0,-2 1-10 0,-1-1-11 16,1 2-24-16,-9 3-64 0,2 0-86 0,-7 2-99 15,2 1-58-15,-7 3-49 0,-10 2-34 0,15-3-51 16,-15 3-416-16,0 0-390 0</inkml:trace>
  <inkml:trace contextRef="#ctx0" brushRef="#br0" timeOffset="-62415.82">25778 6831 742 0,'0'0'603'0,"1"10"-137"16,-1-10-72-16,9 3-53 0,-9-3-32 0,20 0-33 15,-3-3-38-15,0-2-35 0,6-1-36 0,6-2-27 16,2-1-32-16,2 0-21 0,1 0-18 0,-1 0-18 15,0 1-80-15,-2-1-144 0,-2 1-90 0,-5 1-162 16,-1 0-605-16,-5 0-643 0</inkml:trace>
  <inkml:trace contextRef="#ctx0" brushRef="#br0" timeOffset="-61150.35">26440 6029 509 0,'1'-7'633'0,"-1"7"-132"0,2-12-88 0,-2 12-97 0,1-10-67 0,-1 10-59 0,0-7-32 0,0 7 16 0,0 0 49 16,0 0 2-16,0 0-30 0,0 0 12 0,6 7 4 16,-6 3-19-16,3 4-42 0,-2 5-13 0,3 7-7 15,-1 6 6-15,2 11 1 0,1 3-43 0,-1 3 10 0,2 3-23 16,0 11 8-16,2 0-16 0,-1-1-11 16,1 3-9-16,0-2-3 0,0-3-7 0,-2-9-7 15,2-1-7-15,-1-2-3 0,1-3-1 0,-3-2-5 16,1-2 0-16,-1-8-8 0,-1-4-1 0,0-2-3 0,-2-7 1 15,1-2-7-15,-2 1-20 0,1-5-55 0,-2-3-88 16,0-2-120-16,-1-9-138 0,2 9-124 0,-2-9-193 16,0 0-426-16,1-6-777 0</inkml:trace>
  <inkml:trace contextRef="#ctx0" brushRef="#br0" timeOffset="-60899.19">27030 6275 1022 0,'7'-11'890'0,"-3"4"-153"0,0 2-178 0,0-2-111 15,-4 7-89-15,5-9-68 0,-5 9-43 0,0 0-22 16,7 6-24-16,-2 0-17 0,-2 7 31 0,1 1-69 16,2 8 23-16,-1 2-74 0,4 5 25 0,3 7-61 15,-2 1 29-15,1-1-54 0,0 2-2 0,-2-3-7 16,-1-3-25-16,0-3 24 0,0 1-31 0,-2-2-9 15,-1-3-60-15,-1-4-41 0,1-3-29 0,-2-2-68 16,1 0-72-16,-2-4-55 0,0-3-38 0,-2-1-79 16,0-8-118-16,2 8-547 0,-2-8-736 0</inkml:trace>
  <inkml:trace contextRef="#ctx0" brushRef="#br0" timeOffset="-60532.93">27153 6344 322 0,'0'-15'846'0,"-2"5"-209"15,2 0-130-15,-2 3-125 0,2 7-66 0,4-9-27 16,-4 9-9-16,0 0-21 0,16 0-6 0,-7 4-25 16,3 2-18-16,1 1-41 0,8 4 8 0,1 2-57 15,2 0-1-15,1 0-46 0,5 2 7 0,3 1-40 16,-4-4 20-16,2 1-38 0,-2-2 25 0,3 0-39 0,-4-2 17 16,2-2-43-16,-5-2-14 0,-2-1-56 15,-2-3-52-15,-1-1-63 0,-1-4-35 0,-3-2-9 16,-1-1 16-16,-2-2 28 0,-2-6 38 0,-2-2 30 15,-1-1 31-15,-3-3 19 0,-2-1 15 0,-2-2 36 0,-2 0-1 16,-1-1 48-16,-3 0 10 0,1 3 49 16,-1-2 28-16,-1 4 28 0,-2-1 33 0,4 5 14 15,-1 2-2-15,1 1-40 0,0 2-21 0,2 2-16 16,-1 4 17-16,3 5-6 0,-6-6-1 0,6 6-1 16,0 9-10-16,1-1-14 0,4 3 10 0,-1 6-34 15,5 2 36-15,0 6-43 0,3 3 29 0,0-2-50 0,5 6 42 16,-4-4-47-16,0-1 40 0,2-2-56 15,-2 1 31-15,1-1-84 0,-3-3-35 0,1-2-89 0,-3-4-115 16,-3 0-131-16,2-4-67 0,-1 0-146 0,-3-5-547 16,0 0-785-16</inkml:trace>
  <inkml:trace contextRef="#ctx0" brushRef="#br0" timeOffset="-60266.35">27797 5798 731 0,'0'-14'779'0,"2"3"-180"0,0 2-133 0,3 4-99 16,3 0-46-16,-8 5-17 0,23 2-28 0,-6 2 2 15,6 5-30-15,11 6-48 0,3 4-10 0,3 5-24 16,7 5 12-16,4 5-69 0,-5 4-11 0,3 1-18 16,-6 1 31-16,-1 4-68 0,-6 0 33 0,-6-1-55 15,-9-6 40-15,-3 2-13 0,-5 0 2 16,-8-7-61-16,-5 2 48 0,-5 0-55 0,-8 4 38 0,-5-4-74 15,-7 1-34-15,-3-3-10 0,-4-2-24 0,-2-2-16 16,-1-1-32-16,-5-4-49 0,4-2-65 0,0-2-31 16,3 0-94-16,5-8-104 0,5-2-554 0,4-2-683 15</inkml:trace>
  <inkml:trace contextRef="#ctx0" brushRef="#br0" timeOffset="-59699.66">29822 5961 871 0,'2'-16'713'0,"3"0"-89"0,-5 3-115 0,0 1-76 0,2 1-56 0,-2 2-55 0,0-2-57 0,0 4-46 16,1 0-35-16,-1 7-18 0,0 0-12 0,0 0 0 16,1 7-47-16,4 2 27 0,-1 7-55 0,3 6-7 15,5 7 21-15,1 7 49 0,4 3-68 0,-1 1 37 0,1 0-21 16,0 4-2-16,0-1-17 0,-1-2-14 0,0 0-9 16,-3-3-47-16,-1 0-53 0,-3-7-69 15,-2-1-84-15,1-2-108 0,-3-6-120 0,-4-4-46 16,-1-4-127-16,0-2-640 0,-5-3-856 0</inkml:trace>
  <inkml:trace contextRef="#ctx0" brushRef="#br0" timeOffset="-59464.78">29864 5841 307 0,'6'-30'740'0,"3"1"-181"0,0 6-124 0,4 2-86 0,0 4-41 15,3 2 19-15,2 5 10 0,1 0-22 0,4 6-29 16,-3 2-45-16,1 2-32 0,0 2-56 15,3 2-18-15,-2 4-36 0,3 4-4 0,-2 3-35 0,-2 0 2 16,-6 0-18-16,-1 1 3 0,-2 1-9 16,-3 2-6-16,-5-3-5 0,-3 1-4 0,-2 1-3 15,-3 0-18-15,-5 0 22 0,-4 1-17 0,-4 0 4 0,-2-2-17 16,-1-1 2-16,-1 0-45 0,0-5-39 16,1 0-48-16,2-3-50 0,4 0-54 0,0-3-101 15,3-2-77-15,1-2-117 0,10-1-491 0,-11-2-636 16</inkml:trace>
  <inkml:trace contextRef="#ctx0" brushRef="#br0" timeOffset="-59200.11">30821 5431 968 0,'16'-9'892'0,"-4"1"-184"0,-3 1-152 0,-9 7-96 15,5-5-67-15,-5 5-45 0,0 0-51 0,-15 1-27 0,2 5-15 16,-5 3-27-16,-3 4-30 0,-6 9-25 0,-4 4-11 15,-5 11-32-15,-2 3-17 0,1 4-15 16,1 4-6-16,7 2-23 0,3-2-10 0,7-5-46 16,4 2 39-16,6-4-45 0,5 4 88 0,4-8 7 15,5 5-9-15,4-3-16 0,4-2-22 0,3-2-3 0,3-4-9 16,6-1-7-16,0-4-14 0,5-4-41 0,0-3-65 16,-3-4-91-16,4-5-111 0,-2-2-114 15,-2-5-182-15,-4-2-71 0,3-4-142 0,-2-5-511 16,0-6-909-16</inkml:trace>
  <inkml:trace contextRef="#ctx0" brushRef="#br0" timeOffset="-58664.89">31161 5628 978 0,'4'-13'746'0,"-3"4"-158"0,3 1-143 0,-4 8-76 16,4-7-17-16,-4 7-49 0,0 0 4 0,5 8-29 15,-4 2-11-15,4-1-52 0,-3 7 10 0,1 1-32 0,3 7 2 16,-1 1-43-16,1 4-4 0,2 1-51 15,-2 2-16-15,1-3-14 0,-2 1-10 0,0-1-8 16,0-4-11-16,1-1-10 0,-3-4-2 0,1 1-9 16,-2-4-2-16,1-1-3 0,-1-2-3 0,0-3-1 15,0 0 3-15,-2-5-4 0,0-6 5 0,0 12-6 16,0-12 1-16,0 0-2 0,-9-3-2 0,5-6-1 0,-1 0-3 16,1-5-5-16,-3-7 24 0,2-2-30 0,-2-7 16 15,-1-3-18-15,0-6 18 0,0 0-20 16,0 0 22-16,-1 1-16 0,2 7 23 0,0 2-12 15,2 5 25-15,1 3-16 0,-1 3 17 0,3 5-24 16,-1-1 14-16,1 2-17 0,2 5 18 0,0 7-21 16,5-5 22-16,-5 5-20 0,12 5 22 0,0 2-20 15,3 3 18-15,2 0-22 0,5 5 20 0,1 0-21 16,1-1 23-16,0 0-21 0,1-1 16 0,1 1-14 16,0-2 15-16,1-3-18 0,1 2 19 0,-3-5-21 15,0 0 28-15,0-1-26 0,0-2 28 0,-1 2-16 0,-5-5 16 16,0 0-19-16,-1 0 22 0,-3 0-24 15,-1-3 20-15,-1-2-16 0,-1 0 15 0,0-1-22 0,-4 0 20 16,-1-1-21-16,-1 0 22 0,0-4-19 0,-3 1 19 16,-1-1-17-16,-2 2 22 0,0-3-11 0,-2-1 25 15,-1 3-13-15,1-5 24 0,-3 1-2 0,1 2 34 16,-1-2-23-16,1-1 2 0,-1 1-22 0,0-1 5 16,0 2-22-16,0-2-1 0,-1 1-3 0,2 0-6 15,1 3-3-15,-1-4-3 0,1 1-6 0,-1 1 2 0,-1 1-3 16,3-1-5-16,-1 3-7 0,1-3-64 15,0 3-96-15,0-1-106 0,-1 1-93 0,2 1-98 0,-2 0-111 16,1-1-68-16,-1 2-136 0,-2 0-482 0,3 1-872 16</inkml:trace>
  <inkml:trace contextRef="#ctx0" brushRef="#br0" timeOffset="-58449.06">31630 5154 585 0,'0'0'597'0,"7"-3"-145"0,-7 3-59 0,0 0-7 0,17 0 10 0,-9 3 9 0,2 2 11 0,6 2-10 16,3 5 10-16,5 2-76 0,4 7-38 0,4 2-26 16,0 4-60-16,1 2-9 0,4 7-58 0,-10-3-11 0,3 1-27 15,-5 2-20-15,-2 0-23 0,-1 1-12 0,-4 1-10 16,-4 1-11-16,-5 0-26 0,-7-3 10 0,-6-1-57 16,-6 6-29-16,-8-3-90 0,-10 6-69 0,-9 1-54 15,-5-3-48-15,-9-1-62 0,-5 1-39 0,-6-3-32 16,-4 1-92-16,-6-3-570 0,-17 6-739 0</inkml:trace>
  <inkml:trace contextRef="#ctx0" brushRef="#br0" timeOffset="-57400.02">22494 8365 4 0,'15'0'345'0,"2"-2"-58"0,3 2-15 0,2-1-10 0,3-1-21 0,0-1-16 0,2 2-5 0,1-2-1 0,0 1-11 16,1 0-8-16,-1-1-16 0,3 0 8 0,-2 0-18 16,4-2 3-16,2 1-6 0,0-1 3 0,0 0 2 15,10-3 4-15,0 2-10 0,3-2-4 0,3 0-13 16,3-1-20-16,13-1-13 0,3-2-15 0,0 1-11 0,6-1 18 16,5-1-18-16,8 0-5 0,4-1-3 0,24-1-6 15,2-4-10-15,4 2 4 0,2-4-19 16,8-1 9-16,8 0 4 0,2-3-2 0,2-3-3 15,5 1-5-15,3-2 10 0,2 2-3 0,2-2-8 16,-1 1-12-16,1-2-5 0,3-2-28 0,4 3 18 16,1-5 0-16,-1 0-32 0,4 0 20 0,-1 0-23 0,3 1 15 15,0 2-4-15,1-2 3 0,-6 7 28 16,3-2-1-16,-3 3 27 0,-2 1-49 0,-2 1 33 16,-2 2-46-16,-5 1 39 0,0-1-49 0,-5 1 41 15,-2-1-4-15,-2 2 10 0,-9 0-32 0,1-1 38 0,-5-1-44 16,-2-2 48-16,2 0 4 0,-3 1-6 15,0-3 2-15,-3-2-36 0,1 0 25 0,-2-4-39 16,2 2 32-16,-1-4-9 0,3-1-41 0,-5 0 41 16,-1 3-41-16,-2-1 36 0,-7 1-5 0,1 4-3 0,-4-2 7 15,-19 10-17-15,-1 0 16 0,-3 2-21 0,-2 3 14 16,-3 1-14-16,-3 0 16 0,-4 2-18 0,-2 0 17 16,-3 2-21-16,-3 0 22 0,-10 2-23 0,-3-1 19 15,-3 0 0-15,-1 2-3 0,0-2 3 0,-6 0-5 16,-3-1 0-16,-7 3 0 0,-3-1-2 0,-9 0-3 15,0 0-19-15,-4-2-74 0,-6 0-98 0,-4-1-100 16,-7-2-83-16,-4 1-137 0,-9-6-74 0,-10-2-97 16,-11-5-623-16,-16-5-912 0</inkml:trace>
  <inkml:trace contextRef="#ctx0" brushRef="#br0" timeOffset="-55533.37">20740 6841 326 0,'3'-10'671'0,"-3"1"-167"0,-3-2-113 0,2 1-84 0,0 1-51 0,-2-4-12 0,-1 1-23 0,-1-1 1 16,-3 0-2-16,0 0 10 0,-3-4-18 16,0 0-23-16,-2 1-16 0,-2-3-24 0,-2-2-23 0,-2 0-23 15,-3 1-21-15,-2-4-13 0,-3 0-3 0,-5 1-11 16,2 0 3-16,-6-1 4 0,-3 2-5 0,-10-5-7 16,-3 1-10-16,-4 1-4 0,-3 2-6 0,-6-1-12 15,1 1 9-15,-6 0 28 0,1 3 8 0,-4-1-11 16,-3 4-3-16,-4-2-15 0,-3 3-5 0,-5 2-4 15,-4 3 4-15,-3-1-4 0,1 4 2 0,-3 0-4 16,-2 2-1-16,-4 1 11 0,-1 0-5 0,-3 4 8 16,0 0-15-16,-2 2 12 0,3 3-18 0,-3 0 11 15,3 0-12-15,-19 4 11 0,21-1-16 0,-3 2 3 16,5 0-11-16,1 2 10 0,1 0-11 0,2 2 14 16,1 1-13-16,1 0 6 0,-18 5-1 0,21-2-3 15,-1 2 3-15,1-1-3 0,1 1 2 0,3 0 6 16,1 0-9-16,1 2-1 0,2 1 0 0,0-1-2 15,2 2 0-15,1 0 5 0,1 0-2 0,1 0 2 16,4 2-3-16,0-3 3 0,4 3-17 0,2-1 25 16,3-2-26-16,2 2 27 0,0-2-16 0,4 2-5 0,-2 0 3 15,3 1 18-15,2 0-19 0,-2 0 16 16,0 1-14-16,1 0 30 0,1 2 0 0,-1-3 2 0,0 0-4 16,2 1-5-16,0-1-4 0,4 1-2 0,-2-1 1 15,1 0-3-15,2 2 7 0,2-4 6 16,0 4-10-16,9-5 2 0,-7 3 0 0,7-1-1 0,-7 3-6 15,10-3 0-15,0 1-8 0,0 0 29 0,3 0-34 16,-1 3 31-16,2 0-34 0,-1 0 12 16,4 2-7-16,1 2 4 0,2-2 8 0,1 3 32 15,2 0-36-15,1 0 27 0,2 0-23 0,2 0 25 0,3 1-34 16,1 0 28-16,2 0-30 0,0 1 33 0,2 1-30 16,4-6 33-16,2 2-29 0,-2 0 33 0,5 0-31 15,0 0 35-15,3-3-33 0,3 0 3 0,0 3 1 16,6-1 6-16,-1 1 0 0,4 4 10 0,5-3-3 15,0 1 7-15,2-1 3 0,4-1 11 0,-1 0 2 16,6 0-2-16,2-2-6 0,0-3 37 0,2 2-32 16,13 0 6-16,-7-3 1 0,9 1-6 0,5-2 2 15,4-3-7-15,3-1 3 0,4-2 12 0,7-2 7 16,2-3-1-16,4-1 10 0,3-3-4 0,0-4-8 16,4-2-23-16,1 1 26 0,5-2-17 0,-1 0 24 15,4-4-27-15,1 1 20 0,3-4-52 0,-1 3-13 16,-1-4 0-16,-1-1 0 0,2 2 0 0,2-3 0 15,0 2 0-15,2-3 0 0,-2 1 0 0,4-1 0 16,-3-1 0-16,-2-2 0 0,3 0 0 0,-1 0 0 16,3 0 0-16,18-6 0 0,-21 6 0 0,20-6 0 15,-23 2 0-15,18-3 0 0,-17 1 0 0,18-2 0 16,-20 2 0-16,21-2 0 0,-20 2 0 0,17-4 0 16,-20 6 0-16,0-2 0 0,0 0 0 0,0 3 0 0,-3-2 0 15,1-1 0-15,1 3 0 0,1-2 0 16,-1 3 0-16,-2-4 0 0,-2 1 0 0,1 0 0 15,-5-2 0-15,-3-2 0 0,3-1 0 0,-4-2 0 16,0-2 0-16,2-1 0 0,-6 0 0 0,3-1 0 0,-4 0 0 16,-2-1 0-16,-1 0 0 0,-3-1 0 0,-3 1 0 15,-1-2 0-15,-1 1 0 0,-2-3 0 0,-1 0 0 16,-2 1 0-16,-1-1 0 0,1-1 0 0,-5-2 0 16,1 0 0-16,-2-2 0 0,-3 1 0 0,1 0 0 15,-5 1 0-15,-1 0 0 0,-5 0 0 0,-7 6 0 16,-3 0 0-16,-2-3 0 0,-2 0 0 0,-3 2 0 15,-3-2 0-15,-2-1 0 0,-2 2 0 0,-3 2 0 16,-2 1 0-16,-2 0 0 0,-2-3 0 0,0 5 0 16,-3-6 0-16,-3 6 0 0,0-3 0 0,-3-4 0 15,-3 0 0-15,-3-3 0 0,-4-2 0 0,-5 0 0 16,-2 1 0-16,-4 1 0 0,-10-5 0 0,-6 1 0 16,-3 2 0-16,-4 2 0 0,-3 1 0 0,-3 2 0 15,-5 3 0-15,-1 0 0 0,-1 5 0 0,0 1 0 16,-1 4 0-16,1 2 0 0,10 5 0 0,-1 1 0 15,-2 4-32-15,3 2-419 0,-2 2-33 0,1 4-90 16,-2 5-106-16,0 2-148 0,-5 0-800 0,-7 4-1285 16</inkml:trace>
  <inkml:trace contextRef="#ctx0" brushRef="#br0" timeOffset="-54582.84">26714 8451 774 0,'-9'-14'801'0,"0"1"-142"0,2-3-133 0,-3 5-83 0,4 0-77 0,1 1-67 0,-1 2-55 0,3 0-42 0,-2 2-16 0,5 6 5 0,0 0 8 16,0 0-17-16,0 0-2 0,12 9 4 0,-3 4-51 15,3 6 29-15,2 5-13 0,1 7-17 0,2 3-21 16,-1 4-25-16,0 0-13 0,0 1-15 0,-3 0-13 16,1 2-5-16,-2 1-8 0,-1-4-3 15,-1 0-36-15,-1 1 8 0,-1-7-51 0,-3-1-28 16,0-2-38-16,2-4-14 0,-5-2-43 0,2-2-58 0,-3-6-42 16,1 1-59-16,-1-3-49 0,-1-5-61 0,0-8-97 15,-3 8-68-15,3-8-371 0,0 0-571 16</inkml:trace>
  <inkml:trace contextRef="#ctx0" brushRef="#br0" timeOffset="-54333.32">26689 8601 666 0,'-14'-39'534'0,"5"2"-102"15,2 6-35-15,0 3-58 0,5 5-67 0,1 2-25 16,2 0-35-16,1 5-2 0,7-2-4 0,0 1-7 16,3 2-8-16,4 4-16 0,2 2-13 0,5 2-10 15,0 4-23-15,0 3-10 0,5 1-19 0,-3 1-15 16,2 5-2-16,1 2-27 0,-5-1 5 0,-2 3-14 15,-1-1 21-15,-3 4-12 0,-3-2 16 0,-1 3-12 16,-4-2-7-16,-4 2-10 0,-3 1-4 16,-4 0-7-16,-4 4-7 0,-4-1-5 0,-6 0-5 15,-2 1-10-15,-3-1-23 0,-2-1-32 0,-3-1-35 0,4-4-43 16,-2 0-58-16,1-3-59 0,5-4-80 0,2-2-34 16,3 1-92-16,1-4-90 0,12-1-452 0,-13-6-587 15</inkml:trace>
  <inkml:trace contextRef="#ctx0" brushRef="#br0" timeOffset="-54098.79">27483 8131 1062 0,'14'-7'866'0,"-6"1"-166"16,-8 6-155-16,0 0-71 0,0 0-94 0,-9 4-52 0,-5 3-63 15,-2 6-22-15,-8 3 7 0,-5 8-1 0,-1 3 27 16,-2 2-42-16,-2 9 2 0,1 4-71 0,3 2-4 15,2 1-25-15,8-3 2 0,4 0-18 0,6 2 12 16,3-3 23-16,5-2-21 0,7 3-52 0,4-2 26 16,7 1-49-16,5-4 21 0,2-5-44 0,7-1 20 15,3-1-67-15,3-7-10 0,2-1-60 0,3-4-25 16,2-4-90-16,0-6-56 0,-5-1-54 16,0-5-98-16,-6-3-129 0,1-4-67 0,-3-4-94 0,-1-6-726 15,-6-1-1025-15</inkml:trace>
  <inkml:trace contextRef="#ctx0" brushRef="#br0" timeOffset="-53634.21">27801 8308 562 0,'-1'-7'847'0,"0"0"-216"0,1 7-140 16,-2-6-112-16,2 6-67 0,0 0-51 0,7 6 3 16,-3-1-1-16,2 3-7 0,-1 1-47 0,5 3-26 15,-1 0-36-15,2 2-26 0,0 2-3 0,-1 1-43 16,1-3-14-16,0 5-18 0,-1-2-2 0,-1-1-9 15,3-1-7-15,-5-1-4 0,0 1-6 0,-1-5-10 16,-1 3-24-16,0-2-31 0,-1-3-29 0,-1 0-21 16,-1 0-27-16,-2-8-30 0,0 11-44 0,0-11-10 15,-4 6-55-15,4-6 30 0,-7-3-2 0,0-2 52 16,2-2 17-16,-4-3 53 0,0-1 2 0,-3-5 45 16,1-1 37-16,-4 1 41 0,0-6 39 0,-2 1 45 15,3 1 25-15,-1-3 43 0,3 7 37 0,3-2 2 0,2 2-16 16,2 2-17-16,3-1-12 0,2 1-25 15,4 0-19-15,4 2-24 0,2 2-3 0,5-2-22 0,3 3 0 16,2 2-19-16,4 2 0 0,1 1 5 16,3 3 10-16,0 1 6 0,2 3 2 0,-2 2-7 0,4 0 1 15,-2 3-19-15,-1 0-3 0,-5 1-7 0,-5 1-8 16,0 1 13-16,0 2 6 0,-6 0-1 0,-4 0 34 16,-1 1-18-16,-4 0-4 0,-4 0-14 15,-3 3 0-15,-6 0-3 0,0 3 1 0,-4 1-11 0,-6-2-1 16,0 3 7-16,-2-2-15 0,0-1-3 0,-1-1 5 15,3-1-8-15,-3-1-5 0,6-3-4 0,0-1 2 16,2-4 2-16,4 3-17 0,0-6-55 0,2 1-72 16,8-6-105-16,-13 5-128 0,13-5-86 0,-4-5-123 15,4 5-747-15,4-13-931 0</inkml:trace>
  <inkml:trace contextRef="#ctx0" brushRef="#br0" timeOffset="-53417.2">28514 8328 718 0,'18'-3'804'0,"-2"2"-188"0,-5 1-141 0,4 2-67 0,-4 1-31 0,0 2-21 0,-2 2-24 0,1 1-24 0,-3 2-44 0,0-1-23 0,-2 2-31 0,-1 3-34 0,-1 0-35 0,-2 3-28 16,-1 0-23-16,-1 1-19 0,-2-2-13 0,-1 3-13 15,-1 1-9-15,-5 1-19 0,1-3-32 0,0 1-30 16,-1-3-48-16,0 0-45 0,1-4-77 0,-1 0-79 15,1-2-58-15,2-2-69 0,-2-3-95 0,9-5-78 16,-12 2-398-16,12-2-588 0</inkml:trace>
  <inkml:trace contextRef="#ctx0" brushRef="#br0" timeOffset="-53216.32">28775 8122 632 0,'14'-11'634'0,"-4"6"-171"16,1 2-11-16,-11 3-42 0,20 4-21 0,-10 3 2 15,2 1-19-15,-2 5-24 0,1 1-26 0,0 2-50 16,-2 1-40-16,2 2-25 0,-2 2-43 0,1 4-9 0,2 0-36 16,-1 0-21-16,-2 0-23 0,4 0-13 0,-3 0-13 15,-1-5-12-15,1 0 0 0,-1-1-13 0,0 0-9 16,-2-1-56-16,2-4-80 0,-2-2-91 0,-2 1-119 16,2-3-126-16,-2-3-69 0,0-2-159 0,-5-5-438 15,0 0-739-15</inkml:trace>
  <inkml:trace contextRef="#ctx0" brushRef="#br0" timeOffset="-53000.12">28843 8132 197 0,'-8'-14'693'0,"6"-1"-186"16,2 4-119-16,1-2-74 0,0 2-32 0,7-1-17 16,1-1-1-16,2-1-8 0,4 1-6 0,2 1-17 15,6-1-28-15,1-2-26 0,3 2-24 0,1 1-5 16,3 0-20-16,0 1-15 0,-1-2-22 0,-1 2-17 15,1 0-16-15,0 2-14 0,-3 0-14 0,-5 2-32 16,0 0-51-16,-6 2-72 0,0 1-79 0,-6 1-40 16,-10 3-37-16,16 0-17 0,-16 0-32 0,0 0-43 15,-5 9-43-15,-4 1-402 0,-3 0-351 0</inkml:trace>
  <inkml:trace contextRef="#ctx0" brushRef="#br0" timeOffset="-52850.12">28951 8165 39 0,'-9'11'607'0,"-1"-1"-107"0,5-2-104 0,4-2-7 15,1-6-38-15,4 9-31 0,-4-9-25 0,16 4-30 16,-3-4-23-16,5 0-31 0,2-3-29 0,5-3-36 16,7-1-20-16,5 0-22 0,4-5-20 0,1-1-19 15,2 1-13-15,1-5-13 0,-3 3-15 0,-1-5-67 16,-4 1-123-16,-1-1-110 0,-4-1-104 0,-2-1-144 16,-6 3-431-16,-5-1-537 0</inkml:trace>
  <inkml:trace contextRef="#ctx0" brushRef="#br0" timeOffset="-52633.18">29436 7661 153 0,'0'0'680'15,"0"0"-153"-15,0 0-128 0,6 5 28 0,1 3 15 16,3 4-28-16,3 5-26 0,4 4 2 0,5 7-37 16,1 2 5-16,4 4-93 0,-2 0 28 15,6 7-85-15,-1 2 6 0,-9-5-85 0,2 1-20 0,-5 1-18 16,-2 0-18-16,-2-1-35 0,-5 0 15 0,-4-4-7 15,-3 0-14-15,-4 0-17 0,-5 4-47 0,-3-1-29 16,-8 0-56-16,-2-3-41 0,-3 0-38 16,-4-1-54-16,-5-5-53 0,1 2-48 0,-12-1-81 0,4-4-109 15,-8 0-606-15,6-5-761 0</inkml:trace>
  <inkml:trace contextRef="#ctx0" brushRef="#br0" timeOffset="-51796.26">22461 10953 1223 0,'-15'1'828'0,"0"-1"-190"0,15 0-141 0,-17 0-98 0,17 0-80 0,0 0-65 0,-6-4-46 0,6 4-43 16,12-9-16-16,-1 3-29 0,4-1-20 0,5-3-23 15,6 1-15-15,4-3-2 0,1-1-23 0,7 3-3 16,0-5-16-16,-1 2-34 0,2 1-88 0,-6 2-94 15,-2 1-110-15,-3 1-87 0,-4 2-118 0,-6 2-140 16,-4 1-287-16,-14 3-520 0</inkml:trace>
  <inkml:trace contextRef="#ctx0" brushRef="#br0" timeOffset="-51616.44">22504 11187 131 0,'-5'10'741'0,"0"2"-193"0,3-5-130 16,2-7-55-16,4 10-32 0,-4-10-13 0,14 3-9 15,-3-3-32-15,4-3-42 0,2 0-37 0,4-2-29 16,3-3-32-16,6-3-27 0,0 1-15 0,9-5-21 16,-1-2-15-16,1-1-13 0,4-1-10 0,-1-1-16 15,9-4-73-15,-10 4-104 0,1 0-106 0,-2 1-129 16,-4 1-185-16,-3 1-415 0,-7 3-588 0</inkml:trace>
  <inkml:trace contextRef="#ctx0" brushRef="#br0" timeOffset="-49948.26">25326 7606 436 0,'-3'9'589'0,"3"-9"-161"0,-2 7-74 0,2-7-94 0,1 7-29 0,-1-7-76 0,5 5 1 0,-5-5-23 16,15 2 5-16,-3-3-22 0,2 0-16 0,4-1-27 0,7-2-1 16,2-2 3-16,5-1-11 0,9-2-9 15,4-3-23-15,0-1 9 0,4 0-10 0,-1-1 15 16,9-4 8-16,-6 2 5 0,-5 0-5 0,0 2-4 16,-6 2-12-16,-8 1-9 0,-4 1-1 0,-6 3-5 15,-1 1 4-15,-8-2-7 0,-1 5-3 0,-12 3-5 16,10-5-1-16,-10 5-1 0,0 0-5 0,-21 0-1 15,4 2 3-15,-8 3 0 0,-7 1 9 0,-6 0-1 16,-7 1 24-16,-1 2 26 0,-2 0-5 0,-3 1-8 16,-1-2-11-16,1 3 1 0,-2-1 8 0,-1 1-3 15,5 2-4-15,-2-1-4 0,5-1-5 0,2 3-10 16,3-3-2-16,2 3-3 0,10-2-7 0,3-2 0 16,5 2-4-16,5-3-1 0,4 1-1 0,6-3 0 15,6-7-4-15,4 12 1 0,4-9-3 0,6-1 2 16,4-1-3-16,7-4 2 0,7-1 0 0,5-3 0 15,8-4 0-15,2-3 0 0,1 0-1 0,11-4 3 16,-1 0-3-16,2-2 2 0,-2 1 13 0,-1-2 7 16,-3 2 6-16,-8 2-6 0,-4 1 0 0,-3 2-5 15,-9 3-2-15,-2 0-2 0,-6 3-4 0,0 2-1 16,-7-1-5-16,0 1 0 0,-3 3 2 0,-2 1 3 16,-10 2-2-16,9-2-5 0,-9 2-1 15,0 0-3-15,-14 7 5 0,0-1-3 0,-6 2 1 0,-5 0 0 16,-3 2 3-16,-4 0-7 0,-1 0 1 0,-3 1 3 15,-2 1 0-15,-2 1 1 0,1-3 1 0,2 1-1 16,2-2 2-16,3 1-2 0,1 0 0 0,2-1-1 16,6-3 1-16,3 2-4 0,2-3 1 0,4-1 4 15,2 1-5-15,5 0 4 0,7-5 1 0,-4 6 2 16,4-6-4-16,11 2 1 0,3-4-2 0,4 1 1 16,10-3-1-16,8-3-2 0,9 0-2 0,2-2 0 15,4 0-19-15,0 1-44 0,-1-2-67 0,-3 4-100 16,-2-2-86-16,-10 2-169 0,-3 3-648 0,-7 0-753 15</inkml:trace>
  <inkml:trace contextRef="#ctx0" brushRef="#br0" timeOffset="-49150.95">23993 10439 56 0,'-3'-13'761'0,"1"2"-167"0,0 3-116 0,0-2-87 0,0 5-105 0,1-2-53 0,1 7-54 0,-2-10-16 15,2 10 10-15,0 0 38 0,0 0 3 0,0 0 7 16,0 0-15-16,9 12-24 0,-3 0-28 0,0 2-12 16,5 5 5-16,-1 5-36 0,0 2-10 0,3 2-15 15,1 6-24-15,1 0-4 0,-3 3-23 0,1-1 3 16,-1 1-12-16,-1-1-2 0,-1-5-11 0,-4-1-2 15,2 0-5-15,-2-5-19 0,-2-3-53 0,2-1-63 16,-2-4-72-16,0-1-41 0,-1-3-56 0,-2-5-114 16,-1-8-145-16,0 9-519 0,0-9-691 0</inkml:trace>
  <inkml:trace contextRef="#ctx0" brushRef="#br0" timeOffset="-48908.84">23921 10409 661 0,'-2'-17'744'15,"2"-1"-174"-15,0 1-120 0,2 3-110 0,5 1-65 16,0 1-53-16,5 1-43 0,2 0 18 0,4-1-1 16,2 6-2-16,2-2-10 0,2 2-12 0,4 4-31 15,-3 1-32-15,0 1-16 0,3 3-20 0,-5 3-15 16,0 2-9-16,-4 0-11 0,1 5-8 0,-5-3-8 0,-2 5 0 16,-4-2-6-16,-4 3-4 0,-5 1-1 15,-1 1-1-15,-6 3-2 0,-5 2 13 0,-3 0-19 16,-3 1 16-16,-2-2-20 0,-2-3 8 0,2-1-4 15,-3-1-46-15,5-7-24 0,1 1-80 0,1-5-76 0,3 0-92 16,1-5-131-16,12-1-134 0,-10-2-447 16,10 2-638-16</inkml:trace>
  <inkml:trace contextRef="#ctx0" brushRef="#br0" timeOffset="-48649.17">24742 9975 803 0,'2'-8'849'0,"-2"0"-131"0,0 8-161 0,-7-8-77 0,7 8-58 16,-18 3-52-16,4 2-51 0,-1 3-26 15,0 3-44-15,-3 4 6 0,-1 5-46 0,-1 7-2 0,2 5-42 16,1 3-5-16,2 2-16 0,2 3-24 0,4 1-23 16,5-1-46-16,2-1 21 0,4-2-40 0,3 6-7 15,6-1-2-15,3 0-4 0,4-4-4 16,3-2 26-16,4-2-37 0,1-2 26 0,4-3-34 0,2-4 32 15,2-1-36-15,-1-5 24 0,3-4-81 0,-5-3-47 16,0-5-68-16,1 0-82 0,-7-4-95 16,-1-3-143-16,-3 0-106 0,1-6-223 0,-1-4-384 15,-3-1-823-15</inkml:trace>
  <inkml:trace contextRef="#ctx0" brushRef="#br0" timeOffset="-48150.19">25092 10163 596 0,'-3'-12'722'0,"3"4"-169"0,-1 1-101 0,0 0-80 0,1 7-35 16,-2-11-26-16,2 11-25 0,0-11-27 0,0 11-12 15,0 0 10-15,0-7-24 0,0 7-34 0,0 0-12 16,5 4-19-16,-5-4-26 0,8 13 2 0,-4-4-25 16,1 4-20-16,2 1-11 0,-1 1-17 15,2 4-14-15,-1 1-9 0,2 1-8 0,0 0-11 0,0 1 3 16,0-1-38-16,1 0-12 0,-1-2-32 0,-1 0-8 15,-2-5-28-15,2-1-35 0,-2 1-3 16,-2-5-30-16,1 1-21 0,-3-3-39 0,-2-7-50 16,0 7-20-16,0-7-5 0,0 0 8 0,-16-5 69 15,6-3 42-15,-1-3 10 0,-5-1 49 16,-2-6 19-16,-1-2 65 0,-3-6 8 0,-2 0 57 0,0-2 31 0,1 1 74 16,2 1 44-16,2 1 16 0,6 1 1 0,2 4 1 15,3 0-13-15,6-2-53 0,2 3-14 16,5 0-34-16,3 0-5 0,5 1-35 0,6 0 9 0,2 3-24 15,2 0 6-15,5 5-19 0,0 0 23 16,-3 6-7-16,2 1 13 0,-1 3-4 0,1 3 11 0,-1 4-5 16,-1 2 2-16,-2 5-1 0,0 2-4 0,-5 2-2 15,-1 1-2-15,-3 4 14 0,-5-2-17 0,-3 1 9 16,-2 2-16-16,-1 1 17 0,-3 1-9 0,-3 0-11 16,-1 4-23-16,-3-2 17 0,-1 3-22 15,-4-5 18-15,2 0-24 0,-1-1 21 0,-3-2-22 0,3-3 24 16,-1-3-30-16,0 0 11 0,-1-2-33 0,2-2-7 15,-1-6-69-15,1 2-75 0,-1-5-63 0,1-1-105 16,-2-3-55-16,2 0-87 0,0-3-112 0,1-4-521 16,1 0-737-16</inkml:trace>
  <inkml:trace contextRef="#ctx0" brushRef="#br0" timeOffset="-47296.17">25648 9809 845 0,'0'0'890'0,"0"0"-164"0,0 0-167 0,0 0-108 0,0 0-62 0,0 0-36 0,-3 6-45 0,2 4-41 0,0 2-27 0,-1 5 5 0,2 3-61 0,0 6 23 16,0 3-36-16,2 6-34 0,0 2-26 0,3 9-20 16,-1-1-16-16,1 0-13 0,0 0-16 0,2-1-5 15,-1-1-32-15,-1-3 22 0,-1-5-35 0,3-3 0 16,-5 0-94-16,4-7-60 0,-2 0-68 0,0-1-102 15,-1-6-71-15,-1-3-61 0,-1-2-96 0,3-2-97 16,-4-5-459-16,0-6-727 0</inkml:trace>
  <inkml:trace contextRef="#ctx0" brushRef="#br0" timeOffset="-46834.51">25869 10035 521 0,'6'-14'736'16,"-1"2"-205"-16,2 6-53 0,-7 6-31 0,10-6-26 15,-10 6-20-15,10 6-45 0,-5-1-43 0,2 5-32 16,-1 2-46-16,-1 2-33 0,3 2-39 0,-3 2-30 0,4 1-23 16,-3 1-16-16,1 0-20 0,-1-2-12 15,-1-1-11-15,0-2-6 0,0-2-8 0,-2-1-5 16,0-2-2-16,-1 0-5 0,1 0 0 0,-3-10-4 16,-2 9-3-16,2-9-1 0,0 0-3 0,-9 2-2 0,9-2 17 15,-12-10 5-15,5 1-5 0,0-3 1 0,0-3-3 16,-3-4 5-16,4 0 14 0,-1-1-13 15,-1 0 25-15,3 0-5 0,-1 4 38 0,4-1-15 16,-2 4 29-16,1 3-51 0,3 0 17 0,3 0-45 16,2 5 30-16,4 1-46 0,-9 4 25 0,20 1-35 15,-1 4 26-15,2 2-4 0,3 5-3 0,2-1-5 0,0 3-3 16,1-1-2-16,1 1 1 0,-1-3 4 0,-1 1-10 16,-3-4 3-16,0 0-2 0,-3-1 0 0,0-4 2 15,-3 1 2-15,-1-4 0 0,-2-3-4 0,-1 1-4 16,-1-5 1-16,-2-2-30 0,-2-2 34 15,-1 0-29-15,-1-5 31 0,-4 0-30 0,1-1 30 0,-3-2-21 16,-1 0 0-16,-3-5 28 0,0 0-29 0,-2 1 29 16,-1-1-1-16,2 1-4 0,0 0-2 15,-1 2-5-15,1 4 0 0,1 0 2 0,1 3-15 16,-1 3-37-16,2 1-51 0,-1-1-85 0,3 3-29 16,-2 3-22-16,2 5-30 0,0-7-80 0,0 7-70 15,0 0-62-15,0 0-106 0,0 0-709 0,0 0-894 16</inkml:trace>
  <inkml:trace contextRef="#ctx0" brushRef="#br0" timeOffset="-46584.49">26413 9659 637 0,'9'-9'701'0,"0"0"-124"0,1 3-69 0,1 2-46 0,0-1-16 0,3 4-30 0,0 2-29 0,5 4-42 0,4 2-10 0,2 6-43 15,2 3-29-15,5 4-31 0,-2 4-63 0,2 1-5 16,-4 4-53-16,0 1 4 0,-3 1-49 0,-4 5 13 16,-1-2-20-16,-4-1-11 0,-3 2-9 0,-5-3-8 15,-1-2-4-15,-4 1-14 0,-3-1-24 0,-3 0-46 16,-4 0-57-16,-1-3-40 0,-2 0-40 0,-3-2-38 16,-1 0-58-16,0-4-55 0,-3-1-76 0,3-5-41 15,-1-3-135-15,3-2-546 0,2-4-758 0</inkml:trace>
  <inkml:trace contextRef="#ctx0" brushRef="#br0" timeOffset="-46317.65">27365 9493 1027 0,'7'-3'789'0,"-7"3"-178"0,11-5-124 16,-11 5-46-16,9 6-16 0,-2 2-52 0,0 2-37 16,2 3-34-16,0 5-36 0,1 3-15 0,1 4-19 15,3 4-37-15,0 3-39 0,2 4-55 0,-2 0 11 16,4 2-50-16,-2 1 14 0,0 1-15 0,0-2-14 16,-1 0-10-16,-1-4-9 0,0 0-49 0,-4-6-83 15,-1-3-77-15,0-4-76 0,-3-3-92 0,0-2-51 16,-3-3-43-16,0-3-53 0,-3-10-94 0,0 9-529 0,0-9-735 15</inkml:trace>
  <inkml:trace contextRef="#ctx0" brushRef="#br0" timeOffset="-46067.81">27502 9624 526 0,'-2'-35'647'0,"0"7"-107"16,2 2-100-16,3 0-70 0,3 4-45 0,-1 0-23 0,5 4-12 15,2 0-25-15,1 3-31 0,2 2-29 0,4 4-16 16,-1 1-19-16,1 5-19 0,-1 1-10 0,3 5-23 15,-1 2-20-15,1 2-16 0,-1 0-21 0,-1 6 15 16,-5-1-15-16,2 1-3 0,-5 3-4 16,-2 1 0-16,-4-2-16 0,0-1 0 0,-3 2-7 0,-4-1-3 15,-3 2 0-15,-2 1-1 0,-4 0-4 0,-4-3-1 16,-3 1-5-16,-5-1 14 0,0-2-39 16,3-1-29-16,-2-4-11 0,0 0-36 0,-1-2-43 0,5-3-57 15,2-1-80-15,2 0-77 0,0-4-73 0,2 0-108 16,6-3-160-16,0-1-266 0,5-5-532 0</inkml:trace>
  <inkml:trace contextRef="#ctx0" brushRef="#br0" timeOffset="-45800.99">28127 9135 437 0,'10'-6'906'0,"-1"-2"-177"15,-2 5-140-15,-7 3-96 0,6-4-52 0,-6 4-35 16,0 0-42-16,-8 12-24 0,2-2-38 0,-4 4 5 15,-7 7-15-15,1 1-30 0,-4 10-37 0,1 3-35 16,0 2-39-16,0 3-24 0,2 1-24 0,3 0-19 16,4 3-20-16,2-3-9 0,7-2-10 0,1-3-7 15,8 4-29-15,1 0 27 0,5-4-32 0,5-1 20 16,2-5-46-16,4-3 8 0,3-2-42 0,3-5-51 16,1-3-69-16,-2-4-38 0,0-3-55 15,-1-3-63-15,-2-4-79 0,-4-3-39 0,1-2-27 0,-2-4-78 16,0-3-101-16,-3-2-368 0,-1-7-635 0</inkml:trace>
  <inkml:trace contextRef="#ctx0" brushRef="#br0" timeOffset="-45600.54">28466 9260 401 0,'0'0'726'16,"-3"-10"-192"-16,3 10-67 0,0 0-29 0,0 0-24 15,4 10-4-15,2-3-39 0,-2 5-40 16,0 1-39-16,1 6 9 0,4 2-83 0,-2 1 5 15,3 5-82-15,-1 2 20 0,2-1-76 0,-1 2 30 0,1 1-64 16,-1-2-13-16,1 1-8 0,-3-2-2 0,0-1-6 16,-1-3-6-16,0-4-12 0,-2 1-43 0,-1-3-59 15,0-3-50-15,-2-2-45 0,1-1-44 16,-3-2-67-16,0-10-94 0,0 9-108 0,0-9-123 0,0 0-390 16,-7-2-626-16</inkml:trace>
  <inkml:trace contextRef="#ctx0" brushRef="#br0" timeOffset="-45417.57">28486 9354 293 0,'-2'-13'642'16,"2"1"-137"-16,0 2-142 0,1 1-21 0,0 0-47 15,4-2-19-15,-1 3-8 0,5-3-25 0,-1 2-27 16,3-2-36-16,1 3-29 0,1-3-28 0,2 3-27 16,0-1-17-16,1 1-15 0,0 2-15 0,2-1-7 15,-4 1-10-15,4 2-8 0,-4-1-5 0,1 0-7 16,-3 3-38-16,-2-1-54 0,0 2-52 0,-10 1-71 15,16 1-1-15,-16-1-58 0,6 5-54 0,-6-5-63 16,0 11-476-16,-4-5-401 0</inkml:trace>
  <inkml:trace contextRef="#ctx0" brushRef="#br0" timeOffset="-45267.25">28545 9382 6 0,'-8'11'597'16,"2"-5"-126"-16,2 0-55 0,0-1-18 0,4-5 5 15,2 7-16-15,-2-7-28 0,10 4-30 0,-10-4-27 16,18 0-54-16,-4-1-32 0,1 0-44 0,3-3-31 15,1 2-36-15,2-4-19 0,1 0-21 0,-1 0-8 16,3-1-14-16,-1-2-10 0,0 1-69 0,-2-1-118 0,-1-2-104 16,1 0-116-16,-5-3-124 0,1 3-601 15,-4-4-715-15</inkml:trace>
  <inkml:trace contextRef="#ctx0" brushRef="#br0" timeOffset="-45017.19">28918 8954 525 0,'0'0'609'0,"0"0"-123"16,0-7-73-16,0 7 20 0,0 0-20 0,0 0-6 15,0 10 4-15,0-10-30 0,0 17-38 0,0-5-30 0,1 5-16 16,2 1 4-16,0 4-20 0,-1 4-25 0,3 6-26 16,2 3-20-16,0 4 29 0,0 2-83 0,2 1 10 15,1-1-71-15,-1 0 20 0,1-2-62 0,0 1 27 16,2-1-50-16,-3-1-7 0,2-2-3 0,-3-4-23 15,0-2-74-15,-1-2-71 0,3 1-78 16,-3-6-48-16,-1-2-73 0,1-2-111 0,-1-2-84 0,-2-1-71 16,1-4-117-16,-3-3-489 0,2-3-829 0</inkml:trace>
  <inkml:trace contextRef="#ctx0" brushRef="#br0" timeOffset="-44517.65">29372 9147 444 0,'4'-9'780'0,"-2"4"-192"0,-2 5-69 16,0 0-63-16,0 0-29 0,12 2-40 0,-8 2-40 0,1 6-44 15,0-3-41-15,0 5-33 0,1 1-36 0,1 2-32 16,0 2 19-16,2 2-76 0,-2 0 25 0,0 0-68 16,2-1 33-16,-4-2-69 0,2-1 43 0,-2-2-57 15,0-1 40-15,-1 0-52 0,0-3 52 16,-2 0-50-16,2-4 44 0,-4-5-49 0,0 0 55 0,0 0-67 15,0 0 52-15,0 0-54 0,-8-4 49 0,3-8-47 16,0 0 46-16,0-1-52 0,1-4 3 0,-2-4 11 16,1 1 19-16,-2 0 9 0,2-1 9 0,1 4 10 15,1 2 17-15,1-1 34 0,-2 4-49 0,2 1 30 16,1 0-53-16,-1 4 35 0,4-1-49 0,0 3-1 16,3 1 0-16,-5 4 1 0,16-2 5 0,-4 4 2 15,3 3 3-15,4 4-7 0,2 0 0 0,0 3 1 16,3-1 29-16,4 1-41 0,-2 1 36 0,1-4-42 15,-7 2 39-15,4-3-40 0,-3-1 41 0,-4-1-39 16,0-2 43-16,-1-2-41 0,-2 0 36 0,-1-4-36 16,-1 2 37-16,-3-4-42 0,2-1 36 15,-3-5-38-15,-1 2 4 0,-1-4 2 0,-3-1 4 0,-1 2 2 16,-2-3-2-16,-2-4 33 0,-1 0-35 0,-1 0 35 16,-1-3-35-16,1 0 35 0,-3 0-34 0,0 1 39 15,1 1-40-15,-2 0 34 0,4 2-37 0,-3 2 39 16,3 1-36-16,0 5 26 0,0-3-6 0,2 4-40 15,-1-1 8-15,-1 1-122 0,4 8-22 16,-2-11-87-16,2 11-64 0,0-8-94 0,0 8-86 0,3-6-44 16,-3 6-119-16,7-4-532 0,-7 4-798 0</inkml:trace>
  <inkml:trace contextRef="#ctx0" brushRef="#br0" timeOffset="-44298.73">29896 8668 494 0,'0'0'499'0,"11"-4"-72"0,-11 4-7 0,17 4 11 0,-7 2-20 0,2 2-23 0,3 5 2 0,2 4-17 16,3 4-22-16,2 6-23 0,2 4-84 0,-1 2 17 15,0 3-76-15,1 3-12 0,3 8-31 0,-4 2-20 16,0-1 17-16,-6-4-72 0,-2-2 33 0,-3 0-20 16,-5-3-18-16,-3-3-8 0,-1-2-9 15,-6-3-11-15,-1 1-2 0,-6-3-19 0,-3-2-73 16,-7 2 18-16,-3-4-80 0,-3-2-14 0,-2-2-49 15,-2-3-48-15,3-4-80 0,0 1-85 0,0-5-31 0,5-1-149 16,-1-3-608-16,4-1-796 0</inkml:trace>
  <inkml:trace contextRef="#ctx0" brushRef="#br0" timeOffset="-43767.5">30638 8444 186 0,'11'-7'838'0,"-2"-1"-159"0,-1 3-90 0,-1-1-129 0,-1 0-81 0,-6 6-47 0,12-5-3 16,-12 5 6-16,11 4-54 0,-6 2-2 0,3 3-56 16,0 6 28-16,2 3-31 0,0 5-31 0,4 5-17 15,0 4-33-15,2 1-24 0,-2 2-25 0,2 1-15 16,-2 0-17-16,2-2-10 0,-4-1-13 0,0-6-40 15,-1-2-31-15,0 0-82 0,-5-5-37 0,4-2-70 16,-5-3-86-16,1-1-65 0,-3-3-50 0,-1-3-47 16,-2-8-101-16,-4 9-555 0,4-9-744 0</inkml:trace>
  <inkml:trace contextRef="#ctx0" brushRef="#br0" timeOffset="-43551.29">30709 8596 93 0,'-7'-42'588'0,"3"0"-153"0,4 6-78 16,4 3-57-16,3 0-39 0,7-2-47 0,2 6-40 0,5 1-5 15,4 4 16-15,2 5 23 0,1 5 18 0,4 4-3 16,0 3-7-16,-2 5-17 0,2 3-17 0,2 3-43 16,-2 4-25-16,-1 3-21 0,-6 1-20 15,2 3-7-15,-5 0-13 0,-3 2 1 0,-5-1 14 16,-1 0-2-16,-6 1 2 0,-3-3-7 0,-2 2-10 0,-4-1-5 16,-2 1 4-16,-6-2-23 0,-4 2 10 0,0-2-21 15,-4 0 15-15,-5 0-24 0,-1-2-2 16,2-2-3-16,-1-2-23 0,0-2-48 0,5-2-57 15,-1-1-76-15,1-2-105 0,5 1-91 0,3-4-187 16,0-2-492-16,8 0-694 0</inkml:trace>
  <inkml:trace contextRef="#ctx0" brushRef="#br0" timeOffset="-43300.62">31731 8056 529 0,'0'0'913'0,"-2"-9"-165"0,2 9-141 0,-17-4-57 16,4 5-66-16,-4 2-41 0,-7 3-73 0,-1 4-51 16,-3 3-16-16,-3 6-18 0,0 4-25 0,1 2-27 15,0 6-37-15,5 1-59 0,3 4-2 0,1 3-27 16,6 2-22-16,2 2-15 0,8-1-13 0,4-3-9 16,3 3 0-16,6-1-6 0,5-1 2 15,2-4-11-15,6-1-6 0,2-4-19 0,2-2-32 0,3-4-41 16,4-3-42-16,2-4-73 0,1-4-44 0,-4-3-92 15,0-5-94-15,-6-3-115 0,2-5-44 0,-1-1-81 16,-3-6-626-16,1-2-881 0</inkml:trace>
  <inkml:trace contextRef="#ctx0" brushRef="#br0" timeOffset="-42817.56">31925 8235 157 0,'-6'-11'854'0,"2"0"-236"0,2 5-132 0,2 6-106 0,-4-6-47 16,4 6-15-16,0 0-3 0,-3 12-18 0,3-5 6 15,3 5-25-15,1 3-46 0,1 5-26 0,2 1-28 16,0 3-28-16,0 4-3 0,0 1-2 0,2-1-59 16,-3-1 11-16,-1-2-44 0,0 0 16 0,-1-2-39 15,1-3 20-15,-3-2-36 0,1-3 23 0,-1-2-20 16,-1-1 18-16,-1-1-23 0,0-3 21 0,-3-2-28 16,-2-1 29-16,5-5-30 0,-9 2 21 0,9-2-25 15,-14-8 28-15,5 2-20 0,2-6 23 0,0-2-22 0,-2-6-2 16,2-1 2-16,-2-5 3 0,4-2-2 0,-1-3-3 15,3 0 17-15,1-1-23 0,2 5 29 0,0 0-9 16,3 2 15-16,1 0-17 0,1 2 11 0,1 6-25 16,3-1 16-16,3 6-20 0,-1 4 32 0,4 0-8 15,2 5 33-15,2 3-24 0,2 3 20 0,-1 3-23 16,3 1 14-16,3 5-15 0,-1 0 7 0,-3 1-16 16,2 0-8-16,1 2 0 0,-7-5-3 0,1 2-3 15,-2-1 13-15,0-2-17 0,-3 1 13 0,-2-3-16 16,-1 0 22-16,-1-2-18 0,-2-1 18 0,1-2-21 15,-9-2 20-15,19 0-21 0,-11-3 12 0,0-2-13 0,0 1 14 16,0-3-19-16,0-4 16 0,0-1-19 0,-1-1 21 16,0-1-23-16,-2-3 20 0,1-2-1 15,-2-1 1-15,1-1-2 0,-1 0-3 0,-2 2 1 16,0 1 4-16,-2 1-6 0,1-1 1 0,-2 3-2 0,1 2-1 16,-2 0 5-16,2 1-12 0,-2 2-14 0,-1-1-53 15,-2 3-30-15,0-1-98 0,0 3-79 0,-3 0-107 16,1 2-125-16,-5 0-68 0,3 2-120 0,0-1-581 15,-2 1-889-15</inkml:trace>
  <inkml:trace contextRef="#ctx0" brushRef="#br0" timeOffset="-42600.49">32316 7797 259 0,'12'-3'571'0,"-12"3"-75"0,20 1-40 0,-4 5 29 0,0 3 17 0,6 5-40 0,1 5 0 0,4 6-1 0,0 6-65 0,-2 1-56 15,2 3-15-15,4 7-23 0,-3 3-32 0,-1 1-43 16,-3 2-20-16,-2 2-62 0,-7-6-13 0,-3 1-42 16,-4 1 0-16,-4 0-17 0,-4 0-13 0,-6 1-21 15,-5-2-21-15,-6-1-68 0,-9 6-80 0,-4-3-90 16,-8-1-67-16,-4-6-77 0,-4-1-72 0,-7-1-51 16,-5-3-52-16,-6 0-85 0,0-4-549 0,-6-2-784 15</inkml:trace>
  <inkml:trace contextRef="#ctx0" brushRef="#br0" timeOffset="-41322.12">23770 11512 498 0,'0'0'474'0,"0"-11"-66"0,0 11-77 0,0-8-45 0,0 8-21 0,-1-6-50 0,1 6-13 0,0 0-20 16,1-11 15-16,-1 11-15 0,3-7 17 0,-3 7-21 16,5-7 9-16,0 3-29 0,5 1 5 0,-1-1-19 15,4 0 6-15,4-1-35 0,4 0 2 0,1 1-24 16,10-4 12-16,1 1-30 0,12-3 2 0,1 2-22 16,5-2-1-16,0-1-9 0,13-2 19 0,0 0-4 15,3 1-7-15,2-3-12 0,5 1-5 0,0 2-9 16,5-2-2-16,0 0-7 0,4-1 0 0,2 3-6 15,-3-1 2-15,1-1 23 0,0 0-35 0,-3 1 3 16,3-2 2-16,0 0 7 0,-1 1 4 0,0-1-7 16,0 0 24-16,-2-2-28 0,-1-1 4 0,-2 1-3 15,2-1 13-15,-3-1-8 0,2 0 8 0,-3 0-1 16,4 1 8-16,1-1-15 0,0 0 14 0,1 0-2 16,-3 1 14-16,1-1-23 0,-4 3 24 0,-1 0-30 15,-1-1 24-15,-4 5-28 0,3-4 19 0,-3 2-27 16,0-1 21-16,0 0-22 0,2 1 20 0,-2-1-21 15,0 1 16-15,2 1-25 0,0-2 38 0,-2 0-35 16,-2 0 20-16,2-1-21 0,0 1 16 0,-2 0-3 16,2-2 0-16,3 0-1 0,0 0 7 0,-1 0-11 15,2-1-2-15,0 0 2 0,0-1 0 0,-3 4 1 16,0-2 2-16,-1 1 3 0,-3 1-8 0,-3 0-3 16,1 1 52-16,-10 3-56 0,0-1 46 0,-2 0-48 15,3 1 46-15,-1 0-54 0,10-1 51 0,-11 2-50 16,2-1 45-16,0 2-47 0,0-3 54 0,9 2-54 15,-1-3 49-15,-1 1-51 0,2 0 49 0,1 1-49 0,3-2 50 16,-3 0-48-16,4 0 51 0,-1 0-47 16,1 0 49-16,1-3-52 0,-3 1 68 0,1-1-47 0,-3-1 3 15,-1 2 8-15,0-1 43 0,-3 1-42 16,0-1 45-16,-2 2-49 0,-7 1 44 0,-2 0-38 0,3 0 35 16,-1 2-39-16,2-1 6 0,-2-1 57 0,2 4-44 15,-1-3 30-15,2 0-37 0,-1 2 36 16,-2 0-38-16,3-2 31 0,0 2 4 0,-3-2-9 15,10-1-2-15,-8 2 6 0,7-4-7 0,-1 1-5 0,0-2-6 16,-9 2-7-16,-1 3 9 0,0-3-16 0,-3 0 22 16,2 2-3-16,-4 0 19 0,1-2-21 0,-3 2 15 15,3 1-7-15,-2-1 4 0,0 1-19 0,2-1 36 16,-1 2-18-16,-2-2-1 0,5 2-14 0,-4 0 4 16,4-2-19-16,-1 1 10 0,2-1-11 0,-2-1 13 15,1 0-12-15,0-1 6 0,2-1-11 0,-2-1 8 16,-1 2-9-16,2 0 8 0,-4-2-10 0,1 2 3 15,-4-2-5-15,0 2 14 0,0-1-10 0,-3 1 15 0,-2 1-2 16,-5 1 7-16,-2 2-13 0,-2 0 8 0,2 0 0 16,-3 0-10-16,-4 2 35 0,-3 1-1 0,-1-1-18 15,-1 2-30-15,-2 0 0 0,-1-1 0 0,0 2 0 16,-3 1 0-16,0-3 0 0,-3 4 0 16,0-1 0-16,0 1 0 0,0-1 0 0,-4 0 0 0,-5 4-166 15,9-9-114-15,-9 9-83 0,-3-10-100 0,-3 4-90 16,-8 0-123-16,-2-4-80 0,-5 3-807 0,-4-6-1207 15</inkml:trace>
  <inkml:trace contextRef="#ctx0" brushRef="#br0" timeOffset="-39534.49">29789 7852 82 0,'-2'-7'444'0,"2"7"-98"0,-2-10-50 0,-1 4-31 0,3 6-23 0,-5-11-11 0,2 4-10 0,1 2-1 0,-1 0-17 0,-2-2-3 0,3-1-2 16,-1 3-24-16,1-4-8 0,0 2-21 0,0-1-17 16,-1-2-7-16,2 1-20 0,-2 0-15 15,1-1-7-15,-1 1 0 0,-1-1-3 0,-1 1-13 16,2-2-5-16,-4-1-13 0,-1-2-6 0,-1 3-13 16,-3-3 2-16,-4 0-5 0,1 1-2 0,-3 1 2 0,-6-3 3 15,-2 1-6-15,-3 2-1 0,-2 1 5 16,-7-2 10-16,-3 2 5 0,-1 0-4 0,-2 2-6 15,-2 0-2-15,0 3-2 0,-2-2-3 0,-3 3-3 16,1 0-2-16,-3 0-2 0,-3 2-2 0,1 0-4 0,-1 2 1 16,-2 1 2-16,-2 0-2 0,-1 0 1 0,0 3 3 15,-2 0 3-15,-10 3-7 0,4-1 5 0,-2 3-4 16,0 0 24-16,-1 0 3 0,1 3-3 0,-2-1 1 16,-1 3-6-16,3-1-3 0,0 2-3 15,-1 0-3-15,4 2 1 0,3-2-5 0,1 2-2 0,2-1-2 16,4 0 0-16,7-2-1 0,2 2 6 0,0 0-15 15,1 1 15-15,-1-2-17 0,-10 5 13 16,3 1-15-16,-1 0 20 0,-1 1-23 0,2-1 14 0,-2 3-14 16,2-2 15-16,1 0-16 0,0 0 18 0,3-1-18 15,7 0 30-15,0-1-10 0,0-1 26 16,2 2-39-16,0-3 24 0,1 1-27 0,3 0 23 16,0-1-26-16,0 1 25 0,4-1-30 0,0 0 28 0,1 0-31 15,2-1 2-15,2-1 6 0,5 1 2 16,-1-1-3-16,2 1 1 0,-2 2 3 0,3-2-1 0,0 1 12 15,3 2-10-15,-1-1 0 0,2 3 4 0,1 0 1 16,2-1-4-16,0-1-3 0,2 3 5 0,3-2-4 16,-1-1 2-16,5 0 0 0,0 1 10 0,1-1 2 15,2 2 3-15,3-4-3 0,1 2 1 0,2 2 2 16,2-1-1-16,2 3 9 0,2-2 3 0,6 2-10 16,3-1-2-16,1 0 0 0,5-2-8 0,2 3 5 15,7-2-8-15,3-2 7 0,2-2-3 0,1-2 7 16,4-1 8-16,7-2-2 0,2-2-2 0,3-2-1 15,16-1 9-15,0-1-2 0,4 0-2 0,4-3-1 16,0 0-4-16,3-1 4 0,0 1-6 16,3-3-1-16,3 2 3 0,1 0 18 0,2 1 41 15,1-2-54-15,1 2 37 0,-4 0-53 0,-1-1-1 0,-2 1 1 16,-1 0 2-16,-2 0 44 0,-3-2-59 0,0-1 66 16,-1 0-43-16,0-1 38 0,-5-1-46 0,2-2 36 15,-2-1-45-15,-2 1 41 0,-1-4-44 0,-2 0 39 16,-1-2-41-16,1-1 33 0,1-4-38 15,-1 0 37-15,1-2-2 0,1-2 25 0,4 0 1 0,-2-2-12 16,1 1 3-16,2-2-38 0,-2 2 36 0,0-1-35 16,-2 0 37-16,-2-1-36 0,-1 0 30 0,0 1-32 15,-2-1 58-15,-5 1-35 0,1 0 41 0,-3 1-27 16,-4-2 43-16,-2-1-49 0,0 1 7 0,-10 1 31 16,-1 0-51-16,-2-1 39 0,-2 2-46 0,-2-4 45 15,1-1-51-15,-2 0 39 0,-3-3-50 0,-2 0 44 16,0-3 10-16,-3 2 39 0,-2-4-58 0,-2-2 45 15,-1 3-31-15,-5-5 46 0,-1 2-12 0,-2-2 11 16,-4 2-68-16,-3 0-24 0,-3 2 0 0,-3-1 0 16,-4 1 0-16,-2 0 0 0,-6-3 0 0,-3-2 0 15,-7 5 0-15,-4-2 0 0,-6 3 0 0,-10-1 0 16,-6 2 0-16,-7 1 0 0,-3 6 0 0,-5 5 0 16,-2 0 0-16,0 5 0 0,-5 4 0 0,-2 3 0 15,-1 2 0-15,8 3 0 0,-2 4 0 0,-9 1-72 16,0 2-139-16,1 1-7 0,5 2-75 0,2 1 12 15,12-1-74-15,0 3-42 0,5-1-92 0,-1 2-80 16,5 1-40-16,0-2-144 0,2 2-492 0,1 1-853 16</inkml:trace>
  <inkml:trace contextRef="#ctx0" brushRef="#br0" timeOffset="-36516.41">27907 8693 397 0,'5'4'585'0,"-5"-4"-222"0,0 0-316 0,9 6-487 0,-9-6 89 0</inkml:trace>
  <inkml:trace contextRef="#ctx0" brushRef="#br0" timeOffset="-17185.48">25167 11968 621 0,'-5'-12'585'0,"3"0"-131"0,0 3-60 0,-2 0-67 0,2 1-54 15,1 2-45-15,-2 0-32 0,3 6-7 16,-4-7 32-16,4 7 0 0,0 0-8 0,-2 11-10 0,2-2-23 16,1 4-37-16,0 3-25 0,4 4-8 0,-1 2-4 15,1 7 2-15,3-1-26 0,0 2-10 0,2 1-23 16,0 4-8-16,3 0-8 0,-2-5-7 0,-2 1-7 16,-1-2-4-16,2-1 0 0,-2 0-10 0,-2-5-22 15,-1-2-62-15,2 0-94 0,-5-4-98 0,3-3-77 16,-3-1-34-16,-1-3-91 0,-1-10-124 0,-1 10-315 15,1-10-482-15</inkml:trace>
  <inkml:trace contextRef="#ctx0" brushRef="#br0" timeOffset="-16917.87">25038 11943 165 0,'0'-21'728'0,"3"2"-167"0,1 3-144 0,-2-1-69 0,7 3-74 0,-3-1-1 0,6 0-10 0,2 1-12 0,0 0 0 0,4 3-17 15,1-1-24-15,2 3-39 0,0 2-31 16,-3 3-27-16,1 0-31 0,-2 4-13 0,1 0-13 0,0 4-8 16,-3 0-5-16,0 5 13 0,1 1 7 0,-6 1-5 15,1 1 0-15,-3 2-10 0,-3 0-9 0,-1 2-5 16,-4 0-8-16,-1-1-2 0,-4 2-6 0,-2 2-3 16,-2-2-2-16,-3-2 0 0,-4 3-3 0,1-4-2 15,-7 0 2-15,2 1-9 0,-5-1 2 0,4-5 1 16,0 2-4-16,0-6-21 0,0 3-33 0,6-4-36 15,0 0-54-15,3-2-82 0,12-2-68 0,-17 0-63 16,17 0-78-16,-3-4-92 0,3 4-427 0,11-12-541 16</inkml:trace>
  <inkml:trace contextRef="#ctx0" brushRef="#br0" timeOffset="-16600.45">25772 11675 263 0,'-4'-7'725'0,"4"7"-169"0,-10-8-105 0,10 8-66 16,-14-1-39-16,3 4-22 0,-1 3-11 0,-1 2-20 15,-4 6-14-15,-1 7-20 0,-3 7-51 0,0 1-22 0,-1 4-11 16,1 5-38-16,0 1-5 0,3 1-19 15,0 4-8-15,6 2 2 0,-1-1-19 0,5 0-9 16,2 1-5-16,3-1-16 0,4-7 14 0,6 3 0 16,2-1-11-16,4-4-8 0,1-1-10 0,5-5-5 15,3-2-9-15,3-6-2 0,-2-4-28 0,5-4-26 16,2-5-43-16,2-1-64 0,-2-6-80 0,0-2-108 16,-1-3-77-16,2-4-89 0,-2-3-143 0,0-5-553 15,-4-2-796-15</inkml:trace>
  <inkml:trace contextRef="#ctx0" brushRef="#br0" timeOffset="-16101.52">25917 11721 745 0,'-3'-13'708'0,"0"5"-124"0,1 0-120 0,0 0-95 15,0 2-60-15,-1 0-40 0,3 6-12 0,0 0 18 0,0 0-14 16,0 0-31-16,0 7-25 0,1 3-25 0,2 2-21 15,1 5-33-15,0 2-29 0,3 3-13 0,0 1-22 16,0 4-7-16,1 0-11 0,2 1 14 0,-1-3-35 16,-1-2-5-16,-2-1 0 0,2 0-13 0,-2-2-52 15,-2-3-39-15,1-2-66 0,-3-1-56 0,-2-2-41 16,0 0-26-16,-2-5-18 0,-3 2-15 0,1-5 3 16,4-4-7-16,-11 2 14 0,11-2 36 0,-17-6 32 15,7-3 44-15,-1-3 30 0,0-4 27 16,-2-4 30-16,-2-6 18 0,3-2 58 0,1 1 34 0,1-4 29 15,1 2 40-15,4-3 35 0,0 1-5 16,3 6 31-16,4 0-42 0,3 2 17 0,1 1-14 0,2 3 22 16,2 0-13-16,5 2 26 0,1 5 3 0,4-1 10 15,-1 3 17-15,3 3-2 0,0 3 3 0,1 2-9 16,-4 2-16-16,7 5-11 0,-2-1-13 0,-1 5-6 16,-3 1-13-16,3 3 8 0,-2 2-10 0,-6 1-16 15,2-1-17-15,-6 3-4 0,-1 0-1 0,-1 2-8 16,-5 0-6-16,1-2-8 0,-5 2-5 0,-1 1-7 15,-3 0 0-15,-1-1-3 0,-3 3-4 0,-2-4-2 16,-1-1 2-16,-3-1 9 0,0-1-5 16,1-2 0-16,-4-1-2 0,3-2 0 0,-1-2-7 0,1-1 0 15,0-3-7-15,1-2-17 0,0-1-35 0,2-2-40 16,0-2-68-16,0 1-92 0,2-4-85 0,1-2-87 16,1 1-131-16,2-2-628 0,2-3-786 0</inkml:trace>
  <inkml:trace contextRef="#ctx0" brushRef="#br0" timeOffset="-15812.84">26527 11468 1050 0,'0'-10'865'0,"0"5"-181"0,-2-1-139 0,2 6-96 0,-7-7-58 0,7 7-61 0,0 0-55 0,-10 7-35 0,7 4-26 0,-2 3-14 0,0 4-41 0,3 6 3 0,0 2-22 0,2 9-29 16,0 2 21-16,4 7-16 0,-1 0-11 0,4 0-2 15,0 1-3-15,-1-2-18 0,3-1-42 0,1-1 23 16,-2 0-38-16,0-3 20 0,-2-7-39 0,0 2 28 16,-2-6-35-16,1-2 25 0,-2-2-38 15,1-6-29-15,-2-1-54 0,1 1-58 0,-2-6-32 0,0 1-61 16,2-3-94-16,-2-2-118 0,-1-7-121 0,4 7-209 15,-4-7-397-15,0 0-797 0</inkml:trace>
  <inkml:trace contextRef="#ctx0" brushRef="#br0" timeOffset="-15284.58">26758 11712 128 0,'4'-11'917'0,"-1"2"-180"16,-1 1-127-16,0 2-128 0,0-1-75 0,-2 7-70 15,3-9-35-15,-3 9-11 0,0 0-30 0,0 0-35 16,14 8-28-16,-9 1-23 0,1 6-19 0,3 2-4 16,1 3-32-16,-1 7-15 0,2-1-15 0,-1 2-13 15,-3 0-9-15,3 1 8 0,-2-1-7 0,-3 0-11 16,1-5-31-16,-3 0 16 0,1-1-31 0,-1-6 23 16,-2 1-26-16,-1-2 25 0,0-3-29 0,0-3 24 15,-4 1-29-15,2-3 27 0,-3-3-30 0,5-4 33 0,-11 0-13 16,3-4-3-16,0-3-3 0,0-3 0 15,0-2-2-15,-2-5-5 0,1-2 4 0,0-1-5 16,2-4 3-16,0 0 21 0,2 0 3 0,3-1-3 16,0 0-1-16,2 6 2 0,0 0-1 0,2 3-4 0,-1-1-6 15,3 3-4-15,2 3-3 0,-1 1-4 0,3 3 1 16,1 1 2-16,1 4 7 0,3 1-5 16,0 2 1-16,3 4-2 0,3 1 0 0,2 3 0 0,0-1-1 15,0 3 0-15,2-1-3 0,-1 0 1 16,-2 0 1-16,2-1 0 0,-2 1-2 0,1-3 0 0,-6-2 4 15,4 2 0-15,-5-3 7 0,0-2 25 0,-1 0 4 16,-2 0 0-16,-11-2 3 0,21-4-4 0,-12-2-4 16,0 1 9-16,-3-3 16 0,0-4-2 15,-3-1-9-15,1-1-13 0,-4-2-3 0,0-2-10 16,-5-4-4-16,1 0-30 0,-2-1 27 0,-3 1-27 0,-1-3 25 16,2 4-29-16,0 2 31 0,0 4-32 0,2 1 26 15,1 0-31-15,-1 3 29 0,2 0-33 16,-1 2-4-16,1 0-6 0,2 2-70 0,-1 0-28 15,3 7-67-15,-4-7-9 0,4 7-39 0,0 0-62 16,0 0-93-16,0 0-94 0,0 0-72 0,0 0-109 0,5 6-631 16,-2 0-907-16</inkml:trace>
  <inkml:trace contextRef="#ctx0" brushRef="#br0" timeOffset="-14936.17">27386 11193 341 0,'1'-15'728'0,"2"1"-141"0,2 3-112 0,-1 1-60 0,2 4-23 0,2-1-18 0,1 3-14 15,5 4-35-15,1 5 3 0,7 4-75 0,5 6-29 16,6 5-26-16,1 5-32 0,7 10 4 0,3 5-18 16,-5 4 22-16,1 3-18 0,-2 2-29 0,-6 4-25 15,-1 0-20-15,-4 1-18 0,-5-1-7 0,-5 2-14 16,-4-10-6-16,-4 1-6 0,-5-1 3 0,-3-6-13 16,-5 4-28-16,-3-3 32 0,-5 1-34 0,-2-4 17 15,-6-3-86-15,-1 0-41 0,-4-5-41 0,0-2-81 16,-3-4-84-16,1 0-120 0,2-9-72 0,-1-1-204 15,0-2-485-15,1-5-814 0</inkml:trace>
  <inkml:trace contextRef="#ctx0" brushRef="#br0" timeOffset="-14535.2">27060 12025 740 0,'0'0'609'0,"0"0"-151"0,-8-3-75 0,8 3-84 0,0 0-42 0,0 0-55 0,0 0-26 0,-2-7-43 0,2 7-17 15,0 0-34-15,0 0-26 0,0 0-50 0,0 0-37 16,0 0-89-16,0 0-85 0,0 0-146 0,0 0-532 16,11-1-443-16</inkml:trace>
  <inkml:trace contextRef="#ctx0" brushRef="#br0" timeOffset="-14352">27374 12101 1409 0,'0'0'641'0,"0"0"-209"15,0-8-190-15,0 8-96 0,0 0-89 0,-5-3-20 16,5 3-77-16,0 0-56 0,-10-5-134 0,10 5-231 16,0 0-215-16,-10-1-184 0</inkml:trace>
  <inkml:trace contextRef="#ctx0" brushRef="#br0" timeOffset="-11534.12">27057 12229 128 0,'0'0'452'0,"0"0"-256"0,0 0-204 0,0 0-235 0,0 0 78 0</inkml:trace>
  <inkml:trace contextRef="#ctx0" brushRef="#br0" timeOffset="-10119.34">28326 11245 450 0,'0'-19'619'0,"0"3"-82"0,-1-1-78 15,0 2-35-15,0 5-54 0,-1-2-16 0,1 0-33 16,0 2-57-16,-2 2-45 0,3 1-44 0,0 7-26 16,0-12-8-16,0 12 12 0,0 0-5 0,0 0 2 15,5 14-46-15,-2-3-21 0,3 3-9 0,-2 5-13 16,5 6-8-16,1 1-6 0,1 4-4 0,1 4-10 15,2 2-6-15,-1-1-2 0,1 1-4 0,0 2-5 16,-1-4-4-16,-1 1-2 0,-3-4-1 0,1-3-17 16,-4-5-62-16,-1-2-76 0,2 0-89 15,-3-6-76-15,-1-1-7 0,1-3-81 0,-3-4-100 0,-1-7-140 16,0 0-279-16,0 0-489 0</inkml:trace>
  <inkml:trace contextRef="#ctx0" brushRef="#br0" timeOffset="-9886.09">28261 11187 478 0,'-4'-31'692'0,"4"5"-173"0,3 2-95 0,3 2-104 15,3 2-48-15,5-1-19 0,4 2-10 0,4 3-13 0,2 3-14 0,1 4-15 0,0 1-23 0,1 5-21 0,1 2-21 16,-1 2-19-16,-1 2-31 0,-2 5-13 0,0-1-18 16,-4 3-4-16,-2 2 14 0,-2 1 4 0,-4 3-16 15,-4-1 0-15,-2-1-20 0,-3 3 5 0,-7 0-15 16,-2 2 3-16,-4 0-15 0,-5 4 1 0,-4-2-2 15,-1-3-2-15,-1 1 0 0,0-3-10 0,-1-2-27 16,3-2-43-16,2-5-46 0,1-1-59 0,3-3-72 16,3-1-79-16,11-2-45 0,-14-4-90 0,11-2-565 15,3-1-642-15</inkml:trace>
  <inkml:trace contextRef="#ctx0" brushRef="#br0" timeOffset="-9653.02">29031 10774 517 0,'0'0'897'0,"0"0"-163"16,0 0-136-16,-13 1-96 0,1 8-65 0,-5 4-62 15,-3 5-44-15,-7 7-30 0,-1 6-26 0,0 1-15 16,-4 11 14-16,3 1-88 0,1 5-29 0,2-3-21 16,9-3-25-16,4 1-14 0,5 2-19 0,3 0 32 15,3 1-1-15,8-1-16 0,3-3-15 0,3-1-11 16,4-4-9-16,4-2-9 0,1-2-30 0,4-6-22 15,3-1-32-15,2-7-47 0,2-2-66 0,-2-8-58 16,2-1-76-16,-4-6-101 0,0-3-93 0,1-3-75 16,1-5-105-16,0-3-617 0,-4-4-880 0</inkml:trace>
  <inkml:trace contextRef="#ctx0" brushRef="#br0" timeOffset="-9418.07">29233 10969 776 0,'-3'-10'817'0,"-1"2"-191"0,4 8-149 16,-4-5-98-16,4 5-50 0,0 0 6 0,0 11-15 16,0 0-35-16,4 3-3 0,-1 1-70 0,3 7-29 15,-1 2-26-15,5 4-29 0,-2 2-20 0,1 0-20 0,2 0-17 16,1 6-8-16,-3-5-22 0,1-2 1 0,-1 3-8 16,-2-3-6-16,0-3-7 0,-2-2-2 0,-1-5-7 15,1 0-2-15,-2-3-59 0,1-1-31 16,-2-3-25-16,0-3-35 0,-2-1-62 0,0-8-65 0,-2 6-43 15,2-6-41-15,0 0-12 0,-5-7-25 0,3 0-34 16,0-5-39-16,1-3-391 0,-3-4-400 0</inkml:trace>
  <inkml:trace contextRef="#ctx0" brushRef="#br0" timeOffset="-9035.2">29110 10970 480 0,'-5'-5'482'0,"5"5"-125"0,-3-11-35 15,3 11-53-15,3-8 31 0,1 2-20 0,0 1 1 16,4-1-16-16,-1-1-16 0,-1 1-13 0,3 0-16 16,4-3-21-16,-2 2-19 0,3-3-13 0,0 4-35 15,6-5-19-15,-2 2-23 0,1 0-15 0,1 0-17 16,-1 1-10-16,-1 0-13 0,0 2-4 0,-1-2-17 16,-2 2-34-16,2 3-50 0,-3-2-55 0,2 0-68 15,-5 1-44-15,0 2-58 0,-11 2 12 0,14 0-4 16,-14 0 19-16,9 2 11 0,-9-2 7 0,0 9 8 15,-2-4 12-15,-5 3 25 0,1 3 32 0,-6-2 41 16,-1 5 24-16,-1 0 28 0,-1 0 40 0,0-2 56 16,-3 2 33-16,1-1 60 0,2-2 44 0,-2 2 16 15,3-2 5-15,0-3-5 0,4 1 13 0,0-1-18 0,2-2 28 16,-1 0 39-16,5 1 24 0,4-7 2 16,-5 8-8-16,5-8-23 0,3 9-23 0,3-6-27 15,-6-3-28-15,18 5-35 0,-5-5-16 0,5-2-25 16,3-1-10-16,1 1-19 0,6-2-1 0,-2-3-16 15,4 1-24-15,1-1-62 0,-3 0-79 0,-2 0-89 16,2-3-103-16,-6 2-67 0,1 0-101 0,2-3-534 16,-4 1-645-16</inkml:trace>
  <inkml:trace contextRef="#ctx0" brushRef="#br0" timeOffset="-8819.36">29801 10540 98 0,'0'0'874'15,"0"0"-236"-15,0-8-135 0,0 8-84 0,0 0-35 16,-6 12-1-16,2-3-11 0,0 5-37 0,0 2-27 16,-1 7-26-16,1 3-8 0,0 7-25 0,1 2-28 15,-2 8 20-15,2 3-69 0,3 2-27 0,-1-1 32 16,1 4-54-16,1-2-20 0,2-1-3 0,2 2-15 16,0-6-40-16,-1 4 19 0,1-4-44 0,1-3-27 15,-3-6-76-15,4-3-89 0,-3-1-68 0,1-6-99 16,-1-3-112-16,3-1-48 0,-2-4-122 0,2-6-712 15,-3-2-936-15</inkml:trace>
  <inkml:trace contextRef="#ctx0" brushRef="#br0" timeOffset="-8352.19">30099 10918 644 0,'8'-6'809'0,"-8"6"-146"0,11-2-94 16,-11 2-73-16,8 9-62 0,-4 1-47 0,0 0-67 15,2 4-13-15,-2 2-84 0,0-1 11 0,-2 2-86 0,2-1 17 16,-1 1-80-16,-1 0 32 0,2 0-69 0,-3 0 39 16,3-1-64-16,-3-3 39 0,1-1-54 15,-2 1 48-15,1-5-57 0,-2 1 46 0,-1-4-51 0,2-5 47 16,-9 7-55-16,9-7 49 0,-10-3-50 0,2-1 53 16,2-2-51-16,-3-6 49 0,0-3-43 0,3-3 46 15,-1-2-47-15,-1-2 47 0,2-2-49 16,3 1 85-16,0-2-34 0,2 5-1 0,2 3 7 15,0 1-12-15,3 1-8 0,3 2 4 0,1 3 20 0,5 4-48 16,0 0 37-16,4 4-46 0,2 4 39 0,-1-1-42 16,5 4 40-16,0 3-40 0,-2 1 35 0,2-1-6 15,0 2-42-15,-2-1 44 0,-1-1-4 0,1 0-1 16,-6 0 0-16,0-3-38 0,0 1 80 0,-3-1-20 16,0-2 34-16,-12-3-42 0,20 0 26 0,-11-3-42 15,0-4 31-15,0 2-44 0,-1-6 34 0,-2 1-33 16,-1-5 22-16,-1-1-40 0,-3 0 41 0,1-3-37 15,-2 0 1-15,-3 0 3 0,1-2 3 0,-5-1 1 16,3 1-1-16,-3-1 33 0,-1 3-39 0,0 0 34 16,1 2-40-16,0 1 32 0,-2 2-49 0,3 1-1 15,-2 2-94-15,0 1-4 0,3 3-96 0,-2-1-31 0,0 3-61 16,0 0-73-16,0 2-63 0,7 3-24 16,-14-1-114-16,14 1-648 0,-14 0-850 0</inkml:trace>
  <inkml:trace contextRef="#ctx0" brushRef="#br0" timeOffset="-8119.57">30477 10334 813 0,'12'-8'849'0,"-1"6"-168"0,3 0-151 0,2 4-10 0,3 3-34 0,3 3-74 0,3 6 7 0,8 7-12 15,1 1-63-15,-1 4-88 0,0 3 29 0,4 4-67 0,2 6-28 16,-4 1-1-16,0 2-64 0,-3 2 7 0,-4 1-24 15,-6-7-22-15,-3 1-17 0,-4 1-11 0,-4 1-16 16,-3-1-5-16,-6-6-45 0,-5-1 31 0,-5 5-65 16,-6-2-3-16,-4-1-76 0,-6-3 1 0,-3-2-82 15,-2-1-20-15,-2-5-14 0,-2-1-24 0,0-2-28 16,-2-6-58-16,6-2-68 0,1-2-44 0,2-5-117 16</inkml:trace>
  <inkml:trace contextRef="#ctx0" brushRef="#br0" timeOffset="-7702.82">31220 10429 1016 0,'-3'-14'801'0,"1"5"-106"16,-1-1-162-16,1 4-90 0,0 0-93 0,2 6-48 15,-1-9-36-15,1 9-14 0,0 0-10 0,0 7-11 16,0 1-8-16,3 3-8 0,2 7-34 0,-2 2-26 16,5 9-58-16,1 2 41 0,5 7-71 0,-2 1 24 0,1 1-23 15,1 1-11-15,-3-1-12 0,3-1-8 0,-4-1-6 16,1-2-6-16,-1-4-14 0,-4-3-58 0,3-1-64 16,-4-8-92-16,0 1-84 0,-1-4-98 0,1-2-64 15,-3-3-31-15,-1-3-118 0,0-2-670 0,-1-7-875 16</inkml:trace>
  <inkml:trace contextRef="#ctx0" brushRef="#br0" timeOffset="-7462.55">31245 10443 485 0,'-2'-24'647'0,"4"2"-159"0,0 1-103 16,0 4-67-16,3 1-45 0,2-1 16 0,2 2 6 15,3 1-1-15,1 1-28 0,1 5-12 0,0 2-39 16,4 1-18-16,-1 4-46 0,1 2-13 0,0 4-35 15,1 1 0-15,1 4-17 0,-4 1-19 0,0 1-23 0,-2 3 5 16,-1 1-25-16,-4 0 15 0,-3 0-26 16,-2 0 1-16,-1 0-3 0,-3 1 1 0,-3-1-4 15,-4 2-1-15,-4 1-13 0,-3-3 17 0,-2 1-16 0,-5 1 11 16,1-1-17-16,-1-3-21 0,1-3-46 16,1 0-40-16,2-3-55 0,2 0-65 0,2-3-56 0,3-1-95 15,10-4-102-15,-14 2-588 0,14-2-698 16</inkml:trace>
  <inkml:trace contextRef="#ctx0" brushRef="#br0" timeOffset="-7202.77">31877 10162 318 0,'10'-11'886'16,"-4"3"-180"-16,-3 1-124 0,-3 7-86 15,-8-7-65-15,8 7-23 0,-23 0-45 0,7 2-24 0,-5 6-28 16,-3 2-24-16,-2 5-29 0,-4 6-39 15,0 3-26-15,2 4-31 0,1 0-28 0,3 6-26 0,5-2-21 16,2 3-16-16,3 0-13 0,4-4-50 0,4 2 39 16,4-1-50-16,4-5 44 0,3 4-13 0,5-3-5 15,3 1-3-15,3-6-5 0,2-1-5 0,8 0-6 16,-1-5-7-16,3-2-44 0,4-4-31 0,0-5-44 16,2-2-68-16,-1-3-76 0,1-3-90 0,2-3-116 15,-4-6-49-15,6-3-136 0,-4-5-573 0,-4-3-837 16</inkml:trace>
  <inkml:trace contextRef="#ctx0" brushRef="#br0" timeOffset="-6718.8">32210 10222 443 0,'0'0'768'0,"-9"-1"-195"0,9 1-86 16,-7 4-35-16,7-4-14 0,-5 12-34 0,3-4-45 15,0 3-19-15,-1 1-59 0,3 1-22 0,0 3-75 16,0 2-5-16,0 1-64 0,3 3 25 0,-1 0-43 15,2 1-9-15,-2 0-18 0,1 0-19 0,-1-4 0 0,0 0-12 16,-1-1-4-16,1 0-8 0,-1-2-5 16,-1-4-2-16,0 0 2 0,1-1-4 0,-1-3-3 15,-1 0-1-15,1-8-1 0,-4 9 0 0,4-9-3 0,0 0 5 16,-13-7-12-16,8-1 20 0,-1-3-18 0,-1-4 21 16,0-4-26-16,0-5 22 0,-2-4-18 15,-1-4 19-15,3 0-11 0,-1 1 35 0,0 0-6 16,-1 2 19-16,4 5-4 0,1 2 17 0,-1 5-20 0,3 1 6 15,0 2-25-15,0 3 2 0,4 3-23 0,-2 8 17 16,7-8-24-16,-7 8 19 0,16 5-19 0,-2 2 12 16,2 3-15-16,0 2 12 0,6 3-18 15,-1 2 18-15,0 0-21 0,2-2 18 0,0 1-19 0,-3-2 20 16,0-1-16-16,-2-2 19 0,-2-1-8 16,2 0 34-16,-4-4-12 0,2-1 15 0,-5-2-20 0,1-2 13 15,0-2-25-15,-3-1 11 0,2-2-19 0,-4-4 16 16,2-2-21-16,-2 0 18 0,-2-3-4 15,-3-2-21-15,0-3 19 0,-4 1-20 0,2-4 20 0,-5-3-18 16,1 1 19-16,-3-1-16 0,-2-2 19 0,-1 2-20 16,1 3 16-16,-2 0-8 0,1 3-7 0,1 3 0 15,3 2-3-15,-1 1 2 0,0 2 0 0,2 0-14 16,-2 3-37-16,3 1-25 0,4 6-59 0,-10-6-107 16,10 6-105-16,0 0-145 0,-15 0-117 0,15 0-157 15,-7 6-599-15,7-6-969 0</inkml:trace>
  <inkml:trace contextRef="#ctx0" brushRef="#br0" timeOffset="-6453.12">32593 9788 1364 0,'10'-1'959'0,"1"-1"-184"0,-2 4-129 0,6 2-110 0,2 6-58 0,7 3-41 0,3 10 22 0,1 2 5 0,3 4-7 0,5 8-36 0,0 3-44 16,-2 3-71-16,-2 0-32 0,1 3-65 0,-7 1-180 16,-6-7-29-16,-6-1 0 0,0 4 0 0,-5-3 0 15,-7-3 0-15,-4-1 0 0,-5 3 0 0,-9-1 0 16,-2 0 0-16,-7-3 0 0,-10 2 0 0,-3-5-249 16,-4 1-12-16,5-10-26 0,-2 1-3 0,2-5-53 15,0-4-16-15,5-2-48 0,4-5-73 0,6-3-78 16,3-3-70-16,3-2-748 0,4-5-976 0</inkml:trace>
  <inkml:trace contextRef="#ctx0" brushRef="#br0" timeOffset="-4902.91">25933 13280 875 0,'-16'3'775'0,"0"-2"-159"0,2 2-142 0,1-1-76 0,0-2-38 0,2 0-26 0,11 0 1 0,-17 1-52 0,17-1-47 0,-11-1-38 16,11 1-41-16,3-6-23 0,6 2-24 0,7-3-13 16,8-1 3-16,13-4 2 0,5-3-16 15,4 0-12-15,12-2-15 0,2-2-29 0,0 1 11 0,1 1-21 16,-1 3 10-16,-12 2-24 0,0-1 10 0,-2 5-55 15,-5-2-61-15,-9 5-64 0,-7 0-104 0,-3 1-106 16,-4 1-42-16,-4 1-68 0,-14 2-69 0,16-1-557 16,-16 1-727-16</inkml:trace>
  <inkml:trace contextRef="#ctx0" brushRef="#br0" timeOffset="-4699.07">26130 12889 397 0,'-18'-3'640'0,"1"1"-154"0,4 1-78 16,3 2-64-16,0 2-20 0,2 3 4 0,4 3 0 16,4 1-24-16,3 6-12 0,3 4-41 0,8 7-16 15,2 6-54-15,5 0-34 0,2 6-11 0,4 6-25 16,1-1-18-16,1 2-16 0,-1-2-19 0,-4-6-14 16,-1 1-8-16,-3 0-7 0,2-2-10 0,-3-3-8 15,0-2-62-15,-1-1-89 0,-4-6-105 0,0-2-95 16,-3-4-114-16,0-4-123 0,-2-1-508 0,-1-3-701 15</inkml:trace>
  <inkml:trace contextRef="#ctx0" brushRef="#br0" timeOffset="-4433.41">26976 12866 1034 0,'7'-8'931'0,"-3"1"-203"15,1 2-153-15,-5 5-119 0,8-3-78 16,-8 3-62-16,5 4-47 0,-2 1-39 0,-1 4-1 16,3 1-42-16,-1 6-4 0,4 3-51 0,-1 6 14 0,2 3-23 15,5 6-21-15,-1 0-19 0,4 0-14 0,-2 1-14 16,4 1-12-16,-2-2-10 0,1 0-9 0,-3-2-4 16,-1-6-4-16,0-1-6 0,0 0-5 15,-5-6-74-15,2 0-71 0,-1-4-40 0,-3-1-37 0,-2-3-41 16,1-2-56-16,-4-3-88 0,-2-6-20 0,4 4-93 15,-4-4-65-15,0-7-443 0,-1-1-633 0</inkml:trace>
  <inkml:trace contextRef="#ctx0" brushRef="#br0" timeOffset="-4185.31">27009 12834 394 0,'-8'-20'692'0,"-1"0"-185"0,7 7-94 0,-1 0-92 15,6 1-50-15,2 3-37 0,1-1-12 0,4 4-17 16,3 0-5-16,4 1 3 0,2 3-8 0,0 0-7 15,3 2-21-15,1 0-17 0,2 3-35 0,-1 1-15 16,-3 1-12-16,3 1-4 0,-6 0-8 0,0 3-10 16,-4-2 2-16,0 2-4 0,-3 0 3 0,-4 2-10 15,-2-2-6-15,-2 3-13 0,-4 0 13 0,-2-1-21 16,-6 3-12-16,1-1 5 0,-3 0-15 0,-4 1 12 16,-1 0-13-16,-3-2 0 0,1 1-2 0,0-1-6 15,1-5-41-15,4 4-35 0,-1-4-36 0,2-1-74 16,4-1-104-16,8-5-83 0,-10 2-129 0,10-2-130 15,0 0-362-15,5-8-593 0</inkml:trace>
  <inkml:trace contextRef="#ctx0" brushRef="#br0" timeOffset="-3919.85">27901 12393 749 0,'0'0'885'15,"-20"-2"-136"-15,3 7-144 0,-6 2-83 0,-10 8-70 16,-2 4-58-16,-1 3-57 0,-1 5-47 0,-2 6-42 16,0 5-2-16,6 2-36 0,2 2-36 0,8-4-31 15,4 1 35-15,5 4-46 0,5 1 10 0,7 1 9 0,2 1-12 16,6 0-25-16,4-3-20 0,5 2-3 0,5-5-23 16,4-1-8-16,2-3-14 0,4-4-17 0,2-4-21 15,3-4-34-15,2-4-29 0,2-3-51 0,2-5-76 16,-5-5-65-16,1-4-71 0,0-2-105 0,0-5-121 15,-4-1-53-15,1-4-136 0,0-6-539 0,-2-2-880 16</inkml:trace>
  <inkml:trace contextRef="#ctx0" brushRef="#br0" timeOffset="-3299.83">28121 12614 646 0,'0'-9'852'0,"0"1"-134"0,0 0-155 0,0 8-112 0,0-12-77 0,0 12-70 0,-2-11-31 0,2 11-31 0,0 0-20 16,0 0-58-16,8 9-8 0,-4 0-53 0,2 4 2 16,2-1-45-16,1 7 13 0,2 0-34 0,2 6-12 15,-1-2-5-15,2 0-12 0,-1-1-17 0,1 2-62 16,-4-6-85-16,0 0-100 0,0-3-84 0,-2-2-85 15,-2 0-72-15,-2-4-82 0,-1-1-389 0,-3-8-554 16</inkml:trace>
  <inkml:trace contextRef="#ctx0" brushRef="#br0" timeOffset="-3052.64">28127 12506 595 0,'4'-19'499'0,"0"4"-140"15,2 1-49-15,2 1-76 0,2 4 24 0,4 1-32 16,0 2 20-16,5 3 1 0,2 3-12 0,2 3-3 15,4 3-13-15,3 5-28 0,4 5 8 0,-2 1-30 16,-2 4-11-16,0 2-18 0,-4 4-27 0,-1-2-22 16,-9-2-23-16,1 2-8 0,-7 0-15 0,2 0 0 15,-6 0 1-15,-3-2-7 0,-3-1-6 0,-4 0-7 16,-1 3-5-16,-7 1-2 0,-1-3-1 0,-3 1-4 16,0-2-3-16,-3-3-2 0,1-2-3 0,-1-4-1 15,1-1-5-15,4-4-13 0,1-2-47 0,1-2-59 16,12-4-73-16,-18-1-71 0,10-4-72 0,4-5-101 15,2 2-99-15,3-6-474 0,2-3-614 0</inkml:trace>
  <inkml:trace contextRef="#ctx0" brushRef="#br0" timeOffset="-2852.39">28723 12237 348 0,'9'-5'835'0,"-9"5"-190"0,11-1-90 16,-11 1-85-16,10 9-32 0,-7 1-46 0,1 4-28 15,-2 5-41-15,0 3-56 0,-1 4-24 0,1 5 37 0,2 5-88 16,0 5 4-16,2 3-81 0,-2 0 24 0,3 0-72 16,-1 1-11-16,1-1-8 0,1-1-25 0,0 1 12 15,0-4 0-15,-2-1-68 0,4-7-94 0,-3-1-109 16,-1-4-165-16,1-2-104 0,-2-5-142 0,2-2-657 16,0-3-908-16</inkml:trace>
  <inkml:trace contextRef="#ctx0" brushRef="#br0" timeOffset="-2586.36">29015 12581 370 0,'4'-6'760'0,"-4"6"-166"0,5-6-86 16,-5 6-70-16,0 0-36 0,4 8-52 0,-4-8-35 16,1 9-26-16,1-2-55 0,-2-7-29 0,1 13-44 15,0-5-11-15,2 0-33 0,-1-2-2 0,0 2-29 16,-2-8 11-16,2 11-32 0,-2-11 23 0,4 11-37 15,-4-11 37-15,3 8-45 0,-3-8 45 0,2 7-51 16,-2-7 32-16,0 0-60 0,0 0 41 0,0 0-52 16,0 0 41-16,0 0-55 0,10-2 2 0,-10 2-71 15,0 0-27-15,-1-7-38 0,1 7-29 0,0 0-32 16,0 0-29-16,-6-6-18 0,6 6-16 0,0 0-13 16,0 0-4-16,0 0-13 0,0 0-36 0,-12-1-48 15,12 1-453-15,0 0-384 0</inkml:trace>
  <inkml:trace contextRef="#ctx0" brushRef="#br0" timeOffset="-2102.39">29217 12477 384 0,'1'-8'745'0,"-1"8"-146"0,2-13-86 16,-2 13-72-16,0-11-42 0,-3 5-35 0,3 6-31 15,-4-9-44-15,4 9-22 0,-7-9-64 0,7 9-6 0,-12-5-50 16,12 5 0-16,-16 0-37 0,5 0 8 0,1 4-29 16,-4 2-12-16,1 1 33 0,-1 0-64 15,1 3 37-15,2-2-60 0,-3 6 43 0,2-1-56 0,0 1 41 16,3-2-53-16,0 2 53 0,2 0-59 16,0-2 47-16,2 2-56 0,1-1 48 0,1-2-46 15,3 2 64-15,0-3-54 0,0 0 53 0,3-1-54 0,-1 1 48 16,2-2-55-16,-1 0 50 0,3-3-49 0,-2 1 44 15,0 1-50-15,-4-7 48 0,6 8-48 16,-6-8 45-16,5 8-45 0,-5-8 51 0,4 6-57 16,-4-6 47-16,0 0-42 0,10 4 45 0,-10-4-50 15,0 0 50-15,14-1-50 0,-14 1 47 0,16-2-47 0,-16 2 45 16,19-1-48-16,-6 1 51 0,-1 0-48 0,4 1 45 16,-3 1-48-16,4 1 48 0,-1 2-48 0,0 1 49 15,-3-1-46-15,4 3 49 0,-6-1-51 16,2 2 49-16,-3 1-46 0,-1 1 47 0,-1-3-46 0,-3 4 5 15,-1-5 7-15,-2 5 11 0,-2-3 11 0,0 2 1 16,-6-1 1-16,2 0-3 0,-5-1 0 0,0 1-4 16,-3-2 6-16,-1 2-7 0,-1-3 3 0,-2 0-6 15,0-1 4-15,0 0-19 0,-1-1 17 0,0 0-38 16,0-3-35-16,3-1-57 0,0-1-82 0,1-1-102 16,1-1-102-16,1-3-93 0,2-3-158 0,-1-1-540 15,3-2-811-15</inkml:trace>
  <inkml:trace contextRef="#ctx0" brushRef="#br0" timeOffset="-1819.31">29291 12114 213 0,'7'-8'468'0,"-7"8"-108"0,11-4-40 0,-11 4-27 0,13 4 10 0,-3 0-26 0,2 2-7 0,1 5-12 0,3 2 30 0,2 8 10 15,6 5-24-15,2 5-11 0,-1 1-18 0,2 4-8 16,4 6-44-16,-2 3-9 0,-2 0-36 0,0 1-3 0,-3-8-48 16,-2 0 7-16,-4 0-50 0,-1 0-6 0,-5 0-8 15,1-1-9-15,-8-6-7 0,0 2-2 0,-5-5-2 16,-5 1-2-16,-1 2-14 0,-4-4-21 16,-4 0-37-16,-2-2-29 0,-3-4-41 0,-3 1-39 15,-1-4-47-15,0-1-55 0,0-3-34 0,0-3-69 16,2-3-80-16,1-5-142 0,3 0-314 0,1-3-469 0</inkml:trace>
  <inkml:trace contextRef="#ctx0" brushRef="#br0" timeOffset="-1584.18">29870 12175 889 0,'0'0'828'15,"0"0"-159"-15,0 0-122 0,13 5-76 0,-13 4-68 0,3 1-63 16,-1 5-61-16,3 2-53 0,-1 5 10 0,3 6-75 16,2 0 14-16,3 7-83 0,2 3 26 15,2-2-62-15,-1 1 28 0,1-1-52 0,1-2 29 16,-3-3-54-16,-1-4 37 0,-1-4-78 0,0 1-49 16,-1-7-65-16,-1 1-78 0,-3-5-105 0,0-1-56 0,-3-2-39 15,0-2-69-15,-4-8-66 0,3 7-387 0,-3-7-530 16</inkml:trace>
  <inkml:trace contextRef="#ctx0" brushRef="#br0" timeOffset="-1351.16">29913 12253 440 0,'-11'-28'522'0,"2"-3"-75"16,4 9-86-16,1 0-51 0,4 3-54 0,3 2-49 16,3 0-20-16,-1 2-22 0,4 2 12 0,0 3-13 15,5 0-1-15,-1 2-17 0,2 4-10 0,0 0-15 16,-2 4-18-16,2 1-18 0,1 4-4 0,-2-1 19 15,0 3-14-15,-2 3-14 0,-2-1 8 0,0 1-4 16,-1 2-8-16,-4 0 7 0,-1 1-4 0,-2 0 0 16,-4-2-21-16,0 4-2 0,-3-1-13 0,-5 0 1 15,-1 0-17-15,-3 1-5 0,-2-5-50 0,1 3-55 16,-2-2-55-16,2-1-64 0,0-2-43 0,4-3-65 16,0 1-32-16,1-3-83 0,10-3-127 0,-14 3-254 15,14-3-346-15</inkml:trace>
  <inkml:trace contextRef="#ctx0" brushRef="#br0" timeOffset="-1085.48">30471 11809 459 0,'11'-9'877'16,"-4"0"-164"-16,-3 2-130 0,-2 2-85 0,-2 5-59 0,-1-7-41 15,1 7-32-15,-12 2-82 0,0 3 27 16,-2 3-48-16,-4 6-23 0,-3 4-37 0,-6 8-24 15,-1 3-57-15,3 3 21 0,-1 3-58 0,6 3-15 16,-1 2-10-16,6 1 23 0,5 1-57 0,3 1 34 16,3-5-53-16,6-2 39 0,3 7-9 0,3-5-5 15,4-1-1-15,1-3-9 0,4-3-6 0,-2-5-1 16,4-2-4-16,1-4-11 0,1-1-75 0,2-2-3 16,1-4-100-16,-3-3-56 0,1-2-109 0,-1-3-118 15,-3-2-55-15,1-2-82 0,-2-2-139 0,0-3-343 16,-1-6-698-16</inkml:trace>
  <inkml:trace contextRef="#ctx0" brushRef="#br0" timeOffset="-852.64">30693 11931 648 0,'-5'-10'713'16,"0"1"-166"-16,4 3-91 0,1 6-50 0,-5-5-7 0,5 5-27 15,0 0-54-15,-4 5-40 0,4-5-34 16,0 12-41-16,1-1-23 0,2 1-35 0,-1 4-43 0,3-1-1 15,4 4-37-15,-2 4 8 0,0-4-35 0,1 3-5 16,2 0 13-16,-1-1-28 0,0-1 17 0,1-2-28 16,-3-1 15-16,-1-4-29 0,-1 1-24 0,0-3-63 15,-1 0-48-15,1-4-70 0,-2-2-88 0,-3-5-57 16,0 0-49-16,0 0-52 0,0 0-61 16,0 0-391-16,-3-6-481 0</inkml:trace>
  <inkml:trace contextRef="#ctx0" brushRef="#br0" timeOffset="-681.87">30700 11866 473 0,'-2'-8'531'0,"0"-2"-105"0,0 3-56 15,4 0-36-15,-1 1-47 0,2-2-38 0,1 0-31 16,1 0-36-16,1 1-30 0,5-1-33 0,1 0-18 16,0 1-27-16,2 1-11 0,-2 0-16 0,2 2-6 15,-1-1-22-15,0 3-30 0,-1-2-44 0,-2 3-44 16,1-1-33-16,1 1-53 0,-12 1-28 0,19 0-69 15,-19 0-96-15,13 0-363 0,-13 0-248 0</inkml:trace>
  <inkml:trace contextRef="#ctx0" brushRef="#br0" timeOffset="-519.15">30743 12022 276 0,'0'0'660'0,"0"6"-128"16,0-6-81-16,0 0-40 0,9 3-72 0,-9-3-56 15,12-3-47-15,-2 0-47 0,1 0-34 0,3-1-34 16,4-2-24-16,0-1-21 0,4 0-16 0,0-2-72 16,1 2-101-16,4-5-87 0,-2 0-138 0,1-3-162 15,-2 0-358-15,-1-1-406 0</inkml:trace>
  <inkml:trace contextRef="#ctx0" brushRef="#br0" timeOffset="-286.38">31130 11484 680 0,'0'0'515'16,"-2"-6"-83"-16,2 6 0 0,0 0-4 0,0 0-22 0,-8 9-22 15,7-2-5-15,0 5-3 0,-2 0-35 0,3 7-24 16,-2 3-28-16,2 6-36 0,0 6-35 16,2 1-20-16,-2 2-20 0,5 6-31 0,1 0-15 0,1 3-21 15,-1-3-19-15,2-1-55 0,0-1 33 0,1-1-57 16,-2 0 12-16,1-7-90 0,0-2-17 15,1-3-109-15,-2-1-95 0,-2-5-136 0,4 0-99 16,-4-2-118-16,-1-5-709 0,1 0-950 0</inkml:trace>
  <inkml:trace contextRef="#ctx0" brushRef="#br0" timeOffset="230.78">31537 11847 279 0,'0'0'630'15,"0"0"-109"-15,10-3-74 0,-10 3-24 0,0 0-45 16,8-5-46-16,-8 5-34 0,0 0-45 15,0-11-23-15,0 11-41 0,-7-8-21 0,7 8-33 0,-7-8-11 16,7 8-38-16,-12-5 0 0,3 2-8 0,0 2 4 16,9 1-20-16,-23 0-2 0,9 4-14 0,1-1-3 15,-1 3-14-15,0 1 9 0,0 3-20 0,1 1 10 16,-2 0-19-16,6-1 8 0,-1 1-13 0,1 2 8 16,1-2-10-16,4 1 8 0,3-3-8 0,1-1 2 15,0 2 3-15,7-2-1 0,0-2-2 0,2 1 4 16,5-2-7-16,0-2 0 0,3 0 11 0,1-2-15 15,0 0 10-15,2 1-9 0,1-2 10 0,-1-2-16 16,2 2 13-16,-2 2-13 0,1-2 17 0,-2 1-16 16,1 1 12-16,-4 1-12 0,0 2 12 0,-2-1-13 15,-1 3 13-15,-3 1-13 0,-1 1 14 0,-2 1-12 16,-1 0 14-16,-3 2-1 0,-2-2-13 0,-1 0 0 16,-1 2 5-16,-1-1-2 0,-3-2 6 0,0 2-4 0,1-2 1 15,-6 1 0-15,1-2 1 0,-2 0 0 0,-2-2-1 16,-1-1 2-16,0-2 0 0,-3 1-8 15,0-2 12-15,0-2-13 0,0 0 9 0,-2-2-13 16,1-1-34-16,1-1-58 0,-2 1-64 0,1-4-71 16,0-2-74-16,2 0-60 0,-2-3-87 0,4-1-106 0,0-2-341 15,2-3-472-15</inkml:trace>
  <inkml:trace contextRef="#ctx0" brushRef="#br0" timeOffset="480.62">31584 11469 134 0,'17'-4'609'0,"-1"1"-115"0,4 5-64 0,1 3 1 0,5 4-6 0,2 4-38 0,4 6-18 0,1 3-27 0,0 4-17 0,-1 2-36 0,-1 4-24 0,2 7-49 0,0 0-9 0,-8-2-70 16,-2-1 13-16,-3 3-45 0,-2-2 15 0,-4 1-42 16,-1-2-18-16,-7-4-6 0,-3 1-10 0,-3-5-4 15,-3 0-9-15,-1 1-12 16,-3 0-2-16,-5-2-9 0,-1-4 3 0,-2 1-8 0,0-5-13 0,-3-1-26 15,1-5-25-15,1 0-33 0,-1-1-40 0,-1-2-73 16,2-3-75-16,1-2-72 0,1-1-62 0,0 0-87 16,3-3-141-16,11-1-313 0,-21-1-544 0</inkml:trace>
  <inkml:trace contextRef="#ctx0" brushRef="#br0" timeOffset="1096.5">32213 11447 382 0,'4'-8'722'0,"-2"0"-122"0,2 2-126 0,-4 6-80 0,4-10-66 0,-4 10-13 0,5-6 13 0,-5 6 21 0,0 0-39 16,9 10-19-16,-5-1-29 0,0 5-50 0,1 2-27 15,2 6-2-15,1 6-42 0,-2 3-11 0,4 0-52 16,0 7 9-16,-1 0-39 0,0 0 11 0,1-1-27 15,-3 1 9-15,1-5-56 0,-1 0-27 0,0-3-94 16,-1-1-89-16,0-4-134 0,-1-2-111 0,-1-4-52 16,0 0-105-16,-2-3-486 0,-1-5-728 0</inkml:trace>
  <inkml:trace contextRef="#ctx0" brushRef="#br0" timeOffset="1347.44">32233 11430 296 0,'7'-32'510'0,"-1"2"-110"16,3 5-91-16,2 4-21 0,2 4-10 0,3 2 11 16,0 3-14-16,5 5 7 0,-3 4 9 0,3 3-18 0,4 2-29 15,0 4-20-15,2 7-23 0,-3-1-20 0,-1 5-45 16,-1 2-6-16,-5 1-33 0,-1 4 16 16,-4-2-25-16,-3-2-1 0,-4 4-11 0,-4-5-14 15,-2 2-12-15,-3 2-3 0,-5 0-12 0,-4 0-11 0,-2 1-4 16,-2-3-17-16,-4 0 13 0,-2-2-15 0,1-1 3 15,-2-2-61-15,1-2-43 0,3-5-64 0,1 1-73 16,3-4-97-16,3-2-59 0,1-1-73 0,12-3-98 16,-15-1-380-16,15 1-526 0</inkml:trace>
  <inkml:trace contextRef="#ctx0" brushRef="#br0" timeOffset="1597.01">32914 11117 519 0,'13'-10'838'0,"-4"1"-127"0,-4 5-151 16,-5 4-11-16,0 0-89 0,-5-7-24 0,-4 10-40 16,-4 3-49-16,-8 4-16 0,-5 4-34 0,-8 6-31 15,-1 4-39-15,1 5-1 0,-6 4-52 0,2 8-31 16,5 0-26-16,2 4-3 0,10-5-18 0,2 1 10 16,8 1-31-16,2 0 25 0,5 1-17 0,4-7 8 15,4-1-31-15,7 3 3 0,3-3-30 0,4-1-7 16,3-6-44-16,4-2-21 0,3-3-52 0,4-3-33 15,2-5-57-15,-2-4-44 0,1-3-51 0,1-4-78 16,-4 0-70-16,0-6-115 0,2-2-15 0,-2-4-39 16,0-5-56-16,2-5-404 0,-4-3-670 0</inkml:trace>
  <inkml:trace contextRef="#ctx0" brushRef="#br0" timeOffset="1982.54">33336 11187 466 0,'-7'-12'537'0,"-1"2"-141"0,-1 3-60 0,-2 2-8 16,-1-2 41-16,-5 3-45 0,3 1 25 0,-5 3-50 16,2-2-1-16,-4 2-57 0,2 0 9 0,-1 3-69 0,-1 0-1 15,-1 4-71-15,0 0 21 0,1 4-69 16,0-1-12-16,4 2-5 0,0-1-9 0,4 4-10 16,1-3-7-16,5 0-3 0,1 1-5 0,5-1 0 15,1-1-1-15,4 0 1 0,3 1-6 0,3-2 0 16,1 2 5-16,6-3-10 0,-1 1 0 0,2-3 3 0,0 3-1 15,-1-5 1-15,-1 1-1 0,2-1 3 0,-4 1-4 16,3 0-2-16,-3-2 1 0,1 3 1 16,-2-2 0-16,2 2 1 0,-2 2-1 0,0-1 47 0,-3 3-55 15,1-1 40-15,0 2-32 0,-3-1 31 0,-1 1-51 16,1 3 51-16,-2-2-50 0,-1 0 63 0,-1 0-35 16,-2 0 42-16,0-2-37 0,-2 1 57 15,0 0-51-15,-4-3 47 0,2 0-55 0,-3 1 55 16,-3-2-69-16,0-1 48 0,-3 0-59 0,-3-1-1 0,0-2 3 15,-3-1 3-15,-1-2-23 0,-2-1-35 0,1 0-43 16,-1-4-42-16,1 1-20 0,-1-3-102 0,-1-2-76 16,2-2-87-16,4 0-105 0,1-3-527 0,2-2-685 15</inkml:trace>
  <inkml:trace contextRef="#ctx0" brushRef="#br0" timeOffset="2179.88">33258 10893 668 0,'16'-3'655'16,"0"2"-33"-16,2 5-94 0,1 2 9 0,2 5-43 16,4 3 9-16,3 7-102 0,-1 3-7 0,0 3-69 15,1 3 32-15,0 3-42 0,-1 1 41 0,-1 1-56 16,-1 1-55-16,-3 1-47 0,0 4-37 0,-3-1-28 16,-2 0-28-16,-2 2-21 0,-4-3-18 0,-2 0-26 15,-4-3-111-15,-3-2-65 0,-6 1-140 0,-1 1-120 16,-7 2-203-16,-7 0-142 0,0-2-94 0,-7-3-575 0,-1-2-1012 15</inkml:trace>
  <inkml:trace contextRef="#ctx0" brushRef="#br0" timeOffset="2347.08">33330 11701 119 0,'6'-6'895'0,"-1"0"-226"16,-5 6-77-16,5-8-135 0,-5 8-23 0,6-8-110 0,-6 8-27 15,0 0-95-15,1-7-8 0,-1 7-175 0,0 0-183 16,-12-1-198-16,12 1-261 0,-18 4-332 0,9-2-542 16</inkml:trace>
  <inkml:trace contextRef="#ctx0" brushRef="#br0" timeOffset="12083.69">24597 12140 508 0,'0'-6'503'0,"0"6"-126"0,0-13-62 0,0 13-79 0,0-11-26 0,0 11-61 0,-1-9-2 0,1 9-50 0,-1-8 8 0,1 8-40 0,0 0 7 16,0-8-40-16,0 8 39 0,0 0-29 0,0 0 15 16,0 0-26-16,1 6 19 0,-1-6 0 0,1 11-9 15,-1-4 22-15,3-1-3 0,-2 1-10 0,0 2-4 16,2-1 22-16,-2 1-13 0,2-1-10 0,1 0-13 15,-2 0-2-15,2 1 45 0,1 0-4 0,0-3-8 16,0 1 16-16,2-1 29 0,0-3 3 0,5 1 0 16,-2-2 2-16,5-4-12 0,1 0 0 0,4-3 13 15,8-5-31-15,4-6-16 0,5-3-14 0,2-4-8 16,9-6 0-16,2-6 11 0,4-2 22 0,-2-5-22 16,3-3 27-16,-2-2-35 0,0-3-9 0,3 0-6 15,-1-3-9-15,-3 3 1 0,1-2-15 0,-2 4-11 16,-5 1-14-16,0 3-10 0,-5 3-36 0,-4 3-34 15,-10 9-46-15,0 3-90 0,-8 7-82 0,-5 4-81 16,-5 3-87-16,0 6-72 0,-9 6-414 0,4-5-554 16</inkml:trace>
  <inkml:trace contextRef="#ctx0" brushRef="#br0" timeOffset="13016.89">26343 13665 800 0,'0'-12'677'0,"0"2"-97"0,0 1-116 0,-1 2-92 0,1 1-54 0,0 6-47 0,0-12-35 0,0 12-15 0,-1-7-16 0,1 7-1 0,0 0-25 16,1 6-25-16,-1-6-29 0,1 14-18 0,4-5-30 16,0 3 9-16,0 2 4 0,2 0-2 0,0-1 2 15,5 2-7-15,-2 0 0 0,2-1-6 0,0-2 22 0,-3-2 8 16,2-1 10-16,-1 0 15 0,-1-2 20 16,-2-1 26-16,4-1 9 0,-2-2 11 0,2-2-36 15,0-2 8-15,1-3-41 0,3-3 21 0,3-5-56 16,4-4 41-16,2-6-25 0,4-5 26 0,-2-5-63 15,7-10 30-15,4-7-65 0,-2-6 36 0,3-4-59 16,2-9 30-16,8-14-45 0,1-6-3 0,1-1 6 16,1-5-50-16,-4-3-21 0,4-1-31 0,-7 3-42 15,0 4-40-15,-12 18-69 0,-2 6-36 0,-5 3-41 16,-4 9-90-16,-5 14-140 0,-3 1-80 0,-4 14-192 16,-4 6-555-16,-1 4-983 0</inkml:trace>
  <inkml:trace contextRef="#ctx0" brushRef="#br0" timeOffset="15064">26130 11959 397 0,'-12'1'810'0,"12"-1"-212"0,-18-1-119 0,18 1-123 0,-14 0-78 0,14 0-107 0,-11-1-54 0,11 1-30 0,0 0-22 0,-14 0-15 0,14 0-11 0,0 0-6 16,0 0-9-16,0 0-3 0,0 0-5 0,0 0-13 15,0 0-38-15,0 0-40 0,7 6-15 0,-7-6-50 16,12 2-60-16,-12-2-46 0,11 3-51 0,-11-3-94 15,9 2-262-15,-9-2-163 0</inkml:trace>
  <inkml:trace contextRef="#ctx0" brushRef="#br0" timeOffset="16129.81">28243 13781 1101 0,'0'0'776'0,"-7"-4"-170"0,7 4-144 0,0 0-94 0,-9-5-74 0,9 5-60 0,0 0-51 0,-8-3-34 0,8 3-27 0,0 0-30 16,0 0-20-16,-8-3-13 0,8 3-10 15,0 0-10-15,0 0-24 0,0 0-8 0,0 0-6 16,0 0-10-16,0 0-23 0,0 0-16 0,0 0-27 0,0 0-50 16,0 0-29-16,0 0-58 0,0 0-9 0,0 0-58 15,0 0-62-15,0 0-118 0,0 0-385 16,0 0-385-16</inkml:trace>
  <inkml:trace contextRef="#ctx0" brushRef="#br0" timeOffset="17792.48">25953 11461 72 0,'0'0'88'0,"0"0"-143"0,0 0 18 0</inkml:trace>
  <inkml:trace contextRef="#ctx0" brushRef="#br0" timeOffset="55494.95">27207 9888 38 0,'4'-5'430'0,"-4"5"-86"15,3-11-27-15,1 4-61 0,-2 0-14 0,0 0-25 16,1 0 22-16,-2 0-31 0,2 1 19 0,-1 1-7 0,-2 5 6 15,3-9-18-15,-3 9-24 0,1-7-19 0,-1 7-30 16,0 0-26-16,0 0-26 0,-9-3-14 16,9 3-13-16,-12 5-10 0,4-2-12 0,0 3-4 15,-2-1-7-15,-2 5-6 0,1-1 2 0,-2 4-3 16,-2 1 1-16,-1 0-1 0,2 3-8 0,0-2 1 16,0 1-2-16,1 0 0 0,3-2-3 0,0 0-1 15,2 0 0-15,0-2-6 0,2-1-63 0,1 2-109 0,1-3-33 16,0 1-51-16,2-3-21 0,-1 1-4 15,-1-3 16-15,4-6 3 0,-5 7-9 0,5-7 8 16,0 0 43-16,-10-7 37 0,9-2 57 0,-2-3 68 16,2-2 67-16,0-5 54 0,-2 1 56 0,3-2 33 15,0 0 31-15,-1 1 57 0,2 0-5 0,-1 3 11 16,0 3-35-16,0 0-25 0,0 1-47 0,3 2-2 16,1 2 19-16,2 3 34 0,3 2 15 0,1 1 17 15,2 4-16-15,4 1-19 0,3 3-13 0,3 4-1 16,4 1-31-16,2 4-23 0,4 4-11 0,2 0-18 15,-2 2-19-15,2 0-17 0,-1 0 20 0,1 0-42 16,1 0 22-16,-2-2-59 0,-1 0-33 16,0-2-81-16,-4-2-93 0,-1-2-107 0,-4 0-83 0,-3-3-121 15,1 1-125-15,-5-5-314 0,0-2-554 0</inkml:trace>
  <inkml:trace contextRef="#ctx0" brushRef="#br0" timeOffset="58260.73">30452 9012 207 0,'-3'-12'328'0,"-1"6"-68"0,-1-1-50 0,0 1-13 0,-3-1-26 0,1 0-21 0,-5 0-25 0,3-2-13 0,-2 1-19 0,-2-1-3 16,3 1-12-16,-2-2-6 0,1 3-2 0,1-2-2 16,-1 2-4-16,1-1 8 0,1-1-14 0,0 1 6 15,-1 0-20-15,1-1 2 0,0 0-23 0,-1 2 8 16,1-4-16-16,-1 3 19 0,0-2-6 0,-1 0 10 16,0 1-8-16,-4-2 6 0,2 1-12 0,-4 0 9 15,-1-2-10-15,0 3 12 0,0-2-14 0,-5 0 9 16,2 2-14-16,-5-2 6 0,-2 1-8 0,-1-1 8 15,-1 2-5-15,-2-1-2 0,-1 3 4 0,1-1 11 16,-4 1-4-16,-5-2-1 0,4 3-9 0,-2 2 2 16,-1-1-3-16,2 2 4 0,-2 0-5 15,1 1 0-15,-1 2 0 0,0 1-7 0,0 0 11 0,1 3-7 16,1-2-6-16,-1 3 7 0,1-1-4 16,2 2-1-16,-1-2 4 0,1 2-2 0,-1 0-11 0,-1 2 8 15,2-3-2-15,-1 3 2 0,-4-1-6 0,-1-1 5 16,-1 3-5-16,-1-2 4 0,-2 0-6 0,0 1 6 15,1-3-2-15,-2 4-2 0,-1-2 2 0,-2-1 2 16,1 2-3-16,1-2 0 0,0 1 2 0,1-1 1 16,1 2-2-16,-1-1 1 0,2-1-2 0,0 0 3 15,-1 1-3-15,4-1 0 0,-3 0 2 0,8 0-2 16,-2 1-2-16,-5-3 0 0,6 1 3 0,0 1 6 16,-7-1-9-16,1 1 4 0,-2 1-2 0,3-1-4 15,-2 0 6-15,-1 1-4 0,0-1 4 0,0-1-1 16,0 1-3-16,1 0 6 0,0 0-2 0,0 0-4 15,-1 0-3-15,2-2 7 0,-2 2 2 0,4 1-5 16,4-2 3-16,-1-1-3 0,1 3 3 0,-2-3-2 16,3 1-4-16,0 1 4 0,-2 0 1 0,-5 0-1 15,3 1 1-15,3 0 0 0,2-1 12 0,-1 2-14 16,-4-1 12-16,-1 1-13 0,1 2 12 0,0-2-13 16,0 2 12-16,2-1-16 0,-1 1 12 0,-2-1-10 15,1 1 13-15,1 1-11 0,6-4 11 0,-2 1-17 16,2 1 15-16,1-2-15 0,-1 2 15 0,1-3-8 15,1 1 5-15,0 1-11 0,0-2 13 0,0 0-13 16,0 1 15-16,0 0-12 0,0 2 11 0,0-3-12 16,0 2 13-16,0 0-15 0,0 1 7 0,-1 1-1 15,1-2-4-15,-2 2 7 0,-4 0-1 0,-1 1 3 16,2 2 2-16,-1-3 12 0,0 3-16 0,-1-1 0 16,3-1 1-16,-1 3-2 0,5-5-3 0,-6 3 2 15,6 0 0-15,-4-1-2 0,-1 3 1 0,1 0 6 16,-1-2-4-16,-1 2 1 0,2-1 1 0,-1 1-1 15,1-2 0-15,-1 1 0 0,0 0 1 0,0 1-2 16,1-1 3-16,2 1-4 0,3-2 2 0,-1-1 3 16,-4 3-4-16,6-4 3 0,0 4 0 0,0-4-1 15,0 1-2-15,0 2 2 0,2-3 1 0,-2 0 4 16,3 2 2-16,-1-3-11 0,1 2 11 0,2-1-12 16,-2-1 13-16,0 1-13 0,0 0 9 0,-1-1-7 15,1 1 4-15,1-1-2 0,-1 1 7 0,4-2-10 16,0 0 7-16,-2 0 1 0,2-1-11 0,3 2 10 15,-2-2 1-15,-1 1-2 0,4-1-1 0,-1 2-4 16,-1-1 6-16,3 0-3 0,2-2-1 0,-4 2-1 16,1-1-7-16,0 1 9 0,1 0-2 0,3 1 0 15,-2-2-6-15,-2 0 7 0,1 2-5 0,0 0 6 16,-1 0-7-16,4 0 5 0,-3 1-6 0,1 0 3 16,-2 1-3-16,0 1 13 0,2 1-9 0,-4 3 9 15,0 0-8-15,3 0 5 0,-1 0-5 0,4 0-5 16,0 0 2-16,0 1 4 0,0 1 1 0,5-1-1 15,-2-1 1-15,-2 2 0 0,4-1 0 0,-1 1-1 16,2 2 3-16,0-3 0 0,0 2-1 16,-1 0 6-16,2-1-5 0,0 1 8 0,2 0-3 0,-2 0 16 15,0 1-6-15,2-3 2 0,0 4-1 0,-2-2-4 16,4 0-4-16,-1-2 7 0,1-1-2 0,0 2 2 16,2-2 1-16,-1 0 0 0,2 1 0 0,0-2-4 15,1 1 0-15,0-3 3 0,2 1 23 0,1 1 2 16,2 0-2-16,1-1-6 0,1-2 4 0,3 1 8 15,3 1 1-15,1 1-10 0,1-3 1 0,3 1-12 16,0 0 4-16,2-3-7 0,3 3-3 0,-2 1-4 16,3-1-3-16,-4-3-5 0,2 5 5 0,0-5-14 15,2 2 8-15,-5 1-4 0,3-1 5 0,0 1-8 16,1 2 4-16,-1-3-3 0,3 1 3 0,-2 1-3 16,4-1 9-16,-2-2-8 0,4 3 17 0,-1-4 5 15,2 0 3-15,2 2-8 0,5-2 5 0,4 0-5 16,3-2 4-16,-1 0-4 0,1 0 13 0,2-4 2 15,0 3 14-15,0-4-13 0,0 2 2 0,-5-4-17 16,0 1 10-16,1 0-21 0,0 0 13 0,0-2-11 16,0 0 5-16,8-1-15 0,1 0 14 0,-3-1-6 15,3-1 16-15,-2 1-17 0,1-4 17 0,1 2-1 16,-1 0 33-16,1 0-45 0,2-3 30 0,-6 3-34 16,4-1 27-16,0 0-36 0,-2-1 5 0,1 1 32 15,0 1-4-15,-1 0-7 0,1-1-4 0,0 0 34 16,0 2-54-16,-3 0 44 0,3 0-51 0,-2-1 38 15,0 0-40-15,-1 2 36 0,-1-1-44 0,1 0 46 16,-7 0-40-16,1 0 2 0,0-1 2 0,-3 1 1 16,3 2 4-16,-1-2-2 0,-1 2 4 0,1-1 2 15,0 0 15-15,0-1-7 0,1 3 2 0,8-7-4 16,-2 4 42-16,2 0-44 0,-2-1 35 0,4-2-49 16,-2 0 3-16,-2 2 1 0,0-3 9 0,-1 1 2 15,2 0-2-15,-5 0 0 0,3-1-1 0,-2 1-2 16,-1-1 4-16,2 1 5 0,-7 1-14 0,7-1-2 15,-6 1 3-15,4-2-1 0,1 3 0 0,1-4 1 16,0 3-1-16,1-2 6 0,1 0-2 16,-1 1-1-16,3 0 5 0,-2-1-6 0,0 1-5 0,3-1 6 15,-3 2-1-15,-1-2 1 0,2 1-1 0,-2 1 4 16,0 0-7-16,-3 1 1 0,-3-1-3 0,-2-1 7 16,-1 4-6-16,0-3-3 0,0 2 3 0,0-2 2 15,-1 1 1-15,1 0-2 0,-2 0 0 0,2-1 0 16,2-1 3-16,-2 0 0 0,7 0-3 0,0-2 5 15,1 2-6-15,3-3-1 0,-2 2 1 0,3-2 4 16,-1 1-1-16,3 3-1 0,1-4-1 0,-2 3 44 16,1 0-53-16,2-1 46 0,-3 1-46 0,1-2 41 15,-2 1-51-15,0 1 49 0,-2-1-51 0,-1-2 49 16,0 2-49-16,-5-2 49 0,1 0-8 0,-1-1-5 16,-1-1 0-16,-2 0-5 0,-1-1-2 15,2-1 2-15,-4-1-7 0,1 0 1 0,1-3-3 16,0 0 1-16,2 0-2 0,-1 0 3 0,0-1-5 0,-2-1 1 15,4 2 2-15,-3-1-3 0,0-1 4 0,1 2-4 16,-3-1 3-16,2 0-3 0,-3-1 1 0,-2 1-1 16,1 2 3-16,-1-2-1 0,-2-1 1 0,0 2 0 15,-4-1 3-15,-2 1-3 0,6-1-38 0,-1-2 48 16,2 1-48-16,0-1 54 0,-1 1-49 16,2-2 10-16,1 0 46 0,-1 2-50 0,0-1 45 0,3 1-1 15,-1-2-4-15,-1 0-10 0,-1 3 4 0,0-1-5 16,-6 4 0-16,-2 0 31 0,-1-1-24 0,-4 4 13 15,-3-1-20-15,0 0 16 0,-3 1-19 0,2 0 20 16,-4 0-25-16,-2 1 18 0,1-2-19 0,-4 0 18 16,2 0-19-16,-2 0 23 0,-1-2-29 0,-1-2 25 15,-1 2-20-15,-1-1 21 0,-2-1-21 0,0-1 23 16,0-1-22-16,0 0 18 0,-2-1-15 0,0 1 16 16,-1-5-20-16,0 2 7 0,-2-1-4 0,1-1 3 15,-1 1 1-15,0 1 1 0,0-2 3 0,-2 4-43 16,0-4 52-16,0 2-6 0,0 1 1 15,0-1-2-15,-3 2-1 0,4-2-4 0,-3 3 1 16,1-1 18-16,-1 1-22 0,0 0 17 0,-1-1-19 0,-1 0 23 16,0 3-25-16,-3-1 18 0,0-3-18 0,-4 1 18 15,3 1-21-15,-4 1 21 0,-1-1-19 0,-2 3 18 16,-3 0-19-16,-5-3 21 0,-2 1-21 0,-3 1 21 16,-1 2-19-16,-1 0 15 0,-2 2-15 15,-2-1 16-15,-2 3-17 0,0 0 15 0,-2 0-12 16,-2 1-2-16,2 2 4 0,-3 0 1 0,-1-1 3 0,1 4 0 15,-5-2 6-15,2 0-12 0,-4 3 4 0,-1 0 0 16,-3-1 0-16,-3 3 0 0,-2-1-2 0,0 2 3 16,-1 0-1-16,1 1 2 0,0 1 1 0,1 0 0 15,3 2 1-15,-1-1 1 0,3 0-3 16,1 2-1-16,3-1 0 0,0 1 0 0,3 0 0 16,0 0 1-16,3 0 7 0,0 0-9 0,2 1 1 0,5-1 5 15,2 1-8-15,0 0 5 0,-6-1 2 0,0 1-3 16,-1 2 0-16,2-1 0 0,-3 1 2 0,1 0-4 15,-4 1 3-15,0-1-4 0,-1 0-16 0,-1 1-8 16,-1 1-19-16,0-1-7 0,0 1-20 16,1-1-28-16,5 0-24 0,4-1-37 0,6 0-48 15,7 0-91-15,5 0-53 0,4 1-40 0,4-2-87 0,4 1-96 16,3 0-452-16,1-1-638 0</inkml:trace>
  <inkml:trace contextRef="#ctx0" brushRef="#br0" timeOffset="58415.43">27971 9222 710 0,'0'0'691'0,"0"0"-212"0,5 6-213 0,-5-6-213 0,-1 9-253 0,-1-3-429 0,-1 0-140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1:07:38.2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18115 4073 85 0,'0'0'681'0,"0"0"-134"0,0 0-90 0,0 0-42 0,0 0-74 0,0 0-40 0,-1 9-32 0,1-9-25 0,0 0-13 16,0 0-11-16,-4 6-15 0,4-6-15 0,0 0-15 15,0 0-26-15,0 6 88 0,0-6-54 0,7 7 14 16,-4-3 1-16,6 1 6 0,0 1-55 0,3 2 27 16,2 0-44-16,2 2 24 0,5 0-42 0,-1 0 8 15,2-2-42-15,1 0-13 0,3-2-5 0,-1-1 8 16,3-3 10-16,4-3 29 0,4-4 16 0,8-5-20 15,1-6-18-15,13-6-22 0,2-6-15 0,1-3-8 0,3-2-11 16,0-3-16-16,1-3-6 0,1-3 1 16,-3 1-30-16,1-3-47 0,-2 1-52 0,-2-3-57 15,-3 1-124-15,-2-1-96 0,-2 2-85 0,-6-1-90 16,-5 3-31-16,-2 2-178 0,-6 1-441 0,-6 9-830 0</inkml:trace>
  <inkml:trace contextRef="#ctx0" brushRef="#br0" timeOffset="599.33">22310 3967 145 0,'-3'-13'721'0,"1"0"-133"0,-1 3-67 0,-1 2-75 0,4 8-129 0,-11-2-116 0,2 6 88 0,2 2-46 16,-2 1-53-16,2 3-36 0,-3 3-13 0,-1 4 36 0,0 1 5 16,-1 6-23-16,1-4-19 0,2 0-4 15,0 2-7-15,1-3-12 0,4-3 54 0,0-1-19 16,3-2 79-16,1-2-22 0,5-3 41 0,4-4-41 16,5-1 14-16,9-7-65 0,21-6-2 0,17-8-37 0,9-7-22 15,11-3-58-15,21-12 28 0,7-2-55 16,5-2 31-16,6-2-47 0,1-1 31 0,3-3-71 15,-1-3 23-15,-1-4-35 0,1 0-34 0,1-3-29 16,-4-1-82-16,-5-1-36 0,-5-1-51 0,-6 1-135 0,-10-1-159 16,-12 4-174-16,-9 3-623 0,-23 12-979 15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1:00:34.5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0 12071 56 0,'0'0'240'0,"0"0"-41"0,0 10-97 0,0-10-25 0,0 8-76 16,0-8 3-16,0 7-81 0,0-7-114 0,0 6 55 0</inkml:trace>
  <inkml:trace contextRef="#ctx0" brushRef="#br0" timeOffset="1269.22">2930 14612 122 0,'-18'2'509'0,"18"-2"-128"0,-18 1-53 0,18-1-88 0,-13 1-22 0,13-1-31 0,-14 0-1 15,14 0-28-15,-10 0-1 0,10 0-14 0,0 0-2 16,-14 0-14-16,14 0-14 0,0 0-5 0,0 0-8 15,-13 3 24-15,13-3 16 0,0 0 19 0,4 6-2 16,-4-6 9-16,13 6-9 0,-2-1-10 0,5 0-13 16,4 1 0-16,7 1 0 0,5-1 4 0,5 0-24 15,10 0-12-15,5 1-16 0,4-3 2 0,14 0 10 16,4 2-4-16,4-2 5 0,5 1 22 0,0-2-11 16,-1 3-3-16,1-2 4 0,0 1-19 0,-5-2-13 15,1 1-10-15,-4 2-15 0,-4-2-5 0,-10-1-8 16,-3 0-10-16,-2 1-7 0,-4-1-4 0,0 1-3 15,-6-2-7-15,-7 0 1 0,1-1-1 0,-4-1-1 0,-4 2-3 16,-4-2-1-16,0 0-2 0,-8 0 2 16,1 0 1-16,-3 0 4 0,-4 0-6 0,1 0 0 0,-4 0-10 15,0-2-41-15,-11 2-36 0,12-4-67 0,-12 4-85 16,0 0-71-16,-2-10-67 0,-8 8-60 0,-1-1-23 16,0 2-113-16,-4-1-641 0,-2 1-818 0</inkml:trace>
  <inkml:trace contextRef="#ctx0" brushRef="#br0" timeOffset="3249.28">5170 14555 205 0,'-14'-1'391'0,"14"1"-97"15,0 0-59-15,-13-1-39 0,13 1-22 0,0 0-15 0,0 0-2 0,0 0 10 0,-10 1 4 0,10-1 25 16,0 0-40-16,9 4 5 0,-1 0 2 0,6-2 8 15,4 0-21-15,6 0-8 0,4 1 0 0,11-1 8 16,3-1-3-16,9 1 1 0,5-2-10 0,2 0 5 16,3-2-14-16,2 1-9 0,9-1-18 0,4-1 1 15,-2-1 1-15,-1 0-6 0,0 1-27 0,-12-1 12 16,2 0-26-16,-5 1 5 0,1 0-25 0,-1-4-4 16,-6 4-5-16,-1-2-7 0,-2-1 1 0,-10 3-5 15,-3 0-5-15,0 1 0 0,-8-1-1 0,0 1-2 16,-2 0 2-16,-7 0 8 0,0-1-15 0,-1 3-4 0,-5-2 0 15,1 1 1-15,-3-1 2 0,0 2-3 0,-11 0 0 16,17-1 3-16,-17 1-1 0,12-2-6 0,-12 2-9 16,0 0-26-16,9-1-44 0,-9 1-56 0,0 0-79 15,0 0-93-15,0 0-63 0,0 0-126 0,-13 1-645 16,13-1-758-16</inkml:trace>
  <inkml:trace contextRef="#ctx0" brushRef="#br0" timeOffset="18432.59">5763 10766 111 0,'0'0'183'0,"0"0"-42"0,0 0-32 0,0 0-10 0,0 0-16 0,13-6-3 0,-1 2-14 0,3-3-2 0,8 1-8 0,10-7-9 0,11 0-10 0,4-1-10 0,15-3-9 0,2-2-5 0,4-1-5 16,-1 1 1-16,-2-1-4 0,1 0-2 16,-6 2 1-16,-13 4-6 0,-4 1-5 0,-4 1 5 0,-11 3 2 15,-3 2-5-15,-6-1 4 0,-6 4 1 16,-1 1-1-16,-13 3-1 0,9-6 1 0,-9 6-2 0,0 0 5 16,-18-1-13-16,0 1 10 0,-6 3-1 0,-7 0 1 15,-6-1-3-15,-4 1 2 0,-6 0-1 0,1 0 3 16,5 0-2-16,0 0 0 0,0 0 0 0,2-2-1 15,0 1-5-15,-1 0 7 0,2-1-3 0,4 0 1 16,3 1-4-16,7-1 4 0,1 2-2 0,4-3 4 16,1 0-11-16,2 2-10 0,5-2 3 0,-2 1 6 15,13-1-4-15,-9 3 3 0,9-3 2 0,0 0 9 16,13 1-1-16,1-2 11 0,8 0-4 0,7-2-5 16,8-2 3-16,12 2 5 0,1-2-6 0,2 0 1 15,-3-1-2-15,0 3-12 0,-9 0 13 0,0 2-25 16,-2-1-74-16,-8 2-165 0,-1 0 83 0</inkml:trace>
  <inkml:trace contextRef="#ctx0" brushRef="#br0" timeOffset="37348.16">5276 8406 172 0,'0'0'251'0,"-1"-9"-48"0,1 9-25 0,-1-9-21 0,1 9-26 0,-3-12 4 0,2 6 1 0,1-1-7 0,0 0-7 0,-1-2-19 15,-1 0-28-15,1 0 11 0,-1-1-3 0,-1 1-6 16,-1-1 11-16,0 1-8 0,-2-2 4 0,1 1-22 0,-3 0 9 16,0 1-9-16,0 0 7 0,-1 1-10 15,-2 0 0-15,0 2 1 0,1-1-16 0,-3 3-7 0,-2-1-6 16,-1 2-8-16,1-1-5 0,-2 3-4 0,1-2 3 16,-1 3-6-16,-1-2 12 0,2 1-5 0,-2 2 3 15,-1-1-2-15,1 2-2 0,-3 1 2 0,1 0 26 16,-1-1-8-16,-3 4-14 0,2 0-3 0,1 0-5 15,-1 1 0-15,0 2 1 0,0 3-2 0,1 1 10 16,-1 1-14-16,-1 3 16 0,5 4-17 0,-2-1-2 16,-2 10 4-16,4 0-6 0,0 2 6 0,3 3 0 15,2-1-3-15,4-3 3 0,1 1 0 0,3 0-1 16,4-1 2-16,1-3 0 0,4 3-1 0,1-1 5 16,3 0-1-16,1-3 10 0,4 1 4 0,2-5 7 15,4-1-5-15,0 0 11 0,5-3-5 0,3-4-4 16,1 0 4-16,2-2-4 0,-1-4-1 0,4-2-3 15,-1-2 0-15,0-3 9 0,0-3 13 0,3-1 3 16,-1-5-8-16,1 0-7 0,-1-3 3 16,-3-1 9-16,-3-2-3 0,-1-1-3 0,-3-2 4 0,-1-3-3 15,-5-1-10-15,-2-4-7 0,-3 1-8 0,-3-4-2 16,-2 0-7-16,-4 2 0 0,-3-2-3 0,-2 1-3 16,-3-1-5-16,-2-1 5 0,-2 0-5 0,-3 2 6 15,-1 1-11-15,-2 1 7 0,1 4-6 0,-2 2 6 0,2 3-9 16,0 2 6-16,-2-1-6 0,2 7-9 0,-2 0-38 15,2 2-43-15,-1 4-52 0,0 1-62 0,-1 4-29 16,1 4-58-16,-3 2-61 0,4 4-82 16,-1 3-394-16,3 1-372 0</inkml:trace>
  <inkml:trace contextRef="#ctx0" brushRef="#br0" timeOffset="38298.44">6879 10212 93 0,'8'-12'451'0,"-5"-1"-103"0,0 2-53 0,1-3-32 0,-3-1-61 0,-1-2-12 0,0-1-29 0,0-1-3 0,-4-3-23 15,2 0-20-15,-2-3-10 0,-4 1-44 0,1-5 20 16,-2 1-28-16,-4-2 24 0,-1-4-30 0,-4 0 18 15,-1-1-24-15,-4 3 16 0,-1 0-8 0,-3 0-7 16,-4 1 22-16,-1 2-7 0,-2 1 11 0,-4 2 8 16,-1 4-12-16,-5-1-6 0,0 5-12 0,-4 2-3 15,0 2 18-15,-3 4-4 0,-2 4 6 0,2 3 9 0,-3 5-8 16,2 2-9-16,1 6-6 0,0 1-3 16,4 5-8-16,-6 4-1 0,11 4-5 0,-1 5 1 15,8-1-3-15,3 2-1 0,4 5 13 0,5 3-3 0,4 1-1 16,2 6-11-16,6 0-2 0,2 3 2 15,5 0 20-15,3 1 2 0,3-1-8 0,3 1-9 16,7-5-3-16,-2 0-6 0,7-1-5 0,-1-4 4 16,5-2-3-16,3-3 8 0,-1-3 15 0,5-1 4 0,4-5-6 15,1-1-5-15,4-3-6 0,2-3-3 0,0-5-2 16,2-1 9-16,3-7 25 0,-6 0-11 16,2-4-1-16,0-5 10 0,7-2-6 0,-2-4 3 0,-1-3-12 15,1-4-3-15,-4-3 6 0,-3-3 1 16,-1-3-8-16,5-6-5 0,-4-3-2 0,-2-2-5 15,-9 4-6-15,0-3-4 0,-4-1-2 0,-5-2-3 16,0 1 2-16,-7-1-6 0,-2-1 4 0,-4 5-8 0,-2-1 2 16,-6 0-3-16,-3-4 0 0,-3 2-2 0,-4 1 43 15,-6 0-51-15,0 3 41 0,-4 4-51 0,-3 0 43 16,-2 3-42-16,-1 1 38 0,-2 3-43 16,0 4 20-16,1 1-46 0,2 5-18 0,-2 5-48 0,1-1-62 15,5 5-76-15,-1 3-81 0,1 2-55 0,0 3-78 16,-4 6-95-16,-2 3-479 0,2 0-655 0</inkml:trace>
  <inkml:trace contextRef="#ctx0" brushRef="#br0" timeOffset="39233.76">5618 9029 222 0,'-3'-8'350'0,"1"-5"-78"0,-2 4-56 0,0-2-1 0,-1 2-30 0,0-3-13 0,-3-1-33 0,-1 4-1 0,3-2-35 16,-3 3-4-16,-3-2-32 0,2 3 19 0,-4 1-3 0,1-1-13 15,-1 4-5-15,-4 1 7 0,-1 1 0 0,1 2-6 16,-5 2-18-16,-2 2 1 0,-5 3 8 15,1 3 1-15,-2 0 18 0,-3 6 18 0,-1 3-22 0,1-1 25 16,0 3-20-16,2 3-1 0,3 2-23 0,0 1-1 16,2 2-17-16,1 2-1 0,2-1-3 0,6 2-9 15,-1 1 5-15,3 0-6 0,5-5-9 0,2-1 6 16,4 0 2-16,1-2 5 0,4-3-2 0,4 1 4 16,1 0 15-16,4-3-1 0,4 2 4 0,2-2-2 15,7-2-6-15,1-2-1 0,4-1-4 0,2-3-6 16,3-3-2-16,2-1-7 0,1-3 4 0,2-2 4 15,-1-2 1-15,-3-2 5 0,2-2 4 0,0-2-1 16,0-2 0-16,-3-1 2 0,-2-2 9 0,0-2 4 16,-2-4 4-16,-5-1 0 0,4-6-10 0,-5 2-2 15,-3-4 3-15,-5-1-3 0,-1-2-11 0,-3-3 2 16,-4 0-8-16,-2-3 3 0,-1 0-13 0,-6-1 7 0,-2 1-11 16,-3-7 3-16,-3 2-6 0,-3 2-1 15,-4 0 1-15,-1 2-7 0,-3 1 2 0,-1 6 7 16,0-1-12-16,0 4 1 0,0 5 2 0,0 3-1 15,-1 1-2-15,1 3-1 0,0 2 0 0,0 4-3 16,-2 3-9-16,6 3-25 0,-4 2-61 0,2 2-49 16,0 3-66-16,1 2-69 0,2 3-24 0,4 1-84 0,3 5-66 15,5-3-465-15,2 2-500 0</inkml:trace>
  <inkml:trace contextRef="#ctx0" brushRef="#br0" timeOffset="39464.26">6543 10294 1357 0,'0'0'880'0,"0"0"-217"0,0 6-113 0,0-6-195 0,0 0-175 0,0 0-174 0,0 0-152 0,0 0-63 0,4 7-102 16,-4-7-87-16,0 0-520 0,5 8-490 0</inkml:trace>
  <inkml:trace contextRef="#ctx0" brushRef="#br0" timeOffset="72863.12">7334 8201 405 0,'-4'-5'330'0,"4"5"-53"0,-4-8-44 0,4 8-38 0,-4-7-18 0,4 7-10 0,-2-7-16 0,2 7-6 0,-3-6 0 0,3 6-40 0,0 0 5 0,-1-10-34 15,1 10 15-15,4-7-38 0,-4 7 21 0,0 0-33 16,1-8 21-16,-1 8-40 0,0 0 28 16,0 0-35-16,-1-7 17 0,1 7-22 0,-4-5 17 0,4 5-24 15,-9-3 22-15,9 3-29 0,-14-3 26 0,4 0-25 16,-3 3 18-16,0-2-18 0,-3 0 37 0,-2 1-37 15,-4-2 27-15,-4 0-30 0,0 3 23 0,-4-1 17 16,1-1 37-16,-2 2-10 0,-1 0 9 0,-4 3-23 16,1 0 1-16,-4 1-22 0,-5 3 11 0,0 4-7 15,-2 2 16-15,1 1-1 0,-1 5 25 0,-5 3 9 16,0 5-2-16,4 3 11 0,2 2 0 0,5 3-6 16,5 4-7-16,3 2 6 0,9 0-17 0,4 1-10 15,7 4 3-15,2 3 3 0,10 0-11 0,6 2-2 16,5 7-5-16,8-2 3 0,5-1 11 15,7-3 3-15,4-8-4 0,4 2 10 0,3-9-2 0,4-5 19 16,3-3-12-16,3-6 10 0,-5-8-6 0,6-5-13 16,2-4-11-16,2-8 1 0,12-7-10 0,1-7-2 15,3-5-2-15,-4-4-7 0,2-8-10 0,-5 0-2 16,-2-5-4-16,-5-2 1 0,-4-1-5 0,-8-1-4 16,-7-6-1-16,-10 4-1 0,-8 4-2 0,-8-2-5 15,-6-1 4-15,-8 7 3 0,-8-7-4 0,-6-1-4 16,-13-5 0-16,-8 5 0 0,-8 0-1 0,-6 4-3 15,-8 7 48-15,-6 2-52 0,-4 5 42 0,-5 6-50 0,1 4 5 16,-4 9 4-16,9 7 0 0,-12 7-6 16,-4 9-48-16,0 11-74 0,-17 15-139 0,-1 14-157 15,2 7-204-15,3 8-659 0,-1 1-902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1:04:44.8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14502 16015 43 0,'-1'-9'679'16,"0"2"-168"-16,-2 1-144 0,2 0-36 0,1 6-33 0,-5-8-30 0,5 8-18 0,0 0-3 0,0 0-1 0,-13 5 4 0,12 1-5 15,-2 3-8-15,3 1-21 0,0 1-22 0,0 2-22 16,0 0-3-16,4-3-29 0,0 6 37 0,0-2-51 16,3-1 40-16,-2 0-50 0,3-1 55 0,1-1-14 15,4-1-16-15,-2-1-12 0,5-2-7 0,0-3-15 16,5-1-11-16,-1-3-5 0,7-3 3 0,8-4-52 15,5-6 31-15,5-6-46 0,10-8 1 0,3-7 32 16,4-8-44-16,16-19 36 0,7-6-38 0,4-10 30 16,10-5-34-16,4-8 1 0,7-5 12 0,28-27-16 15,1-2-21-15,6-1-38 0,3 1-10 0,-4 6-45 16,1 9-26-16,-30 21-22 0,-4 7-19 0,-2 8-66 16,-12 8-63-16,-12 11-142 0,-23 15-143 0,-15 7-268 15,-13 11-352-15,-16 5-817 0</inkml:trace>
  <inkml:trace contextRef="#ctx0" brushRef="#br0" timeOffset="1900.39">14956 13903 329 0,'-11'5'817'0,"2"-4"-204"0,9-1-105 0,-17 3-123 0,17-3-76 0,-10 4-64 0,10-4-47 0,-11 0-40 0,11 0-1 0,0 0 10 0,-10 3 10 0,10-3 0 16,0 0-3-16,7-7-24 0,0 1-12 0,4-3-13 16,5-5-17-16,6-3-28 0,11-5 0 0,0-4-27 15,9-7 0-15,6-3-21 0,-1-1-2 0,4-6-33 16,0 1-65-16,3-7-125 0,0-1-166 0,-1-4-146 15,11-13-806-15,-4-1-912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1:07:44.9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16561 2800 683 0,'-10'5'787'0,"5"-2"-152"0,-2 2-129 0,7-5-107 0,-7 8-88 0,7-8-67 0,-5 11-46 0,6-4-25 0,1 3 4 16,2 3 29-16,0-2 20 0,0-1-50 0,-1-1-31 16,-1 1-29-16,2-3-19 0,0 3-10 0,-2-6 4 15,5 1-3-15,-1-1 9 0,3-3 9 0,5-2 9 16,0-3 12-16,7-5 38 0,4-6-53 0,7-7 36 16,0-6-29-16,10-10-26 0,4-7-17 0,-2-5-18 15,4-2-12-15,2-4-13 0,10-13-8 0,-1-1-4 0,-2-2-10 16,0 1-4-16,-2-2-68 0,-12 13-33 0,-2-1-60 15,0 0-56-15,-5 4-100 0,-2 4-82 0,-6 4-105 16,-7 10-40-16,-3 3-109 0,-6 8-551 0,-4 6-808 16</inkml:trace>
  <inkml:trace contextRef="#ctx0" brushRef="#br0" timeOffset="1068.28">18761 2759 624 0,'0'0'628'0,"0"0"-121"0,0 0-79 0,1 8-89 0,-1-8-69 0,0 0-45 0,0 0-29 0,0 0-29 15,-1 8-14-15,1-8-18 0,2 6 8 0,-2-6-11 16,3 10 8-16,-2-5-16 0,5 1-18 0,-3 2-18 16,2-1 4-16,0 0 11 0,2 1-6 0,-1-1 2 15,3 0 5-15,0-1 33 0,1 4-24 0,3-3 54 16,0-2-52-16,2 0 13 0,-1-1 41 0,4 0-44 15,1-4 33-15,3-4-64 0,5-1 44 0,5-4-15 16,6-6-21-16,2-3 2 0,2-4-20 0,5-6-19 16,4-6-12-16,0-3-16 0,-3-5-9 0,1-3-11 0,0 0-14 15,2-5-29-15,-2 3-31 0,-6-1-46 0,3-2-32 16,-5 3-56-16,-4-2-35 0,0 3-54 0,-5 2-30 16,-5 7-48-16,-4 2-46 0,-3 3-15 0,-2 3-57 15,-4 5-33-15,-5 5-92 0,0 1-270 0,-5 4-422 16</inkml:trace>
  <inkml:trace contextRef="#ctx0" brushRef="#br0" timeOffset="2002.01">21375 3069 775 0,'0'0'720'0,"-11"0"-114"0,11 0-124 0,0 0-96 0,-17 0-63 0,17 0-49 0,0 0-37 0,-11 0-25 0,11 0-24 0,0 0-18 0,0 0-22 15,-14 1-15-15,14-1 0 0,0 0-25 0,0 0 27 16,0 0-28-16,0 0 44 0,-12 1-34 0,12-1 65 16,0 0-52-16,0 0 43 0,7-4-53 0,-7 4 35 0,15-8-52 15,-4 2 19-15,9-3-47 0,0-2 23 16,7-3-57-16,6-4 28 0,4-3-8 0,3-2-9 16,7-7-12-16,2-2-8 0,-1-1-6 0,5-5-11 15,-2-4 12-15,2-2-23 0,1-6-8 0,1 0 8 0,10-15-42 16,-2 0-43-16,-11 11-35 0,2-1-35 0,7-15-32 15,-11 14-67-15,0 2-27 0,-4-3-46 0,1 2-25 16,-3 4-40-16,-2 2-28 0,-6 3-48 0,-4 4-75 16,-8 8-59-16,-4 3-270 0,-4 6-421 0</inkml:trace>
  <inkml:trace contextRef="#ctx0" brushRef="#br0" timeOffset="2886.66">24788 3095 1006 0,'-7'6'665'0,"3"-2"-110"0,4-4-127 0,-8 6-90 0,8-6-69 0,-7 6-52 0,7-6-43 0,-4 4-15 0,4-4 11 15,-5 5 16-15,5-5 16 0,0 0-2 0,0 0-11 16,0 0-19-16,0 0-12 0,17-5-50 0,-3-3 30 16,5-3-44-16,12-6 45 0,3-4-52 0,4-3 37 15,9-7-13-15,1-5-13 0,-1-2-7 0,3-2 1 16,1-4-38-16,-3-3 5 0,0-4-30 0,0 0 12 15,-3-5-27-15,0 1 9 0,-3-1-35 0,-1-1-44 16,-2 0-71-16,-4 2-46 0,1-1-104 0,-3 3-98 16,-4 3-72-16,-1 2-61 0,-8 10-117 0,2 5-567 15,-5 0-803-15</inkml:trace>
  <inkml:trace contextRef="#ctx0" brushRef="#br0" timeOffset="4233.43">29229 3438 494 0,'11'-14'494'0,"-1"3"-104"0,1-6-73 0,0 1-51 0,-1-1-3 0,-1-1-23 0,-1-1-28 0,2-3-43 0,-3 0-1 0,-2-3-8 0,-1 0-12 0,-2-4 8 16,-2 1-11-16,0-5-17 0,-2-2-24 0,-4 1-19 16,-1-6-13-16,-6-1-10 0,2 1-16 0,-7-2-3 15,-2 3 15-15,-6-6 8 0,-4-2-7 0,-6 3-12 16,-1 1-10-16,-7 2-7 0,-4 3-7 0,-7 2-6 15,-6 4-3-15,-7 1-4 0,-4 5-4 0,-4 3 0 16,-4 7 3-16,-2 1 2 0,-3 7 7 0,0 3 13 16,-1 5 1-16,1 6 10 0,3 7 35 0,0 4 15 15,5 4-2-15,3 6-19 0,4 4 29 0,5 4-17 16,1 7 25-16,4 2-33 0,2 3 6 0,7 6-42 16,0 3 30-16,2 0-18 0,5 2-12 0,0 5-7 15,5 0 2-15,0 1-7 0,6 1-4 0,2-1 1 16,3 2-8-16,4 1-36 0,4 0 13 0,7 4 56 15,6 2-53-15,5 0 49 0,7 3 1 0,6-1-5 16,8 1-41-16,8 0 50 0,9 11-46 0,8-5 6 16,7-1 23-16,6-5 26 0,7-5 53 0,3-4-44 15,4-5 44-15,6-3-5 0,0-7 46 0,-11-14-44 16,7-2 31-16,4-6-32 0,3-3 32 0,4-5-59 16,1-5 24-16,3-4-50 0,0-7 30 0,2-4-52 15,2-8-9-15,0-6 32 0,0-5-52 0,18-13 41 16,-2-6-50-16,1-6-4 0,-6-6 6 0,-4-7 41 15,-3-7-50-15,-6-3 42 0,-3-6-48 0,-6-6 39 16,-6-4-45-16,-6 0 39 0,-5-2-40 0,-6-3 42 16,-11-1-11-16,-9-1-1 0,-14 10 8 0,-9-2-18 15,-8-2-7-15,-8-2 1 0,-11 1 4 0,-8-1-6 16,-14-15 2-16,-11 4 11 0,-13 4-26 0,-7 4 13 16,-13 4-27-16,-9 6 0 0,-9 4-82 0,-3 9-23 15,-9 8-65-15,-4 7-34 0,-2 10-84 0,0 11-97 16,1 12-160-16,17 9-89 0,2 10-157 0,0 8-419 15,-20 9-858-15</inkml:trace>
  <inkml:trace contextRef="#ctx0" brushRef="#br0" timeOffset="9766.76">2257 13589 435 0,'-12'-11'402'0,"-3"-1"-59"0,1 0-50 0,-3-1-29 0,2-1 0 0,-3 1-10 0,1-1-3 0,1 0 8 0,0 2 27 0,1 0 5 16,2 2-15-16,2 1-19 0,-1 0-39 0,3 3-43 15,3-1-37-15,-3 1-31 0,1 3-22 0,8 3-11 16,0 0 50-16,0 0 3 0,-6 9 42 0,10 1-27 16,2 5 13-16,3 4-39 0,5 6 18 0,1 6-33 15,4 1-9-15,2 2-19 0,-2 1-9 0,3 3-8 16,-1-2 9-16,0 1-31 0,-1 1 16 0,1-1-34 15,-3-1 18-15,0 0-34 0,-3 0 5 0,0-5-57 16,-3-1-15-16,-1-4-81 0,0-1-32 0,-5-4-64 16,0-4-68-16,1 0-73 0,-5-4-44 0,1-4-79 15,-3-2-68-15,0-7-461 0,-3 7-653 0</inkml:trace>
  <inkml:trace contextRef="#ctx0" brushRef="#br0" timeOffset="10032.94">1992 13708 72 0,'-14'-25'680'0,"1"0"-149"0,3 4-133 0,4 2-75 16,2 1-43-16,1 1-25 0,6 0 2 0,1 1 4 16,2-2-6-16,7 0-17 0,2-2 10 0,4 3-39 15,4-1-17-15,3 5-34 0,-2 0-28 0,-1 6-32 16,1 1-13-16,0 2-23 0,-3 3-2 0,-1 4-16 16,2 1 5-16,-3 4-16 0,1 2 9 0,-5 2-19 0,-1 2 9 15,-5 3-12-15,0 2 13 0,-7 0-11 0,-2 3 0 16,-2 1 0-16,-7 6-1 0,0-2 9 15,-5 3-21-15,-1 0 17 0,-2-5-16 0,-1-2 16 0,0-1-20 16,0-2 16-16,-1-3-21 0,5-4 22 0,-3-1-24 16,5-4 9-16,-1-1-42 0,4-2-93 0,0-3-146 15,9-2-140-15,-14-3-93 0,10-2-114 0,1-1-422 16,2-2-657-16</inkml:trace>
  <inkml:trace contextRef="#ctx0" brushRef="#br0" timeOffset="10532.86">2676 12924 545 0,'-9'-8'712'0,"-1"4"-128"0,1 0-78 0,9 4-71 0,-20 1-34 0,10 6-25 0,1 4-18 0,-2 5 30 0,-1 10-79 15,4 3 22-15,1 12-31 0,2 6 36 16,4 6-58-16,1 1-52 0,5 12-43 0,5 2-39 0,1 0-28 16,7 1-53-16,3 0 22 0,3-3-19 0,7-3-12 15,2-2-8-15,3-6-5 0,4-3 44 0,3-5 4 16,-1-8 6-16,4-1 13 0,0-8 8 0,-4-9-44 15,-1-6 33-15,5-4-54 0,0-5 30 0,-5-6-65 16,9-7 16-16,-2-4-74 0,0-3-21 0,-4-4-103 16,-3-3-35-16,-1-4-124 0,-7 0-81 0,-5-1-119 15,-5 0-69-15,-6 1-80 0,-7-3-154 0,-5 3-405 16,-4 1-842-16</inkml:trace>
  <inkml:trace contextRef="#ctx0" brushRef="#br0" timeOffset="16703.54">3362 12883 655 0,'-8'-5'602'0,"0"-2"-118"0,1 2-47 0,1 1-70 15,-1 0-40-15,2-1-19 0,0 2-32 0,5 3-47 0,-9-6-35 0,9 6-43 16,-6-5-26-16,6 5-26 0,0 0-8 0,0 0-9 0,0 0-2 16,11 0-17-16,-2 0-7 0,4 2-8 0,2 2-7 15,2-1-11-15,2 1-3 0,0 2-8 0,2-2 9 16,2 0-19-16,-1 1 4 0,2 1-11 0,-1-3-4 15,-3 0-47-15,-2 0-57 0,1 0-52 0,0-3-52 16,-5 1-10-16,2-2-29 0,-4 1 12 0,0-3-8 16,-2-2 14-16,-1-2 34 0,-1-3 34 0,-3-2 34 15,1-1 30-15,-3-3 16 0,-5-1 24 0,1-3 27 16,-5-2 55-16,0-3 26 0,-3 0 36 0,-3 0 30 16,1 1 39-16,0 5 36 0,1 1 37 0,0 4 1 15,2 0-17-15,3 1-41 0,-1 4-30 0,-2-1-29 16,6 6-21-16,2 4 10 0,0 0 32 0,0 0 33 15,1 9-15-15,4 5 24 0,2 5-19 0,4 8-16 16,-1 0 1-16,4 7 0 0,0 2-3 0,3 0-3 16,-2 5-5-16,3-2-12 0,1 2-22 0,-1 0 19 15,1 1-57-15,-1-1 21 0,1 0-50 0,0-2 37 16,-2-1-47-16,2-1 32 0,-2 0-57 0,1-4 20 16,-4 0-81-16,0-7-3 0,-1-2-97 0,-2-4-55 15,1-1-81-15,-3-5-106 0,1 0-83 0,-4-3-88 0,-1-3-145 16,-5-8-350-16,8 3-693 0</inkml:trace>
  <inkml:trace contextRef="#ctx0" brushRef="#br0" timeOffset="17865.47">3730 12219 520 0,'-4'-7'615'0,"-2"2"-131"0,2-2-79 0,0 3-94 0,4 4-68 0,-6-9-56 0,6 9-21 0,0 0 19 0,0 0 43 0,6 4 12 0,3 7 42 0,5 3-25 0,9 13-33 0,7 3 0 0,8 13 4 0,4 6-50 16,4 5-18-16,17 14-25 0,2 1-26 0,5 0 9 15,-1 3-15-15,3 0-3 0,-2-1-18 0,0-3-14 16,-5 0 12-16,-2-5 16 0,-13-9-17 0,0-1-12 16,-4-2-14-16,-4-2-9 0,-2-1-7 0,-6-3-8 15,-2-4-12-15,-5-7-50 0,-4-3-4 0,-3-4-62 16,-4-3-33-16,-2-6-30 0,-4-3-45 0,-1-1-65 15,-1-3-76-15,-3-1-67 0,-3-4-102 0,-2-6-110 16,3 7-469-16,-3-7-712 0</inkml:trace>
  <inkml:trace contextRef="#ctx0" brushRef="#br0" timeOffset="19782.32">5348 12186 348 0,'1'-18'394'0,"2"2"-36"0,-2-3-49 0,-1 1-5 0,1-1-48 0,1-1 13 0,-2-1-28 0,0 2 13 0,0-1 9 0,0 1-13 0,0 3-19 0,-2-1-21 0,1 4-14 0,1 1-31 16,-1-1-28-16,-2 3-25 0,1 2-25 0,-3 1-18 16,5 7-13-16,-13-2-15 0,2 6-2 15,-2 5-5-15,-5 8-4 0,-3 5-7 0,-4 5 2 0,-1 3 8 16,3 3 20-16,0 3-23 0,1-3-5 16,2 1-4-16,5-3-1 0,3-3-6 0,2-3 1 15,2-3 1-15,3-3-4 0,4-2 0 0,1-3 0 0,1-2 3 16,4-2 1-16,2-4 5 0,3-1 10 0,3-4-4 15,2-2-6-15,8-5-3 0,1-2-2 0,4-3-7 16,0-1 1-16,2-1 6 0,-1 0-6 0,-1 0 5 16,0 1-13-16,-2 0-2 0,2 1 2 0,-5 3-3 15,0 2 1-15,0 1 8 0,-4 1 2 0,0 2-8 16,-2 4 14-16,1 2-8 0,-4 3 19 0,0 1-11 16,0 5 17-16,-1 1-2 0,-4 3-1 0,-1 1-3 15,-3-1 0-15,-4 1 22 0,0 1 1 0,-2 3 3 16,-3 0 13-16,-1-2-3 0,-1 2 1 0,-2-2-1 15,-2-2-7-15,-2 1-7 0,2-5-12 0,-4 2-9 16,4-7-2-16,-1 2-3 0,0-5-11 0,1 0-23 16,1-1-35-16,9-5-45 0,-17-1-70 0,11-3-70 15,1-3-49-15,-2-2-61 0,5-3-56 0,-1 1-78 16,2-2-139-16,1-2-453 0,0-1-684 0</inkml:trace>
  <inkml:trace contextRef="#ctx0" brushRef="#br0" timeOffset="20032.4">6046 12168 1458 0,'10'-3'984'0,"-10"3"-267"0,11-1-128 0,-11 1-133 0,0 0-88 0,18 1-93 0,-11 3-35 16,-1 2-48-16,3 2-21 0,0 2-51 15,3 5-4-15,-1 3-31 0,3 3-2 0,-1 1-9 0,2 4-15 16,-2 1-4-16,4 4-19 0,-6-2-7 0,1 0-14 16,-1-1-27-16,-2-1-46 0,-2 1-45 0,-4-3-64 15,1 0-99-15,-4-4-94 0,-2 1-82 0,-2-1-147 16,-4 1-718-16,-1-5-910 0</inkml:trace>
  <inkml:trace contextRef="#ctx0" brushRef="#br0" timeOffset="20514.88">6148 11453 1115 0,'-14'-13'863'0,"1"1"-140"0,2 2-144 0,2 0-118 0,1 3-85 0,2 0-84 0,-2 0-61 0,8 7-12 0,-4-5-24 0,4 5 3 0,4 5-25 16,4 3 12-16,2 1-55 0,5 7 2 0,7 3-48 15,6 7 8-15,4 0-14 0,3 1-16 0,7 8-14 16,-1-1-3-16,0 0-8 0,-2-2-7 0,-6-4-5 15,2-1-6-15,-5-1-25 0,1-1-13 0,-3 1-62 16,-1-3-51-16,-6-5-66 0,-1 0-107 0,-5-4-94 16,1-2-58-16,-6-4-77 0,-1 0-121 0,-9-8-475 15,10 3-745-15</inkml:trace>
  <inkml:trace contextRef="#ctx0" brushRef="#br0" timeOffset="20714.95">6358 11144 407 0,'-8'-18'765'0,"3"6"-191"16,2 1-108-16,3 11-57 0,0-8-24 0,0 8 5 16,11 2-21-16,-1 4-27 0,4 5-43 0,2 3-47 15,6 8-33-15,4 3-28 0,2 3-47 0,1 1-13 0,1 3-36 16,4 5-14-16,1 2-6 0,-1 0-21 16,-7-4-7-16,1-2-32 0,0 0-33 0,-4 1-55 0,1-3-95 15,-3-1-105-15,-3 0-90 0,-5-7-95 0,-3-4-164 16,-2 2-552-16,-5-5-786 0</inkml:trace>
  <inkml:trace contextRef="#ctx0" brushRef="#br0" timeOffset="20882.54">6533 11678 124 0,'-17'-7'844'0,"3"2"-189"0,1-1-142 0,2 0-118 16,2-1-82-16,1 3-37 0,2-2-18 0,2-3-14 15,3 2-20-15,1-3-29 0,5-1-37 0,1-3-16 16,6-2-48-16,3-4-3 0,3 1-31 0,1-3 2 15,6-3-27-15,2-1 2 0,-1 1-49 0,2-2-81 16,2 2-96-16,-5 1-92 0,2-2-107 0,-3 4-139 16,-6 5-481-16,1-3-613 0</inkml:trace>
  <inkml:trace contextRef="#ctx0" brushRef="#br0" timeOffset="21115.15">7108 11221 1578 0,'0'0'824'0,"9"2"-205"0,1 6-116 0,4-2-62 16,1 4-57-16,2 0-60 0,-3 3-69 0,0-2-32 16,0 1-57-16,0 2-17 0,0 3-49 0,4 3-9 15,-5 4-2-15,2 3-38 0,-1 6 8 16,-1 3-31-16,-3-1-19 0,-2 5-67 0,-3-7-66 0,-5 4-79 15,0 0-78-15,-5-1-54 0,-1 3-39 0,-6-1-80 16,1-3-130-16,-2-7-503 0,-2-3-705 16</inkml:trace>
  <inkml:trace contextRef="#ctx0" brushRef="#br0" timeOffset="21565.92">7274 10720 478 0,'0'-11'785'0,"-1"2"-139"0,-1 1-77 0,1-2-108 0,1 4-71 0,-1 0-64 0,1 6-51 0,-1-13-39 0,1 13 2 0,0 0 20 0,0 0-33 15,0 0-31-15,9 3-26 0,-3 7 5 0,3 2-35 16,1 5-5-16,7 6-44 0,-2 2 11 0,7 4-26 16,-3 2-18-16,4 4-8 0,-1-2-9 0,-1-1-26 15,1 0 17-15,0-1-25 0,-2-4 6 0,-3 0-79 16,-2-7-59-16,1 2-75 0,-4-6-99 0,0 2-66 16,-3-4-43-16,0-5-36 0,-4 1-71 0,-1-3-78 15,-4-7-382-15,2 6-570 0</inkml:trace>
  <inkml:trace contextRef="#ctx0" brushRef="#br0" timeOffset="21921.04">7370 10819 382 0,'-17'-23'619'0,"3"3"-74"15,3 4-105-15,2 3-78 0,0 0-63 0,5 7 14 16,3-2-30-16,1 8 16 0,3-7-38 0,-3 7-15 16,17 0-36-16,-5 2-18 0,5 3-53 0,4 0-11 15,2 0-39-15,2-1-5 0,1 3-26 0,1-2 2 16,1-2-29-16,-1-2 7 0,-3 2-18 0,3-3 10 15,-3-2-23-15,0 0 5 0,1-1-38 0,-3-4 3 0,-2-1-30 16,-1-1 8-16,-5-4-7 0,0 1 17 16,-2 1-7-16,-5-4 12 0,-1 0-2 0,-4-4 1 15,-2 1 9-15,-1-2 5 0,-4-5 1 0,-3-3 5 0,-2 1 2 16,-4-1 2-16,-3-4-1 0,-3 3 6 0,-2 2 17 16,5 6 14-16,-3 1 14 0,1 2 15 0,2 5 12 15,2 0-1-15,1 4-8 0,1 3-3 16,1 3-3-16,12 3 12 0,-20 1-5 0,14 5 1 0,-1 2-5 15,5 3 10-15,0 1 1 0,5 7-12 0,2 0 7 16,4 6-15-16,6 3 13 0,7 0-28 0,0 2 8 16,5-2-14-16,1-1-4 0,1-2 12 0,0-2-30 15,2 0-13-15,-1-2-50 0,-5-5-75 0,1-3-65 16,-5 0-121-16,0-2-91 0,-3-4-89 0,-4-1-136 16,-4-3-522-16,1-1-768 0</inkml:trace>
  <inkml:trace contextRef="#ctx0" brushRef="#br0" timeOffset="22114.82">7894 10347 253 0,'0'0'742'0,"11"-3"-159"0,-11 3-39 0,16 7-36 16,-5-1-53-16,2 3-52 0,-3 0-46 0,5 4-35 16,-2 0-44-16,1 1-52 0,-1 2-30 0,1 2-45 15,-4-1-25-15,1 2-26 0,0 0-18 0,-3 2-13 16,-2-1-19-16,-1 2-19 0,-1 0-50 0,0 1-79 0,-4-4-93 15,0 0-124-15,0-1-80 0,-1 0-148 16,-2-3-692-16,2-1-844 0</inkml:trace>
  <inkml:trace contextRef="#ctx0" brushRef="#br0" timeOffset="22355.05">8209 9957 1271 0,'0'0'879'0,"7"-4"-193"16,-7 4-109-16,6 4-73 0,1-1-57 0,-1 5-81 15,4 2-21-15,-1 1-80 0,4 4-14 0,1 3-60 16,3 3 3-16,0 1-35 0,6 5-60 0,2-1 7 16,-1 1-23-16,-1 0-16 0,3 1-10 0,-2-2-13 15,-2-1-16-15,-3-2-62 0,-1-3-43 0,-3-2-81 16,-1-1-55-16,-2-3-39 0,-3-1-74 0,-3-1-58 15,0-4-39-15,-2 1-59 0,-4-9-108 0,0 10-565 16,0-10-769-16</inkml:trace>
  <inkml:trace contextRef="#ctx0" brushRef="#br0" timeOffset="22568.38">8202 9954 250 0,'-12'-9'725'0,"3"1"-137"16,-1 2-99-16,4 0-44 0,1-1-62 0,-2 1-34 15,6-2-25-15,0-2-24 0,2-1-24 0,0-1-41 0,6-3-42 16,-1-2-37-16,4-2-24 0,4-5-29 16,-1 2-21-16,4-3-17 0,-2 0-12 0,3 1-10 15,0 0-11-15,-3-1-5 0,3 2-3 0,-1 1-8 16,-1 2-13-16,-3 3-26 0,1 3-30 0,-4 2-65 0,1 1-85 16,-3 5-64-16,0 1-20 0,-8 5-65 0,0 0-65 15,14 4-94-15,-12 3-447 0,-2 5-545 0</inkml:trace>
  <inkml:trace contextRef="#ctx0" brushRef="#br0" timeOffset="22717.59">8222 10122 692 0,'0'11'710'0,"3"-2"-139"0,-3-9-91 0,9 5-78 16,0-8-54-16,1-3-48 0,3-3-36 0,3-3-31 16,5-8-23-16,3-3-55 0,3-4-16 0,1-2-42 15,0-2-4-15,8-7-38 0,-3-2-12 0,2-1-40 16,-1-1-115-16,-3 0-152 0,-4-4-112 0,-2 2-198 15,-4 1-509-15,-5-1-702 0</inkml:trace>
  <inkml:trace contextRef="#ctx0" brushRef="#br0" timeOffset="22948.55">8278 8926 476 0,'-7'-8'632'16,"2"3"-162"-16,5 5-31 0,5-6-6 0,-5 6-20 15,19 0 3-15,1 2 26 0,14 5-4 0,10 6-53 16,18 7-27-16,7 3-47 0,5 10 44 0,17 12-22 16,1 8 54-16,-3 9-31 0,2 5 47 0,-4 9-63 0,-4 6-5 15,-5 4-92-15,-8 10-34 0,-6 6-192 16,-8 6-17-16,-10 4 0 0,-10 2 0 0,-13 3 0 0,-6 1 0 16,-15 2-51-16,-7 2-256 0,-12 0-127 15,-6-4-74-15,-7-1-136 0,-10-6-102 0,-6 0-119 0,-4-4-606 16,-1-8-1093-16</inkml:trace>
  <inkml:trace contextRef="#ctx0" brushRef="#br0" timeOffset="24126.86">6755 6053 183 0,'10'-2'397'0,"-10"2"-134"0,0 0-99 0,0 0-64 0,-1 6-51 0,-4-2-51 0,0 5-57 0,-2-1-63 0,0 2-181 15,-2 0 234-15</inkml:trace>
  <inkml:trace contextRef="#ctx0" brushRef="#br0" timeOffset="24566.8">3637 7035 176 0,'-8'-4'290'0,"0"-2"-81"0,2 3-47 16,6 3-36-16,-9-5-21 0,9 5-27 0,0 0-15 0,0 0-33 16,-10 2-22-16,10-2-29 0,-3 10-48 0,3-10-73 15,4 12-176-15,0-3 222 0</inkml:trace>
  <inkml:trace contextRef="#ctx0" brushRef="#br0" timeOffset="24915.8">6530 6988 209 0,'5'-8'591'0,"-1"2"-132"16,-1-1-137-16,-3 7-52 0,3-7-135 0,-3 7-88 0,0 0-61 15,0 0-57-15,-7 7-40 0,0 3-58 16,0 1-58-16,-6 5-227 0,-4 4 68 0</inkml:trace>
  <inkml:trace contextRef="#ctx0" brushRef="#br0" timeOffset="25266.39">4663 8525 352 0,'0'0'652'0,"0"0"-164"0,-6 3-104 0,6-3-120 16,0 0-148-16,0 0-122 0,5 8-129 0,1-1-123 15,3 3-323-15,-1 1-94 0</inkml:trace>
  <inkml:trace contextRef="#ctx0" brushRef="#br0" timeOffset="26883.48">6203 13024 197 0,'-8'4'568'0,"-2"1"-118"0,1-1-89 0,-5 3-68 0,-1 2 4 0,-4-1-50 0,-1 2-5 0,1 1-20 16,0-2-13-16,0 2-15 0,1-1-13 0,-2 1-20 15,0 0-20-15,1 0-13 0,-1 0-19 0,2-2-12 16,0 0-12-16,5-2 1 0,-1-1-2 0,5 0-4 15,0-2 2-15,9-4-2 0,-10 2-9 0,10-2-13 0,9-12 3 16,5-1-6-16,14-13-5 0,14-10-11 16,13-5 17-16,21-16-24 0,7-10-8 0,5-2-1 15,8-8-3-15,6-3 19 0,4 0 9 0,5 0 6 0,1-3-6 16,1 2 3-16,-2-2-7 0,-2-2-6 0,2 0-1 16,0-1-4-16,1-3-13 0,-4 1 0 15,2 0-4-15,-1 1 2 0,-6 2-4 0,-2-1-7 16,-2 4 7-16,-2 1-7 0,-8 4-6 0,-2 7 1 0,-6 4-4 15,-11 8-19-15,-15 16-14 0,-9 5-29 0,-9 8-39 16,-8 6-27-16,-7 7-37 0,-8 5-49 0,-9 7-57 16,-5 4-46-16,-6 11-84 0,-15 7-110 15,-9 8-531-15,-18 13-659 0</inkml:trace>
  <inkml:trace contextRef="#ctx0" brushRef="#br0" timeOffset="27164.88">5412 14079 636 0,'-12'12'712'0,"9"-1"-170"0,3-11-117 0,13 5-124 15,7-8-108-15,19-10-94 0,16-10-47 16,13-11-54-16,23-16 0 0,7-12-7 0,11-8 21 16,5-10-27-16,3-10 63 0,30-28 0 0,0-5 48 15,0 0 26-15,0-4 6 0,1 0 17 0,-6-3 10 16,0-2 17-16,0 1-24 0,0 5 15 0,-1-1-22 15,-5 0-16-15,-3 2-21 0,-26 23-8 0,-2 0-5 16,1 1 10-16,-5 6-11 0,-2 5-28 0,-7 7-17 16,-7 8-13-16,-4 8-27 0,-12 9-37 0,-19 15-67 15,-7 9-86-15,-10 10-78 0,-10 5-34 0,-6 10-61 16,-8 2-67-16,-9 7-92 0,0 0-389 0,-16 8-472 16</inkml:trace>
  <inkml:trace contextRef="#ctx0" brushRef="#br0" timeOffset="28032.84">4181 13120 224 0,'-10'-6'262'0,"5"1"-60"0,0-2-26 0,0-4-15 0,-2 2-8 0,2-5-14 16,-3-1-12-16,1-4-9 0,-2 0 4 0,-1-1-1 0,-2-3-25 0,-2-2-4 0,0 0-10 0,-3 0 0 0,-3-3-21 0,-3-1 7 15,-1 0-9-15,-2 0-9 0,-2 0 6 0,-3-3 0 16,-2 4-5-16,-8-7 38 0,2 1-34 0,-4 3 38 15,0 0-25-15,5 5 12 0,-2 1-27 0,-1 4 12 16,0 0-20-16,-1 5-1 0,-1 2 1 0,-1 3 15 16,6 5-22-16,-3 6 4 0,-4 5-21 0,-2 4-1 15,1 7-10-15,-9 9 1 0,3 7 1 0,0 7 5 16,5 6 21-16,1 3 13 0,3 9 6 0,3 4 12 16,8 8 23-16,4 5-10 0,5 1-16 0,10 6-8 15,7 1 0-15,7 0 17 0,10 4-5 0,14 16 11 16,8-4-10-16,8-4 17 0,10-5-14 0,8-8-2 15,7-7 16-15,8-9-2 0,8-11 9 0,5-7-20 16,-10-16 6-16,2-6-19 0,4-7 15 0,-4-7-19 16,2-6 30-16,-6-8-35 0,2-9 23 0,-6-6-13 15,-1-8 8-15,-4-8 4 0,-3-5-9 0,-5-6 6 16,-3-7 21-16,-5-3-24 0,-5-5-12 0,-4-5-10 16,-8-3 0-16,-7-3-15 0,-7-2-2 0,-5-3-5 15,-9-1-19-15,-6-1 14 0,-8-6-9 0,-8 2-8 0,-8-18-7 16,-7 5 4-16,-7 3-6 0,-8 9-7 0,-2 3-15 15,-6 10-4-15,4 15 3 0,-4 7-9 0,-3 6 9 16,-5 7-11-16,-1 9 15 0,-2 5-33 16,-2 9-23-16,8 9-24 0,0 6-28 0,-8 11-39 0,0 7-47 15,3 10-52-15,2 11-77 0,5 3-61 0,-6 17-109 16,14-5-609-16,4 4-741 0</inkml:trace>
  <inkml:trace contextRef="#ctx0" brushRef="#br0" timeOffset="32270.21">3657 15914 265 0,'-24'-12'501'15,"-3"2"-81"-15,3-2-96 0,2 2-12 0,2 1-32 0,-2 0-29 0,5 0 5 0,2 3-32 0,2-1-32 0,-1 3-40 0,5 0-27 0,0 0-30 16,9 4 46-16,-11-2-9 0,11 2 8 0,-2 10-10 16,6-1 10-16,5 4-19 0,4 4-12 0,7 11 4 15,6 3-4-15,1 4-16 0,6 8-15 0,4 2-22 16,0 1-5-16,-1 3-14 0,2-4-3 0,2 4-15 0,-3-4 1 15,0 3-9-15,-2-6 4 0,-2-2-16 16,-6-8-19-16,-2-1-85 0,-1-4-79 0,-7-6-85 0,1-2-73 16,-5-5-27-16,-3-2-92 0,-4-5-120 15,-6-7-244-15,4 6-363 0</inkml:trace>
  <inkml:trace contextRef="#ctx0" brushRef="#br0" timeOffset="32497.77">3527 16072 524 0,'-12'-25'439'0,"7"2"-83"0,0 3-86 16,4 2-35-16,2 0-37 0,4 2 7 0,3-2-23 16,6 0-4-16,3-3-11 0,3 3-24 0,2 3-25 15,1 1-8-15,1 2-17 0,-1 5-11 0,1 1-18 16,-3 4-17-16,2 2-3 0,-3 3-9 0,2 3-2 16,-3 2-10-16,0 3 0 0,-3 4-4 0,-2 2-2 15,-5 2-7-15,-3 4-3 0,-3 2-3 0,-3 3 7 16,-3 4-10-16,-3-1 0 0,-2 2 0 0,-4-5-3 15,1 1 2-15,-2-4-7 0,-1-2-17 0,0-7-39 16,1-3-69-16,3-3-44 0,0-4-102 0,-2-5-73 16,12-1-472-16,-15-7-360 0</inkml:trace>
  <inkml:trace contextRef="#ctx0" brushRef="#br0" timeOffset="32765.04">4107 15363 665 0,'8'-11'700'0,"-6"6"-165"0,-2 5-79 16,0 0-54-16,-7 11-15 0,2 4-41 0,-4 10-20 0,-3 13-37 15,1 3-8-15,-1 9-73 0,-1 10-32 16,3 7-25-16,1 0-28 0,4 5-31 0,4-1 1 16,3 1-2-16,6-2 5 0,2-2 21 0,7-2-31 15,2-6 18-15,5-5-42 0,6-4 24 0,2-6-28 0,3-5 19 16,6-7-31-16,-4-9 14 0,3-4-33 15,2-7 6-15,2-7-28 0,-6-1 8 0,3-10-54 0,2-1-13 16,-1-8-78-16,2-5-57 0,-6-3-92 0,-1-5-101 16,-3 0-65-16,-5-3-85 0,-6-3-105 0,-4 0-456 15,-9-2-709-15</inkml:trace>
  <inkml:trace contextRef="#ctx0" brushRef="#br0" timeOffset="32983.26">4484 15638 150 0,'-8'-8'642'0,"5"1"-150"0,-3 0-122 0,6 7-67 16,-6-10-56-16,6 10 27 0,0 0 28 0,0 0 23 15,1 8 20-15,3 2-19 0,3 3-20 0,3 6-66 16,1 5-46-16,3 2-38 0,4 7-32 16,3 2-24-16,-1 0-17 0,3 1-16 0,3-1-15 0,-1 2-7 15,2-4-12-15,0 0-5 0,0-2-9 0,-2-2-8 16,1-4-36-16,-6-5-79 0,0-2-89 0,-4-1-89 15,-3-5-73-15,0-2-19 0,-3-1-84 0,-4-7-118 16,-6-2-325-16,0 0-464 0</inkml:trace>
  <inkml:trace contextRef="#ctx0" brushRef="#br0" timeOffset="33197.21">4437 15661 327 0,'-3'-9'703'0,"4"3"-182"16,-1 6-79-16,6-6-69 0,-6 6-38 0,16-2-29 15,-6 2-20-15,6 3-33 0,2-1-3 0,2 1-16 16,6 0-22-16,2 0-45 0,0-1-26 0,9 0-35 16,-1 1-15-16,-1-3-17 0,3 0-15 15,0-3-10-15,3 1-11 0,-3-3-7 0,7-1-12 0,-2-3-51 16,-2-1-39-16,-7 1-76 0,-4 0-85 0,0-2-74 16,-9 2-36-16,-4-1-70 0,-2 0-57 0,-8-1-67 15,-3 2-247-15,-6-3-303 0</inkml:trace>
  <inkml:trace contextRef="#ctx0" brushRef="#br0" timeOffset="33364.56">4962 15380 436 0,'-25'-14'567'16,"3"0"-91"-16,1 3-27 0,3 3-40 0,6-1-87 16,-2 3-73-16,5 0-44 0,2 2-21 0,7 4 3 15,0 0 4-15,0 0-5 0,0 0-7 0,3 7-19 16,3 1-7-16,6 2-31 0,2 5-10 0,1-1-13 16,3 6-17-16,1 0-15 0,2 1-13 0,4 2-10 15,-2 3-10-15,3-4-8 0,-6-1-6 0,2-2-32 16,-2 1-72-16,1-4-81 0,-3 1-98 0,-2-2-88 15,-2-1-53-15,2 0-76 0,-5-3-100 0,-2-3-264 16,1-1-385-16</inkml:trace>
  <inkml:trace contextRef="#ctx0" brushRef="#br0" timeOffset="33631.39">5029 14780 212 0,'-7'-16'781'0,"3"4"-115"0,0 1-126 0,2 3-114 0,-1-2-65 16,-2 3-37-16,5 7-1 0,-1-8-9 15,1 8 14-15,5 6-50 0,0 1 6 0,3 6-64 0,2 7 1 16,9 10-56-16,3 5 23 0,6 12-28 0,5 3-68 16,3 4 38-16,2 5-62 0,7-1 36 0,0 2-67 15,11 9 36-15,0 2 1 0,-7-15-11 16,2 0-3-16,0 1-6 0,-1-3-13 0,1-3-20 0,-2 0-26 15,-1-4-35-15,1-2-96 0,-3-4-48 0,-4-5-111 16,1-1-122-16,-7-8-112 0,-5-3-112 0,-3-4-746 16,-4-3-986-16</inkml:trace>
  <inkml:trace contextRef="#ctx0" brushRef="#br0" timeOffset="35083.26">6149 14833 428 0,'4'-17'374'0,"1"0"-56"0,3-2-37 0,-2 1-7 0,3-3 25 0,-4 3-18 0,0 2-1 0,1 2 6 0,-1 1-11 0,-3 2-17 0,2 2-35 15,0-1-23-15,-3 1-36 0,2 4-29 0,-3 5-33 16,-3-6-12-16,3 6-19 0,-13 9-14 0,3-1-12 15,-4 9-9-15,-5 2-7 0,-4 6-7 0,0 1-4 16,1 2 0-16,-1 1-3 0,3-2-5 0,-1 1 1 16,6-4-4-16,1-1-2 0,0-4 0 0,6-2 0 15,-1-3-1-15,2 0-1 0,4-5 9 0,3-1 22 16,5 0 8-16,1-4-4 0,6-3-9 0,3-2-4 16,5 0-6-16,5-4-5 0,7-1 0 0,3-2-2 15,3 0-4-15,4-3-1 0,-1 0-1 0,-3 2-1 16,-2-2-4-16,-3 3 5 0,-1 2 1 0,-5 0-6 15,-4 3 1-15,0-1 0 0,-4 4 2 0,-3 0-2 16,0 2 0-16,-3 3 3 0,1 3 1 0,-6 1 1 0,-2 3 1 16,-5 1 3-16,-2 1-5 0,-1 2-2 15,-5 5 4-15,-3-2 4 0,-3 4-4 0,-1 0-5 16,-1-2 3-16,-3-2-4 0,1 0 2 0,1-3-6 16,-1-4 8-16,-1-1-10 0,4-4-28 0,0-2-81 0,3-4-78 15,0-2-59-15,2-5-85 0,3-3-50 0,2-3-63 16,2-5-95-16,2-4-312 0,2-4-403 15</inkml:trace>
  <inkml:trace contextRef="#ctx0" brushRef="#br0" timeOffset="35273.35">6673 14605 375 0,'17'-8'600'0,"-1"4"-165"16,0 0-37-16,-1 4-40 0,-2 0-31 15,1 0-31-15,-3 1-16 0,1 2-6 0,1 6-20 0,-2 0-11 16,1 2-43-16,-2 4-33 0,-2 3-33 0,-2 3-31 15,3 0-23-15,-4 3-15 0,-2-2-12 0,-1 4-13 16,-2-1-10-16,0-1-7 0,-1-1-13 0,-3 0-29 16,1-1-43-16,0-6-78 0,-2 1-87 0,-2-3-78 15,1-1-83-15,-2-2-115 0,-2-6-467 0,1-1-560 16</inkml:trace>
  <inkml:trace contextRef="#ctx0" brushRef="#br0" timeOffset="35487.17">6733 14194 412 0,'5'-8'530'0,"3"3"-34"0,-8 5-66 15,18 2 1-15,-7 4-9 0,4 4-19 0,1 2-23 16,6 6-25-16,-2 1-29 0,6 4-58 0,-1 1-43 16,2 3-33-16,0-2-37 0,1 4-25 0,-1-2-24 15,-1 3-19-15,2-2-20 0,-1 0-14 0,-2-1-9 16,1 0-12-16,-3-2 14 0,-4-3-98 0,0-3-94 0,-1-1-108 15,-4-4-100-15,-1 0-50 0,-2-4-61 16,-3-4-76-16,-2-1-510 0,-6-5-671 0</inkml:trace>
  <inkml:trace contextRef="#ctx0" brushRef="#br0" timeOffset="35681.58">7029 14116 509 0,'-9'-19'607'0,"0"2"-164"16,1 3-70-16,3 6-55 0,4-1 14 0,1 9-5 0,1-5-16 15,-1 5-10-15,13 5-5 0,-3 4-18 0,1 1-23 16,9 8-34-16,0 3-13 0,3 5-60 0,5 2-4 16,-1 0-51-16,4 2 6 0,-2 2-46 0,-1-3-11 15,4 2-3-15,-4-1-2 0,3-3-16 0,-3 2-17 16,-1-4-69-16,-3-1-98 0,-3-2-115 0,-2-3-88 16,-4 1-100-16,-1-6-128 0,-5 0-509 15,-4-2-720-15</inkml:trace>
  <inkml:trace contextRef="#ctx0" brushRef="#br0" timeOffset="35851.06">7105 14512 384 0,'-12'-7'661'0,"1"-1"-179"0,5 2-87 0,2 1-75 16,-1-1-38-16,5-2-42 0,0 0-28 0,6-1-37 16,-2-3-18-16,5 2-16 0,3-7-17 0,2 2-20 15,5-4-18-15,0-2-18 0,5-3-12 0,2-1-12 0,-1-1-9 16,1-2-33-16,2 0-82 0,-1 0-101 15,-2 0-76-15,1-1-157 0,-3 3-537 0,-6 1-533 16</inkml:trace>
  <inkml:trace contextRef="#ctx0" brushRef="#br0" timeOffset="36048.9">7598 14005 160 0,'8'7'809'0,"1"-1"-142"0,-4 3-55 0,4 0-73 0,-1 2-61 16,1 4-54-16,1 2-70 0,-2 2-35 16,-1 3-92-16,1 1-20 0,2 3-66 0,-3 2-27 0,-1-1-22 15,1 2-19-15,-2 0-16 0,1 1-13 0,-2-3-60 16,-2-1-70-16,0-1-115 0,-1 1-127 0,-2 1-69 16,-1-5-153-16,0 2-626 0,-2-8-786 0</inkml:trace>
  <inkml:trace contextRef="#ctx0" brushRef="#br0" timeOffset="36564.65">7802 13616 462 0,'10'-8'831'0,"-4"2"-200"15,1 1-91-15,-7 5-69 0,15 0-43 0,-7 2-59 16,-1 4-48-16,2 1-36 0,1 3-53 0,0 2-43 15,-1 1-27-15,2 4-6 0,-1-1-54 0,-1 1-22 16,1 1-15-16,1 0-10 0,-4-1-14 0,2-1-8 0,0-2-6 16,-2 0 0-16,-1-3-6 0,-1 0-3 15,1-3 2-15,-2 2-5 0,0-1 5 0,-3-4-5 16,-1-5-4-16,-1 10-5 0,1-10-4 0,-10 3-6 0,10-3 0 16,-14-6-11-16,2-1 1 0,-3-2 3 0,0-4 0 15,-5-5 7-15,0-1-6 0,2-4 6 16,-2 4 0-16,3-5 5 0,2 4 18 0,3 2 9 15,1 2-3-15,3 2-6 0,2 3-5 0,3 1 0 0,3 1 11 16,5 0 10-16,2 4 9 0,7-1 8 0,1 3-5 16,7 0-13-16,2 3-6 0,4 1-1 0,7 4-4 15,0-2-3-15,1 1-2 0,0-2 3 16,0 0-7-16,-4 0 4 0,-3-1-2 0,3-1 3 16,-5-3 10-16,1 3 15 0,-1-5 3 0,-3 0 0 0,-2-1-7 15,-3-1-7-15,-2-2 0 0,-6 0-2 0,-2-2-8 16,1-5-6-16,-7 1 0 0,-2-2-3 0,-2-2-4 15,-4-4 0-15,-5-5-4 0,-2 1-1 0,-6-5 0 16,-1 2-3-16,-4 0 1 0,0 3 1 0,0 2-1 16,4 4 1-16,1 2-1 0,4 5 1 0,1-1-5 15,3 6-3-15,1-1-9 0,0 4-11 0,4 0 0 16,5 6-40-16,0 0-67 0,0 0-68 0,0 0-81 16,-3 8-113-16,8 0-69 0,4 4-73 0,2 0-125 15,0 0-522-15,3 1-794 0</inkml:trace>
  <inkml:trace contextRef="#ctx0" brushRef="#br0" timeOffset="36764.78">8511 13268 227 0,'0'0'809'0,"10"-4"-201"0,-10 4-101 0,9-3-44 0,-9 3-23 15,10 4-27-15,-2 1-16 0,-3 1-43 0,2 2-62 0,-1 3-63 0,3 2-39 0,1 1-35 0,-1 4-35 16,1 3-22-16,2 0-20 0,-2 2-19 0,0 3-8 15,0 1-11-15,-2-1-15 0,-1-1-22 0,-5 0-32 16,1 0-70-16,-2-1-79 0,-2-1-76 0,-1-1-76 16,1-3-28-16,-4-2-99 0,-1-3-89 0,2-3-485 15,-1-4-644-15</inkml:trace>
  <inkml:trace contextRef="#ctx0" brushRef="#br0" timeOffset="36998.19">8663 12833 978 0,'4'-13'765'0,"2"2"-167"0,-2 4-89 0,3 1-11 0,-7 6-49 15,14-5-52-15,-14 5-52 0,19 6-29 0,-6 1-53 16,3 3-27-16,2 2-56 0,0 5-11 0,6-1-54 16,-2 5 1-16,1 2-41 0,3-1 0 0,-1 4-13 15,-2-2-19-15,1-1-6 0,-4-1-10 0,-1 1-7 16,-1-2-37-16,-1 0-69 0,0-2-75 0,-3-3-77 15,-1-2-71-15,-2 0-82 0,-3 0-76 0,0-4-89 16,-4-1-110-16,-3-3-389 0,-1-6-671 0</inkml:trace>
  <inkml:trace contextRef="#ctx0" brushRef="#br0" timeOffset="37197.55">8776 12744 742 0,'-6'-11'800'0,"3"-1"-116"0,-1 3-121 0,0-3-77 0,1-3-83 16,2-2-70-16,1 0-41 0,4-4-34 0,1-1-29 16,0-3-32-16,3-2-22 0,2-2-44 15,7-4-21-15,-2 3-23 0,7-1-9 0,-1 0-26 16,4 4-2-16,-2 2-19 0,1 0-36 0,-2 8-55 0,-3-1-89 16,-1 6-95-16,-4 2-112 0,1 2-51 0,-4 5-87 15,-11 3-100-15,13 1-464 0,-9 5-675 0</inkml:trace>
  <inkml:trace contextRef="#ctx0" brushRef="#br0" timeOffset="37352.24">8868 12720 577 0,'-7'16'462'15,"3"-2"-17"-15,3-2-28 0,1-3-7 0,1-2-42 16,3-1-34-16,3-3-31 0,-7-3-33 0,21 0-34 16,-7-4-38-16,7-4-36 0,-2-1-29 0,9-4-35 15,-2-4-16-15,4-4-17 0,1-3-17 0,0-2-8 16,-2 0-31-16,0-5-79 0,-2 3-100 0,-3-4-109 15,-3 0-124-15,-2 0-184 0,-6-2-398 0,-3 4-577 16</inkml:trace>
  <inkml:trace contextRef="#ctx0" brushRef="#br0" timeOffset="37581.62">8953 11956 465 0,'12'-10'531'0,"-1"3"-89"0,10 0 4 15,2 1 1-15,5 2-22 0,8 3 12 0,3 2-8 16,12 6-11-16,13 5-18 0,3 6-45 16,0 6-45-16,2 7-40 0,-2 5 5 0,7 20-45 15,-5 7 7-15,-5 12-34 0,-8 8-34 0,-6 6-33 0,-9 6-53 16,-8 6 20-16,-7 6-31 0,-10 5 23 0,-7 1-18 16,-11-13-30-16,-11 18-77 0,-5-2-51 15,-10 0-134-15,-5-3-85 0,-6-4-185 0,-8-3-175 0,1-5-200 16,-6-8-561-16,-2-6-1028 0</inkml:trace>
  <inkml:trace contextRef="#ctx0" brushRef="#br0" timeOffset="64529.46">17071 5061 37 0,'0'0'484'0,"4"-7"-126"0,-4 7-84 0,4-7-24 0,-4 7-29 0,2-9-19 0,-2 9-7 15,0-9 18-15,0 9-55 0,3-11-3 0,-3 11-28 16,-2-12 35-16,1 5-21 0,0 1-10 0,-4-2-24 16,2 0 10-16,0 0-10 0,-1 0-7 0,-1 0-10 15,-2-1-11-15,-2-1-16 0,2-1-8 0,-4 2-4 16,2-2 10-16,-6-2-4 0,2 0-11 0,-1-1 0 15,-2 0 1-15,-1 1 0 0,-3-4-6 0,-1-1 5 16,1 1 0-16,-3 0 6 0,0 3-9 0,-3-4-3 16,-6 0-14-16,0 0 1 0,-2 3-8 0,-2-2-1 0,0 3 0 15,-2-1 1-15,-2 2-7 0,-2 2 4 0,-1 0-6 16,0 1 4-16,-4 2-1 0,1 1 1 16,-4 2-4-16,2 0-2 0,-2 2 1 0,-1-1-7 0,-3 4 5 15,4 0-4-15,-2 0 0 0,-1 5 1 16,5-1 1-16,-2 2-4 0,3 2 6 0,-1 1-6 15,5 2 3-15,0 4-5 0,4 0 4 0,1 2 6 0,2 2 1 16,0 3 1-16,3 1-1 0,1 1-1 0,3 2-1 16,1 0 4-16,3 0-4 0,2 3 3 0,3-1-4 15,2 1 11-15,3-1 3 0,4 0 13 0,0-1-6 16,6 3 5-16,2-4-8 0,2 2-3 0,2 4 24 16,6-2-2-16,4 6-4 0,5-1-5 0,5 0 5 15,3-2 2-15,7-1 0 0,10 3 6 0,6-4-1 16,3-1-3-16,5-7-9 0,4-2 2 0,2-3 6 15,3-3 23-15,5-7 1 0,3 0-5 0,2-5-18 16,4-1-5-16,0-4-14 0,2-1 7 0,0-3-5 16,-1-2-3-16,-1 0-7 0,-3-3 0 0,-1-2-18 15,-2-2 16-15,-3-2-16 0,-4 0 15 0,-4-2-19 16,-2-2 20-16,-5-1-13 0,-12 3 6 0,-4-4-1 16,-2 1 6-16,-4-5 16 0,-2 0-6 0,-6-1 46 15,-4-2-43-15,-6 2 37 0,-2 1-50 0,-7-2 55 16,-4 2-33-16,-1-1 39 0,-6-2-43 0,-4 0 27 15,-6-2-38-15,-3 2 30 0,-1 0-46 0,-5 3-2 16,-4 3-8-16,-2 1-15 0,-3 2-23 0,-2 5-44 16,0 1-61-16,-1 2-68 0,3 5-78 0,0 3-121 15,-3 4-95-15,0 2-110 0,3 3-719 0,-8 4-943 16</inkml:trace>
  <inkml:trace contextRef="#ctx0" brushRef="#br0" timeOffset="66047.3">17687 7049 417 0,'0'0'709'0,"0"-11"-135"0,0 11-135 0,-4-7-81 0,4 7-94 0,-6-10-7 0,6 10-48 0,-5-10 22 0,1 4-35 0,0 0 6 0,-2-1-33 16,1-1-9-16,-2 2-14 0,1-5 9 0,-1 4-19 15,-3-3 3-15,1 1-21 0,0-3-17 0,-1 2-21 16,0-3-4-16,-2-1 4 0,-3 1-11 0,2-1-8 15,-1-1 2-15,-4 1-4 0,-1-3-8 0,-4 1-5 16,1-1 17-16,-5 3-24 0,-5-5 18 0,-1 2-25 16,-5 2 33-16,0 0-34 0,-2 1 24 0,-3 2-25 15,-2 1 42-15,-2 1-41 0,-1-1 21 0,-4 5-34 16,-3-2 18-16,1 2-34 0,-3 3 26 0,-2-1-26 16,-2 2 25-16,-1 1-35 0,1 2 35 0,-2 1-23 15,1 0 15-15,-9 3-31 0,-1 2 30 0,1 0-30 0,2 2 34 16,-4 1-35-16,3 2 32 0,0 1-34 15,0 1 32-15,2 2-29 0,1-1 3 0,2 3 5 16,4-1-2-16,2 2 12 0,3 0-6 0,10-1-1 0,0-2 3 16,4 3 28-16,1 2-33 0,1-1 28 0,3 2-31 15,3-1 28-15,0-1-37 0,5 3 33 0,1-2-31 16,6-2 31-16,2 1-28 0,0 2 40 16,6 0-24-16,-1 0 44 0,5-2-32 0,0 0 27 0,2 2-34 15,4-1 30-15,0 3-38 0,4-5 33 0,-1 1-26 16,2-1 39-16,2 3-36 0,2-2 3 15,0-1 8-15,4 2 22 0,0-2-2 0,1 0 0 16,4 2 9-16,3-1-10 0,2 0 30 0,5 0 5 0,4 1 3 16,7-2-23-16,3-2 5 0,6-3-11 0,6 0 14 15,12 2 4-15,5-5 3 0,3-2-24 0,4-2 6 16,3-1-16-16,3-1 16 0,3-2-22 0,2-3 9 16,3 0-18-16,0 0 10 0,3 0-21 0,-2-3 12 15,-2 1-13-15,1-2-7 0,-6-2 1 0,1 0-4 16,-1 0 16-16,-5-2-20 0,-1 0 18 0,-3 0-21 15,-4-2 28-15,-2 0-31 0,-3-1 16 0,-11 0-15 16,-2-3 17-16,-2 2 0 0,-2-5-4 0,-1 0 4 16,-1-2-3-16,-4-2 1 0,-2-1 7 0,-3-5-3 15,1-2 2-15,-5-1 3 0,0-2-3 0,-4 0 3 16,-2-2 3-16,-4 1-13 0,-2-1 24 0,-2 1-17 16,-5 0 19-16,-4 4-33 0,-3 1 0 0,-5 1 0 15,-1 2 0-15,-7-8 0 0,-2 5 0 0,-5-4 0 16,-7 0 0-16,-7 2 0 0,-1 2 0 0,-7 1 0 15,-13-2 0-15,-2 4 0 0,-2 3 0 0,-6 1 0 0,1 4 0 16,-3 3 0-16,6 3 0 0,2 4 0 16,0 2 0-16,-2 2-102 0,0 3-21 0,4 3-55 15,0 2-17-15,0 2-85 0,5 1-33 0,-2 3-30 16,6 2-76-16,0 2-81 0,1 2-98 0,0 2-114 0,4 2-696 16,1 1-1011-16</inkml:trace>
  <inkml:trace contextRef="#ctx0" brushRef="#br0" timeOffset="67096.8">17208 8135 683 0,'0'-13'609'0,"-2"1"-142"0,1 1-56 0,-5-3-93 0,0 1-17 0,-2 0-27 0,-1-3-13 0,-4-1-56 0,3 1 17 16,-5-1-24-16,-1-1 6 0,-3-1-20 0,-2-1-3 15,-4-1-29-15,-4-1-16 0,-1 1-20 0,-4-1-21 16,-3 3-14-16,-4-1-6 0,-1 2-18 0,-7 3-4 15,-11-4-8-15,-1 3-4 0,-3 2-10 0,-1 3 18 16,-3 1-19-16,-3 4 23 0,0 1-34 0,7 2-1 16,-2 3 2-16,-12 3 0 0,-3 3-2 0,1-1 18 15,2 5 11-15,-3 1 15 0,4 3-5 0,1 2-1 16,0 1 0-16,1 2 3 0,5 3 25 0,-2 0-38 0,3 0 24 16,0 5-33-16,5-2 31 0,2 1-23 0,3 2 27 15,8-1-40-15,2 1-6 0,13-3-1 0,3 0-3 16,8 2 0-16,4 0 2 0,10 0 0 15,4-1-2-15,6 2 16 0,6 3 1 0,7 6 14 0,9 1 4 16,10 3-3-16,6-1-12 0,8-1-3 0,7-1-5 16,3-8-6-16,8 2-1 0,3-5 1 0,9-5 9 15,5-3-3-15,4-5 1 0,6-3 25 0,0-5-12 16,6-1-19-16,3-7 5 0,4-1-5 16,2-1-8-16,19-6-4 0,-22 1-1 0,18-4-15 0,-21-2 8 15,-1 2-5-15,-3-2 5 0,-2-3-11 0,-4-4 9 16,-2 0-10-16,-2-3 8 0,-5 0-6 0,-6-2 9 15,-3-1-12-15,-4-2 14 0,-7-1-15 0,-7-1 10 16,-2 0 8-16,-9-3-11 0,-11 9 5 0,-6-2 12 16,-4-2 2-16,-10 4-5 0,-4-4-1 0,-7 5 0 0,-7-5 3 15,-7-2 2-15,-9 2 1 0,-10 0-7 16,-14 0-1-16,-7 1-6 0,-9 4-15 0,-6 3 17 16,-5 3-24-16,-6 4 7 0,-3 1-17 0,-6 7-26 15,1 1-41-15,0 5-58 0,4 4-63 0,3 2-72 0,5 1-74 16,3 6-140-16,5 2-131 0,3 3-193 15,1 4-611-15,8-1-1044 0</inkml:trace>
  <inkml:trace contextRef="#ctx0" brushRef="#br0" timeOffset="71896.6">16395 5195 171 0,'0'0'237'0,"0"0"-130"0,0 0-110 0,0 0-157 0,0 0 39 0</inkml:trace>
  <inkml:trace contextRef="#ctx0" brushRef="#br0" timeOffset="73500.48">15941 5323 165 0,'0'0'368'0,"-11"-3"-84"16,11 3-49-16,-8-3-38 0,8 3-47 0,-9-2-29 0,9 2-30 16,0 0-13-16,-10-2-15 0,10 2-12 0,0 0-12 15,0 0-8-15,0 0-3 0,0 0-5 0,0 0-9 16,0 0-11-16,0 0-29 0,8 4-42 0,-8-4-64 15,6 8-93-15,-6-8-244 0,6 9 49 0</inkml:trace>
  <inkml:trace contextRef="#ctx0" brushRef="#br0" timeOffset="73996.42">15991 6214 94 0,'0'0'589'0,"0"0"-145"0,0 0-133 0,0 0-69 0,0 0-122 0,0 0-81 0,-5 5-50 0,5-5-46 16,-1 9-43-16,1-9-55 0,-3 11-97 0,2-5-149 16,-2 2 139-16</inkml:trace>
  <inkml:trace contextRef="#ctx0" brushRef="#br0" timeOffset="75312.87">16179 12614 231 0,'0'0'439'0,"-1"-11"-99"0,1 11-59 0,-1-10-41 0,1 10-40 0,-2-10-5 0,2 10-33 0,0-12-27 0,0 12-21 0,-1-9-28 15,1 9-13-15,-1-9-16 0,1 9-12 0,0 0-6 16,0-9-15-16,0 9-37 0,0 0-82 0,0 0-83 16,0 0-113-16,5 6-367 0,-5 1-167 0</inkml:trace>
  <inkml:trace contextRef="#ctx0" brushRef="#br0" timeOffset="75700.17">16026 13452 557 0,'10'-6'628'0,"-10"6"-173"0,-3-10-81 0,3 10-98 16,-2-9-105-16,2 9-111 0,-4-6-40 0,4 6-53 16,0 0-43-16,0 0-61 0,0 0-64 0,0 0-70 15,1 12-299-15,-1-12-82 0</inkml:trace>
  <inkml:trace contextRef="#ctx0" brushRef="#br0" timeOffset="76585.64">16373 15394 679 0,'0'0'568'0,"0"-8"-87"0,0 8-107 0,-6-7-69 0,6 7-83 0,-3-6-48 0,3 6-94 0,0 0-31 0,2-7-61 0,-2 7 8 15,7-3-63-15,-7 3-53 0,12 0-61 0,-12 0-65 16,13 6-124-16,-6-2-236 0,1 2-119 15</inkml:trace>
  <inkml:trace contextRef="#ctx0" brushRef="#br0" timeOffset="78329.41">9509 16117 464 0,'-6'-18'526'0,"-2"5"-94"0,2 0-99 0,1 1-66 0,1 3-53 0,0 0-50 0,0 3-37 0,4 6-27 0,0 0-11 16,0 0-7-16,0 0-13 0,-8 6 16 0,10 3-25 16,-2 0-5-16,1 3-11 0,0 2 0 0,3 3-10 15,-1-3-1-15,-2 3-13 0,1-1-1 0,1 0-2 16,0-2-2-16,-1-1-11 0,1-1 8 0,-2-1-5 0,2-2 2 15,-1 1 1-15,1-3 8 0,-1-1-2 16,-2-6 2-16,9 6-9 0,-9-6 6 0,9-1-3 16,-1-6-1-16,1 0-4 0,0-4 4 0,1 0 3 15,3-2 32-15,-2 0-4 0,3 1-6 0,3 0-8 0,-1 2-5 16,1 1-4-16,2 3 0 0,-1 5-8 16,4-1 0-16,-2 4-1 0,5 1 0 0,0 3 6 15,1 5-3-15,-1 0 24 0,1 3 14 0,-6 1 8 0,2 0-2 16,-6-1 10-16,0 2 0 0,-3-1 2 15,-2 3-7-15,-4 1-2 0,-1 0-10 0,-5 0-12 0,-2 3-9 16,-1 2-5-16,-5-1-1 0,-2 2-10 0,-4 2 3 16,1-4-14-16,-4 1 7 0,2-5-8 0,-4 0 10 15,4-3-13-15,-2-4 5 0,2-4-32 0,-3-1-45 16,3-3-64-16,1-4-71 0,-2-3-32 0,1-4-36 16,-3-5-4-16,4-2-6 0,-3-7-4 0,2-3-9 15,0-4-30-15,-1-5-30 0,2 0-165 0,-2-1-28 16</inkml:trace>
  <inkml:trace contextRef="#ctx0" brushRef="#br0" timeOffset="78479.92">9554 16213 131 0,'-8'-11'260'0,"-1"1"-30"0,2 1-45 0,-1 3-3 0,2-3-17 16,-2 3-15-16,3 0 6 0,-3 2-5 0,3 0 7 15,1-1 5-15,4 5-11 0,-9-7-26 0,9 7-14 16,-4-7-20-16,4 7-4 0,3-9-10 0,1 1-7 16,5 0 18-16,1-5-47 0,7-1 0 0,4-7-6 15,4-2-4-15,3-2-18 0,1-4 10 0,1-1-30 16,0 0 16-16,2-2-59 0,-4 4-73 0,-1 0-137 15,-1 3-152-15,-5 3-249 0,-4 4-171 0</inkml:trace>
  <inkml:trace contextRef="#ctx0" brushRef="#br0" timeOffset="79048.41">10068 15660 394 0,'10'-1'611'16,"-10"1"-151"-16,0 0-97 0,15 3-53 0,-7 1-26 0,2 1-22 16,3 3 19-16,2 3-50 0,4 3-17 0,6 0-13 15,5 7-22-15,2 2-25 0,0-1-18 16,3 2-30-16,-1-2-18 0,-2 0-18 0,3 0-11 0,-3-1-14 16,-2 0-9-16,0-1-3 0,-5-2-8 0,-2-4-7 15,-5 1-2-15,0-2 0 0,-4-1-2 0,-2-2 1 16,-3 1 11-16,-3-3 11 0,-2 1 6 0,-3-3 6 15,-3 1-8-15,-5-1-2 0,-3-3-10 0,-4 0 6 16,-5-3 20-16,-7-4-5 0,-6-5-12 0,-5-3 3 16,-4-7-7-16,-5-10-7 0,-1-7-4 0,2-5-1 15,3-10-10-15,1-4-4 0,7-8-1 0,4-3 1 16,6-1-15-16,10-3 15 0,5 2 3 0,10-1 2 16,8 3-4-16,7 3 11 0,5 4 1 0,6 6-2 15,4 8 6-15,-3 10-11 0,1 7-2 0,3 8-4 16,-4 6-5-16,2 3 4 0,-6 8-4 0,0 4 0 15,2 4-1-15,1 7 1 0,-3 5-3 0,-2 8-12 16,-3 7 15-16,-6 6-7 0,-5 6 11 0,-5 4-5 16,-7 2-5-16,-3 2 2 0,-5 7-5 0,-6-5 2 15,2-9 2-15,-5-4-2 0,2-2 2 0,-4-5-1 0,1-4 4 16,4-8 4-16,2-2-7 0,0-5 5 16,1-4-2-16,3-4 0 0,2-5-2 0,10-2 1 15,-6-3 3-15,6 3-4 0,9-16 1 0,5 3-3 16,8-2 3-16,2 0 2 0,12 0-1 0,1 1 2 15,1 2 5-15,4 5-6 0,-3 4-1 0,-1 2 4 16,2 1 0-16,-2 2 0 0,3 1 2 0,-3 0 0 16,2 3-1-16,-3-2-4 0,2-1-2 0,-1 2 0 15,-3-2-5-15,1 0-20 0,-8-2-66 0,2 0-107 0,-5-1-100 16,-2-1-80-16,-2-2-82 0,-1 0-60 0,-3 1-112 16,-3-3-262-16,-4 3-455 0</inkml:trace>
  <inkml:trace contextRef="#ctx0" brushRef="#br0" timeOffset="80370.08">16679 7190 616 0,'-4'6'407'0,"4"-6"-188"0,0 0-195 0,0 0-191 0,1 10-180 0,-1-10 196 0</inkml:trace>
  <inkml:trace contextRef="#ctx0" brushRef="#br0" timeOffset="81046.94">16419 11089 93 0,'0'0'624'0,"0"0"-205"0,0 0-194 16,0 0-193-16,0 0-152 0,0 0-285 0,3 6 138 16</inkml:trace>
  <inkml:trace contextRef="#ctx0" brushRef="#br0" timeOffset="82861.7">9946 17045 399 0,'-19'-22'499'0,"2"1"-94"0,3 4-78 0,3 1-32 0,2 3-44 0,-1 2-49 0,2 0-50 0,2 4-1 0,3 3 41 0,3 4 25 16,0 0 14-16,0 0-6 0,5 6 0 15,3 3-29-15,2 8-28 0,2 1-25 0,2 5-25 0,5 5-31 16,1 3-2-16,0-1-23 0,0 0-2 0,0-2-18 16,-2 0-1-16,0-6-14 0,0 1 1 0,0-4-11 15,-4-2 9-15,3-3-16 0,-3-1 2 0,2-2 0 16,-3-3 4-16,1-2-5 0,3-4 17 0,-2-2-12 16,2-2 17-16,4-7-25 0,5-7 8 0,2-7-12 15,0-2 6-15,1-2-16 0,0-4-28 0,-5 0-66 16,2 0-66-16,-3 1-73 0,-3 1-72 0,-6 6-15 15,-1-2-49-15,-4 5-41 0,-3 1-42 0,-1 2-368 16,-2 0-363-16</inkml:trace>
  <inkml:trace contextRef="#ctx0" brushRef="#br0" timeOffset="83045.69">10293 16854 78 0,'0'0'512'0,"-7"8"-131"0,5-2-69 16,2 3-22-16,0 1-59 0,2 1-6 0,1-1-45 0,3 4-2 15,2 0-5-15,-1 2-7 0,5 0-30 0,1 2-21 16,1 1 4-16,4 2-23 0,0-1-19 16,1 0-11-16,6 4-14 0,-3-1-14 0,4 1-11 15,-1 1-3-15,1-1-9 0,0-2-35 0,0 1-67 0,-3-5-49 16,0-2-41-16,0-1-66 0,-4-3-69 0,2-3-124 16,-5-4-221-16,0 0-165 0</inkml:trace>
  <inkml:trace contextRef="#ctx0" brushRef="#br0" timeOffset="83411.95">10759 16504 479 0,'-8'-17'773'0,"-2"1"-106"16,0 4-123-16,0 2-104 0,-1 4-61 0,1 2-34 15,10 4-45-15,-16 0-22 0,9 4-38 0,2 2 4 16,-1 7-45-16,3 5-30 0,3 1-23 0,3 4-24 15,3 1-14-15,4 6-21 0,6 2-11 0,3 1-54 16,4-3 34-16,0-3-10 0,4-1-11 0,0-2-5 0,-3-8 2 16,3 0-15-16,-2-4 10 0,-3-4 9 15,2-2 3-15,-1-1-2 0,-1-4 0 0,-3-1 3 0,-2-3-36 16,-1-4 60-16,1 1-11 0,-3-7-9 0,-3-1-9 16,-3-4-6-16,-1-3-8 0,-6 2-1 0,-2-6-6 15,-5-5-5-15,-1-1 1 0,-8-7 4 0,-4 2-10 16,-1-3 1-16,-4 4 2 0,-3 1-5 0,-1 4 1 15,4 4 2-15,-6 2-4 0,7 8-3 0,-1 2-2 16,5 5-1-16,0 2 3 0,1 4-23 0,2 3-30 16,0 4-58-16,2 4-52 0,0 3-69 15,2 4-98-15,3 4-106 0,5 0-82 0,-1 0-132 0,5 1-560 16,4-1-822-16</inkml:trace>
  <inkml:trace contextRef="#ctx0" brushRef="#br0" timeOffset="86132.64">16302 8512 186 0,'-12'0'404'0,"1"-2"-109"0,11 2-85 0,-17 0-118 0,17 0-94 0,-13 3-80 0,13-3-267 0,-11 9 196 0</inkml:trace>
  <inkml:trace contextRef="#ctx0" brushRef="#br0" timeOffset="86396.08">16072 9766 227 0,'0'0'376'0,"0"0"-107"0,0 0-114 0,-13-1-130 15,13 1-134-15,-4 3-185 0,4-3 246 0</inkml:trace>
  <inkml:trace contextRef="#ctx0" brushRef="#br0" timeOffset="86679.04">16078 10656 568 0,'0'0'417'0,"0"0"-100"0,0 0-72 0,0 0-54 15,0 0-45-15,3-5-80 0,-3 5-54 0,0 0-42 16,0 0-42-16,4 3-33 0,-4-3-67 0,2 6-109 16,-2-6-132-16,3 10 125 0</inkml:trace>
  <inkml:trace contextRef="#ctx0" brushRef="#br0" timeOffset="87629.09">16478 14429 186 0,'0'0'677'0,"0"0"-184"0,-6-3-115 0,6 3-94 0,0 0-43 0,-8-5-60 0,8 5-79 0,0 0-121 0,0 0-34 16,0 0-36-16,0 0-53 0,-5 7-110 0,11-1-372 16,-3 0-138-16</inkml:trace>
  <inkml:trace contextRef="#ctx0" brushRef="#br0" timeOffset="89313.13">10502 17923 183 0,'-9'-19'361'0,"-1"-2"-82"0,1 0-44 0,0 2-12 0,3 0-15 0,-3 1-13 0,4 4 8 0,0 1-40 0,-1 1-12 16,2 3-41-16,2-1-8 0,-3 2-28 0,1 1-9 0,4 7-23 16,-1-10 23-16,1 10 32 0,0 0 8 15,0 0-12-15,10 10 13 0,-6 0-3 0,2 5-16 16,1 3-9-16,-1 3 17 0,2 1-52 0,-2 0 29 15,-1-1-45-15,2 1 30 0,-1-1-42 0,2-3 32 0,-3-3-45 16,-1-1 34-16,1-2-42 0,0 0 36 0,0-3-37 16,1-2 35-16,-1-1-35 0,-5-6 35 15,15 3-38-15,-7-6 37 0,1-3-37 0,2-1 34 16,0-4-34-16,3-3 37 0,-1-1-34 0,4 0 4 0,2-3 3 16,-4 4 3-16,4 0-3 0,-1 3 1 0,1 2 0 15,-2 3 4-15,2 2 0 0,0 4 2 16,-2 0 2-16,1 4-2 0,1 3 0 0,-1 2 10 15,0 4 19-15,1 5 1 0,-1 0-2 0,-5-2 22 0,-1 4-31 16,-3 0 31-16,-1-1-21 0,0 3 3 0,-2 0-4 16,-4 0-4-16,1 1-7 0,-3-1-10 0,0-2 0 15,-4 2-3-15,3 0-30 0,-5-2-38 0,2-2-30 16,-1-2-75-16,-2-2-65 0,1-1-34 0,-4-4-33 16,2-3-57-16,-2-2-4 0,10-4-34 0,-25-4 2 15,8-4-160-15,-7-5-56 0</inkml:trace>
  <inkml:trace contextRef="#ctx0" brushRef="#br0" timeOffset="89445.79">10566 18017 218 0,'-25'-24'383'16,"5"5"-73"-16,0 1-34 0,6 5-45 0,0 0-46 16,2 2-36-16,3 0-30 0,3-1-26 0,2-1-20 15,3 0-7-15,2-2-13 0,2-3-10 0,3 0-5 0,4-2-8 16,2-4-2-16,3 0 8 0,4-4-26 16,4-1 16-16,0 2-53 0,4-3-50 0,-1 4-52 15,3-2-60-15,-1 0-66 0,4 0-273 0,-5 1-33 16</inkml:trace>
  <inkml:trace contextRef="#ctx0" brushRef="#br0" timeOffset="89845.28">11173 16960 292 0,'5'-18'456'0,"2"5"-86"0,-3-2-52 0,-2 5-37 16,3-1-37-16,-4-1-7 0,1 4-10 0,-1 2-35 15,-1-2-7-15,0 8-7 0,-1-13-13 0,-2 8-16 16,3 5-6-16,-5-8-14 0,5 8-13 0,0 0 0 15,-15 1-8-15,7 3-14 0,-3 6-2 0,-1 4-11 16,-2 1-16-16,-1 7-10 0,-2 1-12 0,4 2-5 16,-3 0-13-16,3 1-3 0,1-1-7 0,0 1 2 15,3-6-11-15,2 2 2 0,1-3-4 0,1 0 0 16,2-5-4-16,3-1 10 0,3-1-10 0,2 0 6 16,1-5-5-16,3-2 6 0,4-2-4 0,2-1 1 0,2-7-3 15,7 0 3-15,4-2-3 0,2-5 3 0,0 2 0 16,6-5 1-16,0 1-4 0,2 2 4 0,-7 1 4 15,1 2 14-15,-3 0-7 0,-1 2 2 0,-5 5-8 16,-1 0 7-16,0 1-7 0,-3 2 36 0,0 3 8 16,-2 1 21-16,-3 1 6 0,-1 2 31 0,-2 3-23 15,-3 1 33-15,-3 2-25 0,-2 3 6 0,-3 2 17 0,-4 3-26 16,-3 6 11-16,-4 1-21 0,-7 3 2 0,-3 1-8 16,0 0-8-16,-5 2-11 0,-2-4-15 0,-3 1-23 15,1-3-37-15,-1-1-60 0,-1-4-75 0,0-4-99 16,0-2-153-16,4-6-112 0,4-4-98 0,0-3-702 15,0-5-919-15</inkml:trace>
  <inkml:trace contextRef="#ctx0" brushRef="#br0" timeOffset="92561.53">10957 15212 340 0,'0'0'398'16,"-6"-4"-86"-16,6 4-68 0,-8-4-35 0,8 4-29 0,0 0-3 0,-9-5-28 0,9 5 0 0,0 0-25 0,-5-5 1 0,5 5-25 15,0 0 18-15,0 0-28 0,-6-4 9 0,6 4-20 0,0 0 23 16,0 0 0-16,2-7 4 0,-2 7-12 0,12-9-4 15,-3 1-17-15,3-2-5 0,4-3-10 16,3-6-6-16,3-1-8 0,2-5-2 0,3-2-1 16,0-2-3-16,-1 1-8 0,3-2-3 0,-3 0-8 15,1 0 0-15,-1 1-6 0,-4 4-2 0,-5 4-3 0,-2 5-2 16,-2 1-17-16,-1 3-21 0,-3 2-89 0,-1 5-46 16,-8 5-58-16,0 0-69 0,7 2-95 0,-8 7-462 15,-4 4-394-15</inkml:trace>
  <inkml:trace contextRef="#ctx0" brushRef="#br0" timeOffset="96327.7">28638 5201 122 0,'11'-22'431'0,"-1"2"-120"0,-4-3-7 0,-1-2-55 0,-3 0-4 0,-2 0-45 15,-2-2 8-15,-2-4-12 0,-1-2-41 0,-5 1-8 0,0-3 0 0,-4-2-22 0,-3 0-11 0,-2 2-13 0,-2 0-14 0,-1 2-16 0,-5 0-14 16,-1 1-9-16,-4 5-11 0,-4-1-9 0,-8-1-5 16,-5 1-7-16,-5 6 0 0,-5 2 6 0,-1 5 29 15,-6 2-8-15,-6 4-11 0,-6 5 2 0,-4 4-5 16,-1 6-6-16,0 3-1 0,1 4 11 0,2 6-11 15,4 4-3-15,5 5-6 0,6 4 2 0,7 6 3 16,7 6 6-16,6 6 6 0,7 6 3 0,7 2 15 16,8 4 3-16,9 6-4 0,10 3 9 0,8 3-10 15,8-2-1-15,8 0 21 0,11-5 14 0,7-3-5 0,7-6 0 16,7-5-10-16,6-6 8 0,3-7-10 16,6-8-2-16,-1-9 13 0,7-5-9 0,-3-9 0 15,-6-8-8-15,12-7 11 0,0-4-10 0,0-5-14 16,-1-7-10-16,-3-2-2 0,-3-2-10 0,-3-6-2 15,-6 0-20-15,-5-3 15 0,-6-1-15 0,-6-4 9 16,-3-1-18-16,-8 0 9 0,-12 1-5 0,-3 1-21 16,-6-4-9-16,-7 1-7 0,-6 4-9 0,-5-4 7 15,-6 2-16-15,-7 1 5 0,-4 4-5 0,-6 3 7 16,-2 4-4-16,-4 4-22 0,-1 5-34 0,0 6-23 16,5 5-40-16,2 7-51 0,2 5-28 0,-4 5-36 15,0 9-66-15,1 6-65 0,3 7-448 0,1 3-421 16</inkml:trace>
  <inkml:trace contextRef="#ctx0" brushRef="#br0" timeOffset="96831.41">28673 5995 105 0,'10'-11'626'0,"0"-3"-148"0,-3 1-109 0,-2-2-70 0,-1 1-34 0,-2-4-20 0,-2 1-36 16,0-1-14-16,0-1-7 0,-2-2 3 0,-4-1-15 15,1-2-28-15,-4-2-18 0,-5 1-11 0,0-3-5 0,-7-1-17 16,-4 1-13-16,-5 0-15 0,-5 1-13 16,-10 0-12-16,-4 0-2 0,-6 5-2 0,-3 0-11 15,-6 4 0-15,-4 2-12 0,-2 4-1 0,-4 3-5 16,0 3 3-16,0 2 2 0,9 5 7 0,2 2 8 15,-5 4-4-15,12 4-1 0,-3 5 12 0,7 6 16 16,5 6-3-16,4 5-8 0,6 7-5 0,7 5 3 16,3 3-8-16,6 5-4 0,7 2-1 0,5-2-4 15,8 0-7-15,10 10 26 0,5-1 10 0,9-2 17 16,6-2-5-16,9-4 16 0,5-2-25 0,6-6 34 16,3-5-35-16,4-7-9 0,4-4 0 15,3-8 19-15,3-6-9 0,3-5 35 0,-5-9-39 0,0-3 41 16,10-5-61-16,0-6 37 0,-2-4-56 0,-6-1 43 15,-3-4-53-15,-4-1 44 0,-7-6-53 0,-2-3 45 16,-8-2-51-16,-3-3 3 0,-10 5 2 0,-5-5-2 16,-3 0-1-16,-5-4 39 0,-7-2-62 0,-2 0 38 15,-7 4-16-15,-4-6-10 0,-8-1-26 0,-2 2-7 16,-6 3-26-16,-10-5 11 0,-3 6-15 0,-3 4-21 16,-1 8-21-16,-2 5-34 0,-1 5-38 0,-2 0-54 15,0 7-46-15,7 5-42 0,3 3-51 0,-2 6-52 16,2 3-71-16,1 3-397 0,2 3-477 0</inkml:trace>
  <inkml:trace contextRef="#ctx0" brushRef="#br0" timeOffset="98894.73">28582 12109 521 0,'5'-3'506'0,"0"-2"-128"0,-5 5-34 0,8-10-66 0,-8 10-9 0,4-10-60 0,-4 10-1 0,-2-15-13 0,0 8 2 0,-4-3-3 15,-1-2-11-15,-4-3-4 0,-6 1-27 0,0-5-15 16,-7 1-6-16,-4-3-20 0,-5-1-19 0,-7 0-14 16,-8-1 5-16,-6-2 0 0,-7 3-15 0,-6 1-12 15,-6 3-13-15,-10 3 1 0,-5 2 3 0,-4 6-2 16,-1 1-11-16,-2 6 8 0,-1 6-2 0,0 4-4 16,6 5 14-16,4 5-13 0,9 2 4 0,10 5-16 15,5 6 9-15,11 2 7 0,13 6 2 0,7 2 3 16,15 1-12-16,9 1-7 0,7 2 26 0,12 2 30 15,11 10-14-15,6-3-17 0,10-2-10 0,9-2-5 16,8-7-11-16,7-1-4 0,7-7 0 0,9-5 10 16,2-4 17-16,5-6-21 0,0-7 1 0,5-6-12 15,-1-4-2-15,0-4 57 0,-4-6-53 0,1-5 40 16,-5-3-52-16,-6-5 49 0,-3-2-33 0,-6-4 36 16,-7-6-54-16,-4-2 6 0,-9-2-1 0,-2-2-2 15,-8-3 1-15,-10 5-22 0,-5-2 16 0,-3-2 4 16,-8 0-12-16,-3 3-3 0,-7-1 28 0,-7 1-63 15,-6-4 20-15,-4 1-70 0,-10 4 33 0,-10-4-52 16,-6 5-20-16,-6 2-32 0,-5 8-31 0,-2 3-63 16,4 6-52-16,1 4-32 0,-1 7-58 0,1 3-61 15,2 5-79-15,3 3-444 0,3 1-577 0</inkml:trace>
  <inkml:trace contextRef="#ctx0" brushRef="#br0" timeOffset="103944.13">10965 14497 250 0,'0'0'370'0,"-12"5"-70"0,12-5-11 0,-11 7-31 0,11-7-31 0,-9 6-3 0,9-6-31 0,-10 3 25 0,10-3-28 0,-9 4 16 0,9-4-9 16,0 0 4-16,-9 6-6 0,9-6-11 0,0 0 3 16,-7 4-7-16,7-4-1 0,0 0-13 0,0 0-13 15,0 0-33-15,0 0-21 0,0 0-19 0,-6-6-9 16,6 6-17-16,1-11-11 0,3 4-7 0,0-4-3 15,0 3-10-15,2-6 2 0,2 1-12 0,-2-1 3 16,3-4-7-16,3 2 6 0,2-2-8 0,0-2 4 16,4-1 6-16,-3 3-8 0,4-1 0 0,-2 4-2 15,-2 2 0-15,2 1-2 0,-2 3-2 0,0 1 3 16,-2 2 1-16,-1 3-6 0,2 2 0 0,-14 1-1 16,24 2 4-16,-14 2-1 0,1 3-2 0,0 2 2 15,-3 4-1-15,-2 0-8 0,-1 4 7 0,-1 0-5 16,-3 2 0-16,-1 1 0 0,-1 1 8 0,-2 1-7 15,2-3 6-15,-4-1-7 0,1-2 15 0,3-1-14 16,-3-2 6-16,3-1-7 0,-2-2 14 0,2-1-11 16,0 0 10-16,-2-2-8 0,3-7 5 0,3 9-4 15,-3-9 3-15,11 3-8 0,-2-4 21 0,5-1-22 0,3-2 1 16,3 1 2-16,2-2 2 0,1 1-1 0,3 1 1 16,-2-1 3-16,0 1 0 0,2-1 1 0,-6 3-1 15,1-1-2-15,-1 2 2 0,-2 0-4 0,0 2 3 16,-3 1 1-16,-2 0 3 0,-3 0 2 0,-1 2 8 15,1 0 17-15,-6 3-13 0,-1-1 22 0,-5 4-11 16,-3-1 10-16,-4 4-26 0,-3 2 16 0,-9 2-22 16,1-1 14-16,-10 6-25 0,-2-3 22 0,0 0-24 15,-3-1 16-15,0 1-19 0,-2-4 20 0,1 2-20 16,2-4 16-16,3-3-20 0,4-2 9 0,4-2-58 16,4 1-72-16,1-5-129 0,3 0-128 0,2-2-78 15,3-2-135-15,0-4-521 0,2-3-736 0</inkml:trace>
  <inkml:trace contextRef="#ctx0" brushRef="#br0" timeOffset="105160.75">10553 13816 119 0,'-10'-13'569'0,"1"0"-140"0,0 1-33 0,0 0-33 0,2 2 23 0,0 1-57 0,2 2-47 0,0 0-51 0,0 0-53 16,5 7-32-16,-8-7 7 0,8 7 8 0,0 0 19 16,0 0-9-16,14 7-2 0,-6 3-23 0,2 1-26 15,4 4-20-15,3 6-26 0,1 0-7 0,0 2-19 16,2 4-6-16,2 0-8 0,-7-3-2 0,4-1-11 15,-3 0-6-15,0-2-2 0,1-2-2 0,-4-2-4 16,-2-1-6-16,0-1-28 0,-1-5-58 0,-3 0-41 16,0-1-27-16,0 0-70 0,-6-3-87 0,-1-6-47 15,2 8-33-15,-2-8-17 0,-10 5-7 0,10-5-34 16,-17-3-199-16,2-3-158 0</inkml:trace>
  <inkml:trace contextRef="#ctx0" brushRef="#br0" timeOffset="105478.28">10530 13902 76 0,'-9'-19'495'0,"2"0"-85"0,2 3-62 0,1 1-39 15,1 2-58-15,3 1-8 0,1 1-44 0,2 0 8 16,2 2 1-16,4 3 13 0,-1 0-11 0,2 0-19 16,1 3 3-16,2 2-20 0,0-1-5 0,1 4-17 15,4-1 4-15,0 1-17 0,1 4-31 0,-1-4-21 16,4 6-16-16,-1-2-13 0,-1 1-15 0,1 0-3 16,1 0-12-16,-3-1 0 0,2-1-9 0,-6-1-1 15,3 1-6-15,-2-3-3 0,0 2 4 0,-6-2-1 16,4 1 18-16,-14-3 24 0,18 1 2 0,-18-1-8 0,17-5 0 15,-17 5 1-15,10-8-3 0,-8 0-3 0,1 0-10 16,-3-2-1-16,-1-1-17 0,-3-6 1 16,-1 3 0-16,-3-5 0 0,0-2-1 0,-4-4 16 0,0 0-33 15,-3-1 26-15,1 2-23 0,-3-1 19 0,3 0-24 16,-1 2 27-16,1 0-28 0,2 4 19 0,1 3-21 16,0 0 20-16,4 3-24 0,-1 2-20 0,3 3-76 15,-1-2-79-15,2 5-27 0,4 5-32 0,-6-6-31 16,6 6-37-16,0 0-29 0,3 4-53 0,0 2-51 15,1 3-482-15,1 1-501 0</inkml:trace>
  <inkml:trace contextRef="#ctx0" brushRef="#br0" timeOffset="106244.93">11691 13972 212 0,'10'-2'532'0,"-2"-2"-149"0,-8 4-60 0,12-4-54 0,-12 4 29 0,8-3-21 0,-8 3 1 0,8-4-1 15,-8 4-3-15,0 0-24 0,0 0-38 0,0 0-8 16,0 0-28-16,-14 2-7 0,14-2-8 0,-20 2-3 15,10-1-22-15,10-1 10 0,-24 0-14 0,10-1-6 16,1 0-40-16,2-2 9 0,-1 2 1 0,1-2-14 16,2-2-17-16,-1-1-10 0,2-1-15 0,3-2-7 15,1 0-8-15,1-4-4 0,4 2-4 16,2 0-6-16,2-4 0 0,4 2 3 0,0 0-6 0,0 1 2 16,3 1-8-16,0 0 0 0,-1 3-2 0,0 1 4 15,2 2 3-15,-3 3-6 0,2 0 1 0,-1 5 2 16,-1-1-5-16,3 5 3 0,-4 3-5 0,0 2 4 0,-1 3-3 15,-1 4-1-15,0 3 2 0,-3 3 36 16,-3 0-45-16,0 1 40 0,-1 1-42 0,-1 0 42 16,-2-1-47-16,2-3 39 0,-3-2-41 0,4-3 42 15,-3-2-41-15,2-1 55 0,1-3-44 0,-1-1 55 16,1-3-42-16,0-8 42 0,4 11-47 0,-4-11 44 16,10 0-44-16,-1-4 40 0,5-5-58 0,2-1 52 15,0-6-52-15,2 0 46 0,2-5-50 0,1 1 9 0,-3 0-2 16,0-2-3-16,-3 0-13 0,2 0-45 15,-6 0-59-15,2 4-62 0,-5-1-74 0,-2 3-67 0,-2 0-59 16,-3 2-89-16,-1 1-67 0,-2 0-526 16,-4 0-695-16</inkml:trace>
  <inkml:trace contextRef="#ctx0" brushRef="#br0" timeOffset="107426.81">11390 16170 501 0,'2'-8'762'0,"-1"1"-157"0,-1 0-86 0,1-1-83 0,-1-1-49 0,0 1-62 0,1-4-44 0,2 0-33 0,0-1-43 0,2-2-36 0,2-4-32 0,4-2-23 16,0-1-22-16,6-1-20 0,1 0-9 0,1 1-15 0,1 0-10 15,-1 2-13-15,3 0-55 0,-3 2-138 16,-3 3-162-16,-1 0-139 0,-5 6-261 0,-1-1-299 16,-4 2-641-16</inkml:trace>
  <inkml:trace contextRef="#ctx0" brushRef="#br0" timeOffset="113043.76">28494 7155 161 0,'1'-14'437'0,"-1"-2"-81"0,0 2-53 0,0-3-49 0,-4-1-26 0,2 1-31 0,-3-6 1 0,-2 2-44 0,0-2 8 0,-4-2-48 16,0 0 19-16,-2-1-20 0,0 0 3 0,-3 2-8 15,0 0-9-15,-1-1-6 0,0 2 15 0,-2 1 11 16,1 3-12-16,-3-2-4 0,0 4-13 0,-2 2-13 16,-2 1 1-16,-3 4-8 0,-4 1-11 0,-2 5-13 15,-6 4-8-15,-10 3-11 0,-5 3 0 0,-14 7 4 16,-2 2 1-16,-2 4 21 0,0 6 12 0,0 3 32 16,2 4 10-16,2 2-7 0,2 6-23 0,7-1 6 15,3 5-3-15,4 1 6 0,7 2-12 0,11-3 6 16,5 3-32-16,13-6 6 0,7 0-24 0,10-6-4 15,9 7-4-15,8-2-5 0,15 6 8 0,10-3-11 16,7-1-1-16,7-5-3 0,6-1 22 0,4-5-27 16,4-5 22-16,1-2-25 0,0-8 2 0,3-3-1 15,-1-4-1-15,1-7 4 0,0-4-4 0,0-7 0 16,-2 1 1-16,-2-7 4 0,-4-3-4 0,-4-1 7 16,-4-4 34-16,-4-4-47 0,-5-3 25 0,-6-2-30 15,-10 1 26-15,-5-1-4 0,-6-4-4 0,-3-1-2 16,-6-2-25-16,-3-4 33 0,-7 8-35 0,-4-1 35 15,-8-6-33-15,-5 2 28 0,-5 4-30 0,-3 0 6 16,-5 4-2-16,-4 3-3 0,-1 4-31 0,0 4-52 16,-5 5-67-16,4 6-55 0,1 4-54 0,0 6-76 15,-2 3-50-15,-5 7-76 0,0 3-127 0,2 5-298 16,0 7-469-16</inkml:trace>
  <inkml:trace contextRef="#ctx0" brushRef="#br0" timeOffset="114360.3">28530 10882 411 0,'-16'-21'468'0,"-3"-1"-50"0,-8-2-55 0,-1 0-61 0,-4 1-45 0,-3 4 3 0,-4-2-31 0,-1 4 3 0,-5 1-5 0,-3 3-17 15,-3 2-1-15,-4 3-26 0,-4 4-5 0,-3 4-8 16,-12 6-6-16,-4 5-17 0,0 8-5 0,-3 8-15 16,-13 11-5-16,2 9-4 0,5 7-20 0,5 3 0 15,8 1-38-15,7 7-4 0,21-10-13 0,4 2-4 16,14 6 8-16,9-3-14 0,9 7-2 0,12-13-2 16,11 8 4-16,9-1-9 0,10-5 2 0,9-6 3 15,11-5-5-15,8-7-1 0,6-4 8 0,5-10-4 16,2-4-3-16,3-9-2 0,2-5-6 15,0-6-3-15,1-6 0 0,-2-5 40 0,2-7-57 0,-1-4 49 16,-1-5-55-16,-3-4 3 0,-2-4 1 0,-2-1 29 16,-6-4 4-16,-4-4 17 0,-9 0-5 0,-2-6 37 15,-8 0-57-15,-7-1 38 0,-6-4-59 0,-5 2 42 16,-11 4-57-16,-5 1 47 0,-6 1-53 16,-7 3 5-16,-7 0 0 0,-6 2 5 0,-5 6-2 0,-11-3-20 15,-2 12-32-15,0 1 9 0,-4 6-11 0,-3 7-38 16,0 2-44-16,-4 7-87 0,4 4-79 0,-4 4-83 15,-2 8-47-15,-8 6-121 0,3 6-573 0,2 5-756 16</inkml:trace>
  <inkml:trace contextRef="#ctx0" brushRef="#br0" timeOffset="116010.12">28624 16112 180 0,'5'-7'462'0,"-3"1"-70"0,1-1-54 0,0 0-56 0,0-1-24 0,-1-1-29 0,-1-1-2 0,2 1-3 16,-2-3-8-16,-1 2 1 0,0-2 6 0,-2 1 6 0,-1-3-5 15,1-2-10-15,-2 2-19 0,-3-3-7 0,-3-1-33 16,1-1-21-16,-4 3-35 0,-3-4-1 15,-6 2-18-15,0 0-1 0,-8-3-18 0,-4 5 7 0,-4-1-2 16,-4 2-9-16,-3 2-2 0,-3 2 6 0,-5 1 27 16,-4 5-3-16,-1-1 21 0,-6 4 3 0,2 5 8 15,-12 3-4-15,3 4-12 0,2 7-10 16,7 2-14-16,7 4-54 0,6 5 67 0,7 4-45 0,9 8 29 16,10-1-46-16,6 5 34 0,9 6-14 0,7 1-10 15,6 3-10-15,9 8-3 0,7-3-5 0,6-2-4 16,5-1-2-16,5-6 4 0,3-3-8 0,4-6-1 15,1-3-4-15,1-5-31 0,1-5 40 0,-5-9-5 16,2-6 1-16,2 0-3 0,-3-7-2 16,0-4 2-16,6-5-11 0,0-3 25 0,-1-6-18 0,9-7 18 15,-4-6-17-15,2-3 18 0,-4-7-15 0,0-4 12 0,-1-4-9 16,-4-4 0-16,-4-3 2 0,-2 0-31 0,-4 0 52 16,-4-2-35-16,-4 1 35 0,-4 1-3 15,-8 8-7-15,-4 3-7 0,-3-1-8 0,-6 6-20 16,-5 7-22-16,-3-5-13 0,-4 4-18 0,-6 3-13 15,-2 4 3-15,-6 2-23 0,-3 2-38 0,-4 5-42 16,1 2-35-16,-3 4-31 0,4 3-63 0,-2 6-57 16,4 3-62-16,-4 3-58 0,2 4-100 0,4 3-571 15,-6 5-768-15</inkml:trace>
  <inkml:trace contextRef="#ctx0" brushRef="#br0" timeOffset="116660.27">28831 17431 259 0,'0'0'338'0,"0"0"-62"0,0-8 1 0,0 8-24 0,0-11-9 0,-2 5-21 0,0-1-15 0,1-1 24 0,-1-2-10 15,-2-2-15-15,0-1 0 0,-2-1-1 0,-1-1-1 0,-2-3-4 16,0-1-5-16,-5-4-15 0,-1-1-15 15,-7-3-8-15,-1 0 3 0,-5 0-3 0,-4 2 16 16,-4 0-49-16,-10-2 2 0,-6 1-26 0,-4 4 30 16,-4 2-4-16,-3 1 5 0,-5 2-8 0,-3 4-5 0,-5 4-10 15,-2 0-14-15,-1 3 5 0,-3 3-10 0,4 3 2 16,2 1 5-16,13 1 5 0,8 3-8 16,3 2-4-16,3 4 2 0,7 3 2 0,7 7 7 15,6 7 30-15,7 6 15 0,7 8-21 0,6 4-10 0,9 3-30 16,8 5-14-16,6 11-21 0,10 1 6 15,5 2-19-15,7-3 4 0,15 12-18 0,-6-15 5 16,15 7-20-16,7-5 19 0,-7-17 6 0,4-1 10 0,5-6-3 16,3-5 16-16,5-5 10 0,2-2-14 0,-1-3-4 15,1-8-32-15,1-2-16 0,-5-6 0 0,-1-4 0 16,-12-5 0-16,-1-4 0 0,-5-4 0 16,8-7 0-16,-6-6 0 0,-7-4 0 0,-5-6 0 0,-5-5 0 15,-7-6 0-15,-3-2-64 0,-7-2-18 0,-9 4-4 16,-2-3 0-16,-5 1 15 0,-6-2-21 0,-4-1 19 15,-6 0-36-15,-6 2 13 0,-6-9-24 0,-5 3 8 16,-8 3-34-16,-4 0 3 0,-6 3-29 0,-6 3 19 16,-5 3-34-16,-3 3-13 0,-6 3-36 0,1 2-21 15,-5 3-55-15,2 4-61 0,1 2-45 0,0 6-45 16,0 2-67-16,8 6-129 0,2 2-266 0,-2 2-500 0</inkml:trace>
  <inkml:trace contextRef="#ctx0" brushRef="#br0" timeOffset="118577.72">12141 14918 186 0,'-6'-12'504'0,"3"3"-101"16,-1 0-28-16,1 1-22 0,1 1-25 0,0 2-38 0,-1-1-47 0,0-1-36 0,3 7-37 0,-2-8-27 15,2 8-1-15,0 0 83 0,0 0 8 0,0 0-22 0,0 0-33 16,8 5 8-16,-1 4-10 0,-1 2-27 0,3 5 7 16,4 1-33-16,1 5 2 0,1 0-36 15,3 3 16-15,1 5-43 0,4-3-20 0,-3 0 1 16,3-1-7-16,-3-3-4 0,-1-1 1 0,2-4 1 15,0 1 3-15,-3-2-2 0,0-4-7 0,-1-1-3 16,1-4 10-16,-3 0 16 0,3-3-8 0,0-2-4 16,-2-5-5-16,2-1-6 0,4-3-8 0,-2-6-5 0,5-1-3 15,-2-6 38-15,-3 0-50 0,3-7 39 0,0-1-52 16,-5-1 36-16,1-2-102 0,-6 3-53 0,0 0-59 16,-4-1-43-16,-3 4-78 0,-2-1-50 15,0 2 1-15,-3 4-63 0,-2 3-64 0,-3 1-78 0,-2 1-355 16,-1 1-491-16</inkml:trace>
  <inkml:trace contextRef="#ctx0" brushRef="#br0" timeOffset="118777.3">12341 14984 657 0,'-4'7'549'16,"2"-1"-132"-16,2-6-27 0,2 14 14 15,2-7 5-15,5 4-14 0,4 0-16 0,5 3-63 0,3 3-36 16,5-1-52-16,1 5-42 0,5 0-28 0,4 2-23 15,-3 0-27-15,3 4-21 0,-2-2-1 0,1 3-36 16,-2 1 8-16,0 1-29 0,-1 0 1 0,-4 1-16 16,-1-1-98-16,-4 1-114 0,-4-2-107 0,-3-3-93 15,-5-1-145-15,-3-3-166 0,-5 0-269 0,-1-3-571 16</inkml:trace>
  <inkml:trace contextRef="#ctx0" brushRef="#br0" timeOffset="118993.38">12648 15598 1059 0,'0'0'907'0,"-12"-2"-197"0,12 2-159 16,0 0-103-16,0 0-83 0,-10-1-73 0,10 1-71 16,0 0-34-16,0 0-18 0,0 11-30 0,1-3-22 15,3 2-20-15,1 4-13 0,4 0-41 0,-1 5 15 16,0 1-31-16,1 1 15 0,2 4-32 15,-3 0 11-15,-2 0-88 0,-2 1-85 0,-4 3-111 16,-1 2-130-16,-4 2-128 0,-7 8-231 0,-2-3-308 0,-5 0-678 16</inkml:trace>
  <inkml:trace contextRef="#ctx0" brushRef="#br0" timeOffset="120410.19">11959 15331 235 0,'-9'-9'543'0,"1"1"-136"0,1 2-73 0,-2 0-57 0,1 2 6 0,-1-1-44 0,9 5-1 16,-16-2-15-16,16 2 19 0,-15 8 17 0,7 2-9 0,1 4-19 15,1 4-38-15,1 4-15 0,2 5-32 0,2 1-29 16,2 6-10-16,4 0-16 0,3 4-16 16,3-2-13-16,5 0-6 0,2-3 23 0,2-2-1 0,2-5-16 15,2-3 9-15,0-6 19 0,1-4 11 0,4-3 4 16,-5-5-14-16,3-4-14 0,0-4-8 16,2-6 0-16,-2-1-5 0,0-5-3 0,-4-2-14 0,-1-4-2 15,-2-7-4-15,-7 3-49 0,-3-4 46 0,-2-1-49 16,-4-3 7-16,-7 4-2 0,-2-4 5 0,-5-4-2 15,-6-1 2-15,-3 3 39 0,-4 3-53 0,-1 2 47 16,-5 2-51-16,-3 6 41 0,-3 3-51 0,1 3-30 16,3 8-30-16,-1 2-26 0,3 4-29 0,1 6-45 15,-3 3-48-15,2 4-68 0,-3 8-61 0,7 3-65 16,1 4-109-16,9 0-552 0,3 2-709 0</inkml:trace>
  <inkml:trace contextRef="#ctx0" brushRef="#br0" timeOffset="121793.97">11897 16849 642 0,'0'0'588'0,"-16"0"-106"0,16 0-70 0,-16 2-43 0,16-2-27 0,-15 1-20 0,15-1-38 0,-12 0-43 0,12 0-32 0,0 0 2 0,0 0-25 0,0 0-16 0,0 0-18 0,0 0-25 16,1-7-18-16,9 3-15 0,2-4-12 0,4-2-15 0,1-2-5 15,5-5-7-15,2-1-17 0,3-6-5 0,-2-1-8 16,2-1-5-16,0-1 11 0,-1 0-38 16,-5 2-40-16,-3 2-65 0,-1 4-78 0,-7 4-102 0,-2 2-88 15,-1 3-98-15,-7 2-135 0,0 3-396 0,0 5-615 16</inkml:trace>
  <inkml:trace contextRef="#ctx0" brushRef="#br0" timeOffset="129976.79">28502 7983 285 0,'12'-8'446'0,"-3"0"-78"0,0-2-58 0,1 0-43 0,-2-1-30 0,0 1-19 0,-1-3-26 0,-2 0-25 0,1-1-1 16,-4 2-28-16,1-6-7 0,-3 3-13 0,-3-4-4 15,-1 3 7-15,-3-4-22 0,-5 0-6 0,-2 0-14 16,-6-2-5-16,-6-2-1 0,-4 2-4 0,-6 1-11 15,-7 2-10-15,-10-3-11 0,-7 3-2 0,-4 2-8 16,-7 4 2-16,-2 3 24 0,-2 5 13 16,1 2 14-16,10 7-9 0,-5 3 8 0,4 8 11 0,5 4 2 15,6 8-4-15,10 5 4 0,5 6 3 0,9 3-23 16,9 2-2-16,6 1-14 0,7 3 20 0,7 2 0 16,6-1 33-16,8 0-48 0,9 7-14 0,6-2 0 15,5-4-12-15,5-4 1 0,3-3-1 0,1-4-6 16,4-6-3-16,2-4-3 0,-6-7-6 0,1-4 0 15,3-3-6-15,2-3-1 0,-1-5-4 0,0-4 0 16,-2-2 2-16,3-4-1 0,2-3 10 0,-1-2 18 16,-3-4-5-16,1-3 2 0,-5-2 34 0,-1-2-56 15,0-4 57-15,-5-2-55 0,-2-3 43 0,-6-1 0 16,-1-2-4-16,-7-4-18 0,-5 0-7 0,-6-2-7 16,-7 5-2-16,-3-2-47 0,-5 3 37 0,-8-5-61 15,-2 1 23-15,-7 4-73 0,-2 5-33 0,0 3-37 16,2 5-63-16,-3 8-69 0,1 1-48 0,2 6-43 15,0 4-90-15,-4 4-91 0,-1 3-459 0,-2 3-653 16</inkml:trace>
  <inkml:trace contextRef="#ctx0" brushRef="#br0" timeOffset="130643.25">28770 8853 360 0,'1'-18'461'0,"-1"-1"-71"0,-1-2-83 0,-2-2-54 0,-4-6-46 0,-2 2-12 0,-8-6 11 0,-2-1-41 0,-7 0 2 0,-12-5-22 0,-7 2 12 0,-7-1-28 0,-7 3-1 15,-7 0-5-15,-6 4 5 0,-7 0 48 0,-3 5 36 16,-4 7-18-16,1 2-22 0,3 9-3 0,1 3-9 16,6 10-44-16,2 8-20 0,7 7-17 0,3 11-7 15,8 7-4-15,2 8-13 0,5 8 2 0,7 6-12 16,10 5 36-16,4 3-24 0,10 1-2 0,8 4 23 15,9 0-9-15,8 1 7 0,8 0 15 0,11-3-17 16,6-5-1-16,9 0-14 0,16 3-5 0,-7-16-13 16,7-5-9-16,2-6-2 0,1-7 3 0,3-6-10 15,0-5-5-15,0-6 14 0,-9-9-1 0,0-3 35 16,-2-6-52-16,1-4 36 0,-3-4-50 0,3-6 38 16,3-7-47-16,-3-4 43 0,-3-5-45 0,-2-5 40 15,-8-3-47-15,-3-4 0 0,-5 0-20 0,-6-4-15 0,-9 7 2 16,-5-3-10-16,-7 0 31 0,-3-3-70 15,-7 1 24-15,-4 3-40 0,-8-2-11 0,-2 2-33 16,-5 3-33-16,-3 4-28 0,-1 4-47 0,-3 1-61 16,0 6-37-16,1 5-91 0,1 5-87 0,-2 6-451 0,3 1-593 15</inkml:trace>
  <inkml:trace contextRef="#ctx0" brushRef="#br0" timeOffset="133676.37">28650 14101 202 0,'1'-17'499'0,"0"-1"-146"0,-1 2-54 0,-1-1-68 0,-1-1-7 0,-2-2-23 0,-1-2-22 0,-3 2-3 0,-5-6-15 0,2 1-4 16,-6 0-16-16,-2-4 2 0,-4 1 21 0,-1-1 3 0,-4 3-11 15,-2-2-29-15,-2 3-3 0,-2-1 13 0,-5 4-20 16,0-1-21-16,-5 4-15 0,-2 5 6 16,-5 0-8-16,-4 4-11 0,-5 6-6 0,-1 2 11 15,-15 7 2-15,0 7-4 0,0 7-13 0,5 4 14 16,0 11 6-16,6 4 13 0,5 9-26 0,8 4 0 0,7 4-14 15,8 2-6-15,9 3-7 0,10 0-7 16,12-8-17-16,8 2 18 0,12 7-16 0,10-2 12 16,12-2-19-16,10-7 17 0,9 0 2 0,6-4 0 15,7-6-6-15,1-5-1 0,5-6-6 0,2-4 2 0,4-6-2 16,2-4-1-16,-1-5 5 0,-1-5 12 16,-3-5 17-16,-1-5 3 0,-3-5-10 0,-5-2-41 0,0-5 44 15,-6-4-43-15,-3-5 37 0,-3 0-47 0,-2-4 40 16,-5-5-8-16,-6-2-9 0,-4-3-2 0,-9-1-2 15,-2-4-2-15,-10 3-1 0,-6-1-1 0,-6-1 8 16,-2 0-8-16,-8 1-42 0,-2-1 47 0,-6 5-46 16,-6-1-1-16,0 5-21 0,-6 2-2 15,-3 3-58-15,-2 5-32 0,-3 2-40 0,-3 8-43 0,-2 1-52 16,3 7-40-16,-3 4-25 0,0 3-32 0,-7 7-59 16,1 3-83-16,1 5-336 0,-1 3-405 0</inkml:trace>
  <inkml:trace contextRef="#ctx0" brushRef="#br0" timeOffset="136810.32">13121 15580 85 0,'-3'-7'699'0,"-2"0"-150"0,1 1-114 0,2 1-80 0,-5 1-46 0,7 4-35 0,-9-8-23 0,9 8-11 0,-7-6-21 0,7 6-22 0,-8-4-21 0,8 4-19 0,-9-4-21 0,9 4-16 16,0 0-14-16,-6-6-13 0,6 6 1 0,0 0 0 0,-7-4 0 16,7 4-4-16,0 0-11 0,4-7-6 15,-4 7-16-15,10-10-12 0,0 4-7 0,2-3-5 16,0-1-7-16,4-2-3 0,2 1-12 0,3-6 19 0,0 3-26 15,2-1 14-15,-3-2-8 0,1 5 1 16,2-5 3-16,-5 7 15 0,-1-1-23 0,-3 3-3 16,0-1 1-16,-1 1-2 0,-1 4 1 0,-1 0-1 15,-2 2 10-15,-9 2 10 0,15 2 12 0,-9 2 0 0,-1 4 17 16,-2 3-33-16,0 1 22 0,-3 5-32 0,-3 2 16 16,-1 3 0-16,-2 1-12 0,-1 1-5 15,-2 3 1-15,2-3-4 0,-4 1 1 0,3-3 0 0,-1-2-2 16,0 0-1-16,1-2 1 0,-1-6-1 0,5 2 0 15,-2-3 3-15,1 0 0 0,1-2 3 0,1-2 19 16,3-7-5-16,-5 9 0 0,5-9-5 0,0 0 0 16,12-3-4-16,-3-2-3 0,1-2-2 15,3-1 0-15,1 0-2 0,1-2 0 0,2-1 3 0,1 2-38 16,-3-1 39-16,3 6-32 0,-2-3 39 0,-3 2-39 16,0 2 38-16,1 2-42 0,-2 1 42 0,0 1-6 15,-3 1 8-15,2 2-10 0,-4 3-4 0,1-1-2 16,-3 4 2-16,-4 1 2 0,-1 0 1 0,-1 1 9 15,-6 3 15-15,-3 0 7 0,0 3 2 0,-9 2-17 16,0-2 13-16,-4 1 2 0,-5 0-2 0,-3 0 4 16,-1 0-10-16,-3-2-5 0,2-3 0 0,4-3-5 15,-2-1 2-15,8-4-6 0,-1 0-2 0,6-1-17 16,0-3-46-16,4-1-100 0,0-2-70 0,4-2-95 16,1-1-105-16,0-4-87 0,4 2-110 0,1-5-645 15,0 0-868-15</inkml:trace>
  <inkml:trace contextRef="#ctx0" brushRef="#br0" timeOffset="139475.76">11302 13186 160 0,'-13'-3'366'0,"3"0"-49"0,0 1-45 0,0-2-29 0,0 2-19 0,2-2-32 0,8 4-12 0,-14-3-47 0,14 3-28 0,-13-3-18 0,13 3-7 0,0 0-26 16,-9-4 17-16,9 4-22 0,0 0 21 0,0 0-20 15,14-3 14-15,-2 1-22 0,-1 2 11 0,2-2-17 16,2 1 12-16,3 1-28 0,0-2 17 0,2 2-29 16,0 0 21-16,0 0-25 0,2 0 17 0,-3 0-26 15,1 0 24-15,1 0-23 0,-2 0 19 0,0 0-20 0,-3 0 20 16,0 0-22-16,-3-1 20 0,2 0-23 0,-2 0 19 16,0-1-13-16,-2-2 16 0,0-1-21 15,-1-1 19-15,-3 0-19 0,1-5 20 0,0 2-3 16,-4-4-9-16,-2-2 5 0,-1 2-3 0,-2-4-24 0,0 1 26 15,-3-1-21-15,-5-4 22 0,3 2-21 0,-2 0 23 16,-1 0-21-16,-2 2 28 0,2 1-12 0,2 2 53 16,-2 3-33-16,3 2 16 0,2 2-24 0,2 1 18 15,2 6 9-15,0 0 40 0,0 0 1 0,1 11-7 16,4-3-1-16,3 9 25 0,3 3-17 0,2 10-14 16,3 4-10-16,1 5-6 0,4 2-17 15,0-1-5-15,1 10-8 0,-2-10-2 0,2-1-5 0,-1 3-2 16,2-4-2-16,-2 1-6 0,2 0-40 0,-1 0-120 15,0-2-116-15,-2 0-132 0,-2-1-585 0,0 0-586 16</inkml:trace>
  <inkml:trace contextRef="#ctx0" brushRef="#br0" timeOffset="141125.04">12534 16108 245 0,'0'0'534'0,"-14"-4"-111"0,5 2-85 0,0-1-45 0,0 2-13 0,-1-3-8 0,1 3-31 0,0-2-10 0,-2 0 1 0,2 1-5 0,0-2 8 0,-1 0-17 16,2 0-18-16,0-1-11 0,-1-2-23 0,3 0-26 15,1-1-11-15,2-2-9 0,2-3-6 0,4 2-19 16,0-3-18-16,6-4-15 0,0 1-11 16,2 1-11-16,4 0-8 0,-1 2 15 0,2 2-29 0,1 0-4 15,2 5-3-15,-1 2 0 0,-1 3 11 0,2 2 23 16,0 4 14-16,3 3-18 0,-2 5 4 0,1 3-32 15,-1 4 28-15,-1 4-29 0,-2 6 43 0,-2 6-7 16,-6 0-7-16,0 5-9 0,-5 1-6 16,-1-3 6-16,-6 0 14 0,1 5-21 0,-5-2 1 0,1 0-1 15,-3-4-3-15,0-4 4 0,1-3 17 0,-1-2-4 16,3-7-4-16,-2 0-5 0,3-6 11 0,1 1 21 16,-1-3 22-16,4-4 11 0,2-2-12 0,-1-7-11 15,15 3-15-15,3-9 3 0,8-7-24 0,10-11 7 16,10-7-24-16,5-7 12 0,4-6-19 0,2-6 0 15,11-11-2-15,-2-1-35 0,-12 11 12 0,0 0-70 16,-8 0-106-16,-4 3-153 0,-5 9-269 0,-14 8-243 16,-9 5-641-16,-9 3-1123 0</inkml:trace>
  <inkml:trace contextRef="#ctx0" brushRef="#br0" timeOffset="144928.85">7634 15758 246 0,'16'6'213'0,"-1"2"-3"0,5 1-5 0,5 4 5 0,4 6-9 0,3 4 3 0,5 3-2 0,8 10 11 0,3 4 5 0,4 7-25 0,4 5-6 0,13 16 2 16,4 6-18-16,5 2-10 0,6 3 2 15,5 5 16-15,7 3 2 0,3 6 7 0,3 7-21 0,3 1-12 16,25 24-2-16,-1 0-16 0,4-1-21 0,-3 5-8 15,1 0 30-15,-6 1-55 0,-20-27 22 0,-3 3-65 16,-1-3 35-16,0-3-43 0,-3-5 52 0,-4-5-38 16,-7-7 31-16,-6-7-7 0,-4-6 3 0,-11-9-6 0,-14-14-11 15,-5-6-3-15,-9-4-16 0,-6-12-17 0,-5 0-26 16,-5-11-25-16,-7 0-84 0,-2-6-163 0,-5-1-156 16,-8-7-124-16,0 0-169 0,0 0-359 0,-2-10-704 15</inkml:trace>
  <inkml:trace contextRef="#ctx0" brushRef="#br0" timeOffset="146397.07">7747 16181 259 0,'-31'-6'418'0,"3"-2"-102"0,-2 0-75 0,5 1-48 0,1 0-50 0,1-1-11 0,2 0-24 0,1 0 4 0,1-2 5 0,2 1 11 0,4-1-24 0,3-1-23 16,1-2-15-16,5-3-2 0,0 0-20 15,4-3 24-15,4-5-22 0,5-7 8 0,9-7-13 0,8-10 24 16,6-5-11-16,7-4 3 0,7-3-7 0,13-13 5 16,6-1 30-16,3-2-6 0,5-2-1 15,0-3-6-15,3-6-2 0,4-3-9 0,5-5-1 16,2 0-5-16,8-1 11 0,1-6-20 0,5 0-9 0,1-6-4 15,22-23-1-15,-21 27-7 0,2 1 0 0,5 4-2 16,1 3-3-16,-2 4-8 0,-2 4-4 0,-6 2-1 16,-6 5 3-16,-6 3-2 0,-3 5 0 0,-7 5-2 15,-4 3-1-15,-7 4-6 0,-13 10-14 0,-5 0-12 16,-3 7-4-16,-6-2-8 0,0 3 10 0,-4 1-5 16,-4 3 0-16,-6 3-1 0,-4 3-3 0,0-3-9 15,0 3 2-15,0 2 0 0,0-4-1 0,0 2 11 16,0-2-7-16,3 0 0 0,-2 0 6 0,4 2 3 15,0-3 26-15,-1 3-24 0,1 1 32 0,0 2-20 16,-1 0 22-16,-3 5-17 0,-4 4 21 0,-4 1-1 16,-2 5-1-16,0 1-2 0,-5 3-3 0,2 2 4 15,-3-1-5-15,0 3 4 0,-3 0-1 0,2 2 0 16,-2-1-19-16,-5 6 21 0,11-3-22 0,-11 3 29 16,12 0-13-16,-12 0 26 0,12 3-11 0,-4 2 46 15,1 1-6-15,3 0 6 0,0 1-7 0,1 1-3 16,6 2 11-16,2 1 9 0,3 1-9 0,4 1 28 15,4 3 2-15,4 1-14 0,2 2-12 0,1-2 2 16,0 4-11-16,2-1-3 0,-1 3 0 0,6 5-7 0,0 0-7 16,-1 2-10-16,0 3 10 0,0-1-10 15,1 3 1-15,0 4-1 0,3 3 18 0,-2 4-9 16,4 4 0-16,-1 6-12 0,9 14 6 0,0 2-3 16,2 6-2-16,-1 0 5 0,3 2-3 0,-2 4-13 0,0 1 7 15,2 5 3-15,0 1-7 0,0-2 16 0,1 1 8 16,0-3-9-16,0-5-7 0,-1-2-11 0,-1-5 8 15,0-3-10-15,-2-3 1 0,-12-13-8 0,2-2 5 16,0-2 0-16,-4-3-6 0,1-1 1 0,-3-6 9 16,-3-1-14-16,-2-2 1 0,0-3-2 0,-10-5 2 15,2-4 0-15,-3-2-1 0,-1 0 5 0,-3-1-6 16,-5-4-1-16,1-1 0 0,-3-2 0 0,-3-2 0 16,-1 1-2-16,1-2 3 0,-4 1-3 0,-2-2 0 15,1-1 0-15,-2-1 0 0,1 0 2 0,-3-1-1 16,1-1-1-16,-1-1 3 0,2 1-2 0,-3-1 1 15,1 0-1-15,-2 0 0 0,1-2-7 0,0 2 7 0,-2-2-3 16,4 1 9-16,-2 0-10 0,0 0 7 16,0-1-20-16,1 2 12 0,0-1-9 0,3-1 7 15,-2 1-5-15,2 1 6 0,1-3-1 0,2 2 1 16,-2 1-10-16,2 1 7 0,0-4-7 0,-1 4 8 16,2-1-7-16,-2-1 9 0,-1 2-1 0,1-1 3 15,-2 0 5-15,-2 0-2 0,2 1-5 0,-2-1 7 16,-2 1-3-16,2 0 2 0,-2 0 0 0,0 0 1 0,1 1 1 15,-5-2-5-15,3 3 4 0,-2-1 9 0,-2 1-10 16,-1 1-1-16,0 2 2 0,-3 2 8 0,-3 2-8 16,-2 4 8-16,-3 3-6 0,-3 5 18 15,-2 1-2-15,-3 4 6 0,-2 1-6 0,-2 1 8 0,-6 5-1 16,0 4 13-16,-2-3-6 0,1 3-4 0,0-2-5 16,-1 2 4-16,-3 0-2 0,3 0 12 0,-3 1-18 15,0 2 14-15,-4-2-21 0,-3 4 26 16,-3 1-19-16,-2 0 11 0,-15 13-21 0,-2 0 24 0,-5 1-9 15,-3 5 25-15,-4 2 15 0,-6 2 34 0,-4 4-37 16,-5 2 15-16,-4 3 21 0,-1 1-14 0,-1 0-12 16,-4 2 13-16,-1 3-13 0,2 0 2 0,-1 0-16 15,1-2 30-15,3-2-44 0,-1-4 24 0,7-1-50 16,1-4 34-16,5-4-45 0,1-2 0 0,6-4 2 16,-2-3 30-16,7-3-46 0,-1-2 37 0,16-11-7 0,-1-3-10 15,0 1-1-15,4 0 0 0,-2-2 0 0,3 0-6 16,2-1 11-16,4-5-2 0,4-4-5 0,12-9 2 15,4-2 7-15,5-5 4 0,7-6-3 0,-1 2-8 16,8-6-8-16,1 0-1 0,2-4-5 0,7-4-6 16,0 0 7-16,0 0 3 0,0 0 0 0,13-7-3 15,-4-1 3-15,1-2-5 0,3-1-1 0,0-2 1 0,0 1 0 16,-1 0 5-16,0 1 1 0,-2 2-2 16,-1-1 1-16,-1 3 0 0,-2 1-4 0,2-2 4 0,-2 3 0 15,-2 0 3-15,0 1-6 0,-4 4-4 0,5-8-4 16,-5 8-4-16,0 0 0 0,1-7 7 0,-1 7-4 0,0 0 1 15,-5-6 4-15,5 6 5 0,0 0-2 16,-6-5-4-16,6 5 6 0,0 0-12 0,0 0-51 0,-7-3-40 16,7 3-66-16,0 0-151 0,-5-6-124 0,5 6-90 15,-6-8-99-15,6 8-145 0,-6-11-348 0,2 1-743 16</inkml:trace>
  <inkml:trace contextRef="#ctx0" brushRef="#br0" timeOffset="169663.64">28137 7264 371 0,'-12'2'519'0,"12"-2"-151"0,0 0-55 0,0 0-91 0,-11 0-30 0,11 0-80 0,0 0-41 15,0 0-60-15,0 0-40 0,-9 1-52 0,9-1-41 0,0 0-59 16,0 0-102-16,0 8-185 0,0-8 54 0</inkml:trace>
  <inkml:trace contextRef="#ctx0" brushRef="#br0" timeOffset="169924.98">28073 8097 426 0,'0'0'613'0,"13"-2"-182"0,-13 2-68 0,0 0-138 15,5-4-82-15,-5 4-106 0,0 0-66 0,4-6-62 16,-4 6-64-16,0 0-90 0,0 0-292 0,10-3-43 16</inkml:trace>
  <inkml:trace contextRef="#ctx0" brushRef="#br0" timeOffset="170274.61">28172 9271 832 0,'0'0'764'15,"0"0"-155"-15,-3 7-144 0,3-7-102 0,0 0-80 16,0 0-101-16,0 0-92 0,0 0-70 0,0 0-50 16,4 7-60-16,-4-7-52 0,0 0-96 0,0 0-76 15,12 1-122-15,-12-1-313 0,0 0-259 16</inkml:trace>
  <inkml:trace contextRef="#ctx0" brushRef="#br0" timeOffset="171080.37">28030 11472 971 0,'-3'-7'629'0,"3"7"-140"0,-1-7-92 0,1 7-114 0,-2-5-35 0,2 5-62 0,0 0-24 0,-2-7-50 0,2 7-3 0,0 0-39 0,0 0 1 0,-4-7-31 0,4 7 4 0,0 0-44 0,0 0-23 15,0 0-75-15,0 0-37 0,0 0-68 0,0 0-96 16,0 0-109-16,2 8-427 0,-2-8-374 0</inkml:trace>
  <inkml:trace contextRef="#ctx0" brushRef="#br0" timeOffset="171674.69">28085 13352 598 0,'0'0'767'0,"0"0"-161"0,2 6-126 15,-2-6-111-15,0 0-71 0,0 0-63 0,0 0-38 0,0 0-38 0,0 0-31 0,0 0-26 0,0 0-22 0,0 0-20 0,0 0-32 0,0 0-40 0,0 0-40 0,0 0-52 16,0 0-54-16,0 0-64 0,0 0-122 0,0 0-130 16,8 2-390-16,-8-2-412 0</inkml:trace>
  <inkml:trace contextRef="#ctx0" brushRef="#br0" timeOffset="172179.1">28181 14515 468 0,'0'0'817'0,"0"0"-184"0,-12 1-156 0,12-1-93 0,-11 2-105 0,11-2-61 0,-9 1-116 0,9-1-58 16,0 0-68-16,-9 3-7 0,9-3-28 0,0 0-15 15,0 0-7-15,0 0-17 0,0 0 5 0,-8 4-25 16,8-4 6-16,0 0-27 0,0 0-31 0,0 0-38 16,0 0-37-16,3 7-96 0,-3-7-169 0,0 0-8 15</inkml:trace>
  <inkml:trace contextRef="#ctx0" brushRef="#br0" timeOffset="172624.48">28389 15208 183 0,'0'0'825'0,"0"0"-219"0,-4-6-132 0,4 6-104 0,0 0-97 0,-9-3-89 0,9 3-82 0,0 0-63 0,-5-3-44 0,5 3-40 0,0 0-40 15,0 0-34-15,0 0-23 0,0 0-5 0,-6-5-4 16,6 5-18-16,0 0-4 0,0 0-35 16,0 0-30-16,0 0-256 0,-5 5 15 0</inkml:trace>
  <inkml:trace contextRef="#ctx0" brushRef="#br0" timeOffset="173041.61">28240 16462 575 0,'0'0'672'0,"0"0"-164"0,0 0-97 0,-3 6-92 16,3-6-77-16,0 0-58 0,-5 5-57 0,5-5-35 0,0 0-38 16,0 0-37-16,0 0-38 0,0 0-23 0,-8 3-23 15,8-3-20-15,0 0-24 0,0 0-40 0,0 0-55 16,0 0-74-16,0 0-97 0,0 0-204 16,-5 5-94-16</inkml:trace>
  <inkml:trace contextRef="#ctx0" brushRef="#br0" timeOffset="173558.03">28283 17551 160 0,'0'0'646'0,"0"0"-113"0,0 5-105 0,0-5-73 0,-1 7-97 0,1-7-34 0,0 0-40 0,-3 10-33 0,3-10-27 0,0 0-26 0,0 6-31 0,0-6-31 0,0 0-11 0,0 0-9 15,0 0-23-15,0 7-13 0,0-7-23 0,0 0-17 16,0 0-16-16,0 0-21 0,0 0-57 0,0 0-17 16,0 0-75-16,0 0-61 0,3 6-364 0,-3-6-181 15</inkml:trace>
  <inkml:trace contextRef="#ctx0" brushRef="#br0" timeOffset="176756.82">31451 7697 634 0,'5'-11'548'0,"0"0"-111"0,-3 2-65 0,-2-1-42 0,0 1-49 0,-3-4-35 0,-3 3-16 0,-1-3-6 0,-2 1 3 0,-1 1 10 15,-3-3-11-15,-3 1-9 0,-3 2-35 0,-2 2-27 16,-1 0-15-16,-1 3-17 0,-2 2-8 0,-1 2-21 15,2 4-15-15,-3 0-6 0,3 5-8 0,-2 4-18 16,1 3 22-16,1 5-33 0,2 5 31 0,4 1-12 16,1 2 4-16,7 0-20 0,2 2-8 0,2-1-3 15,3-2-7-15,3-2-6 0,4 1-1 0,1-3 1 16,0 0-5-16,6-2 8 0,0-4 31 0,3-2-1 16,3-2 16-16,1-3-23 0,0-3 23 0,0-5-14 15,1-1 7-15,2-3-23 0,-1-4 12 0,1-2-25 16,-2-1-4-16,0-5-2 0,-2-4-5 0,-1 0 3 15,-1-2-4-15,-5-1-2 0,-2 1-3 0,-2 0-43 16,-1-1 63-16,-2 0 2 0,-2 3 0 0,-1 0 0 16,-1 2-1-16,-2 1 1 0,3 2-6 0,-2 3-7 15,0-1-5-15,1 5-4 0,1 7 2 0,-4-7 1 16,4 7 0-16,-6 8-37 0,2 3 54 0,0 6 1 16,2 5-4-16,-1 7 0 0,3 3 3 0,2 4 21 15,1 7-20-15,3-1 0 0,2 0-2 0,1 1-2 16,3 0-5-16,1-4-2 0,-2-2 0 0,1-2-35 15,0-6 40-15,1-3-37 0,-1-2 12 0,-3-3-126 16,0-5-38-16,-2-3-115 0,2-1-158 0,-2-5-128 16,-1-1-121-16,-6-6-719 0,8 6-1013 0</inkml:trace>
  <inkml:trace contextRef="#ctx0" brushRef="#br0" timeOffset="177207.97">31799 7395 916 0,'-5'-13'895'0,"0"3"-142"0,1-3-96 0,0 4-132 0,0-1-63 0,0 2-120 0,2 0-47 0,0 2-78 0,-3 1-22 0,5 5-62 0,-1-8 6 0,1 8-34 0,0 0 29 0,9 4-33 16,0 0 7-16,1 0-28 0,7 3 4 0,2 3-29 0,3-2 11 15,1 1-35-15,3 0 5 0,-1 1-33 0,-2-4 7 16,0 1-40-16,0-1 5 0,-5-3-44 0,1 2 27 16,-1-5-46-16,-4 2 25 0,-1-4-32 0,1 0 35 15,-3-2-17-15,1-2 31 0,-2-4-7 0,-2 1 33 16,-3-4-20-16,0-4 32 0,-3 0-20 0,-1 0 25 16,-1-4-11-16,-1 1 36 0,-1-3-20 0,-3 0 59 15,0-1-10-15,-1 2 42 0,-1 3-2 0,3 3 28 16,-1 1-34-16,0 2 3 0,2 1-30 0,-1 4-5 15,2 1-25-15,2 7 14 0,0 0-13 0,-5 7 32 16,3 2 11-16,2 9 77 0,3 5-40 0,1 10 74 16,0 9 34-16,3 3 9 0,3 1-39 0,-1 5 17 15,2 6-54-15,1 1-1 0,-3-6-68 0,0 2-81 16,0-4 0-16,-1 1 0 0,0-1 0 0,-1-1 0 0,3-3 0 16,-1-3 0-16,0 0 0 0,1-5-249 0,-2-6-138 15,1-2-84-15,-5-5-156 0,4-2-116 0,-3-1-92 16,-1-3-711-16,-2-3-1186 0</inkml:trace>
  <inkml:trace contextRef="#ctx0" brushRef="#br0" timeOffset="177823.47">31382 9322 1095 0,'-1'-18'770'0,"0"4"-102"0,-1 3-127 0,2 0-108 0,0 1-60 0,0 1-80 0,-1 3-38 0,0-2-71 15,1 8-13-15,-3-9-6 0,3 9 8 0,0 0 35 0,0 0-83 16,-12 6 21-16,6 2-67 0,1 1 36 15,-3 4-18-15,3 0-4 0,-5 4-11 0,3 1-15 16,-1 1-10-16,0-1-14 0,2 1-5 0,1-3-8 16,0 1-5-16,1-2-6 0,1 0 19 0,1-4 9 0,0 2 5 15,2-3 3-15,2-1-5 0,1 0-7 0,1-2-6 16,4-2-10-16,1-2-1 0,4-2-11 16,-2 1 1-16,4-2-4 0,2 0-4 0,1-2-3 0,-1 1-1 15,2 1-3-15,1 0 2 0,-2 1-3 0,1 2 2 16,2 1-1-16,-1 2-3 0,1 4 1 0,-2-1 3 15,0 5-1-15,1 3 5 0,-3 1 2 0,1 3-5 16,-5 1 4-16,-1 0-3 0,-4-1 1 0,1 1-33 16,-5 0 43-16,-1 0-35 0,-3-2 37 0,-3 2-35 15,-1-1 36-15,-4 1-35 0,1-1 38 0,-6-3-37 16,3 0 35-16,-4-2-47 0,-3-1-14 0,1-5-129 16,-2-1-74-16,0-5-85 0,-3-1-89 0,1-3-79 15,-4-3 6-15,-1-5-80 0,-3-3-43 0,3-3-445 0,-6-7-678 16</inkml:trace>
  <inkml:trace contextRef="#ctx0" brushRef="#br0" timeOffset="177973.73">31197 9439 682 0,'9'-17'645'0,"1"2"-142"0,0 0-96 0,2-1-76 16,4 2-17-16,0-1-9 0,4 0-6 0,4-1-2 16,1-1-29-16,0 1-25 0,7-2-62 0,3 0-31 15,-2 2-37-15,0 0-11 0,0 0-24 0,3-1-44 16,-1 3-82-16,1-4-94 0,-1 3-118 0,2 0-117 15,-2 1-119-15,-6 3-642 0,1-3-752 0</inkml:trace>
  <inkml:trace contextRef="#ctx0" brushRef="#br0" timeOffset="178473.65">32187 9011 1233 0,'0'10'952'0,"0"-2"-224"0,0 3-185 0,2 2-20 0,0 5-70 16,3 4-85-16,3 5-48 0,0 2-21 0,1 1-48 16,3 6-16-16,0-1-44 0,-1 0 0 0,1-5-41 15,-1-2 21-15,0-1-35 0,-3-4-7 0,0-1-36 16,-1-2-1-16,0-1-33 0,0-4 5 0,-2-2-19 16,-1 1 30-16,-1-3 46 0,1-3 34 0,-2-2-15 15,-2-6-27-15,0 0-19 0,0 0-19 0,-9-6-2 16,3-2 3-16,-1-6-33 0,-5-5-43 0,1-6 0 15,-1-5 0-15,-2-4 0 0,3 0 0 0,1 4 0 16,1-1 0-16,3 6 0 0,1 4 0 0,-2 1 0 0,4 3 0 16,1 1 0-16,2 4 0 0,2 2 0 0,3 2 0 15,5 4 0-15,1 2 0 0,4 3 0 0,3 4 0 16,6 5 0-16,4 1 0 0,7 6 0 16,-1 2 0-16,2 2 0 0,0-2 0 0,0 1 0 0,-2-2 0 15,-1-1 0-15,-5-5 0 0,1 1 0 0,-4-4 0 16,-2-2 0-16,0-2 0 0,-4-2 0 0,-1-3 0 0,1-5 0 15,-3-1 0-15,2-4 0 0,-2-2 0 16,-2-4 0-16,-1-4 0 0,-3-4 0 0,-1-2 0 16,-4-4 0-16,-3 2 0 0,-4-7 0 0,-1-1 0 0,-4-7 0 15,-4-2 0-15,-1 2 0 0,1-2 0 16,-3 3 0-16,1 1 0 0,-1 4 0 0,2 1 0 16,3 11 0-16,-1 4 0 0,4 2 0 0,1 3 0 0,-1 2 0 15,1 1 0-15,0 3 0 0,3 2 0 0,-1 3-300 16,3 5-299-16,0 0-31 0,0 0-99 0,-11 6-46 15,7 4-857-15,-1 1-1293 0</inkml:trace>
  <inkml:trace contextRef="#ctx0" brushRef="#br0" timeOffset="187040.5">10962 16726 24 0,'-4'-5'240'0,"4"5"-61"0,-5-9-45 0,5 9-29 0,-4-4-26 0,4 4-14 0,0 0-15 0,0 0-9 0,0 0-18 16,2-6-28-16,-2 6-39 0,0 0-51 0,0 0-156 16,11-3 79-16</inkml:trace>
  <inkml:trace contextRef="#ctx0" brushRef="#br0" timeOffset="187910.47">12730 15139 146 0,'-5'-4'462'0,"5"4"-138"0,0 0-58 0,0 0-64 0,-4-5-62 0,4 5-10 0,0 0-42 0,0 0-5 0,0 0-21 0,0 0-24 0,-4-4-41 16,4 4-22-16,0 0-23 0,0 0-39 0,0 0-67 15,0 0-119-15,-4 4-154 0,4-4 104 0</inkml:trace>
  <inkml:trace contextRef="#ctx0" brushRef="#br0" timeOffset="196589.65">13070 15329 28 0,'-25'4'124'0,"1"0"-23"0,-1 5-5 0,-2 1-25 0,1 3-7 0,3 2 7 0,0 0-23 0,3 4 11 0,2 0 5 15,1 2-7-15,3 2-11 0,3 1 0 0,4 0-7 0,2 1-4 16,1 0-8-16,4 2 0 0,3 4-10 0,1 1-7 16,3 3-6-16,6 0 1 0,2 1-16 0,3 0-6 15,3-1-5-15,3-1 1 0,4-3-6 0,2 0-8 16,3-4-23-16,3 0-16 0,1-3-57 0,2-2-74 15,1-5 64-15</inkml:trace>
  <inkml:trace contextRef="#ctx0" brushRef="#br0" timeOffset="-189176.31">19441 5100 402 0,'-2'-8'732'0,"2"8"-191"0,-5-4-126 0,5 4-74 0,0 0-84 16,-11 1-31-16,11-1-28 0,-11 11-11 0,6-5-2 0,0 2 5 0,1 2 1 16,-1 0-18-16,3 1-9 0,0-2-6 0,-1 1-5 15,1-1 11-15,4-1-12 0,1 0 6 0,-1 1-1 16,3-3-9-16,1 0-11 0,3 0 2 0,5-5-11 15,0 1 20-15,7-4-50 0,4-1 5 0,6-5-20 16,9-4-21-16,2-4-19 0,4-2 2 0,7-6-17 16,1-1 27-16,1-2-45 0,-1-4 31 0,-1 0-47 15,-3-1 40-15,-1-1-61 0,-6 1-24 0,-7 5-31 16,-3 2-48-16,-2 0-61 0,-3 3-61 0,-6 3-66 16,-4 4-69-16,-3 4-60 0,-2 2-57 0,-3 1-67 15,-4 4-516-15,-6 4-705 0</inkml:trace>
  <inkml:trace contextRef="#ctx0" brushRef="#br0" timeOffset="-188425.41">19310 8231 1027 0,'0'0'814'0,"0"0"-140"0,0 0-157 0,-6-5-105 0,6 5-76 0,0 0-67 0,0 0-33 0,-5 5-19 0,5-5-19 0,1 7-11 0,-1-7-15 0,2 11 13 15,2-7-22-15,-4-4-16 0,4 13 4 16,1-9-16-16,2 1-3 0,0-1-17 0,2-2-16 15,2 0-24-15,-11-2-7 0,26-3-19 0,-5-5-3 16,4-4-15-16,7-7 15 0,0-6-12 0,9-7-6 16,1-3-7-16,4-7-4 0,-1-2-6 0,2-3-1 15,1-2-5-15,0-3-6 0,1 0-23 0,-3 0-25 16,1 0-25-16,-5-1-49 0,0 1-36 0,-1 4-36 16,-6 2-51-16,-2 5-37 0,-9 6-67 0,-2 5-47 15,0 4-71-15,-4 4-112 0,-7 5-575 0,-1 0-767 16</inkml:trace>
  <inkml:trace contextRef="#ctx0" brushRef="#br0" timeOffset="-187823.94">19865 9231 984 0,'0'0'816'0,"0"0"-112"0,-5 8-150 0,-1-2-83 0,0 0-70 0,1 3-53 0,-4 0-37 0,3 3-15 0,-2-3-7 15,-1 4-32-15,1-3-13 0,3-2-23 0,0-1-2 16,1 2-14-16,-2-5-21 0,6-4-16 0,-4 10-29 15,4-10-22-15,0 0-21 0,7 5-17 0,0-10-13 0,6-5-18 16,10-6-10-16,5-10-15 0,3-3 6 0,10-12-16 16,3 2 2-16,1-5-25 0,0-6-38 15,2-3-56-15,-2-3-58 0,0-3-47 0,-2-1-42 0,2-5-69 16,-4 3-93-16,-3 2-40 0,-1 3-52 0,-5 2-82 16,-4 5-98-16,-6 9-439 0,-2 4-739 0</inkml:trace>
  <inkml:trace contextRef="#ctx0" brushRef="#br0" timeOffset="-182076.51">28108 4911 373 0,'0'0'551'0,"-6"-4"-126"0,6 4-91 0,0 0-83 0,-7-4-31 0,7 4-54 0,0 0-32 0,0 0-42 0,-4-5-5 0,4 5-27 0,0 0-1 0,0 0-28 0,0 0 13 0,-6-3-31 15,6 3 13-15,0 0-17 0,0 0 6 0,0 0-8 16,0 0 9-16,0 0-15 0,0 0 9 0,0 0-10 16,0 0 3-16,-5 3-17 0,5-3 7 0,0 0-42 15,0 0-21-15,0 11-35 0,0-11-5 0,-3 5-28 16,3-5-35-16,0 9-58 0,0-9-68 0,-4 9-242 16,4-9-48-16</inkml:trace>
  <inkml:trace contextRef="#ctx0" brushRef="#br0" timeOffset="-181193.17">27967 6217 397 0,'0'0'505'0,"0"0"-114"0,0 0-93 0,-11 0-62 0,11 0-48 0,0 0-37 0,0 0-26 0,0 0-41 0,0 0-8 0,0 0-19 0,0 0-9 0,0 0-10 0,0 0-7 0,0 0-5 0,-13 0-5 16,13 0-4-16,0 0-6 0,0 0-6 0,0 0 4 16,0 0-6-16,0 0 3 0,0 0 1 0,0 0-2 15,0 0-3-15,0 0-1 0,0 0 0 0,0 0 3 16,0 0-5-16,0 0 2 0,0 0-5 0,0 0 3 15,0 0-1-15,0 0 5 0,0 0 0 16,0 0-1-16,0 0 0 0,0 0-4 0,0 0 3 0,0 0-4 16,0 0-5-16,0 0 9 0,0 0 2 0,0 0 2 15,0 0 0-15,0 0-3 0,0 0-1 0,-11 0-6 16,11 0-2-16,0 0 7 0,0 0 4 0,0 0-1 16,0 0 0-16,0 0-1 0,0 0 1 0,0 0 2 15,0 0-2-15,0 0-5 0,0 0 2 0,0 0-4 16,0 0 5-16,0 0-2 0,0 0-1 0,0 0 3 15,0 0-9-15,0 0 16 0,0 0-11 0,0 0 5 16,0 0-5-16,0 0 6 0,0 0-2 0,0 0 2 16,0 0 0-16,0 0-8 0,0 0-2 0,0 0-11 15,0 0-9-15,0 0-14 0,0 0-34 0,0 0-23 16,0 0-46-16,-4 5-68 0,4-5-76 0,0 0-289 16,0 0-91-16</inkml:trace>
  <inkml:trace contextRef="#ctx0" brushRef="#br0" timeOffset="-172993.73">18823 5143 292 0,'0'0'257'0,"0"0"-54"0,-7 4-55 0,7-4-21 0,0 0-33 0,-7 2-12 0,7-2-24 15,0 0-7-15,0 0-15 0,0 0-3 0,-9 5-15 16,9-5 4-16,0 0-13 0,-1 6-14 0,1-6-73 16,0 8-73-16,0-8-228 0,-1 13 163 0</inkml:trace>
  <inkml:trace contextRef="#ctx0" brushRef="#br0" timeOffset="-172776.32">18897 6088 367 0,'-2'7'479'15,"2"-7"-144"-15,-5 10-121 0,5-10-128 0,-3 8-109 16,3-8-87-16,-5 7-93 0,5-7-159 0,-1 9 180 15</inkml:trace>
  <inkml:trace contextRef="#ctx0" brushRef="#br0" timeOffset="-172543.26">18986 7122 290 0,'-3'10'461'0,"2"1"-109"16,0-4-79-16,-1 0-67 0,2 1-34 0,0-8-39 16,-2 9-27-16,2-9-32 0,1 10-43 0,-1-10-41 15,3 4-52-15,-3-4-68 0,5 6-86 0,-5-6-310 16,7 5-27-16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1:10:27.8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4167 4981 351 0,'-11'-3'311'0,"-1"-2"-71"0,2 2-4 0,1 0-57 0,0-3 39 0,0 4-46 0,0-3 24 0,3 1-33 0,-2 1-5 0,2-2-8 0,6 5-37 16,-12-6-34-16,12 6-5 0,-9-4-23 0,9 4 8 16,-6-4-35-16,6 4 22 0,0 0 10 0,-9-2 17 15,9 2 6-15,0 0-5 0,0 0-13 16,0 0-16-16,4 8-6 0,-4-8-8 0,6 4-3 16,-6-4-3-16,8 6-6 0,-8-6 2 0,6 6-3 0,-6-6 2 15,9 5 3-15,-9-5 4 0,9 4 24 0,-9-4 19 16,6 2 33-16,-6-2 14 0,0 0 11 0,0 0-14 15,12 0-15-15,-12 0-19 0,5-5-10 0,-5 5 16 16,6-11-3-16,-3 5-20 0,1-2-7 0,-3 0 3 16,3-1-1-16,-3-2-10 0,2 1-8 0,-1 1-10 15,1-4-6-15,-1 1-4 0,1-2-3 0,2-2-7 16,-1-2-3-16,4-2 7 0,1-5-11 0,3-3-3 16,4-5-6-16,4-3-1 0,1-2-8 0,5-7-20 15,4 0-36-15,-2-1-53 0,3 2-46 0,-7 4-62 16,-1 4-83-16,-5 2-77 0,-2 2-110 0,-5 5-450 15,-8 6-535-15</inkml:trace>
  <inkml:trace contextRef="#ctx0" brushRef="#br0" timeOffset="18910.68">2332 5673 488 0,'0'11'455'0,"0"-11"-132"0,-2 7-189 0,2-7-184 0,2 8-115 0,-2-8-211 0,4 6 168 0</inkml:trace>
  <inkml:trace contextRef="#ctx0" brushRef="#br0" timeOffset="19547.74">4885 4963 305 0,'4'9'375'0,"-4"-9"-96"0,4 6-70 0,-4-6-56 0,0 0-86 0,4 6-70 0,-4-6-53 0,0 0-49 0,0 8-67 0,0-8-158 0,0 0 209 0</inkml:trace>
  <inkml:trace contextRef="#ctx0" brushRef="#br0" timeOffset="27246.47">5187 5439 274 0,'0'0'362'0,"0"-8"-85"0,0 8-42 0,-1-7-42 0,1 7-24 0,-4-7-24 0,4 7-13 0,-8-8-23 0,3 3-18 15,-1 0-13-15,-3-2 2 0,0 1 9 0,-3 1-32 16,-2-3 8-16,0 2-24 0,-4 0 6 0,-1-1-23 15,-4 1 12-15,-3 0-26 0,-4-1 18 0,-3 3-24 16,-3 1 20-16,-5 0-18 0,0 1 24 0,-11 4-17 16,-1-1 20-16,0 2-10 0,-4 4 27 0,1 2-32 15,-9 5 25-15,1 0-19 0,4 1 4 0,3 3-7 0,3 5 8 16,9-5 8-16,3 3 17 0,-4 9 6 0,10-3 19 16,-1 9-3-16,2 2-7 0,5 5 22 15,6-5 1-15,3 3 11 0,3 2 24 0,3 3 0 0,5 1-1 16,2 5-21-16,2-2-18 0,4 0-19 0,5 1-11 15,3-1-10-15,6-3-7 0,3-1-6 0,7 4 2 16,5-5 0-16,6-4 1 0,9-4 2 16,5-6-4-16,10-3-1 0,5-6-8 0,7-4-4 0,8-5-4 15,1-7-2-15,5-5-6 0,1-5-1 0,1-3-5 16,2-8 4-16,-2-2 0 0,-2-4 35 0,-3-4 14 16,-4-3-10-16,-3-2 11 0,-8 0 15 15,-3-3 16-15,-6-2-15 0,-7-1-11 0,-5-3-12 0,-6 0-9 16,-3-2-9-16,-12 5 21 0,-3-5-39 0,-4-2 19 15,-5-1-31-15,-6-1 19 0,-3-2-28 0,-8 2 24 16,-5-2-31-16,-2 2 27 0,-12-6-14 16,-3 3 18-16,-7 2-33 0,-5 5 4 0,-6 3 3 0,-2 5 0 15,-7 2-1-15,-5 6 5 0,-4 5 19 0,-3 4-30 16,0 5 24-16,-5 4-30 0,12 6-14 0,0 2-40 16,4 6-58-16,1 2-69 0,2 4-90 0,9 1-62 15,3 7-57-15,5 1-63 0,4 4-110 0,4 3-317 16,4 1-464-16</inkml:trace>
  <inkml:trace contextRef="#ctx0" brushRef="#br0" timeOffset="29130.16">7174 5635 24 0,'0'0'199'0,"0"0"-50"0,-8-4-35 0,8 4-27 0,0 0-16 0,0 0-20 0,-7-3-11 0,7 3-9 0,0 0-6 0,0 0-5 15,0 0-2-15,0 0-4 0,-5-5-2 0,5 5-6 16,0 0 5-16,0 0 2 0,0 0 13 0,0 0 13 16,0 0 18-16,0 0 9 0,0 0 22 15,0 0-1-15,0 0 12 0,0 0-12 0,0 0 5 0,-4-6-23 16,4 6 3-16,0 0-11 0,0 0 2 0,1-8-5 15,-1 8-7-15,-1-6-9 0,1 6-3 0,0-8-6 16,0 8-1-16,-4-6-8 0,4 6 7 0,-5-10-4 16,5 10-1-16,-6-9 6 0,-2 0 11 0,2 4 1 15,-1-1-6-15,-2-2 1 0,-2 2-2 0,-1-1 1 16,1-2-19-16,-5 3 22 0,2-1 12 0,-6-2-32 16,-1 3 14-16,1-1-21 0,-3 1 17 0,-1 2-26 15,-3-3 32-15,-2 5-26 0,-1-1 23 0,-2 1-13 16,0 2 26-16,-5 0-20 0,-1 2 12 0,-1 0-2 15,-1 1 5-15,-4 2 7 0,-2 1-5 0,3 1-4 16,-2 1-7-16,3 1-5 0,1-1-5 16,-1 3-4-16,2 1 5 0,2-1 23 0,1 4-4 0,2-1-7 15,-2 2 0-15,5 1 5 0,8-2 16 0,-3-1 0 16,1 4-11-16,2 1-7 0,0 0-1 0,2 5 0 16,-2 0 4-16,2 1 24 0,2 4 19 0,0-1-7 15,4 2-12-15,0 2 11 0,3 1 20 0,1 3-13 0,4-3-6 16,2 1-14-16,2 2 28 0,3 0 3 15,2 1-15-15,-1 1-4 0,8 4 5 0,1 1 18 16,1-3-7-16,8 2-15 0,0-3-10 0,5-2 4 0,7 5-6 16,5-4 13-16,6-2-38 0,1-2-3 0,5-3 5 15,6-3-7-15,4-2-1 0,1-5-7 0,3-3 5 16,4-4 22-16,2-5 16 0,-7-3-35 16,4-4 8-16,11-6-10 0,-1-4-10 0,-1-1-5 0,0-4 1 15,-3-2 1-15,-2-4 10 0,-3 0 6 0,-2-7-3 16,-2-1-7-16,-3-3-4 0,-2-4 0 0,-1-1-3 15,-7-3-7-15,0-2 3 0,-6 1-5 0,-4-2-2 16,-4-2-1-16,-3-1-22 0,-9 5 25 0,-3 0-6 16,-6-1-6-16,-2-1 46 0,-5 1-38 0,-4 5 45 15,-6-2-50-15,-2-6 36 0,-7 3-46 0,-4-1 36 16,-4 2-54-16,-9-2 42 0,-4 2-54 0,-6 3 43 16,-3 5-50-16,-6 3 31 0,-2 3-72 0,8 8 0 15,-6 2-76-15,6 4-47 0,-2 2-89 0,7 6-117 16,6 2-43-16,-3 2-116 0,2 9-668 0,2-2-852 15</inkml:trace>
  <inkml:trace contextRef="#ctx0" brushRef="#br0" timeOffset="35946.22">4250 7254 138 0,'0'0'517'0,"-9"-3"-126"0,9 3-75 0,0 0-67 0,-10-4-51 0,10 4-40 0,0 0-32 0,-9-2-35 0,9 2-9 16,0 0-18-16,0 0-22 0,0 0-21 0,0 0-24 16,-10 2-27-16,10-2-46 0,0 8-58 0,0-8-70 15,0 11-89-15,0-3-224 0,0-2-18 0</inkml:trace>
  <inkml:trace contextRef="#ctx0" brushRef="#br0" timeOffset="36596.18">5311 6792 139 0,'-5'-8'338'0,"-3"-1"-93"0,2 0-56 0,-3 0-35 0,-1 0-16 15,-2-1-22-15,-1 1-2 0,-1-2-5 0,-2-1-17 16,-1 1 13-16,-3 1-15 0,-3-3-1 0,-2 1 3 16,0-1 1-16,-2 1-18 0,-1-1-11 0,-3 1 5 15,2 1-12-15,-3 1-4 0,0 1 0 0,-3 0-8 16,-2 2-11-16,-5 0-15 0,2 3 6 0,1 0-3 15,-5 3-2-15,2 1-6 0,-10 1 4 0,-1 4 2 16,-2 2 7-16,2 4 12 0,-10 3 2 0,2 3 1 16,1 2 15-16,4 4 21 0,2 2-26 0,5 5 28 15,3 4-8-15,7 5 0 0,3 7 5 0,5 7 13 16,7 6 1-16,7 7-6 0,6 4-9 0,6 4-13 16,5 2-10-16,6 4-9 0,8 1-2 0,4 1-12 15,8-1-4-15,2-4 0 0,4-4-4 0,2-5 8 16,8-5 22-16,3-7 25 0,6-5 20 0,2-5 0 15,4-6 1-15,6-6 6 0,1-7-21 0,4-2-11 16,2-8-6-16,1-6-5 0,3-5-9 0,3-6-7 16,2-9 9-16,1-4 0 0,-1-6 6 0,-1-6-19 0,-2-6 32 15,-4-2-15-15,-2-5 27 0,-2-4-13 16,-7-3-1-16,-3-2 5 0,-7-4-22 0,-4-1-6 0,-6-4-11 16,-4 0-11-16,-5-5 6 0,-8 1-19 15,-6-6-3-15,-6 2-2 0,-8 10-2 0,-4-3-1 0,-7-7-5 16,-8 3-2-16,-6 4-4 0,-5 4-7 0,-9 2 5 15,-7 4-10-15,-3 6 0 0,-6 1-6 0,0 7 37 16,-5 2-42-16,-2 6 40 0,2 2-39 16,10 8 10-16,-4 2-63 0,4 2 8 0,0 2-42 0,8 6-32 15,1 2-27-15,5 2-54 0,2 1-41 0,1 5-24 16,1 3-49-16,4 2-32 0,2 3-41 16,4 4-78-16,0 4-343 0,5 1-376 0</inkml:trace>
  <inkml:trace contextRef="#ctx0" brushRef="#br0" timeOffset="42112.43">5132 8006 72 0,'-9'-7'463'0,"1"1"-130"0,2 1-65 0,-2 2-58 0,1-3-12 16,-1 2-23-16,2 1-17 0,-1-1-4 0,7 4 13 0,-15-7-42 0,15 7-21 15,-13-3 3-15,13 3 20 0,-13-4-29 0,13 4 25 16,-10-2-27-16,10 2 3 0,-9-3-34 0,9 3 8 15,0 0-25-15,-9-5 0 0,9 5-16 0,0 0 3 0,5-12-13 16,-1 6 10-16,5-2-17 0,1-3 10 0,6 0-15 16,-2-4 5-16,4 2-10 0,-2 1 9 0,2-2-17 15,1 2 24-15,-3 1-24 0,-1-1 13 16,-2 6-13-16,-3-2 10 0,3 0-11 0,-6 2 13 0,1 1-5 16,1-1 14-16,-4 1-11 0,-5 5 7 0,8-7-13 15,-8 7 13-15,0 0-15 0,-4-6 8 0,4 6-9 16,-12 3 11-16,1 1-11 0,-1 2 10 0,-3-1 10 15,1 3 10-15,-1-2-9 0,1 0 9 0,-2 3 2 16,4-3 8-16,1-2-9 0,1 0-4 0,1 2 2 16,0-3-6-16,3 1-4 0,6-4-5 0,-13 6 0 15,13-6-1-15,-8 3-5 0,8-3 2 16,0 0-4-16,0 0 0 0,0 0 2 0,13-4-4 0,-1-1-19 16,-1-1-36-16,3-1-74 0,3-1-22 0,2 2-62 15,-1-3-54-15,1 2-65 0,-1 0-75 0,2-1-361 16,1 2-282-16</inkml:trace>
  <inkml:trace contextRef="#ctx0" brushRef="#br0" timeOffset="42863.24">7264 7410 525 0,'-9'3'420'0,"-1"1"-87"0,-1 1-36 0,1-2-41 0,-4 2 13 0,1 1-27 0,1 0-6 0,-1 1-32 0,0-2-6 15,4 0-19-15,-1 1-11 0,1-3-23 0,0 3-21 16,1-2-23-16,0 0-13 0,8-4-13 0,-11 4-16 16,11-4-2-16,-10 5-10 0,10-5-8 0,-8 6 5 15,8-6 16-15,0 0 17 0,0 0 5 0,0 0-4 16,5 4-12-16,-5-4-12 0,13-1-8 0,-3-2-8 16,-1 0-8-16,3 0-6 0,-1 0-2 0,2-1-8 15,0 2-2-15,-2-2-4 0,-3 0 3 0,3 2-3 16,-3-2 0-16,-8 4-1 0,14-3-2 0,-14 3-4 15,12-2 5-15,-12 2-3 0,0 0-1 0,0 0 0 16,0 0-6-16,-8 8 6 0,0-1-4 0,-5 1 1 0,-4 5-3 16,-6-1 16-16,-2 5-10 0,-4 4 0 0,-2-2-2 15,2 1 1-15,5-4 1 0,1-2 9 0,6-1 7 16,-1-3-3-16,5-1-2 0,2-2-1 0,2 0-3 16,1-1-1-16,3-2 0 0,5-4 3 0,0 0 8 15,5 4-2-15,4-7-7 0,8 0 1 0,2-6-7 16,8-1 3-16,2-2-1 0,6-1 0 0,1-4-2 15,-3 2 2-15,0-2-3 0,-5 4 1 0,0 0-5 16,-5-1 11-16,-4 4-9 0,-2 3 5 0,-2-2-10 16,-3 3 10-16,-2 2-6 0,-2-2 2 0,-8 6-4 15,6-5-13-15,-6 5-9 0,0 0-12 0,-14 5-9 16,4 1-7-16,-4-2-30 0,-3 2-46 0,-2 3-55 16,1-2-57-16,-2 5-50 0,-1-1-83 0,1-2-85 15,-2 4-505-15,4-2-547 0</inkml:trace>
  <inkml:trace contextRef="#ctx0" brushRef="#br0" timeOffset="43996.92">4930 9068 198 0,'-13'-9'602'0,"-1"0"-152"0,3 2-62 0,-2-1-60 0,0-1-1 0,4 4-41 0,-1-2-14 0,1 1-25 0,4 2-29 16,-3-1-28-16,2 1-36 0,1 0-24 0,5 4-28 16,-9-5-15-16,9 5-16 0,0 0 4 0,0 0-10 15,0 0-7-15,0 0-13 0,9 1-7 0,-9-1-7 16,15 6-5-16,-5-2-4 0,1-1-3 0,0 0-3 15,2-1-4-15,-2 0 0 0,1 1 8 0,-2-1-2 0,4-1 3 16,-4 0 3-16,3-2-1 0,-3 0-3 16,1-1-1-16,0-3-8 0,-2 0-5 0,1-3-8 15,-1-1-14-15,0-2-17 0,-1 1-14 0,-3-5 20 16,-1 2 2-16,-3-3 6 0,2 2-3 0,-3-2 10 16,-2-1 1-16,0-1 5 0,-2 1-3 0,1 0 10 15,-1 2-1-15,1 1 12 0,-1 0 0 0,1 4 26 16,1 1-3-16,-3-1-6 0,2 4-8 0,3 6 5 0,-2-6 9 15,2 6 33-15,-3 8 27 0,3 5 34 0,0 3-10 16,3 7 6-16,2 7 11 0,2 3-30 0,1 8 51 16,1 4-33-16,4-1 18 0,-2 2-10 0,2-2-7 15,1 0-16-15,0 2-8 0,3-5-16 0,-3-1-17 16,1-2-13-16,-2-1-14 0,2-2-20 0,-3-7-42 16,-1-2-56-16,2-3-53 0,-4-4-53 0,0-2-54 15,0-2-58-15,-2-5-57 0,0 0-28 0,-1-4-54 16,1 0-83-16,-7-6-57 0,0 0-469 0,7-7-662 15</inkml:trace>
  <inkml:trace contextRef="#ctx0" brushRef="#br0" timeOffset="44562.69">5188 9104 646 0,'3'-7'528'0,"-2"3"-148"16,-1 4-43-16,5-9-60 0,-5 9-3 0,7-5-37 15,-7 5-12-15,7-3-24 0,-7 3-24 0,12-2-26 16,-12 2-19-16,10-3-24 0,-10 3-19 0,12-5-11 15,-5 2-7-15,1 0 2 0,-1 0-2 0,1-3-11 16,1 1-14-16,-4-3-3 0,3 0-6 0,-3 0-2 16,0-2-13-16,-4-1 1 0,2-1-5 0,-3 2 1 0,1-2-1 15,-2-1-2-15,0 3-2 0,-2-2 4 0,-2 4-1 16,1-3 6-16,-1 4-2 0,-1-2 4 16,-2 3 3-16,0 3 4 0,8 3-5 0,-14-3 16 15,14 3 3-15,-15 6 12 0,7 0 21 0,2 6-1 0,1 0-13 16,-3 1-11-16,6 3-8 0,-1 1 5 0,2 1-20 15,1 0 7-15,1 0-14 0,3-1-6 0,0-1 21 16,3 1 6-16,0-4 5 0,0 0 7 0,4 0-8 16,0-5 16-16,3 0-18 0,1-3-3 0,2-3-11 15,1-2 12-15,1-3-18 0,2-3 9 0,-1-2-23 16,2-2 6-16,1-3-15 0,-3-4 11 0,-2 4-8 16,-1-3 3-16,-3-1 0 0,-3 0-6 0,0-1-3 15,-3-2 2-15,-1-1-1 0,-3 1-4 0,-2 2 3 16,-1 1 10-16,-1-1 17 0,-1 5 10 0,0-1 0 15,1 1 60-15,-1 2-57 0,-2 0 42 0,3 2-59 16,-1 0 38-16,-1 3-50 0,2 6 31 0,-1-11-48 16,1 11 41-16,0 0-50 0,0 0 46 0,0 0-46 15,0 0 41-15,9 10-43 0,-1-3 3 0,5 1 1 16,-2 2 1-16,7 1 4 0,0 0 4 0,1 1-1 16,0-3 2-16,2 3-3 0,-3-1 6 0,0 0-1 15,-2 0 2-15,-3-3-31 0,0 2 35 0,-2-3-30 16,-2 4 35-16,0-3-29 0,-3 2 33 0,-2-2-33 15,-1 2 33-15,-3-1-25 0,-4 2 26 0,1 0-30 16,-2 1 29-16,-2-2-30 0,-1 1 27 0,4-3-43 0,-5 1-18 16,3-1-66-16,1-1-94 0,1-1-102 15,0-2-131-15,4-4-95 0,-5 7-149 0,5-7-546 0,0 0-839 16</inkml:trace>
  <inkml:trace contextRef="#ctx0" brushRef="#br0" timeOffset="45129.51">6873 8222 1243 0,'0'10'946'16,"0"-10"-195"-16,-3 6-148 0,3-6-132 0,0 0-92 0,0 9-98 0,0-9-41 0,4 11-57 0,1-3-28 0,0 0-37 15,0 1-12-15,4 2-33 0,0 2 3 0,3 4-11 16,-1-3 1-16,2 4-9 0,4 1 13 0,-3-2-5 16,2 2 0-16,-3-4-8 0,1 2-9 0,0-4-9 15,-4-1-4-15,-2-1-8 0,1 0-2 0,-1-4 0 16,-1 0 6-16,-4 1-3 0,-3-8-2 0,2 10-1 16,-2-10-5-16,-5 4 1 0,5-4-7 0,-12 0-3 15,0-4 0-15,-2 0-2 0,-4-5 1 0,-1-3-30 16,-2-3 31-16,-2 1-27 0,2-5 33 0,-1 1-33 15,1-2 33-15,2 1-27 0,4-1 30 0,1 4-4 16,1 0-6-16,7 1-1 0,-2 3-4 0,4 0-2 0,3 4-7 16,4 0 4-16,0 1 7 0,5 3 2 0,2 2 2 15,3 2 3-15,4 2 1 0,1 0-3 16,3 4-2-16,2 1-28 0,1 1 31 0,3 1-29 0,-1 1 31 16,-3-2-28-16,3 0 30 0,-4 0-29 0,0-2 30 15,0-1-28-15,1 1 36 0,-5 0-22 0,0-4 34 16,0 0-30-16,-4-2 35 0,1-2-20 0,-3 0 27 15,0-4-34-15,0 0 25 0,-2-2-36 0,-3-3 25 16,-1-2-6-16,-2 0-2 0,-3-2-7 0,-2-2 5 16,-3-1-3-16,-2-4 0 0,-1 1-5 0,-3-4-1 15,-3-2-1-15,-1 2-5 0,0 0 0 0,1 3-1 16,2 3-4-16,-2 0 4 0,3 3-4 0,1 5 1 16,0-3-10-16,1 3-22 0,3 3-51 0,0 0-70 15,0 3-36-15,5 5-17 0,-8-6-49 0,8 6-51 16,0 0-82-16,0 13-89 0,0-6-43 0,3 5-136 15,-2 0-534-15,4 2-798 0</inkml:trace>
  <inkml:trace contextRef="#ctx0" brushRef="#br0" timeOffset="45479.19">7390 8126 560 0,'0'0'750'0,"0"0"-135"0,0 0-86 0,0 0-78 0,0 0-51 16,0 0-30-16,0 0-40 0,0 0-30 0,7 4-49 0,-7-4-34 0,1 8-24 0,-1-8-19 16,5 11-25-16,0-4-12 0,1 0-3 0,2-1-24 15,0 1 17-15,2 1-33 0,3-1 24 0,-2-1-44 0,3-2 17 16,1 1-49-16,-3-2 18 0,1-2-18 16,2 0 35-16,-2-1-6 0,0-2-11 0,0-1 6 15,-2-2-13-15,2 0-10 0,-3-5 1 0,-1 2-9 16,-1-2-5-16,-2-4-5 0,-3 1-7 0,-2-2-5 0,-1 2-1 15,0-1-4-15,-4-3 0 0,-1 4 13 0,-4 0-3 16,0 0 2-16,-2 2 8 0,-3 3-13 0,-2 2-5 16,-2 1 1-16,-2 3 0 0,2 2-5 0,-2 4-4 15,-3 0 1-15,2 3-13 0,2 1-35 0,2 2-53 16,2 3-76-16,2 0-60 0,3-1-53 0,4 3-88 16,2-1-96-16,3 0-65 0,2-1-107 0,4 0-673 15,0-1-920-15</inkml:trace>
  <inkml:trace contextRef="#ctx0" brushRef="#br0" timeOffset="45611.81">7678 8147 915 0,'11'-6'957'0,"-2"-2"-203"0,-2 3-152 15,-2-1-91-15,1 2-71 0,-6 4-90 0,9-8-74 16,-9 8-50-16,6-9-51 0,-6 9-63 0,4-4-77 16,-4 4-102-16,0 0-176 0,0 0-190 0,0 0-246 15,-15 2-561-15,5 0-850 0</inkml:trace>
  <inkml:trace contextRef="#ctx0" brushRef="#br0" timeOffset="46629.07">1188 5006 327 0,'8'-5'233'0,"-2"1"-54"0,-6 4-42 0,0 0-25 0,18 4-22 0,-13 0-13 0,0 2-15 0,2 3-18 15,-1-1-60-15,4 0-52 0,2 1-50 16,3-1-215-16,3-4 208 0</inkml:trace>
  <inkml:trace contextRef="#ctx0" brushRef="#br0" timeOffset="47084.54">5081 4585 411 0,'5'5'355'0,"0"0"-69"0,-5-5-70 0,9 4-46 0,-9-4-99 0,5 7-72 0,-5-7-80 0,-3 8-65 16,0-2-261-16,-5 0 134 0</inkml:trace>
  <inkml:trace contextRef="#ctx0" brushRef="#br0" timeOffset="47329.4">1646 5086 270 0,'15'0'167'0,"-15"0"-144"16,14 0-170-16,-1 0 41 0</inkml:trace>
  <inkml:trace contextRef="#ctx0" brushRef="#br0" timeOffset="47568.38">6664 2896 238 0,'10'-6'269'0,"-2"1"-164"15,-8 5-90-15,12-2-34 0,-12 2-72 0,10 6-71 16,-6 0 41-16</inkml:trace>
  <inkml:trace contextRef="#ctx0" brushRef="#br0" timeOffset="47779.75">7473 4829 316 0,'-4'5'630'0,"4"-5"-152"0,-6 4-111 15,6-4-74-15,0 0-151 0,0 0-141 0,-9 5-134 0,9-5-66 16,-1 10-98-16,-2-3-204 0,-1 0 5 16</inkml:trace>
  <inkml:trace contextRef="#ctx0" brushRef="#br0" timeOffset="48095.55">2120 6817 31 0,'0'0'285'16,"-12"2"-89"-16,12-2-36 0,0 0-40 0,0 0-24 15,0 0-21-15,7-8-16 0,2 6-9 0,2-4-11 16,3-3-11-16,4 0-3 0,4-3-18 0,3-2-56 16,6-5-109-16,2-3-143 0,2-2 239 0</inkml:trace>
  <inkml:trace contextRef="#ctx0" brushRef="#br0" timeOffset="48515.81">5564 5931 379 0,'1'7'627'0,"-1"-7"-141"0,-1 7-130 0,1-7-83 0,0 0-151 0,0 0-137 0,0 8-86 0,0-8-55 16,4 11-15-16,-3-2-41 0,4 2-286 0,-4-2 9 15</inkml:trace>
  <inkml:trace contextRef="#ctx0" brushRef="#br0" timeOffset="48878.5">2329 6842 9 0,'-2'-6'360'16,"-2"1"-108"-16,5-1-59 0,3-2-45 0,1 0-25 15,3-3-27-15,2 4-25 0,4-5-25 0,4 2-59 16,4 0-35-16,5-3-94 0,7-4-203 0,4-2 196 15</inkml:trace>
  <inkml:trace contextRef="#ctx0" brushRef="#br0" timeOffset="49244.66">7316 6184 447 0,'1'13'507'16,"1"-4"-116"-16,-2-4-100 0,0-5-53 0,1 12-93 15,-1-12-131-15,1 13-120 0,-1-7-111 0,3 0-317 16,-2 2-41-16</inkml:trace>
  <inkml:trace contextRef="#ctx0" brushRef="#br0" timeOffset="51696.34">11265 4728 545 0,'-8'11'703'0,"1"-2"-156"0,-1 2-99 0,-1-1-97 0,3 2-63 0,-2-1-42 0,3 3-37 0,0-3-25 0,1 1-4 0,0-2-2 15,3 0 15-15,1 1 2 0,0-1 3 0,1-1-32 16,4 0-2-16,2-2-3 0,2-1-6 0,3-3-3 16,3-3-8-16,6-1-11 0,9-9-27 0,5-5-11 15,6-7-19-15,10-8 7 0,3-8 8 0,2-4-47 16,3-5 27-16,13-13-40 0,2-5 10 0,2-5 27 15,4-4-64-15,0-3 41 0,3-5-57 0,-1-3 47 16,1 2-44-16,0-2 1 0,-1 6-10 0,0 4 20 0,-8 9-58 16,-4 6-92-16,-17 15-94 0,-5 7-76 0,-7 4-77 15,-10 9-64-15,-7 6-70 0,-6 7-53 0,-7 4-531 16,-2 2-729-16</inkml:trace>
  <inkml:trace contextRef="#ctx0" brushRef="#br0" timeOffset="71661.92">12277 6421 849 0,'0'0'697'0,"4"10"-158"0,-4-10-120 0,5 9-99 0,-5-9-61 0,3 10-50 0,-2-3-43 0,4 0-30 0,-2 0-15 16,1 0 17-16,2 0 31 0,-1-2 17 0,0-1 21 16,-5-4 14-16,13 3-16 0,-2-6-27 0,4-3-15 15,4-4-17-15,4-9-5 0,9-6-43 0,1-5-4 0,9-8-34 16,7-4-13-16,-1-2-17 0,6-2 8 16,2-4 1-16,12-12-22 0,-2-1 4 15,2-1-7-15,0-3-3 0,-2-1-11 0,-2-1-26 0,0-1-21 16,-4-1-29-16,-1 1-51 0,-12 13-23 0,2-2-87 15,-4 2-68-15,-2 3-69 0,-2 2-25 0,-5 5-108 16,-4 3-112-16,-9 10-342 0,-2 3-548 0</inkml:trace>
  <inkml:trace contextRef="#ctx0" brushRef="#br0" timeOffset="107211.16">27901 4760 377 0,'0'0'284'0,"-12"0"-81"0,12 0-82 0,0 0-79 0,0 0-62 0,-10 3-42 0,10-3-47 0,0 0-154 16,-4 4 83-16</inkml:trace>
  <inkml:trace contextRef="#ctx0" brushRef="#br0" timeOffset="121775.32">18462 5672 580 0,'0'0'480'0,"-16"5"-129"0,10-2-50 0,-1 1-75 0,0 1-5 0,2 4-53 0,0-1 13 0,1 3-39 0,0 1 8 0,1 0-15 15,3 1-3-15,1 0-26 0,2 2-5 0,0 0-2 16,2-1 18-16,1-3 4 0,4 2 3 0,-2-2 19 15,5-2 5-15,1 0 6 0,3-2 0 0,2-4-9 16,6 0-10-16,3-5-25 0,7-2-18 0,7-6-13 16,5-2-7-16,10-8 11 0,0-5-16 0,5-1 14 15,-1-6-33-15,0-3 44 0,-1 1-49 0,-1-7-9 16,1 0-7-16,0-2-3 0,0-5 1 0,-1 3-10 16,10-12-5-16,-9 6-6 0,9-8 20 0,1 2-50 15,-12 7 20-15,1 1-19 0,0-1-7 0,-1 2-34 16,0 1-22-16,-2 3-51 0,-2 0-38 0,-3 6-38 15,-3 3-52-15,-3 5-37 0,-7 5-63 0,-4 4-64 16,-4 3-58-16,-4 6-425 0,-6 2-483 0</inkml:trace>
  <inkml:trace contextRef="#ctx0" brushRef="#br0" timeOffset="123975.43">13274 14050 24 0,'-10'0'626'0,"-3"-1"-187"0,13 1-97 0,-18-2-85 0,18 2-28 0,-19 0-68 0,19 0-28 0,-19 2-25 0,10-1-29 0,1 2-12 15,-1 2-12-15,-1-1-12 0,4 0-3 0,-2 2-2 16,2-1 10-16,-1 3 25 0,4-2-15 0,-1 1 11 16,1 0 11-16,3 0 3 0,0 1 4 0,3-1 3 15,-1 3 7-15,2-3 6 0,4 0 8 0,-3 0 17 16,2-1 12-16,4-2 4 0,0 0 6 0,2-4 0 16,2 0 3-16,5-4-12 0,1-5 8 0,7-4-35 15,6-6-6-15,0-4-26 0,11-7-14 0,-2-4-7 16,-2-1-13-16,5-4-7 0,-2 0 4 0,0-5-16 15,1 1-3-15,2-3 5 0,-3-1-15 16,3-4-2-16,-1-1-6 0,1-1 3 0,-3-2-7 0,-1 0-5 16,1 0 7-16,-3 1-5 0,-2 1 8 0,-1 4-11 15,-2 1-9-15,-2 4-49 0,-9 9-27 0,-1 1-58 16,-2 3-41-16,-5 8-57 0,-2 1-34 0,-5 4-35 16,-1 3-53-16,-4 4-39 0,-1 0-75 0,-4 3-415 15,-1 2-456-15</inkml:trace>
  <inkml:trace contextRef="#ctx0" brushRef="#br0" timeOffset="125596.22">31325 13015 572 0,'-3'9'518'0,"-1"-3"-119"0,2 0-88 0,2-6-64 0,-3 10-47 0,-1-6-25 0,4-4 2 0,0 12 3 0,0-12 3 0,0 12 0 0,1-6 17 16,2 0-8-16,0-1 8 0,-1 1-4 0,5 1 3 16,-1-2-21-16,4 0-3 0,-1-1-1 0,5-2-2 15,2-2-18-15,3-2-9 0,5-4-1 0,6-1-10 16,0-4 2-16,10-4-17 0,1-3-17 0,7-7-11 15,3-3-21-15,4-4-14 0,0-4 8 0,3-4-28 16,1-2 14-16,1-6-32 0,12-12 6 0,1-1-50 16,1-3 5-16,1 0-40 0,-1-1 3 0,2 2-46 15,0-2-19-15,0 2-38 0,-1 2-48 0,1 0-18 0,-3 0-95 16,-4 4-38-16,-9 10-28 0,-4 0-42 0,-3 4-12 16,-1 2 1-16,-5-1-26 0,-2 3-275 0,-3 1-249 15</inkml:trace>
  <inkml:trace contextRef="#ctx0" brushRef="#br0" timeOffset="-168478.44">24145 4740 159 0,'4'-17'511'0,"0"1"-144"0,-2-2-79 0,-2 2-48 0,3 0-27 0,-5-5-50 0,1 1-30 0,0-3-29 0,-3-2-29 0,-2-5 12 16,-3-2-30-16,-4-6 4 0,-3-1-18 0,-1-1 12 16,-9-7-11-16,-1 0 5 0,-2-3-2 15,-7 3 6-15,0 2-11 0,-5 1 10 0,-3 2-8 0,-5 3-4 16,-5 1-2-16,-3 3-2 0,-6 3 3 15,-3 7 18-15,-6 1 0 0,-3 7-9 0,-3 6 1 0,-7 8 22 16,-1 6-5-16,-4 8 7 0,-2 6-4 0,-14 13-8 16,3 10 20-16,7 8-7 0,9 8 7 0,6 6-18 15,10 4-7-15,9 4-7 0,9 5-3 0,18-8-6 16,8 2-7-16,10 1-7 0,9-1-2 0,10-2-3 16,12-2-3-16,9-5 7 0,11-2 14 0,9-6 18 15,7-2 18-15,8-8-17 0,3-4-11 0,8-6 2 16,4-6-8-16,5-2-2 0,6-8-11 0,4-3 1 15,2-5 0-15,2-4 2 0,-2-4-13 0,-3-4-2 16,-1-3-1-16,-4-4-3 0,-4-4-4 0,-6-1-1 16,-2-7 3-16,-8-2-8 0,-2-5-1 0,-9-4-6 15,-6-2 12-15,-4-4-17 0,-8-2-1 0,-12 5-3 16,-5-2-1-16,-4 1 2 0,-5 5-5 0,-7 0-3 16,-6-2-8-16,-2 4-6 0,-5-5-26 0,-4 5 3 15,-5-1-55-15,-2 6-33 0,-6 2-44 0,1 4-34 16,-3 3-5-16,1 8-54 0,0 2-18 0,2 3-42 15,0 5-70-15,-3 5-323 0,-2 1-241 0</inkml:trace>
  <inkml:trace contextRef="#ctx0" brushRef="#br0" timeOffset="-160279.73">6737 13928 211 0,'0'0'334'0,"13"-3"-60"0,-13 3-39 0,6-3-19 0,-6 3-38 0,9-6-23 0,-9 6-8 0,4-8-32 0,-1 2 13 16,-3 6-32-16,2-12 11 0,-2 12-6 0,0-13-13 15,-1 6 2-15,0 1-16 0,-2-4-8 16,-1 1-10-16,-2 0-11 0,-2-1-7 0,1-1 2 0,-4-1-4 15,-1-2 16-15,-3-1-3 0,-1 0-4 0,-3-3-22 16,-4-1 35-16,-5-2-21 0,-2-2 19 0,-3 0-10 16,-2 2 13-16,-3-2-18 0,-1 1 10 0,-10-5-12 15,-3 2 11-15,-1 4-15 0,-4 1 13 0,0 1-17 16,-3 6 1-16,5 1-9 0,-2 5 6 0,-3 5-4 16,-3 4 1-16,-15 5-3 0,2 9 11 0,-5 7-7 15,2 7 9-15,-15 13 19 0,5 7 22 0,2 10-3 16,7 9 15-16,4 4-17 0,7 8 24 0,8 2 21 15,7 3-31-15,7 4 11 0,14 0 18 0,12-14-11 16,10 3-10-16,7-3 1 0,12-1-18 0,8-5 10 16,11-3-9-16,9-4-8 0,11-5-7 0,21 2 5 15,-4-15-16-15,7-8-4 0,7-4 8 0,4-9-7 16,4-4-9-16,2-12-8 0,3-4 6 0,1-9-1 16,1-10 31-16,13-10-56 0,-4-10 46 0,-3-5-55 15,-10-9 4-15,-3-4 0 0,-10-2 9 0,-4-4 1 16,-17 9-2-16,-5-5-4 0,-8-2-1 0,-5-3-4 0,-6-3-5 15,-7-1 1-15,-5-3-1 0,-10 0-7 16,-4 0-30-16,-6 9-13 0,-4-9-22 0,-7 5-12 16,-4 0-13-16,-6 4-2 0,-4 7-10 0,-3 1-8 0,-4 8 10 15,-4 3-22-15,4 13-37 0,-2 2-33 0,-1 5-34 16,0 3-26-16,7 7-55 0,2 3-48 16,3 4-72-16,5 2-136 0,-2 1-246 0,6 3-348 15</inkml:trace>
  <inkml:trace contextRef="#ctx0" brushRef="#br0" timeOffset="-154930.48">24818 14248 160 0,'11'-11'494'0,"-1"1"-111"0,-1-2-67 0,-3-1-52 0,3 0-36 0,-1-1-32 0,-1-3-32 0,-1-2-33 0,-1-2 11 0,-1-3-33 16,-2-1 10-16,-2 0-33 0,0-5 42 0,-2-4-9 15,-4-2 8-15,-1-6-15 0,-2-2-25 0,-5-3-5 16,-3-8-21-16,-5-3 7 0,-2-1 5 0,-3-3-1 15,-3 0-3-15,-8-1 1 0,-1 2 7 0,-8 1 2 16,-12-7 15-16,3 15 9 0,-17-5-12 0,8 14 5 16,-6 6-19-16,-4 8-11 0,-3 7 3 0,-4 10 5 15,-2 8 5-15,-1 12-2 0,-2 13 9 0,-11 19 8 16,1 13 10-16,10 14 18 0,5 7-22 0,9 7-1 16,11 10 19-16,9 6-4 0,10 4-15 0,11-1-13 15,15-14 30-15,8-1-58 0,9-3-8 0,9-1-1 16,8-1-21-16,9-3 18 0,12 9-16 0,8-6 36 15,6-6-55-15,8-6 34 0,-7-15-47 0,6-9 32 16,3-5-45-16,5-8 40 0,4-5-45 0,3-10 45 16,4-7-46-16,0-6 48 0,0-8-44 0,-2-6 47 15,0-7-29-15,-3-4-4 0,-3-6 2 0,1-8 6 16,-5-3-5-16,-1-5-5 0,3-15 1 0,-3-4 37 16,-16 4-54-16,1-16 32 0,-11 9-42 0,-8-1-20 15,-7 0 11-15,-8 1-12 0,-9 0 12 0,-8 10 5 16,-9-10 9-16,-9 4-12 0,-9 4 0 0,-8 3 0 15,-8 6 2-15,-7 5 5 0,-4 5-20 0,-7 6 8 16,-2 5-12-16,0 6-38 0,1 5-21 0,11 7-37 16,6 5-49-16,6 2-85 0,3 6-67 0,4 2-28 0,2 7-80 15,3 3-67-15,0 4-494 0,2 4-631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1:14:42.7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15334 12150 444 0,'-9'5'605'0,"-1"-2"-164"0,5 3-82 0,0-1-66 0,1 3-34 0,0-1-62 0,3 3-56 0,1 2 18 0,1-2 21 0,3 2-1 15,1 1 5-15,3-2 31 0,1 1 28 0,0-3 17 16,2 1 8-16,3-4-15 0,0 0-12 15,4-4 2-15,4-2-50 0,5-2-12 0,5-4-57 0,10-6-4 16,1-1-42-16,6-4-15 0,6-5 10 16,4-6-38-16,2 0 15 0,3-5-32 0,6-3 11 0,15-11-22 15,3-3-32-15,3-3-51 0,1-3-39 0,-2 1-63 16,0-2-58-16,-5 0-75 0,-5 8-24 0,-14 7-34 16,-5 5-53-16,-7 4-54 0,-4 4-67 0,-14 9-412 15,-3 2-538-15</inkml:trace>
  <inkml:trace contextRef="#ctx0" brushRef="#br0" timeOffset="8566.78">16720 12314 643 0,'0'0'722'0,"0"0"-134"0,0-9-125 0,0 9-107 0,0 0-63 0,0 0-47 0,0 0-41 16,0 0-31-16,0 0-28 0,0 0-27 0,0 0-3 0,0 0-8 15,1 6-1-15,-1-6 16 0,5 5 16 0,-5-5-3 16,13 6 6-16,-4-6-22 0,2 2-3 0,3-2-7 16,4-2-6-16,5-4-5 0,5-4-3 0,8-3-18 15,6-7-9-15,13-6-1 0,7-7-25 0,7-6-3 16,19-15-14-16,5-5-3 0,8-10-2 0,8-8-18 15,12-3-24-15,40-25-35 0,8-2-94 0,1-3-109 16,4-3-117-16,3 4-96 0,-5 0-179 0,-8 10-565 16,-40 23-825-16</inkml:trace>
  <inkml:trace contextRef="#ctx0" brushRef="#br0" timeOffset="15738.25">18194 12296 512 0,'-17'-7'459'0,"2"1"-76"0,2 1-87 0,2 0-57 0,1 2 1 0,10 3-17 0,-18 0-14 0,9 2-6 0,3 4-13 16,-2 2 13-16,2 1-31 0,1 2-4 0,1 2-19 16,1 1-14-16,3-3 3 0,0 4 12 0,5-1-6 15,-1 0 5-15,3-3-5 0,3 2 14 0,-1-4 8 16,4-1 5-16,2-2 9 0,3-3-19 15,2-3-9-15,6-3-23 0,6-4-19 0,6-6-32 16,4-4 4-16,11-7-42 0,2-3-6 0,3-3-1 0,6-3 12 16,3-3-29-16,18-9 5 0,2-4-1 0,4-4-12 15,1-1-38-15,1-3-61 0,0-4-50 0,2-2-58 16,1 1-71-16,-3 2-70 0,-3 4-49 0,-5 3-55 16,-18 11-104-16,-6 1-600 0,-5 5-761 0</inkml:trace>
  <inkml:trace contextRef="#ctx0" brushRef="#br0" timeOffset="65297.11">28760 9101 1320 0,'-4'-25'843'0,"-4"-4"-179"0,3 6-145 0,1 6-86 0,-1 2-103 0,3 6-43 0,2 9-73 0,0 0-35 0,-11 8-33 16,6 7-22-16,1 8-17 0,3 8-20 0,-1 5-8 15,3 1 16-15,3 6 17 0,5-1 8 0,1 0 19 0,4-6 33 16,4-6 8-16,2-2 15 0,1-7 10 16,4-8 1-16,5-5-6 0,2-7-28 0,14-9-25 0,16-11-29 15,5-8-27-15,7-9-18 0,19-10-38 16,7-11 21-16,3-5-10 0,7-8-11 0,5-9 28 16,4-7-60-16,27-22 29 0,-3-4-73 0,-1-1-41 0,0-4 6 15,0-2 20-15,-1 1-60 0,-4-1-36 0,-26 26-38 16,2 0-87-16,-5 4-5 0,-3 6-37 15,-4 3-76-15,-8 9-67 0,-11 4-29 0,-10 9-35 16,-22 15-122-16,-6 4-518 0,-13 8-781 0</inkml:trace>
  <inkml:trace contextRef="#ctx0" brushRef="#br0" timeOffset="68579.61">19419 4740 595 0,'-8'-19'502'0,"4"1"-122"0,-1 1-29 0,1 3-44 0,-1 1-18 0,3 1-60 0,-1 0-26 0,-2 3-42 0,3-1-17 16,0 4-33-16,0 0 9 0,2 6 12 0,0 0 64 0,0 0-8 16,1 6-5-16,3 6-17 0,2 5-36 0,2 10-16 15,2 3-27-15,3 8-8 0,1 3-20 0,2 3 3 16,0 1-26-16,3 7-7 0,-5-8-5 0,4 0-2 15,-3-3 4-15,2 0-10 0,-2-4-4 0,-1-1-8 16,0-3-12-16,0-6-72 0,-3-4-91 0,-2-4-101 16,-3-4-37-16,1-2-102 0,-1-6-145 0,-6-7-428 15,4 6-581-15</inkml:trace>
  <inkml:trace contextRef="#ctx0" brushRef="#br0" timeOffset="68814.33">19333 4571 191 0,'3'-26'709'0,"-1"1"-188"16,5 2-126-16,5-2-70 0,1 2-58 0,3 3-54 16,4 2 6-16,4 2 0 0,3 3-3 0,1 0 10 15,4 3-22-15,0 2-19 0,1 2-24 0,-5 3-22 16,0 5-15-16,-1 2-26 0,-2 1-19 0,0 6-16 16,-2 3-10-16,-4 3-13 0,-8 3 0 0,-5 1-11 15,-2 4-1-15,-5 0-9 0,-6 6-1 0,-2-1-3 16,-10 3-1-16,-1 1 3 0,-3-4-11 0,-3-1 1 15,-1-1-6-15,-2-3-8 0,1-5-29 0,2-3-42 16,2-5-63-16,6-3-72 0,0-4-87 0,5-3-93 16,-1-5-115-16,4-3-481 0,4-6-586 0</inkml:trace>
  <inkml:trace contextRef="#ctx0" brushRef="#br0" timeOffset="69079.67">20072 3828 420 0,'11'-4'713'0,"-11"4"-182"0,13 4-69 0,-13-4-80 16,-5 18-34-16,-1 2-40 0,-6 7-24 0,-6 12-39 15,-2 9 1-15,-5 6-35 0,2 4-12 0,1 3-27 16,2 5-25-16,-1 3-26 0,4 2-11 0,4 0-35 16,4 2 3-16,7-3-15 0,3-12-23 0,5 6 4 15,5-5-21-15,5-4 15 0,5-7-25 0,2-7 17 16,5-7-23-16,1-5 4 0,6-4 1 0,2-2 1 15,2-6-1-15,2-7-6 0,0 1-27 0,-4-10-36 16,1 1-74-16,-2-5-73 0,-1-3-83 0,-2-4-71 16,2-4-65-16,-5-4-117 0,-3-4-502 0,-5 0-658 15</inkml:trace>
  <inkml:trace contextRef="#ctx0" brushRef="#br0" timeOffset="69596.89">20322 4317 255 0,'4'-4'595'0,"-4"-3"-133"0,0 7-99 0,5-10-57 15,-5 10-27-15,4-6 13 0,-4 6-1 0,0 0 9 16,12 3-7-16,-7 2 16 0,2 6-22 0,1 1-37 16,5 5-12-16,-4 2-52 0,4 8-30 0,3 4-33 15,1 1-22-15,-3 0 9 0,1 0-49 0,1-5 16 16,-5 0-45-16,4-1 20 0,-2-2-35 0,-3-5 21 0,-1 0-32 15,-1-5 27-15,-2-1-33 0,3-1 32 16,-5-2-30-16,1-1 47 0,-1-2-36 0,-4-7 42 16,0 9-56-16,0-9 42 0,0 0-42 0,-10 0 43 15,1-6-46-15,-1-1 3 0,-3-3 4 0,-2-5 2 16,-3-4-6-16,-1-3-4 0,-2-4 5 0,1-4-10 16,-1-1 0-16,2-1 39 0,1 1-45 0,4 5 40 15,3 2-4-15,2 5-1 0,0 1-6 0,4 3-7 16,3 5 5-16,2 3-7 0,4 1-39 0,-4 6 54 15,17-3-49-15,-4 4 52 0,4 6-31 0,6 1 54 16,4 5-51-16,8 3 10 0,-1 1 7 0,-1-1-3 16,1 0 2-16,-6-2-8 0,1-1 1 0,-2-1-2 15,-5-4 6-15,-2 0-2 0,1-2 0 0,-5-1 4 16,1-1 30-16,-4-2 7 0,1-2 1 0,-3-1-4 16,-2-2-10-16,1-2-5 0,-1-2-10 0,-2-2 41 15,-2 1-54-15,-1-4 40 0,-3-3-56 0,0-1 49 16,-2-1-6-16,-2-3-9 0,0-2-5 0,-4-6-1 15,-2 0-6-15,-1-1 3 0,1 3-5 0,-1-1-3 16,1 6-1-16,1 2-2 0,2 3-4 0,-1 1-8 16,4 2-34-16,-4 2-88 0,5 3-71 0,-1 2-39 15,3 6-64-15,0 0-105 0,0 0-75 0,0 0-76 16,14 5-121-16,-7 0-365 0,0-1-665 0</inkml:trace>
  <inkml:trace contextRef="#ctx0" brushRef="#br0" timeOffset="69912.94">21038 4044 458 0,'0'0'818'0,"6"-4"-202"0,-6 4-112 0,0 0-88 0,12 6-48 0,-8 1-37 0,0 2-28 0,-1 2-41 0,4 2-38 0,-2 3-46 16,2 0-30-16,1 4-29 0,1-2-22 0,1-1-15 15,-1 1-16-15,2 0 5 0,1-2-6 0,1-2 27 16,-1 0-31-16,3-3 57 0,-3 1-44 0,0-6 53 0,1 1-47 15,-1-4 49-15,2 0-19 0,-3-5-11 16,0 1-16-16,0-3-18 0,-1-2-13 0,0 0-2 0,-2-4-4 16,-3-1-15-16,0-2-3 0,-3 1-4 0,-2-1-4 15,-2-4-6-15,-4 1-2 0,-2-4-3 16,0 1 3-16,-6 2-11 0,1 0 4 0,-2 1-8 0,-1 3-4 16,-5 1-17-16,1 2-30 0,-1 3-47 0,0 0-64 15,0 3-55-15,3 2-65 0,0 1-68 0,4 1-68 16,0 1-12-16,1 0-67 0,2 2-24 0,11-3-81 15,-8 2-268-15,8-2-426 0</inkml:trace>
  <inkml:trace contextRef="#ctx0" brushRef="#br0" timeOffset="70146.95">21562 3538 754 0,'15'-12'787'0,"-3"0"-182"0,-2 5-140 0,0-2-103 16,-1 6-38-16,-9 3-15 0,14 5-26 0,-5 2-17 15,0 6 1-15,0 5-50 0,3 9-15 0,-1 9-41 16,1 5 13-16,0 6-11 0,3 14-27 0,2 0-4 16,-4 2-20-16,6 1-19 0,-3-3-16 0,2-1-11 15,1-2-55-15,-3-2 46 0,2-3-51 0,-2-8 2 16,-1-1 0-16,0-2-5 0,-1-1 46 0,-1-1-57 16,-1 0 48-16,0-5-55 0,-3-3 35 0,-1-3-106 15,1-2-38-15,-3-5-83 0,-1 0-110 0,1-1-106 16,-1-5-52-16,-3 0-149 0,3-5-599 0,-5 1-831 15</inkml:trace>
  <inkml:trace contextRef="#ctx0" brushRef="#br0" timeOffset="70480">22381 3819 828 0,'5'-6'632'16,"-1"2"-147"-16,-4 4-91 0,0 0-70 0,0 0-5 0,9 5-12 16,-6 7-12-16,-1 2-15 0,3 3-15 0,-2 8-33 15,-1 0-34-15,2 7-25 0,0 5-27 0,1 2-27 16,0 2-22-16,2-1-15 0,-2-4-16 0,0-2-32 15,-1 0 15-15,1-4-30 0,-1-1 19 0,2-4-24 16,-2-2-10-16,-2-5 1 0,2-1-8 0,-1-2-37 16,-2-1-49-16,2-1-54 0,-1-5-77 0,-2 2-102 15,0-5-23-15,0-5-77 0,-5 6-50 0,5-6-64 16,0 0-348-16,-13-6-444 0</inkml:trace>
  <inkml:trace contextRef="#ctx0" brushRef="#br0" timeOffset="70751.39">22175 4092 102 0,'0'0'949'0,"-7"6"-228"16,7-6-144-16,-7 5-143 0,7-5-85 0,-6 4-68 15,6-4-53-15,0 0-31 0,0 10-18 0,6-6 4 0,2 2-1 16,4-1-20-16,4 0-23 0,8 1-20 0,8 0-25 16,3 1-17-16,8 0-11 0,6-2-20 15,-2 2-6-15,2-1-8 0,-2-3-8 0,0 2-7 16,-8-2-20-16,-1 1-50 0,0 0-68 0,-5-1-80 0,-2-3-83 16,-3 3-60-16,-3-2-59 0,-5-1-63 0,0 0-134 15,-3-3-258-15,-3 2-406 0</inkml:trace>
  <inkml:trace contextRef="#ctx0" brushRef="#br0" timeOffset="71062.81">22605 3427 836 0,'0'-9'606'0,"1"2"-140"0,-1 0-91 16,0 7-94-16,7-9-43 0,-7 9 22 0,13-4-11 16,-1 8-6-16,5 0-10 0,3 7-1 0,6 5-40 15,6 6-9-15,2 5-46 0,8 11-28 0,0 4-18 16,1 7-16-16,-1 7-7 0,-4 2-11 0,1 6-7 16,-5 0-8-16,1 0-5 0,-5 0-7 0,-3-4 2 15,-4 0 1-15,-1-3-12 0,-7-2 17 0,-2-9-20 16,-5-2-6-16,-1 1 7 0,-5-8-30 0,-2-2 3 15,-2 1-40-15,-3-1-23 0,-1-2-69 0,-3-4-78 16,-3 1-84-16,1-7-81 0,-2 1-127 0,3-5-609 16,-2-4-733-16</inkml:trace>
  <inkml:trace contextRef="#ctx0" brushRef="#br0" timeOffset="71312.92">23519 3803 1054 0,'0'0'837'0,"0"0"-186"16,0 0-144-16,0-8-105 0,0 8-75 0,0 0-70 16,3-7-46-16,3 1-51 0,0 0-31 0,3-1-20 0,4-3-27 15,2-1-17-15,5-2-14 0,6-1-12 0,1 0-7 16,6-4-10-16,0 3-22 0,1 0-73 15,-4 1-83-15,-3 3-64 0,0 0-59 0,-7 2-45 0,1 2-35 16,-5 2-41-16,-3 3-5 0,-4-2-28 0,-9 4-293 16,12 4-233-16</inkml:trace>
  <inkml:trace contextRef="#ctx0" brushRef="#br0" timeOffset="71462.77">23581 3999 542 0,'0'0'650'0,"0"0"-165"0,0 0-105 15,14-4-72-15,-6-1-79 0,9-3-49 0,-1-3-38 16,9-1-35-16,1-3-22 0,5-1-15 0,2-3-19 16,2 1-51-16,2-2-53 0,0 2-71 0,1-1-119 15,3-1-150-15,-3 1-374 0,1 0-281 0</inkml:trace>
  <inkml:trace contextRef="#ctx0" brushRef="#br0" timeOffset="71819.69">24426 3666 506 0,'0'0'717'16,"0"0"-166"-16,0-9-106 0,0 9-105 0,0 0-75 15,1-6-53-15,-1 6-33 0,0 0 30 0,9 4 22 16,-1 0 25-16,-2 1-15 0,3 7-21 0,3-2-12 0,-1 6-33 16,2 6 2-16,2 4-47 0,1-1 16 0,2 7-50 15,1 3 21-15,-1 1-29 0,-1 0-14 16,1 2-17-16,0-2-10 0,0-1-9 0,-1-1-1 15,-1-2-52-15,-3-5 8 0,-1-3-70 0,2-1-38 0,-5-5-83 16,0-3-99-16,0-2-68 0,-3-2-30 0,-2-3-109 16,0-1-185-16,-4-7-280 0,0 0-561 0</inkml:trace>
  <inkml:trace contextRef="#ctx0" brushRef="#br0" timeOffset="72096.53">24431 3648 394 0,'0'-19'695'0,"0"4"-186"16,4-3-102-16,1 6-82 0,0-4-81 0,4 2-45 16,1-1-18-16,6 3 32 0,-2-1-4 0,5 1 3 15,0 2-19-15,0 2-13 0,3 0-36 0,0 3-25 16,-4 3-29-16,3 0-15 0,-3 4-21 0,0 2-2 16,4 2-17-16,-4 3-1 0,-2 1-12 0,-3 5 12 15,0 2-8-15,-5 1-5 0,-5 0-3 0,-1 1-2 16,-6 3-4-16,-1 0 2 0,-2 1-1 0,-7 2-3 15,1-3-3-15,-2-1-3 0,-3-1 2 0,2-1-3 16,0-5-3-16,-3-1-2 0,4-3-16 0,-2 1-34 16,4-5-60-16,-2 1-72 0,5-1-82 0,0-5-47 15,10-1-65-15,-16 1-71 0,16-1-491 0,-7-8-515 16</inkml:trace>
  <inkml:trace contextRef="#ctx0" brushRef="#br0" timeOffset="73330">26213 2742 290 0,'-8'-14'677'0,"-1"2"-171"16,-4 3-119-16,-1 1-73 0,-2 5-66 0,-2 3-56 0,-7 8-23 0,-9 7-10 0,-1 6 15 0,-2 8-12 0,-5 9-9 15,4 7 46-15,2 11-24 0,0 6-2 0,8 6-8 16,1 5-13-16,8 4-19 0,6 1-24 0,6 1-17 16,7 0-13-16,9-2 13 0,3-5-7 0,11-3 17 15,4-4 2-15,5-3-4 0,8-7-4 0,3-6-40 16,6-5 19-16,3-6-43 0,6-5 37 0,2-7-46 15,5-6 23-15,1-8-54 0,5-4 1 0,-10-5-42 16,0-3-44-16,1-4-78 0,-3-5-92 0,-6-1-85 16,-3-3-48-16,-5-3-99 0,-7-3-102 0,-3-4-391 15,-7-2-584-15</inkml:trace>
  <inkml:trace contextRef="#ctx0" brushRef="#br0" timeOffset="74679.53">26448 3446 622 0,'0'0'559'0,"-10"-5"-142"0,10 5-79 0,-9-6-76 0,9 6-51 0,-5-3-60 0,5 3-14 0,0 0-28 0,0 0 12 16,0 0 22-16,10-2-5 0,-10 2 6 0,20 4-33 16,-7-4-12-16,4 3-27 0,2 0-7 0,0-1-20 15,4 2-2-15,1 1-15 0,-1-2-2 0,0 2-12 16,0-2 1-16,-2 0-55 0,-3-1-78 0,-1 1-46 15,-4-2-49-15,1 1-31 0,-14-2-69 0,20-2-82 16,-20 2-362-16,12-7-268 0</inkml:trace>
  <inkml:trace contextRef="#ctx0" brushRef="#br0" timeOffset="74862.84">26628 3269 554 0,'-13'-15'439'0,"4"2"-51"0,0 2-66 0,2 1-54 0,0 3-40 15,2-3-64-15,1 5-19 0,4 5-36 0,-6-6 0 16,6 6 13-16,-3 6 73 0,3 3-9 0,2 3 17 15,-1 5-7-15,1 6-35 0,2 3 16 0,-1 5-36 16,-1 1-22-16,2 4-24 0,-4 0-17 0,2 1-17 16,-4 1-3-16,2 2-15 0,-5 2-4 0,1 1-8 15,-1-6-5-15,1-5-16 0,-3 0-22 0,3-1-45 16,-1-7-58-16,2-2-88 0,-1-4-77 0,2-2-68 16,-1-3-108-16,3-6-543 0,0-7-597 0</inkml:trace>
  <inkml:trace contextRef="#ctx0" brushRef="#br0" timeOffset="75129.22">27034 2917 747 0,'9'-5'821'0,"-1"2"-183"0,-8 3-158 15,0 0-90-15,15 4-71 0,-15 3-37 0,3 5-31 16,-2 1-28-16,-1 5-8 0,0 4-38 0,0 5-19 15,3 6 6-15,-1 4-42 0,2 7-19 0,0 1-20 16,2 3-10-16,1-2-13 0,0 2-10 0,1-1-7 16,2-3-31-16,2-2 25 0,-2 1-28 0,1-3-4 15,1-3-1-15,-2-7-21 0,-1 0-15 0,0-4-64 16,0-2-77-16,-1-5-98 0,-3 0-80 0,1-6-56 16,-2 2-80-16,0-5-92 0,-1-2-376 0,-3-8-542 15</inkml:trace>
  <inkml:trace contextRef="#ctx0" brushRef="#br0" timeOffset="75728.78">27667 3314 366 0,'0'0'438'0,"3"9"-48"16,-3-9-29-16,3 6-11 0,-3-6 20 0,0 8 2 16,0-8-5-16,0 0 0 0,3 7-7 0,-3-7-37 15,0 0-42-15,0 0-18 0,0 0-64 0,0 0-17 16,-8 4-56-16,8-4 10 0,-6-4-26 0,6 4-3 15,-9-7 17-15,4 2-32 0,0-1 9 16,-3 0-25-16,4-1 11 0,-2 0-15 0,2-3 14 0,0 3-25 16,0-3 4-16,-1 1-28 0,3-2 12 0,-1 1-29 15,3 0 1-15,-2 1 1 0,2 0-4 0,-2 2 1 16,2 0-5-16,2-2-4 0,0 3-4 0,1-2 1 16,4 2-5-16,-2 1 3 0,3-1-5 0,1 3 2 15,2 1-6-15,2 2 2 0,-2 1 1 0,5 1 1 16,-2 3 16-16,7 2-21 0,-2 1 21 0,0 2-20 15,0 2 20-15,4 0-23 0,0 1 18 0,-2-1-16 16,0-1 21-16,-3 0-22 0,3 0 20 0,-3-1-19 16,0-2 19-16,-3-1-4 0,0 0 28 0,-1-2-6 15,0 0 25-15,-1-3-4 0,-3 0 27 0,1 0-17 16,-11-2 33-16,17 0-19 0,-8-2-14 0,-2-2-3 16,0-3 3-16,-3-1 5 0,-1 0-9 0,-1-1 0 15,-2-2-14-15,-1-2-6 0,-3-4-10 0,0 3-4 16,-6-5-43-16,1 0 42 0,0 0-44 0,-3 0 45 15,0 1-43-15,-1 0 39 0,0 0-37 16,2 4 36-16,0-1-41 0,1 3 38 0,3 1-44 0,-1 2 7 16,3 1-98-16,-1 1-31 0,2 1-94 0,0 0-97 15,4 6-67-15,-4-6-98 0,4 6-80 16,0 0-96-16,0 0-744 0,0 0-1032 0</inkml:trace>
  <inkml:trace contextRef="#ctx0" brushRef="#br0" timeOffset="76030.21">28183 2989 858 0,'7'6'684'0,"-7"-6"-134"0,7 6-125 0,-7-6-79 0,4 7-53 0,-4-7-38 0,5 8-37 0,-2-3-20 0,-3-5-29 0,8 11-3 0,-3-5-14 0,2 0-11 15,0 1-26-15,0-1 13 0,1 0-17 0,2 0 27 16,-1-2-24-16,2 1 23 0,-3-1-39 0,1-1-12 15,0 0 8-15,0-2-4 0,-9-1 1 0,17 2-13 16,-17-2-13-16,13-5-12 0,-6 1-7 16,1-2-16-16,-4-1 1 0,0-1-6 0,-2-2-3 0,0 0 1 15,-4-2-4-15,1 2-2 0,-2-2-3 0,-2 0 11 16,-1-1-22-16,-2 2 18 0,-1 3-22 16,0-3 15-16,-1 3-27 0,-3 2 10 0,0 0-36 0,1 1-24 15,0 3-25-15,-6 0-38 0,6 2-42 0,-1 0-60 16,-1 2-94-16,2 0-87 0,0 3-47 0,1-1-105 15,2 1-589-15,0-1-765 0</inkml:trace>
  <inkml:trace contextRef="#ctx0" brushRef="#br0" timeOffset="76279.66">28224 2527 60 0,'13'-14'757'0,"0"1"-199"0,3 2-105 0,4 4-19 15,3 3-23-15,3 3-9 0,9 5-24 0,7 4-47 16,0 6 5-16,4 4-67 0,5 9-29 16,0 4-51-16,-2 4-4 0,-3 3-62 0,-4 5 5 15,-3 2-14-15,-2 6-9 0,-7 2-20 0,-4 3-9 16,-4 2-20-16,-6 4 24 0,-6-5-45 0,-4-5-10 16,-4-3-13-16,-6-1-21 0,-2-3-36 0,-4-1-37 15,-4-5-35-15,-2-2-47 0,-3-4-48 0,-4-3-50 0,3-5-50 16,-3-6-46-16,0-4-67 0,0-5-95 15,2-4-520-15,-1-5-655 0</inkml:trace>
  <inkml:trace contextRef="#ctx0" brushRef="#br0" timeOffset="76700.17">29045 2527 549 0,'19'5'753'0,"-4"7"-167"0,4 6-72 15,-2 3-74-15,2 8-57 0,0 3-43 0,-1 1-45 0,-1 2-38 16,0-2-55-16,-2 0-34 0,0 2-11 0,-1-3-41 16,-4-4-7-16,2-1-37 0,-1-2 0 15,-2-5-28-15,-2-1 5 0,0-3-20 0,-2-1 21 16,1-3-18-16,-1-2 29 0,-1-1-10 0,-2-3 17 16,-2-6-33-16,0 0 16 0,0 0-38 0,0 0 0 15,-14-9-3-15,3-2 0 0,-1-5-7 0,-6-7 23 16,-2-6-29-16,-5-6 18 0,1-3-28 0,-4-10 20 15,1-1-23-15,3-4 10 0,2 1-17 0,3-1 19 16,8 8-17-16,0 3 21 0,6 7-21 0,5 1 24 16,3 8-29-16,3 2 22 0,4 0-17 0,4 5 17 15,0 5-13-15,7 5 31 0,-2 2-32 0,2 5 21 0,0 4-13 16,0 5 17-16,2 1 0 0,0 6 5 16,-3 2-5-16,-1 3-2 0,-1 1 2 0,-5 1 2 0,-5 0-2 15,-1 0 5-15,-7-2-1 0,-2 1-1 16,-6 2-24-16,-1-2 20 0,-9 2-16 0,0-3 17 15,-6-2-21-15,0-2 3 0,-3-2-40 0,1-1-19 16,-2-5-44-16,3 0-29 0,-1-5-46 0,5 1-63 16,1-3-47-16,1-3-43 0,1 0-43 0,4-4-94 0,3 1-499 15,1-7-570-15</inkml:trace>
  <inkml:trace contextRef="#ctx0" brushRef="#br0" timeOffset="76946.52">29618 2159 459 0,'15'0'778'0,"-15"0"-184"0,16 4-97 0,-16-4-86 0,1 11-53 0,-3-3-40 0,-3 4-25 0,-5 1-14 0,-1 4-17 0,-3 5-40 16,2 3-29-16,-4 7-23 0,1 3-19 0,1 4-24 16,0 0-44-16,5 2 7 0,2 1-43 0,4-6 19 15,3 0-33-15,5 0 19 0,2 2-28 0,4-1 17 16,4-3-30-16,2-2 0 0,3-4 2 0,2-4-3 15,-2-3-12-15,3-3-28 0,3-5-34 0,-1 0-56 16,5-5-99-16,-5-2-113 0,2-2-72 0,0-4-133 16,0-2-112-16,-2-6-361 0,1-1-615 0</inkml:trace>
  <inkml:trace contextRef="#ctx0" brushRef="#br0" timeOffset="77412.56">29986 2394 430 0,'0'0'652'0,"0"0"-152"15,0 0-73-15,-2 11-48 0,3-1-40 0,-1 2-3 16,3 5-57-16,1-1 4 0,1 3-5 0,1 2-31 16,2-2-38-16,1 1-45 0,0 1-28 0,-1-2-25 15,2 1-20-15,-1-2-19 0,-2-2-8 0,0-3-16 16,0-1-9-16,-2 0-5 0,1-2 4 0,-3-2 11 16,1 0 6-16,-2-2 44 0,-2-6-37 0,2 7 17 15,-2-7-39-15,0 0 18 0,-8-2-41 0,2-3 27 16,-2-2-39-16,-2-5 33 0,-1-2 8 0,-3-3 1 15,1-3 1-15,-1-3-22 0,0-1 22 16,3-1-19-16,-1-2 12 0,5 7-24 0,0-1 18 0,3 4-28 16,2-1 19-16,1 5-30 0,2 1 17 0,3 1-24 15,4 4 15-15,1 1-15 0,2 3 26 0,4 5-26 16,2 1 28-16,3 6-3 0,3-1-1 0,1 7 0 16,1 0-2-16,0 1-5 0,-2-1 1 0,1-1-1 15,0 3-1-15,-5-7 0 0,-1 2 5 0,1-2-8 16,-6-3 2-16,1 1 5 0,0-1-5 0,-3-2 9 15,-1-1 1-15,-1-2 7 0,-9-2-5 0,18-1 5 16,-11-3-6-16,0-1-7 0,-1-2 2 0,-2-2-3 16,0-1 0-16,-2-2-6 0,-2-3 6 0,-2 1-1 15,-3-5 3-15,0-3-28 0,-3 2 20 0,-2-5-15 16,-4 0 17-16,-1 2-14 0,0 0 15 0,1 0-19 16,0 6 18-16,3 2-19 0,0-1 20 0,1 6-27 15,2-2-56-15,3 3-98 0,-1 2-72 0,0-1-60 16,6 8-63-16,-7-6-50 0,7 6-35 0,0 0-104 15,0 0-580-15,0 9-756 0</inkml:trace>
  <inkml:trace contextRef="#ctx0" brushRef="#br0" timeOffset="77712.74">30573 2307 448 0,'0'0'655'0,"7"6"-160"0,-7-6-89 0,5 10-60 0,-3-5-58 0,-2 2-35 0,2 2-28 0,0-2-12 15,-1 3-14-15,3-1-10 0,1 3-12 0,-2-5-6 16,2 5-4-16,1-1-5 0,0-2-5 0,2 1-14 16,-3-2 1-16,3-1 0 0,-1 1-9 0,0-2-4 15,1-1-9-15,0-1-10 0,-8-4-19 0,16 2-7 16,-16-2-12-16,16-1-7 0,-9-3-13 0,1 1-9 16,-2-2-11-16,2-2-5 0,-3-2-7 0,-1 1-4 15,-1-3-4-15,0 1-23 0,-3-1 24 0,0-2-23 16,0 1 18-16,-2 2-24 0,-1-3 25 15,-1 3-25-15,-1-1 24 0,1 3-34 0,-1-2 16 16,-1 2-86-16,0-1-38 0,0 3-67 0,-3 1-55 0,-1 0-83 16,1 0-71-16,-2 4-45 0,-1-2-63 0,-1 1-101 15,3 1-316-15,-4-2-510 0</inkml:trace>
  <inkml:trace contextRef="#ctx0" brushRef="#br0" timeOffset="77980.03">30668 1829 309 0,'6'-8'662'0,"2"4"-167"0,1 0-133 0,-9 4-49 16,16-2-6-16,-5 4 16 0,5 1 56 0,0 2-49 16,5 7 20-16,2 3-37 0,5 7 19 15,-1 4-109-15,4 4-23 0,2 8-11 0,-1 5-32 0,-1 3-54 16,-2 3 7-16,-5 5-20 0,-2 0-17 0,-5 3-14 15,-4 2-10-15,-6-8-2 0,-4 4-10 16,-6-1-4-16,-3 8-31 0,-6-1 26 0,-7-1-26 16,-1-3-38-16,-6-2-36 0,-3-4-72 0,-3 0-51 15,-3-2-73-15,-3-4-63 0,0-2-68 0,-3-4-69 16,-3-3-116-16,-2-2-470 0,0-4-671 0</inkml:trace>
  <inkml:trace contextRef="#ctx0" brushRef="#br0" timeOffset="79029.45">22735 6986 1311 0,'-24'6'828'0,"0"-4"-157"0,2 0-135 0,0-1-101 0,4 1-93 0,-1-2-64 16,6 1-70-16,-1-1-27 0,14 0-32 0,-15-1-17 0,15 1-15 0,-3-6-24 15,10-1-14-15,4-1-14 0,8-4-13 0,13-6-16 16,5-2-7-16,13-5-1 0,4-4-7 0,5 1-8 16,5-7-25-16,2 2-19 0,-1-4-43 15,0 1-38-15,-1 3-57 0,-6 1-55 0,-7 3-57 0,-9 8-76 16,-7 3-76-16,-10 6-83 0,-7 4-543 0,-5 3-676 15</inkml:trace>
  <inkml:trace contextRef="#ctx0" brushRef="#br0" timeOffset="79212.74">22777 7229 618 0,'-12'16'791'0,"1"-3"-183"15,6-4-140-15,1-2-109 0,4-7-71 0,2 6-61 0,-2-6-44 16,18-3-39-16,-2-5-27 0,7-5-22 0,10-5-20 15,3-5-12-15,9-7-17 0,3-3-5 0,4-2-8 16,3-3-8-16,0 0-5 0,1 1-11 0,0 0-98 16,-5 4-86-16,0 2-78 0,-6 1-129 0,-8 7-176 15,-5 2-309-15,-3 2-418 0</inkml:trace>
  <inkml:trace contextRef="#ctx0" brushRef="#br0" timeOffset="80034.91">24178 6009 766 0,'-4'-6'740'0,"2"1"-112"0,-2 0-133 0,4 5-111 0,-7-7-76 0,7 7-63 0,0 0-43 0,0 0-23 0,-3 9 10 0,6 1-2 0,2 6-23 15,4 3 3-15,4 8-22 0,5 6-9 0,4 3-16 16,1 3-21-16,5 8-19 0,3-2-15 0,1 1-12 16,0 0-6-16,-2-3-7 0,2-2-12 0,-7-6-6 15,-1-4-24-15,-3-2-46 0,-3-6-85 0,0-2-98 16,-6-3-100-16,-1-2-56 0,-2-4-112 0,-5-2-108 15,-1-3-407-15,-3-7-622 0</inkml:trace>
  <inkml:trace contextRef="#ctx0" brushRef="#br0" timeOffset="80279.5">24220 6286 654 0,'-18'-36'540'0,"1"0"-99"16,6 1-63-16,5 6-89 0,3 3-42 0,3 0-40 15,7 3-12-15,4-4-21 0,4 3 10 0,7 0-2 16,5 2-2-16,3 4 2 0,-1 3-1 0,0 6-11 15,3 1-13-15,-4 5-27 0,2 3-14 0,-1 1-23 16,-1 2-19-16,4 4-14 0,-4 2-13 0,-1 1-11 16,-3 2-1-16,-6 2 5 0,-1 0-17 0,-4 1-4 15,-4 3-2-15,-3 1-4 0,-5 1-2 0,-6 2-2 16,-2 6 0-16,-5-2-3 0,-6 5-3 0,-4-1-4 16,-2-3-5-16,-1-2-29 0,2-6-39 0,2-2-45 15,1-5-54-15,1-2-84 0,3-5-62 0,3-3-97 16,3-5-102-16,4-4-477 0,1-4-593 0</inkml:trace>
  <inkml:trace contextRef="#ctx0" brushRef="#br0" timeOffset="80513.53">25078 5364 831 0,'11'3'860'15,"-7"3"-160"-15,-4 5-146 0,-6 7-84 0,-7 10-37 16,-9 9-85-16,-8 15-6 0,-5 3-87 0,-3 6-19 15,-2 4-9-15,-6 16-26 0,3-1 15 0,9-10 8 16,5 1-34-16,5-3-28 0,5-2-36 0,8 2-23 16,6-12-17-16,8-3-40 0,3-2 36 15,9 4-32-15,6-3 32 0,5-7-42 0,0-11-2 0,6-2-10 16,4-5-21-16,4-7-27 0,2-2-44 0,3-6-15 16,2-7-69-16,1-2-23 0,0-6-23 0,0-2-85 15,-2-7-88-15,0-4-93 0,-6-5-81 0,-4-4-128 16,-6-4-576-16,-3-5-854 0</inkml:trace>
  <inkml:trace contextRef="#ctx0" brushRef="#br0" timeOffset="80929.78">25036 5739 69 0,'0'0'717'16,"1"-10"-182"-16,-1 10-145 0,5-5-84 0,-5 5-35 15,10-2 3-15,-10 2 25 0,23 3 35 0,-9 2 17 16,4 1-40-16,3 3-36 0,0 3-17 0,4 1-69 0,0 2-33 16,5 4-25-16,-1 0-25 0,-1 4-18 15,3-2-9-15,-2 1-24 0,-1-2-3 0,-5-3-19 16,0-2-5-16,0-1-40 0,-5-2-24 0,-2 0-70 16,-3-5-29-16,-1 3-50 0,-3-4-54 0,1-4-57 0,-10-2-29 15,0 0-18-15,16-2-9 0,-16 2 47 16,3-10 47-16,-3 2 36 0,-1-3 40 0,0-1 22 0,-2-4 28 15,-3-3 24-15,-2-1 21 0,1-2 34 16,0-2 37-16,-2-1 69 0,0 4 57 0,-1 1 68 16,1 2 49-16,3 2-31 0,-1 3 16 0,0 2-30 15,0 2 2-15,0 3-11 0,-1 2 11 0,8 4 35 16,-19 3 6-16,7 2 2 0,1 5-25 0,-3 3-18 0,-4 5-27 16,1 4-14-16,-1 1-23 0,2 1-19 0,-2 5-10 15,0 2-19-15,3 2-8 0,2-6-21 16,1 2-6-16,3 0-8 0,0-1-12 0,1 1-31 15,1-5-53-15,5-1-72 0,-2-2-81 0,2-3-77 0,0-1-91 16,0 0-109-16,2-4-136 0,0-5-346 0,3 0-571 16</inkml:trace>
  <inkml:trace contextRef="#ctx0" brushRef="#br0" timeOffset="81181.25">25753 5478 794 0,'10'-3'824'0,"-4"-1"-160"0,-6 4-152 0,10-3-80 0,-10 3-59 0,8 7-37 0,-4-3-43 0,1 3-25 0,-3 2-60 0,2 0-3 16,2 3-71-16,-1 1 25 0,0 0-74 0,2 2 13 15,2 2-53-15,0 1 33 0,0-1-56 0,3 2 34 0,-1-2-49 16,2-1-2-16,-3 2-19 0,2-3-55 0,-1 1-49 15,-2-4-79-15,2 1-82 0,-1-2-44 0,-3 0-65 16,2-3-82-16,-4 0-81 0,4-2-446 16,-4-1-594-16</inkml:trace>
  <inkml:trace contextRef="#ctx0" brushRef="#br0" timeOffset="81544.78">26181 5128 1025 0,'-3'-15'819'15,"1"5"-158"-15,0-1-155 0,0 4-104 0,2 7-83 16,-3-9-59-16,3 9-45 0,0 0-21 0,-1 10-7 16,2 2 31-16,-1 4-28 0,5 9-15 0,0 7-20 15,3 11 22-15,5 4 8 0,1 15 18 0,4 1-74 16,-1 3 13-16,2-1-56 0,2 2-9 0,0-3-20 16,-1-3-37-16,3 0 30 0,-4-2-37 0,3-4 26 15,-2-3-8-15,-3-8-9 0,0-3-9 0,-2-3-71 16,-1-2-94-16,-2-8-73 0,-1-3-119 0,-1-5-138 0,-3-2-61 15,-1-4-163-15,-2-5-578 0,-1-4-891 16</inkml:trace>
  <inkml:trace contextRef="#ctx0" brushRef="#br0" timeOffset="82245.82">26650 5679 434 0,'-1'7'1026'0,"1"-7"-185"0,-2 6-222 0,2-6-105 0,-2 6-122 0,2-6-63 16,0 0-81-16,-2 7-38 0,2-7-46 0,0 6 38 0,0-6-51 0,4 13-3 0,-1-3-7 16,1 2-6-16,3 2-3 0,2 4-18 15,3 5-17-15,3 1-17 0,-1 1-17 0,3-1-37 0,-2 2 22 16,0-3-30-16,1 1 18 0,-2-4-35 0,-3-3 35 15,-2-1-16-15,1-5-4 0,-3 1 8 0,-1-1 14 16,-2-4 16-16,2 0 12 0,-2 1-9 0,-4-8-9 16,1 5-38-16,-1-5 24 0,0 0-36 15,0 0 27-15,-15-4-28 0,6-3 26 0,0-2-31 0,-1 0 29 16,-1-2-6-16,-2-5 0 0,-1-1-8 0,0-4 0 16,0 1-4-16,-1-4-4 0,4 1 30 0,0-2-38 15,3 4 38-15,3 1-36 0,0 0 39 0,2 3-40 16,3 4 36-16,3 1-44 0,2 0 36 0,2 3-38 15,4 1 35-15,3 5-34 0,2 1 31 0,2 2-34 16,1 2 41-16,7 1-39 0,0 5 36 0,2 0-34 16,0-1 2-16,1 3 6 0,-5-2 3 0,0 0 1 15,-3-3 2-15,2 1 1 0,-5 1 4 0,1-4 1 16,-3 0 25-16,0-2 39 0,-3 2 33 0,0-1 13 16,-2-4 5-16,1-1 3 0,-3 0-21 0,-2-2-16 15,1-4 6-15,0 0 24 0,-2-4 16 0,-2 0-51 16,-3-3 32-16,-1-1-66 0,-1-1 30 0,-2-4-58 15,-3-1 39-15,-3-1-57 0,0-3 0 0,0 0 0 16,-4 2 0-16,2 0 0 0,-1 1 0 0,0 2 0 16,1 3 0-16,1 2 0 0,-1 1 0 0,4 3-114 15,-2 3-60-15,2-1-59 0,2 3-76 0,-2-1-56 16,3 3-26-16,4 6-52 0,-7-2-66 0,7 2-25 16,-8 2-80-16,8-2-185 0,-4 8-364 0,2-1-779 15</inkml:trace>
  <inkml:trace contextRef="#ctx0" brushRef="#br0" timeOffset="82819.39">27181 5520 297 0,'0'0'902'0,"-11"-6"-189"0,11 6-129 0,-12-5-130 0,12 5-80 0,-9-3-65 0,9 3-42 0,-10 3-32 0,10-3-10 0,-9 7-46 15,5 0-3-15,2 1-42 0,-1 2-1 0,3 1-44 16,0 0 11-16,1 5-44 0,3 0 6 0,2 0-26 15,1 1 10-15,3 2 2 0,1-3 4 0,-1-1 10 0,4-2 13 16,-4-2 6-16,2-2-2 0,0 1-9 16,1-4-5-16,-1-1-10 0,-1-1-9 0,0-2-8 15,-11-2-9-15,21-4-4 0,-9-1 32 0,-1-2-51 16,-2-1 38-16,0-2-53 0,-4-2 47 0,0 0-51 16,-1-2 47-16,-3-1-54 0,-1 0 5 0,-5 1 1 0,0-2 4 15,-2-4 2-15,-4 4-3 0,0-2 1 0,-6 1 0 16,1 2-3-16,-1 2 4 0,-2 3-15 0,-1-1-29 15,0 3-35-15,4 3-33 0,-2 0-34 16,0 3-43-16,2 1-68 0,1 2-77 0,-3 1-38 0,3 3-112 16,1 0-138-16,1-4-423 0,4 4-671 0</inkml:trace>
  <inkml:trace contextRef="#ctx0" brushRef="#br0" timeOffset="83117.47">27185 4741 933 0,'-4'-9'878'0,"-1"1"-206"0,4 1-154 16,1 7-108-16,3-8-80 0,-3 8-65 0,16 1-14 15,1 5-41-15,6 6 41 0,9 5-65 0,6 7 57 16,5 7-64-16,7 5 50 0,-4 6-81 15,4 3 30-15,-4 5-64 0,0 3-21 0,-5 5-10 0,-1 3-17 16,-6 1-12-16,-4 4 23 0,-5-1-48 0,-6 1 24 16,-4-2-56-16,-4 0-32 0,-6-11-37 0,-4-2-36 15,-3-1-17-15,-5 0-32 0,-3-5-15 0,-1-3-50 16,-5-1-36-16,2-5-47 0,-4-4-39 0,4-7-40 16,-1-3-89-16,2-8-93 0,3-3-441 0,-3-4-611 15</inkml:trace>
  <inkml:trace contextRef="#ctx0" brushRef="#br0" timeOffset="83550.94">27960 4792 363 0,'7'-1'757'0,"-7"1"-146"0,18 7-60 15,-9 4-84-15,5 7-63 0,2 7-52 0,5 8-47 16,-3 5-57-16,5-1-47 0,-4 2-33 0,3 1-37 15,-1-1-14-15,0-3-22 0,-1 1 6 0,-1-2-24 16,0-4 0-16,-5-4-28 0,-1-3 3 0,-1-4-28 16,-3-4 15-16,-2-2-12 0,2-1 73 0,-3-2-13 15,-2-3 3-15,-4-8-13 0,1 7-18 0,-1-7-10 16,-6-3-9-16,-1-3-1 0,-3-4-10 0,-5-3-8 16,-4-8-10-16,-7-6 0 0,-1-2-5 0,-7-12 44 15,-2-2-60-15,-1-4 49 0,0-3-48 0,4 0 43 16,1 0-50-16,2-1 48 0,7 2-49 0,7 10 5 15,4 2 2-15,4 6 2 0,6 5 2 0,2 5 0 16,4-1-13-16,2 3 2 0,6 1 1 0,3 6 6 16,2 4 3-16,-1 0 1 0,5 5 1 0,-1 3 0 15,1 2 45-15,0 4-45 0,0-1 39 0,-1 4-53 16,-1 3 47-16,-1-2-52 0,-4 3 46 0,-2 2-10 16,-4-3-3-16,-3 4-10 0,-2-1-7 0,-6 0-56 15,-2 1 43-15,-6 1-47 0,-3 0 8 0,-4-1-41 16,-5-1-12-16,2-4-20 0,1-2-26 0,-1-3-39 15,3-2-79-15,1-2-72 0,1-3-41 0,3-1-67 16,1-4-94-16,2-2-377 0,5-2-501 0</inkml:trace>
  <inkml:trace contextRef="#ctx0" brushRef="#br0" timeOffset="83798.08">28583 4135 1069 0,'14'-5'874'0,"-1"2"-188"0,-13 3-176 0,14 0-83 0,-9 3-77 0,-3 5-15 0,-4 2-49 0,-3 6-23 0,-1 4-2 0,-6 7-24 16,-3 7-16-16,0 5-49 0,-3 5 19 0,0 12-57 15,-1 3 39-15,3 4-24 0,2 2-35 0,5-2-20 16,4-8-18-16,5-1-13 0,3-2-42 0,3-2 29 16,3-3-40-16,5-3 58 0,2-2-35 0,4-4 1 15,2-3-9-15,1-2-18 0,4-6-21 0,1-2-31 16,2-2-52-16,2-6-39 0,-4-7-49 0,4 1-27 0,-2-7-68 15,-1-2-105-15,-1-2-104 0,-1-5-31 16,1-5-128-16,0-4-589 0,-3-8-847 0</inkml:trace>
  <inkml:trace contextRef="#ctx0" brushRef="#br0" timeOffset="84199.83">28786 4413 589 0,'-5'-3'648'0,"5"3"-163"0,-7-5-85 0,7 5-37 16,0 0-21-16,0 0 14 0,11 8 4 0,-2 0-28 0,2 1-47 16,4 6 10-16,5 1-62 0,3 4-34 15,4 2 12-15,1 2-77 0,2 0 30 0,0 1-20 16,2-3-25-16,-2 0-22 0,0-1-20 0,-6-5-17 16,0 0-9-16,0-3-26 0,-5-2-21 0,-2-1-26 15,-1-4-24-15,-4-3-68 0,0-3-78 0,-1-2-49 16,-5-3-35-16,2-2-5 0,-4-3 34 0,-3 0 34 15,-1-5 37-15,-1 1 37 0,-3-4 38 0,-4-2 3 16,2 0 29-16,-2-2 16 0,-5-3 7 0,3-1 17 16,-3 2 55-16,2-1 68 0,1 5 47 0,-1 2 35 15,1 1-1-15,2 4-4 0,3 0-41 0,-1 3-16 0,-2 1-34 16,3 3-1-16,-1 3 14 0,6 3 8 16,-16 6-5-16,6 3 29 0,-3 6-31 0,-3 7 8 0,-1 10 11 15,-3 4 41-15,1 3-84 0,1 4 35 16,-4 7-19-16,5-7-13 0,1-1-14 0,2-3-12 15,0-1-9-15,3-3-7 0,2-5-50 0,2-2 47 0,0-4-89 16,4-2-21-16,-1-5-91 0,1-1-85 0,1-5-99 16,0 2-101-16,2-2-71 0,0-4-221 15,0-7-359-15,0 0-725 0</inkml:trace>
  <inkml:trace contextRef="#ctx0" brushRef="#br0" timeOffset="84695.43">29592 4370 65 0,'0'0'931'0,"0"0"-240"0,-3 5-128 0,3-5-86 0,0 0-30 0,-14 0-25 0,14 0-1 0,-13-2 25 0,13 2-35 0,-16-6-36 0,9 2-36 16,-2 0-28-16,2-2-42 0,-2 3-42 15,2-5-22-15,0 2-22 0,0 1-27 0,3-3-22 16,-2 0-30-16,5 0-19 0,0-3-19 0,1 5-20 0,0-4-14 16,2 1-14-16,1 1-14 0,2 2-6 0,-3-2-3 15,5 1-6-15,-2 3 3 0,1 0-4 16,-6 4 3-16,13-6-2 0,-13 6 2 0,10 2 4 0,-10-2-4 15,12 6-6-15,-6 2-7 0,-2 2-5 16,0 0 2-16,-2 5 7 0,0 1 0 0,-2 2 5 0,-2 0-30 16,0-1 42-16,0 2-28 0,0 0 39 0,-1-2-38 15,1 0 40-15,-1-3-37 0,1-1 41 0,-1-1-40 16,3-3 42-16,-1 2-36 0,0-4 39 16,-1 1-38-16,2-1 43 0,-1-1-36 0,1-6 36 0,0 10-39 15,0-10 36-15,5 6-40 0,-5-6 37 16,10 4-45-16,-10-4 30 0,16-4-50 0,-5 1-25 0,3 0-2 15,-1-4-93-15,4-2 13 0,-1-1-70 0,3-2-46 16,0-1-74-16,2-4-102 0,1 0-71 16,-2-4-40-16,-2 2-124 0,0-2-451 0,-4 0-746 0</inkml:trace>
  <inkml:trace contextRef="#ctx0" brushRef="#br0" timeOffset="84962.1">29785 3907 143 0,'-5'-7'904'0,"-1"-1"-208"0,2 4-146 15,4 4-132-15,-6-9-83 0,6 9-41 0,0 0 7 16,0 0 8-16,0 0 1 0,0 0 11 0,0 13-13 16,6 2-12-16,2 4-25 0,3 8-10 15,2 6 9-15,4 5-24 0,2 5-28 0,4 7-36 16,-1 0-35-16,2 2-49 0,1-1 24 0,-2 0-61 15,0-1 23-15,0 2-52 0,0-2 32 0,-5-10-15 16,1 2-64-16,-3-2-87 0,1-1-83 0,-2-3-83 0,-1 1-58 16,2-5-69-16,-5-6-77 0,-2 0-58 0,1-6-46 15,-1-2-41-15,0-4-581 0,-2-2-807 16</inkml:trace>
  <inkml:trace contextRef="#ctx0" brushRef="#br0" timeOffset="85528.75">30357 4492 568 0,'3'-7'527'0,"-3"7"-125"0,6-4-29 16,-6 4-32-16,0 0-21 0,9 3-15 0,-9-3-6 15,5 10 6-15,0-4-24 0,-2 0-29 0,-1-1-33 0,2 1-35 16,-1 0-25-16,-1 1-19 0,2-1-17 0,-4-6-14 16,4 11-5-16,-4-11-7 0,4 10 6 15,-4-10-1-15,4 7-37 0,-4-7 53 0,2 6 3 16,-2-6-3-16,3 6-8 0,-3-6-9 0,0 0-14 15,2 4-5-15,-2-4-19 0,0 0-11 0,0 0-3 16,2 6-6-16,-2-6-3 0,0 0-11 0,0 0-8 0,0 0 1 16,0 0-6-16,-7-2-3 0,7 2 2 15,-7-7-48-15,3 2 50 0,-1 0-25 0,0-2 65 16,-1 1-35-16,0-2 29 0,-3-2-7 0,0-3-5 16,1 1 9-16,0-1 9 0,-1-3-8 0,0-2-2 15,0-1 12-15,-1 0-6 0,2 0 14 0,0-2 1 16,2 2-10-16,-2-2 0 0,4 6-7 0,0-2-15 15,1 1-2-15,1 4-5 0,0 2-9 0,-2-2-7 16,3 3-6-16,-1 0-11 0,2 9 11 0,0-10-18 0,0 10 14 16,8-4-14-16,-8 4 14 0,15 6-17 15,-1 1 8-15,3 5 1 0,2 1-1 0,2 1-1 16,0 1 4-16,2 1 0 0,2 0 3 0,-2-3-35 16,-2 2 44-16,0-5-36 0,-1 0 43 0,1-1-39 15,-1-1 43-15,-1 0-40 0,-2-2 43 0,-2-3-36 16,1 1 54-16,-2-1-32 0,-3-3 45 0,1-2-10 15,0 0-4-15,-4-3 25 0,1 1 16 0,-1-4 0 16,-3-2-8-16,-1-1-9 0,-2-1-17 0,0-4 0 16,-4 0-13-16,0-4-3 0,-5 1-9 0,1-3-8 15,-3-3 0-15,-3 0-1 0,0 2-5 0,0-1-7 16,1 5 0-16,-1 1-5 0,1 0 1 0,-1 4-34 16,5-1-48-16,-1 5-72 0,1-1-56 0,1 4-87 15,-2 0-48-15,3 1-60 0,5 6-49 0,-9-6-74 16,9 6-38-16,0 0-46 0,-9 3-99 0,9-3-433 15,0 0-762-15</inkml:trace>
  <inkml:trace contextRef="#ctx0" brushRef="#br0" timeOffset="85828.7">30803 4076 538 0,'12'2'505'0,"-12"-2"-102"0,7 6-45 0,-7-6-19 0,8 8-20 0,-4-2-22 0,0 3-11 0,0-3-7 0,1 4-18 0,0-1-39 0,1 4-36 15,1-2-38-15,0 0-32 0,1 3-6 0,0-4 15 16,-1 2 9-16,1-4-6 0,-1 1 28 0,1-1-19 16,-1 0 36-16,-1-2-25 0,2 0 24 0,-1-1-23 15,-3-1 7-15,-4-4-45 0,14 2 14 0,-14-2-38 16,14-2 17-16,-6-2-34 0,-3-1 2 16,4-2-31-16,-3-2 11 0,-2 0-28 0,0-3 17 0,-1 2-20 15,-2-5 16-15,-1 0-18 0,-3 0 15 0,1-1-22 16,-1 0 16-16,-2-1-23 0,-1 2 6 0,-2 2-44 15,2 1-8-15,-2-1-61 0,-3 4-11 0,0 1-71 16,0 2-21-16,-3-1-56 0,2 4-45 0,-2 3-58 16,-1 0-61-16,-2 3-38 0,-1 1-98 0,2 2-595 15,0-2-768-15</inkml:trace>
  <inkml:trace contextRef="#ctx0" brushRef="#br0" timeOffset="86094.7">30812 3546 414 0,'12'-12'688'0,"-1"1"-125"0,3 2-107 0,3 4-21 0,2 0-61 16,3 4 48-16,3 5-22 0,12 3-17 0,4 6-43 16,5 6-47-16,11 6-5 0,-1 4-50 0,1 2-31 15,1 5 10-15,-1 1-44 0,-2 2-10 0,0 2-46 16,-2 2-1-16,-4-3-27 0,-6 2-17 0,-4-3-12 15,-3 3-11-15,-10-8-9 0,-3 1-12 0,-7 2 1 16,-2-1-20-16,-9-2 7 0,-5 1-30 0,-5 5-32 16,-10 1-71-16,-6-2-68 0,-9 7-49 0,-5-3-17 15,-7 0-38-15,-3-4-66 0,-2-1-80 0,-4-2-36 16,-3-4-139-16,-1-2-543 0,-1-4-765 0</inkml:trace>
  <inkml:trace contextRef="#ctx0" brushRef="#br0" timeOffset="86895.68">24859 7663 875 0,'-6'-10'873'0,"-1"1"-149"0,4 1-152 0,-4 3-117 0,3-2-92 0,4 7-75 0,-5-9-53 0,5 9-47 0,0 0 15 0,0 0 3 16,2 9 10-16,0-1 5 0,6 7 15 0,1 6-58 15,2 3 9-15,3 3-61 0,2 8 9 0,3-1-60 16,0 2 12-16,3 0-43 0,1 1 33 0,0-2-57 16,0 1 26-16,0-4-35 0,-2 0-9 0,2-1-32 15,-3-3-29-15,-4-6-59 0,1-2-49 0,-4-4-32 16,-3-2-46-16,-1-2-67 0,0-2-34 0,-4-2-34 15,0-4-20-15,-5-4-26 0,0 0 5 0,0 0 38 16,0 0 58-16,-4-12 62 0,-5 2 64 0,-1-5 54 16,-4-2 72-16,-5-4 71 0,-4-8 26 0,-2-1 50 15,-3-4 34-15,-5-6 7 0,-1-2 12 0,2-1 9 16,0 0 32-16,7 7-13 0,2-1 28 0,2 2-19 16,4 1 36-16,4 7-21 0,6 1-12 0,3 3-34 15,4 5 9-15,5 2-16 0,4-1 2 0,5 3-22 16,1 4 26-16,7 2-4 0,2 4 5 0,-1 2-19 15,2 2-12-15,0 2-2 0,1 3-12 0,-2 1 24 16,-2 4-33-16,-2-1 3 0,-1 2-5 0,-2 2-8 16,-3 1 39-16,-4 0-25 0,-3 2 22 0,-5 2-47 15,1-1 17-15,-6 1-44 0,-1 3 27 0,-5 0-46 16,-5 1 27-16,0 0-33 0,-4-4 17 0,0 2-42 16,-1-4 5-16,1-3-65 0,-2-4-23 0,1 0-30 15,3-5-52-15,1-2-46 0,2-4-100 0,-2-1-62 16,2-4-59-16,4-5-137 0,2-3-635 0,3-4-831 15</inkml:trace>
  <inkml:trace contextRef="#ctx0" brushRef="#br0" timeOffset="87145.95">25641 7149 399 0,'9'4'851'0,"-5"3"-141"0,-4 4-105 0,-2 6-84 0,-5 5-50 0,-5 12-33 0,-3 4-25 15,-2 4-48-15,-4 6-20 0,-1 4-11 0,2 0-12 16,2 0-12-16,5-5-51 0,0-1-18 0,3 0-71 16,5-2-8-16,3 1-55 0,2-8 27 0,6 6-50 15,5-2-19-15,5-5-36 0,2 0-27 0,3-5-32 16,4-3-28-16,2-4-41 0,3-3 0 0,2-4-70 16,0-5-25-16,0-5-38 0,1-3-81 0,-3-4-75 15,0-2-97-15,5-5-73 0,-3-3-156 0,2-5-549 16,-3-4-871-16</inkml:trace>
  <inkml:trace contextRef="#ctx0" brushRef="#br0" timeOffset="87529.35">25755 7428 1013 0,'-9'-4'813'0,"9"4"-180"15,-10-5-153-15,10 5-99 0,0 0-72 0,0 0-63 16,8 5-46-16,1-1 19 0,6-1-26 0,2 2 18 15,6 2 8-15,3-1-3 0,6-1-18 0,0 1-14 16,3-1-36-16,1-1-29 0,-2 1-24 0,1 0-20 16,-1-2-19-16,-7 1-28 0,0-2-34 0,-2 1-23 15,-2 0-24-15,-2-3-14 0,-3 3-40 0,-2-3-38 16,-2 0-27-16,0-5-16 0,-5 1-29 0,0 0 40 16,-4-2 14-16,-1-4 43 0,0 1 9 0,-5-3 26 15,-3-3 14-15,-1-1 16 0,-3-5 8 0,-5-2 14 16,-1-2 22-16,-1 0 32 0,-3 2 46 0,4 3 28 15,-1 2 13-15,1 2 4 0,0 2-2 0,1 5-11 16,0 0-5-16,2 3 3 0,0 5 0 0,-1 4 10 16,-1 5-8-16,0 4 36 0,0 6-20 15,2 7 15-15,-1 2-37 0,2 5 17 0,1 6-45 0,0 0-12 16,3 2-6-16,1-5 13 0,2 2-39 16,0-1 23-16,1-3-34 0,0 0-4 0,1-4-59 0,2-4-30 15,1-1-55-15,-1-5-67 0,0-2-62 0,2-2-83 16,0-2-78-16,-1-4-121 0,3-2-181 0,-5-7-321 15,10 5-668-15</inkml:trace>
  <inkml:trace contextRef="#ctx0" brushRef="#br0" timeOffset="87961.64">26307 7232 575 0,'14'-17'862'0,"-5"2"-170"0,3-1-155 0,-1 4-114 16,-2 1-66-16,3 0-39 0,-1 3-14 0,1 0-4 15,-1 2-37-15,1 0-23 0,-2 1 6 0,1 1-60 16,0 2-6-16,-2 1-56 0,-9 1-3 0,20 0-46 16,-10 1 8-16,-1 1-40 0,0 2 15 0,-1-1-10 0,-2 2-2 15,1 0-20-15,-2 1-5 0,-3 2-25 16,-1 0 23-16,-2 1-26 0,1 1 23 0,-4 3-26 16,-3-4 24-16,-1 5-27 0,2-1 25 0,-2-2-25 15,-1 0 26-15,3 1-29 0,-1-5 30 0,2 1-28 16,1 0 33-16,-1-3-29 0,0-1 22 0,3 3-30 15,2-7 29-15,-6 7-26 0,6-7 27 0,0 0-32 16,0 0 29-16,8 5-25 0,-8-5 28 0,18 0-32 16,-18 0 33-16,22 1-33 0,-11 2 30 0,1-1-29 15,2 2 29-15,-1 2-24 0,1 1 24 0,-3-1-22 16,1 3 23-16,0 1-27 0,-4 3 35 0,1-4-32 0,-1 4 33 16,-3-1-33-16,-1-1 5 0,-3 2 2 15,0-2 0-15,-3 1 3 0,-2-2 2 0,-3 2 0 16,-1 1 2-16,-3-3-4 0,-3 2-1 0,-1 0-5 15,-4-4-18-15,3-1-23 0,-3-2-8 0,1-3-47 0,-3-1-34 16,0-2-38-16,3-2-58 0,-3-4-28 16,0 1-53-16,4-6-34 0,2-1-82 0,2-3-78 15,3-4-88-15,-1-8-282 0,4-2-440 0</inkml:trace>
  <inkml:trace contextRef="#ctx0" brushRef="#br0" timeOffset="88132.88">26583 6768 226 0,'18'-7'880'15,"-2"5"-163"-15,-1 2-105 0,2 4-104 0,3 6-50 16,3 9-42-16,4 11-64 0,-2 1-37 0,7 12-19 0,-1 2-27 16,0 2 9-16,-3 1-54 0,1 2 20 0,-2-2-72 15,-3 2-1-15,2-5-59 0,-6-4-19 0,1 0-24 16,-1 1-9-16,-2-4-14 0,1-1-57 16,2-4-82-16,-3-2-66 0,1-1-75 0,-4-7-135 0,0-2-108 15,-2-5-112-15,0-1-247 0,-2-6-343 0,2-2-791 16</inkml:trace>
  <inkml:trace contextRef="#ctx0" brushRef="#br0" timeOffset="88595.83">27417 7196 1663 0,'2'7'777'16,"-3"9"-175"-16,11 1-109 0,-1 3-87 0,0 1-70 16,0-1-60-16,0 1-31 0,-2-1 2 0,1-1-19 15,-1 0 0-15,0 0 4 0,0 2 2 0,0-2 3 16,-2-1-32-16,3-2-36 0,-3-1-39 0,0 0-27 15,-1-3-19-15,0-1-14 0,-1-1-15 0,-1-1-6 16,2-3 3-16,-2 2 3 0,-2-8-11 0,0 8-7 16,0-8-11-16,0 0-6 0,-12-2-2 0,4-1-4 15,-2-5-7-15,-4-1-1 0,0-4-3 0,-7-6 25 16,2-2-30-16,-3-2 27 0,-1-6-34 0,0 3 31 16,2-2-33-16,3 0 27 0,1 6-20 0,4 0 43 0,2 5-23 15,1 2 26-15,3 1-41 0,5 5 28 16,3 1-35-16,1 3 30 0,6 1-35 0,6 2 35 15,4 5-38-15,4 2 32 0,7 5-34 0,2-1 33 16,5 5-31-16,1-1 33 0,0 0-35 0,-5-1 32 0,0-3-32 16,-2 1 37-16,1-3-32 0,-5 1 34 15,-1-4-38-15,1-3 34 0,-5 1-32 0,2-4 32 16,-5 1-33-16,3-2 38 0,-6-4-34 0,4 0 34 16,-6 0-38-16,0-3 35 0,-3 0-29 0,-2-2 36 15,-1-3-37-15,-4 0 36 0,-2-1-40 0,-2 0 37 16,-5-6-39-16,-1 1 32 0,-4-3-36 0,-6 0 39 15,2 2-40-15,-2-1 36 0,-2 2-34 0,2 2 28 16,3 2-59-16,0 4-16 0,5 2-87 0,-1 0-46 16,1 3-85-16,0 2-30 0,5-1 13 0,4 7-42 15,-7-2-67-15,7 2-61 0,0 0-70 0,0 0-130 16,1 9-557-16,5-5-836 0</inkml:trace>
  <inkml:trace contextRef="#ctx0" brushRef="#br0" timeOffset="88895.8">27948 7032 1048 0,'0'0'845'0,"13"2"-168"0,-13-2-146 0,9 1-78 0,-9-1-60 0,10 6-44 0,-6-1-42 0,1 2-17 0,0-1 12 0,-1 0-48 15,1 3 19-15,0-1-58 0,2 1-6 16,-1 0-33-16,-1 0-42 0,4-1-25 0,-4 3-15 0,4-4-3 16,-2 1-2-16,0-1-5 0,1-1 4 0,1 1-7 15,-3-3-3-15,2 1-39 0,-8-5 20 16,14 5-10-16,-14-5-8 0,13 1-3 0,-13-1 31 15,9-4-45-15,-3-2 30 0,-2 1-45 0,0-5 32 0,-2 1-40 16,0-3 33-16,-2 2-38 0,-2-5 37 0,0 0-35 16,-2 1 52-16,-4-1-37 0,1 1-2 15,-4-1 0-15,-3-1-1 0,0 4-3 0,-2 2-1 0,0 0-1 16,-4 4-6-16,3 1-31 0,-1 2 2 0,2 3-62 16,-4 0-15-16,3 2-90 0,1 3-40 0,-3 0-52 15,5 3-38-15,-2-1-63 0,3 1-101 0,-1 1-62 16,2-1-103-16,4 0-732 0,1-4-989 0</inkml:trace>
  <inkml:trace contextRef="#ctx0" brushRef="#br0" timeOffset="89162.56">27930 6488 346 0,'11'-27'934'0,"1"5"-200"0,2 5-118 0,3 5-87 16,2 4-57-16,5 3-44 0,5 5-23 0,6 6-27 15,9 7 0-15,-1 6 5 0,10 9 19 0,-1 6-4 16,2 3-47-16,-1 2 30 0,-4 5-94 0,-2 3-53 16,-1 4-16-16,-4 1-38 0,-6-2-43 0,-4 4-137 15,-4-3 0-15,-4-1 0 0,-7-9 0 0,-3-1 0 16,-2-2 0-16,-6-5 0 0,-6-7 0 0,0 2 0 0,-8 1 0 16,-3 0-98-16,-7-1-98 0,-5 1-56 15,-4-4 19-15,-1-2-43 0,-4-4-26 0,-2-1-24 16,4-5-68-16,2-4-54 0,-3-2-65 0,4-4-58 15,5-5-121-15,-1-1-535 0,3-5-835 0</inkml:trace>
  <inkml:trace contextRef="#ctx0" brushRef="#br0" timeOffset="89611.71">28783 6051 718 0,'10'-3'814'15,"-1"6"-153"-15,2 5-100 0,2 5-94 0,4 10-73 0,1 9-66 16,3 5-33-16,4 12-53 0,0 2-15 0,2 2-66 16,-1-1-17-16,-1 1 2 0,1-3-1 0,-3-2-20 15,-4-8 9-15,1-2-50 0,-3-2-2 0,1-3-30 16,-3-1 7-16,-1-8-17 0,-5-4-1 0,1-2-11 16,-2-3 8-16,-3-2 5 0,0-4 27 0,-1 0-13 15,-4-9-5-15,0 7-14 0,0-7-32 0,-9-3 30 16,0-1-26-16,-1-5 3 0,-3-4 5 0,-6-5-4 15,1-5-4-15,-5-5-6 0,0-6 2 0,-2-3-1 16,-2-8-9-16,1-3 1 0,1-3 0 0,4 0-2 16,8 7 0-16,1 1-3 0,5 2 1 0,5 8-25 15,3 5 34-15,2 3-9 0,3 2-7 0,4 3-3 16,2 5-2-16,3 1 6 0,0 4 6 0,3 5-22 16,-2 3 32-16,3 3-7 0,-3 3-3 0,2 1 3 15,1 4 0-15,-5 3 1 0,1 0 46 0,-3-1-49 16,-4 2 39-16,-3 1-52 0,0-1 48 0,-2-1-49 15,-3-1 47-15,-5 4-46 0,-2-3 44 0,-2 1-53 16,-5 0-17-16,0-1-22 0,-5-1-20 0,2-3-3 16,-6 0-15-16,2-4-12 0,0-1-10 0,2-3-35 15,-1-2-36-15,3 0-44 0,-1-1-64 0,5-5-26 16,-2 0-74-16,7-3-79 0,1-2-134 0,0-3-279 16,7-3-462-16</inkml:trace>
  <inkml:trace contextRef="#ctx0" brushRef="#br0" timeOffset="89845.61">29451 5673 402 0,'17'-3'919'0,"-4"0"-231"0,-1 2-151 0,-3 2-88 0,-1 5-1 0,-3 5-31 0,-2 3-52 16,0 3 45-16,-6 7-79 0,0 1 45 0,-2 8-28 16,-3 6 3-16,-1 6-20 0,-1 2-21 0,1 2-11 15,5 3-29-15,0 1-45 0,3 1-31 0,2 1-43 0,5-1-27 16,1-2-74-16,5-4 41 0,0-1-64 0,6-3 45 15,0-4-66-15,4-5-6 0,1-2-32 16,1-5-24-16,4-3-2 0,3-4-80 0,2-4-12 16,4-4-77-16,-5-2 4 0,1-6-75 0,-2-2-59 0,0-3-78 15,3-6-86-15,-2-1-16 0,-1-5-52 0,1-4-137 16,-3-6-485-16,-4-3-821 0</inkml:trace>
  <inkml:trace contextRef="#ctx0" brushRef="#br0" timeOffset="90070.27">29781 5942 401 0,'-5'-4'804'0,"5"4"-209"0,0 0-107 0,0 0-113 0,4-6-33 16,-4 6-23-16,20 4-7 0,-6 2-17 0,4-1 0 16,2 1-43-16,5 2-3 0,5 1-21 0,1 2-3 15,6 0-23-15,3 2-35 0,-1-1-33 0,1 0-18 16,0 0-32-16,0 1-12 0,-6-4-23 0,-2 1-68 15,-2-2-67-15,-4-3-60 0,-4 1-72 0,-2-3-86 16,-2-1-96-16,-3-1-17 0,-3-2-72 0,-2-1-31 16,-4-4-18-16,0-1-363 0,-5 0-464 0</inkml:trace>
  <inkml:trace contextRef="#ctx0" brushRef="#br0" timeOffset="90244.7">30371 5991 1137 0,'-13'-18'175'0,"-2"-4"-12"0,-2-1 27 0,0-1-7 16,-1 1 27-16,0-2-11 0,-1 4-11 0,3 0 18 15,1 5 31-15,2 2 5 0,3 3-7 0,-1 1-23 16,3 4-15-16,0 0 16 0,8 6 17 0,-16 2-10 15,7 4-6-15,-2 5-30 0,1 5 46 0,-3 9-65 16,2 0-15-16,-1 10-10 0,-2 3-30 0,3 0-18 16,-1 1-14-16,0 3 29 0,1-1-61 0,2 0 32 15,0-3-60-15,1-5 40 0,2-1-57 0,-1-1 19 16,0-3-137-16,2-4-71 0,3-3-105 0,-1-4-140 16,-1-3-78-16,2-2-141 0,2-3-589 0,1-2-851 15</inkml:trace>
  <inkml:trace contextRef="#ctx0" brushRef="#br0" timeOffset="90612.6">30366 5811 370 0,'9'-8'854'0,"-4"3"-220"0,-5 5-119 16,12-3-51-16,-12 3-23 0,9 6-26 0,-5-1-29 0,1 2-61 15,2 2 7-15,-2 1-86 0,3 1 14 16,0 1-91-16,1 0-24 0,0 0-23 0,0 0-24 15,3 0-19-15,-3-2-8 0,3 0 27 0,-1 1 6 16,1-3-3-16,-1-3-13 0,1 1-19 0,-2-3-11 16,0-2-11-16,-10-1 20 0,21-4-79 0,-12-2 29 0,1 0-45 15,-2-6 21-15,-1-2-8 0,-2-1 0 16,2-1 2-16,-5-7 0 0,1 0 1 0,-3-1 4 16,-3 1 1-16,2-2 2 0,-2 2 5 0,-3 2 4 15,2 4 6-15,2 1 8 0,-2 2-3 0,3 3-3 16,-2 0-5-16,2 5 0 0,1 6-6 0,-2-8 9 0,2 8-8 15,0 0 4-15,2 14 2 0,2 0-1 0,1 3 2 16,1 4-2-16,7 4 0 0,-2 4-32 16,3-4 38-16,-1 2-40 0,1-2 41 0,2 0-59 15,-2-1-53-15,2-2-44 0,-4-4-52 0,2-2-54 16,-3-4-69-16,1 1-86 0,-3-5-20 0,0-1-92 0,-3-4-102 16,-6-3-492-16,14 1-724 0</inkml:trace>
  <inkml:trace contextRef="#ctx0" brushRef="#br0" timeOffset="90828.54">30776 5373 441 0,'-3'-25'807'0,"1"0"-161"0,-2 6-124 0,3 3-131 16,-1 0-73-16,2 4-55 0,-2 5 54 0,2 7 28 16,4-5 1-16,-4 5-71 0,9 11 76 0,3 6-60 0,-1 9 52 15,8 11-16-15,-1 5-49 0,5 11-39 16,5 3-17-16,0 4-37 0,2-1-36 0,2-1-65 15,2 2 23-15,3-2-54 0,2-1 26 0,0-3-57 16,0-3-8-16,-2-1-132 0,-1-6-57 0,-1-1-108 16,-8-13-131-16,-4 0-168 0,-1-2-89 0,-7-8-139 0,-2-3-576 15,-3-7-989-15</inkml:trace>
  <inkml:trace contextRef="#ctx0" brushRef="#br0" timeOffset="91346.3">31470 5578 440 0,'0'0'690'0,"0"0"-121"0,13 3-56 15,-5 8-40-15,2 4-63 0,0 4-52 0,4 3-34 16,0 3-19-16,0 0-65 0,-1 0 0 0,-2-1-49 16,0-4-5-16,-2 1-30 0,-1-2-24 0,-1-1-28 15,1-4-16-15,-3 0-4 0,0-1-23 16,-1-5 17-16,-1 2 19 0,-2-4-5 0,-1-6-12 0,-1 10-9 15,1-10-11-15,0 0-6 0,-13-2-9 0,6-3-8 16,-3-2-8-16,0-5-4 0,-2-3 4 0,-4-6-16 16,-5-6-5-16,2-5 18 0,-3-2-23 0,1-2 4 15,0-3 1-15,1 0 12 0,-1-1 8 0,3 2 10 16,3 2 7-16,1 3 5 0,1 8-4 0,6 4 6 16,0 1-2-16,2 5-17 0,1 3-8 0,4 3-4 15,3 3-7-15,-3 6-35 0,13-3 39 0,-1 8-5 16,6 3-2-16,5 7 8 0,0 0-11 0,7 5 14 15,0 3-19-15,0-4 13 0,0 1-15 0,-1 1 11 16,-4-5-13-16,1-2 16 0,-1-2 6 0,1 0 39 16,-6-3-7-16,2-1 32 0,-4-2 3 0,0-3 22 15,-2-2-24-15,-2-1-2 0,0-2-21 0,1-4 12 16,-3 0-19-16,1-5-3 0,-3 1 0 0,-1-3 2 16,-2-3-10-16,-1-1-1 0,-3-1-6 0,-2-2-49 0,-2-4 37 15,-2-3-40-15,-3-1 39 0,-1-2-3 16,-2 0-6-16,0 2 0 0,0 2-25 0,-1-1 23 0,3 8-3 15,-1-1-9-15,1 2-15 0,0 4-21 0,-1 2-29 16,3-1-21-16,0 3-59 0,0 1-30 0,1 3-48 16,-2 1-10-16,6 5-57 0,-9-5-29 0,9 5-69 15,-11 4-78-15,6 2-86 0,-1 0-42 0,2 2-143 16,0 1-440-16,4-2-786 0</inkml:trace>
  <inkml:trace contextRef="#ctx0" brushRef="#br0" timeOffset="91678.75">32010 5232 371 0,'15'2'488'0,"-15"-2"-110"0,12 4-51 0,-5 0-34 0,1 2 20 0,-2-1 0 0,2-1-33 0,0 3 16 16,-1 1-17-16,0-1 2 0,2 4-37 0,-2-3-26 16,3 3-37-16,-1 1-20 0,-1-1-44 0,2-1 6 15,1 1 15-15,-2-3 7 0,1 1-12 0,0-1 44 16,-1-2-32-16,1-2 23 0,-1 0-20 0,1-2 1 15,-10-2-43-15,19 0 3 0,-10-2-35 0,-1-2 7 16,2 0-28-16,-1-5 9 0,0-2-26 0,0 0 14 16,-3-3-7-16,-2 0 3 0,-1-2-11 0,-2-3 12 0,-2 0-22 15,-2-4 23-15,-3 1-19 0,-2 0 16 0,1 2-20 16,-4 0 6-16,-1 2-26 0,-4-1 16 0,-3 1-23 16,-3 1 19-16,-1 4-6 0,-2 1-18 0,2 4-2 15,0 2-34-15,-2 1-4 0,4 2-53 0,-1 3-6 16,3 2-68-16,-3-1-25 0,4 4-52 0,0 1-56 15,2-1-100-15,3 1-84 0,0 2-48 0,4-2-70 16,4-1-510-16,5-5-735 0</inkml:trace>
  <inkml:trace contextRef="#ctx0" brushRef="#br0" timeOffset="91911.27">32173 4807 134 0,'0'0'707'15,"13"-1"-91"-15,-5 6-71 0,4 1 26 0,1 7-55 16,2 3 36-16,2 6-42 0,2 6-70 0,3 4-42 16,-3 1-47-16,2 4 8 0,-1 4-13 0,3 8 11 15,-1 3-40-15,-2 0-56 0,-4 1-33 0,-5-3-43 16,-1 2-22-16,-4 0-39 0,-6-1-22 0,-4 2-18 16,-8 9-22-16,-4-4-10 0,-9-2-56 0,-7-1 0 0,-5-5-111 15,-9 0-37-15,-6-2-56 0,-7-2-84 16,-4-2-109-16,-17 5-128 0,-1-3-166 0,-6-2-207 0,-3-5-582 15,9-10-1109-15</inkml:trace>
  <inkml:trace contextRef="#ctx0" brushRef="#br0" timeOffset="93129.44">32531 4432 898 0,'0'0'956'0,"0"0"-193"0,0 0-168 0,0 0-130 0,0 0-89 0,11 3-52 0,-11-3-55 0,6 12-56 0,-1 0 16 16,1 2-41-16,1 4 11 0,5 7-36 0,3 1-15 16,2 9-25-16,5 1-20 0,-1 1-22 0,3 1 16 15,4 8-54-15,-5-7 26 0,-1-1-63 0,1-1-45 16,-2-1-59-16,-1-3-61 0,-1 0-67 0,-3-7-62 16,-2-3-121-16,-5-4-57 0,3-1-26 0,-6-3-56 15,-2-3-77-15,-1-6-303 0,-3-6-501 0</inkml:trace>
  <inkml:trace contextRef="#ctx0" brushRef="#br0" timeOffset="93378.1">32529 4411 491 0,'-9'-32'552'0,"5"1"-125"0,4 6-106 0,2 0-49 16,7 4-73-16,0 1-44 0,7 1-33 0,-1 4-10 15,3 3 22-15,2 1 23 0,-2 2 1 0,3 4-2 16,-2 3-18-16,-1 2-20 0,1 4-18 0,1 3-11 15,-1 4-10-15,-1 2-1 0,-4 2 20 0,0 2 31 16,-3 0-22-16,-4 4 50 0,-3-1-46 0,-1-1 37 16,-5 1-63-16,-1 1 2 0,-4 2-11 0,-4 2-8 15,-7 1-15-15,-4 1-10 0,-2 0-9 0,-4-4-3 16,-2-1-12-16,1 0-20 0,3-7-51 0,2 1-61 16,4-7-45-16,2 1-94 0,4-4-82 0,0-3-88 15,14-3-110-15,-17 0-479 0,17 0-617 0</inkml:trace>
  <inkml:trace contextRef="#ctx0" brushRef="#br0" timeOffset="93611.38">32865 3977 60 0,'7'-10'788'0,"0"3"-218"16,-5 1-119-16,-2 6-75 0,0 0-59 0,0 0-24 0,0 0 5 15,-6 12 10-15,-2 0 18 0,-1 3-79 0,-5 5 31 16,1 4-82-16,-1 1 28 0,-2 9-60 0,0 0 23 15,1 1-70-15,2 1-19 0,3-5-17 0,5 1-17 16,1 0-10-16,3 3-36 0,3-3 27 0,5 0-14 16,4 5 5-16,3-4-29 0,5-1-24 0,3-4-31 15,3-1-6-15,4-3-119 0,0-4-61 0,-2-5-116 16,1-3-89-16,0-1-91 0,-5-7-67 0,-2-1-401 16,-1-5-595-16</inkml:trace>
  <inkml:trace contextRef="#ctx0" brushRef="#br0" timeOffset="94067.31">33070 4304 337 0,'0'0'587'16,"-12"-3"-125"-16,12 3-87 0,-8 6-49 0,5 1-50 15,0 0-23-15,-1 3-15 0,2 0-41 0,0 0 34 16,1 0-23-16,-1 2 23 0,2 0-31 0,0-2 27 16,0 2-67-16,0-3 24 0,2 1-77 0,-2-4-11 15,0 2 3-15,0-1 1 0,0-7 13 0,0 12 16 16,0-12 7-16,0 9 0 0,0-9-22 0,0 0-23 15,-4 5-19-15,4-5-15 0,-8-3-8 0,8 3-11 16,-9-11-3-16,4 3 23 0,-3-3-46 0,0-2 29 16,-2-1-39-16,3-4 35 0,-3 1-38 0,1-1 44 15,1-1-39-15,2-1 46 0,-2 2-32 0,3 1 42 16,0 4-35-16,2-1 31 0,-1 3-46 0,2 1 29 16,0 0-45-16,2 10 37 0,2-11-45 0,-2 11 33 15,11-3-37-15,-11 3 34 0,23 6-41 0,-9 0 34 16,7 2-34-16,0 0 38 0,0 4-34 0,1-3 32 15,-1 2-32-15,0-3 39 0,-1 2-35 0,1-1 36 16,-2-1-37-16,-2-3 43 0,-2-1-40 16,0 1 35-16,-1-2-33 0,-1-3 34 0,-1 2-38 0,0-4 37 15,-1-1-42-15,-1 0 44 0,-1-2-37 0,0-1 36 16,-3-1-2-16,-1-2-6 0,0-2-5 0,-3 0 5 16,0-1-10-16,-4-2 4 0,-2-3-8 0,-1 0-35 15,-2-2 38-15,-2 0-31 0,-2 0 40 0,-1 2-35 16,-2 0 34-16,1 0-37 0,1 2 34 0,-2 0-50 15,3 4-2-15,2 0-112 0,-1 1-38 0,4 4-97 16,-1 2-19-16,7 4-71 0,-10-3-70 0,10 3-75 16,-5 4-67-16,5-4-439 0,3 8-647 0</inkml:trace>
  <inkml:trace contextRef="#ctx0" brushRef="#br0" timeOffset="94396.72">33350 4101 30 0,'0'0'579'0,"0"0"-173"0,0 0-70 0,-1 6-81 0,1-6 4 0,0 0 4 0,1 7 25 0,-1-7-11 0,3 10-2 0,-3-10-40 0,5 11-5 16,-1-4-56-16,0-1-7 0,1 2-24 0,0 0 27 0,0-2-8 0,1 0 15 0,0 2 4 16,0-4 10-16,0 0-3 0,2 0-20 0,-2 0-16 15,-6-4-15-15,17 1-18 0,-17-1-24 16,15-3-10-16,-7 0-9 0,1-1-15 0,-3-2-11 15,2 2-10-15,-2-6-5 0,1 3-10 0,-4-1-2 0,1-3-4 16,-1 1-4-16,-2-1 0 0,-1 0-3 0,-2 1-4 16,-2-1-1-16,-3-2 9 0,-3 1-7 0,1 1-2 15,-2 0-4-15,-3 1-33 0,1 3 37 0,-2-1-39 16,-1 2 18-16,0 1-67 0,0 0 0 0,-2 2-102 16,-1 1-24-16,1 1-67 0,-1 2-42 0,2 1-60 15,0-1-31-15,1 1-34 0,2-1-42 16,1 3-13-16,3-4-370 0,10 0-416 0</inkml:trace>
  <inkml:trace contextRef="#ctx0" brushRef="#br0" timeOffset="94594.74">33313 3748 465 0,'0'0'496'0,"14"0"-57"15,-5 3-3-15,5 5-16 0,0 6 26 16,4 5 21-16,5 8-12 0,-5 6-18 0,4 4-55 15,-2 3-81-15,3 13-39 0,-1 2-46 0,-3 2-35 0,-5 3-64 16,0 6 19-16,-11 2-57 0,-8 4 22 16,-12 3-50-16,-17 15 24 0,-16 1-105 0,-13-2-55 0,-17-3-203 15,-17 0-179-15,-11-4-165 0,-12 0-785 0,-8-3-1025 16</inkml:trace>
  <inkml:trace contextRef="#ctx0" brushRef="#br0" timeOffset="144242.85">22234 13094 357 0,'23'-3'250'0,"12"-3"-107"16,10 0-105-16,7-1-108 0,5 1-158 0,14-5 73 0</inkml:trace>
  <inkml:trace contextRef="#ctx0" brushRef="#br0" timeOffset="144626.6">22837 12950 201 0,'-30'-9'525'16,"7"2"-150"-16,9 0-143 0,6 1-132 0,8 6-125 0,1-9-115 15,7 5-263-15,6 2 139 0</inkml:trace>
  <inkml:trace contextRef="#ctx0" brushRef="#br0" timeOffset="147643.49">22854 14595 300 0,'0'0'427'16,"1"-6"-133"-16,-1 6-117 0,0 0-111 0,-5-3-82 0,5 3-38 0,0 0-72 0,-9 1-210 0,9-1 205 0</inkml:trace>
  <inkml:trace contextRef="#ctx0" brushRef="#br0" timeOffset="181691.58">22669 12365 178 0,'27'-1'271'0,"-6"1"-105"0,1 2-63 16,0 4-52-16,-3 1-20 0,-4 1-47 0,-1 2-11 0,-2 2 4 0,-2-1 2 0,-1 3 9 0,-3 1 3 0,-2 0 7 0,-1-1 1 16</inkml:trace>
  <inkml:trace contextRef="#ctx0" brushRef="#br0" timeOffset="184324.99">23692 12971 366 0,'0'0'417'0,"0"0"-56"0,0 0-102 0,-1-6-49 0,1 6-47 0,-6 4-5 0,6-4-3 0,-9 10-7 0,2 0-44 0,0 1 29 0,-1 3-35 0,-1 5 16 15,0 1-31-15,0 2-7 0,2 7-11 16,0-3-7-16,3 0-14 0,2-2-10 0,-1-4 4 15,6 1 0-15,-1-2 2 0,5-1 56 0,2-1-6 16,2-3 10-16,6-6 18 0,3-2-5 0,5-3-18 0,4-6-12 16,14-5-17-16,7-7-11 0,14-6-7 15,4-6-6-15,3-6-13 0,18-8 3 0,0-7-4 16,-1 0 3-16,4-3-1 0,-2-3-3 0,2-6-4 16,0 0-7-16,1-5-2 0,-2-3-5 0,-3 0 0 15,0-2-8-15,-2 0 5 0,-1 1 0 0,1 2-1 16,-3-2-8-16,5 3-12 0,-1-1-32 0,-1 0-42 0,-1 4-27 15,-4 1-39-15,-2 5-26 0,-1 3-16 16,-16 11-17-16,-1 3-25 0,-2 5-28 0,-3 3-28 16,-1 3-33-16,-7 4-70 0,-7 6-160 0,-1 3-73 15</inkml:trace>
  <inkml:trace contextRef="#ctx0" brushRef="#br0" timeOffset="-207940.75">4478 13502 300 0,'-17'0'235'0,"17"0"-63"15,-14-3-35-15,14 3-21 0,-13-2-2 0,13 2-20 0,-11-3 5 0,11 3-23 0,-13-4-4 0,13 4-10 0,-9-4 12 0,9 4-32 0,-8-3 44 16,8 3-20-16,-10-5 17 0,10 5-27 0,0 0 10 16,-9-3-23-16,9 3 18 0,0 0-19 0,-6-3 8 15,6 3-22-15,0 0 20 0,0 0-20 0,0 0 16 16,0 0-25-16,0 0 23 0,0 0-3 0,0 0-8 16,0 0-4-16,10 2-2 0,-10-2-7 0,13 3 1 15,-13-3-1-15,15 1-1 0,-3 1-6 0,-1-1 1 16,1 1-3-16,2-2-3 0,-3 3-5 0,2-3 7 15,2 1 2-15,-1 2 2 0,2-2 1 0,-1 1 2 16,3 1-7-16,-3-2 8 0,3 1-12 0,0 1 6 16,-1-1 3-16,-1-1-4 0,1 3 1 0,2-1-3 15,-1 0-3-15,0 0 3 0,1 0-6 0,-2-1 11 16,0 2 2-16,0-1 1 0,4 1 29 0,-4-2-36 16,3 2 25-16,-1-1-33 0,0-1 29 0,0 1-34 15,1 0 33-15,0-1-36 0,0 0 30 0,1 0-38 16,-1 0 40-16,0 0-32 0,2-1 1 0,-1-1 7 15,-1 2 3-15,2-2-5 0,-3 1 3 0,1-1 0 0,1 1 3 16,-2 1 0-16,0-2 0 0,0 0 0 16,-1 1-3-16,1-1 1 0,-1 1 2 0,-1-1-1 0,1 0 6 15,-3 0-6-15,3 0 8 0,-3 0 1 16,2 0-2-16,1 0 6 0,-3 0-9 0,5-1 5 0,-4 1 25 16,2-1-31-16,1 1 0 0,-1-2-2 0,0 1 22 15,0 0-19-15,0 1 33 0,0-2-30 0,-2 2 24 16,2-1-22-16,1-1 17 0,-6 1-26 0,5 0 24 15,-3-1-21-15,2 2 15 0,-3-1-17 0,1 0 15 16,2 1-19-16,1-1 20 0,0 1-32 0,1-1 24 16,0 0-18-16,-1-1 18 0,2 1-19 0,0 0 20 15,0 0-16-15,0 0 8 0,1 0 11 0,-1 1 2 16,2-2-4-16,0 1-1 0,-3 0-6 0,4-1 7 16,1 1-6-16,-3 0-3 0,2 0 3 0,-2 0-1 15,6-2-2-15,-4 1-3 0,3 1 6 0,-3 0-6 16,0 0 10-16,-1-1 9 0,1 2-15 0,0-1-4 15,-1 0 17-15,2 1-16 0,-1 0 12 0,0-2-15 16,-2 2 11-16,1 0-8 0,1 0 11 0,0 0-19 16,-1 2 16-16,-3-2-13 0,3 0 14 0,-2 0-17 0,1 1 14 15,-1-1-9-15,-1 0 8 0,2 0-8 16,-1 0 10-16,-2 0-13 0,1 0 14 0,0 0-17 16,1 0 13-16,-1 0-11 0,-1-1 13 0,2-1-14 15,-1 1 3-15,0-1 15 0,2 2-18 0,-1-1 16 0,1 0 7 16,0-2-12-16,1 1 5 0,0 0 0 0,0 0 0 15,2-1-2-15,-1 1-4 0,-4-1 3 16,4 2-3-16,0-1-4 0,0-1 9 0,-1 1-8 16,-2 0 2-16,3 1-3 0,-2-2 2 0,2 3 6 0,1-3-10 15,3 0 14-15,0 1 10 0,1-1 3 0,0 0-7 16,1 0-2-16,7 1-3 0,-3-4 1 16,2 3-5-16,-1-3 1 0,2 2-2 0,0 0 0 15,0 0 0-15,1 0-4 0,0 1 3 0,-1-2-6 0,1 1 6 16,0 1-1-16,0-1-2 0,0 0 2 0,0 2-4 15,0-1 1-15,0 1 1 0,1 0-2 0,-2-2 1 16,1 2 0-16,-1 1-1 0,1 0 0 0,3-2 0 16,-2 2 4-16,2-1 0 0,-1 1 3 0,3-1-1 15,1 1 1-15,0 0-3 0,4-2 0 0,3 1 6 16,0 0 36-16,1-1-12 0,0 2 1 0,-1-1-10 16,1-1-3-16,0 2-8 0,-2-2 1 0,2 0-6 15,0-1-1-15,-1 1-3 0,1 1-1 0,3-1-2 16,-2-1 1-16,1 0-6 0,-1-1 7 0,2 2-4 15,-2-1-2-15,4 1 0 0,-2-2 3 0,0 1-2 16,1 1 2-16,-2-1-3 0,1-1 1 0,-3 2-3 16,4-1 5-16,-1 1 0 0,1 0-1 0,-2 0-1 15,4-1 1-15,-1 1-11 0,1 2 14 0,1-1-6 16,-1 0 6-16,1 0-3 0,-2 1 5 0,0 0-7 16,0 0 4-16,-1 0-2 0,0 1-2 0,-1-1 3 15,1-1 0-15,-1 1-3 0,1 1 1 0,-3-1-4 16,3 1 4-16,1-3-2 0,-1 3 3 0,-2-1-3 15,2 0 0-15,-2 1 3 0,0-1-2 0,-3 1 1 0,1-1-2 16,-9 1-3-16,8-2 5 0,-7 1-1 0,-1 0 1 16,2 1-2-16,-2-1 1 0,3 0 0 0,-3 0 1 15,8-1-2-15,-1 1 2 0,0 0-2 0,1 0 0 16,-2-1 0-16,2 0 2 0,1 2-2 0,-3 0 0 16,-5-1 1-16,6 0 1 0,-6 1 0 0,-2-2-7 15,3 1 11-15,-1 1-2 0,-1-1 3 16,9 0 0-16,-2 0 7 0,1 1 7 0,-7-1 3 0,7 1 0 15,-8-2-6-15,9 2-3 0,-7 0-6 16,-1 0 4-16,1 0-5 0,0 0-2 0,-3 0 0 0,0 0-1 16,1 2-2-16,-1-2 2 0,-1 1 0 15,1 0 0-15,-2 0-2 0,2 0 1 0,-2 0-2 0,1 1-1 16,0-1-1-16,1 0-3 0,1-1 6 0,-1 0-3 16,1 2 2-16,3-2 2 0,-3 0-1 0,9 0-1 15,0 0 10-15,-2-2 1 0,-6 2-2 0,7 0 1 16,-8-1 1-16,1 0-1 0,-2-1-4 0,1 1-1 15,0 0-2-15,-4 0 2 0,3 0-2 0,-4-2-1 16,0 1-1-16,2 0 0 0,-5 0-2 0,4 0-2 16,-3-1 5-16,-6 0 1 0,2 3 0 0,-2-2 3 15,-1-1 4-15,-2 1 0 0,2-1-1 0,-6 2 0 16,-2-1 1-16,-2 1-1 0,0-2-1 0,-4 1 0 16,0 2-1-16,-2-1-6 0,-2 1 1 0,-10 0-2 15,19-3-8-15,-19 3-38 0,9-2-52 0,-9 2-61 0,0 0-46 16,0 0-23-16,-9-4-46 0,9 4 7 0,-27-1-36 15,9 1-24-15,-3 1-29 0,-9 1-90 16,1-2-259-16,-8 1-209 0</inkml:trace>
  <inkml:trace contextRef="#ctx0" brushRef="#br0" timeOffset="-207372.9">12363 13704 294 0,'-4'-5'491'0,"-1"1"-88"0,5 4-111 0,-8-8-51 0,8 8-58 0,-5-5-19 0,5 5-31 0,0 0 44 0,0 0-6 15,-11 7 19-15,8-1 21 0,-2 4 2 0,1 4-12 16,0 1-3-16,-1 7-14 0,1 0-27 0,-2 3-20 16,4 1-27-16,-2 4-12 0,0 0-14 0,1-3-14 15,2 1 3-15,0-1-13 0,1-2-6 0,0 0-10 16,0 0-4-16,1-5 5 0,0-2 3 0,-1-1-6 16,2-2 0-16,-1-2-2 0,-1-1 9 0,1-1-3 15,-1-1 30-15,0-2-8 0,1-1 24 0,-1-7-41 16,0 9 18-16,0-9-40 0,0 0 20 0,0 0-35 15,-3-9 21-15,1 0-33 0,-3-4 27 0,1-2-31 16,-2-5 0-16,0-2 2 0,-2-7 10 0,0 1 9 0,3-2 2 16,-1-3 0-16,1 1 2 0,2-2-4 15,0 2-3-15,3 1-5 0,2 3 1 0,-1 1-5 16,4 1-2-16,-1 4-1 0,2-1-3 0,-2 3 2 0,1 4-1 16,2 2-2-16,-1 2 4 0,4 1-6 0,-3 4 0 15,2 1-2-15,0 3 5 0,-9 3-3 0,17 0 1 16,-8 2-2-16,2 3 4 0,-4 1-1 15,1 1-1-15,-3 0-3 0,3 3 5 0,-5-1-6 0,0 1 6 16,-3 1 1-16,0 0-1 0,-4 1 2 0,-3 1-4 16,-1 0 2-16,-5 2-2 0,-3-2 10 0,-1 0-6 15,-5 3-9-15,-2-2 0 0,5-3-10 0,0-3-32 16,0 1-31-16,3 0-36 0,2-3-36 0,1-1-49 16,3-1-84-16,1 0-72 0,9-4-101 0,-11 0-101 15,11 0-501-15,2-11-675 0</inkml:trace>
  <inkml:trace contextRef="#ctx0" brushRef="#br0" timeOffset="-207108.9">12754 13562 115 0,'13'-4'735'16,"-13"4"-204"-16,0 0-84 0,0 0-48 0,0 0-44 0,-4 10-29 0,-2-3-14 0,-5 4-20 0,-4 3-20 0,0 4-13 0,-4 3-42 0,-1 1-21 15,0 6-36-15,1-1-26 0,2-2-20 16,3 2-21-16,1 1-17 0,2-2-11 0,1 1 10 16,2 1-19-16,3-5 21 0,2 1-37 0,2-1 19 0,1-2-36 15,1 0 0-15,2-1-4 0,2 1-10 16,1-2-30-16,2-2-27 0,2 1-33 0,-1-3-40 0,1-3-51 16,3-1-44-16,-1-1-42 0,0-2-61 15,0-3-25-15,-2-1-62 0,3-1-86 0,-13-3-448 0,19-1-520 16</inkml:trace>
  <inkml:trace contextRef="#ctx0" brushRef="#br0" timeOffset="-206691.43">12707 13799 90 0,'0'0'751'15,"0"-9"-190"-15,0 9-132 0,0 0-85 0,2-6-68 16,-2 6-15-16,0 0-8 0,9 2 11 0,-2 3 0 15,-1 1 0-15,7 2-10 0,-2 1-10 0,6 1-31 16,0 5-31-16,5-2-30 0,3 1-23 0,0 1-11 16,1 1-12-16,0-2-19 0,-1-1-23 0,2 0-5 15,-3 2-15-15,2-3-7 0,-7-3-16 0,0 1-17 16,-2-2-13-16,-2-1 4 0,-2 0-28 0,-2-3 15 16,-2 1-19-16,0-3-4 0,-9-2-46 0,12 2-18 15,-12-2-1-15,6-6 7 0,-6 6 3 0,0-13 16 16,-4 4 6-16,2-2 16 0,-6-3 10 0,4-2 10 15,-5-1 5-15,3-3 6 0,-3 1 3 0,1-2 10 16,1 3 3-16,0 3 3 0,1 0 6 0,-1 3 1 0,4 2 4 16,-3 1-5-16,3 2 14 0,3 7 18 15,-9-5 19-15,9 5 13 0,-12 6 16 0,4 3-9 16,1 2-1-16,-5 5 14 0,2 1-16 0,0 4-3 16,-3 1-20-16,2 3 7 0,-1 0-15 0,-2 0 10 0,1 1-21 15,-1-2 10-15,0 1-20 0,0-2 7 16,1-2-17-16,3-4 14 0,-1-1-21 0,2-3-3 0,1 0-34 15,-2-5-70-15,2 0-95 0,-1-2-112 0,3-3-62 16,6-3-118-16,-17 0-107 0,17 0-374 0,-9-12-567 16</inkml:trace>
  <inkml:trace contextRef="#ctx0" brushRef="#br0" timeOffset="-206506.78">13088 13602 179 0,'21'-5'805'0,"1"-1"-157"0,0 5-77 15,-1 4-77-15,6 1-28 0,0 4-52 0,0 3-36 16,1 3-55-16,-4 3-33 0,2 7-52 0,-3 2-19 16,-4 3-41-16,-5-3-28 0,-1 8-27 0,-4-4-23 15,-2 5-26-15,-3 0-13 0,-2 0-15 0,-5 1-8 16,-1 4-38-16,-7 0-80 0,-5-2-105 0,-4 1-154 16,-12 3-135-16,-9-1-252 0,-5-3-535 0,-10-2-868 15</inkml:trace>
  <inkml:trace contextRef="#ctx0" brushRef="#br0" timeOffset="-203125.68">5225 15993 102 0,'0'0'261'0,"-12"-5"-59"0,12 5-25 0,-11-2-23 0,11 2-19 0,-9-3-10 0,9 3-11 0,-7-3-15 0,7 3-2 0,0 0-9 15,-9-3-12-15,9 3-7 0,0 0 2 0,0 0-27 16,0 0 10-16,-7-4-34 0,7 4 30 0,0 0-20 15,0 0 14-15,0 0-27 0,11 3 20 0,-11-3-22 16,11 3 9-16,-11-3-14 0,14 2 17 0,-5 1-23 16,1-1 14-16,2 0-20 0,1 0 18 0,1 1-26 15,1-1 20-15,3-1-15 0,0 1 22 0,0-2-21 16,-1 1 24-16,3 1-15 0,-1-2 39 0,1 3-17 16,0-3 12-16,1 0-24 0,0 0 23 0,-1 0-16 15,2 1 17-15,-2 0-14 0,1-1 12 0,2 2-8 16,-3-2-5-16,2 0 5 0,0 1-3 0,-2-1 5 0,3 2-3 15,-2-2-3-15,-1 1-9 0,3-1 5 16,-2 0-2-16,0 2-7 0,1-2 1 0,-2 0 1 16,2 0-1-16,1 0-3 0,0 0-1 0,-2-2-6 0,0 2 2 15,2 0 3-15,-1-1-5 0,0-1 0 0,-1 2 2 16,0-1-5-16,1-1 6 0,-2 2-7 0,-1-1 8 16,2 1-4-16,-1 0-2 0,-2-1 4 0,1 1-2 15,2 0-5-15,-3 0 4 0,1 0 0 0,1 0 3 16,-2 0-2-16,2 0 0 0,1 0-3 0,-2 0 2 15,4 0 4-15,-1 0-5 0,-3-2 28 0,4 1 4 16,1 1-5-16,-3 0-6 0,-1 0-4 0,3 0 1 16,-2-2-6-16,0 2 0 0,1 0 0 0,0 0-4 15,-3 0 2-15,0 0-3 0,2 2-1 0,-2-2-1 16,1 1 2-16,-2 1 2 0,3-2-5 0,-1 1 1 16,-2 0 1-16,4 2-6 0,-1-1 5 0,1-2 3 15,1 1 3-15,0-1-3 0,5 0 1 0,0 0 0 16,-2 0-3-16,3 0 1 0,1-1-5 0,-1-1 12 15,1 1 6-15,0-1 0 0,0 1-2 0,-1 0-8 16,2-1 1-16,-2-1 4 0,2 2-1 0,-2-1-5 16,2-1-1-16,3 2 1 0,-3-3-1 0,0 2 0 0,2-1-2 15,0 0 5-15,3 2-2 0,-2-4-1 16,-1 4 0-16,2-4 1 0,0 2-6 0,-2-1-1 16,1 2 1-16,1-2-4 0,1 1 12 0,-1-1-12 15,0 0 3-15,1 2 1 0,-2-2 17 0,2 2 4 0,-1-3 5 16,-1 4-10-16,2-2 2 0,-7 1-7 15,2 0 5-15,-2 0-8 0,3 0-2 0,-1 0 2 16,3-1 0-16,-2 1-10 0,-2 1 5 0,0-4-5 16,6 5 3-16,-1-2-6 0,-1-2 7 0,2 2-3 15,0-1 2-15,-2 1-6 0,3-4 6 0,-1 5-6 0,0-4 6 16,-2 3-8-16,2-3 7 0,0 2 4 16,0 0 0-16,-2 2-4 0,1-4 4 0,-5 5-3 0,1-4 8 15,0 2-2-15,-2 0 7 0,0 2-10 0,2-3 7 16,-3 1-5-16,2 1 1 0,-2 1-6 0,-1 0 4 15,1-2-9-15,0 1 7 0,0 1-9 0,0-2 6 16,0 2-4-16,0-1 3 0,0-3-6 0,0 3 10 16,2 0-10-16,-2 0 7 0,-1 0-6 0,1 0 8 15,0-1-3-15,0 1 5 0,0 0-5 0,0 1 7 16,1 0-2-16,-1-2 2 0,0 1-9 0,0-1 7 16,-1 2-8-16,0-1 8 0,0 0-7 0,-1 0 6 15,1-1-1-15,0 1-1 0,1-1-5 0,-1 2 4 16,1-3-5-16,-2 2 5 0,2 0-7 0,0-1 7 15,0-1-8-15,0 2 9 0,0-2-8 0,2 1 7 16,-2 0-8-16,1 0 11 0,-1-1-9 0,2 1 8 16,0 1-12-16,-2-2 10 0,2 0-8 0,-2 2 8 15,1-1-9-15,1 0 10 0,-1 0-4 0,1 0 5 16,0 1-16-16,1-1 20 0,-2 1-13 0,3-2 10 16,-2 0-10-16,4 0 7 0,1 2-4 0,-1-4 6 15,0 4-8-15,1-2 8 0,0 0-8 0,-1-1 9 16,1 2-6-16,-1-2 6 0,1 2-8 0,0-1 5 15,0 0-5-15,-1 1 6 0,2-1-8 0,-3 0 7 0,3 3-5 16,0-3 8-16,2 1-10 0,-2 0 8 0,1 1-5 16,-1-2 6-16,1 3-4 0,1-3 7 15,-2 2-9-15,1-2 9 0,-1 2-10 0,1-2 6 16,3 1-4-16,-3 1 5 0,0-1-5 0,0-1 13 0,0 1-13 16,1-1 7-16,1 2-5 0,-2-1 3 0,1 0-8 15,0 0 9-15,-2 1-9 0,1 0 8 16,2 1-7-16,-2-2 7 0,0 1-8 0,0-1 9 0,0 1-10 15,-1 1 8-15,1-1-7 0,0 0 10 0,-5-1-13 16,3 1 1-16,1 1 10 0,1-2-7 0,-1 2 8 16,1-3-1-16,0 2 14 0,0 1-5 15,-1-1 4-15,1 0-8 0,-1 1 1 0,1-1-4 0,0 0 3 16,0-1-4-16,0 2 3 0,0-1-7 0,1 1 6 16,0 0-8-16,0-1 7 0,-1 1-5 0,1 0 4 15,-2-2-5-15,1 2 5 0,-4 0-7 0,5 0 5 16,-1 0-2-16,1 0 0 0,0 0 1 0,-2 0 1 15,1 0-6-15,4 0 7 0,-3 0-10 0,1 0 8 16,-1 0-5-16,3 0 5 0,-3 0-5 0,3 0 8 16,-1 0-7-16,-2 0 9 0,2 0-6 0,-2 0 2 15,3 0-4-15,-3 0 3 0,2 0-1 0,-2 0-1 16,3 0-2-16,-1 0 7 0,-2 0-4 0,4 0 3 16,-3 0 2-16,0 0 10 0,3 0 1 0,-1 0-3 15,0 2-6-15,1-2 9 0,1 0-17 0,-1 0 6 16,1 1-6-16,-2-1 6 0,4 0-7 0,-2 1 2 0,-2-1 1 15,4 2-1-15,-3-2-4 0,-1 1 5 16,1-1-6-16,0 1 6 0,2 0-7 0,-3-1 5 16,0 1-4-16,1-1 7 0,-1 1-7 0,0-1 6 0,1 0-5 15,0 2 5-15,-1-2-6 0,2 0 2 0,1-2 0 16,-1 2 3-16,-1-1-4 0,1 1 4 16,-1 0-4-16,0-1 2 0,-1 1-3 0,-1-1 7 15,0 0-5-15,1 0-2 0,-1-1 2 0,-1 1 8 0,0 0-11 16,-1-1 4-16,3 0-2 0,-1 0 2 0,-1 0-2 15,3-1 4-15,-1 1-1 0,8 1 0 0,-2-3-4 16,-6 1 4-16,8 1-2 0,-10 0 2 0,10-2-4 16,-3 2 7-16,-4 0-4 0,-1-1-2 0,7-1 2 15,-7 2 0-15,4-1 0 0,2 0 0 0,1-1-1 16,-1 0 3-16,1 1 2 0,0-1-5 0,0 0 4 16,2 1-4-16,-1-1 5 0,-2 1-5 0,3-1 4 15,-2 1-2-15,0-1-1 0,-1 0 10 0,-7 1 12 16,-1 1 0-16,1-1-1 0,-2-2-3 0,-1 2 1 15,-2 0-2-15,-6 1-1 0,-1-2-1 0,0 2 1 16,-4-1 2-16,-4 1 4 0,-1 1 2 0,-5-1-1 16,1 1-2-16,-2-1-8 0,-2 0-2 0,0 1 6 15,-11 1-14-15,16-5-3 0,-16 5-10 0,8-4-49 16,-8 4-46-16,0 0-58 0,-4-6-70 0,4 6-64 16,-19-4-46-16,6 4-64 0,-7-2-92 0,-7 1-379 15,0-1-432-15</inkml:trace>
  <inkml:trace contextRef="#ctx0" brushRef="#br0" timeOffset="-202391.58">14957 15954 13 0,'0'0'448'0,"-2"-8"-105"0,2 8-29 0,0 0-64 0,-4-9-7 16,4 9-48-16,0 0 4 0,0 0-23 0,0-8-26 0,0 8 14 0,0 0 42 0,0 0 23 16,2 9 9-16,0-3-12 0,0 4-6 0,-2 2-4 15,4 3-29-15,-1 5-29 0,-1 2-29 0,2 3-19 16,0-1-30-16,-1 2-7 0,-1 0-21 15,4 4-5-15,-2 0-8 0,-1-3-7 0,1 0-7 0,-2-2-2 16,1 2-9-16,1-2-3 0,-2-3 3 0,-2 0-14 16,3-4-26-16,-2-2-65 0,-1 0-51 15,4-2-39-15,-4-4-45 0,0 0-60 0,-4-4-64 0,3 1-72 16,1-7-68-16,-8 3-334 0,8-3-361 0</inkml:trace>
  <inkml:trace contextRef="#ctx0" brushRef="#br0" timeOffset="-202142.07">14874 15967 41 0,'4'-15'658'16,"0"1"-197"-16,-2 3-96 0,5 3-91 0,-2 1-5 15,1 1-7-15,2 2-20 0,1 1-4 0,1 2-16 16,-10 1-7-16,21 1-28 0,-10 2-18 0,1 1-27 16,2 1-15-16,-3 2-19 0,-1 2-22 0,2 0-17 15,-3-1-11-15,-1 4-10 0,-2 0-12 0,0 1-5 16,-2 2-4-16,-3-2 0 0,-2 1-9 0,0 0 2 15,-4 1-7-15,-3 0 5 0,-2 1-11 0,-2-2 5 16,-3 0-7-16,1-1 1 0,-3-1-5 0,2 0 4 16,-3-2-4-16,4-3 4 0,-1 1-5 0,2-1 5 15,-1-3-12-15,4-1-24 0,-1 3-62 0,1-3-107 0,10-3-88 16,-11 0-100-16,11 0-80 0,0 0-472 16,-3-9-522-16</inkml:trace>
  <inkml:trace contextRef="#ctx0" brushRef="#br0" timeOffset="-201875.16">15582 15870 567 0,'4'-8'637'0,"-4"8"-106"0,0 0-12 16,-13 2-59-16,2 2-32 0,-2 2-39 0,-5 4-24 15,0 2-43-15,-4 3-52 0,1 3-14 0,0 1-67 16,-3 6 22-16,1 1-82 0,0 4 23 0,5-3-38 15,0 5-28-15,5-3-16 0,2-1 7 0,2 2-38 16,3-1 16-16,2-4-30 0,4 1 17 0,1-1-27 16,2 1 25-16,3-1-26 0,3 0 18 0,4-1-34 15,0-2 20-15,3-1-62 0,2-5 5 0,1-3-75 16,0-3-43-16,-2 1-80 0,1-5-85 0,-3-4-106 16,-1-2-62-16,-1 0-107 0,4-6-539 0,-5-2-749 15</inkml:trace>
  <inkml:trace contextRef="#ctx0" brushRef="#br0" timeOffset="-201475.37">15377 16075 406 0,'0'0'834'16,"-11"-1"-215"-16,11 1-127 0,-9-2-118 0,9 2-54 16,0 0-9-16,0 0-11 0,0 0-17 0,7 8-14 15,-1-3-28-15,4 0-28 0,4 2-23 0,3 1-12 0,5 0 3 16,2 6-22-16,1-2-31 0,2 3-18 0,-1-1-25 15,2-1 1-15,-1 3-34 0,-3-2 8 0,-1 0-28 16,-4-1 9-16,-1-2-32 0,0 0 19 0,-5-1-48 16,-3-1-12-16,3-3-64 0,-4 1-14 0,-1-1-25 15,-2-3-4-15,-6-3-41 0,10 5-28 0,-10-5-14 16,0 0-7-16,7-7 14 0,-9 1 25 0,2-3 14 16,-4-1 27-16,2-4 26 0,-3-3 14 0,-2-2 25 15,2-3 17-15,0 1 18 0,-1 1 17 0,1 1 20 16,-2 1 22-16,2 3 20 0,1 0 10 0,2 4-5 15,-2 1 0-15,0 2 22 0,-1-1 40 0,-3 8 42 16,8 1 21-16,-16 0-1 0,3 3 2 0,0 6-10 16,-2 1 2-16,-3 4-13 0,-1 4-7 0,-1 2-16 15,1 0-14-15,0 4 8 0,1 5-45 0,-3-2 20 16,1-1-39-16,5-2 16 0,1 1-40 0,0-3 20 16,2-2-43-16,1-4-26 0,5-2-80 0,-1 1-60 15,1-2-78-15,2-5-83 0,1 1-101 0,3-9-123 16,0 8-623-16,0-8-786 0</inkml:trace>
  <inkml:trace contextRef="#ctx0" brushRef="#br0" timeOffset="-201290.79">15904 15766 590 0,'18'-10'802'0,"-4"4"-147"0,0 4-67 0,-1 3-50 15,1 5-25-15,-2 1-26 0,2 8-67 0,-3 1-68 16,-1 4 12-16,2 5-78 0,-4 4 19 0,-3-1-52 15,-1 4-2-15,-2 1-95 0,-2 0 7 0,0 3-37 0,-2-3-25 16,-4 10-24-16,-3 0-14 0,-3-4-62 0,-2 3-77 16,-12 6-122-16,-1-2-102 0,-6-2-141 15,-7 0-190-15,-6 1-154 0,-5-2-694 0,-2-2-1101 16</inkml:trace>
  <inkml:trace contextRef="#ctx0" brushRef="#br0" timeOffset="-197258.08">2437 12469 80 0,'-8'-16'505'0,"3"3"-164"0,0 1-55 0,-3 0-89 0,4 3-20 0,-1 0-55 0,3 1-4 0,-2 0-56 0,4 8 18 16,-4-9-31-16,4 9 5 0,0 0-9 0,0 0 43 16,0 0-18-16,4 10 16 0,0-2-28 0,-2 2 28 15,5 3 13-15,-1 1-1 0,3 1 1 0,-1-2 15 16,-2 0 16-16,3 1 15 0,0-4 13 0,-3 3 22 16,1-5 31-16,-2 0 30 0,1-1 5 0,-2 0 1 15,1 0 1-15,-1-3-15 0,-4-4-7 0,5 9-17 16,-5-9-31-16,9 2-30 0,-9-2-29 0,17-6-23 15,-6 0-16-15,7-4-19 0,6-4-10 0,-1-2-8 16,12-5-7-16,-1-2-55 0,11-6 52 0,1-3-50 16,4-1 6-16,4-2 6 0,2-4-3 0,1-3 46 15,1 2-54-15,-2-3 31 0,2 1-90 0,-5 2-29 16,-3 3-81-16,-5 3-59 0,-12 8-63 0,-5 5-78 16,-5 5-23-16,-7 4-56 0,-6 5-79 0</inkml:trace>
  <inkml:trace contextRef="#ctx0" brushRef="#br0" timeOffset="-196391.41">697 15290 82 0,'-1'-11'365'0,"0"3"-30"0,-3 0-39 0,4 8-41 0,-1-11-49 16,1 11-21-16,0-8 35 0,0 8 79 0,0 0-44 0,8 3 38 0,-2 2-29 0,0 3 20 0,3 2-68 15,5 6-4-15,2-1-63 0,3 6 7 0,5 3-59 16,-1 1 35-16,5 0-50 0,0-1 15 0,4 1-21 16,0-2 40-16,4-4-36 0,-2 2 48 0,3-6-36 15,3-2 51-15,0-3-56 0,-1-7 18 0,1-3 5 16,10-3 10-16,1-8-9 0,14-8-19 0,3-6-37 15,3-7 23-15,16-9-28 0,3-5-9 0,-1-3 15 16,1-6-34-16,-1-2 27 0,-1-5-34 0,-1-3 17 16,0-4-20-16,-1 0 9 0,-4-3-38 0,-2 3-43 15,-5 0-90-15,-2 1-71 0,-9 6-77 0,-14 11-74 16,-4 7-59-16,-6 2-27 0,-12 12-91 0,-3 1-110 16,-8 6-268-16,-4 5-501 0</inkml:trace>
  <inkml:trace contextRef="#ctx0" brushRef="#br0" timeOffset="-193758.75">2662 17312 352 0,'-17'0'261'0,"3"0"-45"0,4-1-50 0,10 1-9 0,-18 0-22 0,18 0-20 0,-17-2-15 0,17 2-1 0,-10 2-1 15,10-2-6-15,0 0 13 0,-8 6 16 0,8-6 0 16,9 6-6-16,0-2 0 0,9 0-16 0,4 2-11 15,11 2-4-15,12-1 3 0,6 2-4 0,19-1 27 16,6 0 0-16,5 1 45 0,10-2 4 0,8-1 4 16,4 1-1-16,27 2-2 0,1-1-18 0,-1-1 9 15,1 3-45-15,1-2 16 0,-1 2-49 0,-2 0 18 16,-4 2-44-16,-1-2 24 0,-24 0-35 0,1-2 37 16,-4 3-7-16,-4 0-27 0,-2-2 31 0,-7 1-40 15,-2-1 30-15,-5 0-25 0,-10-2 33 0,-10 0-46 16,-7-1 28-16,-3 0-45 0,-10-1 34 0,-4 1-41 15,-5-4 46-15,-2 3-47 0,-7-4 43 0,-1 2-45 0,0-1 42 16,-7-1-47-16,2 1 8 0,-2-1-3 0,-11-1 0 16,17-1-22-16,-17 1-19 0,10-3-34 15,-10 3-55-15,5-5-38 0,-5 5-107 0,-4-8-66 16,1 2-40-16,-5 1-65 0,0 1-61 0,1-1-391 0,-6 0-470 16</inkml:trace>
  <inkml:trace contextRef="#ctx0" brushRef="#br0" timeOffset="-193636.55">5349 17537 249 0,'-15'-2'498'0,"15"2"-123"0,-13-1-117 0,13 1-166 0,0 0-193 16,-14 1-333-16,14-1 98 0</inkml:trace>
  <inkml:trace contextRef="#ctx0" brushRef="#br0" timeOffset="-192659">6785 17200 79 0,'-20'0'524'0,"1"0"-135"0,6 0-81 0,-1 0-72 0,14 0-36 0,-19 0-46 0,19 0-20 0,-10 2 0 15,10-2 3-15,9 4-9 0,1-4-10 0,7 3 30 16,11-1-12-16,11-1 45 0,15-1-29 0,9 3 31 16,18-3-42-16,8 0 53 0,5-3-41 0,9 3 19 15,6 0-30-15,5 0 25 0,24 0-64 0,-2 0 19 0,-2 0-45 16,-1 3 27-16,-21-3-46 0,-2-3 33 16,1 3-47-16,-2 0 48 0,-4 0-32 0,-6-3-10 15,-4 0-5-15,-4-1 8 0,-4 1-10 0,-7-4-3 16,-6 2 3-16,-3-1-11 0,-15 1-6 0,-4 0-5 0,-7-1-9 15,-8 3-16-15,-8-1-16 0,-3 1-21 0,-4 2-14 16,-3-4-38-16,-4 4-60 0,-6-4-44 16,-9 5-66-16,10-5-31 0,-10 5-53 0,0 0-36 15,-16-2-35-15,3 3-57 0,-2 0-371 0,-6 1-390 16</inkml:trace>
  <inkml:trace contextRef="#ctx0" brushRef="#br0" timeOffset="-189037.89">9464 12743 82 0,'0'-9'364'0,"-1"3"-85"0,1 6-54 0,0-12-38 0,0 12-37 0,0-10-37 0,0 10-23 0,0-9-19 0,0 9-16 0,0-7-8 16,0 7-11-16,4-5-10 0,-4 5-3 0,0 0-8 16,15 1-41-16,-7 4-94 0,1 1-156 0,2 5-148 15,2 0 108-15</inkml:trace>
  <inkml:trace contextRef="#ctx0" brushRef="#br0" timeOffset="-188721.49">12795 14341 26 0,'0'0'618'0,"-6"-10"-176"0,2 6-100 16,0-1-75-16,0-1-49 0,0 2-42 0,0-2-29 16,-2-1-28-16,2 1-17 0,-1 0-10 0,0-2-9 15,0 1-3-15,0 0 4 0,-2 0-4 0,4 1-14 16,-1 0-12-16,0 0-14 0,4 6-11 0,-5-8-5 16,5 8-1-16,-6-10-18 0,6 10-17 0,-2-6-19 15,2 6-37-15,0 0-43 0,-5-5-27 0,5 5-30 16,0 0-40-16,0 0-85 0,0 0-367 0,0 0-167 15</inkml:trace>
  <inkml:trace contextRef="#ctx0" brushRef="#br0" timeOffset="-187091.93">14837 15056 544 0,'3'-15'633'0,"-1"3"-159"0,-2 1-113 0,0 4-175 0,0 0-96 0,0 7-76 0,0 0-6 0,0 0-68 0,0 0-40 0,0 8-58 16,0 1-45-16,3 3-68 0,-2-2-207 0,4 5 39 15</inkml:trace>
  <inkml:trace contextRef="#ctx0" brushRef="#br0" timeOffset="-186875.7">15653 16538 126 0,'0'0'689'0,"-7"5"-189"16,7-5-122-16,0 0-106 0,-6 5-130 0,6-5-134 16,0 0-101-16,0 0-106 0,0 0-371 0,0 0-82 15</inkml:trace>
  <inkml:trace contextRef="#ctx0" brushRef="#br0" timeOffset="-186658.34">15563 15077 65 0,'-6'-21'413'0,"1"5"-107"0,1-1-131 16,0 6-92-16,1 1-76 0,1 4-50 0,2 6-41 15,-4-7-205-15,4 7 257 0</inkml:trace>
  <inkml:trace contextRef="#ctx0" brushRef="#br0" timeOffset="-186442.23">15971 16454 438 0,'0'0'294'16,"-12"0"-94"-16,12 0-64 0,0 0-50 0,0 0-32 15,-9-5-28-15,9 5-39 0,0 0-43 0,0 0-67 16,-5-3-12-16,5 3-148 0,0 0 260 0</inkml:trace>
  <inkml:trace contextRef="#ctx0" brushRef="#br0" timeOffset="-181176.6">27861 12889 1633 0,'0'0'1030'0,"0"0"-267"0,0 0-147 0,0 0-191 0,12-2-83 0,4 1-93 0,2-2-28 0,4-2-62 0,2-2-10 0,17-3-50 16,8-4 0-16,15-5-21 0,7-2-11 0,8-3-13 15,3-3-9-15,19-7 12 0,3-2 4 0,2-1-1 16,1-4-6-16,-1 3 15 0,-5 1-12 0,-4 3-13 15,-24 7-10-15,-8 4-15 0,-6 1-58 0,-17 9-84 16,-2-3-94-16,-12 5-122 0,-9 3-118 0,-5 1-82 16,-5 1-96-16,-9 6-676 0,5-2-912 0</inkml:trace>
  <inkml:trace contextRef="#ctx0" brushRef="#br0" timeOffset="-177276.32">28127 11771 473 0,'0'0'504'0,"0"0"-95"0,0 0-85 0,0 0-46 0,0 0-18 0,-10 1-28 0,10-1-3 0,0 0-5 0,0 0-10 16,0 0-18-16,0 0-23 0,0 0-23 0,0 0-28 15,0 0-19-15,0 0-11 0,8-6 5 16,2 2-6-16,3-2-7 0,1-1-9 0,3-2-13 0,4-1-11 16,-2-1 10-16,4-3 1 0,1-2-2 15,-1-2-2-15,-1 0 21 0,1 2 11 0,-1-3 6 0,-4 2 5 16,-2 3 11-16,-3 0-9 16,0 5-22-16,-3-1-19 0,-1 3-9 0,-1 2-9 0,-8 5-13 15,9 2-5-15,-5 7-4 0,-2 8 29 0,-2 7-40 16,0 13 31-16,-1 8-34 0,0 7 53 0,-1 3-41 0,1 2 10 15,1 13 4-15,0-2 6 0,1 1 38 0,2-2-60 16,1-3 46-16,0-8-60 0,-2-4 45 0,6-4-53 16,-3-1 14-16,0-6-94 0,0-5-60 0,0-5-119 15,-2-6-130-15,1-3-83 0,-1-2-88 16,0-5-125-16,-2-3-401 0,2-4-706 0</inkml:trace>
  <inkml:trace contextRef="#ctx0" brushRef="#br0" timeOffset="-176558.97">28725 13340 551 0,'0'0'761'0,"-11"-4"-125"0,11 4-100 0,-13-3-63 0,5-2-24 0,8 5-14 0,-14-7-57 0,7 2 17 0,0 3-78 16,-2-4 4-16,4 0-84 0,-1 2 14 0,-1-1-62 0,3 1 6 15,2-2-69-15,1-2 9 0,1-1-62 16,3 0 18-16,4-3-48 0,3 0 18 0,0 1-39 16,6-1 24-16,0 1-41 0,2 2-1 0,-3 2-3 0,2 2-1 15,1 2 0-15,-1 2-3 0,0 4-1 16,1 3 34-16,-2 2-35 0,0 6 37 0,-3 3-37 15,0 7 33-15,-2 3-29 0,-6 2 29 0,1 3-34 0,-5 2 33 16,-2 0-35-16,-3 1 2 0,-3-1 6 0,0 3 1 16,-3-4 2-16,1-3 1 0,-2-1 4 0,0-2 1 15,1-1 7-15,1-7 39 0,1-1-30 0,2-3 89 16,-1-1 2-16,3-3 47 0,-1-1 15 0,5-3-14 16,0-7-75-16,3 5 18 0,-3-5-61 0,15-3 35 15,2-2-61-15,3-5 37 0,7-2-56 0,11-6 23 16,1-1-33-16,0-4-23 0,12-4-44 0,1-2-23 15,0 0-121-15,-2 0-30 0,-3 2-125 0,-5 3-96 16,-6 1-162-16,-3 1-105 0,-2 0-912 0,-3 0-1315 16</inkml:trace>
  <inkml:trace contextRef="#ctx0" brushRef="#br0" timeOffset="-174659.68">31008 11401 279 0,'14'-9'396'0,"-2"1"-66"0,1-1-17 0,1 0-66 0,-1 0-23 0,-3-2-43 0,4 0-1 0,-2 1-30 0,1-1-16 0,-3 2-5 0,0-2 5 0,0 0-25 0,-1 0-13 16,0-2-14-16,-2 2-8 0,-1-2-17 0,-3 1 9 16,-1 1-7-16,-2-2 4 0,-2 1-25 0,-2-3-7 15,-4 1-7-15,-3-2-2 0,-3 0-6 0,-2 4-3 16,-5-5 2-16,-4 2-1 0,1 1-6 0,-2 3 11 15,-3 1 12-15,0 2 0 0,4 0 0 16,0 5-6-16,2 0-4 0,2 2 1 0,2 1-3 0,4 2 6 16,0 2 5-16,4 5 10 0,3 0 2 0,6 2 15 15,3 2-10-15,4 6-1 0,8 4-14 0,4 2 0 16,8 1-13-16,2 3 3 0,6-1-8 0,-1 0-3 16,3-2 1-16,1 4-2 0,-2-4-3 15,3 2-4-15,0-3 7 0,-1 1-7 0,-3-1 1 16,-1-2-6-16,-1-1 7 0,-4 1-9 0,-7-2 6 0,1-1-4 15,-5-1 6-15,-4-2-9 0,-3-1 11 0,-4 2-9 16,-4-2 14-16,-3 0 1 0,-4 1 2 0,-3 0 11 16,-3-2 6-16,-4-2 2 0,-1 0 2 0,-3-2 19 15,0-1 21-15,2-7 28 0,-1-2-8 0,0-1-1 16,-2-4-17-16,1-2 5 0,-1-5-26 0,-2-1 3 16,0-6-22-16,5-2-4 0,-1 1-9 0,4-3-2 15,2-1-1-15,3 3-6 0,5-1-18 0,2 1 15 16,6-2-3-16,2 0-4 0,6-7-1 0,2 4 7 15,5-6-13-15,1 1 4 0,4 0-38 0,-1 0-26 16,2 3-39-16,-1-2-38 0,0 6-46 0,-4 2-24 16,-3 4-47-16,-1 1-40 0,-3 4-40 0,-3 1-85 15,-2 3-75-15,-1 2-343 0,-6 6-380 0</inkml:trace>
  <inkml:trace contextRef="#ctx0" brushRef="#br0" timeOffset="-174392.96">30760 12131 471 0,'-7'14'624'0,"0"-3"-125"0,3-2-90 0,1-2-37 0,3-7-35 0,7 11 10 0,3-10-35 0,3 1-35 0,8-2-17 0,9-3-35 15,13-5-29-15,8-1-29 0,13-4-18 0,5-3-16 16,4-3-18-16,5-3-15 0,6-3 5 0,16-7-39 0,1-2 0 15,1 0-29-15,-3 0 2 0,-21 6-20 16,-2 0 8-16,-7 2-21 0,-5 3 14 0,-6 3-21 0,-17 2 13 16,-2 5-50-16,-12 3-61 0,-4 1-93 0,-6 3-84 15,-7 3-70-15,-10 3-29 0,0 0-67 16,0 0-119-16,-9 6-397 0,-9 1-543 0</inkml:trace>
  <inkml:trace contextRef="#ctx0" brushRef="#br0" timeOffset="-174007.25">31258 12684 985 0,'-8'5'826'0,"8"-5"-155"0,-11 0-146 15,11 0-80-15,0 0-50 0,-11-5-70 0,11 5-55 16,0 0-36-16,1-9-38 0,5 0-36 0,4 3-28 15,3-2-9-15,3-3-29 0,5 4-12 0,2-2-18 16,0 5-11-16,5-1-11 0,-2 5-8 0,2 0 20 16,-2 5-41-16,-1 1 34 0,3 4-17 0,-5 4 34 15,-2 1-17-15,-5 3 17 0,-4 2-25 0,-6 4-1 16,-4 0 3-16,-6 7-4 0,-5 6-7 0,-5 1-4 0,-5 1 5 16,-6-1-16-16,-4 3-2 0,2-6 17 15,0-3-4-15,0-3 35 0,3-4-5 0,4-4 46 0,3-3 33 16,2-4 83-16,4-3 62 0,0-1 18 0,3-3 43 15,3-2-81-15,5-5-121 0,0 0-139 0,19-5 0 16,3-4 0-16,16-5 0 0,8-2 0 0,18-7 0 16,7-2 0-16,9 2 0 0,4-4 0 0,20-5 0 15,1-1 0-15,-2-2 0 0,0 2 0 0,-4 0 0 16,-18 5 0-16,-8 3-301 0,-6-3-288 0,-10 5-219 16,-15 1-219-16,-8 1-701 0,-15 1-1409 0</inkml:trace>
  <inkml:trace contextRef="#ctx0" brushRef="#br0" timeOffset="-171459.9">28306 11816 479 0,'-1'-6'414'0,"1"6"-100"0,4-9-103 0,-4 9-93 0,10-3-46 0,-10 3-49 0,11 3-19 0,0 3-42 0,0-1-39 15,2 1-35-15,3 2-57 0,4-1-225 0,1 1 150 16</inkml:trace>
  <inkml:trace contextRef="#ctx0" brushRef="#br0" timeOffset="-171259.92">31423 11812 367 0,'10'-12'611'0,"-1"2"-145"15,0-1-114-15,-5 1-111 0,-1 3-115 0,-3-2-63 16,-2 3-99-16,0 2-85 0,-5 0-137 0,-2-1-307 16,-7 2-80-16</inkml:trace>
  <inkml:trace contextRef="#ctx0" brushRef="#br0" timeOffset="-171059.66">28324 12455 703 0,'-13'-8'559'0,"7"0"-167"0,3 2-121 0,3 0-160 16,3 0-132-16,4 1-75 0,7 0-72 0,6-3-112 0,9 0-184 16,13-4 58-16</inkml:trace>
  <inkml:trace contextRef="#ctx0" brushRef="#br0" timeOffset="-170859.83">31344 11951 962 0,'2'-10'592'16,"0"0"-185"-16,-2 1-217 0,-4 2-183 0,-6 4-272 15,-3 1-328-15,-9 4-106 0</inkml:trace>
  <inkml:trace contextRef="#ctx0" brushRef="#br0" timeOffset="-170672.01">29291 13046 1748 0,'9'-22'748'16,"3"12"-286"-16,-12 10-389 0,6 4-343 0,-6 6-599 15,-2 3-422-15</inkml:trace>
  <inkml:trace contextRef="#ctx0" brushRef="#br0" timeOffset="-166206.23">28311 13255 547 0,'-11'-27'412'0,"-7"-4"-134"16,1-2-148-16,-1 1-167 0,0 0-385 0,-1-2 115 0</inkml:trace>
  <inkml:trace contextRef="#ctx0" brushRef="#br0" timeOffset="-166041.6">28238 11668 175 0,'0'0'500'0,"0"7"-200"16,0-7-155-16,-2 15-161 0,0 1-332 0,0 6 193 15</inkml:trace>
  <inkml:trace contextRef="#ctx0" brushRef="#br0" timeOffset="-165193.7">29275 14851 80 0,'-10'-10'682'16,"-1"-1"-163"-16,2-1-85 0,0 1-17 0,2-3-43 0,2 1-57 0,-1-1-37 0,5 0-54 0,0 1-32 0,3-4-27 0,4 2-12 0,1-3-16 0,7 1-24 15,-1 0-22-15,6-1-13 0,-1 3-16 0,5 1-13 16,-2 1-8-16,-1 5-10 0,4 0-4 0,-1 2-9 15,-3 4-1-15,0 2-4 0,-1 2-4 0,-2 2-3 16,-2 3 0-16,-2 2 1 0,-2 6-5 0,-4 1 5 16,-5 1-8-16,-2 8 5 0,-7 2-6 0,-7 6 5 15,-4 2-5-15,-5-3 5 0,-3 1-6 0,-3-4 8 16,-1 0-7-16,0-4 7 0,0-3-6 0,6-4 13 16,3-2 10-16,4-4 38 0,1-3 24 0,2 1 27 15,3-2-18-15,1-4-17 0,10-4-16 0,-9 4-13 16,9-4-9-16,7-4 10 0,2 0-25 0,9-3 6 15,5 0-24-15,4 1 12 0,4 1-21 0,-1 0 23 16,-2 3-23-16,2 2 16 0,-2 1-15 0,0 5 12 16,-2-2-19-16,-2 2 19 0,-1 3-20 0,-3 1 1 0,-2 2 2 15,-1 1 2-15,-3 0 1 0,-3 0 1 0,-3 2 1 16,-3-2 8-16,-5-1 8 0,0 1-3 0,-6 2-14 16,-4 1 23-16,-4-1-28 0,-7 2 22 0,-3 1 0 15,-9-2-1-15,-2 2-4 0,1-2 2 0,-2-2-6 16,5-3-5-16,-1 0-16 0,5-3-12 0,3-2-31 15,6-1-44-15,0-2-115 0,5-3-141 0,2-2-82 16,5-1-111-16,6 3-114 0,-2-14-298 0,9 0-551 16</inkml:trace>
  <inkml:trace contextRef="#ctx0" brushRef="#br0" timeOffset="-165009.17">29787 14966 512 0,'0'0'796'0,"5"-5"-139"0,-5 5-138 0,3-7-118 15,-3 7-81-15,0-7-55 0,0 7-56 0,0 0-35 0,2-9-42 0,-2 9-21 0,0 0-51 0,2-8-91 0,-2 8-108 0,7-6-100 16,-2 1-64-16,3-2-110 0,4 1-536 0,-1-3-532 16</inkml:trace>
  <inkml:trace contextRef="#ctx0" brushRef="#br0" timeOffset="-164660.46">30125 14587 452 0,'5'-7'711'0,"1"0"-155"0,-2 2-109 0,-4 5-102 0,6-10-62 15,-6 10 14-15,3-5-1 0,-3 5-13 0,0 0-30 16,0 0-35-16,-9 2-38 0,1 5-38 0,-1-1-30 16,-5 5-22-16,0 0-16 0,-3 4-7 15,-2 2-21-15,0 1 1 0,5-3-21 0,1 1 1 0,-1-1-11 16,5 1 5-16,2-3-13 0,-1-1 6 0,7 0-6 15,2-2 5-15,2-1-11 0,4-1 8 16,5 0-12-16,2-2 8 0,6 3-8 0,2-2 15 16,2-1-7-16,1 1 18 0,2-1-4 0,-1 0 10 0,1 2-14 15,0-1 12-15,-3 0-13 0,-1 1 20 0,0-1-23 16,-4 1 13-16,1-1-12 0,-4 3 25 0,-4-4-16 16,0 4 31-16,-1-1-23 0,-2 1 21 0,-4-1-31 15,-3 2 34-15,-2 0-32 0,-5 3 17 0,0 0-35 16,-4-1 0-16,-2 1 4 0,-5 0-4 0,2 1 4 15,-4-1-1-15,2-2-5 0,-3 0 1 0,-1-1-2 16,4-2-27-16,-1-3-33 0,2 1-53 0,-2-2-74 16,4-2-99-16,-2-2-78 0,15-1-60 0,-22-2-64 15,12-1-90-15,1-4-403 0,-1-3-574 0</inkml:trace>
  <inkml:trace contextRef="#ctx0" brushRef="#br0" timeOffset="-163526.97">30007 14496 411 0,'-2'-10'492'0,"-2"1"-66"0,1 3-84 0,1-1-31 0,2 7-11 0,-4-11-27 0,4 11-16 0,-4-10-20 0,4 10-21 0,-3-6-23 0,3 6-25 15,-1-7-18-15,1 7-14 0,0 0 16 0,4-7-9 0,-4 7-9 16,10-3-22-16,-1 1-19 0,4-1-17 0,1 2-4 15,4-4-18-15,0 1-6 0,5 0-16 16,2-1 2-16,1-2-15 0,4 1 3 0,0-3-14 16,0 1 8-16,0-2-14 0,-2 1-6 0,-6 3-59 0,-2-2-66 15,-2 3-75-15,-4 1-106 0,-5-2-73 0,-1 4-110 16,-8 2-549-16,0 0-658 0</inkml:trace>
  <inkml:trace contextRef="#ctx0" brushRef="#br0" timeOffset="-162375.72">31654 14355 113 0,'4'-22'537'0,"1"-2"-104"0,-3 4-56 0,0 1-28 0,1 2-7 0,-2 0-12 0,0 3-36 0,1 3-40 0,0-1-47 16,-1 2-36-16,1 1-39 0,-2 1-27 0,0 8-16 15,3-8 5-15,-3 8 7 0,0 0 6 0,0 0 1 16,6 5 9-16,-4 1-15 0,1 2-17 0,-1 5-4 16,2 0-16-16,0 0-7 0,1 4-8 0,-1-1-6 15,0 1-11-15,1 0-4 0,-1-3-3 0,1 1 3 16,-1 0-14-16,2-1 21 0,-2 0-6 0,1-1 2 15,-1-3-8-15,1 1 24 0,0-3-2 0,1 3 13 16,3-4-15-16,0 1 20 0,5-1-32 0,2-3 18 16,1-1-31-16,4 0 9 0,5-2-18 0,3-3 10 15,6 0-16-15,0-4 12 0,9-3-22 0,-1-1 13 16,1-3-11-16,-2-1-65 0,1-1-59 0,-1-2-126 16,-1-1-62-16,-4-2-78 0,-1 0-110 0,-4-1-121 15,-9 3-359-15,-4-3-577 0</inkml:trace>
  <inkml:trace contextRef="#ctx0" brushRef="#br0" timeOffset="-162193.02">32066 13960 530 0,'-10'1'785'0,"1"2"-138"16,1 2-124-16,3 3-45 0,0 8-52 0,0 3-49 0,2 6-24 15,2 4-50-15,2 7-57 0,2 8-60 0,3 4 12 16,1 4-62-16,4 10 1 0,-1 1-52 15,2 3 5-15,-1-1-17 0,-1-1-82 0,-2-1-126 16,-3-8-145-16,0 0-187 0,-5-1-169 0,0-1-643 0,-2-2-887 16</inkml:trace>
  <inkml:trace contextRef="#ctx0" brushRef="#br0" timeOffset="-160559.86">31091 14144 331 0,'10'-8'400'0,"-2"-2"-82"0,-2 4-24 0,3 0-26 0,-3-1-14 0,-2 2-15 0,3 0-36 0,-7 5-33 0,7-8-26 0,-7 8-24 0,8-6-25 16,-8 6 47-16,0 0 68 0,6 3 49 0,-6-3-20 0,-5 16-11 15,0-2-21-15,-8 4-4 0,-2 6-45 16,-9 5-10-16,-4 2-32 0,-8 8 13 0,-1 0-17 0,-3 2-13 16,-1-1 5-16,3-1-13 0,0-2-5 0,6-6-10 15,2 0-14-15,2-5-11 0,1-1-1 0,6-2 14 16,0-6 16-16,7-2-42 0,-1-3 17 0,3 1-33 15,3-4 20-15,-1 0-29 0,2-2 33 0,1 1-12 16,0-2 19-16,2-1-16 0,-1 1 21 0,6-6-28 16,-4 8 9-16,4-8-20 0,8 7 11 0,4-4-19 15,5-1 13-15,7 2 4 0,3-1 27 0,8 4-17 16,1-1 22-16,9 1-14 0,2 2 13 0,0-2-16 16,0 2 15-16,3-2-26 0,-2 1 17 0,-3 0-25 15,-3-2 11-15,-5 2-24 0,-5-3 10 0,-7 0-40 16,0-1-11-16,-6 0-62 0,-3 0-29 0,0-2-82 15,-3 2-56-15,0-2-80 0,-3-1-112 0,-10-1-84 16,13 5-85-16,-13-5-157 0,0 0-288 0,2 7-683 0</inkml:trace>
  <inkml:trace contextRef="#ctx0" brushRef="#br0" timeOffset="-156877.12">28937 13360 4 0,'12'-38'564'0,"1"0"-144"0,-1 0-56 0,-3 1-76 0,-1-1-11 0,1 4-67 0,-3 0-4 0,-2-1-49 0,-1 0 17 0,-1-1-11 0,-2 0-18 15,0 0-5-15,-4 0 11 0,-1-6-9 0,0 2-16 16,-6-1 3-16,1 2 17 0,-6 1 21 0,0 1-10 16,-5 1-19-16,-1 4-19 0,-6 1 3 0,-4 6 1 15,-3 3-22-15,-6 2-5 0,-3 6-15 0,-6 8 12 16,-6 6-16-16,2 8 7 0,-14 9-22 0,-2 11 10 16,1 9-15-16,-11 15 25 0,4 6-49 0,6 10 4 15,11 7 16-15,7 5 7 0,9 7 37 0,16-11-39 16,6 1 42-16,7 3-35 0,9 1 37 0,6 1-37 15,11-2 3-15,7 1 26 0,7-2-52 0,13 10 28 16,9-6-5-16,5-6-8 0,7-6 9 0,5-10-17 16,-7-14-11-16,7-5-5 0,2-8 9 0,4-5-42 15,2-5 35-15,0-7-39 0,2-6 49 0,2-6-2 16,0-5 13-16,-1-5 13 0,0-6-4 0,0-6-12 16,-5-7-4-16,-2-5 15 0,-4-4-50 0,-4-7 37 15,-4-7-31-15,-5-2 5 0,-4-4-9 0,-7-5 31 16,-4-4-43-16,-5-5 30 0,-6-4-45 0,-6-3 41 0,-8-1-48 15,-4 0 5-15,-8 0 9 0,-6 3-2 16,-8 3 37-16,-6 1-49 0,-6 4 38 0,-6 2-40 16,-5 6 34-16,-7 6-45 0,-2 2 20 0,-4 9-20 15,-3 4-24-15,2 8-44 0,5 8 3 0,4 7-84 16,6 7 7-16,4 3-78 0,4 7-41 0,1 4-56 16,3 7-99-16,7 4-65 0,2 6-127 0,9 1-712 15,3 2-954-15</inkml:trace>
  <inkml:trace contextRef="#ctx0" brushRef="#br0" timeOffset="-156144.08">32593 13058 156 0,'2'-19'438'0,"-1"0"-83"0,-1-1-80 0,0-5-45 0,-2-7-50 0,-1-3 10 0,-3-4-17 0,-1-4-3 0,-2-2-3 16,-3-3-31-16,-1-10 0 0,-4-1 22 0,-2 0 38 15,-3 1 35-15,-2 2 15 0,-4 0-5 0,-4 2-16 16,-4 5-16-16,-7 2-11 0,-7 6-21 0,-9 4 6 16,-3 9-31-16,-6 6 15 0,-6 9-34 0,-2 8-22 15,-4 10-5-15,-2 8-48 0,-2 11 21 0,-15 14-42 16,5 10 30-16,4 11 5 0,6 6-8 0,8 6 19 16,7 2 13-16,11 4-13 0,9 0-16 0,16-4-47 15,7-1 35-15,8 4-16 0,11 1 24 0,8-1-24 16,9 0 21-16,9 1-29 0,8-4-7 0,8 0-1 15,13 7-2-15,-6-18-9 0,8-4-2 0,2-7-3 16,2-4-5-16,5-6 18 0,1-7-24 0,3-6 19 16,-2-4-19-16,2-11 20 0,-8-3-15 0,0-6 30 0,-3-6-18 15,4-7 21-15,4-7-16 0,-1-5 21 16,-5-8-19-16,-3-6 11 0,-4-7-1 0,-4-6-7 0,-4-7 2 16,-6-4-1-16,-5-5-17 0,-6-3 23 0,-3 0-22 15,-10-4 32-15,-5 0-18 0,-6-2 12 0,-9 4-18 16,-5-2 15-16,-7 3-23 0,-6 4 13 0,-2 0-17 15,-8 6 15-15,-2 4-13 0,0 4-3 0,-2 2-4 16,2 10 1-16,3 3-1 0,8 11-23 0,2 2-60 16,4 8-76-16,5 3-60 0,4 5-44 0,-1 4-43 15,5 3-55-15,-2 2-81 0,0 6-66 0,2 4-95 16,-1 4-678-16,-1 2-888 0</inkml:trace>
  <inkml:trace contextRef="#ctx0" brushRef="#br0" timeOffset="-155194.16">29941 11269 250 0,'2'-24'710'0,"-2"4"-166"0,0-1-57 0,-2 4-67 0,0 1-70 0,-3 1-52 0,1 2-41 0,-1 4-13 0,-2 3 4 0,7 6-11 0,-16-2-22 16,7 6-31-16,-3 5-25 0,-4 3-2 15,-4 8-28-15,-3 5 11 0,-2 2-48 0,-3 4-15 16,-2 10-1-16,-4 3-11 0,-3-1-3 0,4 3 56 15,-3-2-69-15,1 2 35 0,1-3-56 0,-2-1 35 16,3-2-51-16,4-7 39 0,1-3-45 0,0 0 39 16,2-4-55-16,6-5 47 0,2-3-51 0,3-3 72 0,2-2-33 15,1-3 67-15,7-1-49 0,1-2 34 16,8 0-51-16,5-1 32 0,6 0-57 0,8 3 54 16,9-1-31-16,12 2 61 0,4 1-33 0,6 1 25 15,11 4-26-15,4-2 33 0,2 2-47 0,1 0 24 0,1 1-42 16,0-2 24-16,-3 0-39 0,-1-2 28 0,-5 0-73 15,-13-4-69-15,-2 1-91 0,-4-4-95 16,-10 0-148-16,-3-1-141 0,-6-2-241 0,-7-1-564 0,-6-4-990 16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1:25:56.4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18707 12383 9 0,'-6'10'74'0,"-1"-3"-103"0,1 1 10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1:21:56.4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5895 7213 30 0,'5'7'177'0,"-1"1"-32"0,0-1-43 0,0 0-21 0,-2 4-24 0,2-3-25 0,0 5-32 0,-2-5-46 0,1 4-52 0,2-2-53 0,-4 1 38 16</inkml:trace>
  <inkml:trace contextRef="#ctx0" brushRef="#br0" timeOffset="6932.08">3775 7718 63 0,'0'0'512'0,"19"0"-244"0,-9-2-158 0,2 0-191 0,-1 1-193 0,4 2 84 0</inkml:trace>
  <inkml:trace contextRef="#ctx0" brushRef="#br0" timeOffset="7301.56">8414 6959 79 0,'5'5'111'0,"-5"-5"-177"0,5 8 24 0</inkml:trace>
  <inkml:trace contextRef="#ctx0" brushRef="#br0" timeOffset="14682.28">5845 8849 428 0,'5'6'664'0,"-1"0"-167"0,-4-6-111 0,4 8-111 0,-4-8-93 0,1 9-96 0,-1-9-58 0,3 10-62 0,-3-10-38 0,6 11-42 0,-2-6-62 0,0 0-26 15,1-1-51-15,0-1-278 0,-5-3-32 0</inkml:trace>
  <inkml:trace contextRef="#ctx0" brushRef="#br0" timeOffset="70129.67">7591 8557 87 0,'14'-2'132'0,"-4"1"-35"0,-10 1-36 0,21-1-49 0,-21 1-32 0,15 0-23 0,-15 0-68 0,17-2 37 0</inkml:trace>
  <inkml:trace contextRef="#ctx0" brushRef="#br0" timeOffset="70713.5">7706 8547 165 0,'0'0'124'0,"0"0"-28"0,0 0-22 0,3-8-1 16,-3 8-2-16,0 0-11 0,-3-4-13 0,3 4-9 15,0 0-11-15,-8-7-2 0,8 7-1 0,-5-4 5 16,5 4-6-16,-4-5-1 0,4 5 0 0,-6-5 6 16,6 5 6-16,-1-7-4 0,1 7-6 0,-2-6-2 15,2 6 2-15,3-10 0 0,-3 10 12 0,5-9 21 16,-5 9 14-16,1-7 19 0,-1 7 5 0,4-7 14 16,-4 7 8-16,1-8 2 0,-1 8-15 0,2-6 1 15,-2 6-5-15,-2-8 20 0,2 8-46 0,-2-9-1 16,-1 3-32-16,1 1 2 0,-3-1 1 0,0-1-11 15,-2-1-21-15,2 0 17 0,-4-1-16 0,-2 0 24 16,-1 0-26-16,-5-2 23 0,1 1-25 0,-5-1 19 16,-4-1-26-16,-3-1 17 0,-4 3-26 0,-8-2 4 15,-2 0-3-15,-8 1 6 0,-2 0-2 0,-3 3 1 16,-15-2 22-16,-1 3-29 0,-2 0 25 0,-3 4-24 16,-4 0-5-16,-4 2 7 0,-2 2 2 0,-3 2-2 15,0 3 2-15,-2 1 26 0,4 2-22 0,1 3 22 16,3 2-19-16,3 3 19 0,6 2 3 0,3 3-27 15,6 3 30-15,4 4-25 0,6 3 58 0,4 3-21 0,7 4-3 16,5 5 6-16,5 2-2 0,5 4 6 0,7 3 4 16,4 1-5-16,8-7 11 0,2 4-16 15,6 1 7-15,2 1-20 0,9 1 6 0,1 7-9 16,8-2-13-16,1-2-7 0,3-1 2 0,2-6 5 0,4-3-4 16,4-6 11-16,-1-9-11 0,2-6 10 0,8-3-11 15,5-5 1-15,5-8 6 0,5-7 23 16,6-6 2-16,13-11-2 0,3-5 15 0,2-7 6 0,15-12-4 15,-3-6-16-15,-1-4 5 0,-3-3-9 0,-1-5-9 16,-3-2-4-16,-2-4-5 0,-6-6-4 0,-2-2-4 16,-8 1-1-16,-3-4-6 0,-7 3 6 0,-14 13 0 15,-6 1-6-15,-4 4 4 0,-8 1-16 0,-6 10 11 16,-8 2 0-16,-5 7-2 0,-3 4 0 0,-6 2 1 16,-7-2-4-16,-5 4-6 0,-10-1 3 0,-4 3 5 15,-7 4-1-15,-6 4 0 0,-4 3 0 0,-1 4 0 16,-3 4 1-16,-2 3-3 0,3 2-9 0,-1 2-7 15,4 2-29-15,5 1-50 0,7 2-65 0,5 0 14 16,3 1-54-16,5 2-27 0,5 0-13 0,2 1-15 16,6 3-14-16,4 0-103 0,1 0-239 0,4-1-124 15</inkml:trace>
  <inkml:trace contextRef="#ctx0" brushRef="#br0" timeOffset="74196.42">20542 7903 120 0,'-11'-4'181'0,"2"2"-56"0,1-2-60 0,8 4-49 0,-6-8-86 0,6 8-71 0,-2-10 39 0</inkml:trace>
  <inkml:trace contextRef="#ctx0" brushRef="#br0" timeOffset="74499.07">21018 6616 72 0,'-3'-7'146'16,"3"7"-33"-16,0 0-29 0,-1-9-19 0,1 9-19 0,0 0 0 16,0 0-15-16,0 0-6 0,0 0-3 15,-8 4 0-15,8-4-13 0,0 9-15 0,0-9-27 0,0 12-71 16,4-6-65-16,-1 1 44 0</inkml:trace>
  <inkml:trace contextRef="#ctx0" brushRef="#br0" timeOffset="74729.53">24066 6785 183 0,'39'-1'182'0,"0"-1"-53"0,-9 2-20 0,2 0-30 0,-4 0-28 15,0 0-19-15,-3 2-12 0,-5-2-9 0,2 0-6 16,-2 0 6-16,-2 0-3 0,-1 0-2 0,-4 1-23 16,1-1-44-16,-3 0-74 0,1 1-60 0,-12-1 58 15</inkml:trace>
  <inkml:trace contextRef="#ctx0" brushRef="#br0" timeOffset="75362.41">25346 6698 245 0,'7'-13'214'0,"-2"1"-41"0,0-1-31 16,-3-2-29-16,1 1-10 0,-1-1-21 0,0-1-3 0,-2 0-9 15,-2-2 0-15,0 0-12 0,-3-2-6 0,-4-4-14 16,-3-2 0-16,-4 1-6 0,-5-6 1 0,-6 1-9 16,-5-1 1-16,-10-2-2 0,-2-3 8 0,-6 4-5 15,-3-2 6-15,-2 1-6 0,-2 1-12 0,-3 2 15 16,-3-1-13-16,1 3 27 0,-2-1-13 0,0 3 7 15,1 1-14-15,3 2 29 0,3 2-19 0,8 7 17 16,6 2-23-16,2 3-1 0,2 5-10 0,4 4 9 16,-4 2-17-16,-3 9 24 0,-3 5 33 0,-10 10-9 15,0 9 16-15,-2 7-3 0,-13 15-9 0,2 8-8 16,3 1-17-16,3 3 7 0,16-11-3 0,7 0 31 16,7 0-10-16,9 0 38 0,9 1 8 0,10-8 20 15,8 1-22-15,12 6 7 0,11-2-18 0,8-3-17 16,7-3-11-16,9-5-12 0,8-2-10 0,5-6-7 15,5-4-5-15,5-6-2 0,1-7-4 0,3-3 14 16,0-6 25-16,-2-6 23 0,-11-5 13 0,11-5-1 16,-1-7-12-16,-3-2-15 0,-1-7-18 0,-4-2-13 15,0-8-8-15,-6-3-7 0,-1-1-7 0,-4-6 1 16,-3-4-8-16,-8 0-3 0,-3-5 2 0,-8-5-9 16,-4 0 3-16,-10-4-6 0,-6 0 2 0,-9 7-3 15,-7-2 3-15,-10-8-7 0,-6 3-3 0,-10 3 7 16,-6 2-3-16,-5 2-3 0,-5 7 6 0,0 1-10 15,-2 5 3-15,3 7-29 0,7 6-32 0,1 5-71 16,7 7-70-16,0 5-22 0,5 1-11 16,3 8-37-16,0 2-12 0,-2 4-15 0,-3 5-14 0,-2 4-68 15,-2 6-240-15,0 2-140 0</inkml:trace>
  <inkml:trace contextRef="#ctx0" brushRef="#br0" timeOffset="79711.39">6185 11581 56 0,'-4'-9'241'0,"0"1"-50"0,-1-3-45 0,-1-2-17 0,-1 1-22 0,0 0 15 0,-6-3-33 0,2-1-5 0,-5 2-22 0,-3-2-14 0,-1 0-12 0,-3-1-2 0,-1 3-10 0,-2 1-5 16,-5 0-6-16,-4-1 11 0,4 3-8 0,-13 1 0 15,1 4-6-15,-6 0-2 0,-1 5 0 16,-3 2-5-16,-4 3 5 0,0 3-4 0,-11 4 1 0,2 3 27 15,-1 7 1-15,3 4-6 0,3 2 22 0,1 7-10 16,2 4-8-16,5 4-7 0,4 3-10 0,7 3 0 16,5 4 20-16,5 1-3 0,9 0-1 15,10-7 1-15,8 2 0 0,5-1 11 0,9 1-7 0,9 6 6 16,8-3-13-16,8-2 12 0,9-7-5 0,7-3 7 16,9-6-14-16,5-3 3 0,5-5 4 0,1-7-5 15,3-4 0-15,2-5-8 0,2-7 6 16,1-4-14-16,1-6 8 0,3-6-10 0,-5-4 7 0,0-5-2 15,-3-6-2-15,-3-1-10 0,-4-4 17 0,-6-6 4 16,-4 1 19-16,-8-3-22 0,-3-2-5 16,-9 1 1-16,-9-4 16 0,-7 8-24 0,-8-1 16 15,-7-3-22-15,-6 6 19 0,-4-8-22 0,-6 4 16 0,-8 0-8 16,-10-5-11-16,-4 2 11 0,-6 4-15 0,-3 2 16 16,-5 2-19-16,0 3 15 0,-3 5-17 0,9 4 16 15,0 4-17-15,0 1 19 0,4 3-19 0,4 3 19 16,5 2-21-16,6 3 20 0,4 2-27 0,2 3-21 15,3 1-35-15,12 2-35 0,-11 3-32 0,11-3-25 0,-4 12-37 16,8-2-44-16,2 1-302 0,2 6-61 16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1:22:25.1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3586 5397 52 0,'0'0'483'0,"7"-5"-159"0,-7 5-58 0,0 0-89 0,7-6-76 0,-7 6-70 0,0 0-40 0,11 2-47 0,-11-2-40 0,12 6-55 15,-12-6-203-15,9 8 187 0</inkml:trace>
  <inkml:trace contextRef="#ctx0" brushRef="#br0" timeOffset="1799.57">4198 3934 205 0,'-13'-13'192'0,"-1"1"-1"0,1 1 0 0,-2-3-39 0,-7-4-33 0,-1 0-19 0,-2-3-12 0,-5-1-14 0,1-1-13 0,-2 1 11 0,-1 1-8 0,2-2 17 16,-2 2-25-16,0-3 4 0,-2 4-16 0,1 0 7 15,1 2-12-15,-2 1 4 0,-1 3-19 0,3 2 9 16,-1 5-20-16,-4 1 12 0,0 4-18 0,-3 4 9 16,-3 4-8-16,-3 2 14 0,0 5-13 0,-3 5 10 15,-3 6 7-15,1 7 9 0,2 3 2 0,3 6 0 16,3 4-3-16,3 5-17 0,4 3 15 0,4 4-14 16,7 1 11-16,2 0-17 0,6 2 8 0,7-11-6 15,5 2 0-15,5-4 23 0,6 1-22 0,6-4 2 16,4-2 18-16,9-3-7 0,9 3 5 0,4-6 8 15,8-6-10-15,4-3 12 0,5-4-23 0,4-7 12 16,-4-5-20-16,4-3 8 0,2-7 8 16,12-6 5-16,0-3-2 0,-3-5 4 0,-1-3 5 0,-2-5-5 15,-5-3 35-15,0-1-4 0,-6-5-15 0,-7-1-11 16,-4-3-5-16,-5-1-8 0,-6-4-5 0,-11 4-4 16,-3-2 4-16,-8-2-10 0,-4 0 2 0,-6 2 2 0,-4 2 1 15,-7-7-4-15,-5 2-5 0,-5 3 3 16,-5 1 0-16,-8-2 3 0,-5 1-5 0,-7 8-9 15,7 6 3-15,-5 3-3 0,-3 4-4 0,2 3-4 16,-1 3-22-16,7 5-65 0,3 3-19 0,3 3-45 0,1 3-35 16,1 8-44-16,4 3-58 0,2 4-107 15,5 4-188-15,1 3-105 0</inkml:trace>
  <inkml:trace contextRef="#ctx0" brushRef="#br0" timeOffset="2932.74">4236 7988 333 0,'-7'-14'359'0,"1"1"-90"0,1 1-58 16,3-3-43-16,-1 3-28 0,-1-3-23 0,4 1-11 0,-2-4-5 0,-2 0 0 0,4 0 5 0,-4-1-17 0,3-2 36 15,-3-2-5-15,-1 0-15 0,0 0-9 0,-3 0-6 16,-1-3-45-16,-4 1 24 0,-2 1-35 0,-2 1 24 0,-2 0-36 16,-1 1 23-16,-7 2-37 0,-4 1 2 0,-1 1 9 15,1 8-4-15,-8-2 8 0,2 6-1 0,-1 1 12 16,-5 5-13-16,-6 4 44 0,-5 2 1 0,3 7 18 16,-11 6-16-16,2 6 15 0,4 6 5 0,1 6-5 15,5 5-1-15,8 4-6 0,5 6-12 0,8 2-10 16,7 6 0-16,9 5 15 0,11 1 5 0,8 3-6 15,8 3-12-15,10-3-10 0,10 1-15 0,14 7 0 16,10-6-5-16,3-8-3 0,-5-13-7 0,6-6 0 16,0-5-1-16,5-8 6 0,-2-5 15 0,0-7 8 15,-1-8-1-15,-5-6 2 0,-3-8 7 0,0-4 10 16,9-8-12-16,-1-7 20 0,-5-6-20 0,-4-3-9 16,-4-5-11-16,-2-1 2 0,-8-4-7 0,-7-3-10 15,-6-2-1-15,-5-3 6 0,-11 2-16 0,-8-4 3 16,-7-1-20-16,-11-13 2 0,-8 3-28 0,-7-1 3 15,-11 4 0-15,-6 4 3 0,-5 7 8 0,-10 6 9 16,-9 9-6-16,-5 8 8 0,-6 7-1 0,-6 12 3 16,-2 9 2-16,-1 9 1 0,-18 13-15 0,6 9-63 15,4 9-94-15,3 8-104 0,8 8-74 0,4 7-148 0,8 4-530 16,6 5-651-16</inkml:trace>
  <inkml:trace contextRef="#ctx0" brushRef="#br0" timeOffset="10415.81">11812 3695 86 0,'-5'-6'333'0,"5"6"-87"15,-10-7-44-15,10 7-46 0,-9-6-19 0,9 6-35 0,-10-9-19 0,10 9-22 0,-8-4-9 0,8 4-3 0,0 0 46 16,-10-3-18-16,10 3 42 0,0 0-23 0,-12 4 32 16,12-4-6-16,-5 9-23 0,5-9-24 0,-4 11-7 0,3-3-3 15,1 1-18-15,1 0 3 0,2 1-8 0,-2-1 4 16,2 1-8-16,-1-1-2 0,3-1-1 15,-1 0 6-15,1 1-2 0,-1-3-6 0,0 0-4 16,0 0 3-16,0-1-8 0,2-1 9 0,-2 1 1 0,-4-5 2 16,14 5 35-16,-14-5 13 0,24-1 7 0,-1-5-9 15,5-5-7-15,13-4-10 0,3-3-3 0,13-7-8 16,6-7-9-16,2-3-6 0,4-4-9 16,14-8-3-16,3-5 2 0,2-4 0 0,1 1-5 15,2-2 1-15,-3 2-7 0,-1 0 5 0,-4 2-11 0,-16 12 11 16,-6 4-19-16,-2 2-2 0,-7 3-16 0,-13 8-12 15,-5 3-22-15,-2 3-18 0,-6 4-24 16,-6 1-49-16,-3 4-16 0,-3 0-21 0,-1 2-6 0,-2 1-44 16,-3 2-23-16,-8 4-23 0,9-2-44 0,-9 2-314 15,0 0-140-15</inkml:trace>
  <inkml:trace contextRef="#ctx0" brushRef="#br0" timeOffset="11383.15">15916 3334 230 0,'-7'-5'431'0,"1"1"-116"0,6 4-70 0,-9-6-55 0,9 6-38 0,-6-5-33 0,6 5-26 0,0 0-12 0,-7 6-9 16,7-6 15-16,0 12-3 0,0-5-5 0,4 2 20 15,-1 3-20-15,3 1-6 0,-1 0-1 0,5 0-15 0,-2 1 1 16,2-1 8-16,4 1-18 0,-2-1 28 15,1-1 11-15,3 0 6 0,-3-1 6 0,6-4 0 16,-2 0-5-16,1-2-5 0,2-1 3 0,7-2-5 16,2-4-7-16,7-2 12 0,10-3-26 0,3-4-12 0,8-5-9 15,4-3-12-15,2-1-5 0,1-7-6 16,1 0-1-16,2-5-9 0,1 0-4 0,-1-4 2 16,5-2-5-16,13-9 11 0,0 1-8 0,-1-1 3 15,0-2-15-15,1 2 5 0,-16 7-13 0,-1 0-25 16,-3 1-52-16,-3 3-26 0,-3 4-35 0,-4 1-44 15,-9 6-22-15,-6 6-61 0,-7 3-47 0,-6 5-43 16,-7 4-356-16,-2 1-226 0</inkml:trace>
  <inkml:trace contextRef="#ctx0" brushRef="#br0" timeOffset="12533.41">21418 3714 15 0,'0'0'281'0,"-7"6"-74"0,7-6-48 0,0 0-33 0,-5 7-24 0,5-7-5 0,-1 7 5 0,1-7 15 0,0 7-13 0,0-7 27 15,1 9 6-15,-1-9 44 0,5 7 8 0,-5-7-16 0,9 7-15 16,-4-2-5-16,-5-5-10 0,16 4-15 16,-4-4-1-16,1 0-5 0,5-3-8 0,1 0-9 0,5-2-2 15,7-3-12-15,1-1-6 0,5-2 7 0,0-3-12 16,4-2-4-16,-3-2-18 0,2-1 7 0,2-3-14 16,-3 0-14-16,5-8-7 0,2 1-8 15,-1-3-6-15,-2-2-3 0,2 0-7 0,-3-3-2 0,2-1-1 16,-2 0-6-16,1 1-1 0,0-1 3 0,1 0-2 15,-3 2-9-15,0 3 1 0,-7 4-30 0,-1 2-57 16,-4 2-33-16,2 0-59 0,-2 3-36 0,-5 4-41 16,-1 4-60-16,-6 1-50 0,0 2-358 15,-6 3-241-15</inkml:trace>
  <inkml:trace contextRef="#ctx0" brushRef="#br0" timeOffset="14086.21">26254 3739 472 0,'-11'3'361'0,"11"-3"-101"0,-9 6-41 0,9-6-64 0,-7 5-17 0,7-5-39 0,-8 7-5 0,8-7-24 0,-1 10 10 0,1-10 1 0,-1 7 31 16,1-7 14-16,2 7 2 0,-2-7 5 0,8 5 4 16,-8-5 0-16,16 3 15 0,-3-3-6 0,1 0 6 15,5-1-8-15,2-2 6 0,4-1-1 0,6-4 9 16,0 1-23-16,2-3-7 0,0 1-3 0,4-6 6 15,0 1-36-15,0-3-12 0,-1-2-26 0,3-3-4 16,-1-2-13-16,5-6-7 0,-2-2-8 0,0-3-11 16,-3-3-4-16,-2 1-4 0,1-3-6 0,-3 1-30 15,-5 4-11-15,0 2-32 0,-2 1-42 0,0-1-34 16,-2 4-58-16,2 1-60 0,-5 1-13 0,-2 7-67 16,1 1-68-16,-6 6-485 0,2-1-463 15</inkml:trace>
  <inkml:trace contextRef="#ctx0" brushRef="#br0" timeOffset="34381.69">6971 5004 39 0,'-14'-1'115'0,"0"2"-20"16,1-1-17-16,2 2-8 0,-5-1-18 0,1 2 13 0,-3 1 7 0,1 0-6 0,0 1-15 0,-1 0 19 0,1-1-13 0,-2 0 9 0,2 2-1 15,1-1-10-15,-1-1-11 0,0-1-1 0,5 2 5 16,-1-3 35-16,3 1 23 0,1 0 12 16,-1-1 10-16,10-2 1 0,-13 3 12 0,13-3-33 0,0 0-1 15,0 0-28-15,2-6 1 0,11 0-30 0,10-3 9 16,17-6-27-16,8-1 0 0,15-6-3 0,5 1-2 15,6-3-10-15,0 0 9 0,0-1-14 0,1 2 16 16,0-2-21-16,0 1 15 0,-2 2-16 0,-3 0 12 16,0 1-15-16,-3 2 6 0,-6 2-12 0,-14 4 15 15,-3 2-15-15,-12 2 15 0,-3 2-20 0,-7 2 8 16,-4 1-7-16,-7 1 9 0,-11 3-11 0,0 0 15 16,-1 7-16-16,-17 3 15 0,-19 5-14 0,-15 8 15 15,-12 3-13-15,-13 2 5 0,-20 7-1 0,-8 1-2 16,-3 0 0-16,-1 0 13 0,-1 0-11 0,0-1 12 15,1-1-19-15,2 2 20 0,0-3-16 0,7 2 18 16,20-10-3-16,7-1-3 0,9-2 0 0,15-7-4 16,8 0 0-16,11-4 10 0,7-6 14 0,10-1-6 15,13-4-8-15,0 0 4 0,19-2-3 0,22-9-1 16,8-3-13-16,21-7 11 0,8-2-17 0,27-8 20 16,6-1-16-16,4-3-2 0,-4 3 3 0,0-2 1 15,-6 0 11-15,-19 9-13 0,-6 0 14 0,-6 5-49 16,-7 1-27-16,-18 7-80 0,-6 5-27 0,-13 1-15 15,-8 6-32-15,-13 3-65 0,-5 2-231 0,-8 4-16 16</inkml:trace>
  <inkml:trace contextRef="#ctx0" brushRef="#br0" timeOffset="43663.59">13865 5741 90 0,'-4'-17'236'0,"-1"2"-53"0,-1-2-27 0,0 0-26 0,1 1-26 0,0-5 5 0,-3 0-25 0,2 0-3 0,-3-1-12 16,3 1 1-16,-5-6-21 0,0 2 14 0,-2 0-10 0,-2-3-6 15,-3 1-13-15,-4-2-16 0,0 1 4 16,-6 0-11-16,-3 2-1 0,-2 2-6 0,-8-1-2 16,-7-1-3-16,-6 0 1 0,-6 2-1 0,-4 0-1 15,-4 4 0-15,-3 0-1 0,-1 1 7 0,1 2 1 0,-3 2 8 16,2 2 4-16,3 4-5 0,12 2 0 0,-1 2-3 15,3 3-3-15,3 3 4 0,-1 5 1 16,2 1-3-16,1 5 5 0,-6 7 40 0,0 5 5 0,2 2 11 16,2 8 4-16,2 6 5 0,0 5 11 0,5 6 1 15,1 7-2-15,4 5-28 0,3 2 24 0,4 6-9 16,5 1-2-16,7 3 24 0,6 1-35 0,6 1 8 16,11 1-33-16,7-2 1 0,13-2-7 0,5-5 4 15,15-5-3-15,17 8-1 0,6-10-7 0,-2-15-2 16,3-5 7-16,5-6-1 0,5-8 17 0,2-6-19 15,5-6 0-15,4-5 12 0,1-4 23 0,-2-7-11 16,2-5 28-16,-2-3-3 0,-5-5-10 0,-2-4 1 16,-6-6-4-16,-1-3 2 0,-4-4-10 0,-3-6-10 15,-2-5-12-15,-3-1-7 0,-4-4-6 0,-2-4 3 16,-7-1-12-16,-2-4-6 0,-7-3 3 0,-6-5-10 16,-8-1 4-16,-8-3-12 0,-6-1 10 0,-10 9-9 15,-10-12 5-15,-6 7 0 0,-13-3-4 0,-7 7-6 16,-12 1-5-16,-19-7 7 0,-10 7-11 0,-10 6 2 15,-6 8-31-15,0 6-11 0,11 12-48 0,-1 4-46 16,4 7-12-16,1 8-32 0,4 3-28 0,11 7-40 16,6 6-46-16,-5 4-99 0,11 4-183 0,6 2-111 15</inkml:trace>
  <inkml:trace contextRef="#ctx0" brushRef="#br0" timeOffset="48447.19">15469 5261 122 0,'-7'-5'256'0,"1"1"-162"0,-1-1-17 0,-3-1-24 0,0 0-4 0,-2 0-13 16,-3 0-10-16,1 0-8 0,-3-2 2 0,-1 2-8 0,-2-2 7 0,-3 1-10 16,-2 1-4-16,-2 2 0 0,-5-3 2 0,-3 2-6 15,-2 2-1-15,0-1 5 0,-4 4 2 0,-5 0-2 0,-5 0 0 16,-3 2 4-16,-1 3-3 0,-1 2-2 0,1 2 5 15,-10 4-1-15,1 1-5 0,0 3-2 16,2 4 4-16,-1 2-2 0,-1 2 1 0,3 5-4 16,-2 1 6-16,-1 5-8 0,3 3-2 0,-1 3 2 15,4 2 2-15,1 2 0 0,5 2 4 0,5 2 1 0,2-1-2 16,7 1 4-16,3 3 3 0,7 2-6 16,5 3 17-16,8 1-1 0,5 2 5 0,7-7 12 15,11 1 26-15,4 7 8 0,13-4 24 0,7-4-13 16,9-5 10-16,7-4-5 0,10-7-1 0,4-5-8 0,5-5 1 15,3-6-4-15,9-6 8 0,3-4 10 0,4-6-12 16,3-5-23-16,1-6-5 0,-1-5-14 16,0-4-9-16,0-8-2 0,10-8-4 0,-3-4-3 0,-4-6 0 15,-19 5 3-15,0-3-2 0,-8-3-6 0,-2 0 7 16,-8 0-12-16,-5-2 0 0,-6-1-7 16,-7-2-1-16,-7-2-16 0,-5-1 10 0,-12 4-20 0,-4-1 13 15,-3-5-13-15,-6 1 14 0,-7-2-20 0,-5-6 10 16,-3 1-11-16,-6 4-8 0,-3 3 4 15,-4 3-3-15,-1 4 2 0,2 8 2 0,-4 8-10 0,1-1 17 16,-2 6-17-16,-3 2 13 0,0 5-4 0,4 6-11 16,-3 3 24-16,4 3-5 0,-8 7 6 0,-5 2 10 15,2 9-7-15,-2 1-34 0,-6 10-74 0,2 4-69 16,5 3-263-16,1 2 66 0</inkml:trace>
  <inkml:trace contextRef="#ctx0" brushRef="#br0" timeOffset="56346.66">22211 5832 301 0,'0'-19'317'0,"0"1"-53"0,-1 1-19 0,0-1 11 0,-2 3-27 0,3 2-45 0,-1 2-28 0,0 0-41 16,-1 1-12-16,2 2-35 0,-1 1-4 0,1 7-29 0,-1-10 6 16,1 10-11-16,0 0 2 0,-3-8-2 0,3 8 8 15,0 0-19-15,0 0 24 0,0 0-17 0,3-6 16 16,-3 6-8-16,7-7-2 0,4 3-13 0,8-5 10 15,10-4-13-15,12-6 3 0,15-8-11 0,7 1 5 16,7-5-9-16,6 0-7 0,19-9 0 0,9-1 16 16,7 1-34-16,4-1-21 0,5-1 25 0,2-1-15 15,5-1 16-15,8 0-26 0,4-2 6 0,3 0-5 16,1 2 13-16,-2 0 2 0,-1 3 11 0,-2 1-15 16,-4 6 8-16,-6 4-64 0,-13 6-142 0,-25 8-448 15,-10 4-184-15</inkml:trace>
  <inkml:trace contextRef="#ctx0" brushRef="#br0" timeOffset="73695.11">19699 6388 296 0,'-21'-2'254'0,"5"2"-47"0,-2 0-38 0,-3 0-21 0,3 0 8 0,-3 0-35 0,2 0 7 0,3 0-2 0,1 0 4 15,2 0-7-15,0 0-16 0,13 0-10 0,-13 3-9 0,13-3-13 16,0 0 8-16,16 3-8 0,3-3 6 0,14 2-16 16,18-2-12-16,13-2-9 0,23-1 0 0,8-2 3 15,29-4 24-15,9-2-32 0,8 0 4 0,6-3 3 16,-3-1-6-16,2 0 28 0,1 0-6 15,-2 0 2-15,-3 0-10 0,-4 1-17 0,-9 0 15 16,-8 4-14-16,-22 1 6 0,-7 2-19 0,-6 3 9 0,-6 1-21 16,-19 1-5-16,-3 2 1 0,-7 0-2 0,-13 2-3 15,-6-2-12-15,-4 1-2 0,-5 1 3 16,-6-1 4-16,-6 1 2 0,-11-2 0 0,3 5-3 16,-13 0 4-16,-8 1 2 0,-14 0-2 0,-17 2-1 15,-17 0 0-15,-10 1-2 0,-12-1 2 0,-4-3 1 16,-11 1 3-16,-24 0-4 0,-8-1 0 0,-6 0-1 0,-1 1 4 15,-1 0-1-15,-4 0 19 0,1 2-16 0,-3 1-6 16,2 0 0-16,5 1 9 0,8 2 5 16,7 0-6-16,28-2 9 0,7 2 0 0,9-3-2 15,12 1-2-15,16-4-3 0,8 1-1 0,15 0 2 16,10-2 2-16,10 2 5 0,9-1 3 0,8-1 0 16,10 1-4-16,17-1-1 0,20 0-2 0,23-2-1 15,13-2-8-15,9-2 1 0,12-3 1 0,30-3 0 16,7-2-4-16,1-2-2 0,-1 0 2 0,-1-2 3 15,-5 0 0-15,-2 1-3 0,-7 1-2 0,-5 2 4 16,-26 0-3-16,-6 2 1 0,-7-1 3 0,-7 2-3 16,-20 3 3-16,-5-1 0 0,-9 1-8 0,-10 2-3 0,-8-2 2 15,-6 3 4-15,-9 0-1 0,-13 0 0 16,0 0-2-16,0 0 0 0,-22 3 3 0,-13 1 1 16,-20 1 7-16,-17 2-9 0,-10 2-1 0,-9-4 3 15,-7 4-1-15,-8-1 1 0,-21-1 4 0,21-1-2 16,-1 0 3-16,2-1-1 0,6 0 0 0,4 1 0 15,13-2 1-15,9 0 1 0,19-1 7 0,12 0 1 16,14-1 1-16,10-1-2 0,7 0-4 0,11-1-4 16,0 0 5-16,16 3-3 0,7-5-6 0,14 1-33 15,16-1-38-15,9-2-52 0,15 0-52 0,7-3-68 16,2 2-113-16,3-1-531 0,-4 0-446 0</inkml:trace>
  <inkml:trace contextRef="#ctx0" brushRef="#br0" timeOffset="75262.45">18683 11561 649 0,'-34'-5'511'0,"0"-1"-80"0,8 0-66 0,3 1-48 0,0-1-55 0,7 2-67 0,-1 1-31 0,7-1-30 16,10 4-25-16,-10-4-22 0,10 4-18 0,12-4-14 15,5 0-12-15,11 2 1 0,19-5 13 0,13 2 9 16,24-2 18-16,13-4-1 0,23 1 2 0,10 0-19 16,8-2-14-16,7 0-10 0,2 1-10 0,-3 3-2 15,-1-1-2-15,-2 0-5 0,-5 1-4 0,-4 1-2 16,-26 1 11-16,-5-1 2 0,-6 2-3 0,-7-2 0 16,-10 3-1-16,-18-2 5 0,-9 5-2 0,-10-2-6 15,-3 1-3-15,-10 0-4 0,-4 0-15 0,-5 0 11 16,-8 1-4-16,-11 1-1 0,0 0-3 0,0 0-3 15,-10 3-1-15,-17 0 0 0,-9 1-1 0,-17 1 1 0,-15 3 1 16,-11 1 12-16,-8 0-18 0,-13 0 13 0,-24 3-14 16,-4 0-3-16,-3 1 14 0,-4 0-12 15,-5 0 0-15,-3 1 5 0,1 0 0 0,0 1 4 16,8-1 3-16,2 2 5 0,6-1 7 0,7 1 1 0,22-2 3 16,7-1-3-16,11 1 5 0,9-3-4 0,17-2 1 15,6 1-7-15,15-4 1 0,14 0-2 0,12 0-1 16,6-6-4-16,20 6-1 0,10-5 1 0,23-4-4 15,30-2 5-15,16-6 2 0,34-3-6 0,11-3 1 16,8-2 14-16,9-1-13 0,4 1-5 0,-1-4 13 16,-3 4-11-16,-4 0-1 0,-4 0 1 0,-6 3 1 15,-10 1 6-15,-12 2 8 0,-29 2-5 0,-5 3 0 16,-11-1-1-16,-20 4-7 0,-7 1-12 0,-9-1-22 16,-8 3-8-16,-9-1 0 0,-5 1 2 0,-7 2 5 15,-15 0-11-15,14-2-22 0,-14 2-31 0,0 0-27 16,-11 1-28-16,-3 0-24 0,-8 1-28 0,-7-1-31 15,-10 2-52-15,-7 1-51 0,0 2-90 0,-5-1-361 16,1 0-307-16</inkml:trace>
  <inkml:trace contextRef="#ctx0" brushRef="#br0" timeOffset="76779.39">20367 10603 160 0,'14'-9'359'0,"-2"-2"-78"15,0 0-45-15,1-2-38 0,-1 0-23 0,0 1-27 0,0-2-24 0,-2 1-5 0,-1-1-22 0,-2 2-9 0,0-3-11 0,-3-1-21 16,0 0 14-16,0 1-13 0,-3-3-4 0,-1-1 5 15,-1-1-25-15,-4-4 10 0,1 1-20 16,-3-6 16-16,0 0-21 0,-5-2 19 0,-2-2 17 16,-1-3-9-16,-6 0-8 0,1 0-5 0,-4 0-3 15,-7-7-25-15,-2 1 16 0,-4 0-25 0,-4 0 17 0,-5 1-17 16,-4 2 2-16,-4 1-3 0,-6 4 7 16,-1 2-1-16,-6 5 0 0,-4 4 32 0,-7 6-26 15,-5 6 4-15,-8 6 4 0,-5 7 5 0,-4 5 3 16,-18 8 31-16,-2 7-29 0,1 6 18 0,1 4-12 0,-1 6 38 15,5 9 6-15,8 3 8 0,4 6-12 0,10 6 2 16,13 4 13-16,9 5 6 0,13 4 18 0,18-10-13 16,11 4 11-16,10 6 16 0,10 4-33 0,11 4-3 15,11-1-5-15,15 18-15 0,12-5-3 0,10-5-2 16,9-4 2-16,9-7 17 0,8-2-13 0,10-9 23 16,9-6-20-16,7-9-2 0,10-6 2 0,-1-10-3 15,7-10 27-15,1-9-32 0,4-7-13 0,-14-7 4 16,1-5 15-16,21-9-8 0,-6-2-5 0,-6-5 16 15,-6-1 5-15,-22-1-32 0,-4-3 11 0,-1-4-14 16,-9 0-7-16,0-7-10 0,-9-2 1 0,-5-5-1 16,-6-5-3-16,-5-3-5 0,-8-4-1 0,-3-4-3 15,-5-1-19-15,-7-1 13 0,-5-2-18 0,-7-3 3 16,-5 0 6-16,-7 0-6 0,-7 4-18 0,-7-7-2 16,-6-1 1-16,-6 3 5 0,-7 2 3 0,-6 3-6 15,-7 3 6-15,-2 3-10 0,-5 4-1 0,-3 4-2 0,-4 5-15 16,2 5-4-16,1 3-10 0,-2 6-15 15,14 7-38-15,0 5-58 0,10 3-73 0,6 7-52 16,5 2-28-16,5 5-48 0,0 5-83 0,6 5-123 16,3 3-321-16,1 7-465 0</inkml:trace>
  <inkml:trace contextRef="#ctx0" brushRef="#br0" timeOffset="76944.91">20446 10751 1185 0,'0'0'763'0,"0"0"-166"0,0 0-140 0,0 0-94 0,-15 0-71 0,15 0-48 0,-9-2-69 0,9 2-60 15,0 0-123-15,-10-2-94 0,10 2-76 0,0 0-54 16,0 0-62-16,-13-1-62 0,13 1-93 16,0 0-364-16,-4-10-345 0</inkml:trace>
  <inkml:trace contextRef="#ctx0" brushRef="#br0" timeOffset="77528.87">21139 5856 375 0,'14'-3'429'0,"-4"0"-70"0,-2 1-52 0,-8 2-38 0,15-3-27 0,-15 3-20 0,11-4-19 0,-11 4-15 15,10-5-9-15,-10 5-32 0,6-5-31 0,-6 5-25 16,4-6-15-16,-4 6-17 0,1-8-12 0,-1 8-12 15,0 0-14-15,0-6-66 0,0 6-76 0,0 0-72 16,0 0-109-16,-6 3-136 0,2 0-282 0,-4 3-225 16</inkml:trace>
  <inkml:trace contextRef="#ctx0" brushRef="#br0" timeOffset="77712.63">21281 5991 141 0,'-4'7'661'0,"-1"-3"-164"0,5-4-120 16,-9 5-54-16,9-5-78 0,-6 3-39 0,6-3-62 15,0 0-13-15,-9 4-43 0,9-4 0 0,0 0-32 16,-7 3-8-16,7-3-61 0,0 0-14 0,0 0-64 16,0 0-22-16,-9 4-67 0,9-4-36 0,0 0-56 15,-3 4-388-15,3-4-172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1:05:44.7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17434 10983 406 0,'0'-18'511'0,"-1"0"-112"0,-2-1-84 0,1 1-50 0,-1-3-46 0,-1 0-21 0,-2 0-35 0,0 0 1 0,-1 2-14 0,-1 2-4 16,-2-1-42-16,1 2 22 0,-1 1-21 0,-4 0 3 0,1 2-22 15,0 1 5-15,-3 1-25 0,2 3 12 16,-3 1-11-16,2 1 6 0,-4 2-21 0,0 1 18 16,-1 1-2-16,-1 4 8 0,-5 1-20 0,-5 3 18 0,1 5 0 15,-5 2 2-15,-2 5-9 0,1 5 31 16,-8 7-21-16,0 3-2 0,2 2 4 0,0 5-11 16,1-2-4-16,0 4 7 0,5 0-13 0,4 2 0 15,5-8-21-15,7 2 4 0,1-2-11 0,5 1 4 0,4 2 10 16,4-6 2-16,5 3-8 0,5-1-9 0,4 4 12 15,7 0 7-15,4 0-11 0,4-3 14 0,9 3-1 16,6-3 3-16,2-2-16 0,4-4 14 0,0-2-18 16,-2-7 33-16,4-3-23 0,-1-2 18 0,4-3-33 15,-2-5 21-15,3-1-26 0,-3-4 41 0,-2-3-30 16,2-3 28-16,0-2-35 0,-2-4 37 0,-3-4-44 16,-1 0 26-16,-4-4-32 0,-2-1 33 0,-3-5-1 15,-3 0-5-15,-2-2 12 0,-3-4-12 0,-3 0 17 16,-6-3-10-16,0-4-5 0,-6-2 16 0,-2 0-38 15,-5 0 24-15,-3-1-38 0,-4-5 25 0,-3-2-32 16,-6 0 27-16,0 0-33 0,-9-4 25 0,1 8-31 16,-6 0 2-16,3 6 2 0,-5 4-1 0,1 2 1 15,-2 5-4-15,-1 2-16 0,0 3-33 0,4 9-54 16,0 0-32-16,4 4-34 0,0 3-42 0,4 2-39 16,-1 2-56-16,2 3-33 0,2 4-48 0,-2 1-31 15,3 4-72-15,1 1-67 0,2 3-472 0,1 2-655 0</inkml:trace>
  <inkml:trace contextRef="#ctx0" brushRef="#br0" timeOffset="5887.46">17655 12364 294 0,'4'-8'245'0,"2"-1"-36"0,-2 3-20 0,-1-2-9 0,-1 0-14 0,1-1-11 0,-2 1-13 0,0 0-22 0,-1-2 16 0,0 1-26 16,-1-2 24-16,0 0-19 0,-2 0 1 0,-2-3-21 16,1 1-12-16,-3-1 13 0,-1-2-7 15,-1-1-12-15,-2 1-4 0,-1-1 11 0,-1 2 0 0,-1-3-8 16,-2-1 6-16,-2 1 6 0,-3-3-19 0,2 4 24 15,-1-2 14-15,-3-1-1 0,1 2-7 0,-2 0-3 16,-2 1-7-16,1 0-15 0,-1 3-9 16,0-2-12-16,-2 3-7 0,0 1-7 0,1 1-11 0,-2 1 1 15,-2 2-2-15,2 2 8 0,1 1 4 0,-3 4-7 16,3 1 3-16,-8 3 20 0,3 2-7 0,-7 5 2 16,0 2 3-16,0 4-8 0,0 3-4 0,4 3 15 15,-2 3 6-15,4 3-1 0,0 1 12 0,0 8 2 16,7 0-12-16,-2 6-8 0,7-4 2 0,5 1-3 15,1 4-12-15,4 2 12 0,6-2-12 0,3 2-6 16,3 1-10-16,7 1 20 0,4-1-4 0,8 7 25 16,4-1-30-16,8-2-4 0,2-3 14 0,4 0-11 15,4-5 2-15,5 1 5 0,4-7 0 0,1-2 7 16,7-3-2-16,-1-5 17 0,3-5-35 0,0-3 51 16,3-6-23-16,-11-2 6 0,3-8-7 0,-2-2 23 15,0-2 12-15,-4-5-10 0,1-4-14 0,-3-1-20 16,-1-5 5-16,-4-2-26 0,-2-4 6 0,-3-2-5 15,-4-2-8-15,-2-2-2 0,-6-2-6 0,-3-5 24 0,-2-3-34 16,-3 2 26-16,-7-4-32 0,-2-2 26 0,-3-1-34 16,-5 2 2-16,-4-3 2 0,-1-2 0 0,-6 0-12 15,-5 2 16-15,-2-8-6 0,-6 1-8 0,0 4 27 16,0 9-32-16,-6-5 27 0,2 9-43 0,-3 4 12 16,0 3-53-16,-3 4-8 0,0 3-68 0,-2 6-30 15,4 6-61-15,-1 1-82 0,2 6-61 0,2 3-55 16,-5 4-51-16,-3 6-123 0,2 4-569 0,0 0-798 15</inkml:trace>
  <inkml:trace contextRef="#ctx0" brushRef="#br0" timeOffset="-140582.86">17593 12358 282 0,'10'-5'290'0,"-1"-1"-69"0,-3 0-44 0,3 4-30 0,0-4-27 0,-1-2-21 0,-1 4-5 0,1-3-22 0,1-1 27 0,-3 2-21 0,-1-1 23 15,2-2-8-15,-2 2 32 0,0-2-3 0,-1 1-12 16,-2-2 3-16,1 0 2 0,-2-1 8 0,1-2 19 15,-2 3-21-15,-2-5 7 0,2 2-11 0,-2-1 6 16,-1-4-27-16,-1 1 19 0,-2 2-22 0,-2-4 10 16,1 0-29-16,-2-1 17 0,-3 3 0 15,-1-1-15-15,-3-3-8 0,-1 2 0 0,-1 0-2 0,-5 0-6 16,1 4 5-16,-2-1-7 0,-1 1 0 0,-3 2 4 16,0 1 11-16,-2 4-22 0,1-3 12 0,-2 4-22 15,5 0 14-15,-1 2-21 0,1 2 9 0,0-2-20 16,2 4 19-16,1-2-22 0,1 3 15 0,0 0-24 15,1 1 31-15,0 2-9 0,-2 0 15 0,-1 1-17 16,0 2 14-16,1 0-2 0,-3 2 10 0,-1 1-14 16,-1 1 8-16,0 1 5 0,1 2-3 0,-1-1-2 15,-1-1-1-15,1 2-5 0,3-1 37 0,-3 1-35 16,3-1-3-16,-1 0 8 0,3 1-5 0,1-2 4 16,1 3 1-16,2-5 17 0,2 4-13 0,2 1-2 0,0 2 42 15,4 0 10-15,2 5 23 0,4 0-6 16,1 5 8-16,1 6 11 0,3 2-2 0,4 3-7 15,0 8-1-15,5-1-1 0,2 3-1 0,1-1-7 0,5 1 6 16,-1 7-21-16,2-9 10 0,3 8-27 16,2-2 2-16,2-2-8 0,-1 1-35 0,3-5-46 15,0-1 0-15,0-7 0 0,1-5 0 0,8 5 0 16,-2-7 0-16,7 3 0 0,-2-8 0 0,2-4 0 0,11 2 0 16,-5-6 0-16,11 1 0 0,-10-4 0 0,3-1 0 15,-1-2 0-15,0-4 0 0,0-1 0 0,-8-6 0 16,-3 0 0-16,5-8 0 0,-2 0 0 0,-2-4 0 15,-2-4 0-15,-2-5 0 0,-3-5 0 0,-1-3 0 16,2-12 0-16,-4-3 0 0,0-1 0 0,-5-5 0 16,-3-4 0-16,0-3 0 0,-6 3 0 0,-3-4 0 15,-4 12 0-15,-1-4 0 0,-6 1 0 0,-2 2 0 16,-2 3 0-16,-6-1 0 0,-1 6 0 0,-5-1-57 16,-4 4-45-16,-5-1 10 0,-5 3-20 0,-8-4-23 15,-3 4-14-15,1 9 15 0,-4 3-68 0,0 3 0 0,0 3-55 16,-1 2-13-16,2 6-72 0,6 0-75 15,6 6-90-15,1 2-66 0,1 2-158 0,3 3-502 16,3 1-842-16</inkml:trace>
  <inkml:trace contextRef="#ctx0" brushRef="#br0" timeOffset="-139285.66">24504 12989 496 0,'0'0'471'0,"0"0"-100"0,0 0-91 16,0 0-51-16,1 6-53 0,-1-6-28 0,0 0-33 0,0 0-21 0,0 0-23 0,0 0-20 0,0 0-4 0,0 0-15 16,0 0-47-16,0 0-81 0,0 0-121 0,0 0-498 15,0 0-222-15</inkml:trace>
  <inkml:trace contextRef="#ctx0" brushRef="#br0" timeOffset="-138901.99">25592 12874 1281 0,'-8'4'852'0,"8"-4"-173"0,0 0-156 16,-9 2-99-16,9-2-91 0,0 0-56 0,-5 9-78 15,5-9-37-15,-3 8-26 0,3-8-27 0,0 11-19 16,0-11-13-16,0 11-10 0,0-11-27 0,4 14 3 16,1-7-1-16,1 0 13 0,2 2 3 0,1-3 22 15,4 2 3-15,0-2 43 0,3-3-39 0,-2 1 62 0,4-3-22 16,0-2 28-16,1-1-38 0,4-3 19 16,2-5-30-16,3-2 11 0,3-5-45 0,0-4 17 15,3-2-15-15,-1-4-17 0,5-7-9 0,1-4-3 16,-2-1-13-16,5-2-6 0,-3-5-4 0,6 0-33 15,1-1 29-15,0 0-32 0,3 0 24 0,-4 0-35 16,-1 2-10-16,0-1 4 0,-5 6-48 0,-3 3-23 0,-10 8-62 16,-1 2-52-16,-6 6-57 0,-1 0-63 0,-5 6-72 15,-1-1-52-15,-4 5-53 0,-3 1-93 16,-1 4-111-16,-4 6-292 0,-2-9-614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1:27:35.7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30035 3887 198 0,'0'0'140'0,"0"0"-85"0,5 5-59 0,-5-5-125 0,7 6 40 0</inkml:trace>
  <inkml:trace contextRef="#ctx0" brushRef="#br0" timeOffset="18210.28">21391 4980 175 0,'0'0'214'0,"0"0"-24"0,-12 4-46 0,12-4-6 0,-6 2-28 0,6-2 1 0,0 0-20 0,-10 2-6 0,10-2-23 15,-9 3-2-15,9-3-18 0,-8 2 4 0,8-2-11 16,-9 4-3-16,9-4-12 0,-13 5-4 0,13-5-2 16,-11 5 2-16,3-2-5 0,0 1-2 0,-2-1-19 15,-1 2-21-15,-3 1-19 0,2-2 34 0,-4 2 52 16,0-2 48-16,3 1 46 0,-1-2 24 0,3 0 15 16,-2 0-17-16,2-2-20 0,0 2-24 0,-1-2-20 15,12-1-10-15,-17 2-15 0,17-2-25 16,-17 1-1-16,17-1-5 0,-14 2-7 0,14-2-3 0,-10 1 2 15,10-1 0-15,-9 3-7 0,9-3-12 0,0 0-7 16,0 6-13-16,0-6 27 0,0 0-8 0,7 8 6 16,-7-8-5-16,10 2 2 0,-10-2-2 0,11 5-2 15,-2-4 1-15,-9-1-2 0,15 5 2 0,-7-4-2 16,-8-1 1-16,19 5-4 0,-8-4 12 0,-2 1 8 16,3 1 0-16,-12-3 5 0,20 2-2 0,-8-2-5 15,0 2-3-15,-2-1-3 0,5 2 0 0,-4-3-7 16,1 3 4-16,1-3-7 0,2 1-13 0,-3-1 21 15,0 1-2-15,0 0-2 0,-12-1-1 0,23 0-1 16,-9 1-28-16,-3 1 36 0,1-2-32 0,0 1 34 16,-1 0-50-16,3-1 55 0,-2 1-35 15,1 0 45-15,-2 0 4 0,3 0-5 0,0 1-5 0,-2-1-1 16,3 0-21-16,-1-1 25 0,0 0-7 0,2 3-30 16,-1-3 27-16,0 0-19 0,-1 1 15 0,2-1 4 15,0 0-9-15,0 0 3 0,-1 0-3 0,0 0 0 16,2 1-1-16,-2-1 3 0,2 0-1 0,-2 0 12 15,2 0-6-15,-2 0 8 0,2 0 2 16,1-1 7-16,1 1 0 0,-1-1 3 0,0-2-6 0,1 3 0 16,-1-2-6-16,1 0-4 0,0 1-3 0,0 0-4 15,0 0-5-15,2 0 2 0,-3 0-4 0,1 1-1 16,-1-1 2-16,1 1-4 0,0-2 3 0,0 2 0 16,0 0 0-16,-2 2-3 0,2-2 1 0,0 0-12 15,-1 1 9-15,1-1 5 0,-2 1-9 16,2-1 11-16,0 0-1 0,-1 1-15 0,-3-1 17 15,2 1-13-15,0 0 16 0,-2-1-13 0,3 1 16 0,-4 1 1 16,3-2-5-16,-3 2 4 0,2-2 9 0,0 0 6 16,2 0 6-16,1 3 6 0,-1-3 12 0,2 0 0 15,-2 0-2-15,4-3-4 0,-2 3-2 0,3 0-7 16,0-1-8-16,1-2-8 0,3 2 1 16,0 0-4-16,0 0-3 0,-3 0-7 0,3 0 2 15,0 1-3-15,-3-1 0 0,-1 2-2 0,-1-1 2 0,2 0-2 16,-1 1-7-16,0-1 3 0,-1 1 3 15,2 0-1-15,-2 0 0 0,0 0-4 0,-2 1-6 16,2 0 15-16,-1-2-1 0,0 3-1 0,-1-3 1 16,2 1 0-16,-3-1 0 0,3 1 9 0,-2 0 6 15,1-1-2-15,1 1-2 0,-1 1-6 0,1-2 0 16,0 1 3-16,0-1-3 0,1 0-3 0,-3 1-1 0,3 0-1 16,1 0 0-16,-1-1 0 0,-1 2-5 15,0-1 2-15,2 1 0 0,-1-2-6 0,1 1 3 16,3 1 5-16,-1 0 1 0,1-2-1 0,-1 0 1 15,1 1 2-15,1-1 2 0,1 0-1 0,-1 0 12 16,1 0-5-16,3 0 10 0,0 0-1 0,0-1-9 16,6 1 4-16,-2 0-3 0,0 0-5 0,2 0-1 0,-6 0-3 15,0 0-2-15,1 0 2 0,2 0-6 16,-2 0 5-16,-1 0-10 0,0 0 8 0,0 1-1 16,-3 0 1-16,3-1-4 0,-1 3 3 0,-2-2-3 15,1 0-4-15,-1 0 6 0,-1 2 0 0,-1-2 4 0,2 1 3 16,0-1 3-16,0 1 18 0,0 0 5 15,-1-2-8-15,2 1 1 0,-1 1-4 0,1-2 0 16,0 0 8-16,-2 0 0 0,3 0-4 0,-3-2-2 16,3 2-4-16,-2-1-2 0,2 1-2 0,-2-2-2 0,3 0 0 15,-4 2-5-15,2-1-4 0,-1-1 2 0,-2 2-1 16,4-1-2-16,-2-1 0 0,1 1-1 0,0 1-2 16,0-1-2-16,0 0-3 0,1 1 6 0,0-1 4 15,-1 0-7-15,1 1 0 0,0-2-2 0,-1 2 2 16,1-1-2-16,0 1-2 0,-1 0 4 0,2-1-1 15,-1 1 0-15,0 0 0 0,-2 0 0 0,0 0 3 16,2 0-4-16,-2 0-2 0,2 1 4 0,-2-1 1 16,2 0-2-16,0 0 2 0,-2 0-3 0,2 0 0 15,0 0 3-15,-1 0-3 0,0 0 4 0,0 1-1 16,1-1-1-16,0 0 0 0,-1 2-2 16,0-2 0-16,0 0 1 0,0 0 1 0,-1 1-5 15,0-1 5-15,2 1-1 0,-1 0-2 0,-1-1 2 0,0 1-1 16,0-1 2-16,1 0-1 0,-2 0-4 0,3 1 4 15,-2-1 3-15,2 2-1 0,1-2-1 0,-3-2-2 16,2 2 1-16,0 0 0 0,0 2-4 16,-1-2 1-16,0 0 3 0,0 0 10 0,2 1-12 0,-2-1 1 15,0 0 0-15,0 0 0 0,-1 0 0 0,-1 0-1 16,0 0 1-16,2 1 1 0,-2 0-1 0,-3 0 0 16,3-2-2-16,-5 2 1 0,4-1 0 0,1 0 0 15,-1 0 3-15,-1 0-1 0,2 0 2 0,-1 4 3 0,0-4-5 16,1 0 1-16,1 0 1 0,1 0 2 15,-1 0-5-15,0 0 1 0,1 1 3 0,-1-1-1 16,2 2 7-16,-2-2-10 0,-1 1-1 0,2-1 1 16,-1 2-1-16,0-2 0 0,-1 0 1 0,1 1 2 15,-1-1 0-15,-1 1-1 0,1-1-1 0,1 2-1 16,-1-2 2-16,0 0-1 0,-1 1 0 0,1-1 3 16,0 0-4-16,0 0 2 0,2 0-1 0,-1 0-1 15,-1 0 0-15,2 0-1 0,-2 1-2 0,0 0 4 16,3-1 0-16,-2 1 0 0,1-1 0 0,-2 2-3 15,2-1 3-15,-2-1 2 0,-1 2-1 0,1-2-1 16,0 1 4-16,-1-1 1 0,-5 0-2 0,2 0 2 16,-1 0 6-16,-1 0-12 0,-3 2 4 0,3-2 2 15,-2 0 4-15,-3 0 9 0,1-2 1 0,-3 2 7 16,2 0 2-16,-2 0-17 0,-1 0-1 0,2 0 1 0,-1-1-6 16,-1 1 1-16,1 0-4 0,-1-2 4 0,0 2-2 15,-1 0-1-15,-1 0-2 0,-12 0 0 16,23-1 1-16,-23 1 0 0,19 0 2 0,-19 0 2 15,15-2-2-15,-15 2 7 0,14 0 13 0,-14 0-1 16,0 0-4-16,17 0-2 0,-17 0 0 0,0 0-6 0,14-1-1 16,-14 1-2-16,0 0-7 0,0 0-10 0,10-1-43 15,-10 1-47-15,0 0-64 0,7-5-81 16,-7 5-92-16,0 0-30 0,0-7-121 0,0 7-100 0,-6-12-434 16,3 5-631-16</inkml:trace>
  <inkml:trace contextRef="#ctx0" brushRef="#br0" timeOffset="31310.54">26503 10428 134 0,'0'0'235'0,"0"0"-66"0,0 0-45 0,0 0-25 0,0 0-39 0,0 0-16 0,0 0-21 0,0 0-13 15,0 0-11-15,0 0-13 0,0 0-33 0,0 0-51 0,0 0-135 16,0 0 74-16</inkml:trace>
  <inkml:trace contextRef="#ctx0" brushRef="#br0" timeOffset="37815.21">18423 10459 93 0,'39'12'167'0,"4"1"-30"0,4 2-32 0,16 2-17 0,7 2-14 15,8 2-16-15,6 1-24 0,24 5 8 0,3 0-26 0,7 0-1 0,7 0-12 0,9-4-24 16,7 1-12-16,2 0-3 0,3-3-23 0,6-3 4 16,4-2 11-16,1-3 13 0,-1-4 4 0,-3-1 12 15,-1-4 4-15,-4-3 1 0,-3-2-6 16,-8-2 6-16,-7-3-6 0,-27-2 11 0,-4-1 15 0,-6-2 3 16,-5-1 13-16,-2-3 3 0,-6-1-7 15,-2-1-4-15,-5-2-20 0,0 0 9 0,-5-2 15 0,-3 0 8 16,-4-4-8-16,1 2 12 0,-4-4 1 0,-3 0-11 15,-3-1 16-15,-3-2-7 0,-8-1-1 0,1-1-4 16,-10 1-6-16,-4 1-2 0,-4-2-1 0,-7-3-10 16,-6 5 1-16,-8-1-5 0,-4-2-1 15,-8-4-10-15,-10-1-15 0,-13-4-25 0,-11 0-23 0,-10 1-43 16,-7-1-110-16,-22-6 70 0</inkml:trace>
  <inkml:trace contextRef="#ctx0" brushRef="#br0" timeOffset="58394.83">22931 13318 638 0,'-3'-10'474'0,"-1"-1"-66"0,3 3-97 0,-3-2-16 0,3 2-61 0,-2 1-26 0,2 1-46 0,1 6 1 0,-4-8 30 0,4 8-14 0,0 0-1 16,-6 7 5-16,5 0-11 0,-1 6-16 0,1 3-22 15,0 3-26-15,1 2-21 0,0 5-16 0,2 1-19 16,-2 2-13-16,3 3-1 0,-2 2-11 0,0 0-6 16,1-1 0-16,-1 0-1 0,-1-3-9 0,-1-1-1 15,-1 0-12-15,1-2-28 0,-1 0-75 0,0-3-55 0,-4 0-64 16,2-4-23-16,0-2-19 0,-1-3-26 15,-4 0-23-15,2-3-13 0,-1-2-18 0,0-5-52 16,-1-1-190-16,9-4-103 0</inkml:trace>
  <inkml:trace contextRef="#ctx0" brushRef="#br0" timeOffset="58642.18">22699 13608 219 0,'2'-37'347'0,"2"-7"-75"0,1 0-8 16,3 1-20-16,3 1-18 0,2 2-27 15,3 1-20-15,2 4-22 0,0 3 11 0,4 2-42 16,1 5 31-16,-3 5-17 0,3 1 2 0,0 4-27 15,0 2 0-15,0 5-10 0,-1 4-10 0,-3 0-26 16,-1 2 4-16,0 5-23 0,-3 2-7 0,-1 1-7 16,-2 2-6-16,-3 4 2 0,-2 1-1 0,-4 3-5 0,-3-2-6 15,-3 2 0-15,-4 5-2 0,-4-2-3 0,-3 1-5 16,-5 1 1-16,0-2 3 0,-3-2-2 0,-1-2-3 16,-1 0-2-16,1-2 0 0,3-6-2 0,-2 4 1 15,2-5-1-15,3-1-5 0,0-3 7 16,3 0-7-16,3-2 0 0,0-2-53 0,4-1-73 0,3-4-43 15,4 0-39-15,1-3-41 0,7-1-56 0,1-1-55 16,5-4-388-16,1 0-259 0</inkml:trace>
  <inkml:trace contextRef="#ctx0" brushRef="#br0" timeOffset="58924.32">23531 13044 333 0,'6'-7'594'0,"-6"7"-140"0,1-9-55 0,-1 9-31 16,-8-6-15-16,8 6-19 0,-14-2-21 0,1 4-12 15,-3 3-23-15,-5 1-12 0,-7 4-39 0,-4 6-22 16,-1 0-42-16,-3 9-14 0,3 1-42 0,-8 9-9 16,9-5-33-16,4 3 4 0,4 2-15 0,-1 1-27 15,6 0 9-15,4 1-18 0,2-1 9 0,7-4-18 16,4-4-1-16,5-1 0 0,2 3-3 0,9-1 0 15,4-1 1-15,5-1-1 0,5-4-6 0,4-2-1 16,1-4-2-16,3-1-64 0,-4-7-91 0,-1-2-75 16,1-1-85-16,-5-3-32 0,1-3-79 0,-2-3-83 0,1-3-487 15,-2-2-602-15</inkml:trace>
  <inkml:trace contextRef="#ctx0" brushRef="#br0" timeOffset="59308.11">23705 13218 175 0,'0'0'560'0,"0"0"-123"16,-5 4-45-16,3 6-15 0,2-2-23 0,3 4-43 15,-3 2-35-15,4 3-9 0,-1 0-25 0,2 2-25 0,0 2-37 16,0 0-29-16,0 0-26 0,1-1-7 0,0-1-15 16,-1-3-15-16,-1-1-26 0,0-1-7 0,-2-2-17 15,4 0-2-15,-4-2-11 0,0-1 6 16,1-2 3-16,-1-1 5 0,-2-6-14 0,0 0 2 0,-2 6-10 15,2-6-1-15,-5-7-1 0,0-2-5 0,0-1-3 16,-1-6-2-16,1-4 2 0,-1-3-5 0,-2-6 1 16,3-2 0-16,1-5-7 0,0 3 8 0,3-4-6 15,1 1 3-15,0 4-3 0,5 1 6 0,-1 4-1 16,0 4 1-16,2 3-4 0,3 2 1 0,0 5-1 16,1 2-3-16,3 6 5 0,0 3 9 0,4 5 11 15,2 3 5-15,0 6 0 0,3 4 1 0,-1 3-4 16,1 9-5-16,-1-2-4 0,-5 4-4 0,0-3-3 15,-4 0 1-15,2 0-3 0,-5 2-2 0,-1-2-1 16,0-3-20-16,-6-1-75 0,1-1-43 0,-2-2-69 16,-2-2-64-16,-3-2-27 0,-5-1-59 0,1 1-32 15,-2-4-19-15,-4-2-85 0,3-4-273 0,-6-1-279 16</inkml:trace>
  <inkml:trace contextRef="#ctx0" brushRef="#br0" timeOffset="59658.12">23650 13380 442 0,'-2'-11'424'0,"3"1"-78"15,2 3-55-15,2-2-33 0,4-1-31 0,3 2-26 16,1-1 1-16,5 1-25 0,0-2-10 0,4 2-5 16,1-2-18-16,2 1-19 0,5-2-21 0,-1 1-12 15,0-3-8-15,1 2-10 0,-2 0-11 0,-1-2-8 0,0-2-11 16,-4 2-3-16,-2-3-9 0,-1-1-3 0,-5 2-9 16,-2-2-2-16,-2-1-2 0,-5-1-3 15,-2 2-7-15,-1-2 5 0,-3 1-6 0,-3 0 9 16,-1-3 1-16,-1 1-3 0,-2 1 34 0,0 1 35 15,0 1 15-15,0 2 1 0,1 3-13 0,1 2-18 16,2 0-12-16,-2 2-13 0,5 8 15 0,-6-5 33 16,6 5-12-16,-3 7 26 0,3 2-3 0,0 4 3 15,3 4 3-15,1 8-27 0,-1 3 12 0,4 5-17 16,2 6 20-16,-2 1-41 0,0 0 34 0,1 0-51 16,-3-7 29-16,1 3-51 0,-1-4 36 0,0 2-42 15,-2-3 34-15,1 0-48 0,-2-4 40 0,-2-1-46 0,1 0-1 16,1-2 0-16,-2-4-31 0,0 1-53 15,-2-4-71-15,2 0-67 0,-1-1-66 0,1-3-72 0,0-1 20 16,0-2-65-16,-1-2-67 0,1-8-116 0,0 7-257 16,0-7-404-16</inkml:trace>
  <inkml:trace contextRef="#ctx0" brushRef="#br0" timeOffset="60027.79">24482 13036 296 0,'16'-21'603'15,"-2"4"-124"-15,-3 2-47 0,1 1-81 0,-3 1-64 0,-2-2-69 16,1 6-29-16,-2-4-49 0,-1 2-15 0,-1 2-34 16,-2-1-16-16,-2 4-20 0,-2 0-6 0,-2-2-15 15,-6 4-8-15,0 3-5 0,-4-1-6 0,-5 4-1 16,-3-1 6-16,0 3-13 0,-1 2 7 0,0 0-11 16,4 0 11-16,0 3-14 0,2-2 14 0,5-1-18 15,1 1 7-15,2 1 1 0,4 1 9 0,3-1-16 16,3-1 17-16,3 2-13 0,2-1 9 0,7 3-11 15,-1-3 6-15,5 4-8 0,0 0 12 0,2-2-14 16,3 3 12-16,0 0-10 0,1-1 10 0,0 4-13 16,-4-4 0-16,-3 1 0 0,2 1 5 0,-2 0-2 15,-2 0 0-15,-3 0 0 0,-1-2 18 0,-1 1-9 16,-2 0 5-16,-2-1-2 0,-1 0 15 0,-2-3 23 16,-2 1 39-16,-2-3-6 0,-2 4-16 0,-3-3-11 15,1 0-10-15,-5-1-9 0,0-2-6 0,-3 4-4 16,2-5-7-16,-4-1-4 0,1 1-7 0,-2-2 9 15,3-1-16-15,1 1-14 0,-2-2-53 0,2-2-87 16,2 1-65-16,1-1-66 0,1-1-87 0,1-1-126 16,3-2-309-16,2-1-339 0</inkml:trace>
  <inkml:trace contextRef="#ctx0" brushRef="#br0" timeOffset="60295.33">24587 12915 405 0,'3'-7'540'0,"-3"7"-140"0,3-11-59 16,-3 11-59-16,4-8-11 0,-4 8-47 0,1-6-13 0,-1 6-21 15,0 0 48-15,0 0 9 0,0 0 1 0,0 0-22 16,-5 4-42-16,-1 3 0 0,1 2-31 16,-3 4-20-16,-1 3 1 0,-3 0-23 0,1 5-15 15,-3 3-26-15,-1 1-8 0,-3 6-22 0,3 3-2 16,-2-2-5-16,4 1-3 0,-1 2-6 0,3-6-7 0,2 0-3 15,1 1-5-15,-1-3 0 0,4-3-3 16,0 1-17-16,1-4-36 0,0 1-70 0,2-4-37 16,0 0-57-16,2-4-46 0,0 1-51 0,4-4-92 15,-1 0-77-15,1-1-519 0,1-1-595 0</inkml:trace>
  <inkml:trace contextRef="#ctx0" brushRef="#br0" timeOffset="60543.92">24728 13027 60 0,'2'-11'718'0,"2"6"-183"0,-1-1-149 0,-3 6-7 15,0 0-10-15,0 0-43 0,10 3-18 16,-8 4-8-16,2 5-37 0,1 0-13 0,-1 8-36 0,3 3-27 16,1 4-39-16,-3 3-27 0,3 2-24 0,-3 0-21 15,2 2-13-15,-1 0-15 0,-1 0-7 0,0-2-19 16,-1 2 6-16,0-3-11 0,-1-5 1 0,-1 1-11 15,1-4-3-15,-1 1-71 0,1-4-52 16,-3-2-44-16,0-1-46 0,0-1-22 0,-3-3-47 0,1-2-25 16,-1 0-44-16,-1-5-54 0,-1-1-42 0,5-5-326 15,-6 5-285-15</inkml:trace>
  <inkml:trace contextRef="#ctx0" brushRef="#br0" timeOffset="60782.28">24748 13193 591 0,'3'-19'463'15,"-1"1"-82"-15,3 2-76 0,2 1-44 0,-1 1-63 16,4 1 5-16,2 2-33 0,1 1 7 0,1 2-16 16,1 3-33-16,2 1-6 0,-3 3-24 0,4 2-6 15,-1 4-23-15,-4 1-5 0,4 1-21 0,-6 4-3 16,1 0-12-16,-2 1-2 0,-2 2-3 0,-2-1-2 16,-2 1-3-16,-1-2-3 0,-3 1 0 0,-2-1-3 15,-4 1-1-15,-1-1-2 0,-3-1-1 0,-1-1-4 16,-1-1 2-16,-2-1-2 0,0-2 0 0,-1-1 2 15,3-1-7-15,-2-2-1 0,3-1-27 0,-1-1-59 16,3-2-63-16,0-2-46 0,3 0-67 0,1-2-95 16,2-2-488-16,4 1-390 0</inkml:trace>
  <inkml:trace contextRef="#ctx0" brushRef="#br0" timeOffset="61107.88">25098 13003 417 0,'7'-5'507'0,"-2"2"-121"15,-5 3-53-15,10-6-58 0,-10 6 1 0,6-6-44 16,-6 6 41-16,0 0 38 0,0 0-45 0,0 0-31 16,4 8-11-16,-4-8-37 0,-2 15-37 0,0-5-21 15,1 2-25-15,0-1-14 0,-1 3-19 0,2 1-16 0,0-1-6 16,2-2-10-16,-1 3-8 0,0-3-8 16,2-1-2-16,-2 1-3 0,4-3-2 0,-1 2-3 15,4-4 8-15,-2 0 7 0,2-2-6 0,2-4-3 16,0 1-2-16,-10-2-2 0,20-2 1 0,-10-1-8 15,1-1 3-15,-2-5-9 0,3 0 4 0,-3 0-1 16,0-1 2-16,-2-1-8 0,-2 0 1 0,-1 0 1 16,-3 0 0-16,-1 0 1 0,-5 0-4 0,0 1 2 15,-4-1-3-15,-2 1 4 0,-6 1-3 0,0 3 2 16,0-2-2-16,1 4-2 0,-3 2-4 0,4-1-33 16,-2 3-75-16,6 0-35 0,-1 1-66 0,1 2-65 0,2 1-64 15,1 2-71-15,4-1-72 0,4-5-401 0,-2 11-451 16</inkml:trace>
  <inkml:trace contextRef="#ctx0" brushRef="#br0" timeOffset="61441.83">25261 13062 111 0,'7'-6'605'0,"2"0"-159"16,-2 2-58-16,0-3-79 0,0 2-27 0,1 1-28 15,0-2-13-15,3 1-11 0,0 1-26 0,-1 1-19 16,2 0-26-16,-1 2-15 0,3-1-20 0,0 2-18 0,0 2-19 15,0-1-17-15,-1 4-17 0,1-3-6 16,0 4-13-16,-1 0-3 0,-3 2-9 0,-1-3-7 0,0 3-3 16,-4-1 1-16,2 3-3 0,-5-2-2 15,-1 2-2-15,-2-3-2 0,-1 4 3 0,-5-3-3 16,2 1 4-16,-4-2-4 0,0-1 0 0,0 1 0 0,2-5 3 16,-2 2 4-16,9-4-1 0,-17 0 3 15,17 0 22-15,-15-6 0 0,8 0-12 0,1 0 6 16,4-2-10-16,2-2 3 0,1-1-8 0,1 0-2 0,5-2 0 15,0 0-4-15,0-1-3 0,2 1 3 16,1 1-8-16,-1-1 4 0,1 0-21 0,0 1-17 0,-2 1-35 16,0-1-66-16,-2 2-20 0,3 0-48 0,-3 2 3 15,-2-3-26-15,1 5-38 0,-1-2-60 16,-1 0-66-16,-2 1-396 0,-1 0-308 0</inkml:trace>
  <inkml:trace contextRef="#ctx0" brushRef="#br0" timeOffset="61974.63">25524 12661 464 0,'2'-14'479'0,"0"6"-69"16,-1-3-48-16,0 5-41 0,-1-1-46 0,1 0-56 0,-1 7-6 16,4-6 20-16,-4 6 16 0,0 0 2 15,0 0-1-15,5 10-27 0,-2 0 13 0,2 3-37 16,-2 1-36-16,2 3-38 0,-1 6-7 0,2-3-11 16,-1 2-34-16,0 2-12 0,3-1-12 0,-2 1-10 0,-2 0-6 15,3 0-10-15,-1 0-5 0,0-1 11 16,-1-2-14-16,0 0 5 0,1-1-7 0,-1-4-1 15,-1-1-13-15,1-2 10 0,-3-1-17 0,2-2 16 0,-1-1-10 16,-1-2 13-16,3-1-18 0,-5-6 15 0,9 3-14 16,-9-3 14-16,14-4-12 0,-5-3-3 0,-1 2-1 15,1-4 5-15,0-1 4 0,-1-2-2 16,2-1 11-16,-3 0-14 0,-2-3 10 0,3 2-12 16,-3 0 12-16,2-1-11 0,-2 0 10 0,-1 2-1 0,-1 4 7 15,1-2-10-15,-1 2-3 0,-2 0 0 0,2 2-2 16,-1 1-2-16,1-1-1 0,-3 7 1 15,-3-9 3-15,3 9-1 0,0 0 0 0,-14 0-6 0,5 3 19 16,0 0-22-16,2 2 12 0,-2 1-12 16,1 0 10-16,-1-1-8 0,4 2 12 0,0-1-10 15,1 0-1-15,1 1 6 0,3-7 0 0,2 10 0 0,0-4 2 16,7-2 0-16,0 2 0 0,1-3 0 0,3 3 1 16,4-2 0-16,-2-1-1 0,2 0 0 15,-1 2 3-15,2 0-2 0,1-2 1 0,-2 2-1 16,-1-2 1-16,1 4-1 0,-2-3-1 0,0 2 2 15,-1 0 8-15,-3 0-12 0,-2 0 11 0,1 0-12 0,-3 0 10 16,-2 1-11-16,-3-1 9 0,0 3-11 0,-4-3 8 16,-1 3-7-16,-3-3 9 0,-4 2-13 0,-3 1 6 15,1-1-14-15,-5-1-6 0,-2 0-30 0,0 0-19 16,-2-1-36-16,1 0-47 0,-2-1-52 16,2 0-60-16,3-1-42 0,-1-1-72 0,0 0-71 0,7-2-514 15,-2-1-556-15</inkml:trace>
  <inkml:trace contextRef="#ctx0" brushRef="#br0" timeOffset="62158.56">25502 12916 671 0,'0'0'528'0,"-1"-10"-121"0,1 10-36 0,4-9-62 0,2 5-29 0,3-2-33 0,4 0-27 0,3 0-38 0,5-3-37 16,3 2-24-16,4-2-24 0,3 2-19 0,0-2-18 0,0 3-14 15,0-1-12-15,0 0-30 0,-4 1-89 0,-2 0-63 16,-2-2-54-16,0 3-80 0,-1-1-109 0,-2-3-458 16,-6 1-393-16</inkml:trace>
  <inkml:trace contextRef="#ctx0" brushRef="#br0" timeOffset="62425.64">25998 12515 34 0,'8'-8'690'0,"-8"8"-182"0,7-5-103 16,-7 5 3-16,14 1-17 0,-5 2-29 0,5 2-23 15,4 3-23-15,5 5-38 0,3 3-34 0,6 6-27 16,4 2-22-16,7 7-21 0,-1 3-43 0,0 0-16 16,-1 1-34-16,-9-5-6 0,-1 1-23 0,-6 1-8 15,-3-1-11-15,-3 1 4 0,-8-4-18 0,-1 0 7 16,-8-3-16-16,1 0 12 0,-6 0-17 0,-4-1 8 15,-5 2-13-15,-3-1 10 0,-8 0-11 0,-5-1 6 16,-2-1-13-16,-2-2-40 0,0-2-71 16,-5-3-84-16,-1 0-90 0,4-3-84 0,-4 0-113 0,6-2-173 15,2-3-288-15,-1 2-534 0</inkml:trace>
  <inkml:trace contextRef="#ctx0" brushRef="#br0" timeOffset="63325.35">26841 12489 394 0,'5'-12'780'0,"1"1"-127"0,-3 3-83 0,1 2-133 0,0-2-80 0,-1 1-73 0,-3 7-50 0,6-10-41 0,-6 10 1 0,5-6 1 15,-5 6-21-15,0 0-25 0,12 6 17 0,-7 1-26 16,1 6 22-16,2-1-56 0,1 7-12 0,0 2-7 15,3 5-16-15,1-1-17 0,1 3-8 0,-1 3-13 16,5 1-4-16,-4 0-4 0,0-4-7 0,0-1-5 16,-2 0-8-16,-1 0-38 0,2-2-60 0,-3-3-74 15,0 0-86-15,-1-3-73 0,-1 0-63 0,0-5-55 16,-3-1-48-16,-1-2-105 0,-2-4-304 0,-2-7-466 0</inkml:trace>
  <inkml:trace contextRef="#ctx0" brushRef="#br0" timeOffset="63575.09">26987 12489 231 0,'0'-25'628'0,"0"0"-174"16,1 2-72-16,3 2-65 0,1 3-32 0,2 0-36 15,2-1-19-15,1 1-13 0,4 4-11 16,0 0-9-16,5 1-12 0,0 1-20 0,-1 3-18 0,3 1-32 16,-3 4-21-16,-1 2-9 0,1 2-20 0,-2 1-8 15,0 3-7-15,0 3-1 0,-2 1 2 0,-3 2-3 16,1 3-5-16,-3 0 1 0,-3 0 2 0,-3 2-15 15,-1 1-1-15,-4 0-1 0,-1 1-1 16,-3 1-6-16,-4-1 0 0,-1 0-8 0,-2-1 1 16,-2-2-9-16,2-1 4 0,-3-1-6 0,3-4 0 0,-1 2-11 15,1-4-44-15,-1-2-84 0,3-2-100 0,11-2-92 16,-18 0-93-16,18 0-118 0,-9-7-445 0,9 0-575 16</inkml:trace>
  <inkml:trace contextRef="#ctx0" brushRef="#br0" timeOffset="63840.37">27777 11995 222 0,'8'-8'783'16,"-4"3"-155"-16,-4 5-80 0,3-6-81 0,-3 6-34 16,0 0-28-16,-13 6-43 0,6 1-6 0,-6 2-67 15,-2 5-44-15,-4 5-30 0,1 3-27 0,-5 8 6 16,2 5-30-16,2 2-26 0,0 2-33 0,5 2 30 15,1 4-76-15,5-3 29 0,3 4-56 0,5-7 50 16,5 3-40-16,2-1 33 0,7-2-54 0,0-2 44 16,6-3-47-16,1-3-5 0,4-3 0 0,3-5-32 15,3-3-28-15,2-3-43 0,-5-5-46 0,3-4-58 16,-3-3-69-16,0-3-74 0,-1-2-95 0,-1-6-49 16,-2-1-117-16,0-6-594 0,-1-3-803 0</inkml:trace>
  <inkml:trace contextRef="#ctx0" brushRef="#br0" timeOffset="64142.07">27999 12275 705 0,'-5'-9'551'0,"1"3"-124"0,-1 0-57 0,5 6-37 0,-4-7-30 16,4 7 5-16,0 0-13 0,0 0-10 0,8-3-16 16,-8 3-28-16,14 6-30 0,-2 0-38 15,0 2-33-15,4-1-22 0,-1 5-6 0,2-2-31 16,-3 2 1-16,2-2-29 0,-4-1 3 0,1 1-28 0,-1-1 14 15,-3 0-21-15,0-3 9 0,0 0-7 16,-1-1 59-16,-2 1-11 0,0-3 78 0,-6-3-50 16,10 4 25-16,-10-4-69 0,0 0 31 0,5-5-54 15,-5 5 33-15,0-15-58 0,0 6 7 0,-3-3-2 16,3-1 1-16,-1-1-1 0,0-4-1 0,-1 2 6 16,2 0-1-16,-1-3-6 0,1 2 7 0,1 1 27 0,-1 0-68 15,0 3-25-15,2 1-49 0,-1-1-56 0,0 3-61 16,0 1-77-16,1 3-71 0,0-1-4 15,-2 7-32-15,4-10-18 0,-4 10-6 0,0 0-34 16,9-2-464-16,-9 2-492 0</inkml:trace>
  <inkml:trace contextRef="#ctx0" brushRef="#br0" timeOffset="65141.02">28291 12181 397 0,'0'0'502'0,"11"6"-58"16,-11-6-85-16,10 3 9 0,-10-3-34 0,16 0-30 15,-16 0-39-15,16-4-30 0,-4 1-28 0,-2-2-30 0,0-1-26 16,4 0-28-16,-2-1-17 0,1 1-17 15,-2-1-6-15,1 0 2 0,-1-1-6 0,-2-1-12 16,-1 3-11-16,-1-1-6 0,0-1-7 0,-3 2-9 16,-1 0-6-16,0-1-6 0,-3 7-4 0,-1-10-4 0,1 10 4 15,-7-8 15-15,7 8 13 0,-17-2 8 0,6 2-4 16,-3 3 11-16,0 3-18 0,0 1 1 0,-4 2-14 16,2 2 8-16,2 1-9 0,-2 3-1 15,6-1-4-15,0 2-7 0,3 0 1 0,1-1 7 16,3 1-14-16,5-3 7 0,0 3-12 0,6-2 15 0,1-1-17 15,4-1 17-15,5 1-20 0,1-5-9 0,1 0-48 16,1-2-52-16,0-5-61 0,-3 1-72 0,1-4-30 16,-1-1-39-16,0-1 29 0,-4-5-10 0,2 2 30 15,-5-4 2-15,2 1 30 0,-4-4 35 0,-3 1 38 16,-1-1 28-16,0 0 26 0,-3-2 45 0,-2 3 42 16,-2 0 43-16,2 1 42 0,-3-1 29 0,3 2 27 15,-3 1 5-15,3 1 4 0,0 0-17 0,0 9-12 16,3-12 3-16,2 7 13 0,-5 5 6 0,9-5 9 15,-9 5-7-15,12 0-10 0,-1 2-11 0,-1 1-15 16,0 3-1-16,3 0 4 0,-2 1 3 0,3 2-16 16,-3-2-9-16,0 1-18 0,-1 1-12 0,-1-1-12 15,0-2 2-15,-2 2 1 0,0-2 13 0,-3 1 14 16,-1-3 3-16,-3-4 4 0,2 11-7 0,-2-11-12 16,-5 8-9-16,5-8-8 0,-11 8-6 0,11-8-5 15,-14 4-1-15,14-4 3 0,-16 0 5 0,16 0 1 16,-14-4-5-16,8-1-5 0,-1-1-4 0,1-1-5 15,2 0 13-15,3-2-17 0,2-1 12 0,1-3-26 16,1 1 15-16,6-3-14 0,-2 1 11 0,3 0-12 16,1 0 6-16,0 0-27 0,0 1-14 0,-1 1-28 15,2 1-21-15,-2 1-19 0,0 2-13 0,2 0-7 16,-4 1-1-16,0 1 0 0,-1 1 6 0,-1-1 9 16,1 1 22-16,-7 5 13 0,10-6 19 0,-10 6 10 15,7-5 14-15,-7 5 22 0,0 0 16 0,11-4 20 16,-11 4 11-16,0 0 24 0,0 0 11 15,9 3 0-15,-9-3 4 0,5 6-6 0,-5-6 8 16,5 10 11-16,-3-6 1 0,2 3-2 0,1 0-21 0,-1 0 7 16,0-1-14-16,2 2 1 0,-1-1-3 0,2-2 8 15,-1 2-12-15,2-1 5 0,1-4-11 0,-1 4 13 16,1-3-25-16,3 0 17 0,-3-1-26 16,2-1 27-16,-11-1-25 0,20-3 17 0,-10 2-29 15,0-4 17-15,1 1-23 0,-2-2 15 0,1-3-6 16,-1 2-1-16,-2-5-3 0,1 0-1 0,-2 1-3 0,-1-3 8 15,1 1-5-15,-4 1-1 0,-1-1 9 0,1 1 24 16,0 2-21-16,-2-1 41 0,0 3-53 0,2 1 39 16,-2-1-50-16,0 8 45 0,-2-6-41 0,2 6 45 15,0 0-50-15,-5 4 49 0,4 4-51 16,-2 2 40-16,3 4-43 0,-2 2 62 0,2 3-52 0,-2 2 7 16,2 4-9-16,2 0 10 0,-2 2-8 0,1 3 2 15,0 1 0-15,1 3 42 0,0-2-49 0,-2-4 42 16,3 1-46-16,-1-4 43 0,-2 0-47 15,0-5 53-15,2-1-40 0,-4 0 43 0,2-6-48 16,0 1 54-16,-4-3-56 0,2-1 45 0,-2-2-48 16,-1-3 45-16,5-5-49 0,-13 3 45 0,6-5-44 15,-1-4 40-15,-1-4-43 0,1-3 7 0,2-1-5 0,-1-5 5 16,4-5-14-16,1 1 15 0,2-5-7 0,3-4 17 16,3-3-72-16,5-4 19 0,1 1-52 0,2 2 16 15,0 1-36-15,2 6-6 0,0 2-34 16,-3 4-43-16,1 0-45 0,0 6-54 0,-2 2-45 15,0 0-23-15,-1 4-44 0,-2 0-59 0,1 1-504 16,-1 1-570-16</inkml:trace>
  <inkml:trace contextRef="#ctx0" brushRef="#br0" timeOffset="65394">29299 11558 1 0,'3'-18'642'15,"0"3"-104"-15,0-1-92 0,-2 3 1 0,2 1-43 0,-1 0-60 0,0 4-53 0,0 2 30 0,-2 6 8 0,8-5 24 16,-8 5-42-16,13 6-30 0,-6 7-10 0,1 5-29 16,2 7 48-16,0 6-73 0,1 10 38 0,1 3-30 15,-3 1-69-15,2 4 24 0,-2 1-40 0,3 0 25 0,1 8-39 16,1 0-20-16,0-1-17 0,0 1-22 0,-1-10 22 16,2 7-53-16,-2-7 30 0,-3-3-52 0,4-1 26 15,-3-1-72-15,0-5-15 0,-1-1-97 16,-2-7-31-16,0-2-106 0,-1-6-27 0,-2-1-62 15,1-4-46-15,-4-2-10 0,3-3-26 0,-5-2-13 0,2-2-90 16,-2-8-91-16,0 0-343 0,0 0-586 0</inkml:trace>
  <inkml:trace contextRef="#ctx0" brushRef="#br0" timeOffset="65692.09">29905 11989 462 0,'8'-8'472'16,"-3"-1"-57"-16,2 2-36 0,-2-1-20 0,2-1-34 0,-1 0-24 16,-1-2 0-16,3-1 5 0,-4 2 0 0,1 0-16 15,-1 0-34-15,0-1-28 0,-2 1-35 0,-1 0-26 16,1 1-23-16,-2 0-10 0,-2 1-18 0,0 0-36 16,-2 2 20-16,-4 0-46 0,1 1 22 0,-5 2-40 15,12 3 24-15,-27 2-46 0,13 3 35 0,-4 1-38 16,2 2 23-16,-2 3-38 0,1 1 36 0,3 1-40 15,1 1 22-15,-1 0-23 0,7-1 37 0,0 0-42 16,1-1 40-16,3-1-42 0,3 0 38 0,0 0-57 16,1-2-34-16,3-2-77 0,2 1-64 0,1-3-89 15,-2-1-87-15,4 0-75 0,-9-4-167 0,10 1-468 16,-10-1-712-16</inkml:trace>
  <inkml:trace contextRef="#ctx0" brushRef="#br0" timeOffset="66575.41">29938 11884 178 0,'3'-4'598'0,"-3"4"-132"0,5-8-75 0,-5 8-12 15,2-8-23-15,-2 8-42 0,5-9-25 0,-5 9-32 16,2-7-30-16,-2 7-37 0,1-7-34 0,-1 7-31 15,0 0-21-15,0-8-19 0,0 8-21 0,-5-7-9 16,5 7 0-16,-10-1 1 0,10 1-11 0,-17-2-3 16,6 4-6-16,-1-1-7 0,-2 1-4 0,-1 1-4 15,-1 0-6-15,2 2-2 0,0 0-2 0,0-1 0 16,1 1-3-16,2 0-1 0,2 1 2 0,1-2 0 16,2 0 0-16,6-4-3 0,-8 11-1 0,8-11 1 15,4 8 1-15,2-2-4 0,1 0 0 0,2-1-2 16,1-1-1-16,3 0 1 0,0 2-1 15,2 0 2-15,0-1-1 0,0 1-1 0,0-1-2 0,0 1 0 16,0 1 2-16,-1 0 0 0,0 0 1 0,-2 0-1 16,-1 1-1-16,0 1 3 0,-1-1-1 0,-3 1 5 15,0 0 2-15,-2-2-6 0,-1 4 1 0,-3-3 1 16,2 1 2-16,-3-1-3 0,-3 0 4 16,1 2 0-16,-4-2 11 0,1-1 3 0,-1-1 9 15,-3 0-4-15,0-1 5 0,1-1-5 0,-2-2-5 0,-1 0-8 16,11-2 6-16,-18 0-12 0,8-2 2 0,1 0-2 15,1-2 0-15,0-2 0 0,3-1-5 0,3-1-14 16,2-2-16-16,1-1-29 0,3-3-32 0,4-3-30 16,3-2-29-16,-1 0-20 0,5-3-5 0,1 0 10 15,2 0 25-15,-2 1 32 0,1 2 21 16,-3 3 17-16,1 0 13 0,-3 2 26 0,0 0 36 0,-1 3 34 16,-2 1 38-16,-1 1 5 0,0 2 10 0,-1-1-18 15,-2 1-10-15,2 3-16 0,-7 4 62 0,9-5 32 16,-9 5-2-16,7 6 7 0,-3 1 1 0,0 1 7 15,-1 4 7-15,2 4-3 0,-2 0-5 16,-1 7-45-16,2-1 34 0,-1 4-47 0,1-1 31 16,0 6-40-16,-1 1-11 0,4 1-12 0,-2-1 28 0,-1 1-60 15,1 0 32-15,0-2-12 0,0-2-10 16,-1-2-11-16,1-2-7 0,-3-3-3 0,2-1-7 0,0-2-2 16,-1-3-3-16,-1-3 1 0,0 0-1 0,0-1 6 15,0-3-3-15,-1-1 4 0,-1-8-2 16,0 9-7-16,0-9 0 0,0 0-3 0,0 0-1 15,-7-7-41-15,4-2 49 0,-3-2-37 0,0-6 40 0,-3-2-37 16,3 0 40-16,-2-9-45 0,0-1 48 0,-2-2-11 16,5-1-2-16,1-3-4 0,0 1 0 0,4-2-4 15,4-1-1-15,0 4-1 0,1 1-5 16,7 2 2-16,-2 2 1 0,0 1-1 0,5 5 0 0,-4 4 0 16,1 1 0-16,1 3-2 0,-4 6 1 15,4-1-1-15,-4 4 3 0,1 4-1 0,-10 1-1 0,15 1 1 16,-7 4-1-16,-3 2 3 0,-1 2-6 0,2 0-5 15,-4 2-1-15,-1 1-6 0,-2 1-11 16,-1-2 5-16,-1 1 1 0,-1 1-6 0,-1-1-21 16,-2 1-64-16,-1-3 5 0,0 1-44 0,-1-4-21 15,-2 2-39-15,1-5-45 0,1 1-55 0,0 0-42 16,2-3-24-16,7-2-50 0,-14 3-68 0,14-3-83 0,-9-5-271 16,9 5-400-16</inkml:trace>
  <inkml:trace contextRef="#ctx0" brushRef="#br0" timeOffset="67208.39">30458 11809 613 0,'5'-6'559'0,"-1"1"-93"0,-4 5-24 0,8-7-29 0,-8 7-26 0,5-7-27 0,-5 7-18 0,0 0-24 0,0 0-30 0,0 0-31 0,0 0-43 16,0 0-37-16,1 6-24 0,-3 0-24 0,2 1-26 0,-2 2-21 15,2 1-11-15,0 0-20 0,0-1-4 16,2 1-2-16,-1 3-15 0,3-5-7 0,-2 1 9 0,2-1 11 15,-1 0 1-15,1-2 20 0,1 0 6 16,-5-6 0-16,10 7-5 0,-10-7-13 0,11 2-9 16,-11-2-7-16,14-4-11 0,-7 0-5 0,-1-1-4 15,2-3-2-15,-2 2-4 0,1-2 1 0,-4 0-2 0,1-1 2 16,-1 1 4-16,-2-3 5 0,-2 3 0 0,-2-3-5 16,-1 2-3-16,-1 0-2 0,-4 0-1 15,3 2-7-15,-2 2 1 0,-1-1-7 0,-1 1-32 0,3 1-35 16,7 4-35-16,-16-3-40 0,16 3-72 15,-11 0-47-15,11 0-56 0,-11 4-24 0,11-4-19 16,-6 7 24-16,6-7 10 0,-4 9 2 0,4-9 31 0,3 9 12 16,-3-9 41-16,2 8 33 0,-2-8 35 0,5 4 28 15,-5-4 37-15,0 0 42 0,0 0 41 16,11 2 40-16,-11-2 66 0,6-6 33 0,-1-1 40 16,1 3-1-16,1-3 14 0,-1 0 19 0,1-1 27 15,2 1 28-15,-2-2 12 0,0 3-14 0,0-1-13 16,2 0-18-16,0 1-20 0,0-1-22 15,3 3-17-15,-2 0-15 0,0 0-10 0,3 2-15 0,-2 1-12 16,2-1-16-16,1 4-11 0,-1 1-7 0,2 1-22 16,-2 0-7-16,1 2-5 0,0 0-8 0,-3 3 16 15,1-5-27-15,-3 4 20 0,0-1-26 0,-1-1 24 16,-2 0-26-16,-3 1 19 0,-1-1-23 0,-2-6 19 16,-1 10-15-16,1-10 8 0,-8 7 14 0,2-3 0 15,6-4-2-15,-18 2-3 0,18-2 13 0,-20-2-16 16,11-2 5-16,-2 1 27 0,1-2 7 0,3-2 1 0,0-1-15 15,1-1-7-15,2-1-5 0,-1 1-5 16,2-1-2-16,3-2-1 0,3 1-8 0,1-1 0 16,1 2-3-16,0 1-4 0,1 1-3 0,-2-2-46 15,3 4-27-15,-2-1-64 0,0 0-81 0,0 0-106 16,-5 7-99-16,6-9-56 0,-6 9-114 0,3-7-551 0,-3 7-757 16</inkml:trace>
  <inkml:trace contextRef="#ctx0" brushRef="#br0" timeOffset="67758.61">30760 11283 17 0,'7'-14'669'0,"1"1"-121"0,-3 2-82 0,0 1-53 0,0 1-69 0,1 4 3 0,-6 5 21 16,10-3 28-16,-10 3-44 0,12 8-19 0,-2 3-37 15,-3 2-33-15,2 5-57 0,-1 3 17 0,1 4-65 16,0 4 11-16,0 1-35 0,0 1-25 0,2 7-21 15,-1-2-18-15,1 0-15 0,-2-5-9 0,1-3-11 16,-3 2-9-16,2-5-2 0,-1-2-6 0,1-2-19 16,-3-1-36-16,2-3-56 0,-3-2-30 0,3 0-24 15,-3-4 4-15,1-2-4 0,-1-2-3 0,1-1-2 16,-6-6 23-16,12 4 1 0,-12-4 26 0,10-2 15 16,-3-1 24-16,-1-3 6 0,1-1 16 0,-2-4 7 15,1 1 12-15,-1-3 3 0,0 0 14 0,2-2 5 16,0 0 17-16,-1-2 1 0,0-1 7 0,2 0-3 15,-1-2 4-15,1 2 12 0,0 0 1 16,-2 4-1-16,0-1 2 0,1 1 5 0,-3 1-7 0,1 3-5 16,-1 1-6-16,-2-1-6 0,1 1-4 0,-1 3-5 15,-2 6-1-15,-4-10-2 0,4 10-2 0,-7-6-2 16,7 6-1-16,-14-3 2 0,14 3 2 0,-18 5-6 16,9-4 1-16,1 4-3 0,1 0 2 0,0 1-1 15,3 0 7-15,0 3-6 0,2-2 8 0,1 3-14 16,3-2 14-16,1 2-13 0,1-1 13 0,2 1-14 15,2-1 9-15,2 2-10 0,1-3 10 0,0 3-9 16,3-2 9-16,0 2-7 0,0-2 9 0,0 3-12 16,0-2 12-16,-4 0-13 0,0 0 15 0,2 2-2 15,-3 0-6-15,-1-1-7 0,-3-2 8 0,0 1-8 16,-2 1 15-16,-1-2-15 0,-2-1 11 0,-2-1-10 16,0 1 7-16,-4-1-10 0,-1-1 15 0,-2-1-10 15,0 0 6-15,-3-1-15 0,1 0-6 0,-3-2-41 16,0-1-68-16,1 1-94 0,-3-2-87 0,0 0-41 15,0 0-89-15,-1-2-100 0,1 0-398 0,-2 0-511 16</inkml:trace>
  <inkml:trace contextRef="#ctx0" brushRef="#br0" timeOffset="67930.2">30745 11592 600 0,'-4'-9'538'0,"2"-2"-81"0,2 4-50 0,0 0-23 0,4 0-63 0,0-2-48 0,5 1-39 0,1-1-45 0,4 0-35 0,4 1-34 0,6-1-25 16,1 3-21-16,5-4-14 0,0 2-19 0,2-1-49 16,0 1-71-16,-2-1-74 0,0-1-56 0,-1-1-49 15,-3 1-77-15,-1-2-70 0,-2-1-387 0,-5-1-315 16</inkml:trace>
  <inkml:trace contextRef="#ctx0" brushRef="#br0" timeOffset="68191.56">31390 10978 476 0,'9'5'562'0,"-5"1"-78"0,1-1-30 0,0 4-9 15,3 3-37-15,-1 3-12 0,3 3-23 0,3 5 2 16,4 3-37-16,3 3-49 0,3 4-37 0,3 2-38 16,6 6-40-16,0 0-65 0,-2 4 18 0,-5-9-30 15,-2 2 0-15,-3 0-42 0,-1-2 14 0,-6 2-42 0,1-3 23 16,-8-5-38-16,0 1 25 0,-4-3-31 0,-3-1 27 15,-2-1-30-15,-6 2 21 0,-1-1-30 16,-3-2 23-16,-3 0-27 0,-3-2-5 0,0-3-34 0,0-1-38 16,4-4-38-16,0 0-62 0,0-3-81 0,2 1-98 15,1-3-57-15,1 0-44 0,-1-1-80 0,3-3-532 16,0 0-694-16</inkml:trace>
  <inkml:trace contextRef="#ctx0" brushRef="#br0" timeOffset="69007.5">23313 14604 345 0,'5'-21'492'0,"-1"0"-81"0,-2 2-45 0,2 0-24 0,-1 3-20 0,-1-2-49 0,-1 2-2 0,1 3-23 0,-1 0-48 0,2 4-38 0,-2-3-34 16,0 5-28-16,-1 7-21 0,3-9 44 0,-3 9-9 16,0 0 35-16,8 10-2 0,-6 2-14 0,6 1-28 15,-2 10-19-15,2 5-15 0,1 2-16 0,2 7-11 0,-2 3-8 16,3-1-8-16,-1 2-5 0,-1-1-5 16,1 0-4-16,-1 0-3 0,-1-3 0 0,-1-6-6 15,-3-1-1-15,2-2-4 0,-2-4-39 0,-1-2-80 0,0-5-78 16,-1 1-45-16,-1-6-42 0,-2-1-49 0,0-2-68 15,-2-3-85-15,2-6-399 0,-9 3-444 16</inkml:trace>
  <inkml:trace contextRef="#ctx0" brushRef="#br0" timeOffset="69241.03">23341 14552 574 0,'1'-28'534'0,"2"1"-110"0,2 4-77 15,0 1-58-15,5 0-67 0,2 2-28 0,3 3-24 0,2 0-17 16,-1 2-16-16,4 3-20 0,0 4-15 0,0 0-17 15,-2 5-13-15,0 1-13 0,0 2-14 0,-1 3-4 16,-2 3-5-16,0 1-9 0,-2 1-4 0,1 1 2 16,-5-1-5-16,0 5 2 0,-1-2-12 0,-6 1 7 15,1 1-11-15,-6-1 7 0,-2 3-13 0,-4 4 8 16,-4-3-11-16,-2 1-1 0,0 2 4 0,-2-3-3 16,2-1 0-16,0-2-13 0,-1-1-64 0,2-1-60 15,4-4-33-15,0 2-59 0,1-3-88 0,9-6-113 16,-9 3-318-16,9-3-262 0</inkml:trace>
  <inkml:trace contextRef="#ctx0" brushRef="#br0" timeOffset="69507.82">24234 14002 428 0,'13'-12'548'15,"-8"4"-115"-15,0 2-60 0,-5 6-15 0,0 0-3 0,-14 2-21 16,0 5-13-16,-4 4-1 0,-6 7-9 15,-5 7 3-15,-2 1-40 0,-2 5-54 0,-3 9-5 16,0 2-51-16,3 2-31 0,1 5-27 0,3 2-11 0,3 3-24 16,3 0-15-16,8 0 19 0,4-5-47 0,5-1 29 15,5-2-42-15,3 0 24 0,7-3-37 16,3 0 31-16,4-3-39 0,6-4 33 0,1-3-37 16,7-2 33-16,3-5-37 0,5-4 13 0,4-3-74 0,0-3-62 15,6-5-79-15,-4 0-84 0,1-7-64 0,-3 0-48 16,-6-4-107-16,3-4-634 0,1-7-767 15</inkml:trace>
  <inkml:trace contextRef="#ctx0" brushRef="#br0" timeOffset="69841.07">24751 14429 595 0,'0'0'516'0,"2"-8"-105"0,-2 8-28 0,3-7-29 16,-3 7-39-16,2-7-25 0,-2 7-23 0,2-5-25 15,-2 5-25-15,0 0-30 0,0-9-29 0,0 9-19 16,0 0-13-16,-7-6-3 0,7 6-11 0,-11 3-22 16,2 0 0-16,-2 2-17 0,-1 2-9 0,-2 2-11 15,-3 1 0-15,4 5 8 0,-1-2-2 0,0-1-10 16,4 4 10-16,1-2-12 0,3 1 9 15,2 0-24-15,1 0 7 0,3 0-18 0,1 1 18 0,5 0-26 16,4 0 11-16,1-2-17 0,2 1 14 0,6-2-23 16,0-2 19-16,1-2-24 0,3-2 11 0,1-1-55 15,-1-3-62-15,-1-1-62 0,1-4-82 0,1 1-69 0,0-7-34 16,-1 1-28-16,3-5-2 0,-3-3-3 0,-3-1-12 16,2-3-36-16,0-10-222 0,-4 2-171 15</inkml:trace>
  <inkml:trace contextRef="#ctx0" brushRef="#br0" timeOffset="70040.33">25094 14274 124 0,'0'-27'442'15,"-1"-2"-72"-15,-3 4-22 0,3-2-46 0,-2 4-28 16,-3 2-20-16,4 3 7 0,-1 1-36 0,-1 2-33 16,3 4-30-16,0-1-33 0,-2 4 16 0,3 8 91 15,-5-5 15-15,5 5-19 0,-5 4-11 0,2 5-27 16,2 3-27-16,0 1-4 0,2 6-23 0,0 4-23 16,4 1-10-16,-1 5-26 0,3 2 22 0,-2 1-50 15,2-2-8-15,2 9-5 0,0-7-9 0,-2 0-7 16,2 0 19-16,-1-2-34 0,0 1 30 0,2 0-37 15,1-4 8-15,-2-2-84 0,0-2-77 0,-2-4-87 16,3 0-81-16,-1-5-47 0,-1 0-51 0,3-3-53 16,-2-3-51-16,-1-3-413 0,2-2-511 0</inkml:trace>
  <inkml:trace contextRef="#ctx0" brushRef="#br0" timeOffset="70623.82">25382 14439 186 0,'0'-13'637'16,"-1"5"-155"-16,-2 1-79 0,3 7-26 0,-2-9-38 15,2 9-40-15,-6-6-16 0,6 6-3 0,0 0-19 16,-7-3-40-16,7 3-37 0,-8 4-19 0,8-4-7 16,-2 7-31-16,2-7-26 0,-2 10-21 0,2-10-11 0,2 10-19 15,-1-1-4-15,0-3-13 0,3 0-5 0,0 1-9 16,-2-1 4-16,2 1-11 0,1 0 2 0,-1-1-6 16,0-1 2-16,1 1-8 0,-5-6 6 0,10 5-6 15,-10-5-2-15,14 2 1 0,-14-2 2 16,14-5 1-16,-7 1-4 0,-1-2 5 0,-1 0-4 0,0-3 1 15,2 1-4-15,-3-2 8 0,-2 1-5 16,1-3 2-16,-3 3-1 0,-2-1 0 0,1 1-1 0,-3 0 0 16,-3 2-1-16,0 0-1 0,-2 0 2 0,-1 4-3 15,-3-1 2-15,3 2 0 0,-1 0-1 0,-1 2 2 16,12 0-1-16,-18 1-2 0,18-1 4 0,-14 3-2 16,14-3 0-16,-10 6-1 0,10-6 2 0,-4 6 0 15,4-6-3-15,3 8-1 0,-3-8 7 0,11 4-8 16,-11-4 7-16,18 3-9 0,-18-3 10 0,19-3-5 15,-5 2 2-15,-2-2 4 0,1-3-5 0,1-2 1 16,-3 0 0-16,3-2-1 0,-4 1-2 0,1-4 0 16,-1 3 1-16,-2-3 3 0,-1 1-3 0,-3-1-1 15,2 3 1-15,-3-1 0 0,-2 1 1 0,-1 1-1 16,1 2 0-16,-2-1 2 0,1 2 0 0,0 6-1 16,-4-8-1-16,4 8 0 0,0 0 1 0,-8-3 1 15,8 3-3-15,-4 7 5 0,4-7-4 0,1 12 0 16,2-4 1-16,-1 0 1 0,6 3-1 0,-2 0-2 15,2 1 2-15,-2 0 0 0,4 0 1 0,-1 1 3 16,0 0-9-16,-1-1 5 0,-1-2-2 0,1 2 4 16,-1-1-6-16,-3 0 6 0,-1-3-7 0,2 3 9 15,-5-2-8-15,0 0 7 0,0 0-5 0,-5 1 5 16,2-2-5-16,-4 1 5 0,3-1-4 0,-5 0 3 16,2-2-4-16,-2-1 4 0,2 2-5 0,-2-3-8 15,0-1-49-15,9-3-81 0,-12 5-76 0,12-5-90 16,-12 0-48-16,12 0-91 0,-9-5-74 0,9 5-381 15,-2-11-464-15</inkml:trace>
  <inkml:trace contextRef="#ctx0" brushRef="#br0" timeOffset="70975.34">25713 14215 618 0,'10'-4'479'0,"-10"4"-75"0,0 0-31 0,14 3-24 0,-14-3-37 0,8 4-34 0,-8-4-20 0,8 6-28 0,-8-6-18 16,10 6-11-16,-10-6-17 0,10 6-21 0,-10-6-17 15,12 5-30-15,-12-5-22 0,16 2-14 16,-16-2-20-16,17-2-11 0,-6 1-12 0,-2-2-7 0,0 0-6 16,3-2-5-16,-5-2-1 0,2 1-4 0,-2-1-4 15,-1-2-3-15,-2 0 0 0,-2 1-1 0,1-1-4 16,-4 1 2-16,-1 0 6 0,-2-1-10 0,-2 3 1 16,0 2 0-16,-3-2 0 0,0 3-2 0,9 3 3 15,-24 2 1-15,10 2-2 0,0 1 0 0,1 3 2 16,-1 2 0-16,2 1 3 0,3 2 3 0,0 1 6 15,4 0 5-15,1-1 9 0,3 0 14 0,2 1 11 16,3-1-3-16,1 0-17 0,3-1 2 0,2-2-14 16,2 0 4-16,2-1-10 0,0-2 2 0,2-2-15 15,0-1 12-15,0-1-6 0,0 0-1 0,0-2 0 16,-3-1-28-16,2-1-41 0,-2-2-51 0,-1-1-66 0,2 1-78 16,-1-3-88-16,-3 0-58 0,-1 0-73 15,-2-1-580-15,1-4-672 0</inkml:trace>
  <inkml:trace contextRef="#ctx0" brushRef="#br0" timeOffset="71489.99">26123 13736 695 0,'-2'-14'597'0,"-1"4"-105"0,2 1-98 0,0 1-88 0,1 8-71 0,-3-9-3 0,3 9 43 0,0 0-12 0,0 0-2 0,3 16 5 0,-1-2-34 16,2 4-13-16,1 12-39 0,4 2-12 0,0 11-36 16,1-1 3-16,0 4-21 0,2 0-42 0,-2 3 11 15,0 0-39-15,1 0 19 0,-2-1-40 0,1-1-7 16,-3 0 1-16,1 0-5 0,0-1-2 0,-1-3-2 16,-3-1 19-16,1-7-63 0,-1-1-55 0,1-4-104 15,-1-5-108-15,4 0-93 0,-3-6-56 0,0-2-100 16,0-3-558-16,2-6-725 0</inkml:trace>
  <inkml:trace contextRef="#ctx0" brushRef="#br0" timeOffset="73756.75">26682 13943 272 0,'18'-18'288'0,"2"1"-35"0,1-2-35 0,0 0-12 0,2 0-25 0,5-2-18 0,-6 2-9 0,0 1 0 15,-2 2-19-15,-3 4 3 0,-2-1-6 0,-3 4-32 16,0-1-20-16,-3 3-11 0,-1 1-20 0,-3 0-7 0,-5 6-13 15,3-9-3-15,-3 9-10 0,-12-2 24 16,-1 2-25-16,-8 2 18 0,-5 4-18 0,-6 2 19 0,-9 1-28 16,2 3 26-16,-1 0-19 0,0 2 17 15,3 3-13-15,-1-3-3 0,9 0-3 0,3-2-5 16,2 1 7-16,3-3-5 0,6 2 5 0,2-6 13 16,6 1 10-16,4-1-10 0,3-6-7 0,4 12-3 0,4-7-3 15,3 0-5-15,3-2 1 0,5 3 2 0,-1-3-10 16,5 2 2-16,3-3 1 0,-1 1-3 15,-2 0-2-15,4 0 3 0,-1-2-3 0,-1 3 0 16,-3-3 1-16,-3 1-1 0,0 0 6 0,-3 2-3 0,0-1 10 16,-4 2 0-16,-1-1-4 0,-2 1 6 0,-2 2-1 15,-3-1 0-15,-1 0-3 0,-4 2 8 16,-1 0 8-16,-4 1-16 0,-3 1-1 0,0 0 2 0,-3-1-1 16,-1 1-2-16,-4 1-5 0,2-1 6 0,-2-1-5 15,-1 2-2-15,-1-4-3 0,5 1-2 0,-2-1-27 16,0-1-47-16,3 0 0 0,3-2-43 0,-2-1-71 15,2 0-56-15,10-3-96 0,-12 0-383 16,12 0-233-16</inkml:trace>
  <inkml:trace contextRef="#ctx0" brushRef="#br0" timeOffset="73994.99">26833 13741 249 0,'5'-11'554'0,"0"2"-127"0,-3 2-100 0,2 0-47 16,-1 2-44-16,-1-1-17 0,-2 6 7 0,4-6-11 15,-4 6 29-15,0 0-22 0,0 0 14 0,3 6-26 16,-3 2 13-16,-2 2-39 0,-2 6-18 0,3 1-7 16,-4 7-33-16,1 1-21 0,-3 5 9 0,2 3-11 15,-2 2-18-15,1 4-17 0,-1 0-13 0,-2 0-6 16,4-4-16-16,-1-2-4 0,1-1-5 0,0 0-6 16,-2 0-13-16,2-1 10 0,3-4-14 0,-1-2 1 15,-1 0-89-15,3 0-94 0,-2-3-96 0,3-3-89 16,-2-2-51-16,0 1-56 0,1-3-79 0,1 0-345 15,-1-6-461-15</inkml:trace>
  <inkml:trace contextRef="#ctx0" brushRef="#br0" timeOffset="74440.67">27043 14014 444 0,'6'-15'604'0,"-3"5"-130"0,2-1-95 16,-2 3-66-16,1-1-58 0,-2 3-38 15,-2 6 58-15,7-6 17 0,-7 6-27 0,5 4-22 16,-4 2-26-16,3 5-8 0,0 2-29 0,0 3-42 0,-1 5-25 16,3 2-25-16,-3 0-17 0,3 4-15 0,-3-1-4 15,4-1-13-15,-4 1-11 0,3 0-4 16,-2-3 2-16,-2-1-11 0,3 1-9 0,-3-5 5 16,0-3-8-16,1 0 4 0,0-3-11 0,-3 0 10 15,3-2-5-15,-2-4 3 0,-1 2-4 0,0-8 3 16,-1 6-8-16,1-6 1 0,0 0-4 0,-6-5-3 0,3-1 0 15,1-3-6-15,0-4-24 0,0-4-13 16,-1-3-8-16,2-4-9 0,0-5-15 0,-1-4 5 0,2-3 2 16,0-1 8-16,2-1 2 0,0-3 14 15,5-2-2-15,1 5 5 0,1 1-4 0,0 6 3 16,5 5-4-16,-3 1 11 0,0 6-5 0,-1 2 4 0,1 2 12 16,-1 5 3-16,0 0 6 0,-2 6 7 0,-1-1 2 15,-7 5 11-15,13 0-5 0,-13 0 9 16,5 8-13-16,-2-3 7 0,-5 5 3 0,1-2-1 15,-3 1-1-15,-2 3 5 0,-2-1-1 0,-1 1 2 16,0-1 0-16,-5 0 0 0,3 0-1 0,-3-1 2 0,0-3-1 16,-1 2-1-16,0-2-3 0,0 1-16 0,2-2-56 15,-1-3-64-15,3 1-34 0,-1 0-60 16,3-2-81-16,9-2-96 0,-14 1-328 0,14-1-245 0</inkml:trace>
  <inkml:trace contextRef="#ctx0" brushRef="#br0" timeOffset="74757.84">27381 13752 551 0,'6'-3'497'0,"-6"3"-147"16,10-5-3-16,-10 5-11 0,0 0 11 0,0 0-29 0,0 0-9 0,0 0-21 0,0 0-39 0,0 11-25 0,0-11-40 16,-6 11-4-16,2 0-43 0,4-1-34 0,-2 2-18 15,0 1-19-15,4-1-11 0,-1 3-13 0,0-1-6 16,4 1-10-16,0-3-3 0,2 1 1 0,-1-3-10 15,3 1 5-15,1-3-15 0,2-2 9 0,-2 0-7 16,4-4 2-16,-2-1-8 0,0-1 0 0,0-1 1 16,-2-2-2-16,3-3-2 0,-3-3 1 0,0 0 5 15,-1-1-4-15,-2 0 0 0,-2-2-2 0,-3 1 0 16,0 0 2-16,-4 0-2 0,-3 1 5 16,1-2-8-16,-5 1 7 0,-2 2-12 0,-1-2-22 0,-3 4-41 15,1 0-24-15,-4-1-38 0,3 5-48 0,-2-1-19 16,2 0-56-16,2 2-9 0,0 2-27 0,2 0-30 15,-1 2-17-15,12-2-32 0,-14 3-332 16,14-3-209-16</inkml:trace>
  <inkml:trace contextRef="#ctx0" brushRef="#br0" timeOffset="75391.2">27429 13777 137 0,'9'-3'457'0,"2"0"-96"0,1-2-45 16,0 4-52-16,4-2 1 0,1 0-48 0,1 2 21 15,0-1-34-15,2 1 4 0,-1 1-17 0,1 1-6 16,1 1-29-16,0 1-12 0,2 1-27 0,0-1-12 15,-3 3-19-15,1 0-16 0,-2 0-18 0,-3-1-8 16,-3 3-10-16,1-2-8 0,-2 1-5 0,-1 1-5 16,-3-2-4-16,-2 2-3 0,1-2 0 15,-5-1 2-15,0 2-4 0,-2-7-8 0,-3 10 1 16,3-10 5-16,-8 8-2 0,8-8 7 0,-14 7-7 0,14-7 0 16,-15 0-2-16,15 0 7 0,-17-2-6 0,8-1 2 15,2 0 0-15,-3-2-4 0,3-1 4 0,-1-4-1 16,3 1 0-16,-2-4 5 0,3-1-10 0,1-1-2 15,1 2-27-15,2-3-39 0,2 0-26 16,0-3-24-16,0 1-25 0,3-2-8 0,0-1-4 0,2 2-3 16,-2 3 23-16,1-1-5 0,-2 3 15 0,4-3-14 15,-3 3 27-15,1 1 6 0,-1-1 26 0,1 0 10 16,-1 1 27-16,1-1 0 0,-1 2 43 16,-1-2 18-16,0 0 65 0,0 4 17 0,-2-2 17 0,1 2-4 15,-1-1-5-15,1 1 36 0,-1 2 9 0,-2 1-5 16,3 0-20-16,-1 0-22 0,-2 7-18 0,2-10-14 15,-2 10 44-15,0 0 57 0,0 0-7 0,6 7 16 16,-5 2-23-16,2 1-9 0,-2 6-25 0,2 2 11 16,-2 4-22-16,2 2-20 0,0 1-25 0,1 1-2 15,-1 1-21-15,-1 1 2 0,2-3-19 0,0 0 8 16,0-2-9-16,0 0-9 0,0-3-3 16,-1-2-4-16,1-2 0 0,-1-3-2 0,-1 1 1 0,0-5-2 15,0 2 3-15,1-4-2 0,-1-1 0 0,-2-6-1 16,8 6-5-16,-8-6-12 0,11-2 15 0,-3-2-14 15,0-1 14-15,1 0-15 0,0-4 5 16,2 0 13-16,-1 0-16 0,2-1 13 0,-2-1-14 16,3 3 18-16,-3-1-22 0,2 3 12 0,-2 0 1 15,0 1-2-15,-1 1 1 0,2 3-1 0,-11 1 0 0,17-1-11 16,-17 1 11-16,19 3-13 0,-10 1 23 0,-2 0-20 16,0 2 9-16,-2-1-11 0,-1 2 11 15,0 0-11-15,-3-1 9 0,-1 1-11 0,-1 1-37 0,-1 0-12 16,-2-2-44-16,-3 2-49 0,-3-2-41 15,-1 2-47-15,-5 0-58 0,0-3-43 0,-5 3-69 0,-2-3-76 16,0-2-407-16,0 1-461 0</inkml:trace>
  <inkml:trace contextRef="#ctx0" brushRef="#br0" timeOffset="75557.17">27805 13676 105 0,'4'-11'436'0,"1"1"-84"0,0 1-71 0,0-1-24 0,4 1-70 0,-1-2-4 0,1 1-37 0,2 1-11 15,1-1-43-15,-1 0-3 0,3 1-38 16,-1 0 3-16,4 1-21 0,-3 0 6 0,1 1-24 16,-1 0-13-16,0 1-65 0,-2-1-47 0,-3 2-106 0,1 1-161 15,-2-1-152-15,-1-3-32 0</inkml:trace>
  <inkml:trace contextRef="#ctx0" brushRef="#br0" timeOffset="75791.48">28100 13247 301 0,'0'0'413'0,"9"-6"-71"0,-9 6-29 0,9 2 4 16,-2 3-26-16,4 4 10 0,-1 0-15 0,3 5-29 15,6 6 0-15,4 7 6 0,0-1-34 0,3 6-11 16,1 1-3-16,-2 1-31 0,3 0-30 16,0 2-32-16,-3 0-24 0,-2 1-14 0,-3 1-20 0,-1-2-9 15,-5 0-12-15,-5-5-9 0,0-1 5 0,-6-2-9 16,-3-1-7-16,-3-2-10 0,-6 4 2 0,-1-4-10 15,-4 2 5-15,-4-5-12 0,-2 0 0 16,-1-2 1-16,-2 0-42 0,0-4-51 0,0 0-56 16,1-1-81-16,3-7-90 0,1 3-56 0,-1-2-100 15,3-2-545-15,2-2-633 0</inkml:trace>
  <inkml:trace contextRef="#ctx0" brushRef="#br0" timeOffset="76359.21">29042 13416 731 0,'3'-25'570'0,"-1"2"-73"0,0 4-17 0,-1 1-107 0,0 2-69 0,-1 3-52 0,1 2-41 0,1 3-14 0,-2 8 7 0,5-7 1 16,-5 7-23-16,6 4-12 0,-2 5-22 16,2 0-27-16,2 7-25 0,2 3 2 0,3 1-25 15,1 4-6-15,0 1-11 0,-1-1-12 0,1 0-9 16,-2 0-6-16,0-1-6 0,-3-2-5 0,2-2-18 16,-3 1-34-16,0-2-51 0,-3-2-42 0,-1 1-71 0,-1-4-89 15,-3 1-46-15,-2-3-50 0,0 0-38 16,-3-2-55-16,-2-2-417 0,-3-1-453 0</inkml:trace>
  <inkml:trace contextRef="#ctx0" brushRef="#br0" timeOffset="76574.05">28978 13386 308 0,'2'-33'415'0,"3"2"-62"16,1 2-48-16,4 0-60 0,4 5-28 0,2 2-29 16,0 1-27-16,3 5-18 0,-2 3-23 0,3 3 6 15,1 5-10-15,-3 0-13 0,1 4-12 0,1 2-13 16,-4 4 31-16,2 1-11 0,-2 3-11 0,0 1 1 15,-4 3-9-15,0 1-20 0,-3 0-9 0,-3 0-8 16,-1 0-6-16,-2 3-7 0,-3-4-3 0,-3 4-3 16,-2-2-6-16,-4 4-9 0,-5 2 7 0,-4-1-10 15,-1 0-10-15,-2-1-90 0,0-1-56 0,-1-1-62 16,-1-2-67-16,7-2-55 0,0-1-104 0,5-4-267 16,-1-2-209-16</inkml:trace>
  <inkml:trace contextRef="#ctx0" brushRef="#br0" timeOffset="76857.44">29702 12984 41 0,'14'-13'700'16,"-5"2"-199"-16,-4 2-116 0,-3-1-24 0,-2 10-26 15,-5-8-18-15,-3 4 8 0,-2 3-24 0,-8 5-45 16,-3 0-27-16,-6 7-36 0,-9 7-5 0,2 6-11 15,-2 3-32-15,-4 10-28 0,2 3-23 0,2 6-10 16,4-2-24-16,8 1-3 0,6-4-18 0,5-2 3 16,4 0-19-16,7-6-2 0,4-1-4 0,8 0-2 15,3 1 3-15,7-3-11 0,7-3-7 0,0-2 7 16,8-3-10-16,-1-4 6 0,3-3-11 0,-1-2-34 16,-3-4-67-16,-1-4-42 0,-5 1-59 0,1-6-64 15,-2 0-44-15,-1-3-55 0,-3-2-53 0,2-4-74 16,1-3-335-16,-4-3-373 0</inkml:trace>
  <inkml:trace contextRef="#ctx0" brushRef="#br0" timeOffset="77010.63">30086 13211 41 0,'7'-6'78'0,"-2"1"-119"0,-5 5 13 16</inkml:trace>
  <inkml:trace contextRef="#ctx0" brushRef="#br0" timeOffset="79156.74">29934 13289 223 0,'7'-17'437'0,"-4"3"-118"0,1-3-1 0,3 2-57 0,-4-3-10 0,1 0-24 0,-1 0-30 0,-2 2-21 0,0-1-2 0,1-1 11 16,-4 2-45-16,1 1 1 0,-3 0-24 0,0 4-16 15,-1-1 4-15,-5 1-6 0,1 3-11 0,-2 3-19 16,-3 1 8-16,2 2-11 0,-2 4-11 16,-1 1-6-16,1 3-11 0,1 0-7 0,1 4-3 0,2 0-7 15,1 2-3-15,3 0 1 0,1 1 0 0,1-1-11 16,3 0 7-16,1 0-11 0,3 1 5 0,1 0-7 16,4-3 6-16,0 0-12 0,4-1 9 0,1 0-8 15,1-3 8-15,2-3-7 0,0 0 2 0,0-2-5 16,-2-2 9-16,2-2-8 0,2 0 6 15,-4-3-8-15,0-3 6 0,3-1-11 0,-1-2 13 16,-3-2-9-16,-1 2 3 0,0-4 0 0,-3 4 2 0,-1-1 2 16,2 2-1-16,-5-1 1 0,1 3 0 0,-1-1 2 15,-1 3 0-15,-2-1-5 0,4 3-4 16,-6 5 9-16,4-5 3 0,-4 5 5 0,5 6 2 16,-2 4 4-16,-2 1 10 0,4 5-10 0,-1 6 7 0,0 3-10 15,2 5 7-15,-2 2-10 0,1 0 9 16,-1 0-13-16,1 0 7 0,-1 1-8 0,-3-1 5 0,2-5-6 15,-2-2 7-15,-1 0-7 0,0-5 8 0,0-2-7 16,0 0 16-16,-2-2 17 0,-1-2 16 0,-1-2-12 16,-2-1-1-16,-2-1-9 0,-2-4-3 15,0 0-9-15,-2-3 4 0,1-1-8 0,-1-4 4 0,-2 0-10 16,1-3 3-16,1-2-9 0,0-2 6 16,1-2-8-16,0-5 5 0,1 0-7 0,3-2 4 15,3 0-4-15,2-1 1 0,4 0-2 0,4-2 7 0,6-2-11 16,4-1 5-16,3 2-7 0,6-1 0 0,4 0-16 15,1 3-27-15,3 1-25 0,0 1 8 16,3-1-5-16,-1 3 7 0,0 0 4 0,-2 0 11 16,2 0 6-16,-3-1 8 0,-4 3 9 0,-3-1 5 15,-2 2 1-15,-6 1 10 0,-2 0 3 0,-1 2 0 16,-3-2 0-16,-3 2 4 0,0 0 1 0,-4-1 3 0,-3 3 18 16,-1 2-3-16,-5-4 2 0,-1 3 18 0,-4 0 13 15,-3 3 9-15,-4 0 9 0,1 3-4 16,-5-1-7-16,3 2 6 0,-2 3-4 0,-2 1-12 15,0 4-1-15,3 0-9 0,0 4-7 0,2-3-3 16,1 5-6-16,4 1 6 0,1-1-10 0,3 0-2 16,4 0-3-16,4 0 5 0,0-1-7 0,4 1 5 15,4-1-8-15,-1 0 6 0,2-3-5 0,2 0 3 16,1-2-8-16,1-3 12 0,1 1-14 0,-2-3 12 16,-1-3-14-16,3-1 9 0,-2-2-6 0,2-3 4 15,-3 0-6-15,2-3-4 0,-3-3 3 0,1 0-1 16,0-3 1-16,-3-1-1 0,-2 2 8 0,1-2-3 15,-2 1-1-15,-3-1-1 0,3 1 1 0,-5 2 0 16,1 0-1-16,1 1 2 0,-2 3-1 0,-2-2-4 16,1 4 1-16,1 0 2 0,0 7 2 0,-5-9-2 15,5 9-1-15,0 0 0 0,-11 0 1 0,7 5 2 16,1 3-5-16,-1 0 7 0,2 5 2 0,1-1-4 16,1-1 6-16,0 5-7 0,1-3 7 0,1 1-6 15,2 0 5-15,0-1-5 0,1-1 8 0,-1-1-10 16,1-1 10-16,1-2-9 0,1-2 10 0,-1 1-8 0,1-3 6 15,2-2-12-15,-9-2 8 0,14 0-5 16,-5-2 15-16,0-2-19 0,0-3 0 0,-2 1 1 16,2-3 0-16,-1-1 2 0,0-2 0 0,-1 0 4 15,-2-1-3-15,3-3 1 0,-4 3-1 0,1-2 1 16,-3 1 1-16,2 1 5 0,-2 2-9 0,0 0 7 16,0 1-7-16,0 1 7 0,-1 2-8 0,1-2 22 15,-2 9-23-15,3-9 4 0,-3 9-9 0,0 0 7 16,0 0 4-16,5 6 7 0,-1-1-8 0,-2 4 1 15,0-1 0-15,2 4-2 0,-1-3 2 0,-1 3 5 16,3-2-7-16,-1 0 7 0,-2 1-10 0,2-4 9 16,-1 2-8-16,0-2 12 0,-3-7-14 0,3 12 12 15,-3-12-9-15,4 10 12 0,-4-10 4 0,3 7 6 16,-3-7-10-16,0 0 4 0,0 0-7 0,0 0-5 16,0 0 2-16,0 0 0 0,0-8-3 0,0 8 0 15,0-13-1-15,0 5 4 0,0-1-2 0,1 1 0 16,0-4-3-16,2 3 2 0,1-2 1 0,-2 1 8 15,3 0-13-15,-1 2 13 0,1-2-12 0,2 3 5 16,2 2-11-16,-2-2 12 0,2 4-10 0,0 0 10 16,3 2-10-16,-12 1 10 0,19 1-10 0,-8 1 9 15,-2 1-10-15,0 1 2 0,0 2 3 0,0 0-2 16,-1-2 1-16,-2 4 2 0,2-2 5 0,-2-2-7 16,-2 2 7-16,1-1-7 0,-5-5 10 0,4 9-10 15,-4-9 8-15,0 8-8 0,0-8 11 0,-6 5-12 16,6-5 0-16,-13 2 2 0,13-2 2 0,-15-1-2 15,7-2 2-15,0-1 3 0,1-2-1 0,0 0 1 16,2-1-3-16,1-2 1 0,0 1 8 0,4-4-9 16,0 5 8-16,3-5-12 0,0 4 11 0,2-3-15 15,1 4 12-15,2-2-10 0,-1 3 5 0,2 0-2 16,3 2 12-16,-1 2-17 0,0 1 10 0,1 2-5 16,-1 0 7-16,-1 3-10 0,1 0 7 15,-2 2-8-15,0-1 9 0,1 3-7 0,-1 1 1 16,-1 1 2-16,-3-4-2 0,3 5-12 0,-2-3-41 0,-1-1-63 15,-1 2-75-15,0-2-53 0,-1-1-53 0,-1 1-55 16,-1-2-33-16,-1-5-54 0,3 11-460 0,-3-11-469 16</inkml:trace>
  <inkml:trace contextRef="#ctx0" brushRef="#br0" timeOffset="79695.09">31055 12916 301 0,'6'-4'397'0,"-6"4"-93"0,0 0-31 0,8-6-3 0,-8 6-21 0,0 0 18 0,10-3-7 16,-10 3-22-16,9-3-28 0,-9 3-30 0,10-4-17 0,-10 4-29 16,13-6-18-16,-13 6-23 0,14-6-12 0,-5 2-19 15,-2-1-8-15,2-1-5 0,-1 1-4 0,0-3-6 16,0 0-5-16,-2 0-5 0,2 0-3 0,-3-1-4 16,-1 0-3-16,-2 1-1 0,1-2-4 15,-3 3-3-15,-1-1-6 0,-2-1 2 0,-1 2 4 0,-1-2-6 16,-4 5-5-16,2-1 6 0,7 5 5 15,-18-1 14-15,6 2 9 0,-1 5 49 0,-2 3-21 0,0 3-4 16,-2 1-15-16,6 2 4 0,0 1-3 16,4-2 9-16,2 1 2 0,2 2-9 0,3-3-2 15,3 2-12-15,1-2 7 0,4 0-7 0,1-1 0 16,2-2-10-16,5 0 2 0,0-4-11 0,1-1 2 0,1-1-10 16,0-4 8-16,3-1-6 0,-2-1-8 15,1-4 2-15,1-1-4 0,-3-2-1 0,1-4-9 0,-3 1-28 16,1-6-20-16,-3-2-20 0,3-1-15 0,-6-5 0 15,1-1 4-15,-5-4-13 0,0-1 4 16,-3-4 12-16,-2-1 20 0,-2-4 13 0,-1-6 9 16,-4 2 13-16,-2-4 3 0,-2 4 15 0,-1 5 1 15,0 1 15-15,0 7 54 0,0 4 42 0,3 4-3 0,1 4 6 16,-1 2-18-16,2 4 1 0,0 4 32 0,1 1-16 16,4 8 21-16,0 0-2 0,-13 11-17 0,11 5 3 15,2 4 15-15,2 12-29 0,5 9 9 16,3 3-28-16,3 2 59 0,2 7-49 0,4 2 13 15,-1-3-40-15,0-8-7 0,-4 2-7 0,4-2-13 0,-1-3-6 16,-1 1 0-16,0 0-8 0,-2-4-16 0,0-2-11 16,-3-3-27-16,0-5-83 0,-1-1-49 0,-4-5-76 15,-1-1-63-15,-1-3-48 0,-3-3-31 0,1-1-40 16,-2-2-31-16,-2-2-35 0,1-3-371 0,-1 0-422 16</inkml:trace>
  <inkml:trace contextRef="#ctx0" brushRef="#br0" timeOffset="80509.91">31607 13043 150 0,'9'-10'558'0,"-3"-1"-142"15,1 1-22-15,1-2-56 0,0 1-38 0,1-3-52 0,0-3-24 0,0 0-34 0,3-2-6 0,-3 0-17 0,2-1-35 16,1-4-14-16,-1-1-22 0,3 2-15 0,-4-2-14 16,3 0-4-16,-1 0 8 0,-1 1-15 15,3-2-13-15,-3 1-8 0,-1 0-8 0,1 0 0 0,-4 3-10 16,0-1-2-16,-3 2-2 0,1 1-3 0,-3 2-1 15,-1 1-3-15,-2-1-1 0,-2 4-1 0,-1 0-1 16,-2 3 1-16,-1-1-2 0,0 6 0 0,-3 2-1 16,-1 1 2-16,11 3-5 0,-20 3 0 0,10 2 1 15,-1 2 2-15,1 4-4 0,1 2 3 0,5-1-3 0,0 4 2 16,4 0 1-16,4 1-8 0,0 2 7 0,5 0-3 16,3 1 2-16,0 1-1 0,5 0-2 15,-2-2 1-15,3 0 0 0,-4-4 0 0,2 1-5 0,-2-2 6 16,-1-1-5-16,-1-1 0 0,-1 0-1 0,-1-3-3 15,-3 1-1-15,0-2-6 0,-3 1 4 0,0-1 6 16,-3-2-1-16,0 2 4 0,-2-3 2 0,-2 4 0 16,-1-2-2-16,-1-3 8 0,0 4 4 0,0-4-8 15,-3 1 3-15,3-2-1 0,5-3 0 0,-11 8 1 16,11-8-4-16,-12 1 2 0,12-1 1 0,-13 0 2 16,13 0-4-16,-10-3 2 0,10 3-1 0,-9-8-21 15,4 4-18-15,3-2 8 0,-2-2-2 0,3 0-3 16,-1-4-2-16,2 3 2 0,3-4 22 0,-1-1-22 15,2-2 29-15,1-2-15 0,4-2 19 0,-2 0-13 0,0 0 16 16,2 0-23-16,1 1 7 0,-2 0 1 0,0 5 6 16,-2 2 5-16,0-1 3 0,0 5-1 15,0 2 3-15,-6 6 4 0,12-4 30 0,-12 4 4 0,16 8 9 16,-7 3 34-16,1 4-1 0,1 4-1 0,0 4 28 16,3 2 6-16,-2 5-18 0,3 2-6 0,-2 3 2 15,0-1 8-15,-1 0-12 0,-1-2-23 0,-1-2-4 16,-1-1 0-16,0-1 3 0,0-3-10 0,-2-3-11 15,0-2-4-15,-2-3-10 0,0-2-3 0,-1-1-5 16,0-3-3-16,-1 0 21 0,1-2 23 0,-1 0 15 16,-1-3-10-16,-2-6-11 0,0 10-26 0,0-10 13 15,0 0-25-15,0 0 12 0,-15-4-23 0,9-2 13 0,-1-1-18 16,-2-4 20-16,-1-3-21 0,0-3 17 0,0 0-22 16,-4-7 22-16,1-1-22 0,-4-7 19 15,2 1-23-15,0-3 16 0,4-3-2 0,0 2-3 0,3 1-7 16,4 1-7-16,4-3 11 0,0 3-12 0,4-1 13 15,4 3-15-15,2 3 18 0,2 1-22 0,0 5 19 16,1 5-14-16,1 3 19 0,-2 4-15 0,-1 3 10 16,3 2-15-16,-4 4 14 0,3 2-5 0,-1 2 4 15,-3 4 8-15,1-1-12 0,0 5 1 0,-4-2-1 16,1 1-1-16,-3 0-4 0,-2 2-6 0,0-3-9 0,-4 3 4 16,1-1-11-16,-3 0-19 0,0-1-22 15,-1-1-12-15,-4 1-18 0,2-1-34 0,-2 0-28 0,-2-1-28 16,1-2-40-16,1 1-34 0,0-2-20 15,2 0-30-15,0 1-11 0,1-3-31 0,6-3-16 0,-8 5-347 16,8-5-229-16</inkml:trace>
  <inkml:trace contextRef="#ctx0" brushRef="#br0" timeOffset="81423.89">32185 12594 458 0,'4'-5'375'0,"-4"5"-53"0,5-8-76 0,-5 8-40 0,7-6-46 0,-7 6-4 0,0 0 21 0,0 0 18 0,0 0-30 0,0 0-16 0,11 5-12 0,-11-5 0 15,5 9 8-15,-3-2-45 0,2 0 10 0,0 1-44 0,2 0 13 16,-2 0-42-16,1 1 21 0,0-2-35 0,1 3 26 16,-1-3-37-16,2-1 24 0,0 3-35 0,0-5 28 15,0 3-38-15,0-3 34 0,1 1-37 0,-8-5 31 16,13 3-28-16,-13-3 29 0,14 0-32 0,-14 0 29 16,14-2-31-16,-14 2 31 0,13-7-31 0,-8 0 33 15,-3 2-30-15,2-2 27 0,-3-2-30 0,1 2 32 16,-5-4-30-16,3 3 26 0,-4-5-26 0,-1 3 30 15,-5 0-28-15,2-3 29 0,-3 4-30 0,-2-2 29 16,-2 0-31-16,-2 1 34 0,-1 3-33 0,0 1 30 16,2 2-36-16,-2 2 36 0,1 1-34 0,3 1 34 15,1 1-32-15,-1 2 32 0,5 1-34 0,2 1 31 16,2 0-29-16,2 0 30 0,6 1-33 0,2 1 32 0,1-2-36 16,3 3 36-16,1-4-28 0,4-1 28 15,2 0-32-15,0-1 27 0,0-2-32 0,3 0 35 0,1-3-30 16,-2 0 30-16,3-5-34 0,0-1 31 0,-3 1-28 15,1-2 30-15,-2-2-31 0,-2 1 31 0,-2-3-31 16,0 0 35-16,-4 2-39 0,-1-1 35 0,-3-1-29 16,0 3 32-16,-3 1-32 0,-2-1 5 0,-1 1 4 15,-3 1-1-15,-1 0 0 0,1 2 5 0,-1 0 1 16,-1 2 2-16,6 5 1 0,-12-6-1 0,12 6-4 16,-14 0 3-16,14 0 4 0,-9 5 3 0,9-5-9 15,-9 9 31-15,7-2-31 0,2 0 27 0,0 1-37 0,2 1 32 16,2 1-29-16,0 1 26 0,1 0-30 0,0 3 34 15,2-4-35-15,0 3 31 0,1-1-33 16,0 0 32-16,-1 2-35 0,-2-3 36 0,4 1-33 0,-4 1 33 16,1-1-31-16,-1 2 30 0,0 1-31 0,2-2 38 15,-3 0-40-15,0 0 37 0,1 2-32 0,-2-5 32 16,-1 3-32-16,2-2 29 0,-1-1-27 0,1-1 32 16,-1-2-34-16,0 2 43 0,1-3-41 0,0-1 42 15,-4-5-29-15,7 8 30 0,-7-8-38 0,12 2 34 0,-12-2-34 16,13-6 35-16,-6 2-40 0,1-1 34 15,1-3-36-15,0-1 37 0,1-3-39 0,0 1 35 0,2-4-35 16,-1-1 36-16,1-3-36 0,-1 0 35 0,1 0-38 16,-1 0 36-16,-2-1-30 0,1 0 32 0,-3-1-38 15,-1 2 43-15,-1 4-36 0,-1-2 38 0,0 3-37 16,-3 3 32-16,4 1-36 0,-5 1 31 0,2 1-31 16,-4 3 34-16,2 5-35 0,-7-8 35 0,7 8-37 15,-12-1 37-15,12 1-36 0,-13 3 36 0,3 2-32 16,4-3 33-16,-1 3-40 0,2 1 37 0,-2 0-34 15,3-2 34-15,4-4-36 0,-5 10 36 0,5-10-34 16,-2 11 32-16,2-5-34 0,4-1 34 0,0 1-33 16,4 2 33-16,-1-1-36 0,2-1 40 0,2 1-8 15,1 1-2-15,-1 0-3 0,1 0-1 0,0 0 4 0,-2 1-1 16,0-1-8-16,-1 1 4 0,-1-2-4 0,-2 2-3 16,3-3 6-16,-4 0-3 0,-1 1 0 15,1-3-2-15,-1 1 2 0,-4-5 0 0,5 10 8 0,-5-10-10 16,0 7 4-16,0-7-4 0,-4 8 3 0,4-8 3 15,-5 6-35-15,5-6 35 0,-7 4-37 0,7-4 26 16,-9 3-54-16,9-3-22 0,-10 3-63 0,10-3-27 16,-9 1-26-16,9-1-53 0,-11 4-40 0,11-4-39 15,-12 2-67-15,12-2-191 0,-11 1-103 0</inkml:trace>
  <inkml:trace contextRef="#ctx0" brushRef="#br0" timeOffset="81925.36">32642 12118 222 0,'-4'-15'458'0,"-1"3"-65"0,0 0-20 0,3 2-6 0,-1 3-19 0,1-3-5 0,0 2-87 0,-2 3-15 0,3-1-77 0,1 6-3 0,0 0-38 16,0 0 52-16,0 0-18 0,9 6 19 0,1 5-23 15,3 5-19-15,1 8 4 0,5 5-18 0,2 4-1 16,-5-1 8-16,4 3 5 0,-5 2-23 0,0-3-18 0,-1 0 31 16,-4-4-66-16,1-2 32 0,-2 1-58 15,0-3 37-15,-2-4-56 0,-3 0 38 0,3-1-54 0,-4-4 51 16,4-1-53-16,-5-1 45 0,3-1-57 0,-2-1 47 15,0-3-46-15,0 0 3 0,1-1 0 0,1 1-8 16,4-4 4-16,0 0-108 0,2-1-61 0,0-3-74 16,-1-1-19-16,4-2-61 0,-2 0-36 0,-1-5-16 15,1 0-46-15,-1 0-64 0,1-5-310 0,-2 0-349 0</inkml:trace>
  <inkml:trace contextRef="#ctx0" brushRef="#br0" timeOffset="82123.84">32828 12398 57 0,'-9'-2'486'16,"9"2"-127"-16,-14-3-44 0,14 3-77 0,0 0-21 0,0 0-21 16,0 0-30-16,7-9-25 0,3 6-21 0,3 0-24 15,4 0-24-15,1-4-12 0,5 1-20 0,1 2 4 16,0-4-13-16,-2 1-9 0,2 1-5 0,-1 0-8 16,-2-3-24-16,-2 2-26 0,1 0-24 0,-5-1-38 15,-2 1-16-15,0-2-56 0,-4 1-19 0,-1 1-58 0,-2 2-42 16,-3-2-156-16,-3 7 73 0</inkml:trace>
  <inkml:trace contextRef="#ctx0" brushRef="#br0" timeOffset="82489.94">32957 12289 330 0,'0'0'324'0,"0"0"-93"16,0 0-29-16,0 0-40 0,6-6-12 0,-6 6-27 15,15-8 11-15,-8 3-26 0,2 1 8 0,0-2-21 16,0 2 13-16,0-1 11 0,1 0-18 0,-1 0-20 15,-2-1 3-15,1 3 20 0,0-1-6 0,-8 4-7 16,11-6-26-16,-11 6 3 0,9-6-13 0,-9 6-12 0,5-4-11 16,-5 4-2-16,0 0-6 0,-3-9-5 15,3 9-3-15,-11-3 2 0,11 3-5 0,-14-3 20 16,14 3-3-16,-15 0-10 0,15 0 2 0,-13 2 8 0,13-2 1 16,-13 4-3-16,13-4-4 0,-5 9-1 15,5-9 26-15,0 13-38 0,4-4 25 0,4 2-31 16,4 3 25-16,0 2-34 0,4 3 40 0,3 1 45 0,0 3 81 15,-3-3-21-15,3 1-33 0,-2-1-23 0,-2 2-17 16,-1-3-13-16,-3-3-8 0,0 1-8 0,-1 0-12 16,-2-3-8-16,-3-2 0 0,2 1-5 0,-5-2-2 15,1-2-3-15,-2 0-5 0,-2-2 3 0,-2-1-2 16,-1 2 3-16,-2-3-1 0,-3-2-6 0,-2 0-32 0,-2-2 24 16,-3 0-61-16,-2-2-20 0,-1 0-96 15,-4-4-50-15,0-1-28 0,-8-2-78 0,2-3-80 16,-7-3-470-16,-2-3-451 0</inkml:trace>
  <inkml:trace contextRef="#ctx0" brushRef="#br0" timeOffset="82716.5">33069 11901 449 0,'17'23'450'0,"2"7"-70"0,-1 5-13 0,-2 4 0 0,1 4 18 0,0 9-82 0,2 3 10 0,-4 2-23 0,2 3-36 16,-3-1-21-16,-1 1-44 0,-3-2-35 0,-2-4-25 16,-6-2-54-16,1-3 17 0,-6 1-45 0,-1-4 22 0,-5 2-51 15,-5-5 25-15,-4 1-61 0,-11 1 11 16,-6-2-58-16,-7-2-14 0,-6-6-103 0,-5 1-38 0,-3-3-55 16,-3-1-87-16,-2-2-82 0,1 0-483 15,-5-4-500-15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1:29:23.5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9858 5057 585 0,'-9'10'659'16,"1"-2"-139"-16,0 1-83 0,-1 1-103 0,1 2-67 0,-1 3-52 0,3 0-36 0,0 1-32 0,3 0-39 0,0 0-17 0,2 0-14 0,1-2-28 15,1-2 23-15,3-2 37 0,1 5 16 0,4-7 24 16,4 1-5-16,2-4-12 0,4-1-12 0,4-4-21 16,5-4-18-16,8-2 0 0,10-6-29 0,0-2-12 15,13-7-3-15,0-1-11 0,1-5-2 0,-1-2-7 16,2-3-3-16,0-2-2 0,-1-2-5 0,0-2-3 16,-1-3-10-16,-4 3 0 0,-1-1-42 0,-7-2-34 15,0 3-52-15,-4 0-60 0,-6 5-44 0,-8 2-54 16,-1 4 12-16,-5 2-54 0,-5 3-45 0,-5 6-37 15,0-2-406-15,-3 3-359 0</inkml:trace>
  <inkml:trace contextRef="#ctx0" brushRef="#br0" timeOffset="2716.1">6107 13790 521 0,'-9'-7'685'0,"3"1"-87"0,-2 0-109 0,2 1-112 0,-2 4-56 0,8 1-52 0,-10-1-27 0,10 1-25 0,-10 7-30 0,6-1-34 15,0 3-21-15,3 2-23 0,-1 1-22 0,4 2-18 16,2 2-5-16,2 3 4 0,4-2 6 0,3 1 12 16,5 0 11-16,2-2 2 0,5-2 5 0,3-1-7 15,1-5-17-15,4 0-10 0,3-4 19 0,1-1-34 16,3-4 36-16,6-4-55 0,1-5 33 0,2-2-54 15,8-5-1-15,1-6 6 0,0-2-14 0,1-4 13 16,2-2-11-16,1-3-5 0,-1-4 45 0,1 0-53 0,-2-4 44 16,-3 0-36-16,-2 1 25 0,-2 2-47 0,-6 3 21 15,-6 2-61-15,-9 6-37 0,-4 6-60 0,-5 6-57 16,-8 2-74-16,2 1-62 0,-6 4-25 16,-2 3-26-16,-9 6-11 0,9-1-16 0,-9 1-34 0,0 8-355 15,-4 2-350-15</inkml:trace>
  <inkml:trace contextRef="#ctx0" brushRef="#br0" timeOffset="3132.47">5762 15211 443 0,'-13'-2'717'0,"1"1"-171"0,0-3-80 0,4 2-90 0,-2-2-74 0,1 2-63 0,9 2-52 0,-11-5-33 0,11 5-30 0,-9-2-22 0,9 2 2 0,0 0 22 16,0 0-3-16,9 7-2 0,-3-3-17 0,3 2-16 0,6 3-11 15,-2 1-15-15,6 2-6 0,-1-1 4 16,5 2 22-16,4-1-9 0,-3-2-17 0,3 0-4 16,-4-4 3-16,3 1 0 0,-1-4 7 0,3 0-3 15,2-4-11-15,3-4-5 0,1-3-16 0,9-7 4 16,0-5-16-16,11-6 23 0,-2-5-23 0,3-4 0 16,0-7-1-16,1-4-6 0,12-14 1 0,-2-3-4 15,1-4-1-15,-1 3-18 0,-2-1-5 0,-10 12-40 16,-3 1-34-16,-5 5-49 0,-4 3-59 0,-7 6-48 0,-8 10-76 15,-9 9-54-15,-6 4-65 0,-4 6-80 0,-8 9-385 16,0 0-475-16</inkml:trace>
  <inkml:trace contextRef="#ctx0" brushRef="#br0" timeOffset="3450.27">6171 16087 929 0,'-6'17'933'0,"-1"-5"-208"16,-1 1-149-16,1-3-133 0,2-1-73 0,0-1-92 16,1 1-42-16,1 1-68 0,2-1-17 0,4 1-41 15,-1 0 11-15,2-1-38 0,1 0 25 0,5 0-18 0,0-2 38 16,5-1-22-16,2 1 14 0,5-4-24 15,0-3 8-15,14-6-33 0,5-2-12 0,3-7-10 16,11-6-3-16,3-4-8 0,2-6-50 0,1-4 47 16,3-3-7-16,13-14-7 0,-2-4-6 0,1-7-1 0,0-7-20 15,1-6-31-15,1-3-53 0,-1-7-61 16,3-5-44-16,2-4-70 0,1-6-93 0,3-1-81 0,-1-3-59 16,1 1-137-16,-3 2-481 0,0 6-732 15</inkml:trace>
  <inkml:trace contextRef="#ctx0" brushRef="#br0" timeOffset="5332.96">6208 12962 138 0,'0'-14'458'0,"0"1"-109"0,0 0-65 0,0 0-72 0,0 1-55 0,-1-2-14 0,-3-1-36 0,0 0-3 0,2 1-32 0,-2-2 18 0,-1 1-23 15,1-2 11-15,-3 1-14 0,1 0-6 0,0 4 11 16,-1-2-3-16,1-1-17 0,-3 3-4 0,4 0-7 16,-3 0-10-16,0 2-16 0,-2 2 7 0,0 1 1 0,0 2-3 15,-4 4 3-15,-2 1 13 0,-3 2 0 16,-5 4 19-16,-3 3-11 0,-9 6 11 0,1 2 4 15,-4 4 29-15,2 5-13 0,-9 5-3 0,0 5 35 0,3 2 13 16,0 6-12-16,4 0-16 0,3 3-6 0,2 0-15 16,8 3-4-16,3-2-19 0,9-5 5 0,5 0-10 15,6 0 12-15,9 2-14 0,4-4-5 0,6 1-5 16,6-4-3-16,11 7-4 0,3-3-7 0,5-3 6 16,1-2-8-16,4 0 0 0,3-5-2 0,-1-1-2 15,2-1-3-15,1-1-3 0,-2-1-2 0,-1 0 8 16,-4 3-8-16,-2 3 3 0,-11-4-6 0,-6 6 9 15,-3 4-12-15,-4 5 9 0,-8 2-6 0,-6 6 6 16,-5 3 1-16,-7 11 2 0,-6 3 3 0,-3 0-7 16,-3-2 4-16,-3-2-6 0,1-4 11 15,-1-5 0-15,-1-5 36 0,1-2-7 0,4-12 0 0,-3-1-16 16,4-5 2-16,0-4-9 0,2-3-3 0,4-8-3 16,2 0-3-16,1-3-1 0,3-2 2 0,2-5-7 15,1 1 3-15,3-8-1 0,7 8-1 0,-7-8 1 16,16-2-12-16,-3-1 10 0,2-3-7 0,2 1 5 15,-2 0-6-15,2 2 5 0,-2-1-4 0,-2 4 5 16,0 1-5-16,-3 3 6 0,-1 3-4 0,1 9-1 16,-2 4-1-16,-2 9 5 0,-3 6 11 0,-2 14 8 0,-1 4 6 15,-1 16-1-15,-3 2-12 0,-1 1 7 16,1 3-8-16,0-1 22 0,0-5 4 0,3 2 4 16,0-3 1-16,1-8 0 0,1-3 1 0,0 0 15 15,3-3-19-15,0-1 9 0,1-2-12 0,3 0 6 0,-1-4-3 16,5-3 8-16,-2-3-21 0,5-3 11 0,1-2-21 15,3-4 14-15,0 0-23 0,3-4 18 16,2-1-22-16,-1-4 17 0,-1-4-19 0,1 0 9 16,1-2-15-16,-2-3 22 0,2 0-22 0,-1-6 18 0,0 0-18 15,-1-4 20-15,4-2-16 0,-4-2 29 16,7-5-55-16,1-3-9 0,6-4-59 0,1-5-39 0,3-3-54 16,-2-4-114-16,8-7-102 0,3-4-133 0,-2-5-646 15,0-2-794-15</inkml:trace>
  <inkml:trace contextRef="#ctx0" brushRef="#br0" timeOffset="15450.33">10327 5121 246 0,'8'-8'273'0,"-2"1"-50"0,-1 1-32 0,-1-2 1 0,0 1-30 0,1-2-3 0,0 0-30 0,0 1-9 0,0-3-24 0,0-2 18 15,1 1-18-15,-1 0 22 0,1-1-15 0,-2 1-11 16,0-2-13-16,0 2-10 0,-2 0-8 16,1-1-9-16,-2 0-1 0,2 0-8 0,-3 0-5 15,-2 1-3-15,1-2-1 0,-3-1 0 0,0 1 4 0,-1 0 7 16,-4-2-7-16,2 3 1 0,-4-1 15 0,1 0 2 16,-1 1-1-16,-1-1 2 0,-2 2-12 15,0-1-7-15,-1 2-6 0,1 2-6 0,0 0 12 0,-2 2-20 16,0 1 0-16,0 0 3 0,-3 3 2 0,1-1 2 15,-1 2 11-15,0 2 9 0,0 0 1 0,-3 5 6 16,-1-1 21-16,1 4-5 0,-1 0-3 0,-5 4-2 16,5 3-8-16,-2 1 15 0,1 2 6 0,-1 7 10 15,-1-2-25-15,4 4-6 0,0 0-7 0,1 1 2 16,5-2 6-16,3 0 6 0,1 1 4 0,2 1-11 16,2-1 26-16,5 0-22 0,0-1-4 0,3-1-7 15,3 3-1-15,0 1-7 0,5 1 22 0,1-3-14 16,4 2 16-16,0-4-23 0,6 6 20 0,1-5-25 15,-2-4 22-15,4-1-32 0,-1-2 23 16,0-1-18-16,3-2 36 0,1-3-42 0,-4-4 60 0,1 0-48 16,1-3 36-16,-3-3-58 0,1-1 44 0,1-4-57 15,3 0 50-15,-2-5-56 0,2 0 2 0,0-5 3 16,2-1 1-16,-2-4 3 0,1 1 21 0,0-6-20 16,-2-1-2-16,-1-2 43 0,1-4-42 0,-5 0 35 15,-2 0 5-15,-2 4-6 0,-4-4-6 0,-2 0-7 0,-3 2-5 16,0-3 0-16,-2 4-12 0,-4 1 4 15,0-2-3-15,-4 3-5 0,-2-2 0 0,0 1 0 16,-5 0-6-16,0 2-3 0,-2 5 1 0,0 1-49 0,-1 2 35 16,1 3-78-16,3 1-11 0,-3 3-56 15,3 3-29-15,0 1-46 0,10 4-52 0,-13-2-46 0,7 7-33 16,2 1-32-16,1 3-48 0,2 2-61 16,2 1-440-16,2 2-531 0</inkml:trace>
  <inkml:trace contextRef="#ctx0" brushRef="#br0" timeOffset="16532.16">11747 5070 172 0,'0'0'231'0,"11"-3"-67"0,-11 3-24 0,11-1-21 0,-11 1 7 0,7-2 4 0,-7 2 23 0,9-3-7 15,-9 3-11-15,8-2-1 0,-8 2 3 0,5-6 4 0,-5 6-14 16,5-5-9-16,-5 5-13 0,3-6-13 16,-3 6-9-16,1-8 0 0,-1 8-22 0,3-8 1 15,-3 8 0-15,-3-12-2 0,3 12-1 0,-1-13 12 16,-2 7-5-16,2-3-15 0,-3 1-7 0,0-1-8 0,2 0 2 16,-4-1 11-16,3-1-8 0,-5 1 3 15,3 0 4-15,-1-2-10 0,-2 1-1 0,-1 0-6 0,0 0-6 16,0 1 32-16,1 0 0 0,-2-1-4 15,0 2-10-15,0-1-8 0,-3 2-8 0,0-1-3 0,0 0-2 16,-1 3-7-16,-1-2-1 0,0 2-3 0,-4-2 2 16,-1 2 14-16,-3 1 12 0,0-1 12 0,-1 0 37 15,2 1-3-15,-2 2-12 0,0-2-10 0,-2 3-9 16,2-1-8-16,2 1-11 0,0 1-3 0,1 1 1 16,-1-2 8-16,-1 4-1 0,0-2-6 0,-1 1-3 15,-1 0-3-15,-2 2 6 0,1 0 17 0,-1 1-3 16,-1 1 0-16,-3 0 18 0,-1 3 6 0,3-1-7 15,-2-1-10-15,2 3-8 0,-2-1-9 0,2 0-1 16,-2 1 6-16,3 1 4 0,-2 0-8 0,1 1 9 16,1 0-3-16,2 1-11 0,-1-1-5 0,2 2-2 15,1-1 0-15,2-1-10 0,4 2-1 0,-2-1-2 16,3 1 0-16,-1 2-17 0,3 0 27 0,-2-1-23 16,3 4 44-16,0-2-46 0,4 0 38 0,-3 1-45 15,4 0 6-15,0 1 0 0,3-1 2 0,-1 0 2 16,4 0-2-16,0 1 2 0,0 1 2 0,2-1 1 15,2 1 0-15,2 2 12 0,1 0-6 0,1 3 46 16,4 3-31-16,0-1 56 0,1 1-54 0,4-1 46 16,0 0-42-16,0 2 51 0,2-3-11 0,1 3-11 0,-1-3-9 15,3-1-6-15,-2 0-44 0,2-1 42 0,0-2-29 16,0-2 60-16,3 1-44 0,1-1 33 16,1-1-41-16,-1-3 34 0,3 1-44 0,-1-3 33 15,2-1-17-15,2 0-7 0,1-4 32 0,-1 1-42 0,3-1 36 16,-4-4-40-16,3 0 30 0,-2 1-40 0,1-4 40 15,-2 1-47-15,4-1 36 0,-4-2-33 16,3 1 47-16,-2-2-43 0,2-2 38 0,2 0-40 0,-5 1 33 16,4-2-39-16,0-2 37 0,-3 1-41 0,1-3 39 15,-2 0-40-15,-1 0 43 0,-2-3-44 0,2 2 37 16,-3-4-39-16,-1 0 38 0,2-2-36 0,-1-1 35 16,-2 0-38-16,-2-1 40 0,3 0-40 0,-4 0 2 15,0-1 6-15,2 0 4 0,-3 0 1 0,-3 0 1 16,2-2 5-16,-2 1-4 0,-3 1 1 0,2-3 19 15,-3 3 5-15,-1 0-5 0,-1 0-2 0,-1-1-1 16,-3 1-5-16,3-3 34 0,-5 1-41 0,0-3 34 16,0 2-40-16,-1-1 36 0,-2 2-46 0,-2-6 38 15,-1 2-38-15,-1-1 37 0,-2-2-39 0,1-1 39 16,-3 0-42-16,-1 1 38 0,-1-1-36 0,-2 2 40 0,1 0-34 16,-2 2 39-16,-1 2-41 0,3 4 37 15,-1 0-43-15,2 2 45 0,-3 0-50 0,2 1 25 16,-1 4-53-16,1 0 0 0,-1 2-75 0,-2 2 1 15,-1 0-99-15,-2 3-5 0,-2 3-56 0,-3 1-41 16,-6 2-74-16,0 1-66 0,-3 4-28 0,1 2-73 16,-1 3-120-16,3 0-314 0,0 2-605 0</inkml:trace>
  <inkml:trace contextRef="#ctx0" brushRef="#br0" timeOffset="17648.5">13513 5117 50 0,'0'0'363'0,"0"0"-79"0,12-3-40 0,-12 3-9 0,0 0-28 0,11-3-11 0,-11 3-10 0,8-1-20 0,-8 1-15 16,7-4-19-16,-7 4-19 0,8-4-14 16,-8 4-4-16,12-8 2 0,-12 8 5 0,7-8 8 15,-3 4-9-15,0-2-7 0,-1 0-5 0,-1 0 4 0,-1-2 2 16,1 0-1-16,-1-1-6 0,-1-1-15 0,-3 1-6 15,2-4-2-15,-4 3-10 0,1-3 2 0,-2-1 16 16,-3 0 0-16,-3-1-10 0,1 0-13 0,-3-1-9 16,-2 1-7-16,0 1-11 0,-3-2 3 15,-3 0-4-15,-2 2-2 0,-1-1 4 0,1 2-2 0,-5 0-3 16,-1 1-2-16,-7-4 1 0,0 4 22 0,0 0 7 16,0-1-4-16,-1 2-5 0,-2 0-1 0,6 3-4 15,-5-2-3-15,2 3 3 0,3 1 9 0,-6-1-12 16,-2-1 3-16,5 4-7 0,0 0 22 0,0 1-10 15,2 0-2-15,5 0-7 0,0 1-7 0,-2 2-4 16,3-1-1-16,-2 2-6 0,2-1-3 0,-2 3 4 16,-2 0-7-16,0 2 1 0,-1-1-3 0,1 2 3 15,1 1-3-15,0 2 0 0,3 0 6 0,-1 1 0 16,1-1-3-16,4 4 0 0,-2-2-1 0,2 1 2 16,1 2 3-16,1-1-6 0,0 1 15 0,5 0-5 15,0-1-1-15,3 0 1 0,-3 1-1 0,4 2-1 16,-1 0 5-16,-1 0 26 0,1 4-20 0,0 0 15 15,2-1-22-15,0 3 17 0,0-3-24 0,3 0 25 16,1 2-20-16,1-2 16 0,1 2-5 0,2-1-3 0,0 1-2 16,1 2 15-16,1 0 1 0,3-2-6 15,1 3 2-15,3 0-7 0,0-1 3 0,5 5 11 16,1 0-2-16,3-1-2 0,2-1 50 0,2 5-58 16,5-3 50-16,1 1-60 0,-1-1 64 0,3-1-51 15,1-1 45-15,2-1-52 0,1-1 52 0,0-1-46 16,2-1 42-16,1 0-40 0,4-2 42 0,-3 0-47 15,4-3 29-15,-1-2-42 0,3 1 33 0,1-2-33 0,0-2 2 16,1-1-1-16,1 0-2 0,0-4 34 0,3 0-44 16,-2-1 32-16,3-1-34 0,-5-2 33 0,-1 0-39 15,2 0 44-15,-1-2-45 0,0-1 31 0,2 0-37 16,-2-3 47-16,6-1-51 0,-6 1 37 0,4 0-35 16,-5-2 35-16,2-3-37 0,0 2 37 0,-1-3-37 15,-3-1 38-15,2-1-38 0,-3 1 39 0,0-5-37 16,-3 1 37-16,0-3-37 0,-2 0 38 0,-2-1-9 15,0-3 36-15,-4 0-24 0,1-2 37 0,-7 2-41 16,3-5 13-16,-8 3 3 0,1-4 11 0,-3 0-3 16,0-1-28-16,-4-1 20 0,0-1-4 15,-3-1 0-15,-3-2 34 0,-3 0-53 0,-3 0 33 0,-4-4-51 16,-2-3 42-16,-5 0-47 0,-4 1 36 0,-5 0-43 16,-8-7 37-16,-3 5-44 0,-5 0 40 0,-4 4-42 15,-6 2 42-15,-4 5-42 0,-2 1 41 0,-2 5-44 16,-4 2 44-16,-3 5-55 0,-1 1 27 0,0 5-79 15,6 6-2-15,-1 2-89 0,-1 5-11 0,-11 2-91 16,-2 4-37-16,0 3-79 0,0 4-94 0,-3 3-49 16,4 3-86-16,0 2-724 0,-1 0-953 0</inkml:trace>
  <inkml:trace contextRef="#ctx0" brushRef="#br0" timeOffset="19315.09">11140 7291 138 0,'0'0'282'0,"13"-1"-71"0,-13 1-38 0,14-4-11 0,-14 4-9 0,12 0-2 15,-12 0 0-15,15-3-2 0,-15 3-4 0,16-2-6 16,-16 2-11-16,13-3-6 0,-13 3 0 0,13-3-9 16,-13 3 13-16,10-3-32 0,-10 3 21 0,9-5-26 15,-9 5 7-15,9-6-26 0,-9 6 18 0,5-7-35 0,-5 7 19 16,1-10-10-16,-1 10 6 0,0-12 1 16,0 6 20-16,-2-1-22 0,-1-2 27 0,-1 2 8 15,0-4 9-15,-2 3-2 0,1-2-15 0,-1-1-16 0,-1 0-16 16,-3-2-1-16,4 2 24 0,-1-3 2 0,-2 3-6 15,-1-1-1-15,4-1-14 0,-1 2-5 0,-2 0-8 16,0-2-6-16,2 4-11 0,0-3-5 16,-2 3-3-16,-1-2-6 0,1 1-8 0,0 0-1 0,-1 2 3 15,0-2-5-15,-2 2-1 0,-3-1 0 16,2 0 14-16,-2 0 11 0,-1 2 2 0,-3 0-6 16,0-1-1-16,-1 2-3 0,-2-2 5 0,-1 3 0 0,1 1-3 15,-1-3 5-15,-2 2 16 0,0 1-7 0,2 1 6 16,-1-1-7-16,4 2-4 0,-2-1-4 0,3 1-4 15,-2 1 3-15,2 0-12 0,0-1 1 0,-1 1-8 16,2 1 4-16,-3 0-12 0,2 1 4 0,1 1 1 16,-1-1-1-16,0 1 8 0,-2-1 12 0,2 3-1 15,1-3-2-15,-2 4-6 0,1-2 0 0,2 1-8 16,-1 1 0-16,1-1 1 0,1 0-7 0,-1 2 2 16,1 0 11-16,0 0-17 0,1 1 0 0,-3 4-3 15,0-4 4-15,2 3 0 0,0-1 0 0,0 3 5 16,0-3 10-16,1 3-4 0,2 0 3 0,-2-1 9 15,1 1-1-15,1 1 0 0,-1-1 46 0,1 1-54 0,-1 0 39 16,3 1-49-16,-1-3 39 0,2 2-50 0,0-2 43 16,1 1-47-16,-3-1 41 0,5 2-48 15,-2-2 48-15,0 0-51 0,1 0 46 0,0 1-47 16,2 0 49-16,0-1-48 0,-1 0 43 0,2 0-42 0,1 0 42 16,2-1-39-16,-2 2 0 0,1-1 8 15,2 2 6-15,-2-2 2 0,1 1-2 0,2 0-1 0,0 1 3 16,0-1 1-16,4 1-4 0,-2 1 6 15,1-1 1-15,-1-1-3 0,2 4-26 0,0-2 33 0,3-1-28 16,-2 1 35-16,2 0-34 0,2 1 32 0,0-1-16 16,3 3 17-16,-1-3-29 0,1 1 30 0,3 0-29 15,-1-2 30-15,3 1-30 0,-2 0 30 0,3-2-4 16,0 1-3-16,0-1-3 0,1-1-1 0,-1 0 0 16,2 0 5-16,-1 0-6 0,2 0 0 0,-1-3-3 15,2 3 0-15,-2-4-1 0,2 2 5 0,1-2 2 16,-2-1-4-16,-1 1 0 0,3-2-4 0,-1 1 2 15,0-1 2-15,-1 0-3 0,1-2 19 0,-3-1-20 16,3 0 7-16,-2 2 7 0,2-3-1 0,0 1 0 16,-2 0 0-16,2-2 3 0,-2 0-4 15,2 0-2-15,0 0 0 0,-3-2-4 0,3 1 1 0,-3-1-1 16,1 0 1-16,1 0 3 0,-2-1-7 0,0 0 1 16,0 2-3-16,1-2 1 0,-3-1-1 0,0-1-1 15,2 2 7-15,0 0 18 0,-1-1-1 0,-3-1 2 16,2 0-5-16,0 0-21 0,-2-1 33 0,2 0-30 15,-3-1 26-15,1 0-26 0,2-3 35 0,-2 1-28 16,-1-4 22-16,3 2-26 0,-3-1 22 0,0-2-32 16,-3-1 25-16,2-1-29 0,-3 0 25 0,1-1-2 0,-1-1-3 15,-3-2-2-15,1 1 0 0,-3-2-5 16,0-2 0-16,-2 0-1 0,2-2-2 0,-5 0-1 16,-1 0-1-16,-3-2 1 0,-1-3-2 0,-3 0-1 0,-1 0 2 15,-4-3-3-15,1 0-2 0,-5-2 1 0,-1 3 2 16,-2 2-4-16,-3 0-25 0,0 3 34 15,-4 0-31-15,-1 4 33 0,-3 1-32 0,-2 1 30 0,-2 1-38 16,-3 6 15-16,0-1-37 0,-3 2-33 0,-3 5-47 16,6 6-54-16,1-2-39 0,5 4-39 0,-5 4-88 15,2 2-82-15,-4 5-73 0,3 3-65 0,3 5-142 16,-1 0-394-16,5 2-728 0</inkml:trace>
  <inkml:trace contextRef="#ctx0" brushRef="#br0" timeOffset="20365.55">12465 7446 268 0,'0'0'328'0,"0"0"-86"0,0 0-37 0,12-2-22 0,-12 2-23 15,0 0-15-15,10-3 3 0,-10 3-16 0,10-6 1 0,-10 6-28 0,8-6-3 0,-8 6-16 16,9-7 21-16,-5 2-28 0,-4 5 28 0,10-9-17 16,-6 5 29-16,-2-3-22 0,2 1 17 0,1 0-28 15,-2-3 17-15,-2 2-19 0,4-3 13 0,-4 2-14 16,-1-2 4-16,0 1-14 0,0-4-6 0,-2 4 1 15,-3-4 6-15,2 1-5 0,-3-1-1 0,-2-1 4 16,-1 1-8-16,-2-1 18 0,-1 0 1 0,-4 0 10 16,0-3 9-16,-6 2 1 0,2 0-5 0,-2 2-7 15,-1 0-20-15,-2 0 12 0,3 5-21 0,1-2 7 16,-1 2-4-16,0-1-14 0,0 2-9 0,-2 2-12 16,1-2-2-16,-1 3-1 0,2-2-7 0,-4 4 5 15,3-2 8-15,2 1-5 0,0 1-2 0,-2 1-7 16,0 1 3-16,0 0-5 0,-1 1-6 0,-3 1 4 15,-1 3 8-15,1-1 10 0,-1 0-2 0,-3 0 0 16,0 5 16-16,2-1-1 0,-3 2 1 0,4-1-5 16,0 3-4-16,1-1-6 0,-1 1-4 0,4 3-4 0,-2-2 8 15,3 1 33-15,1 0-58 0,4 1 6 0,1-1-6 16,1 0 13-16,1 0 8 0,2 2 0 0,-1 1 3 16,5-2-1-16,0 3 2 0,3 0 11 15,-2 0 8-15,6-2-2 0,0 2-36 0,1 1 31 0,4 0-33 16,-1 5 35-16,6-1-34 0,-2 1 28 0,3 3-8 15,0-2-4-15,5 2-6 0,-1-2-3 0,2 0-3 16,-1 0 3-16,4 0 6 0,4 0 29 0,1-1 9 16,1 1-2-16,4-5 7 0,2 1 9 15,3-2 0-15,1-3-35 0,6 0 29 0,5-2 5 16,0-5-11-16,3 1-2 0,3 0-5 0,4-4-5 0,-2 0-6 16,0-2-9-16,-2-1-1 0,2-1-41 0,-3 2 29 15,-8-4-33-15,-1 0 32 0,-2-3-35 0,2 2 33 16,-4-1-35-16,0-2 38 0,0-1-40 0,-2-1 33 15,-2-1-32-15,2 0 34 0,-3-3-36 0,0 1 35 16,-2-4-31-16,5-1 43 0,-2-1-21 0,0 0 35 16,-1-3-41-16,-2-2 31 0,-1-1-36 0,-1-1 8 15,-2 0 8-15,-1-3 2 0,-3-1 50 0,-4 4-58 16,-2-3 42-16,-2-2-49 0,-2 1 54 0,1-3-56 0,-6 2 39 16,1-3-8-16,-4 2-5 0,-2-2-5 15,-2 3 1-15,-2-2-8 0,-3-2-2 0,-3 2 0 16,-1-2-46-16,-5-3 49 0,-4 2-44 0,-2 0 49 0,-3 0-50 15,-4 3 49-15,0 1-47 0,-5 2 50 0,-2 2-47 16,-3 0 3-16,-3 2 5 0,-5 5 1 16,0-1 8-16,-3 5-8 0,1 1 45 0,-3 5-48 15,1 1 4-15,-2 5 37 0,3 3-48 0,0 4 33 16,1 3-65-16,2 4 0 0,-1 2-48 0,4 4-20 16,2 2-15-16,3 3-35 0,2 1-53 0,4 4-45 15,5-1-10-15,2 1-64 0,5 0-101 0,6-2-56 0,8 0-35 16,1-1-70-16,8-3-145 0,4-2-289 0,7 1-662 15</inkml:trace>
  <inkml:trace contextRef="#ctx0" brushRef="#br0" timeOffset="21382.97">14506 7411 41 0,'0'0'445'0,"4"-7"-120"0,-4 7-65 0,3-9-34 0,-3 9-28 0,2-7-13 0,-2 7-34 0,4-10 12 0,-4 10-19 0,4-8 16 0,-4 8-37 0,2-13 17 15,-2 13-27-15,0-10 10 0,0 1-31 0,0 3 17 16,-2-2-24-16,-2-1 16 0,0 0 7 0,0 0 7 0,-1-2-1 16,-1 2-4-16,-3-5-15 0,-1 4-10 0,-3-5 0 15,-2-1-2-15,-5 0-5 0,-1-2 3 16,-2 1 15-16,-2-1 17 0,2 1 20 0,-2 0-6 16,-1 3-6-16,1-2-22 0,-1 1-12 0,3 1-14 15,-4 1-17-15,3 0-9 0,-3 3-1 0,-1-1 2 0,1 0-3 16,-1 2 0-16,0 0 0 0,0 2-8 0,-2-1-9 15,2 0-5-15,-4 4-5 0,0-2 0 0,-1 2-4 16,-1 1 1-16,-1 0-3 0,-3 1 1 0,-1-1-2 16,2 2 15-16,-3 1 10 0,1 1-8 0,1 1-2 15,1 1-2-15,-2 0-5 0,4 3-5 0,0 1-3 16,-6 3 0-16,2 1 1 0,2 2 1 0,1 0-5 0,1 1-2 16,3 2 2-16,-1 1 16 0,1 1 10 15,4 1 2-15,1-2-2 0,4 2-6 0,-1-1-6 16,3 3-3-16,0 0 2 0,3-1 7 0,-1 2 10 15,1 1 8-15,1 0-6 0,3-2-4 0,1 2-5 16,2-1-29-16,1-1 28 0,2 1-33 0,0 1 33 0,3 0-26 16,0-1 24-16,4 3-31 0,0 1 27 15,1-1-30-15,2 0 31 0,1 3 1 0,3 1-1 0,0-1 1 16,2 3-1-16,2-4 2 0,4 4 29 0,2-2 14 16,3 0 2-16,4 0-5 0,2-2-4 15,1-2 12-15,6 2-9 0,4-4 2 0,3-2-7 16,2-1-4-16,3 1-3 0,8 0-19 0,3-1 32 0,-7-6-36 15,1 2 21-15,2-2-37 0,0-2 26 0,1 0-33 16,0-2 31-16,0-1-36 0,-2-1 24 0,4 1-30 16,-3-4 34-16,-1 0-39 0,1 0 30 15,-1-4-35-15,-2 1 38 0,-2-2-40 0,3-2 35 0,1-3-35 16,1 0 30-16,-1-1-26 0,1-3 29 0,-1-1-36 16,1-2 33-16,9-5 1 0,-3 1-7 0,-9 0 1 15,-2 0-1-15,-3-2-4 0,-1-2-2 0,-2 3 4 16,-2-3-33-16,-6-1 31 0,0 0-29 0,-2-2 36 15,-5 0-31-15,-1-2 30 0,-7 2-24 0,0-2 42 16,-6 0-34-16,0-3 7 0,-4 0 38 0,-3-3-49 0,-6-1 28 16,-4-3-7-16,-5-7-4 0,-5-1-8 15,-7-9 0-15,-5-1-4 0,-4 1-2 0,-4-2-5 16,-2 1-3-16,-5 2 6 0,-1 1-30 0,-4 0 35 16,-1 4-24-16,-1 2 31 0,-2 5-32 0,-2 3 34 15,-1 2-13-15,-4 8-7 0,3-1-5 0,-4 6-20 16,-4 7-21-16,-2 3-34 0,6 7-63 0,-4 3-70 15,-14 5-45-15,-5 3-80 0,-5 6-134 0,-6 4-88 16,-19 7-130-16,-4 4-727 0,3 1-1041 0</inkml:trace>
  <inkml:trace contextRef="#ctx0" brushRef="#br0" timeOffset="23166.23">10430 8419 391 0,'-1'-14'431'0,"1"1"-77"0,-2 0-92 0,-3 1-14 0,1-2-38 0,-1-1-4 0,-3 2-42 0,2 0 21 0,-6-3-45 0,2 0 6 0,-3 2-30 0,-1-1 4 16,0 1-14-16,-4 1-5 0,0 2-33 0,-1-1 3 15,0 4-25-15,-4-3 4 0,1 5-16 0,-1 4 11 16,-2-1 13-16,2 3 28 0,-4 3-3 0,-5 4-6 16,-3 3 15-16,-3 5-5 0,2 4-10 0,-1 3 15 0,2 5 26 15,-4 9-2-15,5 4-13 0,2 3-13 16,3 3-5-16,6 3-9 0,7-5 11 0,4 0-26 16,3 4 10-16,8-4-27 0,2 2 6 0,8-3-13 15,7 0 11-15,4-2 0 0,8 1 9 0,5 1-12 0,3-7 7 16,0-7 12-16,1-2 9 0,5-7-5 0,0-2-13 15,6-6 5-15,-1-2-22 0,4-4 4 16,-1-3-16-16,4-5 7 0,-3-2-16 0,-1-3 7 0,-2-4-6 16,1-3 9-16,-7 0-15 0,-1-5-10 15,-3-4-1-15,-5-2 2 0,-2-1-5 0,-5-6 0 16,-3-2 6-16,-4-1-8 0,-5-3-2 0,-3-2-2 16,-6-1 4-16,-3 5 3 0,-5-1-18 0,-2-6 25 0,-6 3-15 15,-4-1 5-15,-2 4-2 0,-4 0-1 0,-3 4-9 16,-3 1 1-16,-2 3 3 0,-3 4-19 0,0 3 7 15,-3 3-25-15,1 3-12 0,3 5-11 0,0 4-36 16,2 1-52-16,1 6-64 0,1 0-65 0,3 6-23 16,2 3-54-16,4 0-55 0,3 7-77 0,3-1-495 15,6 3-590-15</inkml:trace>
  <inkml:trace contextRef="#ctx0" brushRef="#br0" timeOffset="23999.75">11852 8558 420 0,'0'0'348'0,"0"0"-64"0,2-5-42 0,-2 5-34 0,3-6-23 0,-3 6 17 0,4-8-38 0,-4 8 25 0,4-8-48 0,-2 2 11 0,1 1-40 0,-2-1 21 15,3-1-11-15,-3 1-12 0,0-2-15 0,-1 0-7 16,0-1-8-16,0-1-16 0,-1-1 0 0,0 0 15 15,-3 0-3-15,0-2-18 0,-1-1 1 0,0 1-7 16,-3-2-7-16,-1-1-16 0,-1 0-1 0,1-2 15 16,-2 2 49-16,-1-2 13 0,-1 2-12 0,-2-1 6 15,-2-1-6-15,-2-1-15 0,-4 1-3 0,-1 0 4 16,-4-2-11-16,-4 1-3 0,-4 2 7 0,-1 2-17 16,-1-1 2-16,-1 0-13 0,-3 3-7 0,0 1-17 15,0 1 10-15,-4 2-12 0,2-1 6 0,-3 4-14 16,2-2 9-16,-3 3-15 0,2 2 9 0,1 2-11 15,3 1 9-15,-8 1-4 0,4 2 2 0,0 2-4 16,1 3 1-16,2-2-6 0,1 4 11 0,1 1-15 16,0 3 13-16,1 2-10 0,3 0 29 0,1 3 9 15,-2 1 0-15,4 2 3 0,-1 1 5 0,3 2-4 0,3 1-7 16,-1 3 3-16,2 3-9 0,3-1 0 16,0 1-9-16,2 1 0 0,0 2-3 0,4 0 4 15,1 0 1-15,2 2 5 0,3 0-3 0,4 0 42 0,1-4-12 16,7 0-6-16,1 0 3 0,6 3 21 0,6 2 0 15,6 0-2-15,2-1-9 0,12 4-29 16,6 0 26-16,6-1-29 0,6-2 26 0,3-2 6 0,8-3 1 16,1-1-6-16,3-4-9 0,4-2-6 0,-2-4-9 15,2-3-4-15,-1-2-6 0,-1-4 2 0,1-3-7 16,-13-3-1-16,1-3-2 0,-2-2-1 0,1-3 6 16,-5-4 11-16,2-1 0 0,-4-2-6 0,1-5-32 15,-3-1 30-15,-2-2-28 0,0-3 26 0,-5-3-31 16,-1-1 30-16,-1-5-4 0,3-7-4 0,-6 0-4 15,-1-7-1-15,-3-2-3 0,-2 0-1 0,-5-3-1 16,-4 4 2-16,-2 0-3 0,-3-2 0 0,-3 1 4 16,-1 0-30-16,-2 2 34 0,-4 0-30 0,-1 7 33 15,-2 1-8-15,-4 0 0 0,-1 2 1 0,-2-1-6 16,-2 4-2-16,-2 1-1 0,-3 3 1 0,-1 1-8 16,0 3-10-16,-2 2-49 0,2 4-57 0,-3 2-56 15,4 5-38-15,-2 1-49 0,2 4-68 0,0 3-68 16,1 2-30-16,0 2-48 0,-2 4-82 0,6 3-601 15,1-1-781-15</inkml:trace>
  <inkml:trace contextRef="#ctx0" brushRef="#br0" timeOffset="24648.94">12925 8491 407 0,'0'-9'570'0,"1"1"-131"0,1-3-72 0,-1 2-59 0,-1-2-46 0,0 1-57 0,1-1-15 0,-1-1 1 0,2 1-2 0,-2-3-17 0,0 1-23 15,-3-2 0-15,3 2-14 0,-1-2-18 0,-2-1-23 16,-2 2 11-16,0 0-17 0,0-2 9 0,-3 2 1 15,-1-4-17-15,-3 3-17 0,-1-3-2 0,-4 2 17 16,-1-1 19-16,-2-1-12 0,-3 1-3 0,0 1-27 16,-3-1 42-16,1 3-28 0,-3 0 9 0,1 2-33 15,-3-2 23-15,2 3-38 0,0 1 24 0,-3 0-38 16,2 0 23-16,5 5-29 0,-2-1 51 0,-1 1-49 16,0 2 38-16,1 2-42 0,-1 1 34 0,0 3-44 15,1-1 24-15,-1 4 13 0,-2 3-6 0,1 4 2 0,1 0 2 16,-5 4-5-16,4 4 14 0,0 2 35 15,1 2 2-15,3 2-15 0,1 0-40 0,1 0 28 16,2 4-28-16,3 0 11 0,3 3-28 0,0 1 76 16,5 2-15-16,0-5-11 0,5 4-13 0,2 1-6 0,3-2 1 15,3 1 16-15,2 5-10 0,6-1-8 0,3 0-7 16,3-2 0-16,4-1-10 0,1-2-5 0,6-2 0 16,1-1-2-16,4-2-2 0,4-4-30 15,1-2 34-15,2-1-31 0,3-4 31 0,0-2-31 0,-1-4 34 16,3-2-31-16,-2-1 31 0,-5-5-28 0,0-2 35 15,-2-3-34-15,1-3 49 0,0-2-8 16,3-4-2-16,-1-3-9 0,-3-1-3 0,1-5-7 0,-3-4-2 16,-2-5-1-16,-2 1-4 0,-2-8 0 15,-3-2-4-15,2-7 0 0,-9 0 2 0,-1 0-3 16,-4-1-28-16,-3-3 36 0,-6 1-34 0,-2-1 31 0,-6 0-4 16,-2 0 0-16,-6 0-6 0,-3 3 33 0,-4 0-36 15,-1 3 29-15,-3 1-38 0,-1 4 2 0,0 4-4 16,1 3-28-16,3 7-50 0,1 1-86 0,4 8-54 15,1 0-46-15,1 7-48 0,0 2-37 0,1 4-40 16,2 3-10-16,0 1-26 0,0 5-59 0,1 1-70 16,3 2-400-16,5 1-565 0</inkml:trace>
  <inkml:trace contextRef="#ctx0" brushRef="#br0" timeOffset="25864.41">15622 8369 80 0,'0'0'290'0,"9"-4"-68"0,-9 4-10 0,6-3-12 0,-6 3 2 0,0 0-5 0,9-5-8 0,-9 5 12 0,0 0 7 0,7-4-22 16,-7 4-27-16,0 0-24 0,2-6-8 0,-2 6-4 15,0 0 4-15,0-9 1 0,0 9-6 0,0-7-7 16,0 7-11-16,-2-7-9 0,2 7 2 0,-2-11-1 15,2 11 0-15,-1-10 3 0,1 10-9 0,-4-12-5 16,4 6-3-16,-2-3 9 0,-2 2-4 0,0-2-4 16,-1 0-15-16,-3-3 7 0,-1 1-11 0,0-2 1 15,-3-1-2-15,-3 1 2 0,0-1-5 0,-2 0-2 16,-3-3-19-16,-2 0 0 0,2 1-10 0,-3 0 22 16,-3-2-15-16,1 2 3 0,-6-3-17 0,2 2 6 15,3 0-17-15,-8 1 13 0,2-1-18 0,1 4 13 0,0 1-17 16,1 1 20-16,-2 1 14 0,-3 0 28 15,3 2-34-15,-4 1 23 0,1 0-38 0,-4 1 33 16,-4 0-41-16,3 2 7 0,-1 2-7 0,-1-1 0 16,-5 2 20-16,-4 1 3 0,-2 0-6 0,2 1-6 15,-1 2 1-15,-2-1-3 0,-2 2-4 0,1 0-6 16,-1 1 2-16,1 1 0 0,0-1-4 0,2 2-4 0,2 0 8 16,2 1-5-16,1 0 0 0,4 1 0 15,1 1 4-15,0 1 1 0,3 1 6 0,3 1-7 0,0 2 0 16,1 0 21-16,4 2-2 0,-1 0-3 0,-1 2 0 15,3-2-1-15,0 2-7 0,3 1-1 16,2-2 0-16,0 2-2 0,1-2-13 0,3-1 12 0,1 2-14 16,-1 0 22-16,2 0-22 0,1-1 8 0,1 0-9 15,0 1 12-15,5-3-1 0,0 1-2 0,1 0 4 16,1-2-7-16,2 2 2 0,-1 0 17 16,5-1 19-16,-1-1-7 0,0 1 5 0,3-1-14 0,-2 1-8 15,2-2-4-15,1 2-3 0,-1-1-2 0,0 0 0 16,2 1 2-16,0-3 2 0,0 1 37 0,-1-1-49 15,2 0 41-15,-1 0-39 0,0 2 37 0,2 0-20 16,0-1 20-16,1 2 28 0,0-1-41 0,1 2-3 16,2-1 1-16,1 0 2 0,0 2 16 0,2-2-2 15,1 1-6-15,3 1-2 0,-2 0-2 0,1-1 12 16,2 1-8-16,1-2-7 0,1 0-29 0,2 3 28 16,1-1-29-16,0 2 29 0,4-2-31 0,1 0 3 15,0 1 6-15,5 0 30 0,-1 0-14 0,2-1 28 16,-1-1-34-16,-1-2 24 0,1-1-35 0,0-1 28 15,-1 1-5-15,1 0-8 0,0-4-2 0,0 3-2 16,-2-4-2-16,2 1-3 0,3-1 0 0,-2 1-1 16,3-4-2-16,0 2-2 0,0-2 2 0,4-1-2 15,-2 1-1-15,1-2 1 0,2-1-1 0,0 0-20 0,0-2 24 16,4-1 0-16,-3 0 0 0,3-1 0 0,1-2-1 16,3 1-2-16,2-2 4 0,-2-3-5 15,1 3 1-15,-3 0-27 0,-4-2 34 0,-2 1-30 16,6-2 31-16,-7 0-27 0,5-1 29 0,-3 1-27 0,-3-2 31 15,-2 2-31-15,7-6 5 0,-8 4 27 0,0-3-27 16,-3 1 26-16,2-1-31 0,3-5 34 0,-7 3-34 16,-1-3 29-16,-2 0-1 0,-1 1-5 0,0-4-2 15,-1-1-3-15,-1 1 4 0,1-4-4 0,-3 2-1 16,2-5 1-16,-1-1-4 0,-1-2 2 0,-5 5-1 16,2-1-1-16,-2-1 2 0,0-1-3 0,-3 1 2 15,1-1-1-15,-3 0 10 0,-3 1 10 0,-1 1-24 16,-1 2 31-16,-4-1-32 0,0-2 25 0,-5 2-31 15,-3-5 29-15,-2 0-30 0,-8-4 31 0,-2-1-2 16,-7 1-6-16,-6-7-3 0,-7 3-2 0,-4-2-2 16,-4 1-1-16,-3 2-3 0,0 3 39 0,-3 0-43 15,2 3 35-15,2 4-44 0,5 8 1 0,4 2 0 16,2 4-1-16,5 4-13 0,-1 5-6 0,4 3-30 16,2 2-23-16,-5 3-51 0,1 4-45 0,1 3-46 15,-4 4-39-15,3 3-57 0,4 1-85 0,5-2-89 0,4 1-13 16,4 3-73-16,7-3-692 0,4-2-881 15</inkml:trace>
  <inkml:trace contextRef="#ctx0" brushRef="#br0" timeOffset="26531.6">17403 8441 512 0,'14'-8'431'0,"-6"-1"-56"0,0 2-70 0,-2-3-51 0,-3 2-30 0,-2-3-18 0,0-1-33 0,-3 1 19 15,-1-3-31-15,-2 1 13 0,-3-1 7 0,-1-4-1 16,-6 1-22-16,0 0-12 0,-4-4-13 0,-3 2-26 16,-2 2 22-16,-6-4 5 0,1 1 11 0,-1 0-32 15,-4-1-11-15,-1 1-10 0,0 0-10 0,-4-1-20 16,-3 0 25-16,-4 2-12 0,-6-2 4 0,-3 2-29 16,5 3 32-16,0 1-26 0,0 5 12 0,-1 1-18 15,1 1 4-15,2 5 9 0,3 3-10 0,-5 3-3 16,-1 4-15-16,2 3 26 0,-3 2 6 0,-7 6-14 15,2 4 1-15,1 1-6 0,-1 2-4 0,5 5-2 16,-2 0-17-16,6 2 1 0,4 0-24 0,3 2 23 16,9-5-26-16,3 2 20 0,5 1 0 0,3 4-11 15,4-1 11-15,6 0 4 0,5-1-6 0,3 0-3 16,6 3 3-16,3 4-5 0,7-1-4 0,2-1 2 16,4 1-2-16,4-1 2 0,7 4-2 0,-3-9 11 15,2-2-32-15,11 4 25 0,-7-7-30 0,3-2 32 16,2-4-28-16,2 2 28 0,3-5-27 0,1-1 27 15,3-4-28-15,0 1 2 0,7-3 6 0,1-3 4 0,0-3-3 16,1-1 2-16,3-4 3 0,1-2 5 0,0-3 20 16,10-3-28-16,-2-4 19 0,0-4-3 0,1-3-4 15,0-2-7-15,-1-5 4 0,0-2-6 0,-3-2-3 16,-1-3 12-16,-2-3-12 0,-5-2 2 0,-2-2 3 16,-7-1 2-16,-4 0 0 0,-7-2-28 0,-3-1 31 15,-9 4-27-15,-7 2 9 0,-1-4 26 0,-7 1-28 16,-5-1 21-16,-5 4-6 0,-6-5-2 0,-5-2 3 15,-8 2-7-15,-13-7 1 0,-7 3-7 0,-11 0-39 16,-9 2-73-16,-6 4-72 0,-20-4-122 0,-13 6-172 16,-9 2-137-16,-11 6-782 0,-6 4-1010 0</inkml:trace>
  <inkml:trace contextRef="#ctx0" brushRef="#br0" timeOffset="28666.27">16311 12569 108 0,'1'-12'569'0,"0"2"-95"0,-1 2-117 0,0 0-41 0,0 8-81 0,0-12-18 0,0 12-64 0,1-10 36 0,-1 10 3 0,0 0 31 15,0 0-1-15,0 0 24 0,-11 3-11 0,7 6-17 16,-4 2-9-16,-2 5-28 0,-1 4-15 0,-2 2-43 16,-5 4-24-16,-1 5-16 0,-5 0-8 0,-2-1-13 15,1 1-3-15,-5-1-21 0,2 2 6 0,1-2-18 16,0 0-5-16,-1-2-4 0,3-1-7 0,-1-2-4 15,6-4 1-15,2 0 1 0,1-2-5 0,3-3 2 16,0-1-7-16,5-2-18 0,0-3-31 0,3 2-60 16,1-3-89-16,2-1-93 0,4-2-51 0,3-1-102 15,-4-5-92-15,16 4-459 0,-6-6-596 0</inkml:trace>
  <inkml:trace contextRef="#ctx0" brushRef="#br0" timeOffset="28915.63">16386 12558 180 0,'5'-10'744'0,"-1"3"-187"0,-1 1-138 16,-3 6-20-16,3-6-20 0,-3 6-29 15,0 0-15-15,-7 4-13 0,3 2-32 0,-2 2-26 16,-2 3-47-16,-1 0-15 0,-1 6-12 0,-1 0-33 0,0 2-26 16,-2 2-22-16,0 2-10 0,-3 1-17 0,2 0 5 15,-3-1-42-15,2 1-3 0,-2-1-16 16,1 1-4-16,0-1-4 0,-2-1 4 0,4 2-11 15,-2-4 0-15,2 2-4 0,3-5-9 0,-1 0-5 0,3-1-48 16,1-4-64-16,-1 0-73 0,4-2-69 0,0 1-48 16,2-3-68-16,1-2-75 0,2-6-98 0,1 8-508 15,-1-8-676-15</inkml:trace>
  <inkml:trace contextRef="#ctx0" brushRef="#br0" timeOffset="29119.51">16534 12537 740 0,'4'-6'583'0,"-4"6"-106"0,4-5 14 16,-4 5-39-16,-8 5-22 0,2 4-26 0,-8 3-44 15,-3 6-44-15,-6 8-44 0,-4 0-45 0,1 5-25 16,-2 1-30-16,-6 6-13 0,-2 3-38 0,2-1-16 16,-3 1-7-16,1 1-15 0,-2-1 0 0,2 0-21 15,0-2-6-15,0 0-18 0,2 0-11 0,6-6-22 16,-2-4-35-16,4 1-69 0,0-3-133 0,1 1-196 15,-1-4-149-15,7-5-882 0,-2-2-1078 0</inkml:trace>
  <inkml:trace contextRef="#ctx0" brushRef="#br0" timeOffset="36198.62">9567 4976 424 0,'0'0'526'0,"0"0"-113"0,-12-2-81 0,12 2-32 0,-9 6-18 0,3 0-17 0,1 3-17 0,-3 1-20 16,3 2 9-16,1 2-36 0,0 2-4 0,2 0-14 16,-1 0-30-16,2 3 0 0,2-3-17 0,-1 2-24 15,3 1-18-15,1-3 27 0,-2 1 0 0,5-3 2 16,-1 2 9-16,3-4 14 0,0-2-1 0,0 2 5 16,2-4-8-16,2-3 8 0,0 1 7 0,0-3 2 15,2-3-3-15,3-3-21 0,5-4-24 0,2-2-23 16,2-4 17-16,8-6-55 0,-1-2 38 0,3-4-38 15,4-6 24-15,1-4-51 0,-1-2 28 0,4-4-43 16,2 0 33-16,-2-5-45 0,2 2 34 0,-2-3-39 16,2 1 32-16,-2 2-38 0,-3 1 3 0,-5 5 29 0,-5 6-61 15,-5 3-22-15,-3 3-117 0,-4 6-42 0,-3 2-100 16,-4 2-108-16,-1 6-92 0,-2 1-21 16,-4 6-26-16,-6 3-34 0,0 0-493 0,13 2-716 15</inkml:trace>
  <inkml:trace contextRef="#ctx0" brushRef="#br0" timeOffset="36965.07">9627 8926 467 0,'-7'-7'763'16,"2"1"-169"-16,0 2-62 0,5 4-124 0,-6-10-52 0,6 10-69 0,-7-6-11 0,7 6-33 0,-7-5 0 0,7 5-45 0,0 0 6 15,0 0-17-15,0 0-22 0,0 0 10 0,0 0-14 16,-3 6-12-16,3-6 9 0,4 6-4 0,-4-6-5 15,9 7 1-15,-9-7 2 0,9 2 6 0,-9-2 16 16,14-2 16-16,-4-2-10 0,4-3-1 0,4-6-2 16,6-4-26-16,6-11-8 0,4-9-14 0,6-4-25 15,1-7-40-15,5-5 2 0,1-5-24 0,13-17-10 0,7-5-55 16,3-7-72-16,5-6-21 0,3-7-106 16,-1 0-64-16,5-2-86 0,-3-2-162 0,-2 0-172 15,-4-2-287-15,-1 3-471 0,-8 3-1084 0</inkml:trace>
  <inkml:trace contextRef="#ctx0" brushRef="#br0" timeOffset="38264.37">14346 12861 134 0,'-11'1'658'0,"11"-1"-134"0,-14 2-135 0,14-2-61 0,-12 0-85 0,12 0-41 0,-10 2-60 0,10-2-5 16,-6 8-29-16,6-8 1 0,-5 9-28 15,5-9 5-15,-3 11-10 0,3-11 21 0,0 14 15 16,4-7 20-16,1-1 25 0,0-2 22 0,5 2 0 0,-1-4-11 16,3-2-10-16,2-1-40 0,1-6-24 0,3 0-4 15,0-5-14-15,4-5-7 0,-2-2-17 0,4-5-4 16,-2-3-18-16,0-3 1 0,-1-4-13 16,0-2 2-16,-2-1-9 0,3-4 5 0,-3 2-12 0,7-11 6 15,-1 2-9-15,2-1-1 0,2 1 3 0,2-2-2 16,4-1 0-16,3 1-64 0,2-3-85 0,4 3-82 15,0-2-66-15,3 3-60 0,-1 2-91 0,3 4-159 16,-3 0-319-16,-3 2-495 0</inkml:trace>
  <inkml:trace contextRef="#ctx0" brushRef="#br0" timeOffset="42580.67">9401 7980 237 0,'0'0'589'0,"-8"-4"-111"0,8 4-128 0,-8-4-73 0,8 4-52 0,-10-5-48 0,10 5-48 0,-6-6-20 0,6 6-21 0,0 0-25 0,-7-4-19 0,7 4-25 0,0 0-10 0,0 0-83 16,0 0-90-16,4 6-143 0,-4-6-406 0,9 7-222 15</inkml:trace>
  <inkml:trace contextRef="#ctx0" brushRef="#br0" timeOffset="43577.02">15903 14052 182 0,'0'0'231'0,"5"-5"-168"0,-5 5-215 0,0 0 41 0</inkml:trace>
  <inkml:trace contextRef="#ctx0" brushRef="#br0" timeOffset="47931.26">15935 15005 379 0,'0'0'322'0,"5"-6"-39"0,-5 6-30 16,3-6-72-16,-3 6-23 0,0 0-49 0,2-7-6 16,-2 7-37-16,0 0-16 0,0 0-62 0,0 0-53 15,12 0-83-15,-12 0-151 0,2 5-138 0,-2-5 95 16</inkml:trace>
  <inkml:trace contextRef="#ctx0" brushRef="#br0" timeOffset="49212.67">8217 16029 238 0,'0'0'400'0,"0"0"-119"0,-8-6-46 0,8 6-68 15,0 0-26-15,-8-5-39 0,8 5-14 0,0 0-30 0,-7-4-7 0,7 4-17 0,0 0-11 0,0 0-43 16,0 0 7-16,-5-3-16 0,5 3 7 0,0 0-25 16,0 0-22-16,0 0-45 0,1 7-42 0,-1-7-64 0,4 8-137 15,-4-8 187-15</inkml:trace>
  <inkml:trace contextRef="#ctx0" brushRef="#br0" timeOffset="50853.28">13251 5172 309 0,'-9'2'585'0,"9"-2"-142"0,-14-1-55 0,14 1-14 0,-10-1-62 0,10 1-61 0,-9-1-47 0,9 1-42 0,0 0-28 0,-13-1-29 0,13 1-22 16,0 0-15-16,0 0-13 0,-10-2-12 0,10 2-11 16,0 0-9-16,0 0-13 0,0 0-60 15,-9 5-36-15,9-5-57 0,-4 6-60 0,4-6-111 0,-6 12-156 16,-3-5-266-16,-3 1-242 0</inkml:trace>
  <inkml:trace contextRef="#ctx0" brushRef="#br0" timeOffset="51930.76">16214 9038 548 0,'-7'-6'647'0,"2"0"-167"0,1 2-100 0,4 4-128 0,-6-6-173 0,6 6-185 0,-10-5-145 0,10 5-389 0,-12 3-148 16</inkml:trace>
  <inkml:trace contextRef="#ctx0" brushRef="#br0" timeOffset="52764.63">15338 15923 28 0,'0'0'339'0,"0"0"-97"0,-4 6-58 0,4-6-41 0,0 0-28 0,-5 5-22 0,5-5-20 0,0 0-16 0,0 0-18 0,0 0-23 0,-1 7-39 15,1-7-74-15,1 6-286 0,-1-6 158 0</inkml:trace>
  <inkml:trace contextRef="#ctx0" brushRef="#br0" timeOffset="58264.62">8827 6442 612 0,'-17'-10'474'0,"-2"0"-99"0,4 1-88 0,-2 1-48 0,2 1-41 0,-1 3-34 0,2-1-28 0,4 2-2 0,-3 3 11 0,3 2 30 0,2 2-11 0,-2 2-34 16,1 5-19-16,3 1 23 0,1 3-23 15,2 2-12-15,1 2 32 0,4 6 3 0,4-3-5 16,3 6-7-16,4-3-4 0,5 0 2 0,5-1 21 16,5-1-3-16,4-6 5 0,5-5-8 0,5-4 8 0,2-8 2 15,10-3-18-15,17-12-8 0,7-6 30 0,27-10-76 16,4-6 33-16,5-5-63 0,4-4 36 16,5-5-60-16,1 0 0 0,6-4-3 0,3 0-1 0,1 0 2 15,-1 1-8-15,-2 0 41 0,0 2-52 0,-3 3 38 16,-6 5-9-16,-5 3-20 0,-8 6-41 15,-27 8-76-15,-7 3-95 0,-9 7-93 0,-17 6-106 16,-12 3-52-16,-9 8-52 0,-10 3-85 0,-8 5-531 0,-7 1-739 16</inkml:trace>
  <inkml:trace contextRef="#ctx0" brushRef="#br0" timeOffset="58947.97">8377 10057 435 0,'0'0'823'0,"5"-8"-148"0,-5 8-120 0,0-6-123 0,0 6-86 0,0 0-66 0,0 0-54 0,0 0-44 0,0 0-34 0,0 0-31 0,0 0-7 16,0 0-8-16,0 0 21 0,0 0 17 0,0 0 19 16,8 4 3-16,-8-4 21 0,15 2-14 0,-3-1 14 15,7-1-7-15,6-1-23 0,8-2-24 0,12-5-18 16,4 1-5-16,6-5-51 0,11-2 20 0,3-3-15 15,4-4 30-15,1-2-42 0,2-3 19 0,4-5-39 16,18-9 23-16,3-4-14 0,4-6-6 0,5-7-3 16,3-5-12-16,4-8-18 0,10-3-27 0,8-4-60 0,35-19-12 15,0-2-107-15,0 0-111 0,-2 5-150 16,-33 18-125-16,-3 3-288 0,-6 4-423 0,-12 1-907 16</inkml:trace>
  <inkml:trace contextRef="#ctx0" brushRef="#br0" timeOffset="60330.33">10700 6217 24 0,'-2'-7'354'0,"-1"1"-111"0,-1-1-45 0,0 0-42 0,1 1-23 0,-3-3-11 0,3 5-5 0,-2-1-2 0,1-1-12 0,4 6-18 0,-7-8-19 15,7 8-11-15,-5-6-12 0,5 6-10 0,-5-5-4 16,5 5-6-16,0 0-7 0,-10 6-37 0,7-1-78 16,1 3-87-16,-2 1-319 0,3 1 2 0</inkml:trace>
  <inkml:trace contextRef="#ctx0" brushRef="#br0" timeOffset="60700.87">12897 6392 256 0,'0'0'462'0,"-9"-4"-132"16,9 4-52-16,-5-3-84 0,5 3-27 0,0 0-49 15,-10-3-22-15,10 3-52 0,0 0-10 0,0 0-36 16,-13 2-29-16,13-2-47 0,-9 2-43 0,9-2-58 0,-4 6-313 16,4-6 17-16</inkml:trace>
  <inkml:trace contextRef="#ctx0" brushRef="#br0" timeOffset="61063.67">14451 6443 23 0,'0'0'631'0,"-15"-3"-196"16,15 3-103-16,-15-6-77 0,7 3-62 0,8 3-16 16,-14-4-53-16,14 4-21 0,-14-4-69 0,14 4-16 15,-12-1-45-15,12 1-9 0,0 0-50 0,-12 3-17 16,12-3-61-16,-4 7-82 0,4-7-274 0,0 7-22 16</inkml:trace>
  <inkml:trace contextRef="#ctx0" brushRef="#br0" timeOffset="61346.84">15332 6405 67 0,'0'0'612'15,"-13"-7"-171"-15,13 7-101 0,-6-4-79 0,6 4-49 16,-7-3-55-16,7 3-53 0,0 0-51 0,0 0-8 16,-5 3-51-16,5-3-43 0,-1 9-70 0,1-9-78 15,-2 13-406-15,1-6-114 0</inkml:trace>
  <inkml:trace contextRef="#ctx0" brushRef="#br0" timeOffset="62096.11">10138 10090 526 0,'0'0'416'0,"0"0"-90"0,0 0-89 0,0 0-87 0,0 0-74 0,0 0-64 0,0 0-13 0,0 0-51 0,3 6-54 15,-3-6-73-15,2 11-265 0,1-5 84 16</inkml:trace>
  <inkml:trace contextRef="#ctx0" brushRef="#br0" timeOffset="62446.84">11346 10117 260 0,'0'0'552'0,"-8"-6"-112"15,8 6-133-15,-5-7-40 0,5 7-80 0,0 0-74 16,-10-3-70-16,10 3-44 0,-12 3-53 0,3 2-74 16,3 0-71-16,-4 2-358 0,1 1-72 0</inkml:trace>
  <inkml:trace contextRef="#ctx0" brushRef="#br0" timeOffset="62780.81">12170 9999 533 0,'-9'-3'425'0,"0"1"-107"0,0 0-65 16,9 2-63-16,-11-5-21 0,11 5-55 0,-9-3-5 15,9 3-31-15,0 0-1 0,-12 2-35 0,12-2-27 0,-4 6-62 16,4-6-63-16,-1 8-61 0,2-1-105 16,1-1-261-16,0 0-44 0</inkml:trace>
  <inkml:trace contextRef="#ctx0" brushRef="#br0" timeOffset="63164.08">13080 9946 473 0,'0'0'403'0,"-13"-5"-77"15,13 5-91-15,-9-4-38 0,9 4-47 0,-8-6-21 16,8 6-33-16,0 0-12 0,-10-3-27 0,10 3-10 16,0 0-61-16,0 0-55 0,2 9-50 0,-2-9-86 0,12 8-353 15,-1-2-73-15</inkml:trace>
  <inkml:trace contextRef="#ctx0" brushRef="#br0" timeOffset="63479.83">14827 10031 105 0,'-6'2'681'16,"6"-2"-214"-16,0 0-82 0,0 0-109 0,0 0-87 15,0 0-106-15,0 0-81 0,-7 4-101 0,7-4-154 16,-5 12-321-16,-3-5-87 0</inkml:trace>
  <inkml:trace contextRef="#ctx0" brushRef="#br0" timeOffset="64479.87">23634 12541 139 0,'-9'-8'339'0,"2"2"-74"0,1 1-58 0,1-1-30 0,-3 1-40 0,8 5-23 0,-8-7-38 0,8 7-4 0,-5-7-20 0,5 7-1 15,0 0-19-15,0 0 1 0,0 0-15 0,7 5-23 0,-1 0-109 16,2 0-386-16,1 2 8 0</inkml:trace>
  <inkml:trace contextRef="#ctx0" brushRef="#br0" timeOffset="66765.74">12167 9763 94 0,'0'0'137'0,"0"0"-20"0,-6-4-35 0,6 4-5 0,-7-4 11 0,7 4-17 0,0 0 11 0,-7-5-8 0,7 5-11 0,0 0-16 16,-4-4-4-16,4 4-12 0,0 0-1 0,-1-8-16 15,1 8 13-15,0 0 4 0,2-7 14 0,-2 7 17 16,3-7 10-16,-3 7-22 0,6-9-6 0,-6 9-8 15,5-10 3-15,-1 2-14 0,-1 1 4 0,1-2 16 16,0 0 17-16,-2-1-21 0,2-1 4 0,0 1-15 16,-2-2 7-16,-2 1-14 0,1-3 17 0,-1-1-3 15,-1 2 5-15,1-1-18 0,-4-2 10 0,1 1-16 16,-2-1 11-16,-1 1-18 0,1 0 11 0,-3-1 12 16,0 2-4-16,0-1-2 0,-2 1 0 0,-3 0-4 15,3-1-4-15,-3 3-8 0,-2 1 2 0,-1 0-1 16,-2 1-2-16,2 0 5 0,-3 4-5 0,-2 0 0 15,3 0 5-15,-2 5 13 0,-2-1 7 0,3 2-7 16,-3 2-5-16,-2-1 3 0,-2 6-8 0,2 1 9 16,-3 3 31-16,-1 1-9 0,3 4-7 0,-5 5 12 15,2 1-2-15,3 5 20 0,0-1-8 0,5 5-6 16,-1-1 2-16,6 1 20 0,0 2-2 0,7-4 6 16,3 2-8-16,2 3 9 0,5-2-17 0,1 1 1 15,5 1 8-15,4 2-11 0,3 0-6 0,2-1-11 16,3-1 8-16,3-4 4 0,1 0-9 0,2-5 5 15,2-1-3-15,0-5 12 0,-1-5-11 0,0-2-7 16,0-1 10-16,-3-6-10 0,1 0 1 0,0-5 10 16,2-2-19-16,-2-1 0 0,3-6-13 0,-1-1 2 15,1-4-10-15,-5-3 1 0,4-6-6 0,-1 0 2 0,-3-4-6 16,-2-3 1-16,-4 0-5 0,-2-4 1 0,-2 0-2 16,-1-2-4-16,-5 1-2 0,-3 2 2 15,-1-2-2-15,-3-1-5 0,-4 2 0 0,-1 2-5 0,-5 1 1 16,-6-3-1-16,-3 6-3 0,-5 2-6 0,-6 5-56 15,-5 2-94-15,-6 6-42 0,-8 5-63 0,-3 5-23 16,-10 4-65-16,-17 5-66 0,0 7-477 16,-7 0-470-16</inkml:trace>
  <inkml:trace contextRef="#ctx0" brushRef="#br0" timeOffset="86462.35">13429 9490 180 0,'0'-19'434'0,"-3"1"-105"0,3 0-48 0,-2-2-85 16,-1 4 14-16,-1-2-39 0,-2 0-7 0,1-2-24 0,-3 3-23 0,-1-1-21 0,-4 2-20 15,1 0-15-15,-5 2-5 0,-2-2-10 0,-4 2-9 16,-4 0-6-16,-2 3-9 0,-8-2 3 0,-2 4 6 15,-4-2-2-15,-1 3 8 0,-2-1 5 0,0 3-1 16,-2 1-1-16,-1 0-5 0,1 1-10 0,0 2 6 16,6 0-7-16,0 2 0 0,2 2-1 0,-2-1 19 15,4 2-3-15,1 2 9 0,2 2-3 0,2 2 22 16,-4 5 18-16,3 2 23 0,2 3 15 0,2 6 25 16,1 4 17-16,3 5 12 0,3 1-32 0,0 4-25 15,-1 9-3-15,2 2-26 0,2 2-15 0,3-9-16 16,2 2 6-16,2 3-27 0,3-2 9 0,2 1-27 15,4 0-3-15,4 0 3 0,3-1 9 0,3-1 21 16,6 0-1-16,3-3 9 0,3-1-1 0,6-3 3 16,2-3 6-16,3-3-9 0,3-3-8 0,5-4-6 15,-1-3-6-15,5-3-7 0,-2-3 2 0,2-3-2 16,4-5 5-16,0-1 0 0,-4-5-11 0,0-2 12 0,6-4-11 16,3-2 15-16,1-4-15 0,-4-3 10 0,9-6-26 15,-1-6 25-15,-2 0-30 0,-3-4 19 16,-2-5-21-16,-2-3-3 0,0-2 4 0,-5-1 1 15,-4-2 17-15,-1-1-9 0,-3-1 4 0,-6-4-17 0,-3 1 22 16,-6 5-2-16,-2-2 14 0,-5 2-1 16,-5-2 12-16,-2 9-5 0,-4-2 6 0,-5 1-30 15,-4-3 26-15,-8 3-37 0,-4 0 39 0,-10 4-47 0,-10-2 21 16,-10 5-36-16,-4 3-16 0,-9 6-76 0,-1 1-52 16,-5 8-117-16,-3 1-104 0,-8 6-95 0,-3 4-109 15,2 3-778-15,-5 3-965 0</inkml:trace>
  <inkml:trace contextRef="#ctx0" brushRef="#br0" timeOffset="136192.6">16417 15052 301 0,'1'-5'260'0,"-1"5"-52"0,4-11-29 0,-4 11 5 0,4-13-35 0,-3 8-7 0,0-2-37 0,3 0-6 0,-3-1-31 0,1-1 8 0,0 2-6 0,-2-1 23 15,1-2-36-15,1 0 10 0,-2-1-7 0,0 1 3 16,0-2-25-16,-3-1 10 0,2-2-11 0,-2-2 19 16,1 1 19-16,-5-5-12 0,1 0-5 0,1 1-1 15,-5-5-11-15,-2-3 18 0,-1 3-27 0,-4-6 20 16,-1 2-30-16,-4 0 19 0,-2 0-24 16,-3-1 28-16,-4 3-23 0,-1-2 1 0,-10-2 5 0,-5 1 12 15,-5 1 2-15,-4 3-2 0,-5 0-13 0,-7 3-3 16,-6 1 5-16,0 3 15 0,-6 0 0 0,-6 2-7 15,0 2-2-15,-7 1-10 0,-2 3-10 0,-2 1 16 16,3 2 3-16,-1 2 1 0,6 0 10 16,4 6 20-16,3 1 15 0,8 6 7 0,4 1-16 0,8 6 15 15,14 1-1-15,4 4 5 0,4 6 28 0,0 9-27 16,8 7-3-16,4 7-2 0,4 2-1 0,6 7-18 16,5 3-12-16,4 2-14 0,7-6-12 0,3 1-5 15,4 8-6-15,7-2-5 0,4 0-11 0,7-2 43 16,8-1 2-16,10-4 2 0,6 0-5 0,23 4-5 15,7-5 20-15,9-6-34 0,7-5 16 0,4-6-24 16,7-8-7-16,7-5-4 0,4-6 13 0,-14-9-19 16,1-4 20-16,3-4-19 0,-6-4 20 0,-1-4-5 15,-4-4 1-15,-7-3-4 0,-3-3-4 0,-7-7-24 16,-4-1 32-16,-8-4-10 0,-5-5-16 0,-9-1 20 16,-3-6-24-16,-9-3 12 0,-7-4 7 0,-5-3-3 0,-8-3 3 15,-7 4-7-15,-6 0 3 0,-7-2-28 16,-6 0 36-16,-4-9-34 0,-7 4 9 0,-5 2-1 15,-4 2 34-15,-2 3-34 0,-7 3 23 0,-4 2-17 0,-2 6 36 16,-2 2-47-16,-4 4 22 0,0 4-18 0,4 7 20 16,1 3-15-16,-2 3-41 0,-2 4-28 15,3 3-47-15,7 5-56 0,5 3-72 0,-2 2-72 16,2 5-40-16,1 5-61 0,-2 4-64 0,6 5-98 16,1 3-309-16,3 3-460 0</inkml:trace>
  <inkml:trace contextRef="#ctx0" brushRef="#br0" timeOffset="-173527.37">18179 12472 264 0,'9'-4'755'0,"-9"4"-200"0,0 0-116 0,5-4-68 0,-5 4-66 0,0 0-16 0,0 0-17 0,-9 5-25 0,9-5-31 15,-14 6-20-15,6-3-33 0,-3 4-15 0,1-3-9 16,-2 0-20-16,1 0-6 0,-1 2 10 0,-2-2-3 15,3-1 2-15,-1-1-10 0,0 1-11 0,-1-2-5 16,0-1-3-16,0 0-5 0,0-2-4 0,1-1-16 16,1 0 6-16,-3-3-6 0,4-3 11 15,1 2-25-15,3-4 7 0,1 2-31 0,2-2 12 0,3 0-16 16,0 0 3-16,6-2-27 0,-1 2 31 0,3 0-38 16,1 0 23-16,3 2-27 0,-2 2 27 0,3 0-28 15,1 2 26-15,-3 3-26 0,3 2 18 0,-1 1-18 16,4 3 25-16,-3 2-7 0,2 5-7 0,-3 1-5 15,2 4 6-15,-4-1 4 0,-2 6-8 0,-2 0 4 16,1 1 3-16,-6 2-7 0,0-1 2 0,-2 2-1 16,-4 0 3-16,-2-3 0 0,-1 1-21 0,-3 2 27 0,-2-2-19 15,-3-2 24-15,2-3-22 0,-3-2 28 16,0-1-21-16,0-5 28 0,-2 0-29 0,3-2 28 16,-2-1-30-16,2-5 21 0,-1 0-26 0,2-3 27 15,3-1-26-15,-1-2 25 0,1-2-21 0,4 0 11 0,0-2-3 16,4-1-3-16,1-1-2 0,3 4-5 0,1-4 1 15,5 3 1-15,-1 2-3 0,2 0-2 16,2 0 5-16,0 4-3 0,3-1-2 0,0 5 6 0,1 0-2 16,0 4 5-16,4 0 1 0,0 3-2 0,-3-1-2 15,4 4-1-15,-3-1-23 0,0-2 26 0,0 3-15 16,-3-5-1-16,-1 2-45 0,2-3-33 16,-2-2-51-16,-1 0-113 0,1-4-133 0,-12-1-72 0,21-2-97 15,-8-3-123-15,-3-1-377 0,3-2-678 0</inkml:trace>
  <inkml:trace contextRef="#ctx0" brushRef="#br0" timeOffset="-173309.56">18349 12439 297 0,'0'-11'892'0,"-1"3"-217"0,1 8-138 0,0-11-103 0,0 11-29 0,1-7-19 0,-1 7-26 0,0 0-26 0,0 0-43 0,0 0-13 0,13 5-41 15,-8 2-9-15,1-1-27 0,1 2-28 0,-1 3-29 16,3 3-29-16,-1-1-23 0,-2 1-17 0,2 2-15 15,-2 2-11-15,1 1-11 0,0-1-9 0,-3 0-19 16,1-1-61-16,-2 0-56 0,1 1-21 0,0-3-70 16,-2-2-92-16,1-1-98 0,0 0-37 0,-3-2-52 15,2 0-71-15,-2-3-93 0,-2-1-325 0,2-6-554 16</inkml:trace>
  <inkml:trace contextRef="#ctx0" brushRef="#br0" timeOffset="-173010.14">18327 12654 639 0,'-5'-5'661'15,"-1"0"-140"-15,6 5-89 0,-9-5-96 0,9 5-54 16,-3-6-19-16,3 6-3 0,7-6-17 0,-7 6-27 16,13-8-31-16,-4 5-38 0,3-2-29 0,1 0-26 15,4 1-19-15,-3-2-13 0,2-1-10 0,4-1-7 0,-3-2-10 16,1 3-8-16,0-6-6 0,1 2-4 0,-3-1-2 16,0-2-2-16,-3 0 6 0,-1 0 2 0,0-1 3 15,-1-3-3-15,-4 2 12 0,1 0 41 16,-2 2-3-16,-2 0 28 0,0-1 13 0,-1 1 3 0,-1 2 4 15,-2 1 15-15,3 0 7 0,-2 2-10 0,-1 0-13 16,1 2-24-16,2 1-14 0,-3 6-9 0,2-6 3 16,-2 6-7-16,0 0 24 0,3 10-35 0,-1 1 28 15,2 2-38-15,0 3 17 0,1 5-12 0,-1 2-8 16,5 1-9-16,-1 4-9 0,-2-3-3 0,1 0-2 16,1 1-5-16,-1-2-4 0,-2-1-19 0,1-2-75 15,-1-2-97-15,2-3-50 0,-2 0-97 0,-1-3-128 16,-2-1-101-16,2-3-137 0,0 0-672 0,-1-4-967 15</inkml:trace>
  <inkml:trace contextRef="#ctx0" brushRef="#br0" timeOffset="-172743.75">18949 12140 621 0,'3'-13'833'0,"2"2"-146"0,-1 2-110 16,-1 0-85-16,-2 2-60 0,2 1-40 15,-3 6-20-15,5-6-47 0,-5 6 4 0,5 6-54 16,-1 2 2-16,0 5-63 0,2 2-21 0,2 8 16 16,1 5-60-16,3 10 36 0,-1 2-6 0,0 3-24 0,2 3-32 15,-2-3-21-15,2 5-21 0,-3-3-16 0,1 2-40 16,-1-3 24-16,0 2-34 0,0-4 20 0,-1 0-33 16,0-2 2-16,0-4-4 0,0-2-6 0,0-6-72 15,-1 2-19-15,-2-8-84 0,-1-2-51 0,3-1-43 16,-4-3-79-16,-2-1-79 0,2-3-79 0,-1-4-91 15,-1-2-190-15,-2-6-415 0,5 5-816 0</inkml:trace>
  <inkml:trace contextRef="#ctx0" brushRef="#br0" timeOffset="-172494.3">19412 12439 788 0,'-1'-9'783'0,"1"0"-96"0,0 2-113 16,-1 1-63-16,0-1-60 0,1 7-59 0,-2-10-67 16,2 10-40-16,-1-9-38 0,1 9 13 0,0 0-50 15,0 0-6-15,0 0-65 0,3 8 4 0,-1-1-28 16,-2 3-29-16,3 1-16 0,-1 1-11 0,3 2-14 0,-2 1-10 16,1 0-8-16,0 2-5 0,-2-2-17 15,2 0-48-15,0-2-64 0,-2 1-44 0,3 0-73 16,-3-5-66-16,0 3-61 0,-1-2-65 0,2 0-2 15,-2-4-66-15,1 3-55 0,-2-9-535 0,2 9-691 16</inkml:trace>
  <inkml:trace contextRef="#ctx0" brushRef="#br0" timeOffset="-172322.93">19544 12444 379 0,'1'-5'652'0,"-1"5"-161"0,5-8-75 15,-5 8 10-15,0 0-39 0,11 2-30 0,-11-2-26 16,6 8-27-16,2 0-29 0,-5 1-18 0,3 1-26 15,-3 3-33-15,3-1-27 0,-1 4-29 0,2-2-29 16,-3 2-24-16,1-2-16 0,-1 1-16 0,0 0-21 16,-1-1-64-16,-1-3-81 0,2 3-88 0,-3-3-104 15,4-3-107-15,-5 3-150 0,3-3-633 0,-3-2-801 16</inkml:trace>
  <inkml:trace contextRef="#ctx0" brushRef="#br0" timeOffset="-171806.52">19908 12373 261 0,'5'-11'871'0,"-3"5"-156"0,0-1-137 0,-2 7-129 0,3-10-75 0,-3 10-51 0,2-6 10 0,-2 6 8 15,0 0-38-15,0 0-27 0,5 7-36 0,-3-1-8 16,0 4-31-16,-2 0-24 0,2 3-29 0,0 4-30 15,1 1-19-15,-2 1-24 0,4 3-18 16,-3 1-10-16,2-1-5 0,0 1-12 0,0-1-5 0,0-1-4 16,0 0-12-16,-3-3-53 0,5-1-79 0,-3-2-64 15,-2 0-112-15,2-3-85 0,-2 0-71 0,-1-2 12 16,0-1-64-16,-3-2-69 0,2-1-461 0,1-6-652 16</inkml:trace>
  <inkml:trace contextRef="#ctx0" brushRef="#br0" timeOffset="-171393.53">19825 12658 471 0,'-6'-5'593'0,"-2"-1"-104"16,8 6-104-16,-2-7-24 0,2 7-42 0,2-7-5 0,2 2-9 16,4 1-27-16,1 1-5 0,0-2-22 15,6-2-31-15,0 3-28 0,6-4-18 0,0 0 0 16,1 0-26-16,0-2-19 0,5 1-9 0,-2-3-18 16,1 1-21-16,-2-1-9 0,2 0-19 0,-5 1-1 0,-4 0-18 15,2 1 5-15,-5-1-12 0,0 1 1 16,-3 1-16-16,-1 0 13 0,-1-1-18 0,-3 2 28 15,-1 0-36-15,-1 1 5 0,2-1-11 0,-3 2 10 0,-1 0-8 16,-2 6-2-16,4-9-3 0,-4 9 7 0,4-9-7 16,-4 9 4-16,5-7-1 0,-5 7 4 0,3-4-6 15,-3 4 10-15,0 0-3 0,4-8 3 16,-4 8 16-16,0 0 26 0,0 0-6 0,0 0 20 0,0 0-11 16,10 3 28-16,-10-3-14 0,4 7 24 0,-4-7 12 15,2 9 6-15,-2-9-10 0,4 11 14 0,-4-4 11 16,3 0 2-16,-1 1 2 0,0 0 5 0,0 0 11 15,-1 1-31-15,4-1 24 0,-2 0-55 0,-2 0 16 16,3 1-53-16,0-1 25 0,-2 1-43 0,1 0 27 16,2 0-44-16,-2 1 32 0,-1-1-38 0,3 2 33 15,-2 1-38-15,-2 0 36 0,3 1-41 0,-3 1 34 16,2-1-38-16,-2 2 11 0,0-2-71 0,1 0-29 16,-1-3-59-16,0 3-23 0,-1-4-84 0,2 3-31 15,-2-4-62-15,2 0-90 0,-2-2-65 0,3 0-65 16,-3-6-135-16,7 8-551 0,-7-8-877 0</inkml:trace>
  <inkml:trace contextRef="#ctx0" brushRef="#br0" timeOffset="-170960.94">20469 12466 430 0,'3'-11'765'0,"-2"1"-123"0,-1 2-32 0,3 2-48 0,-3 6-34 0,1-12-43 0,-1 12-20 0,1-10-86 0,-1 10-10 16,2-9-68-16,-2 9-3 0,1-6-62 0,-1 6 46 15,0 0-26-15,0 0 68 0,0 0-15 0,-1 12-6 16,-1-4-34-16,1 0-9 0,0 4-142 16,1 1-118-16,-2-2 0 0,2 3 0 0,2 0 0 0,-1-1 0 15,0-1 0-15,1 3 0 0,0-4 0 0,3 2 0 16,-1-1 0-16,2-2 0 0,1 1 0 0,2-3 0 16,-2 0 0-16,4-2 0 0,-1-2 0 0,0 1 0 15,4-4 0-15,-2-1 0 0,2 0 0 0,-3-4 0 16,2-1 0-16,2-1 0 0,-2-3-19 0,0 1-283 15,-3-4-79-15,2-2-37 0,-4 1-24 0,0-2-12 16,-1 0 0-16,-3 1 5 0,-2 0 54 0,-2 0 26 16,0 4 83-16,0 0 51 0,-1-2 48 0,0 3 36 15,-1-1 33-15,0 3 29 0,0 0 37 0,1 0 46 16,1 7 63-16,-4-9 66 0,4 9 52 0,0 0 36 16,-8-4 20-16,8 4 8 0,-3 7-15 0,1-1-12 15,-1 2-3-15,1 2-10 0,1 3 2 0,0 0-19 16,1 5-14-16,0 0 6 0,0 1-26 0,1 3-28 15,2 1-27-15,0-1-16 0,1 2-17 0,-1 1-16 16,-1-3-40-16,2 2-117 0,-4-2-102 0,3-3-142 16,-6 1-172-16,1 2-158 0,-5-1-784 0,-2-2-1091 15</inkml:trace>
  <inkml:trace contextRef="#ctx0" brushRef="#br0" timeOffset="-170309.78">18074 13947 137 0,'2'-20'759'0,"-1"1"-129"0,0 0-67 0,0 1-53 0,1 1-64 0,-1 2-47 0,-1 0-38 0,3 3-49 0,-3 1-58 15,2 0-57-15,-2 4-38 0,0-1 19 0,0 8-11 16,5-7-1-16,-5 7-19 0,8 6 1 0,-3 0-39 15,-1 4-13-15,1 4-20 0,0 2-14 0,3 4-10 16,-3 1 30-16,1 1-62 0,-2 1 38 0,1 1-54 16,-1-1 40-16,2-2-60 0,-3 1 12 0,1 0-115 15,-2-6-70-15,2 0-108 0,-3 0-112 0,2-5-58 16,0-1-55-16,-1 0-95 0,-1-4-476 0,-1-6-709 16</inkml:trace>
  <inkml:trace contextRef="#ctx0" brushRef="#br0" timeOffset="-170090.79">18382 13752 650 0,'4'-9'710'0,"0"-1"-165"0,1 5-90 15,-5 5-28-15,8-4-22 0,-8 4-35 0,6 6-18 16,1 0-40-16,-4 2-39 0,4 4-28 0,0 1-25 16,1 5-11-16,0 0-39 0,0 3-34 0,2 0-23 0,-3 2-26 15,1 0-17-15,1-1-19 0,0 0-8 16,-3 0-11-16,1-1-4 0,-1 0-31 0,-2-3-63 15,2-4-79-15,-3 2-69 0,-1-1-68 0,0-4-70 16,-1 0-6-16,-2-3-57 0,-2 0-33 0,-1-2 2 0,-2-2 7 16,6-4 18-16,-12 3-315 0,12-3-241 0</inkml:trace>
  <inkml:trace contextRef="#ctx0" brushRef="#br0" timeOffset="-169794">18450 14083 1031 0,'-12'-11'167'0,"1"3"34"0,1-4 31 0,1 3 28 16,-1-1-17-16,2 2 10 0,2-1-14 0,-1 2-2 0,3-1-41 15,1 1-20-15,3 7-16 0,3-12-14 0,1 4-11 16,4 4-21-16,2-2-12 0,4-1-21 0,0 2-14 15,4-3-15-15,0 1-9 0,4 2-6 0,-2-3-13 16,2 0-2-16,0 0-2 0,-1 0-9 0,0-1 5 16,-2-1-2-16,-1 1 0 0,-1-1 0 0,-2-3-2 15,-2 3 12-15,-2-3 15 0,-2 1 10 0,-1-1 12 16,-2-1 4-16,-2 1 5 0,1 0 16 0,-4 1 10 16,0-1 16-16,1 0 13 0,-2 4 10 0,0-1-4 15,0 1 3-15,0 3-18 0,1-1-8 0,-1 7-7 16,0-10 0-16,0 10 5 0,0 0-35 0,0 0 18 15,5 11-33-15,-3-1 40 0,0 1-40 0,3 6 20 16,-1 3 6-16,2 3-10 0,1-1-6 0,-1 4 6 16,3 2-27-16,0-3-11 0,-1 3-7 0,-2-5 1 15,2-2-15-15,-3 1 21 0,4-2-111 0,-4-4-84 16,0 1-78-16,0-4-113 0,-1 1-114 0,0-6-97 0,0 1-168 16,-2-3-637-16,-2-6-969 0</inkml:trace>
  <inkml:trace contextRef="#ctx0" brushRef="#br0" timeOffset="-169509.75">19163 13402 1293 0,'2'-7'922'0,"0"1"-193"15,-2 6-127-15,6-7-99 0,-6 7-66 0,0 0-63 0,0 0-31 16,4 5-39-16,-3 3-33 0,1 2-37 0,0 3 3 15,0 3-24-15,0 8 7 0,3-1-11 0,2 8 43 16,3 7-46-16,-1 1-23 0,1 2-29 0,3 1 7 16,-3 1-70-16,2 3 32 0,0-2-59 0,-3 2 2 15,3 0-66-15,-2-2 0 0,-2 0 0 0,-1-2 0 16,2-1 0-16,-2-1 0 0,-2-7 0 0,1-2 0 16,-2-1-224-16,-1-3-42 0,0-3-79 0,-1-1-46 15,0-4-60-15,-2 0-129 0,0-2-75 0,0-4-135 16,0-1-637-16,-1-2-1034 0</inkml:trace>
  <inkml:trace contextRef="#ctx0" brushRef="#br0" timeOffset="-169274.63">19525 13753 864 0,'1'-14'860'0,"2"2"-143"0,-1 1-156 0,-2 3-91 0,2-1-65 16,0 3-53-16,-2 6-52 0,0-11-27 15,0 11-3-15,4-5-40 0,-4 5 8 0,0 0-50 16,6 6-1-16,-2 0-39 0,0 1 11 0,0 4-59 0,1 2 4 16,0 0-51-16,1 3 17 0,-1 1-12 0,2 0-12 15,-2 2-10-15,0-3-9 0,-1 1-8 16,4-1-51-16,-5-2-86 0,1 1-68 0,0-1-76 16,1-2-101-16,-2-2-98 0,-2 1-68 0,3-2-48 0,-3 1-82 15,3-4-451-15,-4-6-727 0</inkml:trace>
  <inkml:trace contextRef="#ctx0" brushRef="#br0" timeOffset="-169093.59">19700 13749 765 0,'1'-6'745'0,"-1"6"-171"0,3-10-126 0,-3 10-45 16,0 0-21-16,0 0-40 0,0 0-26 0,6 4-40 16,-6-4-31-16,1 10-35 0,1-2-20 0,0 2-29 15,0-1-25-15,0 2-20 0,-1 1-19 0,2-1-14 16,3 4-17-16,-3 1-14 0,-1-3-12 0,2 0-7 15,0 2-11-15,0-4-60 0,-1 0-89 0,-1 2-89 16,4-3-93-16,-4 0-101 0,0-1-77 0,2-1-131 16,-1-2-475-16,-1 0-710 0</inkml:trace>
  <inkml:trace contextRef="#ctx0" brushRef="#br0" timeOffset="-168859.84">19995 13653 434 0,'3'-12'853'0,"-3"12"-192"0,1-7-118 0,-1 7-89 16,0 0-34-16,0 0-37 0,0 0-27 0,0 0-33 15,0 0-56-15,6 7-20 0,-4 1-29 0,-1 0 1 0,0 3-55 16,4 3-1-16,-1 0-54 0,1 2-4 0,2 2-21 16,2 1-21-16,-2 0-11 0,0 2-8 0,-1-3-5 15,3 1-15-15,-4-4-7 0,0 2-43 16,2-4-81-16,-2 2-72 0,1-2-79 0,-3-3-93 0,-1 2-68 15,1-1-54-15,-2-3-96 0,-2 1-111 0,-1-3-314 16,0 1-591-16</inkml:trace>
  <inkml:trace contextRef="#ctx0" brushRef="#br0" timeOffset="-168493.85">19899 13897 496 0,'-5'-4'765'0,"5"4"-166"0,-6-7-107 0,6 7-96 16,-5-8-70-16,5 8-44 0,-2-7-19 0,2 7-18 15,4-7-11-15,3 2-18 0,-1 1-26 0,4 0-19 16,4-2-10-16,-1 1-31 0,5-1-18 0,-1 0-24 16,4 0-13-16,2-1-20 0,0 0-5 0,-1 0-14 15,4-1-7-15,0-1-7 0,1-1 2 0,-4 1-7 16,-2 0 1-16,-1 0-8 0,1-2 2 0,-5 1-6 16,-2-1 5-16,-1 1-5 0,-3 1 2 0,2-1-8 15,-6 0 6-15,3 0-7 0,-5 1 0 0,2-1 3 0,-3 0 0 16,-2 0 3-16,2 1 16 0,-3 2 14 15,1-2 4-15,-1 9 10 0,1-13 13 0,-1 13-7 16,0-12-3-16,0 12-10 0,0-9-1 0,0 9-8 0,0-9-3 16,0 9 3-16,0 0 13 0,0 0 4 0,0 0 10 15,4 6 10-15,-4 2 6 0,3 2-33 0,-1 0 34 16,1 5-30-16,-2-1 36 0,3 1-45 0,1 3 21 16,0 1-42-16,0 1 26 0,-1 0-37 0,3 0 12 15,-2 1-26-15,2-2-37 0,-3 0-75 0,1 0-59 16,0-2-70-16,1-2-97 0,-1 0-89 15,0 1-49-15,0-2-64 0,-1-3-107 0,1 0-511 0,-3-3-781 16</inkml:trace>
  <inkml:trace contextRef="#ctx0" brushRef="#br0" timeOffset="-168110.9">20620 13569 326 0,'1'-11'445'16,"-1"3"-77"-16,0 1-81 0,-1-1-19 0,1 1-54 0,0 7 23 0,-2-12-24 0,2 12 29 0,-2-9 16 0,2 9 23 0,-1-10 5 15,1 10-25-15,0-7-24 0,0 7-31 0,0 0-18 16,0-9-28-16,0 9 17 0,0 0 7 0,0 0 3 0,0 0 1 16,0 0 3-16,0 0-7 0,3 9 2 15,-3-9-21-15,0 12-5 0,2-4-19 0,-2 1 2 16,1 2 1-16,-1 2 13 0,2-2-37 0,0 3 12 15,-1 1-48-15,3-1 23 0,-1 3-49 0,1-3 17 16,0 1-36-16,1 0 17 0,1-1-30 0,-1-1 93 16,2 0-14-16,0-2 57 0,3 1-53 0,-2-2-15 15,2 0-10-15,4-2-15 0,-1 1-11 0,4-3-48 0,-2-4-10 16,4 1 0-16,-1-1 0 0,1-2 0 16,-1-2 0-16,3-1 0 0,-4 1 0 0,2-4 0 0,1-2-119 15,-3 1-81-15,-1-3-46 0,-3 1-102 0,2-1-43 16,-3-2-64-16,-3 0-78 0,-2-1-58 0,-2 1 3 15,-2 1-20-15,0-2-54 0,-2 3-416 0,-1-2-693 16</inkml:trace>
  <inkml:trace contextRef="#ctx0" brushRef="#br0" timeOffset="-167944.01">20910 13497 397 0,'-6'-1'511'0,"6"1"-86"0,-13-5-65 0,13 5 32 16,-8 6 12-16,5-1-30 0,-3 2 18 0,2 2-10 15,2 3-21-15,-3 3-28 0,4 2-50 16,1 1-10-16,1 1-30 0,0 4 20 0,4 2-60 0,-1 0-18 15,1-1-37-15,2 4-25 0,-1-3-29 0,0-2-18 16,-1 1-21-16,1-4-45 0,-3 3-75 0,1-4-69 16,0-4-86-16,-4 1-100 0,0 1-130 0,-4-2-123 15,-1 0-252-15,-3 1-336 0,-3-2-777 0</inkml:trace>
  <inkml:trace contextRef="#ctx0" brushRef="#br0" timeOffset="-167244.1">18552 15056 327 0,'-1'-13'680'0,"0"1"-105"0,0 3-75 0,1 2-74 0,-2 0-61 0,2 7-33 0,-2-12-26 0,2 12-19 16,-4-7-4-16,4 7-20 0,0 0-45 0,-11 4-20 15,8 0-33-15,-4 3 3 0,2 1-56 0,1 1 8 16,1 3-55-16,1-2 24 0,0 3-52 0,-1-1-2 0,3 0-7 16,1 1-6-16,2-1 37 0,0-1 7 0,-1 0 11 15,5-1 5-15,-2-2-6 0,5 1 0 0,-1-5-5 16,1 0-3-16,3-2-12 0,1-1-13 15,0-2-8-15,1-2 30 0,2-3-55 0,-2-2 43 0,0-2-50 16,0-3 35-16,-1-1-48 0,-4-2 42 0,0-1-45 16,0-1 42-16,-6 2-43 0,0 0 42 0,-3 0-45 15,-1 0 41-15,-2 0-45 0,-2 2 44 0,-1 0-42 16,-3 3 42-16,-1 0-42 0,1 3 40 0,-2 0-45 16,0 3 46-16,1 2-47 0,-2 0 44 0,11 3-58 15,-22 2 36-15,9 2-21 0,4 0-24 0,0 2-79 16,0 1-15-16,4 2-80 0,0 1-85 0,4 1-99 15,-1 0-76-15,4 2-87 0,0-1-174 0,2 1-327 16,5-2-685-16</inkml:trace>
  <inkml:trace contextRef="#ctx0" brushRef="#br0" timeOffset="-166993.37">19046 14797 379 0,'7'-10'847'16,"0"3"-179"-16,-2 1-116 0,-1 1-108 0,-4 5-33 16,9-7-19-16,-9 7 0 0,12 0-64 0,-12 0 5 15,11 6-79-15,-5 0 12 0,2 1-86 0,-1 3 12 0,2 3-70 16,-2-1 26-16,0 4-32 0,0-1-21 0,-1 1-61 16,1 0 41-16,-2-2-67 0,0 5 30 15,-3-4-105-15,1 2-25 0,-1-1-93 0,-2-3-69 0,2 0-91 16,-4 0-81-16,1-1-21 0,-3-2-57 0,2-1-33 15,-3-2-40-15,0-1-316 0,-2-2-453 16</inkml:trace>
  <inkml:trace contextRef="#ctx0" brushRef="#br0" timeOffset="-166694.23">19033 14962 90 0,'-11'-10'608'16,"3"1"-107"-16,1 2-53 0,0 0-44 0,0 0-53 0,3 1-62 16,4 6-22-16,-7-8-1 0,7 8-13 15,0 0-13-15,7-6-25 0,-7 6-25 0,12 0-29 0,-12 0-32 16,21 0-29-16,-8 0-18 0,1 0-14 0,0 0-16 15,1 0-8-15,0-2-12 0,-2-1-4 0,3-1-5 16,-3 2 0-16,4-2-4 0,-4-2-3 0,-1-2-2 16,1 0-2-16,-3-2-1 0,2 1-1 0,-2-2-3 15,-2-1 8-15,-1 0 4 0,1 0 24 0,-3-1 4 16,-1 2 34-16,0 0-12 0,-2 2 14 0,3-1 10 16,-3 4-6-16,0-2-15 0,1 0-7 0,-3 8-15 15,4-7 19-15,-4 7 3 0,0 0 40 0,3 5-33 16,-1 3 38-16,-1 2-57 0,2 3 37 0,-1 4-43 15,1 3 24-15,2 2-51 0,-1 1 34 0,1 0-52 16,-1 3 39-16,1-4-48 0,1 0 35 0,-2 0-41 0,2-3 32 16,-1-2-73-16,1-1-40 0,-4-3-115 15,3-2-93-15,-2 0-129 0,-1-4-143 0,1-1-133 16,-3-6-664-16,6 6-964 0</inkml:trace>
  <inkml:trace contextRef="#ctx0" brushRef="#br0" timeOffset="-166410.84">19618 14518 670 0,'0'0'915'0,"5"-10"-179"16,-5 10-149-16,4-9-80 0,-4 9-58 0,3-5-34 16,-3 5-60-16,0 0-8 0,0 0-23 0,14 2-40 15,-8 1 41-15,1 3-17 0,1 4 14 0,1 3-6 16,2 4 6-16,-2 3-54 0,3 6 30 0,-1 4-11 15,1 4-131-15,-1 4-156 0,-2 2 0 0,1-1 0 16,-4 3 0-16,2-2 0 0,-2-1 0 0,-1-3 0 16,3-2 0-16,-3 0 0 0,0-1 0 0,2-2 0 15,-1-2 0-15,0-6 0 0,1 1 0 0,-1-5 0 16,-2-3-40-16,1-1-357 0,-2 0-89 0,2-4-76 16,-3 0-87-16,2-2-87 0,1-1-119 0,0-2-565 15,-5-6-1025-15</inkml:trace>
  <inkml:trace contextRef="#ctx0" brushRef="#br0" timeOffset="-166010.22">20546 14658 721 0,'0'0'616'0,"-5"-9"-129"0,5 9-53 0,-4-6-64 0,4 6-30 0,0 0 10 0,0 0-12 0,0 0-17 0,-10 1-38 0,10-1-38 15,-5 11-42-15,2-4-36 0,3 3 5 0,-1 2-58 16,1 0 21-16,0 3-69 0,1-2 29 0,-1 4-57 16,1 0 29-16,1-1-54 0,-1 0 1 0,3-4-97 15,-2 1-77-15,1-1-92 0,-2-2-93 0,2 1-56 16,-1-2-77-16,1-1-81 0,-1-2-473 0,-2-6-646 15</inkml:trace>
  <inkml:trace contextRef="#ctx0" brushRef="#br0" timeOffset="-165824.1">20701 14671 443 0,'2'-9'657'0,"1"4"-162"0,-2-2-72 0,-1 7-8 15,0 0-22-15,0 0-19 0,0 0-26 0,10 4-11 0,-10-4-41 16,4 12-13-16,-3-1-69 0,1-1-1 0,-2 4-63 15,2 1 11-15,-2 2-67 0,4 0 22 16,-1-1-63-16,-1 2 22 0,1-2-53 0,-2 0 5 0,5 1-86 16,-4-2-59-16,0-1-105 0,2-3-122 0,-1 2-88 15,-1-3-157-15,1-1-614 0,-1-1-812 16</inkml:trace>
  <inkml:trace contextRef="#ctx0" brushRef="#br0" timeOffset="-165524.33">21092 14586 868 0,'0'0'809'0,"10"-6"-158"0,-10 6-141 0,6-6-69 16,-6 6-25-16,0 0-35 0,0 0-39 0,14 2-41 15,-14-2-28-15,5 7-23 0,-2 0-23 0,0 2-22 16,-1 0-38-16,-1 4-22 0,2-1 7 0,-2 2-62 16,4 3 19-16,-5-1-62 0,3 1 34 0,-2 0-60 15,2 0 33-15,-2-1-50 0,0-1 30 0,1 0-106 16,-1-2-11-16,0-3-98 0,-1 2-63 0,1-1-66 0,-1-1-69 16,-1 0-63-16,0-2-14 0,-2-1-81 15,-1 0-67-15,1-2-416 0,-4-1-629 0</inkml:trace>
  <inkml:trace contextRef="#ctx0" brushRef="#br0" timeOffset="-165359.78">20979 14848 207 0,'-10'-5'659'15,"10"5"-147"-15,-5-7-104 0,5 7-31 0,0 0-29 16,0-7-20-16,0 7-15 0,9-8-23 0,-1 3-31 0,2 1-31 16,0 1-30-16,2-2-38 0,3-2-28 0,0 1-30 15,2-1-18-15,-2 0-21 0,6-1-7 16,-2 1-21-16,0-1-11 0,1-3-52 0,-2 4-41 0,3-5-70 15,-4 3-80-15,0-1-46 0,0 0-79 0,-2-1-78 16,-2 0-85-16,0-1-371 0,-1 1-433 0</inkml:trace>
  <inkml:trace contextRef="#ctx0" brushRef="#br0" timeOffset="-165139.97">21442 14455 448 0,'0'0'609'0,"0"0"-145"0,0 0-7 0,0 0-6 15,0 0-27-15,-5 7-8 0,2-1-4 0,3 1-28 16,0-1-37-16,-1 4-39 0,0 1-35 0,-1 1-34 16,2 1-36-16,0-1-28 0,0 3 13 0,2 2-75 15,0 1 20-15,-2-1-68 0,3 1 26 0,-2-1-59 16,2 2 35-16,-1 0-65 0,-1-3-13 0,2 1-114 16,2-3-77-16,-2 0-109 0,-1 1-104 0,3-4-69 15,-2 0-60-15,-1-2-105 0,2-1-465 0,1-2-731 16</inkml:trace>
  <inkml:trace contextRef="#ctx0" brushRef="#br0" timeOffset="-164760.85">21598 14553 498 0,'0'0'640'16,"-1"-10"-155"-16,1 10-18 0,0 0-37 0,0 0-38 15,0 0-26-15,-6 8-12 0,6-8-37 0,-1 11-20 0,1-3-26 16,1 2-24-16,2-1-19 0,-2 2 9 0,2 1-78 15,1 0 19-15,1 0-78 0,-2 1 31 16,3-2-74-16,-3-2 37 0,3 1-65 0,-2-3 39 16,-1 2-50-16,4-2 42 0,-4-2-53 0,3 0 48 0,-6-5-55 15,11 4 40-15,-11-4-58 0,14-1 45 0,-14 1-49 16,14-8 47-16,-6 3-50 0,-1-1 2 0,1-3 2 16,-1 1 0-16,-1-2 9 0,2 1 2 15,-3-2 5-15,1 3 9 0,-2-3 13 0,0 3 7 0,-2-2 5 16,1 3 20-16,2 1 2 0,-2-2-9 0,-3 8-1 15,3-10 2-15,0 3-7 0,-3 7-1 0,3-6 12 16,-3 6 10-16,0 0-2 0,0 0-6 0,0 0-11 16,0 12-2-16,-2-3-3 0,2-1 35 0,-1 3-44 15,2 2 33-15,-1-1-47 0,0 2 30 0,2 0-39 16,-1 1 31-16,0 0-40 0,3-1 16 0,-1-1-84 16,-1 0-25-16,-1-1-114 0,3-3-38 0,-1 1-102 15,-1 0-96-15,1-2-85 0,-3-1-62 0,0-7-169 16,1 12-390-16,-1-12-771 0</inkml:trace>
  <inkml:trace contextRef="#ctx0" brushRef="#br0" timeOffset="-163610.83">18827 16011 426 0,'-4'-12'761'0,"0"3"-154"0,-1-1-103 0,-2 1-94 0,-5-1-65 0,1 1-34 0,-1 0-26 0,-3 1-27 0,-1-3-32 0,-3 4-24 0,0-4-30 0,0 5-17 0,1-1-23 16,4 1-19-16,-3 0-18 0,3-1-14 0,0 1-7 15,1 0-7-15,2 0 4 0,2-1-9 0,1 1-5 16,2-2 10-16,2 0-3 0,-1-1-14 0,6 0-9 15,4-1-7-15,0-1-5 0,3 0-7 0,4 2 2 16,0 0-10-16,1 2 2 0,1 3-8 0,0-1 2 16,2 3-7-16,-5 1-1 0,2 2 3 15,4 3 9-15,-5 3-10 0,2-3 1 0,-1 6-2 0,-1 1 0 16,-3 2 0-16,-3-1-3 0,1 2 5 0,-5 1-2 16,1 2 0-16,-3-1-39 0,-3 1 44 0,-1 0-35 15,-5 2 43-15,0-1-42 0,-3 1 43 0,-1-4-37 16,-4 1 43-16,2-2-12 0,-3-1-2 0,1-2 0 15,-2 0 0-15,6-2 3 0,-2-3-2 0,2 0-2 16,0-2-2-16,3-1 6 0,1 0 3 0,9-3-46 16,0 0 43-16,-14-3-44 0,14 3 46 0,0 0-44 15,7-6 48-15,-7 6-45 0,16 0 51 0,-16 0-47 16,22 0 52-16,-9 5-44 0,3-1 46 0,-2-1-50 16,4 3 51-16,-2-1-2 0,0 1-7 0,2 1-2 15,-1-1-11-15,-2 1-13 0,0-1-30 0,0 1-47 16,0-2-52-16,-4 1-63 0,1-1-73 0,-1-2-101 15,-2 2-77-15,0-4-92 0,-9-1-125 0,17 3-349 16,-17-3-617-16</inkml:trace>
  <inkml:trace contextRef="#ctx0" brushRef="#br0" timeOffset="-163094.11">19001 15750 631 0,'1'-19'586'0,"-1"3"-73"0,0 3-60 0,0 1-64 0,1 1-57 0,1 1-20 0,-2 10 8 0,0-9 16 0,0 9-28 0,0 0-7 0,2 6-24 16,0 4-39-16,0 1-18 0,-1 6-11 16,2 6-23-16,3 2-20 0,-2 0-32 0,1 6-24 0,-1-2-62 15,0 2 39-15,-1 3-26 0,-1-5-10 0,1 0-15 16,0-3-10-16,-3 2-16 0,2-5-42 0,-2 2-67 16,0-4-56-16,0-4-41 0,0 0-53 15,-2-4-29-15,0 0-54 0,-2-4-35 0,2 0 15 0,2-9-6 16,-9 6 35-16,9-6 58 0,-11-2 60 0,2-2 34 15,4-3 47-15,-4-4 17 0,2-2 45 0,-3 0 37 16,-1-2 33-16,2 0 33 0,-1 2 46 0,2 0 41 16,1 0 36-16,-1 1 28 0,-1 0 22 0,4 5 0 15,0-2-9-15,0 0-7 0,1 3-25 0,3-1-27 16,1 7-18-16,1-12-18 0,3 6-16 0,2 0-19 16,3 2-14-16,2-2-11 0,4 0-8 0,1 1-10 15,0-1 4-15,0 0-14 0,2-1 7 0,3-3-9 16,-2 3 19-16,-1-2-17 0,-1-1 11 0,0-2-10 15,0 0 18-15,-4-1-17 0,-1 0-2 0,0-2-2 16,-3-1 2-16,-2 2 2 0,-3-2 2 0,1 2 10 16,-2-1 2-16,-2 2 8 0,-1 0 3 0,0 2 16 15,0 0 6-15,-1 1-4 0,0 2 0 0,-1 1 5 16,2 7-1-16,-5-8 5 0,5 8 4 0,0 0 4 16,-10 7-6-16,8 1-13 0,0 3 14 0,0 2 0 0,2 3-12 15,0 1-11-15,1 4-1 0,3 2-12 0,0 0-9 16,2-1-6-16,0 0-36 0,-1-2 33 0,3 4-38 15,0-5-1-15,-2 0-109 0,2-1-27 0,-2-4-99 16,1 1-82-16,0-4-88 0,0 0-85 0,-1-1-29 16,-1-2-124-16,2-2-551 0,0-2-818 0</inkml:trace>
  <inkml:trace contextRef="#ctx0" brushRef="#br0" timeOffset="-162844.3">19439 15509 309 0,'4'-13'842'0,"-1"1"-204"0,0 5-101 0,-3 7-32 0,4-5-5 0,-4 5-46 0,7 5-22 0,-5 5-77 0,2 5 14 0,1 5-36 0,-1 4-16 0,2 7-36 16,-1 4-50-16,2 5-12 0,-2 4-49 0,0-1 34 16,0 2-60-16,2 0 19 0,-4-1-62 0,3 1 21 15,-1-2-64-15,-1 0 24 0,-1-1-16 0,0-8-12 16,2-1-13-16,-4 2-22 0,3-8-82 0,-3 0-75 15,3-4-73-15,-2 1-119 0,0-5-97 0,1 0-137 16,-1-2-69-16,0-3-44 0,0-1-62 0,2-4-445 16,1-1-795-16</inkml:trace>
  <inkml:trace contextRef="#ctx0" brushRef="#br0" timeOffset="-162626.74">19846 15873 27 0,'1'-11'923'0,"0"0"-187"0,2 5-127 16,-2-2-121-16,0 1-43 0,-1 7-47 0,1-8 7 16,-1 8-50-16,0 0-37 0,3-6-40 0,-3 6-37 15,0 0-39-15,7 8-38 0,-5-2-31 0,3 1-26 0,-1 4-17 16,4-1-22-16,-3 2-10 0,1 2-9 0,1 1-55 16,-1-2 46-16,2 2-58 0,-3 0 0 0,1 1-106 15,-1-1-65-15,0-3-89 0,2 2-104 16,-4-1-69-16,0-2-74 0,2 0-89 0,-2-2-490 0,-2-2-720 15</inkml:trace>
  <inkml:trace contextRef="#ctx0" brushRef="#br0" timeOffset="-162427.12">20018 15810 12 0,'0'-11'811'0,"1"3"-191"0,1 0-117 0,-2 8-56 15,1-9-4-15,-1 9-2 0,0 0-6 0,0 0-54 16,0 0-18-16,0 0-61 0,5 6-35 0,-5-6-34 15,1 13-27-15,1-4-24 0,-1 1-31 0,3 2-11 16,-2 0-25-16,1 3-19 0,1 1-20 0,-2-2-58 16,2 0 37-16,0 2-81 0,0-2-6 0,-2 1-112 15,3-1-82-15,-1-1-110 0,-1 0-116 0,-1 0-54 16,1-2-115-16,-2-1-627 0,2-1-857 0</inkml:trace>
  <inkml:trace contextRef="#ctx0" brushRef="#br0" timeOffset="-162210.14">20256 15696 782 0,'1'-8'712'0,"3"1"-150"0,-4 7-65 16,0 0-45-16,5-2-22 0,-5 2-28 0,7 5-15 16,-7-5-43-16,3 14-50 0,2-4-40 15,-1 2-35-15,0 4-29 0,1 0-27 0,3 5-26 0,-3-1-28 16,4 2-65-16,-1 0 34 0,-1 0-58 0,1 0 30 15,0-1-114-15,-1-1-32 0,-3-1-107 16,1-4-107-16,-1 2-121 0,0-3-52 0,-2 0-98 0,-2-1-129 16,0-3-304-16,-3 0-619 0</inkml:trace>
  <inkml:trace contextRef="#ctx0" brushRef="#br0" timeOffset="-161836.4">20237 15956 681 0,'0'0'486'0,"2"-10"-111"15,-2 10-52-15,8-9-29 0,-2 3-17 0,1 2-19 16,2 1-11-16,0-2-27 0,2 2-21 0,-1-1-27 16,6-2-26-16,-4 4-25 0,4-3-11 0,-1 1-17 15,2 1-4-15,-2-2-16 0,2 2-10 0,-3 0-17 16,2-1-2-16,-3 0-17 0,-1 1-3 0,0 1-10 16,0-2-1-16,-1 2-14 0,-2-2-6 0,0 1-23 15,-9 3-17-15,16-4-30 0,-16 4-13 0,11-3-13 16,-11 3-12-16,10-2-4 0,-10 2-10 0,9-3-9 15,-9 3 14-15,9-1 16 0,-9 1-7 0,0 0 27 16,4-6 1-16,-4 6 33 0,0 0-7 0,1-6 32 16,-1 6-8-16,0 0 26 0,2-8 9 0,-2 8 62 15,0 0 39-15,0-9 32 0,0 9 20 0,0 0-17 16,0 0-5-16,0 0 25 0,0 0 56 0,0 0 9 0,0 0 15 16,10 6-10-16,-6 1-18 0,-1 0-13 0,1 3-16 15,0 1-22-15,-1-1-22 0,1 2-58 0,-2 1 47 16,2 2-59-16,1-1 36 0,-2-1-64 0,-1 3 38 15,3-3-60-15,-3 0 36 0,0-2-102 0,-1 0-34 16,2-1-93-16,-2 0-103 0,2-2-105 0,-2 0-61 16,-1-8-103-16,1 12-150 0,-1-12-317 0,3 7-628 15</inkml:trace>
  <inkml:trace contextRef="#ctx0" brushRef="#br0" timeOffset="-161477.55">20786 15772 455 0,'0'-8'715'0,"0"8"-143"16,2-8-59-16,-2 8-45 0,0 0-33 0,0 0-17 16,0 0-44-16,0 0-34 0,-4 8-52 0,4-8-40 15,0 11-24-15,0-3-31 0,2 0-36 0,0 1-28 16,0 0-25-16,3-2-22 0,-2 3-8 0,1-3-15 16,1 2-12-16,0-3 1 0,-1 0 0 0,1-2-3 15,0 0-4-15,-5-4 0 0,11 6-8 0,-11-6-4 16,13 0-4-16,-13 0-8 0,19-1 0 0,-11-4-5 15,0 1-2-15,1-3-2 0,-2 1-2 0,2-3 2 16,0 0-2-16,-2-2 0 0,0 4 17 0,-2-2 16 16,-1 0 20-16,1 4-6 0,-1-2-8 0,0 2-4 15,2-1-6-15,-6 6-3 0,4-6 13 0,-4 6 7 0,0 0-4 16,5 9-8-16,-5-9-6 0,0 16-9 16,0-4-5-16,0 1-2 0,0 2 0 0,2 1 2 15,-1 3-37-15,0-2 36 0,0-1-34 0,3 1 33 0,-2-2-35 16,0 0 32-16,1-2-63 0,0-1-23 0,0 0-121 15,-2-3-8-15,0 1-97 0,2-2-53 16,-3 0-83-16,0-8-79 0,0 12-89 0,0-12-142 16,-5 7-350-16,5-7-711 0</inkml:trace>
  <inkml:trace contextRef="#ctx0" brushRef="#br0" timeOffset="-160694">24604 12012 461 0,'0'0'728'0,"-2"7"-176"0,2-7-26 0,2 9-74 0,-1-1-46 0,0 2-40 0,0 3-38 0,3 2-11 0,-2 4-43 0,0 3-34 16,2 2-37-16,2 1-36 0,-2 5-32 0,1 1-30 15,-1 1-18-15,1 1-18 0,2 1-14 0,0 6-9 16,1-1-8-16,-2 1-9 0,2-2-5 0,0-5-6 16,-1 0-10-16,0-2-40 0,1-1-80 0,0-2-111 15,1-2-109-15,-2-4-56 0,2-2-112 0,0-3-219 16,0-4-318-16,-2-1-653 0</inkml:trace>
  <inkml:trace contextRef="#ctx0" brushRef="#br0" timeOffset="-160477.83">25070 12158 614 0,'7'-8'837'0,"-4"-1"-182"0,-3 9-103 0,9-2-79 16,-9 2-42-16,7 8-35 0,-2 3-40 16,0 3-71-16,0 5-39 0,3 2-12 0,-1 7-33 15,2 1-30-15,3 7-38 0,-1 0-24 0,2 2-21 0,0-1-16 16,-2 2-16-16,3-3-7 0,-1 1-13 0,-1-1-38 15,2-4-57-15,-4-6-98 0,-1 3-136 0,0-7-86 16,-3 0-68-16,-2-2-153 0,-1-2-683 0,-1-4-890 16</inkml:trace>
  <inkml:trace contextRef="#ctx0" brushRef="#br0" timeOffset="-160139.92">25036 12583 748 0,'2'-14'589'0,"2"4"-142"15,1 1-57-15,5 0-64 0,-1 1-24 0,4 2-11 16,6-2-25-16,2 1-19 0,0 2-25 0,6-3-8 16,3 0-19-16,2 1-22 0,0-2-29 0,0 2-22 15,0-2-23-15,-2 3-20 0,0-4-14 0,-2 1-3 16,-5 0 2-16,0-1-8 0,-3 1-3 0,1-3-5 16,-2-1-7-16,-4-2-6 0,0 1 0 0,-3-1-14 15,-2-3 12-15,0 1-14 0,-5-2 3 0,-1 0-5 16,-2 2 18-16,-1 1 9 0,-1 1 10 15,-1 2 18-15,-1 1 10 0,0 1-6 0,-1 2 1 16,-1 0-5-16,2 3 13 0,2 6-3 0,-8-3-21 0,8 3 23 16,-9 11-38-16,7-3 20 0,0 7-29 0,2 4 33 15,2 4-10-15,0 4-14 0,6 4-10 0,2 7-5 16,0 1-7-16,2 0-1 0,-1-1-5 0,3-1-1 16,0 1-9-16,-1-2-33 0,0-2-51 0,-2-5-75 15,0-3-69-15,-1-1-110 0,-1-2-109 0,-3-4-91 16,-1-4-105-16,-2 1-740 0,-2-2-974 0</inkml:trace>
  <inkml:trace contextRef="#ctx0" brushRef="#br0" timeOffset="-159778.14">26145 12104 707 0,'1'-20'622'16,"-1"4"-63"-16,0 1-30 0,1 3-78 0,1-1-74 0,-2 4-68 0,1-2-67 0,-1 11-40 0,1-10 49 0,-1 10 31 0,0 0-40 0,0 11-22 15,2 2 5-15,0 6 0 0,1 12-15 16,4 13 9-16,-3 4-26 0,4 4-2 0,0 15-32 16,2-3-25-16,-1 4 12 0,0 0-33 0,-2-4 12 15,2 0-48-15,0 0 11 0,-4-11-43 0,2-3 18 0,0 1-15 16,-3-2-9-16,1-5-13 0,0-1-55 16,-1-8-92-16,0-2-108 0,-1-7-87 0,2-2-126 15,-3-5-129-15,-2-1-28 0,3-6-118 0,-1 0-647 16,-2-6-966-16</inkml:trace>
  <inkml:trace contextRef="#ctx0" brushRef="#br0" timeOffset="-159294.68">26844 12698 669 0,'15'-14'828'0,"1"0"-176"16,0-2-121-16,-1-3-73 0,0 2-35 0,-1 1-53 15,-2-3-26-15,0 0-44 0,-1 1-23 16,-2-1-37-16,-1-1-36 0,-3 0-24 0,0 2-11 0,-2 2-21 16,-3-1-26-16,-3 1-43 0,-2 2 7 0,-2 2-40 15,-2 0 17-15,-3 2-12 0,-3 2-14 0,-1 3-7 16,-3 3-8-16,0 1-7 0,1 3-1 0,-5 2-6 16,2 5-1-16,0 1-3 0,-1 5-1 0,1 3 3 15,3-1 35-15,4 1-50 0,5 1 47 16,1 0-36-16,3 0 40 0,4-3-47 0,3 1 41 0,3 0-43 15,0-3 35-15,4 2-34 0,2-3 36 16,1-3-41-16,1 2 36 0,1-6-38 0,2 0 36 0,1-3-40 16,-2-2 39-16,1-1-32 0,0-3 27 0,1-3-34 15,-1-1 35-15,0-5-39 0,0 0 37 0,-1-1-37 16,-2-2 7-16,-2-1 3 0,-2 2 3 0,0 1 8 16,-1-1 12-16,-2 4 8 0,-1-1 4 0,-1 3 2 15,1-1-7-15,-1 1-3 0,1 1 1 0,-5 7 1 16,5-6 4-16,-5 6 0 0,0 0-3 0,5 11-6 15,-5-1 19-15,0 5 42 0,0 4-41 0,0 2-3 16,0 6-6-16,0 1-6 0,0 2-1 0,0 3-3 16,2 1-2-16,-2 0-27 0,1 1 28 0,0-1-73 15,-1-7-3-15,0 3-51 0,0-3-63 0,0-2-62 16,1-4-100-16,1-1-105 0,-2-3-56 0,1 0-32 16,0-6-77-16,1-1-77 0,0-4-335 0,-2-6-628 15</inkml:trace>
  <inkml:trace contextRef="#ctx0" brushRef="#br0" timeOffset="-159093.56">27249 12528 82 0,'10'-38'679'0,"-2"7"-84"0,2 5-33 0,-3 2-33 0,-2 5-89 0,0 2-80 0,-1 4-36 0,1 3 14 0,0 4-14 0,-5 6-26 16,0 0-16-16,13 6-15 0,-7 6-15 0,-1 7-18 15,3 3-32-15,-2 9 25 0,3 7-65 0,1 1 8 16,-1 3-67-16,2 1-18 0,0-2-16 0,-1 0-15 15,-1-1-36-15,0-2 7 0,0-5-76 0,-2-3-90 16,0-3-70-16,-3-4-100 0,2-3-98 0,-2-1-113 16,-3-5-107-16,-1-1-772 0,-1-4-1004 0</inkml:trace>
  <inkml:trace contextRef="#ctx0" brushRef="#br0" timeOffset="-158710.33">27192 12772 227 0,'-4'-10'855'15,"1"3"-206"-15,2-1-129 0,1 8-104 0,1-8-37 16,-1 8-36-16,12-8-23 0,-2 5-33 0,3 2-4 16,2-3-49-16,4 1-2 0,2 1-64 0,2-1-28 15,4 0-30-15,2 0-21 0,4-2 17 0,0-1-57 16,1 2 34-16,1-4-45 0,-3 1-4 0,0-2-68 16,-1-2-42-16,-4-4-77 0,-3 1-74 0,-2-2-79 15,-4-1-52-15,-6 0-5 0,-1 1-47 0,-2-3-10 16,-3 3 7-16,-2 1 37 0,-3 1 58 0,2 3 71 15,-3-3 110-15,0 5 108 0,0-2 84 0,0 3 76 16,0-2 53-16,0 10 64 0,0-14-26 0,0 14 8 16,1-9 34-16,-1 9 40 0,0 0 14 0,0 0-17 15,0 0 6-15,14 2-48 0,-10 5-20 0,0 3-6 16,0 2-13-16,1 2 42 0,-1 5-70 0,-2 0 14 16,4 3-60-16,-3 2 21 0,-1-1-44 0,2 4-14 15,-1-2-12-15,-2 0-11 0,2 2-10 0,-1-2-13 16,1-1-13-16,-2 0-9 0,1-3-58 0,-1-2-5 15,1-1-89-15,2-1-50 0,-1-3-52 0,-1 0-95 16,3-2-81-16,2-4-84 0,-1 0-49 0,4-4-95 16,-1 1-645-16,-9-5-870 0</inkml:trace>
  <inkml:trace contextRef="#ctx0" brushRef="#br0" timeOffset="-158394.65">28050 12515 201 0,'2'-9'853'0,"-1"0"-204"0,-1 9-80 0,0 0-69 15,0 0-43-15,0 0-49 0,0 0-13 0,0 0-58 16,-1 14-48-16,1-6-30 0,2 2-28 0,1 2-29 16,1 3-29-16,2-2 18 0,4 2-70 0,-1 1 15 15,4-1-60-15,1-2 23 0,0-1-54 0,-1-5 33 16,2 2-50-16,-1-4 30 0,2-1-46 0,0-3 37 0,0-1-49 16,1-2 38-16,-1-2-46 0,0-3 40 15,1-5-47-15,0 2 43 0,-3-5-44 0,1 1 45 16,-3-4-36-16,0 0 41 0,-3-1-34 0,0 0 53 15,-2 1-19-15,0 2 53 0,-2 3-6 0,-1 0-4 16,-1 3-11-16,1 1-12 0,-2 1-2 0,-2 8 20 16,0 0-2-16,0 0-6 0,-4 6 27 0,-1 5-54 15,-1 3 28-15,-1 7-47 0,-1 2 36 0,1 7-49 16,-1 2 39-16,2-2-44 0,-2 3-4 0,3 1-22 16,0-1-75-16,1 2-80 0,2-3-98 0,-2 1-101 15,1-1-156-15,-2-2-128 0,0-1-152 0,-4-3-635 0,-1 0-1065 16</inkml:trace>
  <inkml:trace contextRef="#ctx0" brushRef="#br0" timeOffset="-157710.48">24933 13839 613 0,'2'-18'598'0,"-2"2"-73"0,0 4-51 0,-2-1-52 0,0 1-26 0,-2 2-27 0,0 1-27 0,-2 1-20 0,-1 3-21 0,0 2-34 0,7 3-28 16,-18 0-28-16,9 6-38 0,-4 4-7 0,4 2-44 16,-1 4-17-16,2 3-27 0,2 1-10 0,2 3-10 15,3-1 67-15,2 0-29 0,2 3 45 0,3-3-53 16,3 0 28-16,1-2-43 0,4 1 31 0,4-2-44 15,1-1 34-15,2-5-50 0,-1-3 33 0,3-1-42 0,-1-5 22 16,-2-1-41-16,1-1 32 0,-2-5-46 16,3-1 33-16,-3-5-40 0,-2 0 37 0,-1-4-43 0,-3-1 3 15,-2-2 1-15,-4 2 1 0,-2-3 2 0,-4-1 1 16,-2 0 4-16,-2 0-4 0,-4-1 2 0,-5 0-27 16,-1 3 33-16,-2-2-1 15,-2 5-2-15,0 2 1 0,-3 0 6 0,2 3-39 0,1 2 32 0,1 3-27 16,0 3 32-16,3 2-1 0,-4 1-1 15,4 3-7-15,2 4-29 0,1 1-29 0,3 3-45 16,2 0-65-16,4 0-44 0,2 1-67 0,6 1-58 16,3 1-69-16,1-1-66 0,2-2-31 0,6-2-101 0,0 0-594 15,1-5-809-15</inkml:trace>
  <inkml:trace contextRef="#ctx0" brushRef="#br0" timeOffset="-157188.71">25381 13714 79 0,'5'-12'914'0,"0"1"-179"0,1 3-139 0,-3-1-140 16,1 4-56-16,-4 5-17 0,7-3-17 0,-7 3-28 16,8 5-43-16,0 0-26 0,-3 3-46 0,1 3-21 15,3 3-47-15,1 3-14 0,-1 4-15 0,2 1-13 16,1 3-22-16,0 1-21 0,-2-1-10 0,0 0 26 16,-1-4-59-16,0 2 40 0,0-3-60 0,-4-1 27 15,2-2-81-15,-5-2 10 0,3-1-81 0,-3-1-10 16,-2-3-37-16,0 1-15 0,-2-3-37 0,-3 0-16 15,0-2 13-15,-1-3 29 0,6-3 40 0,-18 1 36 16,7-4 13-16,0-3 22 0,-2-3 12 0,-1-2 19 16,0-5 4-16,1-1 15 0,-2-4 5 0,0 0 19 15,1 0 33-15,3 3 40 0,-1 1 41 0,5 2 42 16,-2 2-16-16,3 3-17 0,2 0-24 0,0 2-17 16,4-1-14-16,3 3-13 0,0 0-11 0,5 0-4 15,3 2-4-15,1 0-2 0,2 1-5 0,4 1-5 16,-1 0 0-16,2-2-6 0,0 4-1 0,-1-3 1 0,1 0-4 15,-1 1 3-15,1-1 4 0,-3 0 8 16,0-2-4-16,0 1 0 0,0-2-5 0,-3 0-1 16,2-3 1-16,-2 2-5 0,0-3-1 0,-3-2-2 0,-1 2-2 15,1-3 16-15,-3-1-19 0,-2 0 25 0,1 2-2 16,-3-2 43-16,-1 3-32 0,3 2 30 16,-3-2 44-16,0 3-56 0,1 2-3 0,-1-1 40 15,-2 7-51-15,2-6 15 0,-2 6 6 0,0 0-7 16,2 10-2-16,-2-1 4 0,3 4-8 0,-1 2-24 15,2 7 15-15,0 2-7 0,2 1-10 0,1 2-6 16,-1 3 37-16,1-4-51 0,0-2 39 0,-1-3-47 16,1 2 39-16,-2-4-43 0,0-5 22 0,-1 1-99 15,2-3-36-15,-2-3-131 0,0-1-174 0,1-3-122 0,-5-5-90 16,7 3-743-16,-7-3-984 0</inkml:trace>
  <inkml:trace contextRef="#ctx0" brushRef="#br0" timeOffset="-156960.93">26104 13337 588 0,'6'-13'883'0,"0"3"-196"0,-3 1-114 0,-3 9-52 0,8-5-11 0,-8 5-80 0,8 8-42 0,-6 2-7 0,1 5-58 0,-2 4 5 16,0 6-53-16,1 2-24 0,-1 8 3 0,0 1 12 15,2 10-69-15,-1 1 8 0,2 1-24 0,1 0-38 16,2 0-30-16,0 1-18 0,-2-2-27 0,2-1-6 15,-1-1-16-15,2-3-9 0,-2-1-14 0,-2-8-78 16,3-1-101-16,-2 0-105 0,2-3-95 0,-2-4-109 16,-1 0-151-16,3-3-79 0,-2 0-123 0,-1-3-583 15,2-4-1003-15</inkml:trace>
  <inkml:trace contextRef="#ctx0" brushRef="#br0" timeOffset="-156478.03">26829 13679 555 0,'14'-11'847'0,"-5"2"-152"16,0-1-110-16,0 1-85 0,-2 2-52 0,1-2-79 0,-2 1-15 16,1 0-82-16,-1 0-35 0,-2 2-23 0,0-2-28 15,-2 2-15-15,0-2 23 0,-4 1-68 16,1 1 29-16,-4 1-61 0,-3 1 29 0,-1 1-53 15,-5 2 27-15,-2 3-41 0,-4 2 30 0,-3 2-51 16,-1 1-5-16,-3 5-7 0,1 0-3 0,0 1-1 16,4 1-4-16,-1 1-2 0,7 0-28 0,1-1 32 15,5 0-7-15,0 1 0 0,4-2 6 0,2 0 7 16,4 0 5-16,1-2-3 0,3-1 4 0,1 0-5 16,5-3-7-16,-1-1-10 0,3-3-6 0,0-1-10 0,1-2-5 15,4-3 1-15,-2-2-2 0,0 0 5 16,2-7-4-16,0 1 1 0,-4-3-4 0,2-1 4 0,-4-2 5 15,1 0 30-15,-5 3-34 0,3-3 46 16,-3 5-30-16,-3-2 44 0,4 2-23 0,-3 3 22 16,-1 0-42-16,-1 1 30 0,1 1-38 0,-4 7 48 0,4-5-20 15,-4 5 48-15,0 0-35 0,-1 16 4 0,-2-3 29 16,2 5-23-16,-2 7 21 0,2 3-13 16,1 5 1-16,-1 3-1 0,2 1-4 0,-1 1 34 15,3-1-59-15,1 0 38 0,-2-2-53 0,1 0-9 0,1-3-58 16,-1-1-48-16,0-6-103 0,-2-1-45 0,3-5-103 15,-3-1-93-15,2-2-115 0,-2-1-43 16,0-5-99-16,3 0-694 0,-4-4-1001 0</inkml:trace>
  <inkml:trace contextRef="#ctx0" brushRef="#br0" timeOffset="-156260.72">27275 13595 801 0,'5'-12'962'0,"1"2"-217"0,-2 3-124 0,-4 7-94 0,8-4-51 0,-8 4-44 0,7 4-31 0,-4 2-27 0,-1 5-21 0,0 0-21 16,0 3-45-16,0 5-45 0,-1 4 51 0,1 1-58 15,2 7-9-15,0 3-48 0,1-4-25 0,1 5-40 16,0-3-25-16,0 1-21 0,-1-3-63 0,0-1-106 16,0-3-58-16,-1-2-150 0,0-1-52 0,-3-4-107 15,1 0-125-15,-4-3-80 0,-2-2-111 0,-1 1-631 16,-3-3-1021-16</inkml:trace>
  <inkml:trace contextRef="#ctx0" brushRef="#br0" timeOffset="-155944.18">27139 13930 326 0,'-2'-14'820'0,"2"6"-173"0,0-3-122 0,2 3-119 16,1 0-55-16,2 2-34 0,2 0-27 0,2 1-31 15,3-1-33-15,3 0-13 0,3 1-19 0,3 1-6 16,4 0-13-16,1-3-29 0,6 1-21 0,0 0-20 15,2 0-25-15,-2-1-12 0,0 1-15 0,1-4-5 16,-5 3-15-16,2-3-3 0,-5-2 1 0,0-1-12 16,-5-2-9-16,2 0-2 0,-7-1-9 0,-1-1 0 15,-2 2 40-15,-2-2-47 0,-2 2 42 0,-3 1-45 16,-1 1 44-16,-2 3-47 0,3-1 46 0,-1 3-49 0,0 0 49 16,-3 1-41-16,-1 7 67 0,3-6-31 15,-3 6 56-15,0 0-41 0,-3 10 55 0,3 1-20 16,-1 1 0-16,0 7 0 0,1 2-18 0,0 4 10 15,2 8 33-15,1-2-32 0,1 3 26 0,-1 1-49 16,4 0 26-16,-1-1-48 0,2 0 27 0,-2-3-51 16,1-3-16-16,-2-4-126 0,2-1-30 0,-3-4-111 15,1-1-84-15,-1-5-70 0,-1 0-90 0,1-3-96 16,-2-2-769-16,-2-8-992 0</inkml:trace>
  <inkml:trace contextRef="#ctx0" brushRef="#br0" timeOffset="-155577.27">27965 13665 10 0,'1'-11'922'0,"0"3"-235"0,-1 1-107 0,0 7-52 0,0 0-15 15,0 0-44-15,0 0-39 0,-2 5-35 0,0 3-69 16,1 0-34-16,1 4-55 0,-1 0-1 16,0 2-22-16,3 2-22 0,-2 0-25 0,5 1 2 15,-1 0-62-15,0-3 21 0,4 1-43 0,-1 0 23 0,2-3-53 16,3 0 27-16,-1-4-49 0,1 0 29 15,2-3-44-15,1 0 31 0,0-5-43 0,1 0 34 16,2-3-41-16,-2 0 32 0,4-5-41 0,-1-1 2 0,-3-3 2 16,1 0 0-16,-2-2 1 0,-1-3 4 15,-3-1 33-15,0-1-41 0,-1-1 37 0,-1 1-31 16,-4 4 29-16,2-1-38 0,0 4 39 0,-3 0-40 0,1 2 36 16,-1 1-43-16,-1 1 41 0,-3 8-21 0,5-6 62 15,-5 6-29-15,1 8 25 0,-1-1 11 0,0 5-5 16,0 4-34-16,0 3 40 0,0 2 1 15,1 6-10-15,-1-1-15 0,2 3 31 0,-1 0-53 0,0 0 40 16,2 0-59-16,-1-3-12 0,0-1-140 16,-1 2-69-16,0-4-110 0,0-3-121 0,-1-1-153 0,0-2-120 15,-3-2-174-15,-4 1-570 0,0-4-1082 0</inkml:trace>
  <inkml:trace contextRef="#ctx0" brushRef="#br0" timeOffset="-154793.93">25119 14818 1013 0,'2'-9'811'0,"-1"0"-177"0,-1 9-149 0,4-9-89 0,-4 9-26 0,0 0-33 0,0 0-26 0,0 13-73 0,0-6 1 16,0 4-64-16,0 2 7 0,-1 4-51 0,0 2-6 0,1 0-63 16,0 3 28-16,2 2-41 0,-2 2 13 0,3-2-53 15,-2 4 1-15,0-3-5 0,2-2-37 0,-2 2-73 16,3-3-114-16,-4-2-128 0,4-3-106 0,-3-1-128 16,3 1-682-16,-1-6-870 0</inkml:trace>
  <inkml:trace contextRef="#ctx0" brushRef="#br0" timeOffset="-154593.83">25478 14759 730 0,'6'-7'711'0,"-6"7"-97"0,12-2-66 0,-7 6-65 0,-1 4-48 16,1 4-50-16,-1 4-15 0,2 5-86 0,0 3-5 15,-2 4-67-15,5 2 25 0,-1 4-83 0,-2-3 15 16,2 2-78-16,0-1-14 0,-1 1-17 0,1-2-27 15,-2-2-37-15,-2-2-53 0,-1-4-53 0,-1 0-81 16,0-3-88-16,-4-2-107 0,0-2-43 0,-5 0-80 16,-2-2-69-16,-1-4-460 0,-1-2-652 0</inkml:trace>
  <inkml:trace contextRef="#ctx0" brushRef="#br0" timeOffset="-154294.95">25351 15209 56 0,'-5'-12'658'0,"3"1"-120"0,2 0-100 0,2 1-46 16,3 1-46-16,7-2-24 0,-1 1-28 0,5 1-32 0,4-1-35 15,3 2-30-15,5-1-18 0,3 1-26 16,2 0-30-16,0 0-24 0,3-1-19 0,4 1-17 0,-6 0-13 16,1-2-10-16,-2 0-7 0,-2-2-6 15,-1-1-6-15,-5 1-3 0,0-5-5 0,-3 0-5 0,-2-4-2 16,-6 1-3-16,2-2 0 0,-7 0-1 0,-3 2 0 16,-1-4-1-16,-2 2 6 0,-3 3 4 15,0-1 1-15,-1 1 16 0,-2 2 8 0,0 2 18 16,1 2-4-16,-1 3 11 0,3 0 8 0,-4 5 45 0,4 5-22 15,0 0 37-15,-9 5-45 0,6 6 34 0,0 4-59 16,2 4 37-16,2 6-11 0,-1 0 1 0,3 9-13 16,2-1-11-16,0 1-54 0,0 1 41 0,0 0-52 15,0-2-4-15,-1 1-10 0,2-2-24 0,-3-2-34 16,1-2-49-16,-2-4-70 0,-2 0-100 0,0-3-116 16,0-2-79-16,0-2-155 0,-2 0-532 0,0-4-786 15</inkml:trace>
  <inkml:trace contextRef="#ctx0" brushRef="#br0" timeOffset="-154010.62">26586 14641 1025 0,'1'-12'939'0,"0"1"-191"0,1 2-170 0,0 4-109 0,-2 5-51 0,0 0-43 0,0 0-34 0,10 8-45 16,-6 7-10-16,0 5-65 0,1 4 17 0,0 9-33 0,2 0-43 15,0 9-34-15,-3 0-53 0,3 1 13 0,-1 1-50 16,0-5 24-16,-3-2-43 0,-2 0-2 0,2-2-8 16,-3 0-5-16,0-6-5 0,-3 3-115 15,2-5-30-15,-2-2-80 0,-2-2-60 0,2-2-82 0,-1-3-94 16,0-2-59-16,-3-2-100 0,2-2-641 0,-5-2-869 15</inkml:trace>
  <inkml:trace contextRef="#ctx0" brushRef="#br0" timeOffset="-153394.52">27341 14922 573 0,'12'-13'707'0,"0"0"-142"0,-3 0-76 0,0 0-78 15,-1 0-34-15,0 1-31 0,-3-1-22 0,-1-1-40 16,-2 1-23-16,-2-1-56 0,-2 3-1 0,-2-5-47 16,-3 4 5-16,-3-1-35 0,0-3-10 0,-3 5-7 0,-4-2 2 15,0 5-16-15,-3 1-15 0,3 3-2 0,-3 3-19 16,1 1-6-16,-1 3 50 0,-1 1-55 15,2 6 39-15,0-1-57 0,4 4 32 0,-1 2-11 16,5 1-8-16,3 1-12 0,3 0-4 0,1-1-4 0,4 1-6 16,5 1-5-16,0-3-40 0,1 1 49 0,3 0-39 15,3-4 40-15,0 1-47 0,-1-6 30 0,5 1-60 16,-4-4 43-16,2-2-16 0,-1-2-10 0,1-2 2 16,0-2 4-16,2-4 2 0,-4 0 2 15,4-6 6-15,-5-1 3 0,2 0-41 0,-3-5 56 0,-1 1-43 16,0-1 53-16,0 1-40 0,-4 0 47 0,2 4-41 15,-2 0 18-15,-1 2 9 0,-2 4-2 16,3-1 4-16,-1 1 40 0,-1 3-42 0,-3 6 67 16,0 0-42-16,2 6 41 0,-2 5-42 0,0 1 39 0,0 8 7 15,1 3-13-15,1 5-9 0,-2 1-3 0,2 4-9 16,0 2-41-16,-1 2 39 0,3-3-42 0,-2 0 34 16,2-1-38-16,-3 0-33 0,2-6-73 0,1-1-74 15,-2-2-111-15,-2-1-153 0,3-4-118 0,-2-3-152 16,0 0-588-16,1-4-919 0</inkml:trace>
  <inkml:trace contextRef="#ctx0" brushRef="#br0" timeOffset="-153177.35">27755 14640 489 0,'10'-15'949'0,"-3"2"-233"0,-1 6-90 0,-1 4-56 0,-5 3-60 0,16 2-56 0,-9 5-52 0,2 4-5 0,3 8-77 0,-1 5-3 0,1 4-80 16,-1 2 11-16,-1 6-75 0,1 1 3 0,0 0-65 16,-4-4 3-16,0-2-77 0,-3 1-30 0,1-4-140 15,-2-3-87-15,-1-2-87 0,-3 3-132 0,-3-3-103 16,-1-2-93-16,-3-2-150 0,-1-1-409 0,-2-1-803 16</inkml:trace>
  <inkml:trace contextRef="#ctx0" brushRef="#br0" timeOffset="-152861.04">27631 15069 253 0,'-7'-10'786'0,"1"3"-164"0,3-1-117 0,-1 3-105 0,4 5-54 15,2-9-22-15,-2 9-23 0,11-9-23 16,-1 6-28-16,6-1-37 0,1 2-36 0,3-2-25 16,7 1-31-16,0 2-25 0,1-4-18 0,7 1-14 15,1-2-12-15,-1 0-9 0,5-3-9 0,1-2-3 0,-4-1-7 16,-1-2-6-16,-3-1-2 0,-6-1-9 0,-2-1-6 15,-3 0-1-15,-3-1-2 0,-2-2-1 16,-4 2 0-16,-1 1 5 0,-4 1-3 0,-3 1-7 0,0 1 7 16,-1 3 2-16,-1 1 0 0,-1-1 2 15,2 3 0-15,-3 1 11 0,-1 7 26 0,0 0 7 0,0 0 49 16,0 0-28-16,3 9 43 0,-2-1-10 0,2 7-2 16,-1 0-18-16,1 2-15 0,2 3-14 0,-1 3-12 15,1-1-5-15,1 3-9 0,-1-3-20 0,-1 3-28 16,1-4-81-16,-1-1-47 0,-1-3-76 15,-2 1-90-15,2-1-85 0,-1-4-48 0,-2-2-110 0,-2 1-142 16,-1-3-281-16,2-3-574 0</inkml:trace>
  <inkml:trace contextRef="#ctx0" brushRef="#br0" timeOffset="-152524.65">28413 14731 342 0,'3'-13'735'0,"1"0"-158"0,-2 5-79 0,1 2-44 0,-3 6-22 15,4-9-15-15,-4 9-19 0,0 0-46 0,0 0-4 16,0 0-89-16,2 9-1 0,-2-2-31 0,3 3-31 16,-2 0-29-16,4 5-30 0,0-3-23 0,2 1-23 15,-1 1-15-15,2-3-16 0,2 0-5 0,-1-1 4 16,1-2-6-16,2-2-8 0,-2-1-7 0,0-1-6 16,3-2-5-16,-3-2-6 0,3-3-10 0,0-1-13 15,0-2-3-15,-1-1 4 0,-2-3-5 0,2-2-3 16,-1 0 5-16,-2-4-3 0,-1 4-38 0,2-2 54 15,-5 1-37-15,2 1 51 0,-2 2-42 0,0 1 42 16,-1 2-48-16,0 2 46 0,-4 5-38 0,0 0 52 16,0 0-40-16,5 7 51 0,-8 4-5 0,3 5 15 15,-1 3 5-15,-2 3-7 0,1 3-8 0,-1 3-9 16,2 3-5-16,0 3-11 0,-2-2-15 0,3 2-45 16,-4-2-127-16,3 1-54 0,-1-5-112 0,-2 1-135 15,0 1-142-15,-4-2-232 0,-1-1-472 0,-2-2-916 16</inkml:trace>
  <inkml:trace contextRef="#ctx0" brushRef="#br0" timeOffset="-151960.89">25257 15716 810 0,'2'-18'929'0,"1"3"-118"0,-2 3-179 0,2 1-119 0,-1 0-87 0,-2 5-62 0,0 6-41 0,5-6-33 0,-5 6-21 16,0 7-28-16,3 3-25 0,-2 2-31 0,0 5-26 15,2 5-34-15,0 4-24 0,0 4-19 0,3 0-55 16,0 3 30-16,1 1-43 0,1-2 35 0,-1 1-48 15,-1-2 33-15,4 0-4 0,-3-4-26 0,-1-2-82 16,-1-3-96-16,3-1-98 0,-3-4-143 0,-1-2-128 16,0 2-59-16,-2-6-110 0,1-2-517 0,-1 1-837 15</inkml:trace>
  <inkml:trace contextRef="#ctx0" brushRef="#br0" timeOffset="-151444.22">25377 16072 407 0,'5'-10'630'0,"-5"10"-103"0,3-7-76 15,-3 7-39-15,2-6-45 0,-2 6-23 0,0 0 1 16,6-6-5-16,-6 6-3 0,0 0-52 0,3 9-4 16,-3-9-64-16,1 10-20 0,2-1-61 0,-1 0 29 15,0 1-31-15,0 0-21 0,1 1-21 0,1-1-11 16,-2-1 27-16,2 1 10 0,2-2 6 0,-2 0 10 15,4-2-8-15,-2 0-13 0,3-1-21 0,1-5-15 16,2 0-13-16,1-3-16 0,1 0-10 0,1-5-38 16,0-3 34-16,2-1-40 0,-3-1 37 0,0-5-38 15,0 0 32-15,-2-1-40 0,-1-3 39 0,-2-1-6 16,-2-1 0-16,-2 2-5 0,-1-1-5 0,-4-4 6 16,0 2-11-16,-4 2-1 0,-1-2 2 0,-2 1-1 15,-3 2-2-15,-4-2-2 0,0 8 3 0,-3 2-2 16,-1 1-1-16,-2 5-2 0,-2 2 2 0,-1 5-2 15,-1 2-1-15,-2 5-2 0,-2 4-22 0,1 3-16 0,3 5 0 16,-4 4-29-16,11-2-26 0,2 6-73 16,5 0 10-16,5-2-62 0,3 0-67 0,6 1-85 15,1-3-84-15,6 5-44 0,3-3-117 0,1-1-628 16,5-4-859-16</inkml:trace>
  <inkml:trace contextRef="#ctx0" brushRef="#br0" timeOffset="-151210.72">26009 15706 1002 0,'2'-15'1020'0,"0"3"-201"0,-2 2-163 0,3 3-116 16,-3 7-87-16,2-7-70 0,-2 7-45 0,0 0-27 16,2 7-20-16,-1 3-17 0,0 1-27 0,2 4-53 15,-1 3-35-15,4 3-31 0,-1 4-24 0,5 3-55 16,-1 0 28-16,0 0-37 0,2-1 9 0,-2 2-88 15,0-4-50-15,-4-2-147 0,3 0-39 0,-2-3-110 16,-3-1-128-16,-2 0-62 0,-2-2-59 0,0 0-105 16,-5-5-406-16,1 2-758 0</inkml:trace>
  <inkml:trace contextRef="#ctx0" brushRef="#br0" timeOffset="-150895.09">25856 16040 93 0,'-9'-9'761'16,"1"-1"-185"-16,3 3-123 0,1-1-87 0,3 1-76 15,1 7-27-15,3-12-7 0,3 6-9 0,1 1-28 16,3-2-43-16,3 0-31 0,1 3-23 0,5-4-28 16,1 0-15-16,1 1-10 0,2-1 1 0,-2-1 3 0,6-3 2 15,-6 2 8-15,4-2 16 0,-2-1 13 0,-2-2 5 16,-5 2 16-16,1-1-2 0,-2-3 6 16,-2 2 13-16,-3-1 16 0,1-1 3 0,-4 5 28 15,1-3-1-15,-2 1 13 0,-2 1-18 0,1 2 40 0,-2 3-53 16,-1-2 23-16,3 3-56 0,-2-1 21 0,-2 4-65 15,-1 4 29-15,0 0-47 0,0 0 37 16,0 0-58-16,0 9 27 0,0 0-54 0,-4 6 32 0,1 0-48 16,0 4 28-16,2 0-47 0,1 1 0 0,-1 0 0 15,-1 1 0-15,2 0 0 0,0-2 0 0,0 2-78 16,0-2-92-16,0-2-27 0,0 2-111 0,0-1-10 16,0-5-88-16,0 0-97 0,0-2-107 0,0 2-24 15,-1-5-27-15,2 0-105 0,-1-8-342 0,3 9-723 16</inkml:trace>
  <inkml:trace contextRef="#ctx0" brushRef="#br0" timeOffset="-150677.62">26578 15429 813 0,'5'-13'734'0,"-1"4"-138"0,-1 3-88 15,-3 6-42-15,0 0-34 0,0 0-13 0,-2 14-47 16,1 0 0-16,-1 6-12 0,0 8-3 0,2 7-27 15,4 10-15-15,-1 3-32 0,3 2-54 0,0 3 24 16,5 10-54-16,1-1 2 0,1 0-79 0,-1 1 14 0,-1-3-68 16,1 2 23-16,-5-13-21 0,2 1-57 15,-2-5-112-15,-3-1-111 0,-2-6-70 0,3-7-108 16,-5-1-113-16,2-5-134 0,-4-5-48 0,2-2-60 0,0-3-589 16,-1-4-935-16</inkml:trace>
  <inkml:trace contextRef="#ctx0" brushRef="#br0" timeOffset="-150255.11">27230 15835 435 0,'13'-22'838'16,"-3"2"-165"-16,-2 1-100 0,-2 1-90 0,0 1-37 16,-3 1-46-16,-2 1-37 0,-1 2-32 0,-1-2-85 15,-2 1 13-15,-3 3-74 0,0-1 28 0,-2 3-70 16,-2 2 23-16,-2 4-33 0,-1 1-25 15,-2 3-25-15,-2 3-15 0,-2 2-14 0,1 4-12 0,-1 2-11 16,0 2-5-16,1 3-7 0,3-1-1 0,1 0-2 16,1 0 1-16,3 0 3 0,3-1-7 0,1-1-5 15,0-2 2-15,3 1-8 0,3-2-17 0,0-2-7 16,4 0-40-16,1-2 33 0,1-1-50 0,-6-6 56 16,13 3 5-16,-13-3 2 0,21-4 6 0,-10-1-2 15,3-4 5-15,0 1-2 0,0-4 3 0,2 0 0 16,-1-1 6-16,-2 0-1 0,0 1 0 0,-3 1 15 0,0 0 12 15,-2 3 0-15,-1 0 3 0,0 1-1 16,-1 1-7-16,-1 0-2 0,-5 6 5 0,10-3 15 16,-10 3 8-16,5 7-1 0,-2 0-2 0,-2 4 7 15,-1 0-5-15,0 8-4 0,0 2-6 0,0 4-37 16,0 0 34-16,-1 2-34 0,0 2 32 0,-1 5-41 16,1-2 30-16,0 0-7 0,-2 2-47 0,3-6-31 15,-3 0-37-15,1-2-50 0,1 0-68 0,1-3-97 0,-1-2-106 16,1-2-73-16,-1-1-74 0,-1-3-94 15,2-1-493-15,0-4-771 0</inkml:trace>
  <inkml:trace contextRef="#ctx0" brushRef="#br0" timeOffset="-150028.53">27813 15538 1023 0,'9'-14'881'0,"-2"2"-202"0,0 2-120 0,-2 4-73 0,-5 6 3 0,8-3-93 0,-8 3 1 0,3 11-33 16,0-2-29-16,-1 7-25 0,-2 1-15 0,0 5-16 16,-2 5-13-16,1 7-55 0,1-1 8 0,-2 4-74 15,2 1 9-15,-1-2-67 0,1 2-19 0,0-1-14 16,-1-1 22-16,0-2-119 0,-1 0-53 0,-2-3-95 16,1-2-101-16,-1-4-100 0,-3-1-137 0,0-4-153 0,-1-1-111 15,-1-2-716-15,0-4-1136 0</inkml:trace>
  <inkml:trace contextRef="#ctx0" brushRef="#br0" timeOffset="-149824.37">27640 15856 915 0,'-2'-10'715'0,"-1"1"-139"16,3 2-141-16,0 7-63 0,1-9-18 0,-1 9-4 0,9-9-23 15,-9 9-39-15,16-4-50 0,-4 1-42 0,1 2-34 16,6-1-30-16,1 2-23 0,1 0-17 0,7 2-25 15,-1-1-12-15,2-1-11 0,2 1-6 16,0-1-8-16,0 0-13 0,-1-1-39 0,1-2-51 0,-2 1-73 16,-2-2-94-16,0-2-101 0,-3-3-62 15,-1 2-83-15,-2-5-88 0,-3 2-434 0,-2-5-610 0</inkml:trace>
  <inkml:trace contextRef="#ctx0" brushRef="#br0" timeOffset="-149628.23">28242 15562 263 0,'0'0'885'0,"1"-8"-211"15,-1 8-135-15,2-6-107 0,-2 6 2 16,0 0-30-16,0 0-11 0,5 9-22 0,-4-2-50 0,-1 2-26 16,3 4-32-16,-3-1-22 0,1 6-8 0,-2 0-10 15,1 2-19-15,0 5-29 0,-2-3-40 0,1 4-20 16,1-1-17-16,0 0-16 0,0 0-47 0,0-1 23 16,0-1-38-16,0-2-6 0,1-1-91 0,1 1-30 15,-1-3-120-15,1 0-76 0,0-3-129 0,-1 2-123 16,0-1-76-16,-1-3-163 0,3-3-396 0,-1 2-800 15</inkml:trace>
  <inkml:trace contextRef="#ctx0" brushRef="#br0" timeOffset="-149370.71">28548 15650 179 0,'6'-16'854'15,"-1"5"-220"-15,1 0-99 0,-3 5-56 0,-3 6 5 16,5-6-27-16,-5 6-17 0,0 0-31 0,0 0-40 15,1 8-31-15,-3-1-8 0,-1 2-17 0,-1 3-14 0,-2 2-32 16,0 2-22-16,1 3 8 0,-1 0 2 16,1 0-62-16,-2 1 15 0,4 2-90 0,-1-3 33 15,2-1-58-15,0 1 25 0,2-3-16 0,3 1-34 16,0-1-68-16,3 0 0 0,4 0 0 0,2-1 0 0,4-2 0 16,1-2 0-16,3-2 0 0,3 0 0 15,-1-5 0-15,4 1 0 0,-1-2 0 0,-3-3-207 16,5-3-114-16,-3 0-48 0,0-2-83 0,2-1-91 15,-3-5-109-15,-3 2-11 0,1-2-65 0,-2-1-623 0,-4 0-953 16</inkml:trace>
  <inkml:trace contextRef="#ctx0" brushRef="#br0" timeOffset="-149178.53">28950 15706 664 0,'-2'-5'862'16,"-1"0"-156"-16,3 5-144 0,-5-5-56 0,5 5-13 15,0 0-27-15,-9 4-65 0,9-4-37 0,-6 13-2 16,3-3 4-16,-1 3 28 0,3 4-25 0,-2 1 41 15,1 4-43-15,-1 2-16 0,2 2-46 0,-2 3-62 16,0 2-243-16,0 0 0 0,-1 1 0 0,0 0 0 16,-1-2 0-16,1-1 0 0,-1-4 0 0,1 0 0 15,-4-1 0-15,1-2-155 0,-1-2-281 0,-2-1-95 16,-1 0-163-16,-1-1-130 0,-2-2-190 0,-1-2-427 16,0-3-1054-16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1:31:10.4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21722 13319 290 0,'0'0'323'0,"1"-5"-81"0,-1 5-35 0,0 0-40 0,0-6-23 0,0 6-37 0,-1-8-12 16,1 8-30-16,-3-5-2 0,3 5-26 0,-4-5 8 0,4 5-21 0,-2-6 7 0,2 6-15 15,0 0 4-15,-4-5-16 0,4 5 13 0,0 0-20 16,-8-3 17-16,8 3-22 0,0 0-1 0,0 0-37 16,-14 0-22-16,14 0-30 0,-7 3-39 0,7-3-57 15,0 0-232-15,-7 4 105 0</inkml:trace>
  <inkml:trace contextRef="#ctx0" brushRef="#br0" timeOffset="563.25">26374 13055 100 0,'0'0'285'0,"2"-6"-63"0,-2 6-43 0,0 0-29 0,0-10-32 0,0 10-21 0,0 0-16 0,4-8-17 0,-4 8-12 0,0 0-5 16,1-6-10-16,-1 6-8 0,0 0-24 0,0 0 5 15,2-7-7-15,-2 7-29 0,0 0-55 0,0 0-93 16,0 0-206-16,0 0 163 0</inkml:trace>
  <inkml:trace contextRef="#ctx0" brushRef="#br0" timeOffset="7099.51">18619 14164 98 0,'0'0'121'0,"0"0"-32"0,0 0-31 0,0 0-22 0,0 0-8 0,0 0-10 0,0 0-24 0,0 0-60 0,0 0-61 16,13 0 42-16</inkml:trace>
  <inkml:trace contextRef="#ctx0" brushRef="#br0" timeOffset="7761.94">22091 14241 128 0,'0'0'336'0,"0"0"-93"0,-2-5-42 0,2 5-45 0,0 0-23 0,0 0-34 0,-2-6-6 0,2 6-14 0,0 0 4 0,0 0-17 0,0 0 4 0,0 0-24 15,-2-6 5-15,2 6-24 0,0 0 6 16,0 0-16-16,0 0 1 0,0 0-8 0,0 0 6 16,0 0-21-16,0 0-9 0,0 0-47 0,0 0-22 0,0 0-45 15,0 0-33-15,0 0-57 0,0 0-174 16,0 0 150-16</inkml:trace>
  <inkml:trace contextRef="#ctx0" brushRef="#br0" timeOffset="15794.82">26771 14701 464 0,'0'-19'551'0,"3"2"-125"0,-2 1-37 0,0 0-44 0,-1 5-23 0,3-2-49 0,-3 3-38 0,0 0-44 0,1 2-35 0,0 0-32 0,-1 8-19 16,0-11-7-16,0 11 41 0,0 0 1 0,0 0-26 15,0 0-15-15,3 11-12 0,-2 2-11 16,0 3 39-16,3 3-18 0,-1 3-22 0,1 1-14 15,0 4-13-15,1 3-8 0,2 1-8 0,0-1-7 0,-2 0-1 16,1-1-8-16,1 1-3 0,0-1-3 0,0-1-3 16,-2-3 3-16,1-1-8 0,-1-1 3 15,0-2 2-15,-1 2-11 0,1-7 6 0,-1 2-12 16,-1-4-65-16,1 0-76 0,-2-4-57 0,1 1-35 0,-1-3-91 16,-2-8-68-16,5 9-88 0,-5-9-451 0,0 0-523 15</inkml:trace>
  <inkml:trace contextRef="#ctx0" brushRef="#br0" timeOffset="16083.13">26752 14631 179 0,'1'-17'513'16,"3"2"-137"-16,1 0-83 0,2 1-72 0,3-2-30 16,3 1-29-16,1 2-3 0,4-1-11 0,3 2-9 15,2 1-1-15,2-1 5 0,-1 4 12 0,0 1 1 16,0 3-21-16,-2 1-18 0,0 1 5 0,-2 4-10 15,0 1 27-15,1 3-23 0,-2 2-16 0,-3 3-18 16,0 0-12-16,-3 4-6 0,-3 0 27 0,-1 1-10 16,-2 3-1-16,-5-2-15 0,-1 0-13 0,-2 2-12 15,-3 0-4-15,-1 2-4 0,-5-2-8 0,-1 1 3 0,-5 0-6 16,0-1 4-16,-2-2-11 0,1-3 3 16,-3-1-7-16,2-1 10 0,-3-2-6 0,0-1 3 15,1-2-1-15,1-3-10 0,1 1-2 0,4-2-13 16,0-3-79-16,3-2-125 0,0-2-83 0,5 1-47 0,0-3-118 15,5-3-122-15,1 2-277 0,3-3-408 16</inkml:trace>
  <inkml:trace contextRef="#ctx0" brushRef="#br0" timeOffset="16378.48">27574 14391 778 0,'0'0'840'0,"2"-5"-163"16,-2 5-151-16,0 0-88 0,0 0-61 15,-9 3-46-15,4 1-57 0,-4 4-40 0,-2 1-15 0,-1 4-54 16,-3 5-26-16,-2 3-20 0,1 3 6 0,-2 6-42 16,0 2 4-16,1 3-42 0,1 0 17 0,3 2-12 15,0 1-10-15,4 0 1 0,3-5-11 0,2 0 1 16,1 2 0-16,3-2-17 0,2-5 31 0,0 3-43 15,6-1 38-15,-2-4-43 0,7-2 38 0,0-1-57 16,2-3 19-16,3-2-54 0,1-6-32 0,3-1-76 16,2-2-102-16,1-4-74 0,1-2-59 0,2-1-101 15,1-5-120-15,1-5-443 0,1-2-680 0</inkml:trace>
  <inkml:trace contextRef="#ctx0" brushRef="#br0" timeOffset="16748.49">28086 14472 363 0,'0'-14'533'0,"-2"1"-116"16,-4 2-77-16,-1 0-22 0,-2 3-7 0,-3 0-29 15,-2 3-14-15,0 0-15 0,-5 1-41 0,1 2-12 16,-1 2-20-16,-4 4-25 0,1-1-29 0,-3 2-24 16,-1 3-20-16,5 1-14 0,0 0-15 0,1 3-13 0,3 0-4 15,3 1-8-15,4 2-5 0,1-2 4 0,6 1-16 16,3-3-2-16,3 3 0 0,4-2-3 0,4-2-2 15,3 3-1-15,4-1 2 0,-2-3-2 0,5 1 1 16,0-1-3-16,-1-3 1 0,1 1-1 0,1-1-1 16,-3 0 0-16,0 0 0 0,-2-2 0 0,-2 0 0 15,-1 1 0-15,-2 1 0 0,-2 0-2 16,0-2 11-16,-1 2-10 0,-4 2 5 0,1-1-5 0,-4 2 4 16,-1 1-3-16,-1 0 5 0,-1 1 6 0,-3-1 30 15,0 3-13-15,-2-3 5 0,-2 2-11 0,-1-1 3 16,2 0-9-16,-2-2 0 0,-3 1-7 0,2-2 2 15,-2 1-6-15,0-4 5 0,0 3-9 0,-2-5 8 16,3 1-17-16,-1-2-12 0,-2-2-86 0,3 0-86 16,0-3-93-16,0-1-63 0,1-2-55 0,1-2-90 15,0-3-410-15,4 0-467 0</inkml:trace>
  <inkml:trace contextRef="#ctx0" brushRef="#br0" timeOffset="17030.43">28058 14372 264 0,'3'-10'607'0,"-1"3"-139"0,1-1-70 0,-3 8-25 16,2-10-24-16,-2 10-35 0,5-10-16 15,-5 10-19-15,2-6-2 0,-2 6-16 0,0 0-20 16,0 0-8-16,-5 4-38 0,1 2-22 0,-1 4-9 0,0 2 8 16,-1 3-46-16,0 4-9 0,-3 4-20 0,3 4 27 15,-1 1-31-15,-2 3 24 0,2 1-23 0,0 0-14 16,-2 7-21-16,2-1-9 0,-3 1-12 15,2-1-3-15,1-5-11 0,1 0-5 0,-3-2-5 0,3-1-3 16,-1-1-1-16,0-2 1 0,0-2-3 16,2-4 0-16,1-2-3 0,-1-1-43 0,1-2 44 15,2-3-43-15,-1-1 8 0,2 0-99 0,0-2-66 0,1-3-116 16,2-1-125-16,-2-6-56 0,7 6-81 0,-7-6-89 16,14-4-373-16,-4-2-648 0</inkml:trace>
  <inkml:trace contextRef="#ctx0" brushRef="#br0" timeOffset="17294.95">28291 14568 602 0,'3'-4'677'16,"1"-2"-137"-16,-4 6-79 0,7-7-71 0,-7 7-47 16,5-6-8-16,-5 6 3 0,0 0-25 0,0 0-29 15,6 4-11-15,-3 2-48 0,-3 3-2 0,0 3-66 16,1 2 16-16,-1 5-35 0,0 2-21 0,1 4-26 15,-1 2-21-15,2 5-12 0,1 1-11 0,0 0-11 16,0 2 2-16,2-1-14 0,-1 1-6 0,1-1-2 16,2 0-2-16,-2-1-44 0,2-2 49 0,-1 0-42 15,-1-1 44-15,4-2-51 0,-4-4 35 0,-1-2-80 16,3-1-31-16,-4-4-53 0,1 0-80 0,1-2-85 0,-1-2-60 16,-1-3-17-16,-1 0-120 0,1-5-113 15,-3-5-342-15,6 4-567 0</inkml:trace>
  <inkml:trace contextRef="#ctx0" brushRef="#br0" timeOffset="17595.15">28399 14714 393 0,'-1'-21'574'0,"1"4"-104"16,1-1-78-16,-1 1-78 0,2 1-25 0,0 2-36 15,2-1-37-15,2 2-25 0,1 0-29 0,0 1-25 16,4 1-15-16,1 1-8 0,3 2-9 0,0 1-7 15,0 3-12-15,2 1-15 0,-2 3-7 16,3 1-3-16,-1 1 32 0,-1 4-12 0,5 2-17 0,-5 0-16 16,1 3-9-16,-4 2 15 0,-2-4 1 0,1 2-9 15,-5 1 9-15,-1 1-3 0,-3-1 2 0,2-2 6 16,-5 2 9-16,-3-1-20 0,-1 0 6 0,-3 1-26 16,-2-2 6-16,-1 2-17 0,-4-2 6 0,3-1-13 15,-3-1 6-15,-2 0-15 0,4-2 2 0,1-3-36 16,2 3-69-16,-2-5-92 0,11-1-104 0,-14 0-68 15,14 0-79-15,-9-7-50 0,9 7-505 0,-3-10-601 16</inkml:trace>
  <inkml:trace contextRef="#ctx0" brushRef="#br0" timeOffset="17927.71">28913 14497 639 0,'10'-6'559'0,"-1"2"-138"0,-1 0-61 16,-8 4-19-16,10-3-25 0,-10 3-2 15,0 0-7-15,9 3-7 0,-9-3-22 0,-1 8-32 16,0-2-51-16,-2 5-29 0,-1-1-32 0,0 5-13 0,2-1-23 16,-2 1-20-16,1 0-16 0,2 1-12 0,0 2-9 15,1-4-7-15,2 2-6 0,1-2 6 16,-1-1-17-16,2 1 33 0,0-3-5 0,3-3 2 16,0 0 2-16,1-1-4 0,0-2-4 0,1-3-2 0,1 1-15 15,-10-3-2-15,19-3-3 0,-8 0-4 0,-2-3-3 16,0-3-2-16,3 0-1 0,-3-2 2 0,-2-2-7 15,0 1-19-15,0-1 25 0,-3-1-24 0,1 3 28 16,-5 0-29-16,2 0 24 0,-4 0-24 0,0 2 33 16,-5 0-30-16,0 3 23 0,-2-1-23 0,-3 3 29 15,0 1-30-15,-3 1 0 0,0 2 10 0,1 2-44 16,-2 1-41-16,1 0-64 0,0 4-62 0,1 0-73 16,1 1-85-16,3 2-94 0,2-3-91 0,1 2-492 15,0 0-666-15</inkml:trace>
  <inkml:trace contextRef="#ctx0" brushRef="#br0" timeOffset="18283.36">29213 14499 248 0,'5'-8'804'15,"1"1"-161"-15,-1 3-110 0,-1-1-92 0,-4 5-55 16,6-10-53-16,-6 10-53 0,6-7-46 0,-6 7-28 15,7-5 5-15,-7 5-34 0,11 0-18 0,-11 0 0 0,15 5-39 16,-4-2-37-16,2 1-5 0,1 3-28 0,0-1 6 16,2 3-7-16,-3 0-11 0,2-2 2 15,-2 2-21-15,-1 0-5 0,-1 0-4 0,-2-2 1 0,0 2-4 16,-4-2-2-16,2-1 4 0,-2 1-7 0,-3-2 2 16,-2-5 6-16,4 12 22 0,-4-12 19 0,-4 6 2 15,4-6-6-15,-6 4-3 0,6-4 5 0,-10 0 13 16,10 0-4-16,-13 0-10 0,13 0-3 0,-12-7-9 15,7 2-11-15,1-3-45 0,-2 1 48 0,5-1-47 16,-2-2 46-16,3-1-5 0,2 1-9 0,-1-2-3 16,3-1-6-16,2 0-11 0,-1-1-11 15,0 1-38-15,2-1-36 0,-1 3-58 0,0 0-58 0,-2 3-85 16,1-1-71-16,-1 2-45 0,-1 1-97 0,-1-1-85 16,-2 7-450-16,3-9-657 0</inkml:trace>
  <inkml:trace contextRef="#ctx0" brushRef="#br0" timeOffset="18645.33">29884 14046 57 0,'2'-22'721'0,"-2"1"-165"0,0 2-61 0,0 0-78 0,0 1-60 0,-2 3-14 0,1 1-40 0,1 2-46 16,0 2-46-16,0 0-40 0,0 2-11 0,0 8 24 16,-4-7-16-16,4 7-12 0,-5 6-5 0,3 3-31 15,-1 5 24-15,0 4-15 0,0 5-34 0,0 5-12 16,-1 4 40-16,4 0-19 0,0 3-25 0,0 2-8 0,3-1-14 15,-1 0-12-15,1-1-4 0,1 0-50 16,1 0 45-16,-1-2-46 0,2 1 34 0,-1-1-7 16,3-1-3-16,-2-5 2 0,1 1-15 0,-1-4-89 15,4-3-109-15,-1-2-109 0,0-3-121 0,3 0-69 16,-1-7-105-16,1 0-586 0,2-3-797 0</inkml:trace>
  <inkml:trace contextRef="#ctx0" brushRef="#br0" timeOffset="19084.86">30233 14426 450 0,'-14'0'622'0,"14"0"-123"0,0 0-27 16,-9-3-37-16,9 3-20 0,0 0-49 0,-8-3-53 16,8 3-56-16,-1-6-41 0,1 6-47 0,0-9-24 15,0 9-43-15,5-12-13 0,-1 4-25 0,3 0-2 0,0-3-23 16,3 1-2-16,-1 0-12 0,2-3-1 0,0 2-12 15,1-3 5-15,-2-1-11 0,0 1 9 0,-2 1-14 16,0-1 9-16,-3-1-9 0,2 2 5 0,-4-1-7 16,-1 1 7-16,-2 0-9 0,-2 3 8 0,-2 0-10 15,-2-1 8-15,-3 2-6 0,-2 4 6 0,1-2-6 16,-4 4 6-16,3 1-6 0,-3 2 4 0,2 3-4 16,-1 1 7-16,1 2-6 0,1 1 5 0,1 4-6 15,1-3 6-15,5 3-4 0,0 1 5 0,4-1-7 16,2 3 7-16,2 0-8 0,1-1 8 15,4 4-7-15,3-2 5 0,1 2-7 0,1-2 10 0,0 1-10 16,2-4 8-16,0 4-5 0,-1-3-2 0,1 1 1 16,-1-3 0-16,-1 4-1 0,0-3 1 0,-2-3 2 15,-2 4-2-15,0-6 5 0,-3 5-5 0,0-3 2 16,-3-1 1-16,0 0 2 0,-3 2 10 16,-2-3-13-16,0-1 8 0,-3 2-9 0,-2-1 4 0,-5 2-5 15,-1-1 7-15,-1 0-6 0,-2-3-5 0,0 2-61 16,-1 0-73-16,0-3-92 0,1 0-100 0,0-1-86 15,-2 0-127-15,4 0-431 0,-4-2-567 0</inkml:trace>
  <inkml:trace contextRef="#ctx0" brushRef="#br0" timeOffset="19294.99">29866 14269 375 0,'7'-14'745'0,"1"2"-144"0,-1 2-92 0,2-2-65 0,-1 1-68 0,2 0-46 0,5-2-33 0,2-1-29 16,7 0-17-16,2 0-27 0,7-1-54 0,3 0-20 16,1 0-38-16,2 2-14 0,1 1-31 0,0 0 2 15,-1 0-29-15,-7 3 1 0,0 1-28 0,0-1-82 16,0-1-107-16,-4 4-115 0,0-6-105 0,-6 5-119 16,-3-4-659-16,-2 2-784 0</inkml:trace>
  <inkml:trace contextRef="#ctx0" brushRef="#br0" timeOffset="19562.77">30578 13472 612 0,'8'-3'664'0,"-8"3"-167"0,16 3-72 0,-3 3-5 16,3 6-1-16,3 6-20 0,6 6-26 0,5 3-34 15,8 11-14-15,-1 1-50 0,5 7-12 0,-2 2-18 16,1 6-36-16,0 1-16 0,-3 3-49 0,-1 2-12 15,-3 1-35-15,-4 1-2 0,-4 1-34 0,-5 2-5 16,-5-2-11-16,-6 2 2 0,-8-10-26 16,-3 2 8-16,-9 6-19 0,-5-2 15 0,-6-2-21 0,-7-3 16 15,-4 0-19-15,-5-5 9 0,-5-2-19 0,-3-5 8 16,-1-4-43-16,-4-1-62 0,-1-4-57 0,1-5-59 16,-1-3-84-16,3-2-125 0,4-7-88 0,2-3-168 15,1-4-565-15,9-4-862 0</inkml:trace>
  <inkml:trace contextRef="#ctx0" brushRef="#br0" timeOffset="19695.32">30858 14764 1092 0,'35'-23'886'0,"-7"2"-180"0,-5 5-153 0,-6 1-108 16,-1 5-79-16,-4-3-62 0,0 6-67 0,-1-3-69 15,-4 2-94-15,-3 3-108 0,-4 5-153 0,4-7-174 0,-4 7-168 16,0 0-640-16,-14 1-781 0</inkml:trace>
  <inkml:trace contextRef="#ctx0" brushRef="#br0" timeOffset="25594.71">12759 16061 154 0,'-6'-6'399'0,"1"0"-109"0,1 0-40 0,1 0-57 0,3 6-30 0,-4-7-41 0,4 7 0 0,3-10-31 0,-3 10 11 16,5-8-18-16,-5 8 19 0,9-8-16 0,-1 3 12 16,0 4-16-16,2-4 14 0,0 2-17 0,1-1 21 15,1 2-15-15,1-1 6 0,1 2-2 0,0 1-4 16,2-1 7-16,1 2-2 0,2 0 9 0,3 3-4 16,3-1-11-16,0 2-3 0,7 1-1 0,2 3-4 15,6 1 15-15,3 1-5 0,2 0 13 0,2 1-8 16,6 1 1-16,9-1-10 0,2 3 8 0,5-2-24 15,8 0-4-15,1-1 4 0,5 1 3 0,4-2-4 16,1-1-19-16,3-1 2 0,3 1-16 0,2 0 2 16,2-1-5-16,4 1-8 0,1-1 1 0,-1 0-5 0,-1 1 0 15,1-1-13-15,-1 2 6 0,3-1-3 16,-2-1 7-16,21 2-11 0,-21-3 2 0,2 0 2 16,-1 0-5-16,-2-2 1 0,3 0 4 0,-1-1-4 15,-1-2-1-15,-1 0 0 0,-1-3 0 0,0 0-2 0,-3 0 0 16,-4-6-6-16,-4 1 12 0,1-3-7 0,-7-1 2 15,3-2-6-15,-6-2 8 0,1-1-8 0,-1-1 10 16,-4 0-13-16,0-2 13 0,-3-1 5 16,-1 2-13-16,-3-1 6 0,-3-2 1 0,-1 1 0 0,-2 0-2 15,-2 0 1-15,1-1 4 0,-2 0-5 0,-1 0 8 16,-3-1-11-16,1 1 7 0,-12 1-6 0,2 0 6 16,1 0-8-16,-3-1 13 0,-1 4-14 15,1-2 7-15,-4-1 0 0,-3 1 6 0,0 1-16 0,-1-2 11 16,-1 1-7-16,-8 4 4 0,0-1-8 0,-3 1 11 15,0-4-8-15,0 4 8 0,-4-1-10 16,0-3 13-16,-3 4-10 0,-3-1 7 0,0-2-9 0,-2-1 8 16,-3 1-6-16,1-1-2 0,-4-2-1 0,0-1 7 15,-2 0-9-15,-3-2 5 0,-1-1 1 0,-2-1-4 16,-1-2 8-16,-5 1-9 0,1-5 7 0,-4-1-5 16,-6-5 6-16,0 1-3 0,-3-3 4 0,-4 2-1 15,1-1-3-15,-9-5 1 0,2-2 4 0,-3 4-6 16,0-1 2-16,-3-2-2 0,-2 5 0 0,2-2 2 15,-3 3 2-15,0 0-3 0,-4-1-7 16,1 3 10-16,0 0-8 0,-3 3-3 0,-4-1 10 0,-2 2-1 0,-5 2 5 16,-3-1-10-16,-6 4 7 0,-5-2 0 15,-7 4-2-15,-3 2 0 0,-4-2 1 0,-3 4 5 16,-6 1-13-16,-2 3 7 0,-24-1-3 0,2 1-1 16,19 3 0-16,-2 5 1 0,5-3 3 0,2 5-2 15,1-2 2-15,3 5-3 0,2-2 1 0,3 1 2 16,2 3-2-16,1-1 1 0,5 1-2 0,-3 2 1 15,2 1 4-15,2 0-4 0,0 3 2 0,-4-2-2 0,0 2 0 16,-5 3 0-16,-1 1-1 0,-7 1 2 0,-5-1-3 16,3 4 1-16,-3 0-6 0,1 0 8 15,1 0-6-15,-1 1 6 0,3 1-6 0,0-3 12 16,4 4-12-16,4-3 8 0,3-1-8 0,7-1 7 0,1 2-6 16,7-2 7-16,0 1-9 0,14-2 10 0,-1-1-8 15,0 1 9-15,3 0-9 0,-1 1 11 0,0 1-6 16,-1 1 0-16,-8 4 4 0,-2 1-5 0,2 1 1 15,0 3-1-15,-1-2 0 0,-2 2 8 0,3 4-11 16,0-4 12-16,3 3-12 0,-1-2 4 0,4 1-3 16,1-2 0-16,0 1 1 0,11-3-1 0,0-1 7 15,4-2-5-15,0 2-2 0,4-2-1 0,1-2 2 16,7-1 0-16,1 1-1 0,3-5-1 0,5 2 1 16,-2-2 18-16,5 2-18 0,0-3-2 0,2 2 2 15,2 3-1-15,-2-1 1 0,0 4-1 0,-2 3-2 16,1 4 8-16,0 1-3 0,-3 6 0 0,0 2 1 15,1 1 4-15,2 1-6 0,-3 2 6 0,3 0-8 16,0 0 5-16,2 1-5 0,0-1 7 0,4-5-6 16,3 0 5-16,1 2-2 0,5-6 13 0,2 4-10 15,3-1 4-15,3 6-6 0,6-5 9 0,3 2-6 16,5-1-2-16,4-4 3 0,4 0 9 0,9 3-7 16,5-3-5-16,4-3 8 0,6-1-11 0,7-4 7 15,2-2-11-15,4 0 12 0,1-3-18 0,3-1 14 16,0-3-10-16,1-2 6 0,-2 2-93 0,-2-6-123 0,3 1-109 15,-12-3-55-15,-1-1-73 0,1 0-76 0,1-3-445 16,-7-1-565-16</inkml:trace>
  <inkml:trace contextRef="#ctx0" brushRef="#br0" timeOffset="25778.58">14339 16004 498 0,'2'-6'681'0,"-2"6"-173"0,3-8-108 0,-3 8-82 0,1-7-83 0,-1 7-58 0,0 0-90 0,3-7-60 0,-3 7-41 0,0 0-4 0,0 0-26 0,0 0-13 0,-3-7-55 0,3 7-60 16,0 0-110-16,0 0-426 0,0 0-215 0</inkml:trace>
  <inkml:trace contextRef="#ctx0" brushRef="#br0" timeOffset="69992.75">2369 4050 95 0,'0'0'744'0,"0"-10"-166"0,0 10-130 0,0-6-83 0,0 6-83 0,0 0-21 0,0 0 36 0,0 0 22 0,0 0-1 15,0 0 0-15,4 11-24 0,-3 0-7 0,3 2-44 16,-1 2 6-16,-1 2-68 0,1 2 1 0,2 3-23 16,-3 1-7-16,2 1-45 0,-1 1 13 0,-1 0-41 15,1 0-15-15,-2 0-12 0,2-1-8 0,-2-3-2 16,0-1-9-16,0-1-10 0,1-1 5 0,-1-2-16 15,-1-2-14-15,1-1-50 0,-1-1-66 16,3-2-94-16,-2-2-117 0,-1-2-150 0,0-6-76 0,1 8-166 16,-1-8-512-16,0 0-841 0</inkml:trace>
  <inkml:trace contextRef="#ctx0" brushRef="#br0" timeOffset="70676.13">3490 4098 627 0,'0'0'661'0,"0"0"-151"16,-9 4-82-16,9-4-40 0,0 0-41 0,-12 0-29 0,12 0-22 0,-7-4-9 0,7 4-29 0,-8-6 21 0,8 6-52 16,-9-4-29-16,9 4-17 0,-5-6-29 0,5 6-16 15,-5-6-25-15,5 6-11 0,-5-7-16 0,5 7-7 16,0-7-20-16,0 7-11 0,6-9-8 0,-6 9-8 16,9-8-5-16,-3 4 8 0,2 2-17 0,2 0 0 15,-10 2-6-15,18 0-19 0,-6 1 16 0,-3 3-1 16,0 2-2-16,1-1 3 0,-1 5 2 0,-2 0-7 15,1 3-4-15,-4-1 7 0,1 4 3 0,-4 2-2 16,-1 1 5-16,-1 1 1 0,-5 4-2 0,-2 0 2 16,-1 1 10-16,0-1-39 0,-5 0 76 0,5-3-19 15,-2-3 41-15,2-3-33 0,0-1 38 0,1-1-49 16,2-2 34-16,-1-3-28 0,2 2 66 0,1-3-6 16,0-1 78-16,3 0-40 0,1-6-2 0,0 8-14 15,0-8-20-15,13 3 21 0,-3-3-63 0,7-3 28 16,2 0-60-16,3-3 35 0,3-1-38 0,5-1 60 0,0-2-46 15,2 1 45-15,2-2-50 0,5-1 38 16,-3 0-50-16,-3 2 10 0,-2 0-35 0,-2 0 0 16,-6 3 0-16,0 0 0 0,-1-1 0 0,-5 4 0 0,-1-2 0 15,-3 1-81-15,0 1-104 0,-4 2-12 0,0 0-50 16,-9 2-57-16,10-5-79 0,-10 5-70 0,0 0-107 16,0 0-41-16,-9 6-51 0,0-3-154 15,0 2-364-15,0 0-781 0</inkml:trace>
  <inkml:trace contextRef="#ctx0" brushRef="#br0" timeOffset="71509.67">4855 4079 330 0,'-3'-8'802'0,"-1"-3"-134"0,3 2-117 0,-1-1-126 15,0 1-74-15,1-2-37 0,2 0-42 0,1-1-27 0,0 2 8 0,3-1-8 0,0 0-38 0,2 0 29 0,-1-2-70 0,3 3 22 0,4 1-79 16,-3 2-20-16,5 0-17 0,1 4 28 0,-2 1-65 16,0 4 37-16,1 1-61 0,2 4 45 0,-1 2-56 15,-3 4 50-15,1 1-7 0,-4 4-4 0,-2 0-10 16,-2 3-2-16,-2 1-3 0,-1-2-8 0,-7 4-51 16,0-1 54-16,-1 0-49 0,-4 2 56 0,0-3-47 15,-2-2 46-15,0-2-47 0,0-1 70 0,1-2-57 16,2-2 62-16,-1-3-33 0,0 0 62 0,4-2-32 0,1-2 48 15,4-6-56-15,-8 7 31 0,8-7-55 16,0 0 31-16,8-7-54 0,1 1 36 0,4-2-7 16,2-2-9-16,6 2-4 0,-1-1-3 0,2 1-5 15,2 2 4-15,0 1-7 0,2 1 0 0,-3 2 3 0,0 2 0 16,0 0-11-16,-3 2 4 0,0 2 2 0,-1 1 0 16,-3 1-2-16,1 0 3 0,-5 4-4 0,0-1-1 15,-4 1-30-15,-3 3 52 0,-4-2-39 16,-2 1 55-16,-4 2-48 0,-5 1 37 0,-4 2-34 0,-8 0 4 15,0-1 7-15,-3 1 2 0,-3-3 1 0,-7 1-9 16,-1-2 8-16,-3-2-3 0,4-3 0 0,2-2-26 16,6-1-48-16,0-2-101 0,7-2-127 0,-2-1-177 15,5-1-118-15,1-2-291 0,3-4-364 0,4-1-863 16</inkml:trace>
  <inkml:trace contextRef="#ctx0" brushRef="#br0" timeOffset="73375.58">2806 5382 723 0,'0'-9'562'0,"0"-1"-122"0,0 0-47 0,0 1-50 0,0 0-48 0,0 2-36 0,0 7-29 0,0-12-32 0,0 12-26 0,-1-9-20 0,1 9-13 16,0-11-11-16,0 11-5 0,0 0-9 0,0-8-1 15,0 8 2-15,0 0 0 0,0 0-6 0,0 7-16 16,0-7-6-16,0 12-3 0,0-5-15 0,1 1-3 0,-1 1-1 15,1 0-3-15,1 1-5 0,-1 1 5 16,0-3-13-16,2 3 4 0,-1-3-22 0,2 3-6 0,0-3-4 16,0 2-5-16,1-2 1 0,0 2 18 0,0-3 6 15,3 0 25-15,-2 1 12 0,3-4 9 0,0 2 3 16,1-2 4-16,-2 0-6 0,1-1 3 0,1-2-2 16,-10-1-8-16,18 0-2 0,-18 0-12 15,18-1-11-15,-9-2-13 0,0-2-9 0,1-1-4 0,-2 1-8 16,1-5-5-16,-2 1-39 0,2-1 44 0,-1 0-42 15,-2-3 38-15,1 1-37 0,-1 1 40 0,-1-3-41 16,-1 3 41-16,-1-1-42 0,-1 0 40 0,1 2-40 16,-1 0 40-16,1 1-3 0,-3 0-33 0,1 2 37 15,0 1-3-15,-1 6-4 0,3-12-8 0,-3 12-1 16,4-9-1-16,-4 9-2 0,0 0-27 0,0 0 45 16,6 11-32-16,-3 0 34 0,-1 3-35 0,5 3 38 15,-2 5-5-15,4 4-4 0,-3 2-3 0,3 1-1 16,-1-1-1-16,2 1-4 0,0 0 3 0,-1-1-2 15,0-2 0-15,-1-1-2 0,-1-2-57 0,0-4-10 16,2 0-127-16,-4-5-62 0,0-2-136 0,-1 0-141 16,0-1-65-16,-2-3-148 0,2-2-569 0,-4-6-915 15</inkml:trace>
  <inkml:trace contextRef="#ctx0" brushRef="#br0" timeOffset="73992.85">4165 5292 495 0,'6'-10'762'0,"0"2"-154"0,-2 2-106 0,0-2-113 0,0 3-53 0,-2 1-52 0,1-3-44 16,-3 7-30-16,5-8-14 0,-5 8-22 0,3-5-11 16,-3 5-33-16,0 0-6 0,0 0-25 0,0 0-8 15,-12 3-24-15,12-3-15 0,-10 8-14 0,1 1-8 16,3-3 7-16,-2 3-14 0,1-1 2 0,1 0-16 16,0 1 12-16,1-2-18 0,-1 2 13 0,3-2-5 15,-1 0 26-15,1 0-3 0,3-7 45 0,-1 10-31 16,1-10 49-16,1 10-33 0,-1-10-17 0,9 8-12 0,-2-3 2 15,0-2-8-15,5 0-7 0,-2 0-3 0,4 0 2 16,1 2-9-16,2-1-6 0,-3 0-3 0,4 1 4 16,-1 2 41-16,2 0-56 0,-1-1 55 15,-1 4-65-15,3-1 56 0,-5 1-59 0,3-2 54 0,-5 3-55 16,1-3 51-16,-3 3-50 0,1-4 51 0,-1 3-54 16,-2-2 60-16,-2 0-63 0,-1-2 53 0,2 2-52 15,-5-1 61-15,0-1-55 0,0 1 45 0,-2 0-52 16,-1-7 59-16,-4 11-60 0,-1-3 52 0,-3-4-51 15,1 2 61-15,-2-1-84 0,-2-1-3 0,-1-1-88 16,0-1-72-16,-2-1-108 0,0-1-91 0,0-3-48 16,1 0-108-16,-1-3-588 0,0-3-769 0</inkml:trace>
  <inkml:trace contextRef="#ctx0" brushRef="#br0" timeOffset="74175.28">4153 5342 394 0,'0'-7'883'16,"0"7"-195"-16,-1-12-149 0,2 6-125 0,-1 6-84 15,5-13-42-15,2 5-26 0,3 0-12 0,0-2 12 16,7 0-19-16,3-2 45 0,4-2-84 0,3 3 25 0,9-6-87 16,1 1 22-16,3-1-80 0,0 0 32 15,0 1-68-15,0 0 34 0,-2 1-55 0,-1 2 32 16,-6 1-75-16,-2 2 5 0,-2 0-98 0,-6 1-50 16,-1 0-80-16,-3 3-97 0,-2 0-97 0,-4 0-75 0,1 2-118 15,-4 0-488-15,-8 4-730 0</inkml:trace>
  <inkml:trace contextRef="#ctx0" brushRef="#br0" timeOffset="74892.72">5918 5066 808 0,'0'0'837'0,"-1"-7"-189"0,1 7-156 0,0 0-106 0,0 0-79 0,0 0-58 0,0 0-45 0,-4 5 1 16,1 7-8-16,1 3-8 0,-1 4-17 0,-2 5-7 15,1 1-19-15,2 7-33 0,-1 0-10 0,3 2-10 16,0 1-7-16,0 1-20 0,4-3-5 0,2-2 27 15,-1 1 14-15,2 0 4 0,1-6 33 0,3 1-38 16,-2-6 39-16,0-1-56 0,5-3 20 0,0-3-50 16,1-2 19-16,2-1-45 0,1-5 24 0,-1-2-43 15,2-3 28-15,0-2-38 0,-3-2 39 0,2 1-48 16,-1-4 38-16,-2-1-35 0,-2 0 32 16,-1-2-36-16,-1 0 39 0,-3-1-39 0,-2 2 11 0,-2-3-3 15,0 3 0-15,-3-3-1 0,-2 4 2 0,-3-2-1 16,-1 0-4-16,-3 3 1 0,0-1-1 0,-2 3 4 15,0 1-4-15,-3 0-5 0,1 3-4 0,-1 0-22 16,-4 3-33-16,3 1-39 0,-1 2-31 0,1 3-31 16,-3 1-42-16,6 0-53 0,-1 2-83 0,1-2-68 15,2 3-3-15,2-2-96 0,1 0-79 0,2 0-444 16,3-5-654-16</inkml:trace>
  <inkml:trace contextRef="#ctx0" brushRef="#br0" timeOffset="75377.92">7163 4997 701 0,'-19'4'857'0,"1"-2"-176"0,4 0-164 0,0-1-111 0,1 0-80 0,1 2-61 0,0-2-50 16,1 2-33-16,2-1-24 0,9-2-3 0,-16 2 0 0,16-2-10 16,-13 3 41-16,13-3-17 0,-13 3 38 0,13-3-52 15,0 0 44-15,-8 4-46 0,8-4 24 0,0 0-61 16,0 0 24-16,17 0-64 0,-5 0 20 0,3-4-52 15,4-2 27-15,4 1-50 0,3-3 31 0,2-2-45 16,-3 0 36-16,4-2-42 0,-3 0 36 0,1 1-38 16,-5 0 44-16,-3 3-37 0,1-3 39 0,-3 5-34 15,-3-2 34-15,-2 2-42 0,-1 1 35 0,-1 0-41 16,-2 1 29-16,2 2-40 0,-10 2 43 0,13 0-21 16,-5 7 51-16,-2 5-21 0,-1 4 55 0,2 7-16 15,-2 8 3-15,-1 3-3 0,1 7-40 0,0 3 34 16,-2 4-40-16,1-2 25 0,2 2-12 0,-3-3-5 0,3-2-4 15,-1-1-9-15,-2-7-3 0,1-3-4 0,0-2 0 16,1-5-10-16,-2 0-30 0,2-4-70 16,-2-4-79-16,-1-1-78 0,1-2-87 0,0-3-100 15,-1-2-177-15,-1-1-106 0,-1-8-913 0,-3 6-1289 0</inkml:trace>
  <inkml:trace contextRef="#ctx0" brushRef="#br0" timeOffset="77762.07">3346 6561 441 0,'-2'-9'453'0,"-3"-2"-64"0,1-2-82 0,-1 2-59 0,1 0-37 0,-1-3-20 0,-1 1-31 0,-2 1-32 0,3-1-10 0,-3 1-18 16,2 0-4-16,-3 1-3 0,0 1-7 0,-1-1-6 15,-2 4-12-15,2-2-15 0,-3 3-9 0,-1-1-7 16,3 4-6-16,-6-2-5 0,3 5 0 0,-4 0-5 15,-1 5-4-15,-3-1-2 0,1 4 1 16,0 0-3-16,-1 1 0 0,2 2-1 0,3 1-4 0,-1 0 11 16,4 0-12-16,-1 3 26 0,5-3 14 0,1 1-11 15,0 0 4-15,2-1-9 0,4-2 16 0,0 1 2 16,3 2 13-16,4-5-5 0,1 3-2 0,4-3-15 16,2 3 2-16,5-1-15 0,3 0-1 0,1 0-10 15,1-1-1-15,6 1 1 0,-2 2-3 0,2-1-2 16,0 1-1-16,0 0-6 0,-3-1 3 0,3 2-5 15,-3-1 2-15,-4 1 3 0,0-1-1 0,-4 1-1 16,1-1 0-16,-3 2-4 0,-2-3 2 0,-2 0 4 0,-4 2 5 16,1-4 25-16,-5 2 18 0,-2 0 12 15,0-2 1-15,-2 1 11 0,-4-2 9 0,0 1-1 16,-4-1 18-16,1-2 7 0,-1 0 13 0,-3-4-27 0,-1 2 25 16,0-4-44-16,0-4 40 0,-3-2-77 0,2 1 45 15,-3-5-63-15,2-2 67 0,3-1-51 0,1-2 41 16,3-1-22-16,0-5-6 0,5 1-13 15,3-2-11-15,2-3-5 0,3 0-19 0,4-4-18 0,-2-1-32 16,2 1-35-16,2-1-47 0,0 2-40 0,-2 1-45 16,1 0-48-16,1 6-67 0,-2-1-55 0,-2 0-40 15,-1 5-63-15,-1 1-62 0,1 2-397 16,-1 3-524-16</inkml:trace>
  <inkml:trace contextRef="#ctx0" brushRef="#br0" timeOffset="78709.52">4396 6449 323 0,'9'-6'311'0,"-1"2"-43"0,0-1-32 0,0-1 5 0,-2 0-39 0,1 0 28 0,2 0-15 0,-3-2-16 16,2 0-17-16,-3 0-14 0,1 0 1 0,2-3 14 0,-4 3 16 15,1-1-6-15,-2 0-15 0,-1 0-10 16,-1 1-20-16,1 1-13 0,-4-1-15 0,1 1-7 16,-4-3-18-16,1 3-15 0,-5 1-16 0,0 0-9 15,-1 0-7-15,-5 3-5 0,1 0-4 0,-4 3-5 0,0 0-5 16,-1 3-3-16,-3 0-1 0,3 5-1 0,-3 1-1 15,3 0-1-15,1 3 6 0,1 0-2 16,5 0-1-16,-2 1-4 0,5 1-2 0,1-3-2 16,1 3-4-16,4 0-3 0,-1-3 4 0,3 1-4 0,2-1 14 15,3-1 17-15,1 0 2 0,0-2-3 16,3 0 6-16,1-1 1 0,1-1 1 0,0-2-8 16,4 0-6-16,-2-1 2 0,0-2-3 0,2-1-7 0,1-1-2 15,1-2 1-15,-2-1-10 0,3-2-1 0,-3-1-5 16,0-1-2-16,0 0 0 0,-1-3-2 15,-2 1 0-15,-2-1-3 0,1-1-3 0,-2-2 3 16,-2 3 7-16,1-3-31 0,-2 3 28 0,0 0-24 0,-3 3 32 16,2-1-30-16,-1 0 26 0,0 3-23 0,-1-1 19 15,-2 7-20-15,4-5 40 0,-4 5-17 0,4 7 39 16,-2 4-27-16,1 5 57 0,1 3 17 0,-2 6 0 16,2 7-10-16,1 3-62 0,0 6 49 0,2 1-48 15,-1 3 8-15,-1-1-10 0,0-1-4 0,-1 0 35 16,0 0-96-16,0-7-99 0,-3-2-171 0,-1 1-229 15,-2-2-212-15,-2-2-649 0,-5-5-1005 0</inkml:trace>
  <inkml:trace contextRef="#ctx0" brushRef="#br0" timeOffset="79616.89">6037 6328 180 0,'-1'-6'602'0,"-2"0"-105"0,-1-1-117 0,1 0-27 0,2-2-51 0,-5 2-29 0,2 0-33 0,2 0-25 0,-1 1 4 0,-1 1-22 0,4 5-21 16,-5-11-29-16,5 11-8 0,-4-5 7 16,4 5 8-16,0 0-10 0,-6 9-22 0,2-2-5 15,4 3-8-15,-1 4-9 0,-1 3 15 0,2 2-33 0,2 1 5 16,-1 5-33-16,3 0 7 0,0-2-28 0,-2 3 14 15,2-2-30-15,1 0 18 0,-1-3-27 0,1 1-26 16,-1-1-75-16,2-5-101 0,-2 0-107 0,3-1-89 0,-4-3-104 16,3-1-112-16,-4-4-409 0,4-1-624 15</inkml:trace>
  <inkml:trace contextRef="#ctx0" brushRef="#br0" timeOffset="79908.09">6272 6254 489 0,'0'0'792'16,"2"-9"-181"-16,-2 9-111 0,0 0-90 0,0 0-49 0,0 0-36 16,-1 12-22-16,-1-2-26 0,0 2-10 0,1 1-34 15,1 4-46-15,0 0 5 0,1 1-53 0,2 1 24 16,1 2-73-16,1-1 25 0,0-1-63 16,4 0 32-16,1-2-58 0,-1-1 57 0,4-2-37 0,2-2 55 15,1-2-54-15,0-4 42 0,2-1-47 0,-1-4 51 16,-1 1-59-16,1-5 40 0,1 0-52 0,-3-3 38 15,3-3-54-15,-3-3 39 0,1-1-46 0,-5-1 37 16,1-3-43-16,-3 0 36 0,-4-3-46 0,-4 3 38 16,-1-1-47-16,-3 1 45 0,-3-2-48 0,-7 1 31 15,-2 3-85-15,-8 0-43 0,-5 5-16 0,-4 2-26 16,-4 5-56-16,-2 3-97 0,-7 3-117 0,-1 7-72 16,1 3-162-16,3 3-490 0,1 2-776 0</inkml:trace>
  <inkml:trace contextRef="#ctx0" brushRef="#br0" timeOffset="81141.49">2420 7725 355 0,'0'0'462'0,"3"-12"-102"0,-3 12-69 0,0-10-35 0,0 10-22 0,1-10-26 0,-1 10-16 0,1-7-31 0,-1 7-21 0,0-6-22 16,0 6-13-16,0 0-17 0,3-8-7 16,-3 8 12-16,0 0 3 0,0 0 12 0,0 0 7 0,0 0 20 15,0 0 23-15,0 0 17 0,6 6 9 0,-6 2 32 16,-2 6-14-16,-5 8 24 0,-8 12 22 0,-9 13-21 15,-8 8 18-15,-8 9-12 0,-15 19 6 0,-8 11 11 16,-7 7-17-16,-3 6-48 0,-3 6-45 0,-5 2-35 16,3 1-88-16,4 5-126 0,1-2-31 0,8-3-86 15,1-1-195-15,7 2-198 0,-1-5-140 0,6 2-704 16,-1-5-1080-16</inkml:trace>
  <inkml:trace contextRef="#ctx0" brushRef="#br0" timeOffset="82929.46">2400 5122 98 0,'15'-5'130'0,"2"1"5"0,-6 1-48 0,2-1 29 0,-3 2-16 0,-1 0 8 0,-9 2-41 0,14-7 7 0,-14 7-37 0,5-3 10 0,-5 3-26 15,0 0 18-15,0 0-21 0,-10-1 14 0,10 1-21 16,-19 3 20-16,6-2-14 0,-1 2 19 0,0 1-16 15,-4-1 26-15,0 1-19 0,-1-2 22 0,0 4-23 0,-1-2 23 16,1 1-17-16,0-2 9 0,3 0-21 16,-2 1 17-16,5 0-22 0,-1-3 26 0,4 1-25 0,1 1 16 15,9-3-21-15,-13 3 10 0,13-3-15 0,0 0 18 16,0 0-20-16,0 0 11 0,13-1-20 0,-4 0 22 16,2-1-26-16,6-2 23 0,-3-1-19 0,4 1 14 15,-3 1-14-15,2 0 19 0,-1-2-22 0,-2 1 18 16,-2 1-21-16,1 0 21 0,-3 2-20 0,-2-2 21 15,-8 3-18-15,15-2 20 0,-15 2-19 0,0 0 21 16,0 0-22-16,0 0 18 0,0 0-18 0,0 0 19 16,-8 6-18-16,1 0 24 0,-4-2-24 0,1 1 24 15,-3-1-18-15,1 1 15 0,0 0-15 0,-2 0 17 0,4-2-19 16,-2 1 19-16,2-1-3 0,2 1 32 16,2-3-9-16,6-1 16 0,-14 5-21 0,14-5 5 0,0 0-23 15,0 0 9-15,0 0-14 0,0 0 12 0,0 0-15 16,15-5 8-16,-3 4-13 0,-2-3 10 0,4 0-12 15,0-1 16-15,0 0-17 0,0 0 11 0,0 3-13 16,-4-2 12-16,2 1-15 0,-2-1 17 0,-1 2-16 16,0-2 17-16,-9 4-15 0,14-4 20 0,-14 4-16 15,9-2 16-15,-9 2-2 0,0 0-1 0,0 0-15 16,0 0 13-16,-10 5-12 0,0-1 17 0,-2-1-19 16,-2 3 11-16,-6 4-14 0,-2-2 9 0,-6 4-3 15,-2 2-48-15,-4 1-149 0,-2 0-449 0,2 2-157 0</inkml:trace>
  <inkml:trace contextRef="#ctx0" brushRef="#br0" timeOffset="87892.38">4430 6849 411 0,'0'0'349'0,"4"-7"-81"0,-4 7-54 0,1-6-58 0,-1 6-28 0,0 0-24 0,3-6-21 0,-3 6-20 0,0 0-10 0,4-5 0 0,-4 5-1 0,0 0 6 0,0 0 19 16,0 0-12-16,1-6 11 0,-1 6-27 0,0 0 10 15,0 0-26-15,0 0 9 0,0 0-20 0,0 0 16 16,0 0-21-16,0 0 14 0,0 0-24 0,3-6 25 16,-3 6-23-16,0 0 10 0,0 0-9 0,0 0 21 15,0 0-29-15,0 0 14 0,0 0-20 0,0 0 19 16,0 0-24-16,0 0 15 0,0 0-13 0,0 0 23 15,0 0-25-15,0 0 19 0,-7 4-21 0,7-4 7 16,-5 6-34-16,5-6-3 0,-5 6-34 0,5-6-25 16,-9 7-14-16,4-2-20 0,5-5-26 0,-9 8-44 15,9-8-80-15,-9 7-182 0,4-2 53 0</inkml:trace>
  <inkml:trace contextRef="#ctx0" brushRef="#br0" timeOffset="88360.39">3660 7776 95 0,'1'-19'580'0,"-2"2"-104"0,1 1-126 0,-3-2-21 0,3 1-59 0,-3 4 2 0,2 1-63 0,0 1-36 16,0 1-31-16,-2 1-29 0,3 9-23 0,-4-9 28 16,4 9 41-16,-10 9 21 0,1 7-12 0,-6 10 43 15,-4 12-8-15,-11 16-9 0,0 7-18 0,-9 6 8 16,-8 18-59-16,-4 6-17 0,-3 5 15 0,-1 4-50 15,-1-1-24-15,-1 0-50 0,-1-2-66 0,2-3-88 16,-3-1-81-16,3-2-101 0,-2-6-64 0,2-1-97 16,0-3-127-16,1-10-271 0,11-15-457 0</inkml:trace>
  <inkml:trace contextRef="#ctx0" brushRef="#br0" timeOffset="90242.37">4460 7463 335 0,'-5'-11'413'0,"1"2"-97"0,0-1-58 0,0 2-41 0,3 0-31 0,-2 1-4 0,2 1-11 0,0-1-15 0,-2 2-9 0,3 5-17 0,-1-11-3 0,1 11-9 0,-3-9-13 0,3 9-10 16,-1-5-15-16,1 5-11 0,0 0 29 0,0 0 25 16,0 0 25-16,0 0 8 0,0 0 9 0,5 8-6 15,-2 0-8-15,-2 1-9 0,2 5-9 0,-1 1-22 16,1 0-17-16,2 3-9 0,-3 2-10 0,2 3-21 16,0-3-7-16,1 4-14 0,-1-4 0 0,1 4-6 0,0 0-5 15,1-1-1-15,0-2-6 0,0 2-5 16,-1 0 1-16,0-3-4 0,3 2 1 0,-3-2-5 15,0 1 3-15,-1-4-2 0,1-3-8 0,0 2-42 0,0-3-93 16,-1-1-89-16,0-3-60 0,-1 2-39 0,-1-4-33 16,1 0-53-16,-3-7-115 0,1 8-327 15,-1-8-402-15</inkml:trace>
  <inkml:trace contextRef="#ctx0" brushRef="#br0" timeOffset="90474.98">4626 7532 305 0,'0'0'744'16,"3"-10"-155"-16,-3 10-121 0,2-11-111 0,-2 11-78 16,3-7-54-16,-3 7-46 0,0 0 3 0,0 0 6 15,0 0 5-15,11 3 0 0,-8 4 14 0,-1 1 10 16,2 3-37-16,-3 1-19 0,2 4-22 0,-2 2-10 16,2 2-45-16,-1 3 13 0,2 4-46 0,0-2 10 15,1 6-29-15,-1-3 12 0,1 4-28 0,0-3 17 16,3-1-27-16,-3-3 19 0,1-1-56 0,1-2-95 15,-1-2-144-15,2-1-135 0,-5-2-130 0,3-3-734 16,-4-2-878-16</inkml:trace>
  <inkml:trace contextRef="#ctx0" brushRef="#br0" timeOffset="92376.61">6474 7297 156 0,'0'0'589'16,"1"-11"-156"-16,-1 11-72 0,0-7-48 0,0 7-45 0,0 0-43 0,0-10-40 0,0 10-32 0,0 0-33 0,0 0-21 0,0 0 47 0,0 0 35 16,0 0 27-16,4 9 8 0,-4 1 5 0,3 4-27 15,-1 2-3-15,1 4-47 0,-3 6-27 0,2 1-23 16,-1 6-14-16,2 0-19 0,0 4-8 0,-1-2-12 15,2 2-4-15,-1-1-12 0,2 0 0 0,0-2-9 16,-1-1 3-16,-1-3-9 0,3-4 1 0,-4-3-37 16,2-1-100-16,0-4-116 0,0-1-93 0,1-3-64 15,-3-1-92-15,-1-3-561 0,2-4-668 0</inkml:trace>
  <inkml:trace contextRef="#ctx0" brushRef="#br0" timeOffset="92725.09">6674 7542 643 0,'7'-11'805'0,"-2"2"-171"16,-1-2-141-16,0 3-108 0,1 2-78 0,0-3-60 0,0 2-45 15,1 0-27-15,3 0-12 0,1 3 4 16,1-3-4-16,-1 4-22 0,4-1-4 0,-4 4-36 16,3-2-1-16,-13 2-28 0,23 2-2 0,-11-1-22 0,-1 4-9 15,1 3-9-15,-1 1-6 0,-1 3-8 0,-2 1 5 16,2 3-2-16,-3-1-5 0,-4 4-1 0,0-3-4 15,-2 3 2-15,-2-1-7 0,-2 0 4 0,0 2 32 16,-4-1-35-16,0-4 14 0,-1 1 8 0,0-2 8 16,2-3 4-16,-3 0 8 0,3-3 12 0,-1 1 1 15,2-1 14-15,0-3 7 0,1 2 8 0,-1-3 4 16,5-4-9-16,-4 6-14 0,4-6-14 0,0 0-11 16,18-6-9-16,-3-2-8 0,10 0-4 0,9-5-3 15,9-1-7-15,5-2-2 0,15-4-30 0,3-2 28 16,3 1-33-16,0-1-39 0,0 0-53 0,0 2-55 15,0 1-77-15,-5 1-102 0,-14 4-101 0,-3 3-151 16,-6 0-763-16,-12 2-965 0</inkml:trace>
  <inkml:trace contextRef="#ctx0" brushRef="#br0" timeOffset="94608.01">5229 4950 400 0,'0'0'340'15,"0"0"-79"-15,-3 6-54 0,3-6-50 0,0 0-35 0,0 0-23 0,-1 5-20 0,1-5-15 0,0 0-13 0,0 0-8 0,0 0-13 16,-1 6-4-16,1-6-15 0,0 0 7 0,0 0-1 15,2 7-3-15,-2-7-7 0,0 0-39 0,7 6-48 16,-7-6-57-16,5 6-81 0,-5-6-248 0,4 6 54 16</inkml:trace>
  <inkml:trace contextRef="#ctx0" brushRef="#br0" timeOffset="95391.43">9227 7455 20 0,'2'-23'515'0,"3"2"-109"0,-1 1-48 0,-1 1-14 0,-1 4-42 0,2 2-49 0,-2 3-51 0,-1 0-26 0,-1 10 46 0,-1-6 18 0,1 6-11 0,-7 14 14 16,1 5 5-16,-8 15-25 0,-2 10-19 0,-5 24-10 15,-5 9-1-15,-5 27-32 0,-2 6 7 0,-1 11-55 16,-1 8 9-16,1 7-34 0,-4 3-25 0,3 2-30 16,-2 4-36-16,0-1-75 0,0 4-74 0,-2-2-113 15,2-7-101-15,-2 3-60 0,3-6-130 0,0-2-529 16,-1-4-703-16</inkml:trace>
  <inkml:trace contextRef="#ctx0" brushRef="#br0" timeOffset="98476.45">1951 9765 180 0,'-2'-10'361'0,"-1"4"-53"0,2-5-35 0,-2 3-21 0,2-3-17 0,-2 3-10 0,2-2-6 0,1 2 13 0,-1 1-25 16,1 7-29-16,-2-12-38 0,2 12-23 0,-1-10 19 15,1 10 22-15,0 0 36 0,8 6 22 0,-4 0-9 0,1 5-14 16,0 3-31-16,2 4 2 0,0 4-52 0,-1 2-16 16,2 4-3-16,0 4-30 0,-2 0-2 15,2 1-19-15,-2 5-1 0,3 2-11 0,-4-7-1 16,2 3-7-16,-2-2-1 0,0-1-8 0,0-1-4 0,1 0-5 15,1-3-44-15,-1-5-97 0,-1-1-108 0,2-3-123 16,0-2-76-16,0-1-79 0,0-7-487 0,1 0-615 16</inkml:trace>
  <inkml:trace contextRef="#ctx0" brushRef="#br0" timeOffset="98924.66">2181 9956 624 0,'4'-13'661'0,"-3"1"-110"0,3 3-93 0,-1 0-88 16,-2 2-66-16,0 0-52 0,3-2-52 0,1 1-28 16,-1 0-28-16,2-1-6 0,2 1-17 0,2-2-9 15,3 3-24-15,0-1-12 0,1 2-16 0,-1 1-12 16,2 1-15-16,-4 2-2 0,1 1-8 0,1 2-3 16,-2 1-9-16,1 1-2 0,-2 3-2 0,-2-1-3 15,-2 4 1-15,-3 1 0 0,-1 3-4 0,-4 3 2 16,-2 1 0-16,-4 0-6 0,-2 2 4 0,-3 0-4 15,-1-3 1-15,0-1 4 0,0-1-1 0,0-2 0 0,1-2 1 16,3 0-1-16,-3-3 2 0,7-1-1 0,-2 0 0 16,3-3-1-16,5-3 0 0,0 0-2 0,0 0-3 15,0 0 5-15,9-1-4 0,1-2 6 0,4 0-4 16,3 1 4-16,2-1-4 0,1 2 7 0,1 1-6 16,-1 3 4-16,3 0-5 0,-1 1 5 0,1 0-7 15,-1 4 4-15,-2 1-3 0,-2 1 6 0,0 2-6 16,-4 1 2-16,0 1-2 0,-4 0 4 0,-3 2-6 15,-3-1 7-15,-4-2-6 0,-3 3 6 0,-2 0-7 16,-4 1 4-16,-4 1 0 0,-2-3 5 0,-7 0-7 16,-1 1 4-16,0-4 4 0,-3 0-10 0,0-3 4 0,0-2 4 15,-2-1-4-15,2-3-4 0,2-2-5 0,1 1-20 16,3-2-25-16,-1-2-60 0,3 1-82 0,2-5-64 16,2 3-44-16,0-3-57 0,5 0-92 0,1-1-420 15,3-2-426-15</inkml:trace>
  <inkml:trace contextRef="#ctx0" brushRef="#br0" timeOffset="100774.47">6046 6222 131 0,'0'0'263'0,"11"-3"-77"0,-11 3-40 0,0 0-34 0,12-2-21 0,-12 2-21 0,0 0-9 0,9-1-17 16,-9 1-13-16,0 0-49 0,0 0-53 0</inkml:trace>
  <inkml:trace contextRef="#ctx0" brushRef="#br0" timeOffset="101474.49">3560 8781 521 0,'0'-21'510'0,"0"4"-70"0,0 4-87 0,0 1-77 0,0 0-50 0,1 3-64 0,-1 9-24 0,0 0-25 0,0 0 39 0,-1 15 43 0,-3 9-16 15,-1 16-9-15,-4 12-36 0,-1 23-13 0,-4 11-30 16,-3 28-12-16,-1 8-20 0,-2 6-10 0,2 10-15 15,-5 8-36-15,0 1-113 0,1 1-88 0,-3 4-55 16,-1 1-153-16,-3 0-533 0,-2-3-524 0</inkml:trace>
  <inkml:trace contextRef="#ctx0" brushRef="#br0" timeOffset="102557.46">4139 8961 67 0,'-4'-7'264'0,"4"7"-69"0,-2-9-38 0,2 9-31 0,-3-11-13 0,3 11 6 0,-1-10-28 16,1 10 18-16,0-12-5 0,0 12 4 0,1-13-19 0,-1 13-4 0,1-11-25 0,-1 11 24 0,3-12 2 16,-3 12 28-16,0-8-16 0,0 8 8 0,1-11-22 15,-1 11 2-15,1-7-26 0,-1 7 7 0,2-7-14 16,-2 7 0-16,0 0-1 0,0-7-8 0,0 7-1 0,0 0 16 15,0 0 16-15,0 0 19 0,-4 10 31 0,3 0 18 16,-2 8 7-16,0 2 12 0,1 12-19 16,-2 9-2-16,0 10-5 0,-1 13-22 0,-1 9-23 15,-2 6-12-15,2 5-17 0,-6 3-13 0,-1 23-5 0,-2 4-8 16,-3 6-6-16,-2-4-13 0,-1 3-22 16,-4 1-70-16,-1 1-49 0,-3 3-73 0,-2-1-56 15,0 2-50-15,-2-3-96 0,0-2-155 0,-2-5-254 16,1-1-340-16</inkml:trace>
  <inkml:trace contextRef="#ctx0" brushRef="#br0" timeOffset="106607.57">4749 9997 78 0,'1'-7'253'0,"3"-1"-58"0,-3 1-28 0,0-1-11 0,2 0-8 16,-2 0-8-16,-1 0-8 0,1-1-5 0,-1 1-8 0,2 0-5 0,-4-1 9 16,2 1 4-16,0 0 10 0,0-1 22 0,-1 3-27 15,1-3 17-15,0 3-26 0,0 6 14 0,0-12-33 0,0 12 5 16,-1-8-38-16,1 8 3 0,0-8-29 15,0 8 14-15,0 0 30 0,0 0 55 0,0 0 1 16,0 0 13-16,2 5 7 0,0 5 6 0,0 2-10 0,1 2 6 16,-2 3-34-16,4 3-9 0,-2 4-25 15,1-1-3-15,-1 3-21 0,4 3-1 0,-2 2-13 16,0-2-7-16,0 0-12 0,2 0-8 0,-2 1-16 16,1-6 7-16,-2 1-14 0,1 0 10 0,-1-1-17 0,0-3 13 15,1 1-15-15,-4-4 11 0,4-2-16 16,-2 0-17-16,-1 0-63 0,1-4-47 0,-2-2-66 0,2-1-52 15,-2 1-15-15,0-3-67 0,-1-7-44 0,1 10-58 16,-1-10-65-16,0 0-355 0,0 0-400 0</inkml:trace>
  <inkml:trace contextRef="#ctx0" brushRef="#br0" timeOffset="106908.22">4954 10043 425 0,'4'-17'536'0,"-1"5"-104"0,-2 1-97 0,2 1-70 16,-1 1-40-16,-1 3-5 0,-1 6 10 0,3-6 3 15,-3 6-18-15,0 0-4 0,0 0 3 0,4 10-21 16,-8-3-6-16,4 1-15 0,-1 3-22 0,-2 0-8 16,2 3-20-16,-3 2-1 0,3 0-28 0,-2 0-9 15,1-1-23-15,-1 2-5 0,2-1-4 0,-2-1-10 16,2-2 5-16,0-1-19 0,1 1 7 0,-2-1-17 16,2-2 10-16,0 1-15 0,2-1 35 0,-1-1 4 15,0-1 45-15,4-1-35 0,2 0 37 0,2-4-48 16,2 1 51-16,2-2-60 0,6-2 35 0,2-1-63 15,4-1 40-15,2-2-40 0,1-1 32 0,4-2-59 0,0 0 52 16,-1-1-53-16,-2-2 45 0,-1 1-53 16,0 0 49-16,-5-1-85 0,-2 2-41 0,-1-3-29 0,-1 1-66 15,-3 1-50-15,-6 1-64 0,1-1-64 16,-4 1-4-16,-3-1-75 0,-3 2-40 0,-1 7-69 0,-4-13-294 16,-1 6-401-16</inkml:trace>
  <inkml:trace contextRef="#ctx0" brushRef="#br0" timeOffset="107273.84">5183 9990 34 0,'-6'-3'746'15,"6"3"-153"-15,-8-4-140 0,8 4-77 0,-6-3-95 16,6 3-48-16,0 0-23 0,0 0 13 0,0 0 1 16,-10 1 2-16,10-1 5 0,0 8-1 15,0-8-2-15,1 14-28 0,0-5-11 0,0 3-25 0,3 4 11 16,0 1-52-16,-2 7 23 0,4 1-67 0,-1 3 26 15,1 2-61-15,3 3 37 0,-1-2-63 0,-2 2 11 16,3-1 27-16,1 0-15 0,-2-1-4 0,0 0-3 16,-2-3-9-16,4 1-3 0,-2-2-13 0,-3-4 17 15,3 1-14-15,-2-2-3 0,0-3 1 0,0 2-4 16,-3-5-4-16,3 0 5 0,-4-4-6 0,2-1 14 16,0-2-12-16,-2 1-2 0,1-2 2 0,-2 0 0 15,2-2 1-15,-2 0 0 0,-1-6 5 0,2 12-4 0,-2-12-3 16,3 9 1-16,-3-9-1 0,3 8 1 15,-3-8 0-15,1 6 4 0,-1-6-6 0,0 0-2 16,3 8 4-16,-3-8-2 0,0 0-7 0,0 0-29 16,0 0-58-16,-3 6-70 0,3-6-71 0,0 0-70 0,0 0-79 15,-13-1-28-15,13 1-105 0,-14 1-122 16,4 0-369-16,0 1-611 0</inkml:trace>
  <inkml:trace contextRef="#ctx0" brushRef="#br0" timeOffset="108407.25">4784 5830 557 0,'0'0'495'0,"0"0"-95"0,0 0-87 0,0 0-50 0,0 0-31 0,-9-2-33 0,9 2-31 16,0 0-24-16,0 0-29 0,0 0-19 0,0 0-27 15,-6-5-16-15,6 5-55 0,0 0-13 0,-5 8-43 16,5-8-70-16,-9 11-113 0,3 0-168 0,-3 1-305 16,-3 1-222-16</inkml:trace>
  <inkml:trace contextRef="#ctx0" brushRef="#br0" timeOffset="109256.67">7086 9024 286 0,'9'-17'194'0,"1"1"-8"0,-1-4-28 0,0 0 4 0,1 1-10 0,-2 0 13 0,1-1 6 16,-3 1 16-16,1 3-4 0,-2 2-13 0,-4 2-9 15,2 1-41-15,-2 6-20 0,-1 5-4 0,0 0 55 16,-10 5-22-16,-2 13 28 0,-4 17 59 0,-10 19-90 15,-1 13 149-15,-10 29-15 0,-4 9-31 0,2 10-29 16,-2 12-50-16,-3 11-24 0,2 7-65 0,1 2-64 0,-1 0-60 16,4 4-55-16,1-1-78 0,-1-1-101 0,3-2-65 15,-2-6-106-15,-2 0-491 0,4-5-545 16</inkml:trace>
  <inkml:trace contextRef="#ctx0" brushRef="#br0" timeOffset="110790.17">8338 10474 453 0,'-1'-12'709'0,"0"0"-80"0,0 5-94 0,-2-2-113 0,1 4-61 0,2 5-58 0,-5-8-33 0,5 8-33 0,0 0-15 0,0 0-10 0,-11 5-29 0,11-5-23 0,-2 14-16 0,0-5-23 0,1 3-18 15,1 1-15-15,0 0-20 0,3 6-5 0,-1-1-19 16,2 3-1-16,1 2-16 0,-1 2 3 0,4-2-11 16,-2 4 1-16,2 1-10 0,-1-2 5 0,2 1-9 15,-1-1 2-15,0-2-24 0,-1-2-42 0,2 0-81 16,-1-3-101-16,-3 1-90 0,2-3-84 0,-2-4-106 16,1 0-142-16,-2-3-315 0,0-2-571 0</inkml:trace>
  <inkml:trace contextRef="#ctx0" brushRef="#br0" timeOffset="111089.95">8511 10524 603 0,'1'-12'760'0,"1"3"-145"0,-4 0-127 0,2 2-117 16,0 7-71-16,-2-9-37 0,2 9-28 0,-5-6-13 16,5 6 3-16,0 0-7 0,-9 2-26 0,9-2-20 15,-9 10-9-15,1-4-36 0,3 5-9 0,0 0-30 16,-2 3-3-16,2 3-8 0,-1-1-18 0,2 3-4 15,2-3-9-15,-1 2 10 0,2 1-3 0,-2-3 12 16,3-1-15-16,1-1 23 0,1 0-20 0,0-1 26 16,2-1-24-16,4 1 13 0,-1-5-26 0,4 0 20 15,3-3-37-15,1-4 20 0,4-2-34 0,3-1 20 16,4-4-59-16,3-3 6 0,2-1-54 0,-2-3-29 16,-1 0-40-16,0-1-22 0,-5 2-50 0,-1-4-42 15,-3 5-37-15,-2 0-20 0,-6 0-20 0,-2 0-29 16,0 1-19-16,-5 3-3 0,-3-3 14 0,-1 3 20 15,-1 0 2-15,-3 0-3 0,-2 1 52 0,-2-1-144 16,-1 1 79-16</inkml:trace>
  <inkml:trace contextRef="#ctx0" brushRef="#br0" timeOffset="111257.94">8750 10520 1012 0,'-14'-7'166'0,"-1"1"25"0,2 2 29 0,-2 0-14 15,2-2 33-15,0 1-27 0,3 2 31 0,1 0-21 16,-1 0 11-16,1-1-22 0,9 4-19 0,-13-6-36 16,13 6-20-16,0 0 44 0,-13 2 31 0,13-2 1 0,0 11-27 15,1-2-11-15,4 4-1 0,2 3-34 16,-1 4-7-16,5 5-14 0,0 3-23 0,-1 3-19 0,3 2-11 15,1 5-17-15,0-2-8 0,0 1-10 0,-1-1-5 16,1 2-1-16,-1-5-11 0,-3-5-59 0,3 0-78 16,-3-3-92-16,3-2-87 0,-2-5-92 0,0-1-52 15,1-3-103-15,0-3-543 0,-1-4-711 0</inkml:trace>
  <inkml:trace contextRef="#ctx0" brushRef="#br0" timeOffset="111690.38">9090 10318 732 0,'-18'-31'770'15,"-5"2"-137"-15,-4 0-123 0,-3 4-79 0,-5 3-46 16,-2 1-46-16,-4 3-25 0,-1 1-22 0,-4 4-44 16,-1 1-31-16,-3 4-9 0,0 3-22 0,-2 4 13 15,-2 4 3-15,-1 2-15 0,-9 9-31 0,0 3-19 16,3 8-14-16,1 5-17 0,1 4-19 0,3 5-5 15,3 6-11-15,5 0-13 0,6 6-39 0,4 3 30 16,8 4-36-16,3 4 24 0,9 1-10 0,9 1-5 16,8-7-1-16,6 10-7 0,11-3 2 0,6 1 9 15,9-3 11-15,7-4-30 0,6 1 36 0,5-5-32 0,4-1 22 16,7-10-30-16,4 0 19 0,6-13-25 16,1 1 24-16,3-12-32 0,1-3 34 0,1-10-32 0,-11-4 26 15,9-6-25-15,-4-6 8 0,-2-7-5 16,-5-8 28-16,-5-1-32 0,-3-11 28 0,-1-5-31 0,-7-8 30 15,-2-6-31-15,-4-4 29 0,-5-4-28 0,-7 1 3 16,-4-5-5-16,-5 2 26 0,-9-3-38 0,-7 1 20 16,-5 0-2-16,-8 1 0 0,-6 3-1 0,-7 2-27 15,-8 4 36-15,-9 3 0 0,-6 5-3 0,-9 6-31 16,-7 3 28-16,-6 8-33 0,-4 5 17 0,-4 5-59 16,-5 8-32-16,-3 5-81 0,0 4-60 0,-1 9-76 15,-2 6-118-15,2 7-94 0,1 6-118 0,5 5-688 16,4 4-950-16</inkml:trace>
  <inkml:trace contextRef="#ctx0" brushRef="#br0" timeOffset="214418.19">15849 14864 311 0,'-1'-10'371'0,"1"10"-103"0,-1-9-40 0,1 9-66 0,0-8-23 0,0 8-41 0,1-5-6 0,-1 5-30 15,1-6 0-15,-1 6-25 0,5-7 6 0,-5 7-22 16,7-4 4-16,-7 4-36 0,8-3-23 0,-8 3-56 16,0 0-62-16,12-1-123 0,-12 1-154 0,0 0 102 15</inkml:trace>
  <inkml:trace contextRef="#ctx0" brushRef="#br0" timeOffset="214637.26">16169 15437 378 0,'0'0'642'15,"9"0"-159"-15,-9 0-142 0,0 0-109 16,0 0-103-16,0 0-40 0,4-5-65 0,-4 5-15 0,0 0-12 16,0 0-12-16,0 0-17 0,0 0-21 0,0 0-21 15,0 0-31-15,0 0-45 0,0 0-56 0,0 0-322 16,0 0-32-16</inkml:trace>
  <inkml:trace contextRef="#ctx0" brushRef="#br0" timeOffset="83056.75">12652 4527 64 0,'0'0'221'0,"-7"3"-38"0,7-3-18 0,0 0-13 0,0 0-8 0,-10 4-5 0,10-4-1 0,0 0-4 0,0 0 1 0,0 0 2 0,-6 2 18 16,6-2-13-16,0 0 10 0,0 0-27 0,0 0 16 15,0 0-39-15,0 0 25 0,0 0-13 16,-7 3 25-16,7-3-17 0,0 0 12 0,0 0-9 16,0 0 14-16,0 0 11 0,0 9-13 0,0-9 0 15,4 9 13-15,-4-9 21 0,9 9-11 0,0-2-14 0,-1-1-12 16,5 1 21-16,0 0-22 0,7-1 17 0,0 2-24 16,6-2 31-16,2-4-53 0,6 2 45 15,5-4-43-15,9-4 31 0,0-1-61 0,4-2-3 0,2-6-6 16,8-1-6-16,0-5-6 0,-1-2-11 0,0-2 38 15,-1-2-55-15,-3-2 40 0,3-4-16 0,-1 0-7 16,-2-4-15-16,2-1-8 0,-2-2-4 0,-2-3-7 16,3-1-2-16,-5 0-3 0,1-2-2 0,0 5 1 15,-4-2-5-15,-2 4-53 0,-3 4 25 0,-7 7-81 16,-2 2-48-16,-3 4-57 0,-3 1-80 0,-6 5-76 16,-5 5-48-16,0 4-1 0,-5 3-45 0,-1 3-35 15,-4 3-62-15,-2 3-341 0,-5 2-469 0</inkml:trace>
  <inkml:trace contextRef="#ctx0" brushRef="#br0" timeOffset="83905.72">12254 6975 1235 0,'-16'2'603'0,"16"-2"-114"0,-16 0-121 0,16 0-71 0,-15 1-63 0,15-1-46 0,-10 4-41 0,10-4-26 0,-4 11-24 0,4-11-19 16,1 11 0-16,2-2 27 0,3-3 17 0,3 0 18 16,3 3-1-16,3-3-14 0,5-2-14 0,5 2-12 15,3-3 0-15,2-3 1 0,9-2 11 0,8-7-9 16,2 1-13-16,3-4-6 0,13-5-5 0,-1-2-16 15,5-3 5-15,-2-1-22 0,4-2-13 0,-2-3 7 16,-2 1-20-16,-1 1 4 0,-4 0-13 0,-5-2-24 16,-3 4-28-16,-11 3-45 0,-3 3-37 0,-5 2-41 15,-7 3-56-15,-3 2-79 0,-6 2-44 0,-1 3-72 16,-8 3-60-16,-10 3-82 0,17 1-379 0,-17-1-513 16</inkml:trace>
  <inkml:trace contextRef="#ctx0" brushRef="#br0" timeOffset="84292.57">12534 8092 980 0,'0'0'791'16,"-9"8"-131"-16,9-8-155 0,-5 3-100 0,5-3-81 16,-6 5-64-16,6-5-51 0,0 0-32 0,-4 8-6 15,4-8 9-15,0 0-20 0,3 6 3 0,-3-6 12 16,10 7-10-16,-10-7 25 0,12 4-35 0,-12-4 12 15,22 0-56-15,-5-2 27 0,5-4-50 0,2-1 21 16,5-8-56-16,8-3 13 0,0-4-41 0,12-6 23 16,0-3-40-16,3-5 28 0,0-3-38 0,3-2 31 15,2-4-38-15,0 1-1 0,3-5-26 0,-1 3-32 16,11-13-37-16,-12 11-69 0,-2 0-72 0,0 3-87 16,-7 7-130-16,-2 2-68 0,-11 11-171 0,-3 2-518 15,-5 2-828-15</inkml:trace>
  <inkml:trace contextRef="#ctx0" brushRef="#br0" timeOffset="85306.83">13426 5984 636 0,'-2'5'500'0,"2"-5"-106"0,-4 10-85 0,4-10-62 0,-4 6-49 0,4-6-46 0,1 6-35 0,-1-6-25 16,9 5 4-16,-9-5 3 0,22-1 7 0,-9-1 3 15,5-1-3-15,2-2-23 0,6-1 11 0,2-5-17 0,4-2-6 16,4-1-11-16,3-5-14 0,-1-1-5 0,3-4-9 16,8-4-11-16,-2-3-2 0,2-1-11 0,-2-2-1 15,-1 0 2-15,-1-1-2 0,-2 0-2 0,-3 2-5 16,-8 6-17-16,-3 3-62 0,-1 0-17 0,-5 7-61 16,-7 5-55-16,-4 3-65 0,-3 5-61 0,-9 4-473 15,8 4-342-15</inkml:trace>
  <inkml:trace contextRef="#ctx0" brushRef="#br0" timeOffset="85656.41">12883 8670 706 0,'-6'18'711'0,"2"-3"-143"0,-1-2-137 0,2-3-85 16,1 2-87-16,-1-4-35 0,-1 3-62 0,3-5-29 16,5 6-9-16,-2-5-36 0,1 4 33 15,3-4-1-15,-1 0 24 0,3 2-17 0,2-5 24 0,2 1-23 16,-1-4 12-16,7 1-36 0,1-4 5 0,3-3-19 15,8-4-4-15,4-7-22 0,7-4-2 16,4-9-25-16,3-2 8 0,1-6-10 0,1-2-7 16,1-4-5-16,1-3 14 0,3-4-30 0,1 0-35 0,-1-1-65 15,-1-2-39-15,0 5-99 0,-6 0-89 0,-4 4-94 16,-6 5-175-16,-9 9-540 0,-2 0-744 0</inkml:trace>
  <inkml:trace contextRef="#ctx0" brushRef="#br0" timeOffset="86957.13">14282 9849 30 0,'-6'9'732'0,"-1"-2"-174"0,0-1-141 0,3-1-72 0,-2 0-70 0,1 0-15 0,-2-1-20 0,7-4 12 0,-9 9-26 16,9-9-3-16,-10 5-37 0,10-5-2 0,-11 5-35 0,11-5-3 15,-11 6-30-15,11-6 0 0,-10 4-25 0,10-4 10 16,-11 5-11-16,11-5 14 0,-9 2-17 0,9-2 7 15,-8 3-10-15,8-3-2 0,-6 3 0 0,6-3 1 16,0 0 3-16,-8 3 5 0,8-3 16 0,0 0 13 16,0 0-1-16,0 0-21 0,0 0-18 0,0 0-15 15,5-9-13-15,1 4-9 0,2-1-7 0,5-2-8 16,2 2-7-16,-1-1-9 0,7-1 3 16,0 1-5-16,3-3-4 0,1 4 31 0,3-3-35 0,-2 2 24 15,-1 3-34-15,1-2 28 0,-4 1-29 0,1 1 27 16,-4 1-30-16,-3 0 29 0,2 1-30 0,-5-1 28 15,0 0-29-15,-3 2 29 0,0-2-31 0,-10 3 33 16,18-1-32-16,-18 1 30 0,13-2-32 0,-13 2 31 16,0 0-28-16,10 2 27 0,-10-2-30 0,-4 9 33 15,-2-3-29-15,1 1 3 0,-3 0 0 0,3 2 0 16,-5 1 2-16,4 0 3 0,-2 2 1 0,-1-1 5 16,0 0 24-16,1 1-38 0,1 0 37 0,-1 0-35 15,-1 0 29-15,4-2-28 0,0-1 27 0,0-1-30 16,-1-1 28-16,3 2-31 0,-2-5 34 0,2 3-33 0,-1-3 33 15,4-4-34-15,-5 8 36 0,5-8-38 16,-4 9 33-16,4-9-30 0,-5 6 32 0,5-6-34 0,-4 5 32 16,4-5-28-16,0 0 29 0,-2 8-31 15,2-8 29-15,0 0-31 0,-5 6 33 0,5-6-28 0,-4 5 27 16,4-5-32-16,-5 6 33 0,5-6-30 0,-4 6 29 16,4-6-30-16,0 0 32 0,-5 6-31 0,5-6 29 15,0 0-33-15,-5 4 34 0,5-4-31 16,0 0 28-16,0 0-26 0,-4 6 26 0,4-6-28 0,0 0 31 15,0 0-32-15,0 0 32 0,0 0-29 0,0 0 31 16,5 5-34-16,-5-5 36 0,13-2-35 0,-3 1 31 16,3-1-28-16,1-2 30 0,4 0-21 0,3-2 36 15,1 0-23-15,1 1 31 0,4-3-36 0,1 0 30 16,3 0-34-16,-2 3 31 0,-2-1-37 0,-3 2 31 16,1 0-34-16,-4 3 28 0,-2 0-33 0,-2 3 32 0,1 2-33 15,-4 3 35-15,1 5-33 0,-2 1 28 16,-3 5 4-16,-1 1-8 0,-2 3-1 0,-5 2-1 15,1 2 2-15,-3 0-2 0,-3 1-8 0,-1-2 52 16,0 2-28-16,-4 1 54 0,-4-2-1 0,-1 0 56 16,-6-2-21-16,-5 1 6 0,-4-4 7 0,-3-2-14 15,-2-1-14-15,-6-3-13 0,0-3-28 0,-4-3 13 16,0-3 12-16,5-3-23 0,2 0 2 0,3-3-12 16,6-2-9-16,0 1-40 0,5-2-1 0,3-2-82 0,5 1-94 15,3-4-52-15,1 0-105 0,6-3-56 0,4 1-55 16,1-6-109-16,7-2-76 0,3-1-107 0,5-5-731 15,5-6-1086-15</inkml:trace>
  <inkml:trace contextRef="#ctx0" brushRef="#br0" timeOffset="87226.14">14989 9665 747 0,'0'0'887'0,"1"-8"-164"0,-1 8-167 0,2-8-85 0,-2 8-54 0,0 0-7 0,0 0-17 16,0 0-40-16,1 13-14 0,-1 0-28 0,0 4 55 16,3 5-26-16,-1 10-3 0,1 3 8 0,3 10 13 15,-2 3-5-15,5 3-42 0,1 10-137 0,-1 0-174 16,5-1 0-16,-1-1 0 0,1-1 0 0,-4-11 0 16,-1 0 0-16,4-2 0 0,-3 1 0 0,2-4 0 15,-2 3 0-15,-1-7 0 0,0 0 0 0,-2-7 0 16,1-2 0-16,-2-7 0 0,2 0-268 0,-4-2-164 15,4-4-30-15,-1-3-84 0,0-2-62 0,-1-4-75 0,-6-7-120 16,14 0-592-16,-6-7-998 0</inkml:trace>
  <inkml:trace contextRef="#ctx0" brushRef="#br0" timeOffset="87610.68">15379 10024 836 0,'1'-15'811'0,"1"3"-163"0,-2 3-176 0,0 1-81 16,0 8-94-16,0-11-24 0,0 11-13 0,-3-6 1 15,3 6-25-15,0 0-37 0,0 0-30 16,-10 2-31-16,10-2-31 0,-7 7-24 0,7-7-16 0,-6 10-12 16,0-3-12-16,2 1-10 0,0 0 0 0,-1 0-15 15,1 0-1-15,-1-1-7 0,1 0 4 0,-1-2-7 16,1 2 2-16,4-7-6 0,-5 9 4 0,5-9-5 16,-4 7-7-16,4-7 8 0,-2 8 6 15,2-8-8-15,0 0 5 0,9 4-7 0,-9-4 4 0,19-1 22 16,-8 1-25-16,4-2-7 0,1 2 9 0,3 2-7 15,-1-1 8-15,1 0-5 0,4 2 2 0,1 3 2 16,-1 1 9-16,2 1-3 0,0 1 6 0,1 4-2 16,-2-1 1-16,-2 3 0 0,-2-2-5 0,-4-1 6 15,0 2-6-15,-3 1 3 0,0 0-2 0,-6-4 7 16,1 3-6-16,-5 0 40 0,-2-1-17 0,-1-2 17 16,-4 4-17-16,-2-3 44 0,-5 4-26 0,-2-3 27 0,-3 1-15 15,-2-3 23-15,-1-1-44 0,-1 0 20 16,-3 0-41-16,1-2 24 0,0-2-35 0,-2-1 22 15,3-3-27-15,2-1-7 0,-1-1-91 0,1-3-89 16,-2-2-103-16,2-5-143 0,2-1-80 0,2-4-116 16,2-2-741-16,-1-6-965 0</inkml:trace>
  <inkml:trace contextRef="#ctx0" brushRef="#br0" timeOffset="87789.17">15275 9978 588 0,'2'-8'784'16,"-1"-2"-160"-16,2 3-149 0,1-1-96 0,-1 0-67 0,5 2 3 15,0-1-30-15,3-1 3 0,3-1-33 0,4 2-22 16,2-2-35-16,9-2-23 0,1-1-19 0,6-1-25 16,4 1-26-16,2-2-16 0,-4 2-24 0,1 1-3 15,-7 1-26-15,0 1-45 0,-2-2-61 0,-3 3-91 16,-3-1-77-16,-3 3-84 0,-6-1-68 0,2 1-168 16,-6 1-641-16,-3 1-808 0</inkml:trace>
  <inkml:trace contextRef="#ctx0" brushRef="#br0" timeOffset="89239.18">16404 9563 518 0,'0'0'761'0,"0"0"-154"0,-11 2-116 0,2 1-96 0,-2 3-54 0,-3 0-43 0,0 0-27 0,-1 1-27 0,-1 1-21 0,1 0-12 0,0-1-22 0,0 1-36 0,2-3-5 16,0 3-16-16,3-4-12 0,1 1-11 0,-1-1 9 0,3 0 39 15,-2-1-10-15,9-3 41 0,-10 5-24 0,10-5 26 16,0 0-50-16,-13-2 2 0,13 2-50 16,2-7 10-16,0-2-50 0,6 2 21 0,1-2-45 15,1 0 22-15,3 2-12 0,-2-1-9 0,2 1-3 0,2-1-8 16,-2 4-8-16,0 0-2 0,-2 2-1 0,3 2-3 15,-3 0 2-15,0 2-3 0,-1 2 0 16,-1 4-3-16,-2-1-27 0,-1 5 34 0,-3-2-28 0,-2 5 31 16,-1-1-27-16,-4 2 29 0,-1 3-28 0,-3 0 5 15,-2 0 2-15,-4 0 8 0,1 0-1 16,1-2 0-16,-3-1 1 0,0-2-3 0,5-2 3 0,-1-1 2 16,0 0 1-16,3-3-1 0,2 0 3 0,0-2 2 15,-2 1-1-15,8-7-4 0,-2 8-1 0,2-8 0 16,0 0 1-16,21-1-2 0,-2-2 6 0,2-1-10 15,3-1-2-15,4 0 2 0,3-3-4 0,1 1-11 16,0-2-9-16,-2-1-64 0,2 0 11 0,-1-1-70 16,5-5-23-16,-3 1-10 0,-5 1-27 0,-2-1-10 15,-1-2-4-15,-4 0-1 0,-3-2 14 0,-2-1 16 16,-4 0 27-16,-3 0 32 0,-2-2 26 0,-3-3 28 16,-3 0 29-16,-2-1 23 0,1-1 41 0,-4-6 26 15,-2 4 35-15,2 0 53 0,-1 5-4 0,1 0 28 16,-1 3 11-16,1 4 7 0,0 1-25 0,1 1-25 15,0 2-25-15,2 4-15 0,-2 0-6 0,3 9 45 16,0 0 49-16,0 0-30 0,0 0 56 0,3 16-34 16,-1 2 16-16,3 9 1 0,-2 7 96 0,2 9-33 15,0 4 23-15,-1 5-2 0,1 1-29 0,4 9 10 0,-4 2-237 16,2 0 0-16,-1 1 0 0,-1-1 0 0,0-9 0 16,1-1 0-16,2-2 0 0,-4 0 0 15,3-4 0-15,-1-1 0 0,0-5 0 0,1 0 0 16,-2-9 0-16,1-2 0 0,-2-7 0 0,2-1 0 0,-3-2-404 15,1-5-45-15,-2-2 4 0,2-1-31 0,-3-5-84 16,-1-8-44-16,7 5-60 0,-7-5-66 0,9-10-486 16,-3-3-826-16</inkml:trace>
  <inkml:trace contextRef="#ctx0" brushRef="#br0" timeOffset="89628.29">17111 9809 549 0,'6'-18'692'0,"-1"3"-130"0,2 2-99 0,-3 1-106 0,-1 2-75 0,2 0-37 0,-2 3-1 0,-1 1-15 15,-2 6 9-15,4-8 13 0,-4 8-12 0,3-6-23 16,-3 6-25-16,0 0-21 0,0 0-29 0,-8 6-31 16,8-6-21-16,-11 8-18 0,3-2-14 0,2 0-9 15,-3 1-16-15,-1 2 0 0,1-1-7 0,-2 0-4 16,1 1-3-16,1-2-6 0,0 2 1 0,3-3-7 16,-2 0-3-16,2-1 2 0,1 0 1 0,-1-1-2 15,6-4-1-15,-5 9 2 0,5-9 0 0,0 7-6 0,0-7 6 16,8 9-5-16,1-5 1 0,1 0 1 0,6 0 0 15,-2 1-3-15,4-1 3 0,-1 2-7 16,5 0 26-16,1 2-29 0,1-1 4 0,4 3 3 16,2 0 0-16,-1 0 2 0,-3 2-6 0,2 0 8 0,-1 1-1 15,-3-1 0-15,-5-1 1 0,-1 2 4 0,0-2-2 16,-4 1 2-16,-2-2 0 0,-3-1 8 16,-3 3-10-16,-1-4 12 0,-1 3-4 0,-5-2 5 0,-2 1-11 15,-2-1 17-15,-3 1-22 0,-4-1 16 0,-4 2-10 16,-4-2 4-16,-1-2-11 0,0 1 10 15,-5-2-10-15,2-1 11 0,-2 1-18 0,3-4 12 0,0 1-20 16,2-1-36-16,1-2-64 0,1 0-115 0,0-2-109 16,6-2-102-16,-1 0-132 0,0-1-156 0,4-1-318 15,3-3-664-15</inkml:trace>
  <inkml:trace contextRef="#ctx0" brushRef="#br0" timeOffset="89839.16">17186 9901 758 0,'0'0'866'0,"1"-10"-119"0,-1 10-182 0,2-9-77 0,-2 9-54 16,2-8-51-16,-2 8-37 0,7-9-47 16,0 3-40-16,5 0-25 0,4-2 2 0,4-1-54 15,8-1-2-15,4-1-63 0,5 0 7 0,2 0-56 16,5-1 15-16,-2 0-47 0,5-1 24 0,-2 0-39 16,4-1 19-16,-1-2-36 0,6-2 26 0,-6-1-42 15,-3 2-10-15,2-1-69 0,-4-1-78 0,-3 0-72 16,-3-1-57-16,-2 2-62 0,-10 4-52 0,-1-1-54 15,-8 3-88-15,-3-2-150 0,-3 5-304 0,-5-1-614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1:33:12.1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20501 13308 160 0,'-24'-6'300'0,"0"2"-106"0,1 1-60 0,1-2-35 16,-1 2-37-16,-1-1-13 0,1-1-11 0,3 2-9 0,0 0-3 0,1 0 7 0,2 0 7 0,-2 1-4 15,6-1-4-15,-2 1-8 0,5 1-12 0,-2 0-23 16,12 1-26-16,-16-2-33 0,16 2-53 0,-16 0-199 15,16 0 218-15</inkml:trace>
  <inkml:trace contextRef="#ctx0" brushRef="#br0" timeOffset="101.87">20104 13358 20 0,'-3'7'224'0,"2"0"-63"0,-2-2-45 0,-2 2-49 15,3-1-29-15,-1 0-44 0,-1 0-61 0,2 0-108 16,-1 0 49-16</inkml:trace>
  <inkml:trace contextRef="#ctx0" brushRef="#br0" timeOffset="1083.74">20102 13562 296 0,'0'0'557'0,"0"0"-154"0,3 4-58 15,-3-4-82-15,0 0-11 0,0 0-66 0,0 0-14 0,0 0-64 16,0 0 11-16,0 0-46 0,0 0 9 0,0 0-41 16,0 0 12-16,0 0-27 0,5 5 13 0,-5-5-26 15,0 0 18-15,14 1-25 0,-14-1 27 0,18 3-21 16,-6-3 20-16,2 0-23 0,1 1 23 0,4-1-20 16,2 0 22-16,0 0-19 0,6-1 21 15,1 1-11-15,3-2 28 0,2 2-4 0,3-1 9 0,6 0-12 16,-1-1 3-16,8 1-14 0,-1-2 11 0,5 2 19 15,0-1 18-15,1-1-4 0,4 1-13 0,0-2-12 16,1 2-11-16,4-1 2 0,11 0 3 0,0 1-5 16,0-2-6-16,1 1-3 0,2 0-3 0,-2 0-7 15,1 0-4-15,-1-1-3 0,-2 2-1 0,0-3 0 16,-10 4-4-16,1-2 5 0,1 1 4 0,8-1 3 16,-10 1 1-16,10-1 3 0,-9 1-4 0,1-1 2 15,-1 3-3-15,-1-3-2 0,-1 2-1 0,0-1 7 16,0 0-3-16,0-1-1 0,-1 1 0 0,-1 1-1 15,3-2 0-15,-2 0-3 0,3 1 3 0,8-2-7 16,-10-1 3-16,10 3-3 0,-11-4 4 0,1 3-4 16,-1-3 4-16,-1 2-2 0,0-1 5 0,0-1 0 15,0 2 9-15,0 0-4 0,0 0 12 0,-2 1-12 16,1-2 6-16,-1 3-11 0,1-1 16 0,0 1-20 0,-3 0 14 16,3 0-20-16,-1 1 0 0,-1-1-5 15,1 0 2-15,0 0 1 0,2 0-4 0,-1 1 2 0,2-1-1 16,1 0-3-16,11-2-1 0,2 2 18 15,-1-1-19-15,-10 1-1 0,9-1 4 0,2 0-1 16,-11 0 9-16,0 2 5 0,-1-1-3 0,1 1 3 16,1 0-7-16,0-1 0 0,12 1 21 0,-2 0-28 0,-11 1 24 15,4 0-38-15,7 0 35 0,-10 0-27 0,2 1 1 16,-2-1-3-16,13 0 2 0,-1-1 3 0,1 1-1 16,0 0 31-16,3-1-32 0,2 0 23 0,2 1-31 15,-1-1 30-15,-1-1-29 0,1 2 14 0,1-2 6 16,-1 2 5-16,3 0 21 0,1-1 21 0,-2 1-55 15,3-2 42-15,-3 2-51 0,2-1 45 0,-3-1-49 16,0 2 4-16,-2-1 1 0,0-1 45 0,2 1-44 16,-2-1 67-16,1 1-50 0,-1-2 50 0,3 2-52 15,-1-2 46-15,-3 3-40 0,0-3 40 0,0 0-51 16,0 1 47-16,-1 1-55 0,2-2 40 0,-1 0-5 16,3 0-7-16,-2 2-8 0,0-2-5 0,0 0 2 15,-3 1-5-15,1-2-44 0,-1 4 49 0,-2-4-8 16,2 3 8-16,-1-1-1 0,-1 0-1 0,0-1-7 15,-2 2-1-15,0-1 2 0,-2-1-5 0,-12 2 0 16,2-3 3-16,9 2 1 0,-10-2 1 0,1 2-2 16,9-3-2-16,-2 3 5 0,1-3-2 0,-1 0-1 15,-8 2 25-15,7-2-14 0,3 0 12 0,-3 0-23 16,1-1 21-16,-11 2-25 0,1-1 0 0,-1 0 16 0,12 0-12 16,-11 0 20-16,-1 2-21 0,3-1 17 15,-2 1-23-15,-1-2 22 0,-2 1-24 0,-1 1 20 16,-1 2-25-16,-3-4 20 0,-3 2-18 0,-3 0 16 0,-9-1-10 15,-2 1 22-15,-8 2-9 0,0-2 38 0,-5 1-21 16,-5 1 14-16,1-1-19 0,-6 1 12 0,2-1-24 16,-4 2 15-16,0-2-25 0,1 1 15 0,-12 1-36 15,14-2-24-15,-14 2-81 0,9-3-40 0,-9 3-89 16,0 0-55-16,-10-6-66 0,-1 6-59 0,-7-5-36 16,-3 4-10-16,-9 0-51 0,-12-1-60 0,-8 1-394 15,-9 1-575-15</inkml:trace>
  <inkml:trace contextRef="#ctx0" brushRef="#br0" timeOffset="3917.55">2364 15687 6 0,'-7'-7'325'0,"7"7"-97"0,-6-3-56 0,6 3-31 0,0 0-19 0,-6-5-9 0,6 5-14 0,0 0-8 16,0 0-7-16,-9-3-8 0,9 3-7 0,0 0-2 16,0 0-4-16,0 0 5 0,0 0 6 0,0 0 10 0,0 0 12 15,-8 4-5-15,8-4 23 0,0 0-18 0,2 6-3 16,-2-6-21-16,6 7-7 0,-6-7-12 16,6 9-13-16,-1-5 3 0,2 1 22 0,0 0 3 15,2 0-7-15,2-1 21 0,1 2-17 0,4 0 5 0,0-2-29 16,2-1 23-16,5 3-33 0,0 0 21 15,4-1-29-15,0-3 21 0,1 3-27 0,6-2 26 16,2 1-15-16,1-1 44 0,3-1-31 0,2-1 7 0,8 0 25 16,1 1-44-16,3 0 14 0,-2-2 12 0,4 0-6 15,2-2-8-15,1 0-3 0,1 1 12 0,1 0-6 16,4-1-1-16,8 0-15 0,1-2-5 0,0 1-1 16,0 2-1-16,-10-2-4 0,9 1-3 0,0-2-2 15,2 1 3-15,0-1-11 0,1 2-1 0,1-4 2 16,1 3-2-16,0 0-1 0,1-2-1 0,0 2 2 15,2-2 1-15,-1-1 1 0,0 2-3 0,1-2-1 16,1 0-1-16,0 1 4 0,2-1-2 0,0 0 5 16,0 0 0-16,-1-1-1 0,0 2-2 0,-4 0 5 15,2-1-5-15,-1 0 6 0,-2 2 0 0,1-2-1 16,-2 2-2-16,2-1 6 0,-2 1-2 0,1-1 0 16,-4 1-2-16,3-2-6 0,-3 2 12 0,-1 0-10 15,1-1 8-15,-3-1-8 0,2 2 8 0,0-2-6 16,1 2 4-16,0-3-8 0,-1 1 9 0,0 0-9 15,1 0 9-15,-1-1 2 0,0 1-7 0,-3 0-2 0,-1 0 3 16,1-1-4-16,-8 3 2 0,9-2-6 16,-10 2 11-16,11 0-11 0,-11-1 5 0,10 2-4 15,-10-3 6-15,1 3-3 0,0-1 1 0,-2 0-4 16,13-1 7-16,-13-1-5 0,12 2 4 0,-3-2-7 0,1 2 7 16,1-3-8-16,0 3 7 0,-1-3-6 0,2 1 2 15,-10 2 1-15,7-1 0 0,-7 1 5 0,-1 0 3 16,0 1 1-16,2-2 1 0,-2 4-1 0,3-3 10 15,-1 1-14-15,1 2-1 0,0-1-1 0,0 1 2 16,1 0-2-16,0 0-1 0,1 0 1 0,-2 0-2 16,1 0 0-16,1-1-2 0,-3 2 3 15,3 0-3-15,-1 0-1 0,0-1 3 0,0 1-3 0,3 0 1 16,-3 1-1-16,0-1 1 0,-1 0-1 0,0 2 0 16,0-1 3-16,-1 0-3 0,-2 0 2 0,2 1 0 15,-3-1-1-15,1 1 0 0,0-1-3 16,1 1 2-16,-1-1 5 0,2 3-4 0,-2-4 1 0,2 1 4 15,-1 2 7-15,2-1 2 0,-2 1-4 0,0-3 1 16,0 2-4-16,-1 0 1 0,0-1-4 0,2 2 0 16,-1 0-2-16,1-3 2 0,1 5-2 0,0-4 4 15,-2 2-2-15,2 0-1 0,-2 0-1 0,0 0 2 16,0-2-1-16,-1 1-3 0,0 0 6 0,1 0-3 16,-2 0-1-16,2 1-1 0,-2-3-2 0,4 1 3 15,-2 1-4-15,0-1 9 0,0 1-7 0,-1-2-1 16,0 1 2-16,-1 0 0 0,0-1 5 0,-2 2-5 15,2-2 4-15,-1 1 5 0,0-1-1 0,-2 2 1 16,3-1-2-16,0 1 0 0,0-1 2 0,-1 0-5 16,1 1 1-16,0 1 0 0,0-1-3 0,2-1-1 15,-4 0 0-15,0 3 1 0,1-3-1 0,0 2 0 16,-1-2 0-16,1 2-2 0,1 0 9 0,0-2-8 16,0 1 9-16,-1-1-9 0,1 3 15 0,1-2-14 15,-1 0 14-15,2 0-16 0,-2 0 2 0,0 1 4 0,-1-2 6 16,-3 1 0-16,4-1-1 0,0 2-5 0,-1-1-3 15,1 1 0-15,1-1 13 0,1-1-15 0,-1 1 12 16,3 1-16-16,-1-3 2 0,1 1 9 0,-2 1-8 16,1 0 2-16,1-1-1 0,-2 0-3 0,5 0 5 15,-2 0-1-15,9-1 0 0,-9 2-1 0,12-2 2 16,-11 0-1-16,10 1 1 0,-11-1 1 0,3 0 3 16,-3 0 1-16,10-1 4 0,-10 1 2 0,12-2 0 15,0 1 1-15,1 0-4 0,-2 0-1 0,4-1-4 16,-1 2 2-16,0-1-4 0,0-1 2 0,-2 1 3 15,1 1 0-15,-3 0-2 0,3 0-2 0,-2-2 1 16,2 2 3-16,-2 0-10 0,2 0 2 0,-1 0 1 16,2 2-2-16,-14-2 3 0,11 0 1 0,-11 0-1 15,-1 0-2-15,4 0-2 0,7 0 3 0,-8 0-1 16,12 0-3-16,-2 0 5 0,0 0-1 0,0 0 5 16,2 0-2-16,-2 0 3 0,1-2 4 0,-4 1 3 15,3-1 2-15,-2 1 3 0,3 0-4 0,-1 0-3 16,-1-1 3-16,1-1-7 0,1 3-1 0,-1-1 6 15,-1-1-6-15,-1 1 3 0,-10-1 3 0,-1 1-35 16,12-2 35-16,-12 2-2 0,10 0 0 0,-8-1-3 16,9 0 4-16,-11 1-6 0,10 0 8 0,-6-1-3 15,6 0 1-15,-10 1-3 0,1-1 6 0,-1 2-38 16,0-1 48-16,11-2-1 0,-10 3-8 0,9-3-3 0,2 2-2 16,-1 1-1-16,-1-3 1 0,0 2-6 0,1-1 0 15,-10-1-1-15,9 2 2 0,-10-1-44 16,10-1 56-16,1 0-4 0,0 0 2 0,0 0-3 15,0 2 1-15,2-2-3 0,-3 0 1 0,4 0-1 0,-4 2 0 16,2-1-42-16,-2-1 46 0,-9 3-44 0,9-4 46 16,1 2-49-16,1 2 53 0,-1-3-3 0,3 2-6 15,-1 0-2-15,-2-2-2 0,3 3-45 16,-2-2 52-16,0 1-48 0,-2-1 61 0,3 1-48 0,-3-2 51 16,5 1-50-16,-2 2 49 0,2-2-8 15,-1 1-49-15,3-2 53 0,-1 2-44 0,2-1 44 0,0 0-49 16,-2-1 51-16,2 1-54 0,1-1 50 0,2 2-48 15,0-1 50-15,2-3-54 0,1 4 49 0,-1-2-45 16,-2-1 49-16,0 1-51 0,1 0 50 0,-1 0-48 16,2 1 47-16,-1-2-45 0,2 1 46 0,-1 0-47 15,1 0 50-15,-2 0-48 0,-2-1 48 0,3 1-39 16,-4 0 37-16,3 0-47 0,-2 1 47 0,1-2-45 16,0 3 47-16,3-2-46 0,-2 1 48 0,-3-2-44 15,3 2 37-15,-1 0-44 0,-2-1 3 0,2 1 43 0,-1 0-46 16,0 0 46-16,1 0-47 0,-1-1 42 0,0 2-44 15,1-2 46-15,-2 2-45 0,-1-4 10 16,-2 4 38-16,1-4-48 0,-1 3 47 0,1-2-47 16,-1 3 45-16,-1-2-47 0,1-1 47 0,0 2-45 15,-2-1 49-15,0 2-50 0,1-4 44 0,-3 3-44 0,-1-1 46 16,2 0-48-16,-2 0 46 0,2 0-3 0,-2-2-7 16,3 3-4-16,0-2-1 0,0 2 0 15,-4-2-3-15,3 1 5 0,-3-1-44 0,0 1 47 16,-1 0-2-16,1 0-1 0,2 0 6 0,-3 0 3 15,1 0-1-15,-2-1-1 0,1 1-5 0,-9 0-2 16,-2 1 4-16,0 0-5 0,1 0 1 0,-1-1-6 16,0 0 1-16,0 0 3 0,1 2 11 0,0-1-18 15,0 1 18-15,1-1-19 0,11 0 16 0,-13 0-17 16,2 0 18-16,-1 1-19 0,-1-2 17 0,1 2-19 16,0-1 18-16,-1 0-19 0,-2 1 19 0,2 0-18 0,-2-1 16 15,0 2-20-15,1 0 18 0,-1-1-21 16,0-1 19-16,0 1-22 0,-1 1 22 0,0 0-1 0,0-2-20 15,-2 2 20-15,-1 0-3 0,-1-1 0 0,2 1-3 16,-4-1-4-16,1-1 2 0,-3 2-3 0,0-1 2 16,0-1 0-16,-10 2 0 0,3-1-1 0,-1 0 37 15,-3 0-37-15,-1 0 40 0,1-1-15 0,-3 2 29 16,-5-2-40-16,-1 0 32 0,-3 0-39 0,-2 0 37 16,-4 1-21-16,-1 0 34 0,-2 0-37 0,-2-1 30 15,-4 1-35-15,0 1 24 0,-1 0-34 0,-12 0 28 16,20-2-37-16,-20 2 28 0,16-1-34 0,-16 1 35 0,12-2-41 15,-12 2 31-15,0 0-43 0,0 0-7 0,0 0-103 16,0 0-15-16,-9-1-96 0,-4 1-37 0,-7-1-133 16,-3 1-80-16,-9-1-49 0,-9 1-87 0,-12-1-88 15,-6 1-317-15,-20-2-663 0</inkml:trace>
  <inkml:trace contextRef="#ctx0" brushRef="#br0" timeOffset="5949.08">3138 17870 127 0,'-10'-3'159'0,"-1"3"-31"0,11 0-21 0,-16-5-7 0,16 5 2 0,-15-2-4 0,15 2 5 15,-10-2 5-15,10 2-22 0,-9-3-1 0,9 3-20 16,0 0-8-16,-13-1-8 0,13 1-14 0,0 0-9 16,0 0 0-16,0 0-9 0,-10 1 2 0,10-1-6 15,0 0-8-15,-4 5 2 0,4-5 0 0,0 0 2 16,-3 7 3-16,3-7 9 0,0 0-7 0,-1 7 6 15,1-7-4-15,-1 5 5 0,1-5-9 0,0 0 4 16,-4 8 4-16,4-8 8 0,0 0 2 0,-4 6 2 16,4-6 6-16,0 0 2 0,-4 5 2 0,4-5 3 15,0 0-1-15,-4 7 4 0,4-7-10 0,0 0 0 16,0 0-8-16,0 0-1 0,-3 6 25 0,3-6-34 16,0 0 2-16,0 0-4 0,0 0 6 0,0 0-7 15,2 4 18-15,-2-4 15 0,0 0 4 0,10 5-16 16,-10-5 2-16,17 3-10 0,-8-1 4 0,4 0-10 0,-2 1 11 15,2-2-15-15,4 4 14 0,-2-3-16 0,4 2 20 16,-1-1-21-16,0 0 18 0,2-1-20 16,2 2 19-16,1 0-4 0,3-2 41 0,-1 0-38 15,5 0 22-15,-1 0-33 0,0 0 20 0,7-1-20 0,-1 2 17 16,1-2-15-16,-1 2 9 0,2-2-16 0,2 1 24 16,-2-2-28-16,-1 1 21 0,3 0-16 0,-2 1 17 15,2-1-27-15,-1 1 26 0,-1-1-25 0,1 0 39 16,3 2-15-16,-4-2 28 0,4 0-25 0,-3 2 14 15,3-1-25-15,0-2 18 0,3 3-29 0,3-2 21 16,4 1-26-16,0 0 22 0,-1 1-19 0,1-2 15 16,3 3-23-16,-3-1 20 0,0-2-25 0,3 4 22 15,-4-2-23-15,2 0 6 0,-1 1 7 0,0 0-15 16,3 1 19-16,-3-1-12 0,0 2 6 0,3-2-17 16,-2 2 19-16,2-1-22 0,-3 1 28 0,3-2-27 15,1 0 22-15,-3 3-18 0,2-2 15 0,-1 0-19 16,1-2 9-16,1 2 2 0,-1 0 17 0,2-2-18 15,0 1 12-15,2-2-10 0,-1 2 11 0,3-1-17 16,-1-1 17-16,-3 0-16 0,3 0 16 0,1 1-13 0,-1-2 21 16,0 4-8-16,-3-5-2 0,3 1 5 15,-2 2-1-15,1-1 2 0,-2-2 9 0,4 1-14 16,-1 1 13-16,0-1-15 0,1-1 13 0,0 2-14 16,1-2 14-16,2 0-12 0,-2 0 18 0,2 0-17 0,-2-2 7 15,-1 1 6-15,3-1 3 0,-2 1 1 0,2 1-3 16,-2-2 8-16,2 1-21 0,-2-1 16 15,2 1-17-15,-2 1 16 0,2-3-12 0,-2 1 15 16,-1 2-21-16,-1 0 2 0,0-1 0 0,-2 1-1 0,1-1 3 16,-3 1-4-16,2-2-1 0,-1 2-4 15,2 0 5-15,-2 0 10 0,0 0 10 0,-2-2 0 0,2 2-4 16,-1-1-6-16,1 0 2 0,1 1-7 16,-5-2-5-16,3 1 5 0,1-1-4 0,-4 1 1 0,1-2-2 15,1 2 4-15,-2 0-4 0,2-1-3 0,-2 0-1 16,-1 0-3-16,2 0 2 0,-2 1 0 0,1-2 1 15,-1 1 4-15,2-1-1 0,-1 0-3 0,2 0 4 16,1 0 5-16,-3-1 2 0,3-1 9 0,0 2 6 16,1-2 4-16,3 2-5 0,-1-4-9 0,2 1-2 15,9-1-9-15,-9 1 4 0,9-1-5 0,0 1 10 16,-9 0-13-16,0 0 2 0,10-1-3 0,-11 1-40 16,1 0 45-16,-1 0 0 0,1 1 0 0,1-1-1 15,-2 0 1-15,1 1-3 0,0-1-3 0,-1 1 2 16,1 0-1-16,-4-2 4 0,2 1-39 0,-2 2 65 15,3-4-32-15,-4 4 39 0,-2-3-47 0,0-1 48 16,-1 0-48-16,-1 2 45 0,-1-2-50 0,1 0 48 16,-1 0-49-16,-3-1 48 0,2 1-44 0,-3 1 54 15,0-2-52-15,-4 2 46 0,2 0-43 0,-2 0 37 16,-6-1-41-16,-2 3 45 0,1-2-43 0,-1 2 45 16,-2-1-41-16,0-1-5 0,-4 3-2 0,-2-1 6 15,0 0-4-15,0 0 1 0,-1 1 3 0,0-1 1 16,-1 0 7-16,-5 0-3 0,4 1-5 0,-3-1 3 15,-3 2 3-15,0 0-5 0,0 1 1 0,-2-3 4 16,-1 4-1-16,-2-4-8 0,0 4 6 0,-1-3-4 16,-1 2 3-16,1 0-1 0,-11 2 2 0,13-4-5 15,-13 4 9-15,15-3-10 0,-15 3 1 0,11-3-8 0,-11 3-58 16,9-5-121-16,-9 5-157 0,6-5-182 0,-6 5-191 16,6-8-504-16,-6 8-832 0</inkml:trace>
  <inkml:trace contextRef="#ctx0" brushRef="#br0" timeOffset="6932.96">14486 16695 163 0,'-5'-10'591'0,"-2"4"-142"0,3-2-79 0,-1 0-31 0,1 3-12 0,-2-1-31 15,2 2-29-15,4 4-14 0,-10-7-19 0,10 7 16 0,-14-1-7 16,14 1-18-16,-13 6-28 0,7-1-10 0,-1 5-23 0,0 2-3 16,0 2-35-16,2 4-8 0,-1 3 6 15,2 1-26-15,3-3 19 0,-1 1-48 0,4 2 24 16,0 0-16-16,2 1 26 0,1 0-30 0,4-1 16 0,3-3 1 16,-2 0-10-16,4-2-11 0,1-2-11 0,1-1 2 15,0-4 0-15,5-1-1 0,-6-5-7 0,4 1-9 16,0-5-7-16,2-3-18 0,-1-1 9 0,1-4-21 15,-1-2 13-15,-1-2-19 0,-3-1 23 0,-1-4-24 16,-2 0 17-16,-3-1-20 0,0-2 15 0,-3-1-18 16,-4 1 17-16,0-1-19 0,-3 0 16 0,-1 2-16 15,-2 0 20-15,-1 1-18 0,-1-1 17 0,0 6-18 16,-3-1 16-16,2 0-16 0,1 3 13 0,-3 3-12 16,3 2 13-16,-4 1-19 0,9 5 21 0,-14-2-19 15,14 2 17-15,-14 7-14 0,9-1 16 0,0 2-8 16,1 1 25-16,1 2-20 0,2 1 20 0,4 1-25 15,-1 2 19-15,2 2-24 0,4 0 20 0,1 1-24 0,1-1 22 16,0-1-21-16,0 0 6 0,3-2-66 0,-4 0-32 16,4-1-91-16,-3-2-84 0,0-2-117 0,2 1-108 15,-2-2-40-15,-2-1-110 0,1-2-573 0,-3 0-832 16</inkml:trace>
  <inkml:trace contextRef="#ctx0" brushRef="#br0" timeOffset="7366.12">14932 16721 408 0,'4'-4'525'0,"1"-2"-80"0,-5 6-64 0,6-7-33 0,-6 7-31 0,6-5-49 16,-6 5-33-16,0 0 17 0,8-4 50 15,-8 4-3-15,5 6-36 0,-5-6-15 0,4 11-47 0,-1 0 9 16,-1 0-25-16,0 1-57 0,0 3-3 15,1 0-45-15,0 0 5 0,0 0-37 0,-2 0 10 0,2-2-34 16,-2-2 11-16,2 0-22 0,-1 1 27 0,-2-4-33 16,0 0 60-16,3 0 2 0,-3-8 54 0,1 10-21 15,-1-10-4-15,-3 7-33 0,3-7 16 0,0 0-31 16,-9-3 12-16,9 3-28 0,-10-11 14 0,7 3-17 16,-4 0 29-16,3-4-12 0,-1-3 15 0,1-1-33 0,-2-1 13 15,5 0-28-15,-2-1 16 0,3 2-24 0,0-2 15 16,3 1-19-16,0 2 14 0,1 1-12 15,4 0 5-15,-2 3-22 0,2 1 21 0,3 2-22 16,0 3 21-16,-1 1-22 0,4 3 21 0,-1 2-19 0,1 2 21 16,-1 1-18-16,2 2 17 0,-1 1-20 0,0 0 24 15,-2 1-22-15,-1 3 21 0,-1-1-18 0,1 0 3 16,-2 2-4-16,-3 1 2 0,0-1-3 0,-1 0-13 16,-1 0 4-16,-3 0-49 0,1-2-22 0,-2 1-76 15,0 1-33-15,-3-2-61 0,2-2-68 16,-2 2-89-16,2-4-53 0,-2 1-51 0,3-7-80 0,-2 8-498 15,2-8-715-15</inkml:trace>
  <inkml:trace contextRef="#ctx0" brushRef="#br0" timeOffset="7549.43">15345 16709 281 0,'0'0'653'0,"0"0"-101"0,11 3-47 0,-11-3-29 0,5 6-50 16,-5-6-37-16,3 8-40 0,-3-8-37 15,2 11-59-15,1-5-24 0,-2-1-65 0,0 3-19 0,1 0-43 16,0 0-9-16,0 1-27 0,-2-2-5 0,2 2-38 16,-1-2-88-16,1 0-108 0,1 0-113 0,-1-1-104 15,-1 0-100-15,-1-6-71 0,1 7-413 0,-1-7-565 16</inkml:trace>
  <inkml:trace contextRef="#ctx0" brushRef="#br0" timeOffset="7698.78">15339 16622 164 0,'-2'-13'796'0,"-1"2"-198"16,1 3-111-16,-2-2-58 0,1 3-65 0,2 2-48 16,-3-2-41-16,4 7-63 0,-2-10-45 0,2 10-36 15,-3-9-73-15,3 9-86 0,0 0-92 0,0 0-109 16,0 0-106-16,0 0-98 0,8 2-463 0,-4 5-459 16</inkml:trace>
  <inkml:trace contextRef="#ctx0" brushRef="#br0" timeOffset="8248.35">15725 16731 402 0,'9'-5'576'0,"-2"-3"-95"0,-2 2-66 0,0-1-29 16,0 0-38-16,-4-1-18 0,3-1-26 16,-4 1-18-16,0 1-30 0,0-1-25 0,-1 0-23 15,-2 1-36-15,1 0-38 0,-3 0-23 0,0 1-22 0,-2 1-17 16,1 1-16-16,-3 2-7 0,-4 1-8 0,13 1-6 15,-22 1-1-15,11 2 1 0,-3 0-12 16,0 5 10-16,1-1 12 0,-1 1 18 0,2 1-13 0,3 0 15 16,-1 0-20-16,4 0 25 0,1-1-30 0,1 0 31 15,1 0-37-15,3-8-12 0,3 11 2 0,-2-5 0 16,4-1-3-16,-5-5 1 0,13 4-4 0,-13-4 27 16,19 0-38-16,-10-3 21 0,4 2-32 0,-3-4 31 15,2-3-31-15,-1 2 22 0,1-3-22 0,-1 0 23 16,-2 0-31-16,-1-1 29 0,-2-1-28 0,2 3 24 15,-3-3-22-15,-1 4 28 0,-2-1-25 0,1-2 25 16,-2 4-24-16,0-1 36 0,-1 7-33 0,3-10 28 16,-3 10-30-16,0-8 26 0,0 8-21 0,0 0 36 15,-1 12-15-15,-2-3 32 0,1 7-7 0,0 3 13 16,0 5-20-16,-1 3 29 0,1 8 23 0,0 0 15 0,1 3-25 16,0 1 11-16,2 7-2 0,0-1-11 15,2-1-11-15,-1-2-17 0,4 2-7 0,-1-9 8 0,0-2 6 16,0-1-27-16,4-1 16 0,-4-7-27 0,0-1 12 15,0-3-20-15,-1-4 22 0,2-1-21 16,-3-2 59-16,-2-2 14 0,3 0 25 0,-1-4-12 0,-3-7-22 16,6 7-19-16,-6-7-13 0,8-3-4 0,-2-1-7 15,-2-5-31-15,2-3 21 0,-2-2-28 0,3-5-24 16,-2-2-42-16,2-4-12 0,-2-3-49 0,2-3-6 16,-1 0-32-16,1 0 21 0,0 0-28 0,0-1-52 0,-2 3-54 15,1 1-62-15,-1 4-66 0,2 3-69 0,-2-1-43 16,0 7-38-16,-1-2-70 0,2 3-492 15,-2 0-735-15</inkml:trace>
  <inkml:trace contextRef="#ctx0" brushRef="#br0" timeOffset="8665.87">15991 16673 419 0,'0'0'550'0,"-2"-12"-82"0,2 12-26 0,-2-11 4 0,2 11-22 0,-1-9-12 0,1 9-19 0,-1-10-33 0,1 10-28 0,-3-7-61 15,3 7-18-15,0 0-53 0,0-9-8 0,0 9-50 16,0 0 27-16,0 0-40 0,0 0 8 0,0 0-40 16,-9 7-1-16,9-7-36 0,-6 11 11 0,5-4-26 15,-1 0 15-15,1 1-10 0,0 0 22 0,0 0-21 16,1 0 16-16,0-1-12 0,1 0 10 0,0 2-22 16,2-2-1-16,-2-1 10 0,4 0-10 0,-1-1-2 15,-4-5-2-15,9 8-8 0,-9-8 5 0,10 3-5 16,-10-3-6-16,14-4-5 0,-6 0-4 0,-2-2 13 15,4 0-17-15,-3-6 10 0,-1 2-20 0,1-1 15 16,-2-1-14-16,1 1 9 0,-2 1-15 0,-2 0 20 16,2 0-21-16,-2 2 18 0,-1 0-7 0,0 2 20 15,2-1-17-15,-3 7 18 0,2-10-18 0,-2 10 17 0,0 0-22 16,0 0 14-16,0 0-20 0,0 0 16 16,-9 3-18-16,5 4 18 0,0 2-13 0,2-2 10 15,-3 5-17-15,5-1 17 0,-1-1-13 0,-1 1 6 16,2 1 5-16,2-1 4 0,0 2-2 0,3-2 1 0,-1 1-6 15,3-3-15-15,0 4-16 0,1-5-42 16,1 2-59-16,0-4-85 0,0 0-73 0,1-3-122 0,-1 1-129 16,1-3-61-16,-10-1-89 0,18 0-688 0,-9-1-974 15</inkml:trace>
  <inkml:trace contextRef="#ctx0" brushRef="#br0" timeOffset="9031.74">16247 16637 633 0,'0'0'547'16,"0"0"-113"-16,0 0-14 0,0 0-14 0,0 0-10 16,0 0-5-16,11-3-26 0,-11 3-17 0,9-3-47 15,-9 3-12-15,13-5-69 0,-13 5 5 0,14-4-53 16,-6 0 7-16,-1 0-33 0,1-1 5 0,-2 1-56 16,2-3 5-16,0 2-35 0,-2-1 22 0,1-1-13 15,-2 0 4-15,0 1-32 0,-1-2 10 0,-2 1-23 16,2-2 16-16,-3 2-31 0,-1 0 25 0,-2 0-13 15,-2 1 18-15,0-1-25 0,0 0 23 0,-2 3-32 0,-2 0 17 16,8 4-24-16,-16-2 24 0,5 3-11 16,2 3 13-16,-3 1-22 0,0 3 16 0,-1 3-22 15,2 2 14-15,-1 2-18 0,2 1 21 0,1 0-13 16,1 1 17-16,3-3 22 0,2 3 9 0,0 0 4 0,3-3 9 16,5 1-5-16,-1 0 0 0,2-1-2 0,2 0-3 15,5-3-6-15,1 0-9 0,4-1-9 0,0-2-5 16,2-2-9-16,-2-2-6 0,4-1-5 0,-2-2-16 15,1-1-44-15,-1-3-54 0,2 1-63 0,-2-3-94 16,3-1-78-16,-4-2-110 0,1-1-129 0,-3-1-71 16,1-1-114-16,-4-3-543 0,2-2-907 0</inkml:trace>
  <inkml:trace contextRef="#ctx0" brushRef="#br0" timeOffset="9351.85">16996 16096 595 0,'0'0'951'0,"0"-11"-152"0,0 11-170 0,-2-10-125 0,2 10-49 0,0 0-74 0,0 0-45 0,8 4 21 0,-4 3-65 16,1 5 40-16,4 6-19 0,-1 5-7 0,1 6-36 15,3 9-23-15,0 8-2 0,-2 0-12 0,7 10-35 16,-3 2-6-16,1 3-27 0,-1 0 51 0,0 1-65 15,2 2-127-15,0-1-24 0,0 0 0 0,-1-1 0 0,0-1 0 16,-1-1 0-16,-1-2 0 0,-4-9 0 0,1-2 0 16,-1-2 0-16,0-2 0 0,-1-4 0 0,-6-5 0 15,3-3 0-15,-1-4 0 0,-2-3 0 0,-1-5 0 16,0 0 0-16,-1-3 0 0,-1-2-154 0,-2-2-205 16,-2-2-56-16,0-4-118 0,-4 0-155 0,3-1-105 15,-3-3-867-15,9-2-1328 0</inkml:trace>
  <inkml:trace contextRef="#ctx0" brushRef="#br0" timeOffset="10849.89">17825 16623 150 0,'-8'-5'536'0,"0"1"-145"0,-1-1-63 0,-1 0-47 16,-1-1-16-16,2 1-6 0,0-1-6 0,-2-2-29 0,2 0-14 0,0-1-31 0,-1 1-5 16,3-3-9-16,1 2-18 0,3-1-13 0,-1-1-6 0,4 0-15 15,4 0-20-15,0-4-18 0,3 1-16 0,3 3-6 16,-1 0-8-16,2 0-14 0,3 3 3 0,-1 0 1 16,2 6 5-16,-1 0-5 0,3 3 5 15,-3 1-15-15,3 4-7 0,-2 3-7 0,2 1 0 0,-3 2-3 16,0 1-1-16,-3 2 0 0,1 2 0 0,-1-1 10 15,-3 0-9-15,-3-1 7 0,0 0 5 0,-1-1 11 16,1-3 5-16,-4 1 17 0,1-1 7 16,-2-3 16-16,0 1-12 0,-2-3 3 0,2-6-20 0,-6 10 2 15,6-10-16-15,0 0 8 0,0 0-15 0,-14-4 7 16,10-3-20-16,0-1 12 0,3-4-18 0,0 1 13 16,1-5-20-16,2-2 17 0,2-3-20 0,1-2 12 15,2 2-16-15,-1-4 18 0,4 0-23 0,-1 5 19 16,3-1-15-16,-1 3 20 0,1 0-19 0,0 4 18 15,1 1-16-15,-2 2 12 0,4 4-14 0,-2 1 19 16,0 6-17-16,2 0 8 0,1 6-11 0,-3 0 15 16,4 3-15-16,-2 3 13 0,0 2-13 0,-2 1 14 15,-1-1-9-15,-1 3 6 0,-2 1-11 0,0-2 15 16,-1 0-13-16,-6-2 10 0,2 2-14 0,-3-3-8 16,-1-1-58-16,0 1-58 0,-2-4-79 0,-2 1-106 15,1-2-76-15,-3-2-85 0,2 0-101 0,4-6-392 16,-6 5-565-16</inkml:trace>
  <inkml:trace contextRef="#ctx0" brushRef="#br0" timeOffset="11165.45">18386 16276 90 0,'0'0'758'0,"8"-3"-162"0,-8 3-79 0,0 0-42 0,1 12-63 0,-3-4-34 0,-1 4-51 0,-1 0-33 0,2 1-27 0,-2 3-57 16,1 0-31-16,1 1-27 0,0-2-21 0,1 2-32 15,1 1-2-15,1-4-37 0,-1-1 0 0,3 1-21 16,-1-3 13-16,4 1 1 0,-3-1 17 0,5-4-25 16,0 0 34-16,1-3-47 0,0-2 19 0,-9-2-37 15,20-1 28-15,-11-4-36 0,3-1 21 16,-1-4-21-16,-2 0 18 0,0-3-30 0,0-2 31 0,-3-3-32 16,-2 1 29-16,1 0-29 0,-3 2-1 0,-1-2 3 15,-2 4 3-15,-1 0-3 0,-3-1 16 16,0 3-17-16,-3 0 0 0,-2 2 1 0,1 2 0 15,-2 3 0-15,-2 1 23 0,0 1-35 0,-1 2-18 0,4 2-77 16,-2 1-66-16,2 3-94 0,0-1-104 0,2 3-73 16,4 0-98-16,-2 0-603 0,6 1-764 0</inkml:trace>
  <inkml:trace contextRef="#ctx0" brushRef="#br0" timeOffset="11570.62">18634 16391 160 0,'4'-7'795'16,"-1"-2"-178"-16,-1 2-67 0,-1 1-40 0,1-1-46 16,1 0-57-16,-1 1-1 0,-1-2-43 0,0 3-40 15,-1 5-49-15,3-11-47 0,-3 11-49 0,5-12-33 16,-5 12-31-16,8-8-18 0,-8 8-17 0,12-3-14 0,-12 3 9 16,13 3-43-16,-5 0 19 0,1 2-34 15,-2 3 20-15,1 2-29 0,1-1 22 0,0 2-30 16,-3 0 24-16,1 0-31 0,-2-2 29 0,-1 2-27 15,0-3 21-15,-1 2-27 0,0-2 28 0,-2 0-23 0,0-2 24 16,-1-6-21-16,0 11 26 0,0-11-17 16,-2 8 19-16,2-8-19 0,0 0 26 0,0 0-20 15,-13-2 17-15,8-4-18 0,1-1 20 0,2-2-22 16,-1-2 17-16,3-2-24 0,0-4 19 0,3 0-21 0,-1 0 1 16,2-2 3-16,1 0-2 0,0 4 0 0,3-1 0 15,-2 1 3-15,2 2-3 0,0 1 0 0,1 2-1 16,-2 4-3-16,2 0 2 0,3 3 9 0,-12 3-11 15,20 1 0-15,-7 3 18 0,0 3-23 0,-2 2 19 16,3 1-21-16,-3 3 21 0,1 2-24 0,0 1 20 16,-2-2-18-16,0 3 19 0,-3-4-26 0,-1 3-20 15,-1-4-92-15,-1 2-46 0,2-3-79 0,-3-1-79 16,-2 1-113-16,2-1-54 0,-1-2-136 0,-2-2-550 16,0 2-798-16</inkml:trace>
  <inkml:trace contextRef="#ctx0" brushRef="#br0" timeOffset="12148.71">19706 16448 65 0,'0'0'1019'0,"5"6"-243"0,-5-6-175 0,0 0-142 0,6 5-85 0,-6-5-76 0,0 0-58 0,0 0-37 15,2 5-50-15,-2-5-29 0,0 0-25 0,5 4 0 16,-5-4 10-16,9 5-7 0,-9-5-11 0,14 2-21 0,-14-2-8 16,18 1-21-16,-8-2 1 0,3 0-15 15,-3-5 11-15,1 3-13 0,0-3 12 0,-1-2-19 0,-1 0 6 16,-1-5-11-16,1 1 14 0,-3-1-12 16,-2-1 13-16,-1-3-15 0,-2 1 10 0,-1 0-16 0,-1 0 17 15,-2-1-18-15,-1 1 3 0,-1 0-4 16,-1 1 2-16,-2 2 4 0,-2 1-7 0,0 0-3 0,-2 4 3 15,-1-1 1-15,-2 3 1 0,2 3-2 0,0 2 4 16,-2 1-6-16,2 2-1 0,-2 3-1 0,2-1 20 16,1 4-21-16,1-1 20 0,2 0-26 0,2 0 25 15,0 1-27-15,3 0 22 0,3-2-22 0,1-6 25 16,0 11-20-16,0-11 26 0,9 8-20 0,-9-8 25 16,17 1-27-16,-17-1 25 0,23-3-30 0,-9-1 25 15,2-3-26-15,2-1 26 0,0-1-25 0,0-2-1 16,0 0 2-16,-3 1 0 0,2-1 3 0,-3-1-1 15,1 2 2-15,-4 1 4 0,1-1 14 0,-3 3 26 16,-1 0-40-16,1 1 40 0,-3 1-9 0,1-1-10 16,-2 2-8-16,-5 4-35 0,10-4 33 0,-10 4-4 15,10 3-3-15,-5 3 1 0,0 2-1 0,2 3 14 16,0 3 23-16,-3-1-29 0,0 4 27 0,1-2-16 16,-1 3 35-16,1-1-24 0,-1 1 9 0,-1-1-24 15,2-1 16-15,-3 2-28 0,1-4 17 0,-1 3-26 16,1-3 20-16,-2-2-25 0,2 0 15 0,-1-1-17 0,0 0 15 15,0-1-36-15,-2-2-31 0,1-1-104 0,1 0-99 16,-1-1-133-16,4-1-124 0,-5-5-117 0,6 8-689 16,-6-8-926-16</inkml:trace>
  <inkml:trace contextRef="#ctx0" brushRef="#br0" timeOffset="12548.39">20203 16311 677 0,'0'0'626'0,"0"0"-111"0,0 0-55 0,0 0-57 0,0 0-33 0,0 0-30 0,0 0-25 0,0 0-39 0,0 0-25 15,0 0-50-15,0 0-21 0,0 0-52 0,8-5-11 16,-8 5-33-16,8-5-5 0,-8 5-25 0,9-6 2 16,-4 1-25-16,-1 0 19 0,2-1-7 0,-2 0-4 15,2 0-1-15,-3-1 2 0,1-1-5 0,0-1-5 16,-2 1 0-16,-1-2-9 0,2 3 2 0,-2-2 19 15,-1 2-28-15,-2-1 30 0,0 1-33 0,1 1 31 16,-3 0-40-16,0 1 47 0,-1 2-7 0,5 3 5 16,-14-5 7-16,14 5 0 0,-18 3-13 0,8 2-2 15,-1 4-14-15,0-1-5 0,-1 3 17 0,0 3-26 16,3-2 16-16,0 2-26 0,2 2 19 0,1-3-24 16,3 0 21-16,1 0-23 0,1-1 25 0,2 0-1 15,1-2 14-15,0 0-11 0,5 0 11 0,-2-2-23 16,1-1 20-16,4-1-26 0,1-1 19 0,-1-1-22 0,1-1 16 15,1 0-18-15,-2-3 13 0,5 0-47 16,-4-2-25-16,1 0-88 0,1-3-67 0,-1 3-68 16,2-4-85-16,-3 1-87 0,3-2-36 0,-2 1-96 0,-2 0-573 15,4-2-777-15</inkml:trace>
  <inkml:trace contextRef="#ctx0" brushRef="#br0" timeOffset="12832.91">20678 16217 780 0,'-2'-8'694'0,"2"8"-112"0,-1-10-103 16,1 10-75-16,0-9-58 0,0 9-41 0,0 0 11 16,0-6 11-16,0 6-10 0,0 6-11 0,3 3-26 15,-2 3-26-15,3 6-60 0,-1 7-14 0,3 2-17 16,-1 7 0-16,3 7-44 0,0 2 1 0,-1 1-43 15,-1 0 4-15,3 2-30 0,0 0-6 0,-3 1 4 16,2-1-23-16,-1 0 11 0,0-3-26 0,1-2 13 16,-2 0-22-16,-2-7 16 0,1-3-23 0,-1-6-6 15,2-2-74-15,-3 0-18 0,1-6-40 0,-2-1-67 0,2-2-45 16,-3-3-72-16,2-2-57 0,-3-9-101 0,1 10-45 16,-1-10-58-16,0 0-10 0,0 0-349 15,-1-13-531-15</inkml:trace>
  <inkml:trace contextRef="#ctx0" brushRef="#br0" timeOffset="13115.61">20653 16579 122 0,'-12'-44'579'16,"3"1"-108"-16,1 2-89 0,2 8-19 0,3 1-20 0,3 5-23 15,3 1-26-15,2 2-18 0,0 2-31 0,4 1-30 16,1 2-19-16,3 1-21 0,1 2-13 0,4 3-7 16,-3 0-16-16,4 6-18 0,-2 0-10 0,-2 2-9 15,-1 5-10-15,0 0-18 0,-2 2 10 0,0 5 2 16,0-3-8-16,-3 5 0 0,0 3 30 0,-3-2-46 15,-3 1 20-15,-2 1-49 0,-1 1 32 0,-1 1-32 16,-3 3 44-16,-2-3-30 0,-5 2 8 0,1 0-29 16,-1-4 19-16,-2 3-25 0,-1-1 23 0,-3-3-29 15,2-1 19-15,0-1-28 0,-1-1 20 0,2-3-19 16,-1-1 14-16,2 1-21 0,2-2 20 0,0-1-30 16,11-2-13-16,-18-2-104 0,11-1-74 0,2-3-89 15,-2-1-89-15,6-1-60 0,1-1-10 0,3-2-56 16,3 0-53-16,2-1-408 0,1-2-554 0</inkml:trace>
  <inkml:trace contextRef="#ctx0" brushRef="#br0" timeOffset="14632.08">20910 16225 130 0,'0'0'613'0,"0"0"-156"0,0 0-112 0,9 2-36 15,-9-2-38-15,0 0-15 0,0 0-22 0,0 0-24 16,0 0-16-16,10 2-25 0,-10-2-21 15,0 0-17-15,0 0 5 0,11 2-17 0,-11-2-3 16,0 0-19-16,12-1-2 0,-12 1-3 0,13-3 4 0,-13 3-10 16,10-3-10-16,-3 0-21 0,0-2 0 0,0-2-17 15,-1 2 0-15,-1-1 3 0,1-2 8 0,-1 1 9 16,-2 1 11-16,0-1 7 0,-2 1 1 0,2 0-7 16,-2-1-6-16,-1 7-10 0,0-12-6 0,0 12 5 15,-4-10-4-15,4 10-4 0,-9-6-7 16,9 6-5-16,-10 0-1 0,10 0 1 0,-14 6-2 0,4-1-6 15,1 4-8-15,1 2 10 0,-2 3-6 0,2 2 23 16,1 2-37-16,0-1 26 0,3 0-33 0,1 1 28 16,1 1-37-16,6 0 30 0,-1-2-31 15,4 3 31-15,2-2-28 0,5-3 34 0,-1 0-37 0,6-2 35 16,-1-2-34-16,3-2 29 0,2-2-37 0,0-4-9 16,-2-2 3-16,4-2-30 0,1-1 10 0,1-5-22 15,5 0-3-15,-1-1 1 0,-2-2 7 0,-4-2-7 16,2 0 16-16,-5-1 1 0,-1 1 17 0,-4 0 0 0,-1-1 12 15,-3 0-1-15,-2 1 5 0,-4 2 2 16,-1-1 11-16,-2 1-9 0,-4 1 14 0,0 0-10 16,-1 1 2-16,-2 1 2 0,-3 0 4 0,-1 2 4 15,-1 0 4-15,-1 3 9 0,-2 0 10 0,11 2 2 0,-20 2 7 16,8 0 7-16,2 1 5 0,-3 4-4 16,1 1-4-16,0 1-9 0,3 0 19 0,1 1-35 15,0 0 16-15,1 2-23 0,3 1 30 0,3-2-19 16,0-1 31-16,1 0-31 0,2 1 30 0,1-3-37 15,1 2 31-15,1-2-39 0,2-2 31 0,-2-1-30 16,3 0 22-16,1-2-35 0,-9-3 14 0,14 1-16 0,-14-1 24 16,16-3-27-16,-6-1 31 0,-4-1-21 15,2-2 20-15,-2 2-22 0,-1-3-11 0,2-2 3 0,-4 1 10 16,0-1-3-16,0 0 4 0,-1-1-1 0,-2 1 13 16,0 1-13-16,0 2 4 0,0 0-1 0,0 1-2 15,0 6-2-15,0-12 1 0,0 12-4 0,0 0 3 16,-2-6 0-16,2 6 2 0,0 0-3 0,-4 11 4 15,4-4 29-15,0 1-36 0,0 3 29 0,1 0-33 16,2 3 30-16,1-1-31 0,-1-1 29 16,3-1-30-16,-1 2 33 0,2-4-31 0,0 0 29 0,-1-2-32 15,2-2 29-15,1 1-22 0,0-4 24 0,-9-2-19 16,20-1 19-16,-10-3-30 0,3-3 36 0,0-1-35 16,-3-2 32-16,5-3-26 0,-2-2 27 0,-4-1-19 15,4-2-2-15,-3-2-4 0,-1-1 3 0,1-5 4 16,-1 0-24-16,0-1 34 0,-2-3 5 0,0 0-4 15,-2 1-1-15,-2-5 12 0,-2 2-17 0,2-3 6 16,-3 1 2-16,-2 1 0 0,1 0-1 16,-3 4 0-16,-1 4 9 0,1 0-4 0,-3 2-4 0,2 4-3 15,-2 5-4-15,1 2 1 0,-3 3-1 0,0 5 0 16,9 4 1-16,-19 4 8 0,6 6 6 0,0 5 5 16,-1 7-1-16,4 3-3 0,0 5 11 0,1 8-46 15,4 1 51-15,2-2-2 0,3 8 1 0,3 1 6 0,3 0-27 16,4-2 16-16,2 0-30 0,3-3 17 15,-1-1-21-15,5-2 20 0,1-7-23 0,1 0 20 16,2-5-19-16,-2-5 17 0,4-5-20 0,0-1 20 0,3-5-21 16,-4-4 21-16,0-1-20 0,1-2 17 0,-4-2-17 15,1-2 21-15,-3-2-23 0,4-2 19 16,-3-4-17-16,0-1 19 0,-1-2-23 0,-5 1 3 0,3-4 1 16,-6 0 1-16,0-2 3 0,-1 0 2 0,-5 1 0 15,0 1 1-15,-4-1-2 0,0 3 0 16,-1-2 2-16,-1 4 2 0,-1-2-4 0,-1 2 4 15,-1 2-4-15,-1-1-1 0,-2 4 2 0,1 1-2 0,6 5 1 16,-11-5 0-16,11 5 1 0,-13 2-4 0,4 3 1 16,5 1 0-16,-2 2 0 0,3 1 17 0,-1 2-21 15,4-1 20-15,0 2-13 0,3 0 10 0,1 1-23 16,2 0 25-16,6-1-22 0,-2 0 20 0,4-2-22 16,3 0 23-16,2-3-24 0,1 0 20 0,3-2-18 15,3-2 11-15,-1-1-24 0,5-2 23 0,0-2-18 16,0-1 20-16,2-1-18 0,0-2 21 0,-2-3-24 15,1 1 20-15,-2-3-16 0,-3-1 7 0,-2-1 4 16,-3 4-1-16,-3-2-1 0,-3-1 7 0,-4 3-7 16,1-2 6-16,-6 1-2 0,-2 2 5 0,-1-2-1 15,-3 3 0-15,-3-1 9 0,-3 2-1 0,-3 0 1 0,-4 0 6 16,-1 3-7-16,-4-1 2 0,3 4-1 0,-3 2-2 16,0 2-4-16,1 1-2 0,-1 1 0 15,3 6 7-15,0-2-10 0,1 4 17 0,2 2-20 16,3 0 19-16,3-1-22 0,3-1 21 0,1 0-24 0,2-1 26 15,2-1-27-15,1-2 15 0,3 0-14 16,-1-2 19-16,4-3-18 0,0-1 17 0,2-1-16 0,-11-3 20 16,21-4-20-16,-8-2 21 0,1-1-23 0,-2-5 21 15,0-1-15-15,0-3-1 0,-2-3 6 0,0-2 0 16,2-5 1-16,-4-1-37 0,0-1 51 0,-4-4-6 16,1 0-1-16,-2-3-1 0,-2-1 3 0,-2-1 2 15,0-5 1-15,-3-4 4 0,-1 2 6 0,-3 3 0 16,2 1 4-16,-1 6 4 0,1 3-4 0,-1 9-5 15,1 0-4-15,2 5-6 0,2 2-3 0,-2 3-4 16,0 4 3-16,4 8-2 0,-8-1 3 0,2 5 3 16,2 7 8-16,-1 5 6 0,1 4 11 0,3 7-2 15,0 1 9-15,3 7 5 0,1 8-36 0,1 1 29 16,1 2-10-16,2 0-10 0,-3-2-5 0,3 0 8 16,-1-4-22-16,-1-5 1 0,1-4-51 0,-2-4-34 15,1-3-88-15,-2-4-56 0,-1-2-77 0,1-2-48 16,-3-4-101-16,1-4-69 0,-2 0-54 0,-3-3-91 15,4-5-482-15,-8 1-761 0</inkml:trace>
  <inkml:trace contextRef="#ctx0" brushRef="#br0" timeOffset="14815.65">21578 16081 539 0,'-22'0'802'0,"1"0"-177"0,6 2-101 0,1-2-95 0,14 0-48 0,-17 0-28 0,17 0-33 0,0 0-40 0,-4-6-62 16,12 2-45-16,2-1-44 0,5-1-17 0,6-1-22 0,3-1-20 16,6-3-17-16,-1-1-35 0,2 2-47 0,-2 0-54 15,-1-1-85-15,-6 2-95 0,-3 2-76 0,-2-1-107 16,-4 2-139-16,-3 3-415 0,-4-1-602 0</inkml:trace>
  <inkml:trace contextRef="#ctx0" brushRef="#br0" timeOffset="15714.03">23346 16171 264 0,'0'-13'617'0,"0"1"-101"0,0 1-89 0,0 2-41 0,-1 1-43 0,1 0-41 0,0 2-24 0,0 6-22 0,-1-13-24 16,1 13 5-16,0 0 3 0,0 0-19 0,0 0-28 16,0 0-13-16,-2 8-30 0,2 3-23 0,0 2-16 15,0 1 19-15,0 5-42 0,2 2 1 0,-1 2-43 16,1 1 15-16,2-1-38 0,-1 1 20 0,1-2-30 15,1-1 65-15,0-1-20 0,1-3 26 0,-2-1-27 16,1-2 26-16,-1-1-21 0,2-2 19 0,-1-3-19 16,2 0 7-16,1-3-27 0,-8-5 12 0,15 3-30 15,-6-6 11-15,0-3-24 0,2-4 18 0,-2-1-21 16,3-5 12-16,-2-2-22 0,-1-1 4 0,-3-3-4 16,1-3 0-16,0 5 3 0,-3-4 2 0,-1 5 0 15,-1 2-44-15,0 0 51 0,-1 2-45 0,0 3 45 0,-1 1-48 16,0 3 49-16,0 8-49 0,-2-7 52 0,2 7-5 15,-7 6-3-15,3 3-2 0,2 2 15 16,-2 4-19-16,1 1 18 0,2 2-25 0,2 1 19 0,3-1-18 16,1 2 19-16,-1 1-20 0,3-2 18 0,0-3-17 15,0-2 30-15,4 1-22 0,-2-4 25 0,5-1-20 16,-1-3 21-16,1 0-20 0,1-4 16 0,-1-3-23 16,4-3 17-16,-2-5-20 0,1 1 19 0,1-5-22 15,-2-1 21-15,-1-2-19 0,-2-2 4 16,-3-3 0-16,0-2-4 0,-1 1 7 0,-2-2-1 0,-3 1-37 15,-3-1 43-15,-1 2-41 0,-3-2 44 0,-2 2-4 16,-1 0 1-16,-3 3-3 0,-1 1 0 0,-2 2-3 16,-1 2-3-16,-1 1-1 0,3 6 4 0,-3-2-4 15,-1 3-4-15,3 5-41 0,12 0-62 16,-21 2-68-16,14 2-39 0,2 3-98 0,2 2-100 0,2 3-62 16,3-2-46-16,2 3-89 0,4 2-540 0,-2-1-765 15</inkml:trace>
  <inkml:trace contextRef="#ctx0" brushRef="#br0" timeOffset="16066.47">23890 16187 636 0,'7'-4'682'0,"-2"-2"-99"0,-5 6-54 0,6-9-69 0,-6 9-36 0,8-6-33 0,-8 6-27 0,4-4-38 0,-4 4-33 16,0 0-23-16,0 0-44 0,0 0-25 15,0 7-36-15,-1-1-32 0,-1 2-24 0,0 0-26 16,-2 4-15-16,3-2 2 0,-2 2-29 0,3 0 11 15,0-2-28-15,0 1 18 0,0 0-9 0,0 0 28 16,1-2-16-16,2-1 27 0,1 1-20 0,-2-2 25 0,2-1-22 16,1-3 9-16,-5-3-24 0,13 5 9 15,-13-5-24-15,15-5 12 0,-7-1-22 0,0 0 13 0,2-2-15 16,-2-3-5-16,-1-2 2 0,-3-1 1 0,4 0-1 16,-4-2-1-16,-2 1 1 0,-2 0 5 15,0 2-34-15,-1-1 41 0,-2 0-38 0,-3 3 36 0,0-2-35 16,-1 4 33-16,-2 0-37 0,-3 2 36 0,-1 2-37 15,0 4 39-15,0-3-39 0,0 4 38 0,-1 4-47 16,0-3-5-16,0 4-57 0,3 1-46 0,0 1-65 16,1 0-68-16,3 3-86 0,0-1-81 0,3 1-52 15,3-1-47-15,0 0-53 0,3 1-24 0,0-3-367 16,1 1-572-16</inkml:trace>
  <inkml:trace contextRef="#ctx0" brushRef="#br0" timeOffset="16381.16">23952 16154 525 0,'6'-11'582'0,"2"1"-98"0,-2 1-46 0,3 1-41 16,1-2-36-16,2 3-8 0,1-1-16 0,-2 2-22 16,3 0-17-16,2 1-23 0,0 3-47 0,-3-1 3 15,2 3-64-15,-2 0 17 0,4 3-65 0,-3 0 37 16,2 5-21-16,-3-1-23 0,0 1-21 0,2 2-14 16,-3 2-19-16,-1-2-10 0,-2 3-10 0,0-1 18 15,-2 1-28-15,0 0 16 0,-2-2-23 0,-1-1 17 0,-2 0-22 16,-1 1 19-16,0-4-18 0,-2 1 20 0,0-2-21 15,-1 1 16-15,2-7-22 0,-9 5 12 16,9-5-18-16,-12 0 16 0,12 0-18 0,-13-7 15 16,6 1-18-16,0-2 1 0,0-3 0 0,2-2 3 0,3-1-2 15,0-2 2-15,2-1-45 0,2-1 56 0,1-2-4 16,4-1-6-16,2 1-1 0,0 0-2 16,1 1-3-16,0 0-5 0,2 3-47 0,-1 3-70 0,1 0-54 15,-1 4-46-15,-2 1-32 0,4 2-42 0,-3 4-32 16,-10 2-32-16,22 1-33 0,-12 1-41 0,-1 3-2 15,4 3-32-15,-2 0-425 0,2 3-455 16</inkml:trace>
  <inkml:trace contextRef="#ctx0" brushRef="#br0" timeOffset="16832.24">24666 16162 655 0,'14'-6'522'16,"2"1"-73"-16,-2-1-34 0,0-3-35 0,0 2-16 15,0-2-14-15,-4-1-18 0,3-1-21 0,-2 0-22 16,-3 0-17-16,1 2-29 0,-1-3-27 0,-3 3-10 15,-1-1-13-15,-2 0-21 0,-2 1-15 0,0-1-20 16,-2 1-19-16,-5 2-17 0,0-2-21 0,-5 3-13 16,-1 2-2-16,-3-1-4 0,-2 3-9 0,-3 2-6 15,1 2-8-15,-3 3-9 0,0 1-3 0,1 3-47 16,-1 4 47-16,1 4-2 0,2-1-10 0,5 0-2 16,2 2 3-16,4 0 9 0,1 0 22 0,3-1-18 15,4-2 21-15,2 0-16 0,0 1 16 0,3-3-17 16,4-1 17-16,-2 0-17 0,3-4 19 0,0-1-22 15,1-2-4-15,1-4 1 0,1-1-4 0,1-1 3 16,-1-5-10-16,2 0 0 0,-1-4-3 0,2-5-2 0,-2 1-33 16,3-8 38-16,-3 0-35 0,-1-3 35 15,0-4-3-15,-1 1-1 0,1-7 1 0,-3-3-4 16,-2 0-3-16,-1-3 3 0,0 0-4 0,-2 3-2 0,-4 3-1 16,1-1 2-16,-2 1 0 0,1 4 1 0,-2 2-32 15,-3 4 35-15,2 4-34 0,-1 3 39 0,-1 0-39 16,1 7 39-16,-1 2-37 0,-1 4 39 0,6 5-1 15,-14 5 0-15,5 4-2 0,2 5 0 0,-3 6-3 16,2 8-3-16,3 2-1 0,1 2 3 0,3 5-4 16,1-1 2-16,3 1-30 0,1 5 36 0,2-1-35 15,2 1 37-15,1-4-4 0,2 0-6 0,-2-9-22 16,3 2-68-16,-2-6-117 0,3 2-117 0,3-7-160 16,-3 2-158-16,1-6-137 0,0-1-662 0,0-2-1049 15</inkml:trace>
  <inkml:trace contextRef="#ctx0" brushRef="#br0" timeOffset="17247.88">25120 16206 786 0,'4'-4'933'0,"0"0"-157"0,-2-1-116 0,3-2-78 0,-1-2-59 0,1 0-64 0,0 0-109 0,0-2-16 0,3-3-91 15,0 1 43-15,2-3-80 0,0-1-4 0,1 1-42 0,1-1-21 16,0-1-29-16,-2-1-20 0,4 0-13 15,-4 1-21-15,4-3-10 0,-3 1-7 0,0-4-7 16,-1 3-9-16,-1-1-3 0,-2 0-8 0,-1 1-3 16,0 1 0-16,-3 1-8 0,-1 2 5 0,0-1-11 0,-4 5-4 15,0 0-2-15,-4 1-4 0,-3 0 4 0,-2 5-2 16,-4 1 2-16,1 3 5 0,-4 3-3 0,-1 1-1 16,-3 4 1-16,-1 3 1 0,3 0 1 15,1 3 1-15,1 3 4 0,4-1-3 0,3 2 1 16,4 0-3-16,4-1-2 0,5 2-11 0,3 0 0 0,6 1-1 15,1 1-11-15,7 0-10 0,1-1-3 16,2-1-44-16,0 2 64 0,1-1-32 0,-3-3 47 0,2 2-41 16,-4-3 48-16,-2 1 1 0,0-3-1 0,-4 3 0 15,-1-6 1-15,0 5-1 0,-3-2 1 0,-2 1 4 16,-2-2 1-16,-1 0-1 0,-3 1 0 0,-3-3-2 16,1 3 0-16,-5-1-4 0,1 0-22 0,-3 1-44 15,-1-1-71-15,-1-1-77 0,-1-1-89 0,0 1-131 16,-1 0-108-16,-1-2-107 0,3 0-675 0,-3 1-931 15</inkml:trace>
  <inkml:trace contextRef="#ctx0" brushRef="#br0" timeOffset="17399.04">25494 16202 1461 0,'8'-12'1186'15,"-1"1"-246"-15,-2-1-86 0,0 0-172 0,-2 2-82 16,0-1-105-16,-2 0-103 0,-1-1-76 0,-2 3-69 15,-1-2-74-15,1 3-102 0,-3-2-115 0,-2 3-203 0,2 0-145 16,-1 4-246-16,-2 1-242 0,8 2-770 16,-20 0-1315-16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1:33:33.7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13398 5378 227 0,'-13'-3'663'0,"1"0"-127"0,1 1-125 0,2-1-62 0,9 3-72 0,-15-1-36 0,15 1-13 0,-10 1 1 0,10-1-23 0,-9 5-23 0,9-5-13 15,-4 6-23-15,4-6-11 0,-1 10-9 0,2-3-2 16,0 1-21-16,2 0-18 0,2 2-15 0,-1-2-17 15,0 1-4-15,1-1 4 0,-1 0 6 0,1-2-3 16,-1 0 0-16,-1 1 42 0,-3-7 17 0,7 8 89 16,-7-8-3-16,5 5 20 0,-5-5-81 0,8-2 10 15,-8 2-71-15,10-11-12 0,-5 1-14 0,3-3-4 16,-2 1-8-16,3-6-5 0,1-1-6 0,4-4-13 0,-1-1-3 16,0-1-6-16,2 2 32 0,-1-4-48 15,3 2 41-15,-3-1-52 0,2 1 45 0,0 0-6 16,0 1-14-16,-3 1-32 0,0 5-51 0,-3 2-99 15,0 1-85-15,-2 2-112 0,1 3-115 0,-5 1-67 16,-2 4-161-16,-2 5-491 0,-1-9-816 0</inkml:trace>
  <inkml:trace contextRef="#ctx0" brushRef="#br0" timeOffset="938.04">20983 5181 412 0,'-1'7'721'0,"1"-7"-151"0,-5 7-101 0,1-2-80 0,-1 2-64 0,1 2-52 0,0-2-36 16,-1 2-24-16,1-2-31 0,2 2 4 0,0-2-5 0,2-1 18 16,0 3-4-16,0-9 15 0,7 9 6 0,0-6-3 15,4-1-7-15,0-4-15 0,8-1 0 0,2-3-8 16,4-6-32-16,10-2-33 0,-1-5 9 0,5-3-60 15,7-6 34-15,0-2-9 0,1-1-19 0,1-4-15 16,2-2-13-16,-1-3-11 0,1-2-16 0,0-1-3 16,-1 0-42-16,1-4 27 0,-4 1-61 0,3 1 1 15,-6-1 39-15,-1 3-93 0,-3 0 37 0,-5 3-84 16,-6 7-42-16,-2 2-54 0,-4 4-50 0,-4 7-76 16,-7 3-72-16,-1 4-63 0,-3 2-96 0,-3 3-515 15,-4 8-744-15</inkml:trace>
  <inkml:trace contextRef="#ctx0" brushRef="#br0" timeOffset="-79498.36">13858 4754 102 0,'13'0'307'0,"2"-1"-57"0,-4-1-46 15,1-1-11-15,-3 0-26 0,2-1-8 0,1-1-25 0,-3 1 6 0,3-2-27 0,-1-2 6 0,1 3 3 0,-3-1 1 16,2 1-17-16,-3-1-9 0,1-1-22 0,0 3-7 15,-3-1-11-15,0 1-12 0,0-2-9 16,-1 3-2-16,1-1-11 0,-6 4-1 0,6-9-24 16,-6 9 20-16,6-7-7 0,-6 7-3 0,1-9-5 0,-1 9-1 15,-3-9-2-15,3 9 0 0,-5-7 6 0,5 7-3 16,-10-11-4-16,6 7 3 0,-1-2-2 0,-3 1 4 16,1 0-3-16,-2-1 13 0,-1 1-18 0,-2-1 21 15,-2-1-22-15,-1 1 2 0,-2 0-2 0,-2-2-3 16,0-1 1-16,-3 3-1 0,-1-4 13 0,2 1-10 15,-2 0 5-15,1 0-1 0,-3 0-3 0,1-1 2 16,-3 0-4-16,0 0 7 0,2-1-4 0,2 1 3 16,2 2-19-16,-2-3 23 0,2 2-14 0,1 0 8 15,0-1-7-15,0 4 19 0,0-3-19 0,0 0 17 16,-1 2-15-16,2 0 15 0,-4-1-20 0,3 1 19 16,-2 1-17-16,-1 0 18 0,-1-1-19 0,0 2 21 15,-2-2-16-15,2 1 17 0,-7 0-22 0,0-2 22 16,3 1-19-16,-3 1 23 0,2-2-14 0,-3 2 12 15,3 0-13-15,-3-1 20 0,0 1-14 0,0 2 23 16,-3-2-16-16,0 1 13 0,0 3-17 0,-1 0 15 16,1-1-21-16,-3 1 18 0,1 1-17 0,-1-1 9 15,6 2-11-15,0 0 13 0,-1 0-9 0,1 0 22 16,0 0-24-16,0 0 15 0,0 0-10 0,0 0 9 16,3 0-18-16,-3 2 14 0,1-2-11 0,-1 1 5 0,-1 1-8 15,2-1 8-15,-5 1-5 0,1-1 5 16,-2 2-11-16,1-1 7 0,0 1 2 0,2 1-5 15,-2 0 2-15,1-2 5 0,-3 2-15 0,4-1 13 0,-2 3-8 16,1-3 9-16,1 0-14 0,-1 1 10 0,1-1-7 16,-2 1 8-16,1 1-7 0,2-1 9 15,-4-1-9-15,3 1 8 0,-4 1-13 0,0-1 16 16,1 1-9-16,-1 0 8 0,1 1-13 0,-2-1 13 0,1-1-4 16,0 1-2-16,1 1-5 0,-2-1 4 0,2 0-4 15,0 0 9-15,-1 1-10 0,1-2 13 0,0 3-12 16,-8-1 4-16,3 0 1 0,-3 3 5 15,4-2-3-15,-2 0-3 0,-2 4 5 0,0-2-7 0,2 1 2 16,-2-1 6-16,0 1-5 0,2 1 26 0,-2-1-25 16,2 2 21-16,-1-1-24 0,2 1-5 15,-1 0 3-15,-2 0-2 0,4-1 1 0,0 2-2 0,-1-1 5 16,4 3 0-16,-2-3 0 0,0 3-9 0,1-2 14 16,2 2-1-16,0-2-11 0,1 2 8 0,3-1-6 15,-2 2 10-15,-2 0-6 0,5 1 3 0,-2 1-4 16,2 1 8-16,-2 0 1 0,4 0 1 0,-1 1-9 15,2-1 8-15,-1 2 2 0,2 0-5 0,1 1 10 16,6-3-3-16,-1 0 2 0,-1 0 6 0,5 2 1 16,-2 0 15-16,2 0-12 0,1 0 7 0,1 1-4 15,0 0-1-15,2 0 4 0,3 1 11 0,0-2-13 16,2 0 5-16,3 1-10 0,1 0 6 0,1-2-3 16,1 4-3-16,2-4 6 0,2 1-6 0,2 3 11 15,2-1 3-15,2-1-3 0,0 5-2 0,5-2-7 16,1 1-1-16,2-1-2 0,4 3-3 0,4 0-4 15,4-3 4-15,1 0 1 0,4 0 0 0,1-1 11 16,7-2 6-16,2 0 7 0,8 2-3 0,6-3 18 16,1 0-8-16,2-3-7 0,3-2-2 0,2 0 5 0,2-1 0 15,4-2-2-15,6 0 8 0,-1-3 0 0,8 1 1 16,0-1 0-16,2 0-11 0,2-2-11 0,-1 0 1 16,4-2-6-16,3 0 1 0,2 0-5 0,3-1 8 15,3-1-2-15,0 0 6 0,0 2-5 0,4-1 2 16,-2-2-4-16,3 0 5 0,3 2-2 0,20 1 12 15,-20-1-12-15,-1 0 2 0,2 0-11 16,-2-2 2-16,1 1-2 0,22-2 1 0,-20 1 37 16,2-2-23-16,0-1-5 0,20-3 2 0,-4 0 5 0,2-3-1 15,-4 0-6-15,1-4 23 0,-1-1-36 16,-2-4 24-16,-5-1-39 0,-5-3 32 0,-4-4-33 0,-1-2 41 16,-20 5-34-16,-4-4 36 0,-1-4-30 15,12-6 42-15,-20 4-50 0,-3-4 41 0,-4-3-48 0,-3 0 48 16,-5-1-48-16,-6-2 15 0,-4 1 6 0,-4-1-5 15,-7-3-5-15,-3 4 40 0,-4-4-53 0,-11 6 46 16,-3-1-11-16,-5-2-12 0,-3 0-4 0,-7-2-6 16,-2 5-2-16,-9-5-3 0,-4-1-1 0,-6 0-5 15,-12-7-46-15,-7 4 53 0,-7-1-46 0,-8 3 49 16,-7 1-44-16,-7 3 46 0,-5 1-41 0,-18-4 43 16,-8 4-9-16,-1 4-7 0,-7 2-5 0,-5 5-7 0,0 5-13 15,12 6-16-15,-1 3-46 0,-25 2-24 16,19 6-5-16,-3 5-41 0,-3 4-59 0,4 2-54 15,-15 8-54-15,23-1-35 0,1 5-50 0,8 4-53 0,1 4-131 16,4 1-256-16,5 0-396 0</inkml:trace>
  <inkml:trace contextRef="#ctx0" brushRef="#br0" timeOffset="-75448.44">13180 6586 405 0,'3'-5'335'0,"0"-1"-65"0,-3 6-46 0,5-11-31 0,-5 11-10 0,0-11-24 0,0 11-20 0,0-15-14 16,0 8 0-16,-2-2-3 0,-1-2-12 0,2 3 15 15,-3-4-49-15,1 2-1 0,-2-3-8 0,-1-1 25 16,-2 0-33-16,0-1 20 0,-1 0-32 0,-2-3 20 16,1 2-31-16,-3-1 14 0,-5-3-21 0,-1-1 6 15,1 2-22-15,-5 0 17 0,-4-2-18 0,-1-2 15 16,-3 3-20-16,0-2 12 0,-4 3 0 0,-2 0 0 16,-4 1-3-16,-4 2-13 0,-1-1 12 0,-14-2-15 15,-1 2 38-15,-3 1-9 0,-5 2 5 0,-1-1-15 0,-3 2 12 16,-1 4-10-16,-2-4 22 0,-3 4-9 15,0-1-3-15,-3 1-1 0,-1 3-4 0,1-2-5 0,-2 3-1 16,1-1-1-16,2 1 4 0,2 2-3 16,0-3 4-16,1 3-7 0,1-1 14 0,0 0 2 0,3 2 6 15,-4-1-7-15,3 0 4 0,0 0-3 0,-1 1-7 16,12 0-8-16,0 1-5 0,-2 1 2 16,2-2-4-16,0 4 2 0,0-1-3 0,2 0 11 0,-1 2-1 15,0 0-8-15,2 0-2 0,2 0-2 0,2-1 0 16,3 2-2-16,-1 0-1 0,4 0-1 0,2 1 0 15,2-1-9-15,1 0 10 0,0 2-4 16,1 0 2-16,1 2-5 0,0 0 6 0,-2 1-7 16,3 0 3-16,-2 1 0 0,0 1 4 0,2 1-5 0,-2 0 5 15,3 0-8-15,-2 0 7 0,5-2-5 0,-1 4 2 16,3-3-3-16,4-2 7 0,2 2-5 0,3-1 3 16,-1 1-1-16,-1-2 0 0,3 1-1 0,3-2 0 15,3 2 2-15,0-2-2 0,-1 2-2 0,3 0 10 16,0 1-8-16,0 2 1 0,1-1-1 0,0 2 2 15,0 4 4-15,0-1-3 0,4-1 0 0,0 1 0 16,0 1-1-16,1-2-1 0,2 1 0 0,-1 0 1 16,2-1 0-16,2-1-3 0,1-1 4 0,-1 1 0 15,4-1 1-15,-1 0-1 0,4 1 4 0,-1-1 0 16,4 2-4-16,3 1 7 0,3 4-6 0,6 2 8 16,1-1-7-16,9 5 9 0,6-1-1 0,3-1 22 15,4 0 0-15,11 2-4 0,4 2-2 0,1-4-4 16,6 0 25-16,0 0-1 0,3-3-5 0,5 1-2 15,6-2 2-15,2 0 1 0,6-2-8 0,3 0 23 0,6-2-15 16,0-1 7-16,6 0-12 0,19 0 1 16,3 0 12-16,0-1-26 0,3-5 18 0,-18 0-27 15,22-1 12-15,1-3 0 0,2 1-4 0,1-3-3 16,2 1-3-16,2 0-4 0,0-1 4 0,-1-2-4 0,-2 1-3 16,3 0 1-16,0-3 1 0,1 5 1 0,-24-3-5 15,4-2 2-15,-1 0-2 0,19-2-3 0,-20 0-1 16,20-1 0-16,-23-3-2 0,17 1-2 0,-22-4-4 15,-2 1 10-15,0-5-8 0,12-4 0 0,-19 0 0 16,-3-1 1-16,-3-3-2 0,-2-2-2 0,-4-3 7 16,-2 0 1-16,-6-1-4 0,-6-2 4 0,-4-1-5 15,-6-2 6-15,-5 0 8 0,-8-4 7 0,-4 1 2 16,-12 6-5-16,-3-7-8 0,-7 1 2 16,-7-3-2-16,-5 0-6 0,-8 2 18 0,-8-6-6 0,-8 0-5 15,-11-9-3-15,-13 4 0 0,-8-2-7 0,-8 4 2 16,-11 0 0-16,-17-5-9 0,-9 4 0 0,-11 3 46 15,-2 3-56-15,-9 4 44 0,-1 3-49 0,-1 2 51 16,0 6-53-16,-1 2 43 0,-2 5-53 0,20 5 36 16,1 4-62-16,-1 3-39 0,6 3-49 0,2 5-51 15,2 2-69-15,6 6-73 0,3 3-39 0,2 3-63 16,6 5-62-16,4 3-564 0,5-1-683 0</inkml:trace>
  <inkml:trace contextRef="#ctx0" brushRef="#br0" timeOffset="-73281.06">13571 7861 76 0,'7'-12'702'0,"-3"-1"-178"0,0 1-103 0,0-1-82 0,-3 1-67 0,-1-2-50 0,0 1-32 0,0 0-12 0,-1 0-45 16,-2-3-11-16,2 0-38 0,-2 1 13 0,1 1-16 15,-2-2 7-15,-1 0-26 0,-4-3-13 0,0 1-7 16,-1-1-13-16,-7-1-14 0,-1-2-2 0,-7-2-1 16,-3 0 3-16,-7-1-9 0,-3 0 3 0,-11-2-9 15,-7 0 1-15,0-1-1 0,-7 2 4 0,-2-2-9 16,-3 3 10-16,-2-4-5 0,-8 4 4 0,1 0 7 16,-6-2 18-16,0 2 28 0,-1 1-9 0,-3 0-4 15,-1 1 8-15,1 1 10 0,-3 3-4 0,2 1 0 16,-4 1-4-16,-2 2-11 0,-1 3-8 0,-1-1-3 0,0 1-4 15,2 3-2-15,-1-1-4 0,2 4 2 16,-2-1-5-16,-3 1-6 0,2 0 3 0,2 4-2 16,-1-2 1-16,2 1-1 0,1 0-2 0,3 2-2 15,4-1-3-15,-1 1-4 0,2-1 3 0,2 2-1 0,4 2 0 16,0-1 1-16,5 1-4 0,11 2 0 0,-9 2-4 16,11-2 5-16,1 4 0 0,3 0-2 15,1 1 2-15,3 3 0 0,1 2-4 0,1-2 1 0,3 6-3 16,-7 3 6-16,8-2-2 0,2 2-1 0,3 0 1 15,0 0-2-15,1 1 1 0,3 1-1 16,-2-1 1-16,2 1 3 0,3-1-4 0,-1 1 1 16,2-2 2-16,1 2-6 0,0 0 3 0,3-1-4 0,-2 0 7 15,2 0-4-15,-1 0 4 0,1-2 2 0,2 4-3 16,-1-2 1-16,2 1-1 0,1 0 10 0,-1 3 6 16,2-3-7-16,5-1-1 0,2 0-2 0,1 1-2 15,3 1 1-15,3-1-6 0,1-1 5 0,2 2-2 16,5 2 4-16,2-1 3 0,2 7-1 0,5-1-1 15,4 5 17-15,6 0-3 0,2 1 4 0,5-2-6 16,1 0 23-16,10 3-3 0,4-1-10 0,3-1-1 16,5-2 23-16,3-4-7 0,5 0-9 0,5-2 13 15,4-3-7-15,9-1 9 0,5-4-17 0,9 1 5 16,5-4 3-16,20 4 8 0,3-4-10 0,-13-5-3 16,16 4-6-16,8-2-6 0,1-2 7 0,-3 0-18 0,1-4 9 15,-20 1-8-15,2-5 11 0,21 2-17 16,-18-4 9-16,24 2-4 0,-1-4 3 0,-21 0-8 15,1 0 10-15,21-1-10 0,-1-1 3 0,-1-1-10 16,-20 3 10-16,17-4-9 0,-20 0-5 0,-3-2 6 16,21-2-6-16,-23 2 0 0,19-5 4 0,-21 0 2 15,-2 1-8-15,0-4 4 0,-3 3 2 0,-4-4 1 16,-6-2-6-16,0 1-4 0,-5-4-1 0,-4-1 7 16,-3 1-7-16,-3-2 4 0,-5-3-9 0,-4-3 6 0,-3 1-4 15,-4-2 21-15,-5-3-18 0,-6-1 6 0,-3-2-5 16,-11 3 0-16,-4-2 6 0,-5-1-6 0,-3-3 3 15,-6 0 0-15,-7-1 7 0,-2 2-8 0,-8 1 5 16,-6-4-4-16,-6-2 2 0,-13-8-1 0,-9 4 0 16,-7-2 1-16,-9 3-1 0,-21-9-2 0,-11 5 1 15,-6 4-2-15,-9 1 1 0,-5 5-3 0,1 2-5 16,-5 7-9-16,2 0-10 0,-1 7-34 0,17 5-52 16,1 3-26-16,3 5-72 0,5 2-74 0,4 5-24 15,3 5-64-15,15 3-54 0,-5 5-70 0,11-2-476 16,2 5-567-16</inkml:trace>
  <inkml:trace contextRef="#ctx0" brushRef="#br0" timeOffset="-70829.93">13796 9179 35 0,'0'0'344'0,"-3"-7"-79"0,3 7-61 0,-4-7-20 0,4 7-14 0,-4-10-20 0,4 10-4 0,-5-8-4 0,3 2 22 16,2 6 3-16,-5-11 19 0,2 5-31 0,-1-1-35 16,-1 0-21-16,-1-2-28 0,-3 0-11 0,0-2-30 15,-2-2 21-15,-2 2-29 0,-3-5 15 0,-3 0-32 16,-4-2 27-16,-5-2-27 0,-3-1 19 0,-2 0-17 15,-4-2 34-15,-10-3-34 0,-3-1 28 0,-4-1-30 16,-3 1 42-16,-2-2-11 0,-5 1 30 0,0-1-13 16,-1 1 6-16,-4-2-16 0,0 1 9 0,-4 0-12 15,-1 0 11-15,-5 2-9 0,-2 0 14 0,-2-1 5 0,0 5 1 16,0-1-9-16,-3 1-13 0,-2 2-5 16,-4 2-9-16,-15-4-4 0,-6 2 4 0,16 6-3 0,-18-2-5 15,17 5-5-15,-1 2 7 0,-4 0-3 0,-1 2-6 16,-6 5 3-16,2-1 2 0,-3 4 4 0,2 2 2 15,-1 2-7-15,-14 3 7 0,19 1-6 16,-15 3-4-16,19 1-1 0,-15 4 1 0,20-1-1 16,3 1-8-16,1 1 3 0,2 1 0 0,5 2-3 0,-1 1-6 15,7-1 3-15,-2 3 0 0,2-1 0 0,4 0-1 16,2 3 3-16,1 0-5 0,2 0-2 0,5 2 2 16,2-1 2-16,3 2 3 0,5 0-4 0,4 2 2 15,5-1 2-15,4 2-1 0,6-6 0 0,4 3 2 16,4-1-3-16,3 3 4 0,4-4-4 0,0 6 4 15,9-5 0-15,3 3 2 0,0-2-4 0,5 5 2 16,7 1-3-16,0-1 3 0,9 8-3 0,3 0 2 16,8 7-2-16,7 1 1 0,5-1 3 0,10 2 3 15,4-1 3-15,6 2 0 0,16 8 13 0,3-3-1 16,6 0 8-16,5 0 5 0,8-2 4 0,7-3-5 16,9-3 2-16,2-3-6 0,7-6 0 0,3-3-4 15,7-5 1-15,7-6-8 0,3-3 2 0,4-4-1 16,-1-3 0-16,4-3 4 0,5-4 5 0,1-1-3 15,-2-3-5-15,-4-1-1 0,2-2 4 0,-2-2-6 16,2-2-1-16,-5-3-10 0,1-2 2 0,-7-3 0 16,-2-2-2-16,-4-4-1 0,-5-1-2 0,-1-3 0 15,-2-2-3-15,-3-4 15 0,-8 0-13 0,-2-2 12 16,-7-4-13-16,-5-1 12 0,-5-3-16 0,-18 4-1 16,0-5 6-16,-6 0-10 0,1-3 10 0,-8-3-5 0,-6 0 22 15,-5-1 1-15,-5 0-5 0,-10 0-2 0,-6 1-3 16,-14 4-4-16,-6-1-2 0,-9 4 14 0,-9-5-15 15,-9 1-4-15,-15-8-3 0,-7 1 1 0,-12 0 0 16,-7 1 8-16,-25-6-10 0,-11 2 6 0,-3 5-7 16,-10 4 5-16,0 4-9 0,-7 5-2 0,-5 5-60 15,-7 8-57-15,-1 6-70 0,-2 7-95 0,20 4-46 16,-25 8-120-16,2 7-160 0,-2 3-298 0,1 3-486 16</inkml:trace>
  <inkml:trace contextRef="#ctx0" brushRef="#br0" timeOffset="-47250.49">4180 11935 93 0,'0'0'339'0,"0"0"-85"0,0 0-32 0,-4-4-37 0,4 4-14 0,0 0-42 0,0 0 14 0,-4-7-3 0,4 7-17 0,0 0-14 0,-1-8-13 15,1 8-16-15,0 0 10 0,-1-10-17 0,1 10-11 0,0-9-10 16,0 9-4-16,-3-8-2 0,3 8 1 16,-2-11-3-16,2 11 2 0,-4-10-2 0,4 10-7 15,-4-12-6-15,0 6 2 0,1 0-13 0,0-1 7 16,-1-1-3-16,-1 1 13 0,0 1-16 0,-1-1-2 0,1-1-3 16,0 3 7-16,0-2-1 0,-2 0 1 0,-1 0-4 15,0 0 1-15,2 1-2 0,-4 0-5 16,1-1-5-16,-3 1 3 0,-1-1-3 0,0 1-2 15,0-2 1-15,-3 4 0 0,0-2-1 0,0 2-6 0,-3-3 4 16,1 3-3-16,-2-1 3 0,-1 0-1 0,1 1 0 16,-3-1-8-16,0 0 11 0,1 2-3 0,0-1-2 15,-1 2 6-15,3-2-1 0,-2 2 2 0,-1-2 6 16,1 1 5-16,-2 2-7 0,4-2 8 0,-2 2 1 16,-1-1-6-16,-1 1 6 0,-1-1 0 0,0 0-4 15,-2 0-2-15,0 0-10 0,-1 1 17 0,-1 0-19 16,-2 0 5-16,2 0 0 0,-3 1 8 0,0-3 6 15,0 3 8-15,-2 0 8 0,3 0-2 0,-1 0-3 16,-6 0-4-16,5 3 6 0,-1-2-9 0,1 0-4 16,2 0-2-16,-1 0 7 0,1 1-8 0,1 0 0 15,0 0-6-15,3 0 4 0,-1-2-8 0,0 3 7 16,3-2-9-16,-4-1 11 0,4 3-11 0,-2-2 8 16,0-1-4-16,4 0-1 0,0 2-2 0,-1-2-2 15,0 0-1-15,2 0 9 0,-2 0 10 0,-1 0-6 16,1 0-3-16,1 0 2 0,-1 0-1 0,-3 0-6 0,-1 1 3 15,0-1 2-15,-2 3 1 0,1-3-2 0,0 2 4 16,-2-1-4-16,-1 1 0 0,0 0 0 0,-1-1 3 16,-3 2-5-16,4-2 4 0,1 1 18 0,1-1 2 15,-1 2-4-15,-1-2-3 0,3 1-3 0,-2 1-6 0,2-1-5 16,-1 0-1-16,2 2-3 0,-1-1 29 0,1 0-37 16,-1 0 30-16,3 0-26 0,0 2 40 15,-1-2-46-15,-1 3 30 0,1-1-33 0,0-1 31 0,-3 3-24 16,-1 1 27-16,0-1-32 0,1 0 44 0,-1 2-25 15,2 0 19-15,-1-1-38 0,1 0 30 0,1 1-36 16,0-1 32-16,5 0-34 0,0 0 35 0,-2-2-40 16,4 4 36-16,0-3-36 0,1 0 34 0,1 1-32 15,2-2 48-15,0 2-38 0,5-2 34 0,-4 0-39 16,3 1 51-16,2 1-51 0,-3 1 41 0,4-1-43 0,-2 1 55 16,2 1-41-16,1 2 45 0,0 0-54 15,1 0 49-15,2 3-52 0,1-1 22 0,1 0 1 0,1 0-5 16,3 4 5-16,2-2 7 0,3 5 3 0,3-1 23 15,3 4-10-15,4 1 0 0,4-5 15 0,7 8-4 0,1-1-6 16,5-2-4-16,5 0 4 0,3-2-5 16,8 2-4-16,6-1-9 0,2-2 23 0,3-3-19 15,5-2 38-15,4-2-30 0,3-1 25 0,3-3-38 0,7 0 18 16,-1-3-26-16,6-2 20 0,-2 0-23 0,3 0 21 16,0-3-28-16,5 1 1 0,1-2-3 0,3 1 2 15,-1-2-4-15,-1 1 12 0,-2-1-12 0,-1 1 1 16,-4-1-2-16,1 0 2 0,-5 1-1 0,0-1 1 15,-1 0 1-15,-1 0-5 0,-5-1-2 0,2 0 2 16,-15-1-1-16,1-1 5 0,-2-1-3 0,-2 0 6 16,-1-1 4-16,-4-1-52 0,0 0 53 0,-5 0-44 15,0-4 55-15,-4 3-46 0,-3-2 54 0,-7 0-39 16,-3-1 51-16,-1 1-51 0,-1-4 49 0,-3 2-49 16,-1-3 48-16,-3 0-53 0,-1 0 52 0,-1-1-51 15,-4-1 12-15,-3 0 8 0,2 1 3 0,-6-4-5 16,2 0-1-16,-3 0 42 0,-1-1-45 0,-1-1 45 0,-3-2-48 15,0 1 42-15,-4-2-8 0,0-1-3 16,-2 0-5-16,1-1-3 0,-6-1-3 0,0-2 2 16,-2 0 0-16,-1-1 4 0,-4 2-1 0,0-1-8 0,-4-2-39 15,-3 0 41-15,-7 2-41 0,-1 1 44 0,-5 1-46 16,-4 4 42-16,-6 2-41 0,-12-2 41 16,-5 4-3-16,-4 1-8 0,-4 6 1 0,0 0-5 0,-1 4-2 15,9 4-2-15,-1 2-5 0,1 1-10 0,2 1-11 16,2 2-23-16,6 1-29 0,4 3-66 0,10-1-71 15,6 0-81-15,7 2-87 0,5 1-70 0,5 0-58 16,9 1-104-16,3-2-613 0,5 0-838 0</inkml:trace>
  <inkml:trace contextRef="#ctx0" brushRef="#br0" timeOffset="-46715.35">4464 11905 866 0,'0'0'820'0,"0"0"-153"0,-3-9-153 0,3 9-84 0,-1-9-75 0,1 9-68 0,1-11-52 0,3 5-46 0,0 0-42 16,2-3-10-16,4 0-7 0,2-1-2 0,1 0-19 15,1 2-21-15,-1 0-17 0,3 1-17 16,-2 1-8-16,3 2-13 0,-3 0-4 0,1 0-5 15,-1 2-5-15,0 2-1 0,-1 0-11 0,0 2 1 0,-3 2 0 16,2 0-2-16,-5 3 3 0,2 1-5 0,-4 0-2 16,-1 4 1-16,-1 0 1 0,-3 1-2 15,-3 3-15-15,-1-2 16 0,-1 2-13 0,0-1 19 16,-4 0-21-16,0 0 18 0,0-1-16 0,-1-2 24 0,0 0-23 16,1-3 20-16,-3 1-22 0,5-2 26 15,-1-1-22-15,0-1 25 0,2 0-23 0,1-1 26 16,0-1-28-16,5-4 25 0,-5 4-26 0,5-4 27 15,0 0-37-15,0 0 33 0,11 0-27 0,-11 0 24 0,18 0-24 16,-18 0 25-16,22 0-24 0,-11 0 25 0,2 0-30 16,1 3 27-16,0 2-23 0,3 1 4 0,-3 1 22 15,0 0-23-15,0 5 1 0,1-2 0 0,-3 6 5 16,-2-2-1-16,-1 1 0 0,-3-1 2 0,-2 0-2 16,0 0 3-16,-1-1 24 0,-5 2-27 0,0-2 23 15,-5 1-25-15,-2-1 26 0,-1-2-28 0,-5 1 27 16,-4-1-23-16,-1-2 22 0,-3-2-25 0,-1 0 23 15,0-5-25-15,0 1 25 0,2-3-35 0,0 0 18 16,2-3-59-16,3 0-66 0,1-5-81 0,1 0-77 16,4-3-47-16,5 0-59 0,0-5-44 0,5-1-36 15,4-2-71-15,2-4-301 0,6-8-383 0</inkml:trace>
  <inkml:trace contextRef="#ctx0" brushRef="#br0" timeOffset="-46549.11">4768 11792 461 0,'9'-7'494'0,"-3"4"-30"0,-6 3-40 0,11 7-2 0,-5 1-17 0,-4 3-37 0,1 6 6 0,-2 1-26 0,2 5-35 16,-3 2 16-16,0 5-83 0,0-3-31 16,0 8-24-16,1 1-25 0,2-2-21 0,-1 2-26 0,2-3-22 15,2 3 23-15,-2-4-64 0,2-1 28 16,1-2-50-16,-2-4 25 0,1-3-96 0,1-1-56 16,-2-5-120-16,-1 0-110 0,2-2-106 0,-2-2-67 15,1-5-142-15,0-3-525 0,-5-4-778 0</inkml:trace>
  <inkml:trace contextRef="#ctx0" brushRef="#br0" timeOffset="-46199.39">5039 12008 613 0,'2'-11'601'0,"2"3"-140"0,-1 1-103 16,-1 1-35-16,-2 6-9 0,4-7 8 0,-4 7-23 16,0 0-27-16,0 0-18 0,0 0-21 15,0 0-1-15,0 0-39 0,0 0-17 0,0 0-36 0,-4 7-6 16,4-7-42-16,-9 8 7 0,9-8-44 0,-5 10 8 15,5-10-29-15,-7 9 15 0,7-9-34 0,-4 6 1 16,4-6-7-16,-3 10 0 0,3-10 0 0,1 9 1 16,2-3 1-16,2 0-2 0,4 0 1 0,-1 0-2 15,1 0 0-15,2 1-1 0,3 0-2 0,-1 2-1 16,1 0 0-16,0-1-2 0,3 4 1 0,-3 0 2 16,1 2 4-16,-1 0-3 0,-1 0-2 0,-3 0-1 15,0 2 0-15,-1 2 2 0,-1-5 30 0,-2 1-36 16,0-1 40-16,-4 0-42 0,1-1 37 0,-1-2-41 15,-2 0 43-15,0 1-42 0,-4-3 43 0,1 1-44 16,-3-1 40-16,0 0-46 0,-2-3 5 0,-2 1-2 16,0-2 3-16,-2-2-12 0,0-2-41 0,0-1-89 15,-2-3-114-15,1-2-102 0,2 0-90 0,-3-2-132 16,2-3-591-16,2 0-788 0</inkml:trace>
  <inkml:trace contextRef="#ctx0" brushRef="#br0" timeOffset="-46049.5">5022 12025 296 0,'9'-10'703'16,"0"3"-161"-16,1-1-74 0,2-1-19 0,2 2-38 16,1-1-21-16,4 0-8 0,3 0-36 0,0-1-14 15,5-2-67-15,2 0 18 0,2 0-89 0,-1-1 9 16,2 0-87-16,-1 2 19 0,1 0-70 0,-4 0-29 16,-1 1-142-16,-6 0-151 0,-2 2-194 0,-4-1-192 15,-5 0-675-15,-2 1-922 0</inkml:trace>
  <inkml:trace contextRef="#ctx0" brushRef="#br0" timeOffset="-43650.33">5123 14014 547 0,'-5'6'743'0,"1"1"-140"0,0-4-121 0,4-3-116 0,-5 9-75 0,2-2-44 0,2-1-22 0,1 3-12 0,3 1-14 0,-1 2-2 0,2-2 7 0,1 2 12 16,3 1 2-16,3-4 57 0,4 1-52 16,4-4 51-16,4-3-29 0,2-3 67 0,11-3-25 0,8-7 52 15,4-4-59-15,8-9-8 0,5-4-6 0,-1-2-52 16,2-3 27-16,-2-3-76 0,2-1-118 0,-1-2-47 15,0 1 0-15,1-5 0 0,2-3 0 16,11-9 0-16,-1-3 0 0,1-5 0 0,1-1 0 0,-1-4 0 16,3-4 0-16,3-2 0 0,1 0 0 0,2 1 0 15,3-3 0-15,2 0 0 0,1 0 0 16,-2 0-210-16,-2 3-64 0,-4 1-23 0,0 7-29 16,-6 3-31-16,-16 14-55 0,-4 5-50 0,-4 6-45 0,-7 4-9 15,-12 10-97-15,-6 7-137 0,-9 6-333 0,-5 3-700 16</inkml:trace>
  <inkml:trace contextRef="#ctx0" brushRef="#br0" timeOffset="-41232.99">5352 18102 119 0,'-5'-4'722'0,"5"4"-119"0,-8-7-99 0,8 7-97 0,-8-7-98 0,8 7-63 0,-6-4-32 0,6 4-21 0,0 0-5 0,0 0 0 16,0 0-2-16,0 0-16 0,0 0 14 0,0 0-10 15,1 7-15-15,-1-7-31 0,11 10 32 0,-4-6-51 16,2 3 38-16,4-2-54 0,1 0 47 0,0 0-140 16,5-1 219-16,-1-1-137 0,1 0 42 0,4-3-54 15,3-3 31-15,-1 0-38 0,6-4 49 0,1-1-42 16,6-5 53-16,1-2-54 0,-2-2 40 0,2-4 1 15,9-7 22-15,-1-2-52 0,0-3-5 0,2-3-10 16,-1-3-13-16,2-4-11 0,1-1-21 0,3-4 20 16,0-1-29-16,0-2 17 0,-1-1-4 0,2 0-2 15,1-2-6-15,-2 4 26 0,-3 0-19 0,-1 5 10 0,-8 1-21 16,0 5 13-16,-5 3-24 0,-7 8 0 16,-5 4-39-16,-6 7-9 0,-1 0-44 0,-5 4-6 15,-3 2-47-15,2 2 3 0,-3-1-45 0,0 3 5 16,-3 0-25-16,-2 1-8 0,0 1-13 0,-4 5-11 0,1-7-27 15,-1 7-39-15,0 0-33 0,-9-3-21 16,9 3-19-16,-13 3-29 0,6-1-8 0,-2 2-51 16,0 0-356-16,-3 0-359 0</inkml:trace>
  <inkml:trace contextRef="#ctx0" brushRef="#br0" timeOffset="-39447.24">12697 16202 453 0,'10'-9'422'0,"-4"-1"-47"0,-1 2-70 0,2 0-38 0,-3-3-28 0,-1 3-25 0,2-3-17 0,-2 3-3 16,-2-4-17-16,-1 1-11 0,-1-2-21 0,0 1-13 0,-1-1-15 15,-4-1-15-15,1-3-15 0,-3 3 0 16,-1-3 19-16,-2 3-21 0,-1-5-8 0,-2 2-21 16,-2-2 3-16,-4 1-15 0,1-1 6 0,-4 0 18 15,-5-3 11-15,0 0-18 0,-4 1-6 0,0-2-18 0,0 3 0 16,-5-1-12-16,1 0 5 0,-2 2 10 15,0 0 9-15,-3 0-10 0,-1 1 2 0,-1 2-18 16,0 0-2-16,-4-2 0 0,-1 5-4 0,-12-3-3 16,-1 1-5-16,-4 1 4 0,-4 1-4 0,-2 0-4 15,-1 2-2-15,-5-1 7 0,1 3 4 0,-1-1 12 16,-3 1 30-16,-1-1-19 0,-2 1-12 0,-1 0-4 16,0 2-5-16,0 0 2 0,-1-2 12 0,3 1 13 0,2 1-25 15,2 0-2-15,0 0 11 0,3 2-8 0,-2-1 7 16,3 1-1-16,-1 2 11 0,-1-1-2 0,0 2 5 15,0 2-13-15,-1 0-4 0,3 3-7 0,0 1-1 16,0 2-3-16,0-1-16 0,-1 2 12 0,-1 3-2 16,2-1 0-16,0 1-1 0,1 2-3 0,0 1 17 15,7 0-23-15,2 1 22 0,2 0-21 0,11-1 17 16,-5 4-22-16,1 3 23 0,9-2-30 16,-6 5 25-16,1 2-17 0,1-2 17 0,9-1-21 0,0 0 24 15,0 0-26-15,3 1 18 0,-2 0-16 0,4-1 16 16,-2 0-9-16,4 1 16 0,-2-1-24 0,1-2 22 15,2 2-23-15,0-3 3 0,1 0 5 0,0-1 2 16,5-1 0-16,3-3 11 0,1 0-11 0,1 0-3 16,3-2 2-16,0-1-1 0,3 1 6 0,0-1-4 15,4-3 4-15,-1 4-4 0,2-2 2 0,2 4 13 16,2-1-16-16,1 3 13 0,5 0-16 0,1 3 15 16,5 3-9-16,3 5 9 0,3 0-14 0,7 6 16 15,5 0-11-15,3 2 9 0,11 3-7 0,1 1 14 16,6 0-12-16,4-1 33 0,2-1-22 0,9 0 28 15,2 0-20-15,8-2 19 0,1 2-5 0,20 5 24 16,0-2-39-16,5-1 28 0,2-2-31 0,2-3 34 16,3 0-32-16,5-5 28 0,2 1-4 0,6-5-6 0,1-1 33 15,4-4-8-15,4-4-13 0,4-3-9 0,4-2-9 16,3-1 0-16,5-3 33 0,0 0-6 0,1 0-7 16,2-2 13-16,1 0-8 0,-2 0-9 0,-1-3-11 15,-5-1-22-15,-3 0 18 0,-21-2-26 0,0 0 18 16,-3-1-22-16,-3-2 21 0,-3-2-22 0,-7 1 18 15,-3-2-19-15,-4-1 20 0,-6-3-17 0,-4 0 26 0,-6-2-22 16,-4-4 14-16,-3 0-17 0,-2-3 15 0,-4-1-15 16,0-3-1-16,-5 1 3 0,-3-5-2 0,-3 0 12 15,0-4-18-15,-6-1 17 0,-1-2-17 0,-5-2 12 16,-3-2-16-16,-8 4 17 0,-1-4-16 0,-5 1 18 16,-3-3-19-16,-4 1 22 0,-2-2-20 0,-6 2 1 15,-4 4 0-15,-3 0 3 0,-8-5 2 16,-3 0-1-16,-6 3-5 0,-4 0 5 0,-9-5-1 0,-5 3-1 15,-3 2-8-15,0 0 12 0,-2 4-2 0,0 3 1 16,-1 2-1-16,3 7-1 0,2 1-2 0,1 4-4 16,-2 1 0-16,1 4-28 0,6 2-17 0,-1 4-22 15,1 1-47-15,2 4-51 0,1 1-46 0,1 2-66 16,2 2-96-16,-4 2-102 0,1 5-47 0,5-1-122 16,5 2-601-16,5 1-861 0</inkml:trace>
  <inkml:trace contextRef="#ctx0" brushRef="#br0" timeOffset="-38800.29">13544 16014 233 0,'-3'-8'772'0,"2"0"-99"0,0 0-93 0,-2-1-111 0,-1 2-36 0,3 0-49 0,0 0-45 0,0 1-48 16,-1-1-38-16,2 0-54 0,2 1-33 0,-2-1-26 15,2 1-25-15,3-3-21 0,-1 3-14 0,1 0-14 16,3 1-21-16,1 0-3 0,2 2-4 0,-1 0-9 16,2 3 1-16,1 0-8 0,0 3-7 0,-1 0 9 15,0 3-16-15,-2 2 0 0,0 0-1 0,-1 2 0 16,-1 2 1-16,-4 2 7 0,-2 0-1 0,-2 1 5 15,-2 1-1-15,-3 5 2 0,-4-2 4 0,-3 3 18 16,-6 0-7-16,0-1-11 0,-1 1 22 0,-3-3-37 16,1-2 26-16,0 2-34 0,5-7 26 0,0 3-34 15,1-4 30-15,5-1-30 0,-2-2 26 0,5-1-27 16,0-1 22-16,1 4-18 0,6-10 23 0,-3 8-21 16,3-8 22-16,9 9-24 0,1-7 26 0,3-2-29 15,5 0 25-15,1-3-26 0,7-4 23 0,3-2-26 16,2-3 27-16,5-6-21 0,-2-1 5 0,2-3 1 15,1-2 5-15,-1-2-5 0,-2-2 2 0,-3 0-7 16,-2-1 6-16,-3-2-5 0,-2-1 4 0,-2 1 19 0,-5-4-26 16,-1 3 27-16,-7 1-23 0,1 4 1 0,-5-4 4 15,-1 6 12-15,-4 0 30 0,0 4 21 16,0 0 4-16,0 3 1 0,-1 3-7 0,0 2-10 0,1 0-7 16,0 2-6-16,0 4 13 0,0 7 8 15,0 0 13-15,0 0 20 0,-6 14-16 0,5 3-6 0,1 3 32 16,3 12 8-16,-1 5 17 0,4 5-40 0,-1 5 58 15,1 2-8-15,4 2 14 0,-3-1-52 0,-1-1 15 16,1 4-25-16,1-4-47 0,-3-1-45 0,1 0 0 16,-1-3 0-16,0-1 0 0,-1-2 0 0,-2-6 0 15,3-2 0-15,-2-3 0 0,-1-4 0 0,2-2-180 16,-2-1-98-16,0-2-54 0,1-6-92 0,-2 1-53 16,2-3-43-16,-1-3-49 0,-1-3 20 0,2-3-15 15,-3-5-24-15,10 1-5 0,-2-5-382 0,1-5-566 16</inkml:trace>
  <inkml:trace contextRef="#ctx0" brushRef="#br0" timeOffset="-38432.89">14358 16162 489 0,'8'-20'582'0,"-1"-1"-90"0,-3 4-62 0,1 3-57 0,-1-1-53 0,1 5-35 0,-2-1-16 0,-2 3-4 0,0-1-10 0,-1 9-34 16,-1-8-32-16,1 8-10 0,-9-6-49 0,9 6-25 15,-10 1-18-15,2 4-9 0,-1-1-10 0,0 0-10 16,0 5-2-16,-1-1-6 0,1 0-11 0,0 2 2 15,0-1-16-15,3 0 6 0,-1-1-20 0,2 0 13 16,1-1-13-16,2 3 6 0,1-3-13 0,1 0 10 16,2 1-10-16,2-1 10 0,1 0-13 0,4 1 20 0,1 0-21 15,3-2 16-15,0 3-12 0,2-1 19 0,4 0-11 16,-2 4 25-16,2 0-21 0,4 0 31 16,0 2-23-16,0 0 33 0,-1 0-34 0,-5 0 24 15,0-1-34-15,-1 0 27 0,-1-1-35 0,-1 1 25 0,-4-4-28 16,-2 2 34-16,0 0-21 0,-3-1 37 0,-1-1-29 15,-3 1 25-15,-2-1-25 0,-2 0 23 0,-2 0-30 16,-1-2 20-16,-5 1-22 0,0 0 14 16,-2 0-25-16,-2-2 18 0,-2 0-29 0,1-2 26 0,-1 0-35 15,-2-2 20-15,-2 1-57 0,2-3-24 0,0-1-100 16,0-3-97-16,-2 3-114 0,4-4-60 0,0 1-57 16,2-2-61-16,2-1-63 0,1-1-270 0,6-3-464 15</inkml:trace>
  <inkml:trace contextRef="#ctx0" brushRef="#br0" timeOffset="-38200.99">14364 16230 175 0,'9'-15'614'0,"-1"0"-81"0,-2 2-49 0,2-1-24 16,1 0-45-16,-1 0-28 0,1 0-4 0,2 0-1 15,-1 1-10-15,3-3-52 0,2 2 8 0,2-1-26 16,5-1-32-16,3 0-23 0,6 0-14 0,3-2-21 16,6 4-18-16,2-3 2 0,6 4-15 0,0-1-10 15,2 0-12-15,10-2-12 0,-9 3-56 0,9-5 29 16,0 2-63-16,-2-2 29 0,-1 1-16 0,-8 2-17 15,-2 0-10-15,-1 1-7 0,-3-1-9 0,-3 1-5 0,-1 1-10 16,-9 3 2-16,-3-1-12 0,-3 4-26 16,-6 0-57-16,-1 1-61 0,-3 1-82 0,-1-1-118 15,-6 1-64-15,-1 1-53 0,-6 4-72 0,1-10-29 16,-1 10-4-16,-14-5-76 0,3 4-565 0,-4 0-814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1:40:52.4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15913 16579 556 0,'0'0'541'0,"-10"7"-132"0,10-7-90 0,-6 4-75 0,6-4-33 0,-6 3-53 0,6-3-29 0,-3 5-10 0,3-5 7 0,-3 8 15 16,3-8 7-16,0 0 11 0,3 9 15 0,-3-9 14 15,5 8 11-15,-5-8 7 0,10 6-6 0,0-4 8 0,2-2-37 16,4 2-12-16,2-2-36 0,9-3-6 0,5-1-19 15,4-4 26-15,7-2-29 0,5-2 21 16,9-5-28-16,3-6 22 0,3-2-32 0,2-6 10 16,0-4-19-16,5-4 19 0,12-15-27 0,1-3-14 0,3-3-41 15,3-5 39-15,3-2-20 0,3-6-36 0,2-1-7 16,0-4-58-16,4-2-53 0,-5 1-81 16,1 1-96-16,-5 4-81 0,-6 3-94 0,-7 3-149 0,-9 6-599 15,-20 13-836-15</inkml:trace>
  <inkml:trace contextRef="#ctx0" brushRef="#br0" timeOffset="67914.22">5252 5664 201 0,'0'0'423'0,"0"0"-103"0,0 0-72 0,0 0-1 0,0 0-17 0,0 0 0 0,0 9-23 0,0-1-10 16,4-1-24-16,-3 3-22 0,3-1 2 0,1 4-25 15,-1-1-29-15,2 1-13 0,2 1-12 0,-2-4 7 16,2 2 36-16,0-1 38 0,1-3 23 0,-3-1 29 15,3 0 23-15,0-4 15 0,1 0-7 0,2-1-44 0,-2-7-2 16,7-1-60-16,2-5 3 0,1-5-10 0,3-3 0 16,4-6-12-16,1-4-19 0,0 2-15 15,2-4-61-15,4-8 44 0,-1-2-59 0,3 0-1 0,-1-2 4 16,2 0-1-16,1 0 40 0,-1-1-54 0,4-2 47 16,-1 0-16-16,2 2-4 0,-4-1-19 0,2 6-50 15,-3-2-61-15,-5 10-65 0,-4 2-70 16,-1 4-89-16,-3 2-73 0,-2 3-22 0,-6 7-87 0,1 4-48 15,-3 0-425-15,0 5-586 0</inkml:trace>
  <inkml:trace contextRef="#ctx0" brushRef="#br0" timeOffset="68397.05">7138 5342 651 0,'-11'-8'547'16,"3"2"-124"-16,2-2-79 0,-2 3-72 0,3 0-45 0,5 5-66 0,-10-6-15 0,10 6-44 0,0 0 13 0,0 0-21 0,0 0 38 15,-5 5-23-15,5-5 25 0,4 12-11 0,0-4 12 16,1 2-20-16,2 2-17 0,2 1-7 16,3 3 36-16,-1-2-4 0,2 1 8 0,2-2-14 15,-1 0 7-15,2-2 12 0,-1 2 13 0,3-6-13 0,-3 0 49 16,3-2-46-16,0-4 36 0,4-2-61 0,2-2 28 15,7-7-68-15,-1 1-12 0,9-9-8 0,-1-2-10 16,4-1-5-16,8-9-8 0,0 2 35 0,1-2-59 16,-1-7 45-16,2 1-15 0,2-3-10 0,-3 1-8 15,3-4-5-15,-2 1-3 0,-3 1-7 0,-3 3-22 16,-4 4-38-16,-9 3-72 0,-1 5-19 0,-2 2-48 16,-4 1-45-16,-4 5-58 0,-5 4-65 0,-2 1-41 15,-1 4-29-15,-1 2-22 0,-4 2-10 0,-9 4-63 16,13 0-301-16,-13 0-369 0</inkml:trace>
  <inkml:trace contextRef="#ctx0" brushRef="#br0" timeOffset="68897.39">9220 5489 156 0,'-11'0'644'0,"11"0"-122"0,-19 0-147 0,19 0-54 0,-13 3-86 0,6 2-48 0,1 1-8 0,1 1-27 15,1 0-26-15,-1 5 39 0,2 0 8 0,2 0-5 16,1 2 8-16,0-1-1 0,0 0 17 0,3 3-20 0,1 0-22 16,1-3 5-16,1 2-7 0,3-4 24 0,0 0-19 15,4-1 1-15,1-3 1 0,0 0-20 0,5-4-15 16,4-5-15-16,1-2 23 0,8-6-69 0,5-4 40 15,2-4-60-15,0-2 51 0,10-7-58 0,-3-5 40 16,1-1-55-16,0 1-1 0,-2-3 0 0,1-2-2 16,0-3-8-16,-1-1-4 0,2-2 43 0,-3 0-53 15,2 0 41-15,-3-1-54 0,3 0 49 0,-4 2-53 16,2 3 47-16,-3 3-67 0,-8 8 8 0,-1 0-89 16,0 6-46-16,-3 3-64 0,-6 4-76 0,-2 4-77 15,-2 3-35-15,-1 2-51 0,-6 4-43 0,0 3-81 16,-1 2-311-16,-3 0-475 0</inkml:trace>
  <inkml:trace contextRef="#ctx0" brushRef="#br0" timeOffset="69315.11">11638 5204 778 0,'0'0'656'0,"-14"-1"-129"0,14 1-99 0,0 0-97 0,-10 1-61 0,10-1-46 0,-9 5-27 15,9-5-17-15,-8 10-9 0,3-4-13 0,3 3-22 16,-1-1-24-16,2 2-17 0,0-3-14 15,2 4 17-15,0-2 20 0,3 2 7 0,5-2 12 0,0 2 16 16,1-3 3-16,7 2-8 0,-1-6-8 0,6-1-9 16,4-3-7-16,3-1-11 0,7-5-24 0,7-2-18 15,5-3 15-15,0-3-5 0,7-4-2 0,5-4-15 16,-2 1 26-16,-1-4-44 0,1-2 20 0,-1 0-51 16,-2-4 35-16,0-1-49 0,0-3 36 0,1-2-44 0,0-3 39 15,3 1-45-15,-1-4 34 0,-2 2-40 0,4 1 38 16,-2 1-37-16,-2 1 3 0,-4 5 2 15,-2 2-10-15,-4 3-50 0,-9 8-57 0,-5 1-65 16,-4 3-86-16,-5 3-100 0,-4 5-85 0,-2 2-7 16,-7 1-67-16,-10 5-60 0,0 0-456 0,9 5-674 0</inkml:trace>
  <inkml:trace contextRef="#ctx0" brushRef="#br0" timeOffset="70734.14">5747 7838 67 0,'2'-16'512'0,"2"5"-127"0,-1 3-36 0,-1-2-91 0,1 1-29 0,-2 3-64 0,2-1-3 0,-3 7-49 0,4-6 10 0,-4 6-5 0,0 0 37 15,-3 10 0-15,-1 3 33 0,-5 10-3 16,-6 11-8-16,-5 7-10 0,-8 14-3 0,-5 3 5 16,-6 8-10-16,-10 19 14 0,-5 6-36 0,0 0-20 0,-3 3-30 15,2 0-21-15,3-1-28 0,0-2-66 16,4 1-52-16,0-1-105 0,3-3-110 0,1 0-121 0,10-16-145 16,2-6-394-16,3-4-542 0</inkml:trace>
  <inkml:trace contextRef="#ctx0" brushRef="#br0" timeOffset="72218.57">7132 7388 180 0,'0'0'551'0,"3"-10"-144"0,-3 10-64 0,2-8-76 0,-2 8-19 0,3-9-68 0,-3 9-3 0,1-5-53 0,-1 5 11 0,0 0-33 0,1-7 14 15,-1 7-33-15,0 0 11 0,2-7-28 0,-2 7-13 16,0 0-9-16,0 0 11 0,0 0-33 0,2-7 15 15,-2 7-26-15,0 0 17 0,0 0-24 0,0 0 17 16,0 0-19-16,0 0 14 0,0 0-16 0,0 0 14 16,0 0-23-16,0 0 21 0,3 6-22 0,-3-6 19 15,0 0-15-15,0 0 18 0,0 0-21 0,2 6 21 16,-2-6-20-16,0 0 14 0,0 0-13 0,0 0 14 16,0 0-16-16,0 0 19 0,0 0-16 0,0 0 19 15,0 0-18-15,0 0 13 0,0 0-17 0,0 0 20 16,0 0-19-16,3 6 18 0,-3-6-19 0,0 0 17 15,0 0-19-15,0 0 21 0,0 0-20 0,0 0 19 16,0 0-18-16,0 0 16 0,0 0-18 0,0 0 18 0,0 0-21 16,0 0 21-16,0 0-18 0,0 0 19 0,0 0-18 15,0 0 16-15,0 0-14 0,0 0 17 16,0 0-18-16,0 0 17 0,0 0-17 0,0 0 21 16,0 0-20-16,0 0 16 0,0 0-18 0,0 0 16 0,0 0-5 15,0 0 19-15,0 7-22 0,0-7 20 16,-3 7-19-16,3-7 15 0,-2 7-16 0,2-7 19 15,-3 9-19-15,3-9 14 0,-1 9-15 0,1-9 14 0,0 13-17 16,0-13 16-16,-1 9-19 0,1-9 18 0,0 13-16 16,0-13 18-16,0 9-16 0,-2-2 17 0,2-7-16 15,0 12 16-15,0-12-10 0,0 11 15 16,0-11 2-16,0 12-2 0,0-12-1 0,0 7-1 0,0-7-1 16,0 9-5-16,0-9 0 0,0 0-2 0,0 9-1 15,0-9 3-15,0 0-3 0,2 6 0 0,-2-6-6 16,0 0 5-16,0 0 0 0,0 0-3 0,6 4-6 15,-6-4 13-15,8-4-12 0,-8 4 11 0,15-6-16 16,-7 3 16-16,1 0-10 0,1-3 5 0,0 3-2 16,0-1 8-16,3 1-12 0,-3 0 6 0,4-1-4 15,-2 4 17-15,-2 0-2 0,4 0 14 0,-2 2 2 0,0 1 9 16,0 0-2-16,1 3-6 0,-2 3-1 16,1-3-7-16,-3 2 0 0,1 3 3 0,-1 3-2 15,-4-3 0-15,1 3-3 0,1 0 2 0,-4 1 0 16,0-1-3-16,-2 0 13 0,-2 0 4 0,1 3 4 0,-4-3-5 15,2 1-3-15,-6 0-2 0,2-1-4 16,-2 1-1-16,-1-4 3 0,-5 3-6 0,1-1-2 16,0-5-6-16,1 2-3 0,-1-4-14 0,-1-2-41 15,2-2-67-15,-2-2-107 0,4-2-51 0,0-2-105 0,-3-6-100 16,4-1-461-16,0-8-511 0</inkml:trace>
  <inkml:trace contextRef="#ctx0" brushRef="#br0" timeOffset="72481.23">7155 7397 512 0,'0'0'756'0,"0"0"-168"0,0 0-118 0,-6-5-115 0,6 5-70 0,0 0-46 0,0 0-8 0,4-6 8 16,-4 6 3-16,11-8 12 0,-2 2-19 0,3-3-19 16,4-1-22-16,7-5-15 0,1-1-27 0,7-3-20 15,1-2-10-15,5 0-19 0,-1-1-18 0,2 0-14 16,1-2-17-16,-2 5-10 0,0-1-4 0,-3 2-14 15,-2 1-3-15,-5 5-3 0,-4-1-5 0,-3 5-4 16,-2-2-7-16,-2 3-11 0,-2 1-30 0,-3 0-19 16,-1 2-20-16,-1 0-24 0,-1-1-44 0,-8 5-38 15,8-3-51-15,-8 3-55 0,0 0-18 0,0 0-54 16,-8 8-38-16,3-4-61 0,-4 4-555 0,0 1-622 16</inkml:trace>
  <inkml:trace contextRef="#ctx0" brushRef="#br0" timeOffset="73397.46">9636 7524 340 0,'5'-15'659'0,"-4"5"-148"0,2-1-106 0,-3 11-83 0,0 0-74 0,0 0-40 0,-12 15-7 0,-3 20 39 0,-5 21-24 0,-4 17 3 15,-6 23-35-15,-6 15-14 0,-1 9-31 0,-4 12-16 16,0 8-51-16,1 1-12 0,0 3-183 16,1 2 117-16,-1-2-63 0,5-4-31 0,-2-5-68 0,4-9-30 15,1-6-33-15,2-7-60 0,1-5-63 16,2-6-132-16,5-21-243 0,2-3-232 0</inkml:trace>
  <inkml:trace contextRef="#ctx0" brushRef="#br0" timeOffset="74304.37">12153 7602 316 0,'0'-17'663'0,"0"4"-105"0,0 1-66 0,-2 1-95 0,-2 4-82 0,4 7-7 0,-9 3 8 0,-1 13-17 0,-7 19 24 16,-3 20-31-16,-5 18-28 0,-5 22 13 0,-5 12-54 15,-3 14-10-15,-3 8-50 0,-3 8-34 16,-4 3-34-16,-3 0-16 0,-3 2-79 0,-1-5-38 0,-2-5-49 15,2-8-31-15,4-13-58 0,2-9-68 0,4-10-71 16,11-21-109-16,2-5-184 0,0-5-557 0,5-6-781 16</inkml:trace>
  <inkml:trace contextRef="#ctx0" brushRef="#br0" timeOffset="77280.42">5710 9308 294 0,'-5'10'504'0,"-2"4"-91"0,-2 5-82 0,-1 8-26 0,0 9-53 0,-2 1-44 0,1 5-46 0,0 0-7 0,4 1-33 16,-1-2 3-16,3 2-16 0,5-8-22 0,0 1 26 16,4-1-21-16,2-2-11 0,2-5-2 0,1 1-9 15,4-4-7-15,1-2 2 0,0-7-11 0,0-1 6 16,1-1 0-16,3-6-7 0,1-2-8 0,-2-2-11 15,2-3-1-15,-1-1-14 0,2-3 1 0,-1-2-2 16,1-1-6-16,-2-4 1 0,-3 1-4 0,-1-2-4 16,-5 3-2-16,-1-4 1 0,-1 2 0 0,-4-2-4 15,-3 3 0-15,-3 1-3 0,-1 0 4 0,-3 3 0 16,-5 1-3-16,1 4 1 0,-8 1 0 0,-4 6 2 16,-4 3 2-16,-6 5-3 0,-2 6 0 0,2 1-3 15,1 5 2-15,0 1-6 0,2 2-46 0,4 0-94 16,3 1-79-16,6-2-74 0,3-5-85 0,6-4-541 0,4-3-500 15</inkml:trace>
  <inkml:trace contextRef="#ctx0" brushRef="#br0" timeOffset="78028.94">6981 9458 304 0,'-6'-4'697'0,"6"4"-132"0,-10-5-130 0,10 5-79 0,-11-6-82 0,11 6-23 0,-10-6-15 0,10 6-16 16,-6-4-16-16,6 4-26 0,-8-3-15 0,8 3-30 15,0 0-14-15,-6-6-25 0,6 6-5 0,0 0-14 16,0 0 4-16,4-7-8 0,2 3-7 0,3 1-14 16,5-4-5-16,1 1-9 0,6-2-5 0,-1-2-7 15,2 2-4-15,4-3-2 0,-5 1-5 0,5-2-3 16,-7 3 4-16,3-1-9 0,-3 1 7 0,-2 0 6 15,-4 4 9-15,0-3-10 0,-1 3 4 16,-2 1-4-16,-2-1-1 0,-1 1-9 0,-7 4 4 0,13-1 9 16,-13 1 30-16,12 11-4 0,-7-2 17 0,0 7-15 15,1 4-2-15,-2 5-23 0,1 4 17 0,0 3-27 16,-1 0 60-16,4-1-13 0,-3 2-20 0,0-1-3 16,1-2 4-16,2 1-2 0,-3-3-5 0,4 1-12 15,-2-7-17-15,-1 0-43 0,2 1-74 0,-1-4-100 16,0-2-127-16,-1-3-97 0,-1 0-151 0,2-1-675 15,-2-4-870-15</inkml:trace>
  <inkml:trace contextRef="#ctx0" brushRef="#br0" timeOffset="79480.19">10487 9184 757 0,'5'-10'560'0,"0"5"-137"0,-5 5-72 0,0 0-10 0,4 16 14 0,-7 6-22 0,-2 18-20 0,-5 12 7 15,-4 15-33-15,-4 10-14 0,-6 26-34 0,-4 10-36 16,-4 9-31-16,-2 4-22 0,-3 4-17 0,2 1-8 16,-2 4-34-16,2-1-38 0,2-2-35 0,2-4-61 15,3-4-82-15,1-4-121 0,3 1-126 0,1-8-126 16,1-2-155-16,-1-5-461 0,4-22-731 0</inkml:trace>
  <inkml:trace contextRef="#ctx0" brushRef="#br0" timeOffset="81213.41">13017 9395 263 0,'0'0'332'0,"0"0"-73"0,0 0-47 0,0 0-18 0,4-6-16 0,-4 6 7 0,4-7-17 0,-4 7 12 0,2-6-31 0,-2 6 17 0,3-8-47 16,-3 8 19-16,4-11-20 0,-4 11-10 0,3-10-5 16,-3 10 9-16,1-9-17 0,-1 9-16 0,-1-14-16 0,-1 8-19 15,1-1 0-15,-2 0-7 0,1 0-18 16,-2-1 7-16,-1 1-2 0,0 1-3 0,-3-1-6 0,-1 1-1 15,0 1-1-15,-1 0-8 0,0 2 9 16,-2 2-6-16,-2 1-1 0,0 1 1 0,-4 2 1 0,0 6-1 16,-3 0-1-16,-2 5 2 0,2 2-1 15,-3 2 6-15,5 1 7 0,1 2-5 0,1-1 25 16,7 0-9-16,0-1 2 0,3 0 4 0,5-1 11 0,2 1 13 16,1-2 0-16,7 1-9 0,2-1-8 0,4 2-9 15,5-1-5-15,3 0-4 0,2 0-8 0,2-2 2 16,6 1-6-16,-5-2-4 0,1 0-1 0,0-1-4 15,0 2 4-15,-3-3-3 0,1 1-6 0,-3 0 3 16,1 0 16-16,-7-2-20 0,1 0 13 0,-3-1-14 16,-1 0 14-16,-5-1-16 0,3-1 33 0,-5-2 7 15,1 0 34-15,-3-1-1 0,3 0 11 0,-8-6-17 16,5 9 8-16,-5-9-28 0,0 0 12 0,-4 8-22 16,4-8 19-16,0 0-22 0,-18-2 14 0,9-1-24 15,-1-1 6-15,2 0-11 0,1-2 11 0,-2-2-14 16,1 0-1-16,2-3-5 0,2-3-6 0,1-3 5 15,3-1-3-15,5-6-2 0,3-5-4 0,5-7 0 0,1-3-16 16,4 0-24-16,0-4-22 0,7-4-29 16,2-1-24-16,1 3-38 0,2-2-32 0,-5 10-81 15,1 3-63-15,-1 0-95 0,2 2-122 0,1 2-339 0,0 2-447 16</inkml:trace>
  <inkml:trace contextRef="#ctx0" brushRef="#br0" timeOffset="81530.32">15191 9321 1090 0,'-2'-18'763'0,"-1"4"-177"0,0 3-121 0,2 1-108 0,-1 4-57 0,2 6-73 0,0 0-31 0,-6 9-10 15,5 9-25-15,-1 14-15 0,-3 12 6 0,1 10-22 16,-3 17-15-16,2 9 0 0,-1 9-17 0,1 8-30 16,-2 23-4-16,4 1-23 0,0 0-14 0,3 0-25 15,1-20-70-15,3 16-107 0,-1-19-74 0,-1-3-96 16,3-6-76-16,-5-3-117 0,0-4-554 0,-1-3-708 15</inkml:trace>
  <inkml:trace contextRef="#ctx0" brushRef="#br0" timeOffset="83764.25">6759 11532 45 0,'0'0'182'0,"0"0"-43"0,6-6-40 0,-6 6-15 0,0 0-21 0,4-4-9 0,-4 4-17 0,0 0-9 0,0 0-8 0,0 0-19 0,0 0-5 15,0 0-18-15,0 0 8 0,0 0 2 0,12 3 2 16,-12-3 7-16,0 0-3 0,0 0-4 0,0 0 9 16,0 0-3-16,1 6 4 0,-1-6 6 0,0 0 10 15,0 0 1-15,0 0 2 0,0 0 9 16,0 0 6-16,0 0-2 0,0 0 8 0,0 0-6 15,-4 6 2-15,4-6-2 0,0 0-4 0,0 0-5 0,0 0-4 16,0 0 0-16,0 0-3 0,0 0 2 16,0 0-1-16,-4 5 7 0,4-5 1 0,0 0 2 0,0 0 4 15,0 0-3-15,0 0-3 0,0 0-2 16,0 0-4-16,0 0-2 0,0 0-3 0,0 0-6 0,0 0-2 16,0 0-3-16,0 0 1 0,0 0-13 0,0 0-45 15,0 0-73-15,0 0-261 0,0 0 159 0</inkml:trace>
  <inkml:trace contextRef="#ctx0" brushRef="#br0" timeOffset="84496.29">6800 11633 238 0,'0'-9'325'0,"-2"1"-56"0,1-2-7 0,1 1-40 0,-2-1-40 0,-1-1-22 0,-2 2 18 0,3-4-1 0,-2 4-14 0,0-2-19 16,-4-1-21-16,2 2-9 0,-3 1-12 15,1 0-8-15,-1 4-13 0,-1-3-14 0,-3 3-18 0,3 1 8 16,-4 4 6-16,0 0-13 0,-4 4-15 0,1 1 12 16,-2 5-22-16,-1 0 15 0,-1 7-8 0,1-1 10 15,-1 1-15-15,5 3 1 0,2-2-6 0,2-2-3 16,3 1-5-16,2-2-2 0,2-1-2 0,1 0 2 16,1-3-1-16,3 2 0 0,0-4 6 0,3 1 3 15,1 0 2-15,1-3 1 0,2 1-1 0,2-4-3 16,0 2 2-16,3-5 0 0,-1-1-1 0,1 0-2 15,2-1 4-15,-3-3-8 0,3-1 2 0,0-3-8 16,2 1 5-16,-5-3-8 0,2-1 4 0,1-2-6 16,-2-1 2-16,0 0-3 0,-3-3 4 0,-2 2 3 15,-1-1 5-15,0 0 10 0,-2 1 16 0,0-2 19 16,0 2-7-16,-3 0 11 0,2 2 12 0,-2-1 29 16,0 4 2-16,1 0-20 0,-2 1-17 0,1 2-15 0,-1 7-10 15,1-13-12-15,-1 13-4 0,0 0 14 0,0 0 22 16,10 6 3-16,-7 5-4 0,2 6-18 0,0 4 6 15,3 8-23-15,1 2 3 0,0 8-13 16,-2 3 3-16,1 3-11 0,2-1 7 0,-1 1-14 0,0 1 0 16,3-3 2-16,-3 1-1 0,0 0 0 0,1 0-36 15,1-3-76-15,-3 2-102 0,3-2-131 0,-2-1-101 16,-1-3-170-16,0-6-450 0,-3-2-678 16</inkml:trace>
  <inkml:trace contextRef="#ctx0" brushRef="#br0" timeOffset="85646.39">9311 11292 16 0,'-5'-10'381'0,"1"0"-77"0,2 2-44 0,-1-2-36 0,-1 1-14 0,3-1-34 0,-2 0 0 0,2 0-26 16,0-1 18-16,-3 3-23 0,4 1 30 0,-1-2-47 0,-2 3 0 15,3 6-49-15,0-12 7 0,0 12-21 0,0 0 59 16,0 0 12-16,0 0 7 0,0 0-14 0,8 10 11 0,-6-2 1 16,2 3-27-16,0 2-16 0,1 1-13 0,-1 2-15 15,1 1-15-15,1 0-8 0,1 2 5 16,-1 1-19-16,1 1-11 0,-1-2-2 0,2 2-4 0,-2 0-8 16,0-1 3-16,1 2-4 0,-1-2-6 15,2 0-34-15,-3-1-66 0,1-2-58 0,1-2-75 0,-2 0-43 16,1-1-81-16,1-1-101 0,-2-6-398 0,0 0-403 15</inkml:trace>
  <inkml:trace contextRef="#ctx0" brushRef="#br0" timeOffset="85995.94">9696 11169 640 0,'0'0'587'16,"0"0"-137"-16,-3-5-29 0,3 5-70 0,0 0-34 15,-5 7-9-15,5-7-24 0,-5 10-16 0,4-1-23 16,1-2-20-16,0 3-38 0,1 1-29 0,5 3-17 16,-1 0-22-16,3 1-20 0,4 2-1 0,2-1-30 15,0-1 2-15,2 0-25 0,1-2 7 0,2-3-17 16,1 3 25-16,0-5-2 0,0 0 2 0,-1-3-6 16,-1-2-7-16,3-3-15 0,-3 0 2 0,1-2-7 15,0-4-2-15,0-1-5 0,2 0-7 0,-5-8-2 16,1 3 0-16,-2-4-4 0,-5-2 0 0,-2-3 3 15,-2-2-9-15,-3 1-2 0,-3-3 2 0,-4-1 0 16,-2 0-1-16,-6-1-2 0,-2 0 4 0,-3 5-2 16,-3 0 0-16,-3 5-2 0,0-1-4 0,-4 5 6 15,-1 4-8-15,3 5-4 0,-1 1-36 0,2 6-61 0,1 1-45 16,1 4-75-16,2 5-87 0,-1 3-30 16,3 1-92-16,0 5-91 0,6 0-548 0,0 2-694 0</inkml:trace>
  <inkml:trace contextRef="#ctx0" brushRef="#br0" timeOffset="88830.11">6797 14008 497 0,'3'-10'431'0,"-3"10"-96"0,2-7-60 0,-2 7 6 0,4 8 5 0,0 7-11 0,-1 7-49 16,-1 8-8-16,-2 18-39 0,-2 7-22 0,-5 22 20 15,-3 13 1-15,-9 26-17 0,-5 6-16 0,-6 8-29 16,-3 9-36-16,-3 2-79 0,-1 2-76 0,0-4-105 16,0-4-94-16,4-7-121 0,5-10-573 0,6-10-557 15</inkml:trace>
  <inkml:trace contextRef="#ctx0" brushRef="#br0" timeOffset="95296.44">9425 13709 525 0,'4'-15'460'0,"0"4"-76"0,-2 2-105 0,-2 9-10 0,8-6-52 0,-8 6 13 0,9 8-33 0,-4 5 4 0,1 7-8 16,2 11-6-16,-2 13-27 0,1 7 8 16,-4 16-16-16,0 5-3 0,-3 6-22 0,0 9-19 0,-3 2-12 15,0 5-18-15,-4 2-17 0,1 20-15 0,-2-20-32 16,2-2-24-16,-1 3-27 0,1-2-78 0,-2-2-77 15,2 0-62-15,-1-4-57 0,1-1-87 0,-3-5-83 16,2-2-311-16,0-8-318 0</inkml:trace>
  <inkml:trace contextRef="#ctx0" brushRef="#br0" timeOffset="96828.99">11775 13974 16 0,'3'-17'349'0,"-2"0"-74"0,3-1-30 0,-2 2-11 0,-2-1-12 0,3 0-14 0,-3 4 7 0,1 0 9 0,-1 2-26 0,0 0-41 0,1 3-38 16,-1 8-20-16,2-7 25 0,-2 7 31 15,0 12 16-15,-2 6 13 0,1 15 18 0,-3 16-15 0,-3 20-25 16,-1 7-2-16,-2 16 2 0,-7 27-15 0,0 8-18 15,-3 3-36-15,0 2-20 0,-2 1-15 0,-1 1-31 16,1-2-47-16,-1-3-61 0,3-5-55 0,1-5-79 16,1-8-49-16,1-5-73 0,3-21-66 0,3-2-89 15,0-6-344-15,2-8-374 0</inkml:trace>
  <inkml:trace contextRef="#ctx0" brushRef="#br0" timeOffset="98147.65">13186 13333 367 0,'-1'-17'345'0,"-2"3"-51"0,2 2-47 0,0 0-23 0,-1 2-25 0,1-1-7 0,0 1-45 0,-1 3-3 0,1 0-46 15,1 0 1-15,-1 0-36 0,1 7 7 0,-1-11-28 16,1 11 14-16,-2-9-24 0,2 9 19 0,0-9-32 15,0 9 23-15,0 0-23 0,-1-7 66 0,1 7 2 16,0 0 16-16,0 0-14 0,1 11 31 0,-1 0-13 16,0 3 6-16,2 6-14 0,-1 6-5 0,0 9 9 15,0 12-8-15,2 4-15 0,0 15-15 0,-1 7-7 16,1 8-11-16,1 4-4 0,-2 5 3 0,1 0-13 16,-1 4-5-16,3 0-13 0,-2-1-22 0,1 1-41 15,-2-2-17-15,2-2-72 0,-1-2-82 0,-1-5-19 16,1-3-77-16,-2-3-66 0,-1-4-117 0,0-3-249 15,-1-15-257-15</inkml:trace>
  <inkml:trace contextRef="#ctx0" brushRef="#br0" timeOffset="99295.33">15561 13241 740 0,'5'-13'680'0,"0"1"-116"0,-3 2-119 0,1 6-101 0,-3 4-35 0,0 0-22 0,0 13-19 0,-3 9-3 0,-3 14-8 0,1 12-51 0,-4 15-42 0,0 8 12 16,-4 7-31-16,3 5-10 0,-2 3-13 0,1 2-6 15,1 0-26-15,-1 0 4 0,1-2-46 0,1-2-10 16,0-2-36-16,2 1-32 0,-1-2-54 0,0-2-109 15,-3-3-160-15,-2 1-142 0,0-4-217 0,-2 1-426 16,-2-6-751-16</inkml:trace>
  <inkml:trace contextRef="#ctx0" brushRef="#br0" timeOffset="100912.28">9801 11878 148 0,'-16'-8'349'0,"2"2"-90"0,0 0-60 0,3 3-34 0,-1 3-12 0,0 0-10 0,1 3-15 16,2 3 12-16,0 0-21 0,3 2-1 0,1 3 1 15,2 0-4-15,3 1 5 0,4 1-19 0,9 2 2 16,1-1-30-16,9 0 23 0,6-3-28 0,3-3 11 16,4-2-22-16,7-5 0 0,10-4-21 0,3-1 20 0,12-7-26 15,3-3 15-15,1-2-27 0,0-4 0 16,1-3-6-16,-1-2 3 0,1-2 13 0,-3-1-21 16,-3-2 18-16,-3-1-17 0,-2-3 11 0,-7 1-19 0,-2 0 14 15,-5-1-5-15,-7-1 10 0,-9 4-6 16,-4 0-23-16,-5-4 20 0,-4-3-18 0,-6 0 17 15,-4-4-15-15,-3-2 12 0,-6-1-13 0,-5-5 17 0,-2 0-17 16,-9-13 18-16,-2 5-14 0,-5-1 14 0,-3 1 3 16,-5 3 1-16,-2 1-17 0,-7 1 21 0,-2 2-9 15,-7 3 20-15,-3 2-15 0,-2 3 6 16,-3 3 5-16,-3 1-1 0,-3 5 2 0,-2 4 13 16,-5 4-17-16,-5 5 5 0,-6 4 7 0,-6 8 1 0,-10 6-8 15,-3 9 9-15,-21 7-4 0,-5 14-2 0,-2 6-8 16,-3 13-1-16,-2 12 15 0,4 12-7 0,5 9-6 15,9 7-4-15,13 1-5 0,10 1-3 0,15 2-4 16,13 1 6-16,15 1 2 0,16 3-5 0,17-16-4 16,11 2 2-16,10 0 2 0,13-1-13 0,16 9 15 15,13-3-2-15,10-7 2 0,10-7-8 0,6-7 6 16,9-8-6-16,2-11 1 0,7-7 2 0,-5-14-8 16,3-6 8-16,6-8-3 0,3-6-3 0,2-9 3 15,1-5-4-15,20-9-10 0,2-6-94 0,-2-4-29 16,-1-5-57-16,-6 1-5 0,-5-3-80 0,-10 1-76 15,-21 3-153-15,-7 1-254 0,-11 1-269 0</inkml:trace>
  <inkml:trace contextRef="#ctx0" brushRef="#br0" timeOffset="214406.77">22669 5452 423 0,'-12'2'342'0,"12"-2"-64"0,-15 3-55 0,15-3-38 0,-12 2-23 0,12-2-7 0,-10 0 0 0,10 0-4 0,0 0-1 0,-14 0-14 16,14 0 15-16,-9-2-15 0,9 2-14 16,-10-8 32-16,10 8 5 0,-9-9 1 0,3 0-10 15,-3 0-24-15,-4-3-10 0,-4-4-22 0,-3-2-9 0,-11-4 1 16,-2-1-8-16,-12-5-6 0,-5-2-11 16,-6-1 0-16,-7 0 4 0,-3-1 6 0,-9 1-14 0,-19-7-16 15,-3 1 2-15,-2-1-9 0,-4 1 12 0,-5 2-11 16,-2 0-3-16,-4 2 13 0,-5 1-10 0,-2 0-6 15,-2 4 3-15,0-2-16 0,-3 4-4 0,-6 3-1 16,-4 2-2-16,-5 4-2 0,-5 4-7 0,-5 7 13 16,-6 2-10-16,-6 8 5 0,-6 5-3 0,0 4-1 15,-5 8 4-15,-2 7-4 0,-3 4-1 0,0 7 0 16,-30 12 5-16,44-4-6 0,1 3-2 0,6 4 2 16,7 2-4-16,10 3 7 0,10 4-3 0,13 2 5 15,9 2-8-15,16 1 7 0,8 2-1 0,14-3-1 16,11 2-5-16,19-11 4 0,9 3-4 0,9 3 6 15,8 0 1-15,14 3 1 0,11 2 1 0,9-1-3 16,17 0 4-16,20 10-6 0,18-6 3 0,12-4-8 16,16-6 5-16,16-7-3 0,13-7 12 0,19-7 0 15,11-7 7-15,11-7-8 0,16-5 11 0,8-8-13 16,8-7-5-16,7-4 5 0,9-6-4 0,43-5 6 16,-11-8-11-16,-4-4 6 0,-50-1 2 0,35-11-9 15,-52 3 4-15,-3-8-4 0,-6-3 4 0,-7-5-7 16,-9-5 5-16,-9-5-7 0,-11-2 7 0,-12-4-4 15,-7-4 5-15,-10-2-2 0,-8-5-2 0,-12 1-2 16,-12-3-2-16,-8 5 2 0,-22 8-1 0,-7 3-5 16,-10-1 12-16,-13 4-6 0,-7 8 2 0,-12 2 0 15,-9 1-2-15,-11-6 0 0,-14 6-1 0,-15 2 1 16,-9 4 8-16,-13 6-8 0,-24-1-2 0,-7 5 1 16,-6 9 1-16,-8 7-32 0,14 7-39 0,-4 5-63 15,-20 4-48-15,4 6-62 0,3 5-50 0,10 5-34 16,5 7-77-16,23-3-78 0,9 6-388 0,3 7-425 0</inkml:trace>
  <inkml:trace contextRef="#ctx0" brushRef="#br0" timeOffset="-214306.19">21488 9454 443 0,'22'-3'320'0,"-2"1"-69"0,-1-3-53 0,2 1-22 0,-1 2-18 0,-1 0-9 0,-1 1-20 0,0-2 6 16,-3 1-26-16,1 1 15 0,-3-2-25 0,-1 1 26 15,0-1-7-15,-2 0-8 0,0-2-12 0,0 0 3 16,-2-2-2-16,4 0 12 0,-5-5 0 0,0 2 6 16,-2-2 4-16,-1-2 12 0,-2 0 11 0,1 0-1 15,-6-4 33-15,1 1-41 0,-5-3 0 0,-6-4-33 16,-2-2 14-16,-10 0-21 0,-5-3-8 0,-7 3-1 16,-10-5 6-16,-9 5-10 0,-11 0 3 0,-8 3-25 15,-13 4-1-15,-29 3-12 0,-7 4-10 0,-10 4-2 0,-10 7 3 16,-15 7-10-16,-7 5 1 0,-3 7-14 0,-7 6 7 15,-7 7-2-15,-39 15-8 0,7 5-1 16,6 5 6-16,5 6 0 0,10 3 6 0,38-10 0 16,3 3 4-16,7-1-2 0,7 1 5 0,7 0-5 0,13 3 4 15,8 1-15-15,15-4 1 0,15 0 3 0,23-5-14 16,16-1 16-16,15 2-13 0,18-6 23 16,14 2-5-16,17 8 17 0,19-1-25 0,28 6 42 15,22-3-29-15,17-3 6 0,15-8-15 0,16-5 7 0,16-4-12 16,12-8-3-16,10-4-8 0,7-6 14 15,9-4-7-15,2-6-6 0,2-2-2 0,1-4 9 16,-1-2-7-16,-2-2-3 0,-7-4 1 0,-9-4-3 0,-2 0 3 16,-9-7-2-16,-5-3 0 0,-10-7-2 0,-9-2 1 15,-13-9 21-15,-13-1-26 0,-9-5 22 0,-15-2-31 16,-24 4 26-16,-14-3-28 0,-7 0 10 0,-14-2-63 16,-12 6 33-16,-12-5-35 0,-10 5 3 0,-10-5 6 15,-14-7 3-15,-14 1 4 0,-13 0 6 0,-9 1-1 16,-21-4 7-16,-10 2-6 0,-6 7 14 0,-11 4 12 15,-7 3-13-15,-5 8-14 0,-2 7-20 0,0 6-30 16,16 10-60-16,-1 6-64 0,1 4-74 0,-15 12-28 16,7 4-86-16,11 10-91 0,23-2-530 0,-8 17-645 15</inkml:trace>
  <inkml:trace contextRef="#ctx0" brushRef="#br0" timeOffset="-213557.47">21372 13841 411 0,'14'12'323'15,"2"-1"-77"-15,0 2-45 0,3-3-54 0,1 0-29 0,1 1-23 0,-1-1 4 0,4 0 7 0,-4-1 20 0,1 1-12 0,1-2 25 0,-2 1-39 0,-7-3 25 0,1 0-28 16,0 0 64-16,-3-3 5 0,-4 1 29 0,-7-4-3 16,12 1-25-16,-12-1-10 0,2-6-1 0,-7-1-14 15,-5-1-8-15,-4-6-8 0,-12-1-3 0,-4-4 27 0,-7-3-37 16,-12-6 8-16,-5 0-1 0,-8-3-5 16,-8 0-26-16,-7-1 19 0,-22-8-18 0,-7 2 11 15,-2 1-11-15,-9 0-13 0,-7 2-1 0,-7 2 3 16,-9 6-13-16,-4 3 24 0,-7 5-19 0,-6 7 9 15,-8 6 1-15,-2 9 5 0,-3 5-28 0,-5 9 87 0,-2 10-52 16,-3 5 13-16,-33 20-56 0,8 8-4 0,10 11-6 16,4 7 15-16,10 8-13 0,12 4-10 15,40-12-5-15,10 2-34 0,13 3 37 0,17 1-31 0,17-2 39 16,18-1 19-16,28-13-7 0,19-2 10 0,21-3-3 16,23-1-6-16,35 3-10 0,17-7-7 15,23-7-2-15,23-10-5 0,18-10-8 0,15-9-3 0,17-7-29 16,17-11 32-16,5-2-6 0,8-8 5 0,49-6-2 15,-9-6-6-15,-13-7 1 0,-50-3-26 16,38-11 29-16,-50 2-3 0,-11-6-25 0,-4-5 28 16,-12-7-22-16,-6-5 16 0,-11-4 38 0,-11-3-22 0,-14-4 35 15,-9-1 6-15,-16 2-24 0,-12 0 59 0,-14 2-27 16,-20 13 6-16,-10 2-4 0,-8 2-7 0,-13 6-12 16,-9 6-12-16,-8-4-17 0,-7-1-12 0,-13-2 34 15,-4 2-60-15,-10 5 36 0,-9 0-66 0,-9 3 11 16,-7 3-73-16,-7 5-10 0,-6 4-50 0,-7 4-47 15,-3 5-49-15,1 4-43 0,-7 3-21 0,0 5-62 16,4 5-86-16,1 2-79 0,8 7-59 0,4 2-189 16,11 4-374-16,8 1-784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1:41:39.7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7411 10534 134 0,'-17'4'226'0,"5"0"-62"0,1-3-49 0,2 1-9 0,9-2-18 0,-13 4-16 0,13-4-13 0,-7 4 4 0,7-4-4 0,0 0 18 16,5 5-1-16,-5-5-3 0,19 4-1 0,-3-3 0 0,5 0-2 15,10-1-1-15,12-1 1 0,12 0-4 0,8-2-13 16,17-1 3-16,7-4-12 0,5 3-3 0,8-5 0 16,20-3-2-16,4-2-13 0,4-1 0 0,-3 0-13 15,3-2 11-15,-9-2-2 0,0 0-1 0,-6 0-2 16,-2-2 3-16,-20 4-3 0,-4 1-9 0,-4-2 5 15,-5 1-4-15,-9 4-2 0,-14 3-1 0,-9 1 0 16,-9 4-5-16,-10 3-2 0,-9 3-5 0,-8 3 5 16,-10-3 2-16,-5 16-5 0,-18 2 1 0,-14 7-5 15,-19 8 11-15,-13 3-8 0,-26 8 6 0,-12 3-11 16,-6-1 15-16,-7 0-10 0,-1 0 6 0,-6-3-10 16,1-1-1-16,-6 0-2 0,2-6 4 0,2 0 1 0,3-2 5 15,3-3 10-15,5 1-5 0,5-5-1 16,5-1 11-16,22-5-4 0,4-4 6 0,6 2-1 15,7-5 4-15,17-2 9 0,6-3 6 0,10-1-8 16,9-2-6-16,7-2-1 0,8-3 7 0,11-1 6 0,0 0 17 16,18-8-5-16,18-9 0 0,18-8 17 0,16-6-27 15,30-13 17-15,13-1-27 0,11-4 21 0,9-1-1 16,4 0-28-16,7 1 18 0,3 0-27 16,0 2 21-16,-7 3-28 0,-5 2 25 0,-10 4-33 0,-7 7 29 15,-11 4-30-15,-24 8 21 0,-12 4-22 0,-18 8 26 16,-5 0-30-16,-14 7 29 0,-11 0-27 15,-6 6 22-15,-11 0-24 0,-3 4 26 0,-10 5-42 0,-9 5 46 16,-12 7-24-16,-15 6 22 0,-8 2 3 0,-8 0-8 16,-6 1-28-16,-5-1 31 0,-5 0-31 15,-2-2 28-15,-1-2-25 0,0-2 26 0,-1 0-30 0,2-4 22 16,0-3-17-16,6-1 3 0,2-3 2 0,6-2-1 16,12-5 2-16,6 0-1 0,12-4 2 0,5-3-16 15,4 1-22-15,5-5-57 0,7 0-28 0,12 0-44 16,-8-6-31-16,11-1-59 0,6-2-93 0,4-6-170 15,6 4-31-15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1:41:15.5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11181 5251 111 0,'0'0'318'0,"0"0"-88"0,0 0-63 0,0 0-33 0,0 0-25 0,0 0-27 0,0 0-18 0,0 0-23 0,0 0-16 0,0 0-24 0,-3 6-15 15,3-6-32-15,0 0-51 0,0 10-92 0,0-10-103 16,0 7 249-16</inkml:trace>
  <inkml:trace contextRef="#ctx0" brushRef="#br0" timeOffset="832.23">16203 4588 222 0,'0'0'244'0,"-10"-2"-59"0,10 2-50 0,-14-1-30 0,14 1-32 0,-10 1-25 16,10-1-13-16,0 0-13 0,-14 2-13 0,14-2-10 16,0 0-18-16,-13 1-29 0,13-1-35 0,0 0-76 15,-6 3-84-15,6-3 78 0</inkml:trace>
  <inkml:trace contextRef="#ctx0" brushRef="#br0" timeOffset="26048.6">7619 10557 67 0,'-13'0'197'0,"-2"0"-43"0,15 0-29 0,-22 0-9 0,22 0-23 0,-19-1-19 0,19 1-15 0,-18-1-9 0,18 1-9 0,-14-2-10 0,14 2-5 15,-13-2-7-15,13 2-3 0,0 0-8 0,-15 2-12 16,15-2-46-16,-8 3-80 0,8-3-149 0,-6 5 267 16</inkml:trace>
  <inkml:trace contextRef="#ctx0" brushRef="#br0" timeOffset="27614.84">11343 9861 215 0,'9'-5'243'0,"-4"0"-63"0,2 0-39 0,-1-1-15 0,-1-1-6 0,3 0-7 0,-3 1-24 0,1-2-11 0,-2-1-7 0,1-1-22 16,-2 1 3-16,-2-1-3 0,3-2 0 0,-3 0-12 15,-2-1 15-15,-3 0-22 0,0-4 8 0,-1-2-17 16,-4 1 14-16,-1-2-12 0,-3-4 19 0,-1 2-26 15,-4-1 27-15,-1 0-11 0,-4-3 12 0,-1 3-3 16,-2-1 0-16,-2 2-5 0,4 6-9 0,-1 0 2 16,0 2-1-16,-3 0-6 0,-2 5-5 0,1 0-4 15,-3 2-2-15,-4 3-5 0,0 1 4 0,-4 3-1 0,-8 3-5 16,-3-1-12-16,0 4 13 0,-3 4-8 0,-12-1 11 16,1 5-17-16,-3 2 18 0,3 0 2 15,-3 2-24-15,0-1 22 0,-2 2-14 0,1 0 12 16,1 1-17-16,-1 1 23 0,4 0 19 0,-1 1 13 0,4-1-8 15,9 1-6-15,8-4-4 0,8 0-7 0,4 0-4 16,6-2 10-16,4 2-16 0,5 0 28 0,3-2-19 16,3 2 14-16,3 2-19 0,3-1 17 0,2 2-22 15,3 1 43-15,1-1-29 0,2 4 17 0,2-2-22 16,4 6 0-16,-1-2-3 0,4 1 1 0,1-1 0 16,1-1 3-16,6 3 5 0,-1 0 11 0,3 0-7 15,0-3 4-15,2 1 1 0,4-2-6 0,3-2 7 16,-1 0 1-16,6-2 0 0,-1 0 0 0,5 0 15 15,4-5-3-15,0 1 11 0,6-2-16 0,11 1 8 16,1 0-12-16,3-5 4 0,0 0-11 0,-8-4 7 16,3 0-10-16,-2-4 0 0,1-2-4 0,-3-1 3 15,0-1-7-15,1-2 3 0,-1-4-8 0,0-2 4 16,9-2-6-16,0-2-6 0,0-4 1 0,0-1-1 16,-2-4 0-16,1 0-2 0,-4-5 1 0,-2 1 2 0,-3-3-7 15,-3 0 5-15,-4-2-1 0,-3-1-1 16,-5-1 3-16,-8 3-7 0,0-1 8 0,-6 2-2 15,0-5-5-15,-4 1 1 0,-4 2-4 0,-2-2 3 16,-6 2-6-16,-1 2 1 0,-4-1 1 0,-3 3-1 0,-2 0-3 16,-6-3 1-16,-2 1 2 0,-6-4-5 0,-4 2 4 15,-8 4 3-15,-4 0-2 0,-6 4-1 16,-13-4 3-16,-3 6-2 0,-6 2 3 0,-4 5-2 16,-2 2 2-16,-4 3 1 0,-5 5-7 0,-5 2 4 0,-4 5 1 15,-3 2-5-15,0 5 6 0,1 3-2 16,1 5-12-16,2 5-70 0,1 4-68 0,-11 11-56 15,1 3-63-15,2 8-90 0,5 5-492 0,-1 6-402 16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1:41:51.8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11562 7647 450 0,'10'-7'435'0,"-3"2"-107"0,1 1-73 0,-3-2-63 0,-5 6-50 0,12-7-92 0,-12 7-32 0,10-5-26 0,-10 5-26 0,13-3-14 16,-13 3-20-16,11 1-24 0,-11-1-50 0,13 4-52 16,-13-4-214-16,10 6 133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3T11:43:56.2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2709 6867 42 0,'0'0'361'0,"0"0"-143"0,0 0-146 0,0 0-133 0,0 0-140 0,4 6 62 0</inkml:trace>
  <inkml:trace contextRef="#ctx0" brushRef="#br0" timeOffset="442.8">2434 8520 165 0,'0'0'144'0,"0"0"-186"0,0 0-50 16,7 4 32-16</inkml:trace>
  <inkml:trace contextRef="#ctx0" brushRef="#br0" timeOffset="811.86">2778 9751 394 0,'0'0'292'0,"0"0"-161"0,0 0-154 0,0 0-227 0,0 0 79 0</inkml:trace>
  <inkml:trace contextRef="#ctx0" brushRef="#br0" timeOffset="1120.89">3175 10869 563 0,'6'6'519'0,"-4"-1"-163"15,-2-5-103-15,4 11-141 0,-4-11-113 0,5 8-76 16,-5-8-53-16,2 10-75 0,-2-10-234 0,3 7 89 15</inkml:trace>
  <inkml:trace contextRef="#ctx0" brushRef="#br0" timeOffset="11220.49">9174 5563 465 0,'-5'-7'354'0,"1"1"-64"0,-2-2-31 0,-2 0-30 0,2-1-24 0,-3 0-19 0,0-1-33 0,-1 1-25 0,1-2-7 0,-1 1 6 0,-2-1-35 16,2 2 7-16,-3-4-33 0,0 1 19 0,-2 1-28 0,2-3 7 15,-2 0-27-15,0 3 17 0,-2-3-24 16,-1 1 19-16,0 1-13 0,-6-2 17 0,1 2-29 16,-3 0-4-16,-1 1 1 0,1 0-5 0,-5 2 2 15,2 0 1-15,-3 1 6 0,0 0 6 0,-2 1 5 0,0 1-7 16,-2-1-3-16,0 2-6 0,-2-1 15 0,2 3 10 16,-1 0-4-16,0 1-3 0,-1-1 2 0,-2 1-4 15,2 1-6-15,-2 1 11 0,3 0 9 16,-1 0 8-16,-1 1-4 0,1 1-7 0,2 1-1 0,-2-1 4 15,2 3 1-15,0-1-6 0,1-1-10 0,0 3-1 16,2 0-7-16,0 0 22 0,1 1-3 16,5-1-1-16,1 0-13 0,2 1 0 0,1 0-2 15,1 0 6-15,1 2-7 0,0-1 0 0,2 3-1 0,1-4 9 16,-1 3-10-16,2-1-4 0,-1 3-4 0,3-2-2 16,-1 2-2-16,0 0 10 0,1 1 6 0,1 2-9 15,-3-1-5-15,4 2-3 0,-2 1-1 0,2 0-4 16,2 2-1-16,-3 2-2 0,2 1 2 0,-2 2-3 15,4-1-1-15,1 4 1 0,-1-2 0 0,2-3 2 16,2 2-2-16,0 0 12 0,4 0-5 0,-1 1 1 16,3 0 3-16,2-2-6 0,0 1 11 0,5 0-12 15,-1 2 10-15,4 0 0 0,4 1 14 0,0-2-10 16,7 4 10-16,2-2-20 0,1 0 18 0,3-2-10 16,5 2 31-16,4-2-35 0,2-2 45 0,9 5-38 15,3-3 21-15,4-3-33 0,1 1 27 0,0-4-38 16,2-1 43-16,2-4-40 0,-5-1 43 0,1-4-45 15,-3-1 38-15,7-2-42 0,-3-3 39 0,4-1-50 16,-1-2 46-16,1-2-45 0,0-1 40 0,0-4-45 16,8 0 44-16,-12-1-39 0,11-2 39 0,-14 0-44 0,8-5 0 15,-12 4 6-15,1-4 1 0,-5 0 4 0,-2-1 1 16,-2-2 2-16,0-3 9 0,-3 1-2 16,-5-4 3-16,-1 0 2 0,-2-1 1 0,-3-2 3 0,-3-1 49 15,-2-3-59-15,-2-1 44 0,-4 0-50 16,-3-3 40-16,-1-1-50 0,-5 4 49 0,-2-1-50 15,-3 0 45-15,-1-2-53 0,-4-1 82 0,-1 1-58 0,-4-5 0 16,-4 3 1-16,-1 0 1 0,-4 4-2 0,-5 0-4 16,-1 3 1-16,-5 1 39 0,-3 4-50 0,-2 2 44 15,-1 1-51-15,-3 3 41 0,-3 3-56 0,-2 1 36 16,2 3-70-16,-1 4 3 0,7 1-61 0,-2 3-39 16,9 3-90-16,0 1-106 0,2 2-51 0,3 7-121 15,0-1-159-15,6 3-351 0,-1 1-659 0</inkml:trace>
  <inkml:trace contextRef="#ctx0" brushRef="#br0" timeOffset="12187.37">20046 6638 1045 0,'0'0'696'0,"-23"1"-142"0,12 0-127 0,-2 1-79 0,0 3-54 15,3 2-36-15,-3 0-22 0,4-1-29 0,1 3-3 0,1-1 12 0,3 0-29 16,0 0-2-16,4-1-10 0,0 2-12 16,4-1 0-16,0 0 5 0,2 0 0 0,5 1 3 0,0-2 35 15,3-3-25-15,3-1 4 0,1 0-4 0,3-6-20 16,1-1-25-16,8-2 11 0,0-7-39 0,5-2 21 15,2-3-58-15,1-3 15 0,-1-2-44 16,10-6 15-16,-1-3-14 0,3-6-15 0,-2 0-26 16,4-3-42-16,-1-3-35 0,5-2-62 0,-1-1-127 0,1-1-45 15,2 1-98-15,-6 0-189 0,2 0-144 0,-5 2-862 16,-3 4-1255-16</inkml:trace>
  <inkml:trace contextRef="#ctx0" brushRef="#br0" timeOffset="14510.23">22501 6548 113 0,'0'0'467'0,"0"0"-131"0,0 0-58 16,0 0-54-16,0-6-29 0,0 6 10 0,0 0-30 0,0 0 26 0,0 0-18 0,0 0 0 0,-5 6-9 16,5-6 4-16,-2 7-24 0,2-7 13 0,-3 9-14 15,3-9-2-15,0 10-1 0,0-10 3 0,-1 10 11 0,1-10-7 16,1 12 8-16,-1-12-18 0,0 11-18 16,0-11-10-16,4 11-13 0,-4-11 10 0,4 11-5 15,-2-5-10-15,1-1 7 0,-1 2-14 0,2-3 10 16,0 4-10-16,3-4 3 0,-1 2-7 0,0-2 2 0,3 2 0 15,0-1-5-15,4-3 10 0,-2 3 2 16,7-4-15-16,0 1-13 0,4-2-13 0,3-3 2 16,7-3-11-16,3-1-5 0,5-4-6 0,3-3-5 0,-1-3-4 15,3 0-2-15,7-5 43 0,2-3-41 16,-2-2 28-16,2-2-45 0,0-3 30 0,1 0-46 16,0-4-1-16,-2-2 3 0,2 1-13 0,-2 0-7 0,-3 0 0 15,1-1-51-15,-3 3 15 0,0 2-13 16,-4 2-35-16,-9 5-44 0,-2 1-48 0,-4 3-47 15,-4 3-80-15,-5 2-82 0,-5 3-40 0,-2 4-64 16,-5-1-103-16,-2 5-527 0,-3 0-754 0</inkml:trace>
  <inkml:trace contextRef="#ctx0" brushRef="#br0" timeOffset="17369.93">24427 6501 308 0,'0'0'459'0,"0"0"-97"0,0 0-98 0,0 0-59 0,0 0-39 0,0 0-31 0,0 0-17 0,8 2 14 0,-8-2-32 0,0 0 23 0,0 0-33 0,0 0 25 0,0 0-24 0,4 6 27 16,-4-6-24-16,2 7 14 0,-2-7-26 0,0 10 25 16,0-10-22-16,2 10 7 0,-1-2-24 0,-1 0 13 15,1 0-9-15,0-2-6 0,1 2-13 0,-2-1-1 16,2 1 4-16,-2 0 10 0,2-1-6 0,-1-1 2 16,0 1 1-16,-1-7 4 0,4 11 23 0,-4-11 29 0,1 11 30 15,-1-11 21-15,4 6-2 0,-4-6-24 16,0 0-21-16,19-5-27 0,-8-1-16 0,5-5-14 15,1-3-10-15,3-3-15 0,4-2-6 16,4-4-3-16,2-2-9 0,-1-2-4 0,3 0-5 0,0-2-1 16,3 1-5-16,-1 0 10 0,6-5-4 0,2 1 2 15,0-3-6-15,-1 4-6 0,2 1 3 0,1-2-5 16,-8 7 2-16,0-1-4 0,1 1-3 0,-4 3-8 16,1 0-3-16,-6 2-24 0,-3 5-14 0,-5 0-16 15,-2 5-46-15,-5 0-55 0,0 2-68 0,-3-1-73 0,-4 3-19 16,-2 0-53-16,-4 6-35 0,-1-7-20 0,1 7-65 15,-12-4-306-15,-2 2-341 0</inkml:trace>
  <inkml:trace contextRef="#ctx0" brushRef="#br0" timeOffset="22119.16">26876 6054 301 0,'-11'-6'486'0,"11"6"-134"0,-11-2-64 0,11 2-65 0,-11-2-2 0,11 2-43 0,-13 3 17 0,13-3-38 16,-13 6 2-16,4-2-45 0,3 0-1 0,-1 2-21 16,2 0 17-16,0-1-8 0,1 3 9 15,-1-2 13-15,4 0 13 0,0 2 6 0,3 0 0 16,1 0 3-16,2 0-6 0,3 0-10 0,2 1-3 0,4-2 1 15,1 0-10-15,4 0 0 0,4-2-9 16,2-3 2-16,2 1-17 0,3-3 19 0,3-4-35 16,3-1-14-16,8-4-12 0,-3-2-8 0,3-4-11 0,-2-2-5 15,4-2-3-15,4-3 15 0,1-4-32 0,-1-2 22 16,-1 1-5-16,-1-2-8 0,-3 1-8 0,-6 1-5 16,-1 4-21-16,-3-4-15 0,1 1-42 0,-2 2-29 15,-2-1-32-15,-3 4-42 0,-2 1-67 0,-4 3-48 16,-1 0-46-16,-5 6-43 0,1 0-50 0,-1 2-48 15,-2-1-399-15,1 3-434 0</inkml:trace>
  <inkml:trace contextRef="#ctx0" brushRef="#br0" timeOffset="22869.33">28527 6072 171 0,'0'0'404'0,"3"-9"-98"0,-3 9-67 0,2-6-33 0,-2 6-59 0,0 0 11 0,-1-7-11 0,1 7 0 0,0 0-14 16,0 0 15-16,0 0-50 0,-10 4 9 0,10-4-16 16,-5 7 26-16,5-7-30 0,-4 11 34 0,4-11-13 15,-3 12 15-15,3-12 32 0,0 11 18 0,3-5 13 16,-1 2 18-16,2-3 2 0,4 0-4 0,1 1-13 15,2-1-18-15,2-3-21 0,6 1 7 0,0-2-12 16,3-2 26-16,6-2-58 0,4-1 2 0,0-4 0 16,3-1-13-16,8-4-10 0,-2 1-18 0,2-4 35 15,2-1-52-15,-1-2 35 0,8-6-18 0,0 0-16 16,-2-2-2-16,3 1-8 0,-2-1-16 0,-1-2-2 16,-2 2-12-16,1-1-13 0,-8 5-10 0,-2 2-25 15,0 1-38-15,-1 0-38 0,-2 4-73 0,-2 0-86 16,-4 4-104-16,-2 4-92 0,-5 2-48 0,-4 1-80 15,1 5-599-15,-3 0-799 0</inkml:trace>
  <inkml:trace contextRef="#ctx0" brushRef="#br0" timeOffset="35746.01">33189 6785 122 0,'0'0'307'0,"-9"-1"-68"0,9 1-71 0,0 0-10 0,-11-3-39 0,11 3 17 0,0 0-24 0,-9-3 12 0,9 3-29 0,0 0 0 0,0 0-35 15,0 0 0-15,-10-3-25 0,10 3 0 0,0 0-24 16,0 0-34-16,0 0-111 0,-16 0-100 0,16 0-234 15,-21-2 52-15</inkml:trace>
  <inkml:trace contextRef="#ctx0" brushRef="#br0" timeOffset="35902.93">32636 6856 31 0,'-17'1'618'0,"4"2"-185"16,1-3-112-16,1 1-105 0,11-1-105 0,-20 0-105 16,20 0-123-16,-19 4-390 0,6-6-4 0</inkml:trace>
  <inkml:trace contextRef="#ctx0" brushRef="#br0" timeOffset="38188.9">18991 8730 592 0,'-12'3'580'0,"12"-3"-168"0,-8 3-63 0,8-3-89 0,-1 7-36 0,1-7-74 0,0 13 1 0,4-6-24 0,0 1 2 0,0 0-2 15,3 3 24-15,-2-1 0 0,3 2-9 0,1-3-9 16,1 2 3-16,-1 0 10 0,2 0 8 0,4-1-4 16,2 0-3-16,0 1-10 0,5-5-9 0,0 2 2 15,2-3-23-15,4-2-5 0,0-1 0 0,-1-1 1 16,4-2-6-16,5-4-3 0,5-3 8 0,2-5-24 15,2-2 8-15,8-11-10 0,3-6-3 0,5-3 0 16,1-10-13-16,18-13-15 0,3-5 35 0,5-9-27 16,6-8 23-16,9-8-47 0,37-30-21 0,8-2-36 15,8-4-72-15,10-1-48 0,13-1-97 0,9-2-143 16,7 1-127-16,4 4-177 0,3 6-618 0,2 9-913 16</inkml:trace>
  <inkml:trace contextRef="#ctx0" brushRef="#br0" timeOffset="39869.23">17520 12287 42 0,'2'8'659'0,"-2"-8"-171"0,1 11-106 0,-1-11-77 0,3 9-82 0,-3-9-21 0,1 7-48 0,-1-7-28 16,0 0-25-16,3 11-12 0,-3-11-13 0,0 0-22 16,1 7-1-16,-1-7-10 0,0 0-11 0,0 0-6 15,2 7-5-15,-2-7-13 0,0 0-29 0,0 9-60 16,0-9-89-16,-2 8-111 0,2-8-520 0,-2 11-328 0</inkml:trace>
  <inkml:trace contextRef="#ctx0" brushRef="#br0" timeOffset="55317.69">19678 15783 171 0,'-18'3'598'0,"7"-1"-149"0,2 1-111 0,9-3-63 0,-14 3-58 0,14-3-43 0,-5 8-36 0,9-2-32 0,2-2-19 0,11 3-18 15,5 0-13-15,12 0-7 0,12 2 2 0,7-3 0 16,19 0 13-16,9-2 26 0,7-1 13 16,10-2 15-16,8-1 35 0,30-1 36 0,0-2 5 0,6-1-8 15,-1-2-28-15,3 1-17 0,2-1-4 0,-2-1-13 16,-3-1-14-16,-2-3-1 0,-6-1-1 0,0-3-17 15,1-3-10-15,-9 0-15 0,-2-3-9 0,-4-2 18 16,-9-2-21-16,-22 1-11 0,-2 0-21 0,-8 1 8 16,-4 1-23-16,-10 1 19 0,-7 2-30 0,-16 3-14 15,-4 2-60-15,-10 3-99 0,-8 0-118 0,-6 1-78 16,-8 3-14-16,-5 7-55 0,-6-11-54 0,-6 7-473 16,-8 3-556-16</inkml:trace>
  <inkml:trace contextRef="#ctx0" brushRef="#br0" timeOffset="55638.15">19843 16179 476 0,'-37'2'692'16,"10"1"-161"-16,3 0-111 0,5 2-95 0,2 0-70 15,2 0-56-15,1 4-40 0,3 1-27 0,5-2-30 16,5 1-19-16,2 2-16 0,8-2-15 0,9 0-3 15,5 0 33-15,13-4 14 0,12 3 24 0,11-5 9 0,20-2 21 16,6-1-6-16,12-3 22 0,6-2-16 16,26-1 2-16,4-2-17 0,3-1 3 0,-1-1-33 15,2-4 16-15,0-1-7 0,2-2-49 0,-5-2 49 16,-1-1-57-16,-5-4 10 0,1 2-1 0,-6-2-13 0,-7-1 40 16,-5 0-57-16,-21 4 41 0,-5 0-14 0,-8 2-11 15,-4 0-11-15,-9 1-1 0,-16 4-15 0,-4 3-25 16,-11 1-22-16,-2 1-84 0,-10 2-108 0,0-4-131 15,-8 4-93-15,-1-3-19 0,-8 2-45 0,-3 2-56 16,-2 1-82-16,-8-1-274 0,-2-1-482 0</inkml:trace>
  <inkml:trace contextRef="#ctx0" brushRef="#br0" timeOffset="63433.05">18837 15481 196 0,'0'0'649'0,"-14"2"-154"0,14-2-83 0,-14 3-54 0,8 2-55 0,-2 2-49 0,2 4-28 0,-1 2-42 0,3 1-24 0,2 2-22 16,1 0-5-16,2 3 0 0,0 0-21 15,4-2 12-15,2 1 9 0,2-1 12 0,2-2 5 16,6-1-6-16,1-3-11 0,3-1 7 0,4-4-13 16,2-2-22-16,3-4-14 0,6-6-7 0,10-2 5 15,-2-6-11-15,9-8-31 0,1-5 28 0,1-5-44 16,-3-4-9-16,3-4 2 0,3-2-8 0,-1-6 1 15,12-13-7-15,0-3 3 0,-1-5 28 0,0-1-35 0,-2-7 26 16,-1-2-42-16,2-3-18 0,-3 2-20 0,0-2-24 16,-2-1-37-16,1-1-27 0,-2 1-48 0,-2 1-47 15,-3 4-47-15,-1 5-7 0,-13 14-56 0,0 6-51 16,-7 6-73-16,-6 4-490 0,-4 11-540 0</inkml:trace>
  <inkml:trace contextRef="#ctx0" brushRef="#br0" timeOffset="64700.36">22725 9379 738 0,'1'-5'602'0,"-7"-3"-164"0,-2 2-94 0,-1 0-103 0,0 2-122 0,-2 0-61 0,-3 2-45 0,1 1-43 16,-2 2-34-16,0 2-63 0,0 1-83 0,0 1-101 0,0-2-254 16,3 3-80-16</inkml:trace>
  <inkml:trace contextRef="#ctx0" brushRef="#br0" timeOffset="65770.05">23453 8504 212 0,'0'0'596'0,"-7"3"-205"0,7-3-106 0,0 0-128 0,-8 3-72 0,8-3-52 0,0 0-72 0,0 0-12 0,-10 2-23 0,10-2-31 0,0 0-65 16,0 0-249-16,0 0 119 0</inkml:trace>
  <inkml:trace contextRef="#ctx0" brushRef="#br0" timeOffset="66033.87">23845 7893 82 0,'0'0'579'0,"-6"-8"-163"0,6 8-133 16,-3-6-113-16,3 6-71 0,-4-4-30 0,4 4-14 15,0 0-10-15,0 0-16 0,0 0-25 0,0 0-8 16,0 0-31-16,-2 7-34 0,2-7-40 16,2 11-65-16,-2-11-280 0,0 13 69 0</inkml:trace>
  <inkml:trace contextRef="#ctx0" brushRef="#br0" timeOffset="68768.31">20718 15944 867 0,'-6'-3'777'0,"-3"-2"-172"0,0-1-150 0,-1 0-99 0,-1 3-123 0,2-2-125 0,-2 1-85 0,2-2-69 0,2 5-50 0,7 1-12 15,-11-6-55-15,11 6-28 0,-5-6-42 0,5 6-68 16,0 0-112-16,2-6-174 0,-2 6-98 0</inkml:trace>
  <inkml:trace contextRef="#ctx0" brushRef="#br0" timeOffset="68966.84">20937 16079 734 0,'-3'-6'735'0,"2"-1"-175"0,-1-3-123 0,-1 6-123 0,-2-1-150 16,5 5-109-16,-4-11-112 0,4 11-62 0,-2-9-75 16,2 9-44-16,-2-9-54 0,2 9-95 0,4-4-148 15,-4 4-41-15</inkml:trace>
  <inkml:trace contextRef="#ctx0" brushRef="#br0" timeOffset="73483.53">2689 6239 313 0,'-3'-11'249'0,"3"11"-59"0,-4-12-19 0,4 5-39 0,-1-1-4 0,-2-1-32 0,2 1-7 0,0-2-32 15,1 1 8-15,-3-1-1 0,3-1-3 0,-1 2 11 16,-2-1-26-16,3 1 12 0,-4-1-28 0,1 1 4 0,0-2-15 15,-2 3 12-15,1-3-24 0,-1 3 14 0,-3-4-18 16,1 1 26-16,-4-1-13 0,1 2 19 16,-4-4-14-16,0 0 36 0,-2 1-17 0,-4-4 34 0,0 0-11 15,-2 1-10-15,3 0-4 0,-4-1 11 0,0-1-3 16,0 0-9-16,1 0-3 0,-2-1-9 0,0 3 0 16,-2-1-5-16,-2-3 3 0,4 3-7 0,-3 0-7 15,-4-2 3-15,4 6 8 0,-1-1 1 0,0-1-3 16,0 3-3-16,-1 0-1 0,1 1 0 0,-2 3-2 15,2-1-1-15,5 3-1 0,-4 1-3 0,3-1-4 16,0 3 0-16,-2-1-2 0,3 2-9 0,1 1 4 0,1 1-2 16,0-1 2-16,-1 2 0 0,3-1 2 15,0 1 6-15,-1 0-13 0,-1 2 5 0,3-1 3 0,-1 0 1 16,0 3 33-16,1 0-28 0,0-3 36 0,0 2-36 16,0 1 36-16,0 1-43 0,1-1 35 0,-1-1-39 15,1 3 34-15,-3-1-41 0,0 0 37 0,0 3-36 16,1-2 43-16,1 3-27 0,-1-4 52 0,0 6-35 15,-1-4 35-15,1 4-37 0,1-1 30 0,-1 1-42 16,0 1 34-16,0 3-38 0,-2-1 27 0,2 3-32 16,1-1 25-16,1 2-35 0,0 1 4 0,-1 0 2 0,1 4 7 15,2 1-2-15,-2 4-2 0,1 5-3 0,-2 2 7 16,3 4 14-16,-2 4-32 0,0 12 30 0,-2 2-32 16,5 2 34-16,-1 2-19 0,1 2 29 0,1 3 18 15,3 0 10-15,-1 4 2 0,5 1 4 0,-3 0 3 16,4 3 15-16,0-1-15 0,1-2-10 0,3 0 2 15,-1 0 18-15,1-3-19 0,4 3 12 0,-2-2-19 16,3 2 14-16,0 2-21 0,1-1 49 0,0 0-33 0,3 2 5 16,-2 0-14-16,3 1 26 0,0-1-39 15,2 3 11-15,1-1-10 0,1 0 42 0,-2 0-43 0,3 1 21 16,3-2-25-16,1 0 25 0,-2-1-32 0,5-2 32 16,-2 0-31-16,4 0 2 0,1 0-10 0,2-4-8 15,1 1 1-15,1-1 20 0,-3-1-30 0,5-3 18 16,-2 2-22-16,3-4 3 0,-2-1-1 0,3-1 0 15,-1-3 17-15,1-3-41 0,0 0 46 0,1-3-41 16,0 0 42-16,1-2-48 0,0 0 45 0,0-4-4 0,2 1-6 16,1-1 7-16,0-2-14 0,3 0 13 0,-2-1-1 15,3-2-6-15,1-2 7 0,-1 1-11 0,1-2-40 16,3 0 45-16,-2-2-31 0,2-2 36 0,-4-1-43 16,-4-7 9-16,0 0 5 0,-1-1 0 0,2-1-25 0,-2-2 35 15,0-2-29-15,-3 1 36 0,2-2-31 16,-2-2 36-16,0 0-33 0,-5-4 33 0,2 0-4 15,-1-1-2-15,2 0-2 0,-2-3-2 0,2-1 1 16,-1 0 10-16,1 0-15 0,-3-4 1 0,0-2-28 16,2 1 32-16,-2-1-28 0,1-2 31 0,-1-2-28 0,1-1 33 15,5-1-31-15,-2 0-4 0,-2-5 37 16,1 1-32-16,1-3 32 0,4-3-35 0,-2-2 33 0,1-4-32 16,-2 0 33-16,0-4-3 0,1-2-3 0,-1-4 0 15,2-7 0-15,0-3-5 0,0-3 3 0,-5-2-5 16,0-1 0-16,-2-4-31 0,-3 2 38 15,0-3-29-15,-2 0 4 0,-3-2 33 0,-1-2-8 0,-1-1-2 16,-1-4-3-16,-5-2-2 0,0-1 1 0,1-5-1 16,-3-1-1-16,-1 1-2 0,0-4-25 0,-3-3 32 15,1 0-1-15,-1-3-5 0,-3-1 1 0,2-4-6 16,-3 2 3-16,-1-2 1 0,1 0 1 0,-5-4-21 16,2 2 26-16,-4-5-1 0,-1-1-5 0,-3-3 36 15,-3-15-46-15,-6 0 7 0,-1 1 1 0,-3 0-23 16,-3-1 27-16,-1-1 41 0,-5-3-55 0,1 0 39 15,-1 1-42-15,-2 1 0 0,-2 4-16 0,1-2 19 16,-2 0 39-16,-1 5-57 0,0 1 42 0,-1 6-53 16,-3 3 51-16,-3 3-48 0,-2 7 3 0,-2 4 51 15,-3 5-3-15,5 16-1 0,-5 4-1 0,-2 5-3 16,-5 2 0-16,-2 3-4 0,-2 4 4 0,-3 4 14 16,-3 4-13-16,2 3 12 0,-2 2-31 0,-3 3 25 15,0 2-23-15,2 3 20 0,-1 0-25 0,1 4 25 0,0-1-31 16,2 3 30-16,3 3-29 0,9 3 23 0,3-1-25 15,1 1 12-15,1 2-1 0,3 2 0 0,7 1-6 16,-1 2-5-16,3 1 1 0,1 4-1 0,-8 3 2 16,2 5-6-16,-2 4 1 0,-9 11-6 0,-1 7 0 15,-1 6 6-15,-1 11-25 0,-11 18 19 0,-4 7-58 16,1 8-11-16,-4 7-33 0,1 2-3 0,2 0-54 0,1 1 9 16,5-2-36-16,4 0 3 0,5-4-45 15,5-6 15-15,13-14-63 0,5-4-22 0,2-2 2 0,6-2-89 16,4-3-104-16,8-13-234 0,2-3-263 0</inkml:trace>
  <inkml:trace contextRef="#ctx0" brushRef="#br0" timeOffset="75267">3428 10474 437 0,'-20'-5'453'0,"-1"2"-85"0,1 0-76 0,2 1-57 0,2-1-20 0,-1 2-36 0,2 1-29 16,0 1-38-16,2 2 0 0,0 2-7 0,0 4-21 0,4 3 17 15,-1 4-12-15,2 5 9 0,2 6-6 0,2 6-8 16,3 5-20-16,2 10-5 0,4 2-11 16,3 4-2-16,3 11 9 0,2 2-4 0,5 1-1 0,2 1-7 15,2 2 4-15,5-3-19 0,1 4 5 0,3 2-11 16,2-2 0-16,11 11 11 0,1-2 5 0,4-2 9 16,-7-16 0-16,12 10 16 0,1-1 10 0,1-1 14 15,4-3-9-15,1-2-17 0,2-1-7 0,6 0-18 16,0-1 13-16,5-2 7 0,3 1 1 0,1-4-1 15,1 0-3-15,5-1-6 0,1-1 13 0,2-3-2 16,2 0-6-16,4 1 33 0,6-1-23 16,3-1-1-16,1 0-2 0,4-2-5 0,1 0-9 0,6 0 8 15,1-2-2-15,5-1-11 0,2-2-4 0,2-2-9 16,1-1-3-16,-1-5-4 0,5 1 12 16,0-3-7-16,1-1-3 0,2-3-3 0,-1 0-1 0,-2-3-5 15,3 0-4-15,0-1 5 0,2-1 2 0,0-1-6 16,0-1-4-16,2-1-3 0,-2-4 2 0,4 2 3 15,0-3 1-15,4-1-8 0,0-1-1 0,0-3 5 16,1 1 0-16,3-5-4 0,3 2-1 0,1-4 5 16,-1-2 1-16,3-1-1 0,0-2-3 0,4 0 0 15,0-2 1-15,1-1 1 0,-1-1-8 0,0-2 16 16,1 1-5-16,2-1 0 0,-2 0 1 0,-1-1-12 0,0 1 15 16,-2-1-4-16,1 1 1 0,-2 0-8 0,-3-1 10 15,0 1-9-15,-4 0 10 0,1 0-11 0,0 2 11 16,-3 0 3-16,-1 1-6 0,-5 0-8 15,0-2 4-15,-3 1 3 0,2 1 1 0,-2-1 16 0,0 1 1 16,-1 0-8-16,-23-3-5 0,22 1 24 0,-2 1-4 16,1-2 22-16,2 2 16 0,-22-1-5 15,1 1-4-15,18-2-30 0,-20 2 25 0,20-1-37 16,-18 0 22-16,17 0 0 0,-21 1-9 0,2-2-25 16,-1 1 33-16,-4 0-33 0,1-1 32 0,-2 1-33 0,3-2 28 15,-2 1-34-15,-3-2 25 0,2 1-32 0,-3 0 30 16,-5-2-32-16,2 1 33 0,-3-1-34 0,2-1 30 15,-2 0-27-15,0 1 25 0,-2-1-30 0,0-2 30 16,-4 2-28-16,-3-2 31 0,-5 2-30 0,0-1 28 16,-3 2-31-16,-5-2 34 0,-2 1-34 0,-12 2 27 15,-4 1-30-15,-2 1 31 0,-6 1-30 0,-7-1 25 16,-3 1-32-16,-7 1 32 0,-1 0-30 0,-5-1 30 16,-1 2-28-16,-6-1 28 0,1 1-23 0,-2 0 25 15,1-1-32-15,-4 1 24 0,1 0-37 0,-2-1 14 0,1 1-53 16,-1-2-11-16,0 1-60 0,-2-1-38 15,0 1-36-15,-1-4-97 0,-3 3-103 0,0-4-75 16,-1 0-63-16,-3-3-104 0,-2-1-444 0,-1-1-719 16</inkml:trace>
  <inkml:trace contextRef="#ctx0" brushRef="#br0" timeOffset="75482.91">17931 13295 417 0,'0'0'668'0,"0"0"-165"0,15 3-70 0,-2 2-57 0,6 6-46 0,7 2-23 0,5 6-33 0,3 4-1 0,7 9 21 16,0 4 31-16,1 4-47 0,-5 5-48 0,-1 6-39 0,-5 7-22 15,-4 7-18-15,-6 5-20 0,-8 8 6 0,-8 5-12 16,-7 4 0-16,-14 20-20 0,-11 6-1 0,-12 2-23 16,-15 5-32-16,-12 1-60 0,-15 3-69 0,-36 26-40 15,-14 4-159-15,-21 2-207 0,-13 0-176 0,-19 0-749 16,-19 1-1015-16</inkml:trace>
</inkml:ink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8" y="0"/>
            <a:ext cx="12170722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1"/>
            <a:ext cx="9143999" cy="68580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14599" y="2552700"/>
            <a:ext cx="9677400" cy="17907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-1"/>
            <a:ext cx="10744199" cy="68580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24875" y="895350"/>
            <a:ext cx="3095625" cy="108585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81800" y="4800601"/>
            <a:ext cx="5124450" cy="1904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20309" y="2873374"/>
            <a:ext cx="4752340" cy="1071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2975" y="2234057"/>
            <a:ext cx="2686050" cy="27051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819900"/>
            <a:ext cx="12191999" cy="380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52975" y="2234057"/>
            <a:ext cx="2686050" cy="27051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819900"/>
            <a:ext cx="12191999" cy="3809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61925"/>
            <a:ext cx="10667999" cy="762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90169"/>
            <a:ext cx="8778621" cy="7622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3857" y="1692973"/>
            <a:ext cx="4952365" cy="3691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customXml" Target="../ink/ink2.xm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customXml" Target="../ink/ink3.xml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customXml" Target="../ink/ink6.xml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10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9.jp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customXml" Target="../ink/ink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6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.xml"/><Relationship Id="rId5" Type="http://schemas.openxmlformats.org/officeDocument/2006/relationships/image" Target="../media/image65.png"/><Relationship Id="rId4" Type="http://schemas.openxmlformats.org/officeDocument/2006/relationships/customXml" Target="../ink/ink2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customXml" Target="../ink/ink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7.png"/><Relationship Id="rId4" Type="http://schemas.openxmlformats.org/officeDocument/2006/relationships/customXml" Target="../ink/ink3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.xml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.xml"/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4.png"/><Relationship Id="rId4" Type="http://schemas.openxmlformats.org/officeDocument/2006/relationships/customXml" Target="../ink/ink4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customXml" Target="../ink/ink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1.png"/><Relationship Id="rId21" Type="http://schemas.openxmlformats.org/officeDocument/2006/relationships/image" Target="../media/image115.png"/><Relationship Id="rId42" Type="http://schemas.openxmlformats.org/officeDocument/2006/relationships/image" Target="../media/image136.png"/><Relationship Id="rId63" Type="http://schemas.openxmlformats.org/officeDocument/2006/relationships/image" Target="../media/image157.png"/><Relationship Id="rId84" Type="http://schemas.openxmlformats.org/officeDocument/2006/relationships/image" Target="../media/image178.png"/><Relationship Id="rId138" Type="http://schemas.openxmlformats.org/officeDocument/2006/relationships/image" Target="../media/image232.png"/><Relationship Id="rId107" Type="http://schemas.openxmlformats.org/officeDocument/2006/relationships/image" Target="../media/image201.png"/><Relationship Id="rId11" Type="http://schemas.openxmlformats.org/officeDocument/2006/relationships/image" Target="../media/image105.png"/><Relationship Id="rId32" Type="http://schemas.openxmlformats.org/officeDocument/2006/relationships/image" Target="../media/image126.png"/><Relationship Id="rId53" Type="http://schemas.openxmlformats.org/officeDocument/2006/relationships/image" Target="../media/image147.png"/><Relationship Id="rId74" Type="http://schemas.openxmlformats.org/officeDocument/2006/relationships/image" Target="../media/image168.png"/><Relationship Id="rId128" Type="http://schemas.openxmlformats.org/officeDocument/2006/relationships/image" Target="../media/image222.png"/><Relationship Id="rId149" Type="http://schemas.openxmlformats.org/officeDocument/2006/relationships/image" Target="../media/image243.png"/><Relationship Id="rId5" Type="http://schemas.openxmlformats.org/officeDocument/2006/relationships/image" Target="../media/image99.png"/><Relationship Id="rId95" Type="http://schemas.openxmlformats.org/officeDocument/2006/relationships/image" Target="../media/image189.png"/><Relationship Id="rId22" Type="http://schemas.openxmlformats.org/officeDocument/2006/relationships/image" Target="../media/image116.png"/><Relationship Id="rId27" Type="http://schemas.openxmlformats.org/officeDocument/2006/relationships/image" Target="../media/image121.png"/><Relationship Id="rId43" Type="http://schemas.openxmlformats.org/officeDocument/2006/relationships/image" Target="../media/image137.png"/><Relationship Id="rId48" Type="http://schemas.openxmlformats.org/officeDocument/2006/relationships/image" Target="../media/image142.png"/><Relationship Id="rId64" Type="http://schemas.openxmlformats.org/officeDocument/2006/relationships/image" Target="../media/image158.png"/><Relationship Id="rId69" Type="http://schemas.openxmlformats.org/officeDocument/2006/relationships/image" Target="../media/image163.png"/><Relationship Id="rId113" Type="http://schemas.openxmlformats.org/officeDocument/2006/relationships/image" Target="../media/image207.png"/><Relationship Id="rId118" Type="http://schemas.openxmlformats.org/officeDocument/2006/relationships/image" Target="../media/image212.png"/><Relationship Id="rId134" Type="http://schemas.openxmlformats.org/officeDocument/2006/relationships/image" Target="../media/image228.png"/><Relationship Id="rId139" Type="http://schemas.openxmlformats.org/officeDocument/2006/relationships/image" Target="../media/image233.png"/><Relationship Id="rId80" Type="http://schemas.openxmlformats.org/officeDocument/2006/relationships/image" Target="../media/image174.png"/><Relationship Id="rId85" Type="http://schemas.openxmlformats.org/officeDocument/2006/relationships/image" Target="../media/image179.png"/><Relationship Id="rId150" Type="http://schemas.openxmlformats.org/officeDocument/2006/relationships/image" Target="../media/image244.png"/><Relationship Id="rId12" Type="http://schemas.openxmlformats.org/officeDocument/2006/relationships/image" Target="../media/image106.png"/><Relationship Id="rId17" Type="http://schemas.openxmlformats.org/officeDocument/2006/relationships/image" Target="../media/image111.png"/><Relationship Id="rId33" Type="http://schemas.openxmlformats.org/officeDocument/2006/relationships/image" Target="../media/image127.png"/><Relationship Id="rId38" Type="http://schemas.openxmlformats.org/officeDocument/2006/relationships/image" Target="../media/image132.png"/><Relationship Id="rId59" Type="http://schemas.openxmlformats.org/officeDocument/2006/relationships/image" Target="../media/image153.png"/><Relationship Id="rId103" Type="http://schemas.openxmlformats.org/officeDocument/2006/relationships/image" Target="../media/image197.png"/><Relationship Id="rId108" Type="http://schemas.openxmlformats.org/officeDocument/2006/relationships/image" Target="../media/image202.png"/><Relationship Id="rId124" Type="http://schemas.openxmlformats.org/officeDocument/2006/relationships/image" Target="../media/image218.png"/><Relationship Id="rId129" Type="http://schemas.openxmlformats.org/officeDocument/2006/relationships/image" Target="../media/image223.png"/><Relationship Id="rId54" Type="http://schemas.openxmlformats.org/officeDocument/2006/relationships/image" Target="../media/image148.png"/><Relationship Id="rId70" Type="http://schemas.openxmlformats.org/officeDocument/2006/relationships/image" Target="../media/image164.png"/><Relationship Id="rId75" Type="http://schemas.openxmlformats.org/officeDocument/2006/relationships/image" Target="../media/image169.png"/><Relationship Id="rId91" Type="http://schemas.openxmlformats.org/officeDocument/2006/relationships/image" Target="../media/image185.png"/><Relationship Id="rId96" Type="http://schemas.openxmlformats.org/officeDocument/2006/relationships/image" Target="../media/image190.png"/><Relationship Id="rId140" Type="http://schemas.openxmlformats.org/officeDocument/2006/relationships/image" Target="../media/image234.png"/><Relationship Id="rId145" Type="http://schemas.openxmlformats.org/officeDocument/2006/relationships/image" Target="../media/image2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23" Type="http://schemas.openxmlformats.org/officeDocument/2006/relationships/image" Target="../media/image117.png"/><Relationship Id="rId28" Type="http://schemas.openxmlformats.org/officeDocument/2006/relationships/image" Target="../media/image122.png"/><Relationship Id="rId49" Type="http://schemas.openxmlformats.org/officeDocument/2006/relationships/image" Target="../media/image143.png"/><Relationship Id="rId114" Type="http://schemas.openxmlformats.org/officeDocument/2006/relationships/image" Target="../media/image208.png"/><Relationship Id="rId119" Type="http://schemas.openxmlformats.org/officeDocument/2006/relationships/image" Target="../media/image213.png"/><Relationship Id="rId44" Type="http://schemas.openxmlformats.org/officeDocument/2006/relationships/image" Target="../media/image138.png"/><Relationship Id="rId60" Type="http://schemas.openxmlformats.org/officeDocument/2006/relationships/image" Target="../media/image154.png"/><Relationship Id="rId65" Type="http://schemas.openxmlformats.org/officeDocument/2006/relationships/image" Target="../media/image159.png"/><Relationship Id="rId81" Type="http://schemas.openxmlformats.org/officeDocument/2006/relationships/image" Target="../media/image175.png"/><Relationship Id="rId86" Type="http://schemas.openxmlformats.org/officeDocument/2006/relationships/image" Target="../media/image180.png"/><Relationship Id="rId130" Type="http://schemas.openxmlformats.org/officeDocument/2006/relationships/image" Target="../media/image224.png"/><Relationship Id="rId135" Type="http://schemas.openxmlformats.org/officeDocument/2006/relationships/image" Target="../media/image229.png"/><Relationship Id="rId151" Type="http://schemas.openxmlformats.org/officeDocument/2006/relationships/image" Target="../media/image245.png"/><Relationship Id="rId13" Type="http://schemas.openxmlformats.org/officeDocument/2006/relationships/image" Target="../media/image107.png"/><Relationship Id="rId18" Type="http://schemas.openxmlformats.org/officeDocument/2006/relationships/image" Target="../media/image112.png"/><Relationship Id="rId39" Type="http://schemas.openxmlformats.org/officeDocument/2006/relationships/image" Target="../media/image133.png"/><Relationship Id="rId109" Type="http://schemas.openxmlformats.org/officeDocument/2006/relationships/image" Target="../media/image203.png"/><Relationship Id="rId34" Type="http://schemas.openxmlformats.org/officeDocument/2006/relationships/image" Target="../media/image128.png"/><Relationship Id="rId50" Type="http://schemas.openxmlformats.org/officeDocument/2006/relationships/image" Target="../media/image144.png"/><Relationship Id="rId55" Type="http://schemas.openxmlformats.org/officeDocument/2006/relationships/image" Target="../media/image149.png"/><Relationship Id="rId76" Type="http://schemas.openxmlformats.org/officeDocument/2006/relationships/image" Target="../media/image170.png"/><Relationship Id="rId97" Type="http://schemas.openxmlformats.org/officeDocument/2006/relationships/image" Target="../media/image191.png"/><Relationship Id="rId104" Type="http://schemas.openxmlformats.org/officeDocument/2006/relationships/image" Target="../media/image198.png"/><Relationship Id="rId120" Type="http://schemas.openxmlformats.org/officeDocument/2006/relationships/image" Target="../media/image214.png"/><Relationship Id="rId125" Type="http://schemas.openxmlformats.org/officeDocument/2006/relationships/image" Target="../media/image219.png"/><Relationship Id="rId141" Type="http://schemas.openxmlformats.org/officeDocument/2006/relationships/image" Target="../media/image235.png"/><Relationship Id="rId146" Type="http://schemas.openxmlformats.org/officeDocument/2006/relationships/image" Target="../media/image240.png"/><Relationship Id="rId7" Type="http://schemas.openxmlformats.org/officeDocument/2006/relationships/image" Target="../media/image101.png"/><Relationship Id="rId71" Type="http://schemas.openxmlformats.org/officeDocument/2006/relationships/image" Target="../media/image165.png"/><Relationship Id="rId92" Type="http://schemas.openxmlformats.org/officeDocument/2006/relationships/image" Target="../media/image186.png"/><Relationship Id="rId2" Type="http://schemas.openxmlformats.org/officeDocument/2006/relationships/image" Target="../media/image96.png"/><Relationship Id="rId29" Type="http://schemas.openxmlformats.org/officeDocument/2006/relationships/image" Target="../media/image123.png"/><Relationship Id="rId24" Type="http://schemas.openxmlformats.org/officeDocument/2006/relationships/image" Target="../media/image118.png"/><Relationship Id="rId40" Type="http://schemas.openxmlformats.org/officeDocument/2006/relationships/image" Target="../media/image134.png"/><Relationship Id="rId45" Type="http://schemas.openxmlformats.org/officeDocument/2006/relationships/image" Target="../media/image139.png"/><Relationship Id="rId66" Type="http://schemas.openxmlformats.org/officeDocument/2006/relationships/image" Target="../media/image160.png"/><Relationship Id="rId87" Type="http://schemas.openxmlformats.org/officeDocument/2006/relationships/image" Target="../media/image181.png"/><Relationship Id="rId110" Type="http://schemas.openxmlformats.org/officeDocument/2006/relationships/image" Target="../media/image204.png"/><Relationship Id="rId115" Type="http://schemas.openxmlformats.org/officeDocument/2006/relationships/image" Target="../media/image209.png"/><Relationship Id="rId131" Type="http://schemas.openxmlformats.org/officeDocument/2006/relationships/image" Target="../media/image225.png"/><Relationship Id="rId136" Type="http://schemas.openxmlformats.org/officeDocument/2006/relationships/image" Target="../media/image230.png"/><Relationship Id="rId61" Type="http://schemas.openxmlformats.org/officeDocument/2006/relationships/image" Target="../media/image155.png"/><Relationship Id="rId82" Type="http://schemas.openxmlformats.org/officeDocument/2006/relationships/image" Target="../media/image176.png"/><Relationship Id="rId152" Type="http://schemas.openxmlformats.org/officeDocument/2006/relationships/image" Target="../media/image246.png"/><Relationship Id="rId19" Type="http://schemas.openxmlformats.org/officeDocument/2006/relationships/image" Target="../media/image113.png"/><Relationship Id="rId14" Type="http://schemas.openxmlformats.org/officeDocument/2006/relationships/image" Target="../media/image108.png"/><Relationship Id="rId30" Type="http://schemas.openxmlformats.org/officeDocument/2006/relationships/image" Target="../media/image124.png"/><Relationship Id="rId35" Type="http://schemas.openxmlformats.org/officeDocument/2006/relationships/image" Target="../media/image129.png"/><Relationship Id="rId56" Type="http://schemas.openxmlformats.org/officeDocument/2006/relationships/image" Target="../media/image150.png"/><Relationship Id="rId77" Type="http://schemas.openxmlformats.org/officeDocument/2006/relationships/image" Target="../media/image171.png"/><Relationship Id="rId100" Type="http://schemas.openxmlformats.org/officeDocument/2006/relationships/image" Target="../media/image194.png"/><Relationship Id="rId105" Type="http://schemas.openxmlformats.org/officeDocument/2006/relationships/image" Target="../media/image199.png"/><Relationship Id="rId126" Type="http://schemas.openxmlformats.org/officeDocument/2006/relationships/image" Target="../media/image220.png"/><Relationship Id="rId147" Type="http://schemas.openxmlformats.org/officeDocument/2006/relationships/image" Target="../media/image241.png"/><Relationship Id="rId8" Type="http://schemas.openxmlformats.org/officeDocument/2006/relationships/image" Target="../media/image102.png"/><Relationship Id="rId51" Type="http://schemas.openxmlformats.org/officeDocument/2006/relationships/image" Target="../media/image145.png"/><Relationship Id="rId72" Type="http://schemas.openxmlformats.org/officeDocument/2006/relationships/image" Target="../media/image166.png"/><Relationship Id="rId93" Type="http://schemas.openxmlformats.org/officeDocument/2006/relationships/image" Target="../media/image187.png"/><Relationship Id="rId98" Type="http://schemas.openxmlformats.org/officeDocument/2006/relationships/image" Target="../media/image192.png"/><Relationship Id="rId121" Type="http://schemas.openxmlformats.org/officeDocument/2006/relationships/image" Target="../media/image215.png"/><Relationship Id="rId142" Type="http://schemas.openxmlformats.org/officeDocument/2006/relationships/image" Target="../media/image236.png"/><Relationship Id="rId3" Type="http://schemas.openxmlformats.org/officeDocument/2006/relationships/image" Target="../media/image97.png"/><Relationship Id="rId25" Type="http://schemas.openxmlformats.org/officeDocument/2006/relationships/image" Target="../media/image119.png"/><Relationship Id="rId46" Type="http://schemas.openxmlformats.org/officeDocument/2006/relationships/image" Target="../media/image140.png"/><Relationship Id="rId67" Type="http://schemas.openxmlformats.org/officeDocument/2006/relationships/image" Target="../media/image161.png"/><Relationship Id="rId116" Type="http://schemas.openxmlformats.org/officeDocument/2006/relationships/image" Target="../media/image210.png"/><Relationship Id="rId137" Type="http://schemas.openxmlformats.org/officeDocument/2006/relationships/image" Target="../media/image231.png"/><Relationship Id="rId20" Type="http://schemas.openxmlformats.org/officeDocument/2006/relationships/image" Target="../media/image114.png"/><Relationship Id="rId41" Type="http://schemas.openxmlformats.org/officeDocument/2006/relationships/image" Target="../media/image135.png"/><Relationship Id="rId62" Type="http://schemas.openxmlformats.org/officeDocument/2006/relationships/image" Target="../media/image156.png"/><Relationship Id="rId83" Type="http://schemas.openxmlformats.org/officeDocument/2006/relationships/image" Target="../media/image177.png"/><Relationship Id="rId88" Type="http://schemas.openxmlformats.org/officeDocument/2006/relationships/image" Target="../media/image182.png"/><Relationship Id="rId111" Type="http://schemas.openxmlformats.org/officeDocument/2006/relationships/image" Target="../media/image205.png"/><Relationship Id="rId132" Type="http://schemas.openxmlformats.org/officeDocument/2006/relationships/image" Target="../media/image226.png"/><Relationship Id="rId153" Type="http://schemas.openxmlformats.org/officeDocument/2006/relationships/customXml" Target="../ink/ink43.xml"/><Relationship Id="rId15" Type="http://schemas.openxmlformats.org/officeDocument/2006/relationships/image" Target="../media/image109.png"/><Relationship Id="rId36" Type="http://schemas.openxmlformats.org/officeDocument/2006/relationships/image" Target="../media/image130.png"/><Relationship Id="rId57" Type="http://schemas.openxmlformats.org/officeDocument/2006/relationships/image" Target="../media/image151.png"/><Relationship Id="rId106" Type="http://schemas.openxmlformats.org/officeDocument/2006/relationships/image" Target="../media/image200.png"/><Relationship Id="rId127" Type="http://schemas.openxmlformats.org/officeDocument/2006/relationships/image" Target="../media/image221.png"/><Relationship Id="rId10" Type="http://schemas.openxmlformats.org/officeDocument/2006/relationships/image" Target="../media/image104.png"/><Relationship Id="rId31" Type="http://schemas.openxmlformats.org/officeDocument/2006/relationships/image" Target="../media/image125.png"/><Relationship Id="rId52" Type="http://schemas.openxmlformats.org/officeDocument/2006/relationships/image" Target="../media/image146.png"/><Relationship Id="rId73" Type="http://schemas.openxmlformats.org/officeDocument/2006/relationships/image" Target="../media/image167.png"/><Relationship Id="rId78" Type="http://schemas.openxmlformats.org/officeDocument/2006/relationships/image" Target="../media/image172.png"/><Relationship Id="rId94" Type="http://schemas.openxmlformats.org/officeDocument/2006/relationships/image" Target="../media/image188.png"/><Relationship Id="rId99" Type="http://schemas.openxmlformats.org/officeDocument/2006/relationships/image" Target="../media/image193.png"/><Relationship Id="rId101" Type="http://schemas.openxmlformats.org/officeDocument/2006/relationships/image" Target="../media/image195.png"/><Relationship Id="rId122" Type="http://schemas.openxmlformats.org/officeDocument/2006/relationships/image" Target="../media/image216.png"/><Relationship Id="rId143" Type="http://schemas.openxmlformats.org/officeDocument/2006/relationships/image" Target="../media/image237.png"/><Relationship Id="rId148" Type="http://schemas.openxmlformats.org/officeDocument/2006/relationships/image" Target="../media/image242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Relationship Id="rId26" Type="http://schemas.openxmlformats.org/officeDocument/2006/relationships/image" Target="../media/image120.png"/><Relationship Id="rId47" Type="http://schemas.openxmlformats.org/officeDocument/2006/relationships/image" Target="../media/image141.png"/><Relationship Id="rId68" Type="http://schemas.openxmlformats.org/officeDocument/2006/relationships/image" Target="../media/image162.png"/><Relationship Id="rId89" Type="http://schemas.openxmlformats.org/officeDocument/2006/relationships/image" Target="../media/image183.png"/><Relationship Id="rId112" Type="http://schemas.openxmlformats.org/officeDocument/2006/relationships/image" Target="../media/image206.png"/><Relationship Id="rId133" Type="http://schemas.openxmlformats.org/officeDocument/2006/relationships/image" Target="../media/image227.png"/><Relationship Id="rId154" Type="http://schemas.openxmlformats.org/officeDocument/2006/relationships/image" Target="../media/image247.png"/><Relationship Id="rId16" Type="http://schemas.openxmlformats.org/officeDocument/2006/relationships/image" Target="../media/image110.png"/><Relationship Id="rId37" Type="http://schemas.openxmlformats.org/officeDocument/2006/relationships/image" Target="../media/image131.png"/><Relationship Id="rId58" Type="http://schemas.openxmlformats.org/officeDocument/2006/relationships/image" Target="../media/image152.png"/><Relationship Id="rId79" Type="http://schemas.openxmlformats.org/officeDocument/2006/relationships/image" Target="../media/image173.png"/><Relationship Id="rId102" Type="http://schemas.openxmlformats.org/officeDocument/2006/relationships/image" Target="../media/image196.png"/><Relationship Id="rId123" Type="http://schemas.openxmlformats.org/officeDocument/2006/relationships/image" Target="../media/image217.png"/><Relationship Id="rId144" Type="http://schemas.openxmlformats.org/officeDocument/2006/relationships/image" Target="../media/image238.png"/><Relationship Id="rId90" Type="http://schemas.openxmlformats.org/officeDocument/2006/relationships/image" Target="../media/image18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.xml"/><Relationship Id="rId2" Type="http://schemas.openxmlformats.org/officeDocument/2006/relationships/image" Target="../media/image24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.xml"/><Relationship Id="rId2" Type="http://schemas.openxmlformats.org/officeDocument/2006/relationships/image" Target="../media/image25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6.xml"/><Relationship Id="rId2" Type="http://schemas.openxmlformats.org/officeDocument/2006/relationships/image" Target="../media/image25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3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4.jp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7.xml"/><Relationship Id="rId2" Type="http://schemas.openxmlformats.org/officeDocument/2006/relationships/image" Target="../media/image25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png"/><Relationship Id="rId2" Type="http://schemas.openxmlformats.org/officeDocument/2006/relationships/image" Target="../media/image25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9.png"/><Relationship Id="rId4" Type="http://schemas.openxmlformats.org/officeDocument/2006/relationships/customXml" Target="../ink/ink4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9.xml"/><Relationship Id="rId2" Type="http://schemas.openxmlformats.org/officeDocument/2006/relationships/image" Target="../media/image26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3.jpg"/><Relationship Id="rId7" Type="http://schemas.openxmlformats.org/officeDocument/2006/relationships/image" Target="../media/image266.png"/><Relationship Id="rId2" Type="http://schemas.openxmlformats.org/officeDocument/2006/relationships/image" Target="../media/image262.jp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50.xml"/><Relationship Id="rId5" Type="http://schemas.openxmlformats.org/officeDocument/2006/relationships/image" Target="../media/image265.jpg"/><Relationship Id="rId4" Type="http://schemas.openxmlformats.org/officeDocument/2006/relationships/image" Target="../media/image26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7.jp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8.jp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9.jp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4.png"/><Relationship Id="rId2" Type="http://schemas.openxmlformats.org/officeDocument/2006/relationships/image" Target="../media/image2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6.png"/><Relationship Id="rId4" Type="http://schemas.openxmlformats.org/officeDocument/2006/relationships/image" Target="../media/image275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7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8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1.jp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2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3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4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" algn="ctr">
              <a:lnSpc>
                <a:spcPts val="4115"/>
              </a:lnSpc>
              <a:spcBef>
                <a:spcPts val="105"/>
              </a:spcBef>
            </a:pPr>
            <a:r>
              <a:rPr sz="3600" spc="-10" dirty="0"/>
              <a:t>Introduction</a:t>
            </a:r>
            <a:endParaRPr sz="3600"/>
          </a:p>
          <a:p>
            <a:pPr algn="ctr">
              <a:lnSpc>
                <a:spcPts val="4115"/>
              </a:lnSpc>
            </a:pPr>
            <a:r>
              <a:rPr sz="3600" dirty="0"/>
              <a:t>to</a:t>
            </a:r>
            <a:r>
              <a:rPr sz="3600" spc="-10" dirty="0"/>
              <a:t> </a:t>
            </a:r>
            <a:r>
              <a:rPr sz="3600" dirty="0"/>
              <a:t>Statistical</a:t>
            </a:r>
            <a:r>
              <a:rPr sz="3600" spc="-5" dirty="0"/>
              <a:t> </a:t>
            </a:r>
            <a:r>
              <a:rPr sz="3600" spc="-10" dirty="0"/>
              <a:t>Methods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215251" y="4934013"/>
            <a:ext cx="14497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ISM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Team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12130" y="3457257"/>
            <a:ext cx="1964689" cy="594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ts val="2235"/>
              </a:lnSpc>
              <a:spcBef>
                <a:spcPts val="100"/>
              </a:spcBef>
            </a:pPr>
            <a:r>
              <a:rPr sz="2100" b="1" dirty="0">
                <a:latin typeface="Arial"/>
                <a:cs typeface="Arial"/>
              </a:rPr>
              <a:t>Session</a:t>
            </a:r>
            <a:r>
              <a:rPr sz="2100" b="1" spc="-70" dirty="0">
                <a:latin typeface="Arial"/>
                <a:cs typeface="Arial"/>
              </a:rPr>
              <a:t> </a:t>
            </a:r>
            <a:r>
              <a:rPr sz="2100" b="1" spc="-50" dirty="0">
                <a:latin typeface="Arial"/>
                <a:cs typeface="Arial"/>
              </a:rPr>
              <a:t>4</a:t>
            </a:r>
            <a:endParaRPr sz="2100">
              <a:latin typeface="Arial"/>
              <a:cs typeface="Arial"/>
            </a:endParaRPr>
          </a:p>
          <a:p>
            <a:pPr algn="ctr">
              <a:lnSpc>
                <a:spcPts val="2235"/>
              </a:lnSpc>
            </a:pPr>
            <a:r>
              <a:rPr sz="2100" b="1" dirty="0">
                <a:latin typeface="Arial"/>
                <a:cs typeface="Arial"/>
              </a:rPr>
              <a:t>(16</a:t>
            </a:r>
            <a:r>
              <a:rPr sz="2100" b="1" baseline="23809" dirty="0">
                <a:latin typeface="Arial"/>
                <a:cs typeface="Arial"/>
              </a:rPr>
              <a:t>th</a:t>
            </a:r>
            <a:r>
              <a:rPr sz="2100" b="1" spc="104" baseline="23809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Aug</a:t>
            </a:r>
            <a:r>
              <a:rPr sz="2100" b="1" spc="-35" dirty="0">
                <a:latin typeface="Arial"/>
                <a:cs typeface="Arial"/>
              </a:rPr>
              <a:t> </a:t>
            </a:r>
            <a:r>
              <a:rPr sz="2100" b="1" spc="-20" dirty="0">
                <a:latin typeface="Arial"/>
                <a:cs typeface="Arial"/>
              </a:rPr>
              <a:t>2026)</a:t>
            </a:r>
            <a:endParaRPr sz="2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30854" y="4914201"/>
            <a:ext cx="615315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b="1" dirty="0">
                <a:latin typeface="Calibri"/>
                <a:cs typeface="Calibri"/>
              </a:rPr>
              <a:t>Baye’s</a:t>
            </a:r>
            <a:r>
              <a:rPr sz="2750" b="1" spc="60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theorem</a:t>
            </a:r>
            <a:r>
              <a:rPr sz="2750" b="1" spc="-30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and</a:t>
            </a:r>
            <a:r>
              <a:rPr sz="2750" b="1" spc="-15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Naïve</a:t>
            </a:r>
            <a:r>
              <a:rPr sz="2750" b="1" spc="10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Bayes</a:t>
            </a:r>
            <a:r>
              <a:rPr sz="2750" b="1" spc="65" dirty="0">
                <a:latin typeface="Calibri"/>
                <a:cs typeface="Calibri"/>
              </a:rPr>
              <a:t> </a:t>
            </a:r>
            <a:r>
              <a:rPr sz="2750" b="1" spc="-10" dirty="0">
                <a:latin typeface="Calibri"/>
                <a:cs typeface="Calibri"/>
              </a:rPr>
              <a:t>theorem</a:t>
            </a:r>
            <a:endParaRPr sz="27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675" y="3000375"/>
            <a:ext cx="2857500" cy="1600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01100" y="3000375"/>
            <a:ext cx="28575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1537970">
              <a:lnSpc>
                <a:spcPct val="100000"/>
              </a:lnSpc>
              <a:spcBef>
                <a:spcPts val="105"/>
              </a:spcBef>
            </a:pPr>
            <a:r>
              <a:rPr sz="2400" spc="-10" dirty="0"/>
              <a:t>Revise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841375" y="1181798"/>
            <a:ext cx="6391275" cy="405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Descriptive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Statistics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2905"/>
              </a:spcBef>
              <a:buFont typeface="Wingdings"/>
              <a:buChar char=""/>
              <a:tabLst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Review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Theory,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Counting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Principles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2900"/>
              </a:spcBef>
              <a:buFont typeface="Wingdings"/>
              <a:buChar char=""/>
              <a:tabLst>
                <a:tab pos="469900" algn="l"/>
              </a:tabLst>
            </a:pPr>
            <a:r>
              <a:rPr sz="2400" spc="-20" dirty="0">
                <a:latin typeface="Calibri"/>
                <a:cs typeface="Calibri"/>
              </a:rPr>
              <a:t>Probability,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Axioms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Probability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2830"/>
              </a:spcBef>
              <a:buFont typeface="Wingdings"/>
              <a:buChar char=""/>
              <a:tabLst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Addition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Multiplication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Probability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2905"/>
              </a:spcBef>
              <a:buFont typeface="Wingdings"/>
              <a:buChar char=""/>
              <a:tabLst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Conditional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Independent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events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2900"/>
              </a:spcBef>
              <a:buFont typeface="Wingdings"/>
              <a:buChar char=""/>
              <a:tabLst>
                <a:tab pos="469900" algn="l"/>
              </a:tabLst>
            </a:pPr>
            <a:r>
              <a:rPr sz="2400" spc="-45" dirty="0">
                <a:latin typeface="Calibri"/>
                <a:cs typeface="Calibri"/>
              </a:rPr>
              <a:t>Total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Probability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37970">
              <a:lnSpc>
                <a:spcPct val="100000"/>
              </a:lnSpc>
              <a:spcBef>
                <a:spcPts val="130"/>
              </a:spcBef>
            </a:pPr>
            <a:r>
              <a:rPr spc="-10" dirty="0">
                <a:latin typeface="Calibri"/>
                <a:cs typeface="Calibri"/>
              </a:rPr>
              <a:t>Contact</a:t>
            </a:r>
            <a:r>
              <a:rPr spc="-1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Session</a:t>
            </a:r>
            <a:r>
              <a:rPr spc="-105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4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1100" y="1047750"/>
            <a:ext cx="9877425" cy="2114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0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5" dirty="0">
                <a:latin typeface="Calibri"/>
                <a:cs typeface="Calibri"/>
              </a:rPr>
              <a:t>BAYE’S</a:t>
            </a:r>
            <a:r>
              <a:rPr spc="-1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THEOREM: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4375" y="858938"/>
            <a:ext cx="10196195" cy="1285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45000"/>
              </a:lnSpc>
              <a:spcBef>
                <a:spcPts val="95"/>
              </a:spcBef>
              <a:tabLst>
                <a:tab pos="3836035" algn="l"/>
              </a:tabLst>
            </a:pPr>
            <a:r>
              <a:rPr sz="2850" spc="-270" dirty="0">
                <a:latin typeface="Times New Roman"/>
                <a:cs typeface="Times New Roman"/>
              </a:rPr>
              <a:t>Suppose</a:t>
            </a:r>
            <a:r>
              <a:rPr sz="2850" spc="-90" dirty="0">
                <a:latin typeface="Times New Roman"/>
                <a:cs typeface="Times New Roman"/>
              </a:rPr>
              <a:t> </a:t>
            </a:r>
            <a:r>
              <a:rPr sz="2850" spc="-204" dirty="0">
                <a:latin typeface="Times New Roman"/>
                <a:cs typeface="Times New Roman"/>
              </a:rPr>
              <a:t>that</a:t>
            </a:r>
            <a:r>
              <a:rPr sz="2850" spc="-105" dirty="0">
                <a:latin typeface="Times New Roman"/>
                <a:cs typeface="Times New Roman"/>
              </a:rPr>
              <a:t> </a:t>
            </a:r>
            <a:r>
              <a:rPr sz="2850" spc="-220" dirty="0">
                <a:latin typeface="Times New Roman"/>
                <a:cs typeface="Times New Roman"/>
              </a:rPr>
              <a:t>E</a:t>
            </a:r>
            <a:r>
              <a:rPr sz="2700" spc="-330" baseline="-7716" dirty="0">
                <a:latin typeface="Times New Roman"/>
                <a:cs typeface="Times New Roman"/>
              </a:rPr>
              <a:t>1</a:t>
            </a:r>
            <a:r>
              <a:rPr sz="2850" spc="-220" dirty="0">
                <a:latin typeface="Times New Roman"/>
                <a:cs typeface="Times New Roman"/>
              </a:rPr>
              <a:t>,</a:t>
            </a:r>
            <a:r>
              <a:rPr sz="2850" spc="-100" dirty="0">
                <a:latin typeface="Times New Roman"/>
                <a:cs typeface="Times New Roman"/>
              </a:rPr>
              <a:t> </a:t>
            </a:r>
            <a:r>
              <a:rPr sz="2850" spc="-250" dirty="0">
                <a:latin typeface="Times New Roman"/>
                <a:cs typeface="Times New Roman"/>
              </a:rPr>
              <a:t>E</a:t>
            </a:r>
            <a:r>
              <a:rPr sz="2700" spc="-375" baseline="-7716" dirty="0">
                <a:latin typeface="Times New Roman"/>
                <a:cs typeface="Times New Roman"/>
              </a:rPr>
              <a:t>2</a:t>
            </a:r>
            <a:r>
              <a:rPr sz="2700" spc="-82" baseline="-7716" dirty="0">
                <a:latin typeface="Times New Roman"/>
                <a:cs typeface="Times New Roman"/>
              </a:rPr>
              <a:t> </a:t>
            </a:r>
            <a:r>
              <a:rPr sz="2850" spc="-145" dirty="0">
                <a:latin typeface="Times New Roman"/>
                <a:cs typeface="Times New Roman"/>
              </a:rPr>
              <a:t>,</a:t>
            </a:r>
            <a:r>
              <a:rPr sz="2850" spc="-95" dirty="0">
                <a:latin typeface="Times New Roman"/>
                <a:cs typeface="Times New Roman"/>
              </a:rPr>
              <a:t> </a:t>
            </a:r>
            <a:r>
              <a:rPr sz="2850" spc="-190" dirty="0">
                <a:latin typeface="Times New Roman"/>
                <a:cs typeface="Times New Roman"/>
              </a:rPr>
              <a:t>---------</a:t>
            </a:r>
            <a:r>
              <a:rPr sz="2850" spc="-25" dirty="0">
                <a:latin typeface="Times New Roman"/>
                <a:cs typeface="Times New Roman"/>
              </a:rPr>
              <a:t>E</a:t>
            </a:r>
            <a:r>
              <a:rPr sz="2700" spc="-37" baseline="-7716" dirty="0">
                <a:latin typeface="Times New Roman"/>
                <a:cs typeface="Times New Roman"/>
              </a:rPr>
              <a:t>n</a:t>
            </a:r>
            <a:r>
              <a:rPr sz="2700" baseline="-7716" dirty="0">
                <a:latin typeface="Times New Roman"/>
                <a:cs typeface="Times New Roman"/>
              </a:rPr>
              <a:t>	</a:t>
            </a:r>
            <a:r>
              <a:rPr sz="2850" spc="-229" dirty="0">
                <a:latin typeface="Times New Roman"/>
                <a:cs typeface="Times New Roman"/>
              </a:rPr>
              <a:t>are</a:t>
            </a:r>
            <a:r>
              <a:rPr sz="2850" spc="-105" dirty="0">
                <a:latin typeface="Times New Roman"/>
                <a:cs typeface="Times New Roman"/>
              </a:rPr>
              <a:t> </a:t>
            </a:r>
            <a:r>
              <a:rPr sz="2850" spc="-245" dirty="0">
                <a:latin typeface="Times New Roman"/>
                <a:cs typeface="Times New Roman"/>
              </a:rPr>
              <a:t>mutually</a:t>
            </a:r>
            <a:r>
              <a:rPr sz="2850" spc="-120" dirty="0">
                <a:latin typeface="Times New Roman"/>
                <a:cs typeface="Times New Roman"/>
              </a:rPr>
              <a:t> </a:t>
            </a:r>
            <a:r>
              <a:rPr sz="2850" spc="-229" dirty="0">
                <a:latin typeface="Times New Roman"/>
                <a:cs typeface="Times New Roman"/>
              </a:rPr>
              <a:t>exclusive</a:t>
            </a:r>
            <a:r>
              <a:rPr sz="2850" spc="-105" dirty="0">
                <a:latin typeface="Times New Roman"/>
                <a:cs typeface="Times New Roman"/>
              </a:rPr>
              <a:t> </a:t>
            </a:r>
            <a:r>
              <a:rPr sz="2850" spc="-240" dirty="0">
                <a:latin typeface="Times New Roman"/>
                <a:cs typeface="Times New Roman"/>
              </a:rPr>
              <a:t>events</a:t>
            </a:r>
            <a:r>
              <a:rPr sz="2850" spc="-120" dirty="0">
                <a:latin typeface="Times New Roman"/>
                <a:cs typeface="Times New Roman"/>
              </a:rPr>
              <a:t> </a:t>
            </a:r>
            <a:r>
              <a:rPr sz="2850" spc="-235" dirty="0">
                <a:latin typeface="Times New Roman"/>
                <a:cs typeface="Times New Roman"/>
              </a:rPr>
              <a:t>of</a:t>
            </a:r>
            <a:r>
              <a:rPr sz="2850" spc="-125" dirty="0">
                <a:latin typeface="Times New Roman"/>
                <a:cs typeface="Times New Roman"/>
              </a:rPr>
              <a:t> </a:t>
            </a:r>
            <a:r>
              <a:rPr sz="2850" spc="-245" dirty="0">
                <a:latin typeface="Times New Roman"/>
                <a:cs typeface="Times New Roman"/>
              </a:rPr>
              <a:t>a</a:t>
            </a:r>
            <a:r>
              <a:rPr sz="2850" spc="-135" dirty="0">
                <a:latin typeface="Times New Roman"/>
                <a:cs typeface="Times New Roman"/>
              </a:rPr>
              <a:t> </a:t>
            </a:r>
            <a:r>
              <a:rPr sz="2850" spc="-254" dirty="0">
                <a:latin typeface="Times New Roman"/>
                <a:cs typeface="Times New Roman"/>
              </a:rPr>
              <a:t>sample</a:t>
            </a:r>
            <a:r>
              <a:rPr sz="2850" spc="-120" dirty="0">
                <a:latin typeface="Times New Roman"/>
                <a:cs typeface="Times New Roman"/>
              </a:rPr>
              <a:t> </a:t>
            </a:r>
            <a:r>
              <a:rPr sz="2850" spc="-240" dirty="0">
                <a:latin typeface="Times New Roman"/>
                <a:cs typeface="Times New Roman"/>
              </a:rPr>
              <a:t>space</a:t>
            </a:r>
            <a:r>
              <a:rPr sz="2850" spc="-120" dirty="0">
                <a:latin typeface="Times New Roman"/>
                <a:cs typeface="Times New Roman"/>
              </a:rPr>
              <a:t> </a:t>
            </a:r>
            <a:r>
              <a:rPr sz="2850" spc="-245" dirty="0">
                <a:latin typeface="Times New Roman"/>
                <a:cs typeface="Times New Roman"/>
              </a:rPr>
              <a:t>“</a:t>
            </a:r>
            <a:r>
              <a:rPr sz="2850" spc="-120" dirty="0">
                <a:latin typeface="Times New Roman"/>
                <a:cs typeface="Times New Roman"/>
              </a:rPr>
              <a:t> </a:t>
            </a:r>
            <a:r>
              <a:rPr sz="2850" spc="-305" dirty="0">
                <a:latin typeface="Times New Roman"/>
                <a:cs typeface="Times New Roman"/>
              </a:rPr>
              <a:t>S</a:t>
            </a:r>
            <a:r>
              <a:rPr sz="2850" spc="-120" dirty="0">
                <a:latin typeface="Times New Roman"/>
                <a:cs typeface="Times New Roman"/>
              </a:rPr>
              <a:t> </a:t>
            </a:r>
            <a:r>
              <a:rPr sz="2850" spc="-50" dirty="0">
                <a:latin typeface="Times New Roman"/>
                <a:cs typeface="Times New Roman"/>
              </a:rPr>
              <a:t>” </a:t>
            </a:r>
            <a:r>
              <a:rPr sz="2850" spc="-254" dirty="0">
                <a:latin typeface="Times New Roman"/>
                <a:cs typeface="Times New Roman"/>
              </a:rPr>
              <a:t>such</a:t>
            </a:r>
            <a:r>
              <a:rPr sz="2850" spc="-125" dirty="0">
                <a:latin typeface="Times New Roman"/>
                <a:cs typeface="Times New Roman"/>
              </a:rPr>
              <a:t> </a:t>
            </a:r>
            <a:r>
              <a:rPr sz="2850" spc="-110" dirty="0">
                <a:latin typeface="Times New Roman"/>
                <a:cs typeface="Times New Roman"/>
              </a:rPr>
              <a:t>that</a:t>
            </a:r>
            <a:r>
              <a:rPr sz="2850" spc="40" dirty="0">
                <a:latin typeface="Times New Roman"/>
                <a:cs typeface="Times New Roman"/>
              </a:rPr>
              <a:t> </a:t>
            </a:r>
            <a:r>
              <a:rPr sz="2850" spc="-305" dirty="0">
                <a:latin typeface="Times New Roman"/>
                <a:cs typeface="Times New Roman"/>
              </a:rPr>
              <a:t>P</a:t>
            </a:r>
            <a:r>
              <a:rPr sz="2850" spc="-135" dirty="0">
                <a:latin typeface="Times New Roman"/>
                <a:cs typeface="Times New Roman"/>
              </a:rPr>
              <a:t> </a:t>
            </a:r>
            <a:r>
              <a:rPr sz="2850" spc="-190" dirty="0">
                <a:latin typeface="Times New Roman"/>
                <a:cs typeface="Times New Roman"/>
              </a:rPr>
              <a:t>(</a:t>
            </a:r>
            <a:r>
              <a:rPr sz="2850" spc="-135" dirty="0">
                <a:latin typeface="Times New Roman"/>
                <a:cs typeface="Times New Roman"/>
              </a:rPr>
              <a:t> </a:t>
            </a:r>
            <a:r>
              <a:rPr sz="2850" spc="-245" dirty="0">
                <a:latin typeface="Times New Roman"/>
                <a:cs typeface="Times New Roman"/>
              </a:rPr>
              <a:t>Ei</a:t>
            </a:r>
            <a:r>
              <a:rPr sz="2850" spc="-130" dirty="0">
                <a:latin typeface="Times New Roman"/>
                <a:cs typeface="Times New Roman"/>
              </a:rPr>
              <a:t> </a:t>
            </a:r>
            <a:r>
              <a:rPr sz="2850" spc="-190" dirty="0">
                <a:latin typeface="Times New Roman"/>
                <a:cs typeface="Times New Roman"/>
              </a:rPr>
              <a:t>)</a:t>
            </a:r>
            <a:r>
              <a:rPr sz="2850" spc="-125" dirty="0">
                <a:latin typeface="Times New Roman"/>
                <a:cs typeface="Times New Roman"/>
              </a:rPr>
              <a:t> </a:t>
            </a:r>
            <a:r>
              <a:rPr sz="2850" spc="-310" dirty="0">
                <a:latin typeface="Times New Roman"/>
                <a:cs typeface="Times New Roman"/>
              </a:rPr>
              <a:t>&gt;</a:t>
            </a:r>
            <a:r>
              <a:rPr sz="2850" spc="-120" dirty="0">
                <a:latin typeface="Times New Roman"/>
                <a:cs typeface="Times New Roman"/>
              </a:rPr>
              <a:t> </a:t>
            </a:r>
            <a:r>
              <a:rPr sz="2850" spc="-275" dirty="0">
                <a:latin typeface="Times New Roman"/>
                <a:cs typeface="Times New Roman"/>
              </a:rPr>
              <a:t>0</a:t>
            </a:r>
            <a:r>
              <a:rPr sz="2850" spc="-150" dirty="0">
                <a:latin typeface="Times New Roman"/>
                <a:cs typeface="Times New Roman"/>
              </a:rPr>
              <a:t> </a:t>
            </a:r>
            <a:r>
              <a:rPr sz="2850" spc="-85" dirty="0">
                <a:latin typeface="Times New Roman"/>
                <a:cs typeface="Times New Roman"/>
              </a:rPr>
              <a:t>for</a:t>
            </a:r>
            <a:r>
              <a:rPr sz="2850" spc="40" dirty="0">
                <a:latin typeface="Times New Roman"/>
                <a:cs typeface="Times New Roman"/>
              </a:rPr>
              <a:t> </a:t>
            </a:r>
            <a:r>
              <a:rPr sz="2850" spc="-150" dirty="0">
                <a:latin typeface="Times New Roman"/>
                <a:cs typeface="Times New Roman"/>
              </a:rPr>
              <a:t>i</a:t>
            </a:r>
            <a:r>
              <a:rPr sz="2850" spc="-140" dirty="0">
                <a:latin typeface="Times New Roman"/>
                <a:cs typeface="Times New Roman"/>
              </a:rPr>
              <a:t> </a:t>
            </a:r>
            <a:r>
              <a:rPr sz="2850" spc="-310" dirty="0">
                <a:latin typeface="Times New Roman"/>
                <a:cs typeface="Times New Roman"/>
              </a:rPr>
              <a:t>=</a:t>
            </a:r>
            <a:r>
              <a:rPr sz="2850" spc="-135" dirty="0">
                <a:latin typeface="Times New Roman"/>
                <a:cs typeface="Times New Roman"/>
              </a:rPr>
              <a:t> </a:t>
            </a:r>
            <a:r>
              <a:rPr sz="2850" spc="-145" dirty="0">
                <a:latin typeface="Times New Roman"/>
                <a:cs typeface="Times New Roman"/>
              </a:rPr>
              <a:t>1,2,3,</a:t>
            </a:r>
            <a:r>
              <a:rPr sz="2850" spc="65" dirty="0">
                <a:latin typeface="Times New Roman"/>
                <a:cs typeface="Times New Roman"/>
              </a:rPr>
              <a:t> </a:t>
            </a:r>
            <a:r>
              <a:rPr sz="2850" spc="-190" dirty="0">
                <a:latin typeface="Times New Roman"/>
                <a:cs typeface="Times New Roman"/>
              </a:rPr>
              <a:t>---------</a:t>
            </a:r>
            <a:r>
              <a:rPr sz="2850" spc="-275" dirty="0">
                <a:latin typeface="Times New Roman"/>
                <a:cs typeface="Times New Roman"/>
              </a:rPr>
              <a:t>n</a:t>
            </a:r>
            <a:r>
              <a:rPr sz="2850" spc="-140" dirty="0">
                <a:latin typeface="Times New Roman"/>
                <a:cs typeface="Times New Roman"/>
              </a:rPr>
              <a:t> </a:t>
            </a:r>
            <a:r>
              <a:rPr sz="2850" spc="-265" dirty="0">
                <a:latin typeface="Times New Roman"/>
                <a:cs typeface="Times New Roman"/>
              </a:rPr>
              <a:t>and</a:t>
            </a:r>
            <a:r>
              <a:rPr sz="2850" spc="254" dirty="0">
                <a:latin typeface="Times New Roman"/>
                <a:cs typeface="Times New Roman"/>
              </a:rPr>
              <a:t> </a:t>
            </a:r>
            <a:r>
              <a:rPr sz="2850" spc="-395" dirty="0">
                <a:latin typeface="Times New Roman"/>
                <a:cs typeface="Times New Roman"/>
              </a:rPr>
              <a:t>A</a:t>
            </a:r>
            <a:r>
              <a:rPr sz="2850" spc="-125" dirty="0">
                <a:latin typeface="Times New Roman"/>
                <a:cs typeface="Times New Roman"/>
              </a:rPr>
              <a:t> </a:t>
            </a:r>
            <a:r>
              <a:rPr sz="2850" spc="-190" dirty="0">
                <a:latin typeface="Times New Roman"/>
                <a:cs typeface="Times New Roman"/>
              </a:rPr>
              <a:t>is</a:t>
            </a:r>
            <a:r>
              <a:rPr sz="2850" spc="-140" dirty="0">
                <a:latin typeface="Times New Roman"/>
                <a:cs typeface="Times New Roman"/>
              </a:rPr>
              <a:t> </a:t>
            </a:r>
            <a:r>
              <a:rPr sz="2850" spc="-265" dirty="0">
                <a:latin typeface="Times New Roman"/>
                <a:cs typeface="Times New Roman"/>
              </a:rPr>
              <a:t>any</a:t>
            </a:r>
            <a:r>
              <a:rPr sz="2850" spc="-120" dirty="0">
                <a:latin typeface="Times New Roman"/>
                <a:cs typeface="Times New Roman"/>
              </a:rPr>
              <a:t> </a:t>
            </a:r>
            <a:r>
              <a:rPr sz="2850" spc="-210" dirty="0">
                <a:latin typeface="Times New Roman"/>
                <a:cs typeface="Times New Roman"/>
              </a:rPr>
              <a:t>arbitrary</a:t>
            </a:r>
            <a:r>
              <a:rPr sz="2850" spc="-130" dirty="0">
                <a:latin typeface="Times New Roman"/>
                <a:cs typeface="Times New Roman"/>
              </a:rPr>
              <a:t> </a:t>
            </a:r>
            <a:r>
              <a:rPr sz="2850" spc="-160" dirty="0">
                <a:latin typeface="Times New Roman"/>
                <a:cs typeface="Times New Roman"/>
              </a:rPr>
              <a:t>event</a:t>
            </a:r>
            <a:r>
              <a:rPr sz="2850" spc="325" dirty="0">
                <a:latin typeface="Times New Roman"/>
                <a:cs typeface="Times New Roman"/>
              </a:rPr>
              <a:t> </a:t>
            </a:r>
            <a:r>
              <a:rPr sz="2850" spc="-30" dirty="0">
                <a:latin typeface="Times New Roman"/>
                <a:cs typeface="Times New Roman"/>
              </a:rPr>
              <a:t>of</a:t>
            </a:r>
            <a:r>
              <a:rPr sz="2850" spc="325" dirty="0">
                <a:latin typeface="Times New Roman"/>
                <a:cs typeface="Times New Roman"/>
              </a:rPr>
              <a:t> </a:t>
            </a:r>
            <a:r>
              <a:rPr sz="2850" spc="-245" dirty="0">
                <a:latin typeface="Times New Roman"/>
                <a:cs typeface="Times New Roman"/>
              </a:rPr>
              <a:t>“</a:t>
            </a:r>
            <a:r>
              <a:rPr sz="2850" spc="-130" dirty="0">
                <a:latin typeface="Times New Roman"/>
                <a:cs typeface="Times New Roman"/>
              </a:rPr>
              <a:t> </a:t>
            </a:r>
            <a:r>
              <a:rPr sz="2850" spc="-305" dirty="0">
                <a:latin typeface="Times New Roman"/>
                <a:cs typeface="Times New Roman"/>
              </a:rPr>
              <a:t>S</a:t>
            </a:r>
            <a:r>
              <a:rPr sz="2850" spc="-135" dirty="0">
                <a:latin typeface="Times New Roman"/>
                <a:cs typeface="Times New Roman"/>
              </a:rPr>
              <a:t> </a:t>
            </a:r>
            <a:r>
              <a:rPr sz="2850" spc="-50" dirty="0">
                <a:latin typeface="Times New Roman"/>
                <a:cs typeface="Times New Roman"/>
              </a:rPr>
              <a:t>”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4704" y="2472558"/>
            <a:ext cx="329882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50" spc="-254" dirty="0">
                <a:latin typeface="Times New Roman"/>
                <a:cs typeface="Times New Roman"/>
              </a:rPr>
              <a:t>such</a:t>
            </a:r>
            <a:r>
              <a:rPr sz="2850" spc="-120" dirty="0">
                <a:latin typeface="Times New Roman"/>
                <a:cs typeface="Times New Roman"/>
              </a:rPr>
              <a:t> </a:t>
            </a:r>
            <a:r>
              <a:rPr sz="2850" spc="-215" dirty="0">
                <a:latin typeface="Times New Roman"/>
                <a:cs typeface="Times New Roman"/>
              </a:rPr>
              <a:t>that</a:t>
            </a:r>
            <a:r>
              <a:rPr sz="2850" spc="-114" dirty="0">
                <a:latin typeface="Times New Roman"/>
                <a:cs typeface="Times New Roman"/>
              </a:rPr>
              <a:t> </a:t>
            </a:r>
            <a:r>
              <a:rPr sz="2850" spc="-305" dirty="0">
                <a:latin typeface="Times New Roman"/>
                <a:cs typeface="Times New Roman"/>
              </a:rPr>
              <a:t>P</a:t>
            </a:r>
            <a:r>
              <a:rPr sz="2850" spc="-120" dirty="0">
                <a:latin typeface="Times New Roman"/>
                <a:cs typeface="Times New Roman"/>
              </a:rPr>
              <a:t> </a:t>
            </a:r>
            <a:r>
              <a:rPr sz="2850" spc="-254" dirty="0">
                <a:latin typeface="Times New Roman"/>
                <a:cs typeface="Times New Roman"/>
              </a:rPr>
              <a:t>(A)</a:t>
            </a:r>
            <a:r>
              <a:rPr sz="2850" spc="-125" dirty="0">
                <a:latin typeface="Times New Roman"/>
                <a:cs typeface="Times New Roman"/>
              </a:rPr>
              <a:t> </a:t>
            </a:r>
            <a:r>
              <a:rPr sz="2850" spc="-310" dirty="0">
                <a:latin typeface="Times New Roman"/>
                <a:cs typeface="Times New Roman"/>
              </a:rPr>
              <a:t>&gt;</a:t>
            </a:r>
            <a:r>
              <a:rPr sz="2850" spc="-114" dirty="0">
                <a:latin typeface="Times New Roman"/>
                <a:cs typeface="Times New Roman"/>
              </a:rPr>
              <a:t> </a:t>
            </a:r>
            <a:r>
              <a:rPr sz="2850" spc="-275" dirty="0">
                <a:latin typeface="Times New Roman"/>
                <a:cs typeface="Times New Roman"/>
              </a:rPr>
              <a:t>0</a:t>
            </a:r>
            <a:r>
              <a:rPr sz="2850" spc="-125" dirty="0">
                <a:latin typeface="Times New Roman"/>
                <a:cs typeface="Times New Roman"/>
              </a:rPr>
              <a:t> </a:t>
            </a:r>
            <a:r>
              <a:rPr sz="2850" spc="-265" dirty="0">
                <a:latin typeface="Times New Roman"/>
                <a:cs typeface="Times New Roman"/>
              </a:rPr>
              <a:t>and</a:t>
            </a:r>
            <a:r>
              <a:rPr sz="2850" spc="-105" dirty="0">
                <a:latin typeface="Times New Roman"/>
                <a:cs typeface="Times New Roman"/>
              </a:rPr>
              <a:t> </a:t>
            </a:r>
            <a:r>
              <a:rPr sz="2850" spc="-430" dirty="0">
                <a:latin typeface="Times New Roman"/>
                <a:cs typeface="Times New Roman"/>
              </a:rPr>
              <a:t>A</a:t>
            </a:r>
            <a:r>
              <a:rPr sz="4725" spc="-644" baseline="1763" dirty="0">
                <a:latin typeface="Symbol"/>
                <a:cs typeface="Symbol"/>
              </a:rPr>
              <a:t></a:t>
            </a:r>
            <a:endParaRPr sz="4725" baseline="1763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98135" y="2326856"/>
            <a:ext cx="10096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495" dirty="0">
                <a:latin typeface="Times New Roman"/>
                <a:cs typeface="Times New Roman"/>
              </a:rPr>
              <a:t>n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85076" y="2512617"/>
            <a:ext cx="6179185" cy="6858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11125">
              <a:lnSpc>
                <a:spcPts val="3070"/>
              </a:lnSpc>
              <a:spcBef>
                <a:spcPts val="120"/>
              </a:spcBef>
              <a:tabLst>
                <a:tab pos="389890" algn="l"/>
              </a:tabLst>
            </a:pPr>
            <a:r>
              <a:rPr sz="3075" spc="-1005" baseline="5420" dirty="0">
                <a:latin typeface="Times New Roman"/>
                <a:cs typeface="Times New Roman"/>
              </a:rPr>
              <a:t>U</a:t>
            </a:r>
            <a:r>
              <a:rPr sz="3075" baseline="5420" dirty="0">
                <a:latin typeface="Times New Roman"/>
                <a:cs typeface="Times New Roman"/>
              </a:rPr>
              <a:t>	</a:t>
            </a:r>
            <a:r>
              <a:rPr sz="2850" spc="-185" dirty="0">
                <a:latin typeface="Times New Roman"/>
                <a:cs typeface="Times New Roman"/>
              </a:rPr>
              <a:t>E</a:t>
            </a:r>
            <a:r>
              <a:rPr sz="2700" spc="-277" baseline="-7716" dirty="0">
                <a:latin typeface="Times New Roman"/>
                <a:cs typeface="Times New Roman"/>
              </a:rPr>
              <a:t>i</a:t>
            </a:r>
            <a:r>
              <a:rPr sz="2700" spc="104" baseline="-7716" dirty="0">
                <a:latin typeface="Times New Roman"/>
                <a:cs typeface="Times New Roman"/>
              </a:rPr>
              <a:t> </a:t>
            </a:r>
            <a:r>
              <a:rPr sz="2850" spc="-245" dirty="0">
                <a:latin typeface="Times New Roman"/>
                <a:cs typeface="Times New Roman"/>
              </a:rPr>
              <a:t>then</a:t>
            </a:r>
            <a:r>
              <a:rPr sz="2850" spc="-114" dirty="0">
                <a:latin typeface="Times New Roman"/>
                <a:cs typeface="Times New Roman"/>
              </a:rPr>
              <a:t> </a:t>
            </a:r>
            <a:r>
              <a:rPr sz="2850" spc="-235" dirty="0">
                <a:latin typeface="Times New Roman"/>
                <a:cs typeface="Times New Roman"/>
              </a:rPr>
              <a:t>the</a:t>
            </a:r>
            <a:r>
              <a:rPr sz="2850" spc="-130" dirty="0">
                <a:latin typeface="Times New Roman"/>
                <a:cs typeface="Times New Roman"/>
              </a:rPr>
              <a:t> </a:t>
            </a:r>
            <a:r>
              <a:rPr sz="2850" spc="-225" dirty="0">
                <a:latin typeface="Times New Roman"/>
                <a:cs typeface="Times New Roman"/>
              </a:rPr>
              <a:t>conditional</a:t>
            </a:r>
            <a:r>
              <a:rPr sz="2850" spc="-125" dirty="0">
                <a:latin typeface="Times New Roman"/>
                <a:cs typeface="Times New Roman"/>
              </a:rPr>
              <a:t> </a:t>
            </a:r>
            <a:r>
              <a:rPr sz="2850" spc="-220" dirty="0">
                <a:latin typeface="Times New Roman"/>
                <a:cs typeface="Times New Roman"/>
              </a:rPr>
              <a:t>probability</a:t>
            </a:r>
            <a:r>
              <a:rPr sz="2850" spc="-13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Times New Roman"/>
                <a:cs typeface="Times New Roman"/>
              </a:rPr>
              <a:t>of</a:t>
            </a:r>
            <a:r>
              <a:rPr sz="2850" spc="190" dirty="0">
                <a:latin typeface="Times New Roman"/>
                <a:cs typeface="Times New Roman"/>
              </a:rPr>
              <a:t> </a:t>
            </a:r>
            <a:r>
              <a:rPr sz="2850" spc="-160" dirty="0">
                <a:latin typeface="Times New Roman"/>
                <a:cs typeface="Times New Roman"/>
              </a:rPr>
              <a:t>E</a:t>
            </a:r>
            <a:r>
              <a:rPr sz="2700" spc="-240" baseline="-7716" dirty="0">
                <a:latin typeface="Times New Roman"/>
                <a:cs typeface="Times New Roman"/>
              </a:rPr>
              <a:t>i</a:t>
            </a:r>
            <a:r>
              <a:rPr sz="2700" spc="135" baseline="-7716" dirty="0">
                <a:latin typeface="Times New Roman"/>
                <a:cs typeface="Times New Roman"/>
              </a:rPr>
              <a:t> </a:t>
            </a:r>
            <a:r>
              <a:rPr sz="2850" spc="-240" dirty="0">
                <a:latin typeface="Times New Roman"/>
                <a:cs typeface="Times New Roman"/>
              </a:rPr>
              <a:t>given</a:t>
            </a:r>
            <a:r>
              <a:rPr sz="2850" spc="-145" dirty="0">
                <a:latin typeface="Times New Roman"/>
                <a:cs typeface="Times New Roman"/>
              </a:rPr>
              <a:t> </a:t>
            </a:r>
            <a:r>
              <a:rPr sz="2850" spc="-445" dirty="0">
                <a:latin typeface="Times New Roman"/>
                <a:cs typeface="Times New Roman"/>
              </a:rPr>
              <a:t>A</a:t>
            </a:r>
            <a:endParaRPr sz="2850">
              <a:latin typeface="Times New Roman"/>
              <a:cs typeface="Times New Roman"/>
            </a:endParaRPr>
          </a:p>
          <a:p>
            <a:pPr marL="38100">
              <a:lnSpc>
                <a:spcPts val="2110"/>
              </a:lnSpc>
            </a:pPr>
            <a:r>
              <a:rPr sz="2050" spc="-254" dirty="0">
                <a:latin typeface="Times New Roman"/>
                <a:cs typeface="Times New Roman"/>
              </a:rPr>
              <a:t>i</a:t>
            </a:r>
            <a:r>
              <a:rPr sz="2050" spc="-215" dirty="0">
                <a:latin typeface="Times New Roman"/>
                <a:cs typeface="Times New Roman"/>
              </a:rPr>
              <a:t> </a:t>
            </a:r>
            <a:r>
              <a:rPr sz="2050" spc="-484" dirty="0">
                <a:latin typeface="Times New Roman"/>
                <a:cs typeface="Times New Roman"/>
              </a:rPr>
              <a:t>=</a:t>
            </a:r>
            <a:r>
              <a:rPr sz="2050" spc="-315" dirty="0">
                <a:latin typeface="Times New Roman"/>
                <a:cs typeface="Times New Roman"/>
              </a:rPr>
              <a:t> </a:t>
            </a:r>
            <a:r>
              <a:rPr sz="2050" spc="-495" dirty="0">
                <a:latin typeface="Times New Roman"/>
                <a:cs typeface="Times New Roman"/>
              </a:rPr>
              <a:t>1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26220" y="3950395"/>
            <a:ext cx="2007235" cy="0"/>
          </a:xfrm>
          <a:custGeom>
            <a:avLst/>
            <a:gdLst/>
            <a:ahLst/>
            <a:cxnLst/>
            <a:rect l="l" t="t" r="r" b="b"/>
            <a:pathLst>
              <a:path w="2007234">
                <a:moveTo>
                  <a:pt x="0" y="0"/>
                </a:moveTo>
                <a:lnTo>
                  <a:pt x="2007087" y="0"/>
                </a:lnTo>
              </a:path>
            </a:pathLst>
          </a:custGeom>
          <a:ln w="50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80300" y="3324631"/>
            <a:ext cx="1708785" cy="4743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950" b="1" spc="-390" dirty="0">
                <a:latin typeface="Times New Roman"/>
                <a:cs typeface="Times New Roman"/>
              </a:rPr>
              <a:t>P(E</a:t>
            </a:r>
            <a:r>
              <a:rPr sz="2950" b="1" spc="60" dirty="0">
                <a:latin typeface="Times New Roman"/>
                <a:cs typeface="Times New Roman"/>
              </a:rPr>
              <a:t> </a:t>
            </a:r>
            <a:r>
              <a:rPr sz="2950" b="1" spc="-350" dirty="0">
                <a:latin typeface="Times New Roman"/>
                <a:cs typeface="Times New Roman"/>
              </a:rPr>
              <a:t>)P(A</a:t>
            </a:r>
            <a:r>
              <a:rPr sz="2950" b="1" spc="-440" dirty="0">
                <a:latin typeface="Times New Roman"/>
                <a:cs typeface="Times New Roman"/>
              </a:rPr>
              <a:t> </a:t>
            </a:r>
            <a:r>
              <a:rPr sz="2950" b="1" spc="-204" dirty="0">
                <a:latin typeface="Times New Roman"/>
                <a:cs typeface="Times New Roman"/>
              </a:rPr>
              <a:t>/</a:t>
            </a:r>
            <a:r>
              <a:rPr sz="2950" b="1" spc="-434" dirty="0">
                <a:latin typeface="Times New Roman"/>
                <a:cs typeface="Times New Roman"/>
              </a:rPr>
              <a:t> </a:t>
            </a:r>
            <a:r>
              <a:rPr sz="2950" b="1" spc="-455" dirty="0">
                <a:latin typeface="Times New Roman"/>
                <a:cs typeface="Times New Roman"/>
              </a:rPr>
              <a:t>E</a:t>
            </a:r>
            <a:r>
              <a:rPr sz="2950" b="1" spc="55" dirty="0">
                <a:latin typeface="Times New Roman"/>
                <a:cs typeface="Times New Roman"/>
              </a:rPr>
              <a:t> </a:t>
            </a:r>
            <a:r>
              <a:rPr sz="2950" b="1" spc="-90" dirty="0">
                <a:latin typeface="Times New Roman"/>
                <a:cs typeface="Times New Roman"/>
              </a:rPr>
              <a:t>)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6225" y="3569372"/>
            <a:ext cx="1132205" cy="4743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38860" algn="l"/>
              </a:tabLst>
            </a:pPr>
            <a:r>
              <a:rPr sz="2950" b="1" spc="-50" dirty="0">
                <a:latin typeface="Times New Roman"/>
                <a:cs typeface="Times New Roman"/>
              </a:rPr>
              <a:t>i</a:t>
            </a:r>
            <a:r>
              <a:rPr sz="2950" b="1" dirty="0">
                <a:latin typeface="Times New Roman"/>
                <a:cs typeface="Times New Roman"/>
              </a:rPr>
              <a:t>	</a:t>
            </a:r>
            <a:r>
              <a:rPr sz="2950" b="1" spc="-140" dirty="0">
                <a:latin typeface="Times New Roman"/>
                <a:cs typeface="Times New Roman"/>
              </a:rPr>
              <a:t>i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4375" y="3687641"/>
            <a:ext cx="5442585" cy="4743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850" spc="-220" dirty="0">
                <a:latin typeface="Times New Roman"/>
                <a:cs typeface="Times New Roman"/>
              </a:rPr>
              <a:t>for</a:t>
            </a:r>
            <a:r>
              <a:rPr sz="2850" spc="-105" dirty="0">
                <a:latin typeface="Times New Roman"/>
                <a:cs typeface="Times New Roman"/>
              </a:rPr>
              <a:t> </a:t>
            </a:r>
            <a:r>
              <a:rPr sz="2850" spc="-150" dirty="0">
                <a:latin typeface="Times New Roman"/>
                <a:cs typeface="Times New Roman"/>
              </a:rPr>
              <a:t>i</a:t>
            </a:r>
            <a:r>
              <a:rPr sz="2850" spc="-110" dirty="0">
                <a:latin typeface="Times New Roman"/>
                <a:cs typeface="Times New Roman"/>
              </a:rPr>
              <a:t> </a:t>
            </a:r>
            <a:r>
              <a:rPr sz="2850" spc="-310" dirty="0">
                <a:latin typeface="Times New Roman"/>
                <a:cs typeface="Times New Roman"/>
              </a:rPr>
              <a:t>=</a:t>
            </a:r>
            <a:r>
              <a:rPr sz="2850" spc="-105" dirty="0">
                <a:latin typeface="Times New Roman"/>
                <a:cs typeface="Times New Roman"/>
              </a:rPr>
              <a:t> </a:t>
            </a:r>
            <a:r>
              <a:rPr sz="2850" spc="-340" dirty="0">
                <a:latin typeface="Times New Roman"/>
                <a:cs typeface="Times New Roman"/>
              </a:rPr>
              <a:t>1,2,3………n</a:t>
            </a:r>
            <a:r>
              <a:rPr sz="2850" spc="-114" dirty="0">
                <a:latin typeface="Times New Roman"/>
                <a:cs typeface="Times New Roman"/>
              </a:rPr>
              <a:t> </a:t>
            </a:r>
            <a:r>
              <a:rPr sz="2850" spc="-190" dirty="0">
                <a:latin typeface="Times New Roman"/>
                <a:cs typeface="Times New Roman"/>
              </a:rPr>
              <a:t>is</a:t>
            </a:r>
            <a:r>
              <a:rPr sz="2850" spc="-114" dirty="0">
                <a:latin typeface="Times New Roman"/>
                <a:cs typeface="Times New Roman"/>
              </a:rPr>
              <a:t> </a:t>
            </a:r>
            <a:r>
              <a:rPr sz="2850" spc="-250" dirty="0">
                <a:latin typeface="Times New Roman"/>
                <a:cs typeface="Times New Roman"/>
              </a:rPr>
              <a:t>given</a:t>
            </a:r>
            <a:r>
              <a:rPr sz="2850" spc="-100" dirty="0">
                <a:latin typeface="Times New Roman"/>
                <a:cs typeface="Times New Roman"/>
              </a:rPr>
              <a:t> </a:t>
            </a:r>
            <a:r>
              <a:rPr sz="2850" spc="-275" dirty="0">
                <a:latin typeface="Times New Roman"/>
                <a:cs typeface="Times New Roman"/>
              </a:rPr>
              <a:t>by</a:t>
            </a:r>
            <a:r>
              <a:rPr sz="2850" spc="-110" dirty="0">
                <a:latin typeface="Times New Roman"/>
                <a:cs typeface="Times New Roman"/>
              </a:rPr>
              <a:t> </a:t>
            </a:r>
            <a:r>
              <a:rPr sz="2850" spc="-235" dirty="0">
                <a:latin typeface="Times New Roman"/>
                <a:cs typeface="Times New Roman"/>
              </a:rPr>
              <a:t>P(E</a:t>
            </a:r>
            <a:r>
              <a:rPr sz="2700" spc="-352" baseline="-7716" dirty="0">
                <a:latin typeface="Times New Roman"/>
                <a:cs typeface="Times New Roman"/>
              </a:rPr>
              <a:t>i</a:t>
            </a:r>
            <a:r>
              <a:rPr sz="2700" spc="-97" baseline="-7716" dirty="0">
                <a:latin typeface="Times New Roman"/>
                <a:cs typeface="Times New Roman"/>
              </a:rPr>
              <a:t> </a:t>
            </a:r>
            <a:r>
              <a:rPr sz="2850" spc="-250" dirty="0">
                <a:latin typeface="Times New Roman"/>
                <a:cs typeface="Times New Roman"/>
              </a:rPr>
              <a:t>/A)</a:t>
            </a:r>
            <a:r>
              <a:rPr sz="2850" spc="-105" dirty="0">
                <a:latin typeface="Times New Roman"/>
                <a:cs typeface="Times New Roman"/>
              </a:rPr>
              <a:t> </a:t>
            </a:r>
            <a:r>
              <a:rPr sz="2850" spc="-310" dirty="0">
                <a:latin typeface="Times New Roman"/>
                <a:cs typeface="Times New Roman"/>
              </a:rPr>
              <a:t>=</a:t>
            </a:r>
            <a:r>
              <a:rPr sz="2850" spc="390" dirty="0">
                <a:latin typeface="Times New Roman"/>
                <a:cs typeface="Times New Roman"/>
              </a:rPr>
              <a:t> </a:t>
            </a:r>
            <a:r>
              <a:rPr sz="4425" b="1" spc="-644" baseline="-16949" dirty="0">
                <a:latin typeface="Times New Roman"/>
                <a:cs typeface="Times New Roman"/>
              </a:rPr>
              <a:t>n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99701" y="4058854"/>
            <a:ext cx="2069464" cy="4743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4425" spc="-757" baseline="-8474" dirty="0">
                <a:latin typeface="Symbol"/>
                <a:cs typeface="Symbol"/>
              </a:rPr>
              <a:t></a:t>
            </a:r>
            <a:r>
              <a:rPr sz="4425" spc="142" baseline="-8474" dirty="0">
                <a:latin typeface="Times New Roman"/>
                <a:cs typeface="Times New Roman"/>
              </a:rPr>
              <a:t> </a:t>
            </a:r>
            <a:r>
              <a:rPr sz="2950" b="1" spc="-390" dirty="0">
                <a:latin typeface="Times New Roman"/>
                <a:cs typeface="Times New Roman"/>
              </a:rPr>
              <a:t>P(E</a:t>
            </a:r>
            <a:r>
              <a:rPr sz="2950" b="1" spc="55" dirty="0">
                <a:latin typeface="Times New Roman"/>
                <a:cs typeface="Times New Roman"/>
              </a:rPr>
              <a:t> </a:t>
            </a:r>
            <a:r>
              <a:rPr sz="2950" b="1" spc="-350" dirty="0">
                <a:latin typeface="Times New Roman"/>
                <a:cs typeface="Times New Roman"/>
              </a:rPr>
              <a:t>)P(A</a:t>
            </a:r>
            <a:r>
              <a:rPr sz="2950" b="1" spc="-440" dirty="0">
                <a:latin typeface="Times New Roman"/>
                <a:cs typeface="Times New Roman"/>
              </a:rPr>
              <a:t> </a:t>
            </a:r>
            <a:r>
              <a:rPr sz="2950" b="1" spc="-204" dirty="0">
                <a:latin typeface="Times New Roman"/>
                <a:cs typeface="Times New Roman"/>
              </a:rPr>
              <a:t>/</a:t>
            </a:r>
            <a:r>
              <a:rPr sz="2950" b="1" spc="-434" dirty="0">
                <a:latin typeface="Times New Roman"/>
                <a:cs typeface="Times New Roman"/>
              </a:rPr>
              <a:t> </a:t>
            </a:r>
            <a:r>
              <a:rPr sz="2950" b="1" spc="-455" dirty="0">
                <a:latin typeface="Times New Roman"/>
                <a:cs typeface="Times New Roman"/>
              </a:rPr>
              <a:t>E</a:t>
            </a:r>
            <a:r>
              <a:rPr sz="2950" b="1" spc="50" dirty="0">
                <a:latin typeface="Times New Roman"/>
                <a:cs typeface="Times New Roman"/>
              </a:rPr>
              <a:t> </a:t>
            </a:r>
            <a:r>
              <a:rPr sz="2950" b="1" spc="-50" dirty="0">
                <a:latin typeface="Times New Roman"/>
                <a:cs typeface="Times New Roman"/>
              </a:rPr>
              <a:t>)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91434" y="4304091"/>
            <a:ext cx="1132205" cy="4743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38860" algn="l"/>
              </a:tabLst>
            </a:pPr>
            <a:r>
              <a:rPr sz="2950" b="1" spc="-50" dirty="0">
                <a:latin typeface="Times New Roman"/>
                <a:cs typeface="Times New Roman"/>
              </a:rPr>
              <a:t>i</a:t>
            </a:r>
            <a:r>
              <a:rPr sz="2950" b="1" dirty="0">
                <a:latin typeface="Times New Roman"/>
                <a:cs typeface="Times New Roman"/>
              </a:rPr>
              <a:t>	</a:t>
            </a:r>
            <a:r>
              <a:rPr sz="2950" b="1" spc="-140" dirty="0">
                <a:latin typeface="Times New Roman"/>
                <a:cs typeface="Times New Roman"/>
              </a:rPr>
              <a:t>i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86485" y="4422709"/>
            <a:ext cx="106045" cy="4743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950" b="1" spc="-140" dirty="0">
                <a:latin typeface="Times New Roman"/>
                <a:cs typeface="Times New Roman"/>
              </a:rPr>
              <a:t>i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0" y="4000500"/>
            <a:ext cx="3228975" cy="1971675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3857625" y="2600261"/>
            <a:ext cx="471805" cy="395605"/>
            <a:chOff x="3857625" y="2600261"/>
            <a:chExt cx="471805" cy="39560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67150" y="2600261"/>
              <a:ext cx="433387" cy="30003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57625" y="2809811"/>
              <a:ext cx="471487" cy="185737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2C0AFE8-9FBA-CC1D-2424-EB77157854BE}"/>
                  </a:ext>
                </a:extLst>
              </p14:cNvPr>
              <p14:cNvContentPartPr/>
              <p14:nvPr/>
            </p14:nvContentPartPr>
            <p14:xfrm>
              <a:off x="2332080" y="1438560"/>
              <a:ext cx="8901360" cy="53190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2C0AFE8-9FBA-CC1D-2424-EB77157854B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22720" y="1429200"/>
                <a:ext cx="8920080" cy="533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A19C1BF-E236-A647-E7F3-91D108A7724C}"/>
                  </a:ext>
                </a:extLst>
              </p14:cNvPr>
              <p14:cNvContentPartPr/>
              <p14:nvPr/>
            </p14:nvContentPartPr>
            <p14:xfrm>
              <a:off x="4775400" y="1529640"/>
              <a:ext cx="2999880" cy="31359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A19C1BF-E236-A647-E7F3-91D108A7724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66040" y="1520280"/>
                <a:ext cx="3018600" cy="3154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2734" y="101599"/>
            <a:ext cx="105283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>
                <a:latin typeface="Calibri"/>
                <a:cs typeface="Calibri"/>
              </a:rPr>
              <a:t>Proof: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857250"/>
            <a:ext cx="12192000" cy="5657850"/>
            <a:chOff x="0" y="857250"/>
            <a:chExt cx="12192000" cy="56578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57250"/>
              <a:ext cx="12191999" cy="56578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01050" y="1057275"/>
              <a:ext cx="3228975" cy="19716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30"/>
              </a:spcBef>
            </a:pPr>
            <a:r>
              <a:rPr spc="-10" dirty="0">
                <a:latin typeface="Calibri"/>
                <a:cs typeface="Calibri"/>
              </a:rPr>
              <a:t>Proof:(Continuation)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065" y="1876927"/>
            <a:ext cx="196434" cy="20214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81013" y="1876927"/>
            <a:ext cx="196434" cy="20214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6968" y="1876927"/>
            <a:ext cx="197046" cy="20214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63385" y="1876927"/>
            <a:ext cx="196434" cy="2021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2086" y="1876927"/>
            <a:ext cx="197046" cy="20214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7150" y="2378397"/>
            <a:ext cx="196434" cy="20214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5663" y="2378397"/>
            <a:ext cx="197046" cy="20214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509" y="2378397"/>
            <a:ext cx="197046" cy="20214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23900" y="1308839"/>
            <a:ext cx="8485505" cy="1303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10"/>
              </a:spcBef>
            </a:pPr>
            <a:r>
              <a:rPr sz="1800" spc="315" dirty="0">
                <a:latin typeface="Times New Roman"/>
                <a:cs typeface="Times New Roman"/>
              </a:rPr>
              <a:t>Applying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270" dirty="0">
                <a:latin typeface="Times New Roman"/>
                <a:cs typeface="Times New Roman"/>
              </a:rPr>
              <a:t>the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spc="270" dirty="0">
                <a:latin typeface="Times New Roman"/>
                <a:cs typeface="Times New Roman"/>
              </a:rPr>
              <a:t>addition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spc="254" dirty="0">
                <a:latin typeface="Times New Roman"/>
                <a:cs typeface="Times New Roman"/>
              </a:rPr>
              <a:t>rule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spc="254" dirty="0">
                <a:latin typeface="Times New Roman"/>
                <a:cs typeface="Times New Roman"/>
              </a:rPr>
              <a:t>for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spc="295" dirty="0">
                <a:latin typeface="Times New Roman"/>
                <a:cs typeface="Times New Roman"/>
              </a:rPr>
              <a:t>mutually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spc="280" dirty="0">
                <a:latin typeface="Times New Roman"/>
                <a:cs typeface="Times New Roman"/>
              </a:rPr>
              <a:t>exclusive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spc="265" dirty="0">
                <a:latin typeface="Times New Roman"/>
                <a:cs typeface="Times New Roman"/>
              </a:rPr>
              <a:t>events,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385" dirty="0">
                <a:latin typeface="Times New Roman"/>
                <a:cs typeface="Times New Roman"/>
              </a:rPr>
              <a:t>we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290" dirty="0">
                <a:latin typeface="Times New Roman"/>
                <a:cs typeface="Times New Roman"/>
              </a:rPr>
              <a:t>have</a:t>
            </a:r>
            <a:endParaRPr sz="180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1775"/>
              </a:spcBef>
              <a:tabLst>
                <a:tab pos="1946275" algn="l"/>
                <a:tab pos="2776855" algn="l"/>
                <a:tab pos="3385185" algn="l"/>
                <a:tab pos="4661535" algn="l"/>
                <a:tab pos="5330825" algn="l"/>
              </a:tabLst>
            </a:pPr>
            <a:r>
              <a:rPr sz="1800" spc="315" dirty="0">
                <a:latin typeface="Times New Roman"/>
                <a:cs typeface="Times New Roman"/>
              </a:rPr>
              <a:t>P(A)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spc="370" dirty="0">
                <a:latin typeface="Times New Roman"/>
                <a:cs typeface="Times New Roman"/>
              </a:rPr>
              <a:t>=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spc="300" dirty="0">
                <a:latin typeface="Times New Roman"/>
                <a:cs typeface="Times New Roman"/>
              </a:rPr>
              <a:t>P((A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254" dirty="0">
                <a:latin typeface="Times New Roman"/>
                <a:cs typeface="Times New Roman"/>
              </a:rPr>
              <a:t>E</a:t>
            </a:r>
            <a:r>
              <a:rPr sz="1725" spc="382" baseline="-7246" dirty="0">
                <a:latin typeface="Times New Roman"/>
                <a:cs typeface="Times New Roman"/>
              </a:rPr>
              <a:t>1</a:t>
            </a:r>
            <a:r>
              <a:rPr sz="1800" spc="254" dirty="0">
                <a:latin typeface="Times New Roman"/>
                <a:cs typeface="Times New Roman"/>
              </a:rPr>
              <a:t>)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325" dirty="0">
                <a:latin typeface="Times New Roman"/>
                <a:cs typeface="Times New Roman"/>
              </a:rPr>
              <a:t>(A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310" dirty="0">
                <a:latin typeface="Times New Roman"/>
                <a:cs typeface="Times New Roman"/>
              </a:rPr>
              <a:t>E</a:t>
            </a:r>
            <a:r>
              <a:rPr sz="1725" spc="465" baseline="-7246" dirty="0">
                <a:latin typeface="Times New Roman"/>
                <a:cs typeface="Times New Roman"/>
              </a:rPr>
              <a:t>2</a:t>
            </a:r>
            <a:r>
              <a:rPr sz="1725" spc="157" baseline="-7246" dirty="0">
                <a:latin typeface="Times New Roman"/>
                <a:cs typeface="Times New Roman"/>
              </a:rPr>
              <a:t> </a:t>
            </a:r>
            <a:r>
              <a:rPr sz="1800" spc="220" dirty="0">
                <a:latin typeface="Times New Roman"/>
                <a:cs typeface="Times New Roman"/>
              </a:rPr>
              <a:t>)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spc="390" dirty="0">
                <a:latin typeface="Times New Roman"/>
                <a:cs typeface="Times New Roman"/>
              </a:rPr>
              <a:t>….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220" dirty="0">
                <a:latin typeface="Times New Roman"/>
                <a:cs typeface="Times New Roman"/>
              </a:rPr>
              <a:t>(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spc="430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310" dirty="0">
                <a:latin typeface="Times New Roman"/>
                <a:cs typeface="Times New Roman"/>
              </a:rPr>
              <a:t>E</a:t>
            </a:r>
            <a:r>
              <a:rPr sz="1725" spc="465" baseline="-7246" dirty="0">
                <a:latin typeface="Times New Roman"/>
                <a:cs typeface="Times New Roman"/>
              </a:rPr>
              <a:t>n</a:t>
            </a:r>
            <a:r>
              <a:rPr sz="1725" spc="472" baseline="-7246" dirty="0">
                <a:latin typeface="Times New Roman"/>
                <a:cs typeface="Times New Roman"/>
              </a:rPr>
              <a:t> </a:t>
            </a:r>
            <a:r>
              <a:rPr sz="1800" spc="195" dirty="0">
                <a:latin typeface="Times New Roman"/>
                <a:cs typeface="Times New Roman"/>
              </a:rPr>
              <a:t>))</a:t>
            </a:r>
            <a:endParaRPr sz="1800">
              <a:latin typeface="Times New Roman"/>
              <a:cs typeface="Times New Roman"/>
            </a:endParaRPr>
          </a:p>
          <a:p>
            <a:pPr marL="743585">
              <a:lnSpc>
                <a:spcPct val="100000"/>
              </a:lnSpc>
              <a:spcBef>
                <a:spcPts val="1789"/>
              </a:spcBef>
              <a:tabLst>
                <a:tab pos="1079500" algn="l"/>
                <a:tab pos="1925320" algn="l"/>
                <a:tab pos="2991485" algn="l"/>
                <a:tab pos="3583940" algn="l"/>
                <a:tab pos="5248910" algn="l"/>
                <a:tab pos="5843270" algn="l"/>
              </a:tabLst>
            </a:pPr>
            <a:r>
              <a:rPr sz="1800" spc="320" dirty="0">
                <a:latin typeface="Times New Roman"/>
                <a:cs typeface="Times New Roman"/>
              </a:rPr>
              <a:t>=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370" dirty="0">
                <a:latin typeface="Times New Roman"/>
                <a:cs typeface="Times New Roman"/>
              </a:rPr>
              <a:t>P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spc="320" dirty="0">
                <a:latin typeface="Times New Roman"/>
                <a:cs typeface="Times New Roman"/>
              </a:rPr>
              <a:t>(A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280" dirty="0">
                <a:latin typeface="Times New Roman"/>
                <a:cs typeface="Times New Roman"/>
              </a:rPr>
              <a:t>E</a:t>
            </a:r>
            <a:r>
              <a:rPr sz="1725" spc="419" baseline="-7246" dirty="0">
                <a:latin typeface="Times New Roman"/>
                <a:cs typeface="Times New Roman"/>
              </a:rPr>
              <a:t>1</a:t>
            </a:r>
            <a:r>
              <a:rPr sz="1800" spc="280" dirty="0">
                <a:latin typeface="Times New Roman"/>
                <a:cs typeface="Times New Roman"/>
              </a:rPr>
              <a:t>)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spc="370" dirty="0">
                <a:latin typeface="Times New Roman"/>
                <a:cs typeface="Times New Roman"/>
              </a:rPr>
              <a:t>+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spc="320" dirty="0">
                <a:latin typeface="Times New Roman"/>
                <a:cs typeface="Times New Roman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320" dirty="0">
                <a:latin typeface="Times New Roman"/>
                <a:cs typeface="Times New Roman"/>
              </a:rPr>
              <a:t>(A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310" dirty="0">
                <a:latin typeface="Times New Roman"/>
                <a:cs typeface="Times New Roman"/>
              </a:rPr>
              <a:t>E</a:t>
            </a:r>
            <a:r>
              <a:rPr sz="1725" spc="465" baseline="-7246" dirty="0">
                <a:latin typeface="Times New Roman"/>
                <a:cs typeface="Times New Roman"/>
              </a:rPr>
              <a:t>2</a:t>
            </a:r>
            <a:r>
              <a:rPr sz="1725" spc="165" baseline="-7246" dirty="0">
                <a:latin typeface="Times New Roman"/>
                <a:cs typeface="Times New Roman"/>
              </a:rPr>
              <a:t> </a:t>
            </a:r>
            <a:r>
              <a:rPr sz="1800" spc="480" dirty="0">
                <a:latin typeface="Times New Roman"/>
                <a:cs typeface="Times New Roman"/>
              </a:rPr>
              <a:t>)……+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320" dirty="0">
                <a:latin typeface="Times New Roman"/>
                <a:cs typeface="Times New Roman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320" dirty="0">
                <a:latin typeface="Times New Roman"/>
                <a:cs typeface="Times New Roman"/>
              </a:rPr>
              <a:t>(A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310" dirty="0">
                <a:latin typeface="Times New Roman"/>
                <a:cs typeface="Times New Roman"/>
              </a:rPr>
              <a:t>E</a:t>
            </a:r>
            <a:r>
              <a:rPr sz="1725" spc="465" baseline="-7246" dirty="0">
                <a:latin typeface="Times New Roman"/>
                <a:cs typeface="Times New Roman"/>
              </a:rPr>
              <a:t>n</a:t>
            </a:r>
            <a:r>
              <a:rPr sz="1725" spc="157" baseline="-7246" dirty="0">
                <a:latin typeface="Times New Roman"/>
                <a:cs typeface="Times New Roman"/>
              </a:rPr>
              <a:t> </a:t>
            </a:r>
            <a:r>
              <a:rPr sz="1800" spc="170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35852" y="2956878"/>
            <a:ext cx="271145" cy="3060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00" spc="490" dirty="0">
                <a:latin typeface="Symbol"/>
                <a:cs typeface="Symbol"/>
              </a:rPr>
              <a:t>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43523" y="3138046"/>
            <a:ext cx="485140" cy="3060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00" spc="240" dirty="0">
                <a:latin typeface="Arial Black"/>
                <a:cs typeface="Arial Black"/>
              </a:rPr>
              <a:t>i</a:t>
            </a:r>
            <a:r>
              <a:rPr sz="1800" spc="240" dirty="0">
                <a:latin typeface="Symbol"/>
                <a:cs typeface="Symbol"/>
              </a:rPr>
              <a:t></a:t>
            </a:r>
            <a:r>
              <a:rPr sz="1800" spc="240" dirty="0">
                <a:latin typeface="Arial Black"/>
                <a:cs typeface="Arial Black"/>
              </a:rPr>
              <a:t>1</a:t>
            </a:r>
            <a:endParaRPr sz="1800">
              <a:latin typeface="Arial Black"/>
              <a:cs typeface="Arial Black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1274" y="2977606"/>
            <a:ext cx="197046" cy="20214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507380" y="3091334"/>
            <a:ext cx="60960" cy="131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i="1" spc="25" dirty="0">
                <a:latin typeface="Times New Roman"/>
                <a:cs typeface="Times New Roman"/>
              </a:rPr>
              <a:t>i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4700" y="2906202"/>
            <a:ext cx="3332479" cy="3060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40"/>
              </a:spcBef>
              <a:tabLst>
                <a:tab pos="1087120" algn="l"/>
                <a:tab pos="1910080" algn="l"/>
                <a:tab pos="2519045" algn="l"/>
              </a:tabLst>
            </a:pPr>
            <a:r>
              <a:rPr sz="1800" spc="315" dirty="0">
                <a:latin typeface="Times New Roman"/>
                <a:cs typeface="Times New Roman"/>
              </a:rPr>
              <a:t>P(A)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spc="320" dirty="0">
                <a:latin typeface="Times New Roman"/>
                <a:cs typeface="Times New Roman"/>
              </a:rPr>
              <a:t>=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295" dirty="0">
                <a:latin typeface="Times New Roman"/>
                <a:cs typeface="Times New Roman"/>
              </a:rPr>
              <a:t>P(</a:t>
            </a:r>
            <a:r>
              <a:rPr sz="1800" spc="495" dirty="0">
                <a:latin typeface="Times New Roman"/>
                <a:cs typeface="Times New Roman"/>
              </a:rPr>
              <a:t> </a:t>
            </a:r>
            <a:r>
              <a:rPr sz="2700" spc="622" baseline="37037" dirty="0">
                <a:latin typeface="Arial Black"/>
                <a:cs typeface="Arial Black"/>
              </a:rPr>
              <a:t>n</a:t>
            </a:r>
            <a:r>
              <a:rPr sz="2700" baseline="37037" dirty="0">
                <a:latin typeface="Arial Black"/>
                <a:cs typeface="Arial Black"/>
              </a:rPr>
              <a:t>	</a:t>
            </a:r>
            <a:r>
              <a:rPr sz="1800" spc="325" dirty="0">
                <a:latin typeface="Times New Roman"/>
                <a:cs typeface="Times New Roman"/>
              </a:rPr>
              <a:t>(A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405" dirty="0">
                <a:latin typeface="Times New Roman"/>
                <a:cs typeface="Times New Roman"/>
              </a:rPr>
              <a:t>E</a:t>
            </a:r>
            <a:r>
              <a:rPr sz="1800" spc="475" dirty="0">
                <a:latin typeface="Times New Roman"/>
                <a:cs typeface="Times New Roman"/>
              </a:rPr>
              <a:t> </a:t>
            </a:r>
            <a:r>
              <a:rPr sz="1800" spc="220" dirty="0">
                <a:latin typeface="Times New Roman"/>
                <a:cs typeface="Times New Roman"/>
              </a:rPr>
              <a:t>))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spc="320" dirty="0"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81258" y="2740750"/>
            <a:ext cx="208279" cy="313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50" b="1" spc="360" dirty="0">
                <a:latin typeface="Times New Roman"/>
                <a:cs typeface="Times New Roman"/>
              </a:rPr>
              <a:t>n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60215" y="2942336"/>
            <a:ext cx="472440" cy="5099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9855">
              <a:lnSpc>
                <a:spcPts val="1885"/>
              </a:lnSpc>
              <a:spcBef>
                <a:spcPts val="135"/>
              </a:spcBef>
            </a:pPr>
            <a:r>
              <a:rPr sz="1850" spc="465" dirty="0">
                <a:latin typeface="Symbol"/>
                <a:cs typeface="Symbol"/>
              </a:rPr>
              <a:t></a:t>
            </a:r>
            <a:endParaRPr sz="1850">
              <a:latin typeface="Symbol"/>
              <a:cs typeface="Symbol"/>
            </a:endParaRPr>
          </a:p>
          <a:p>
            <a:pPr marL="12700">
              <a:lnSpc>
                <a:spcPts val="1885"/>
              </a:lnSpc>
            </a:pPr>
            <a:r>
              <a:rPr sz="1850" b="1" spc="310" dirty="0">
                <a:latin typeface="Times New Roman"/>
                <a:cs typeface="Times New Roman"/>
              </a:rPr>
              <a:t>i=1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2408" y="2977606"/>
            <a:ext cx="197046" cy="202146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709356" y="2909837"/>
            <a:ext cx="220218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895985" algn="l"/>
                <a:tab pos="1406525" algn="l"/>
              </a:tabLst>
            </a:pPr>
            <a:r>
              <a:rPr sz="1800" spc="325" dirty="0">
                <a:latin typeface="Times New Roman"/>
                <a:cs typeface="Times New Roman"/>
              </a:rPr>
              <a:t>P(A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225" dirty="0">
                <a:latin typeface="Times New Roman"/>
                <a:cs typeface="Times New Roman"/>
              </a:rPr>
              <a:t>E</a:t>
            </a:r>
            <a:r>
              <a:rPr sz="1725" spc="337" baseline="-7246" dirty="0">
                <a:latin typeface="Times New Roman"/>
                <a:cs typeface="Times New Roman"/>
              </a:rPr>
              <a:t>i</a:t>
            </a:r>
            <a:r>
              <a:rPr sz="1800" spc="225" dirty="0">
                <a:latin typeface="Times New Roman"/>
                <a:cs typeface="Times New Roman"/>
              </a:rPr>
              <a:t>)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220" dirty="0">
                <a:latin typeface="Times New Roman"/>
                <a:cs typeface="Times New Roman"/>
              </a:rPr>
              <a:t>---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spc="229" dirty="0">
                <a:latin typeface="Times New Roman"/>
                <a:cs typeface="Times New Roman"/>
              </a:rPr>
              <a:t>(1)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800" y="4190151"/>
            <a:ext cx="197045" cy="20265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74700" y="3622755"/>
            <a:ext cx="4710430" cy="802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10"/>
              </a:spcBef>
            </a:pPr>
            <a:r>
              <a:rPr sz="1800" spc="360" dirty="0">
                <a:latin typeface="Times New Roman"/>
                <a:cs typeface="Times New Roman"/>
              </a:rPr>
              <a:t>From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spc="265" dirty="0">
                <a:latin typeface="Times New Roman"/>
                <a:cs typeface="Times New Roman"/>
              </a:rPr>
              <a:t>multiplication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254" dirty="0">
                <a:latin typeface="Times New Roman"/>
                <a:cs typeface="Times New Roman"/>
              </a:rPr>
              <a:t>rule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spc="385" dirty="0">
                <a:latin typeface="Times New Roman"/>
                <a:cs typeface="Times New Roman"/>
              </a:rPr>
              <a:t>we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290" dirty="0">
                <a:latin typeface="Times New Roman"/>
                <a:cs typeface="Times New Roman"/>
              </a:rPr>
              <a:t>have</a:t>
            </a:r>
            <a:endParaRPr sz="18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775"/>
              </a:spcBef>
              <a:tabLst>
                <a:tab pos="908050" algn="l"/>
                <a:tab pos="1419860" algn="l"/>
                <a:tab pos="3689985" algn="l"/>
              </a:tabLst>
            </a:pPr>
            <a:r>
              <a:rPr sz="1800" spc="325" dirty="0">
                <a:latin typeface="Times New Roman"/>
                <a:cs typeface="Times New Roman"/>
              </a:rPr>
              <a:t>P(A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225" dirty="0">
                <a:latin typeface="Times New Roman"/>
                <a:cs typeface="Times New Roman"/>
              </a:rPr>
              <a:t>E</a:t>
            </a:r>
            <a:r>
              <a:rPr sz="1725" spc="337" baseline="-7246" dirty="0">
                <a:latin typeface="Times New Roman"/>
                <a:cs typeface="Times New Roman"/>
              </a:rPr>
              <a:t>i</a:t>
            </a:r>
            <a:r>
              <a:rPr sz="1800" spc="225" dirty="0">
                <a:latin typeface="Times New Roman"/>
                <a:cs typeface="Times New Roman"/>
              </a:rPr>
              <a:t>)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370" dirty="0">
                <a:latin typeface="Times New Roman"/>
                <a:cs typeface="Times New Roman"/>
              </a:rPr>
              <a:t>=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spc="260" dirty="0">
                <a:latin typeface="Times New Roman"/>
                <a:cs typeface="Times New Roman"/>
              </a:rPr>
              <a:t>P(E</a:t>
            </a:r>
            <a:r>
              <a:rPr sz="1725" spc="390" baseline="-7246" dirty="0">
                <a:latin typeface="Times New Roman"/>
                <a:cs typeface="Times New Roman"/>
              </a:rPr>
              <a:t>i</a:t>
            </a:r>
            <a:r>
              <a:rPr sz="1800" spc="260" dirty="0">
                <a:latin typeface="Times New Roman"/>
                <a:cs typeface="Times New Roman"/>
              </a:rPr>
              <a:t>)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spc="370" dirty="0">
                <a:latin typeface="Times New Roman"/>
                <a:cs typeface="Times New Roman"/>
              </a:rPr>
              <a:t>P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spc="220" dirty="0">
                <a:latin typeface="Times New Roman"/>
                <a:cs typeface="Times New Roman"/>
              </a:rPr>
              <a:t>(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270" dirty="0">
                <a:latin typeface="Times New Roman"/>
                <a:cs typeface="Times New Roman"/>
              </a:rPr>
              <a:t>A/E</a:t>
            </a:r>
            <a:r>
              <a:rPr sz="1725" spc="405" baseline="-7246" dirty="0">
                <a:latin typeface="Times New Roman"/>
                <a:cs typeface="Times New Roman"/>
              </a:rPr>
              <a:t>i</a:t>
            </a:r>
            <a:r>
              <a:rPr sz="1800" spc="270" dirty="0">
                <a:latin typeface="Times New Roman"/>
                <a:cs typeface="Times New Roman"/>
              </a:rPr>
              <a:t>)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220" dirty="0">
                <a:latin typeface="Times New Roman"/>
                <a:cs typeface="Times New Roman"/>
              </a:rPr>
              <a:t>-----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spc="229" dirty="0">
                <a:latin typeface="Times New Roman"/>
                <a:cs typeface="Times New Roman"/>
              </a:rPr>
              <a:t>(2)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35179" y="4122820"/>
            <a:ext cx="403225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981325" algn="l"/>
              </a:tabLst>
            </a:pPr>
            <a:r>
              <a:rPr sz="1800" spc="265" dirty="0">
                <a:latin typeface="Times New Roman"/>
                <a:cs typeface="Times New Roman"/>
              </a:rPr>
              <a:t>Substituting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spc="254" dirty="0">
                <a:latin typeface="Times New Roman"/>
                <a:cs typeface="Times New Roman"/>
              </a:rPr>
              <a:t>(2)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254" dirty="0">
                <a:latin typeface="Times New Roman"/>
                <a:cs typeface="Times New Roman"/>
              </a:rPr>
              <a:t>in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spc="229" dirty="0">
                <a:latin typeface="Times New Roman"/>
                <a:cs typeface="Times New Roman"/>
              </a:rPr>
              <a:t>(1)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385" dirty="0">
                <a:latin typeface="Times New Roman"/>
                <a:cs typeface="Times New Roman"/>
              </a:rPr>
              <a:t>we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spc="290" dirty="0">
                <a:latin typeface="Times New Roman"/>
                <a:cs typeface="Times New Roman"/>
              </a:rPr>
              <a:t>have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25500" y="4710031"/>
            <a:ext cx="89090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315" dirty="0">
                <a:latin typeface="Times New Roman"/>
                <a:cs typeface="Times New Roman"/>
              </a:rPr>
              <a:t>P(A)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spc="320" dirty="0"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15430" y="4540970"/>
            <a:ext cx="208915" cy="313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50" b="1" spc="360" dirty="0">
                <a:latin typeface="Times New Roman"/>
                <a:cs typeface="Times New Roman"/>
              </a:rPr>
              <a:t>n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94213" y="4742556"/>
            <a:ext cx="473075" cy="5099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9855">
              <a:lnSpc>
                <a:spcPts val="1885"/>
              </a:lnSpc>
              <a:spcBef>
                <a:spcPts val="135"/>
              </a:spcBef>
            </a:pPr>
            <a:r>
              <a:rPr sz="1850" spc="465" dirty="0">
                <a:latin typeface="Symbol"/>
                <a:cs typeface="Symbol"/>
              </a:rPr>
              <a:t></a:t>
            </a:r>
            <a:endParaRPr sz="1850">
              <a:latin typeface="Symbol"/>
              <a:cs typeface="Symbol"/>
            </a:endParaRPr>
          </a:p>
          <a:p>
            <a:pPr marL="12700">
              <a:lnSpc>
                <a:spcPts val="1885"/>
              </a:lnSpc>
            </a:pPr>
            <a:r>
              <a:rPr sz="1850" b="1" spc="315" dirty="0">
                <a:latin typeface="Times New Roman"/>
                <a:cs typeface="Times New Roman"/>
              </a:rPr>
              <a:t>i=1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43912" y="4710031"/>
            <a:ext cx="589280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2070735" algn="l"/>
              </a:tabLst>
            </a:pPr>
            <a:r>
              <a:rPr sz="1800" spc="265" dirty="0">
                <a:latin typeface="Times New Roman"/>
                <a:cs typeface="Times New Roman"/>
              </a:rPr>
              <a:t>P(E</a:t>
            </a:r>
            <a:r>
              <a:rPr sz="1725" spc="397" baseline="-7246" dirty="0">
                <a:latin typeface="Times New Roman"/>
                <a:cs typeface="Times New Roman"/>
              </a:rPr>
              <a:t>i</a:t>
            </a:r>
            <a:r>
              <a:rPr sz="1800" spc="265" dirty="0">
                <a:latin typeface="Times New Roman"/>
                <a:cs typeface="Times New Roman"/>
              </a:rPr>
              <a:t>)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spc="370" dirty="0">
                <a:latin typeface="Times New Roman"/>
                <a:cs typeface="Times New Roman"/>
              </a:rPr>
              <a:t>P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spc="220" dirty="0">
                <a:latin typeface="Times New Roman"/>
                <a:cs typeface="Times New Roman"/>
              </a:rPr>
              <a:t>(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270" dirty="0">
                <a:latin typeface="Times New Roman"/>
                <a:cs typeface="Times New Roman"/>
              </a:rPr>
              <a:t>A/E</a:t>
            </a:r>
            <a:r>
              <a:rPr sz="1725" spc="405" baseline="-7246" dirty="0">
                <a:latin typeface="Times New Roman"/>
                <a:cs typeface="Times New Roman"/>
              </a:rPr>
              <a:t>i</a:t>
            </a:r>
            <a:r>
              <a:rPr sz="1800" spc="270" dirty="0">
                <a:latin typeface="Times New Roman"/>
                <a:cs typeface="Times New Roman"/>
              </a:rPr>
              <a:t>)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220" dirty="0">
                <a:latin typeface="Times New Roman"/>
                <a:cs typeface="Times New Roman"/>
              </a:rPr>
              <a:t>-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spc="254" dirty="0">
                <a:latin typeface="Times New Roman"/>
                <a:cs typeface="Times New Roman"/>
              </a:rPr>
              <a:t>(3)</a:t>
            </a:r>
            <a:r>
              <a:rPr sz="1600" spc="254" dirty="0">
                <a:latin typeface="Times New Roman"/>
                <a:cs typeface="Times New Roman"/>
              </a:rPr>
              <a:t>[Rule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240" dirty="0">
                <a:latin typeface="Times New Roman"/>
                <a:cs typeface="Times New Roman"/>
              </a:rPr>
              <a:t>of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200" dirty="0">
                <a:latin typeface="Times New Roman"/>
                <a:cs typeface="Times New Roman"/>
              </a:rPr>
              <a:t>total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225" dirty="0">
                <a:latin typeface="Times New Roman"/>
                <a:cs typeface="Times New Roman"/>
              </a:rPr>
              <a:t>probability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380" dirty="0">
                <a:latin typeface="Times New Roman"/>
                <a:cs typeface="Times New Roman"/>
              </a:rPr>
              <a:t>OR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92865" y="4736095"/>
            <a:ext cx="235140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275" dirty="0">
                <a:latin typeface="Times New Roman"/>
                <a:cs typeface="Times New Roman"/>
              </a:rPr>
              <a:t>Rule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240" dirty="0">
                <a:latin typeface="Times New Roman"/>
                <a:cs typeface="Times New Roman"/>
              </a:rPr>
              <a:t>of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229" dirty="0">
                <a:latin typeface="Times New Roman"/>
                <a:cs typeface="Times New Roman"/>
              </a:rPr>
              <a:t>elimination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135" dirty="0">
                <a:latin typeface="Times New Roman"/>
                <a:cs typeface="Times New Roman"/>
              </a:rPr>
              <a:t>]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29" name="object 2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09825" y="1809686"/>
            <a:ext cx="290512" cy="347662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29050" y="1800161"/>
            <a:ext cx="309562" cy="357187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91200" y="1800161"/>
            <a:ext cx="290512" cy="376237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71725" y="2304986"/>
            <a:ext cx="319087" cy="39528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19550" y="2324036"/>
            <a:ext cx="328612" cy="376237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76975" y="2314511"/>
            <a:ext cx="290512" cy="366712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00375" y="2905061"/>
            <a:ext cx="309562" cy="395287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294539" y="3046861"/>
            <a:ext cx="149772" cy="159313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275433" y="3275125"/>
            <a:ext cx="168771" cy="112183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334000" y="2914586"/>
            <a:ext cx="290512" cy="366712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00175" y="4114736"/>
            <a:ext cx="309562" cy="366712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162425" y="2952686"/>
            <a:ext cx="404812" cy="319087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790700" y="4733861"/>
            <a:ext cx="442912" cy="33813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8AE7880-AC2A-C83F-7F4E-0AA597B28FAB}"/>
                  </a:ext>
                </a:extLst>
              </p14:cNvPr>
              <p14:cNvContentPartPr/>
              <p14:nvPr/>
            </p14:nvContentPartPr>
            <p14:xfrm>
              <a:off x="10959120" y="4376160"/>
              <a:ext cx="570240" cy="5644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8AE7880-AC2A-C83F-7F4E-0AA597B28FA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949760" y="4366800"/>
                <a:ext cx="588960" cy="583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30"/>
              </a:spcBef>
            </a:pPr>
            <a:r>
              <a:rPr spc="-10" dirty="0">
                <a:latin typeface="Calibri"/>
                <a:cs typeface="Calibri"/>
              </a:rPr>
              <a:t>Proof:(Continuation)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52550"/>
            <a:ext cx="12191999" cy="48006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5E81594-F29F-E93A-1EAF-C13CFEF702FF}"/>
                  </a:ext>
                </a:extLst>
              </p14:cNvPr>
              <p14:cNvContentPartPr/>
              <p14:nvPr/>
            </p14:nvContentPartPr>
            <p14:xfrm>
              <a:off x="3270960" y="1895040"/>
              <a:ext cx="7224480" cy="4290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5E81594-F29F-E93A-1EAF-C13CFEF702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61600" y="1885680"/>
                <a:ext cx="7243200" cy="4308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75" y="1419237"/>
            <a:ext cx="11744325" cy="470533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279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105"/>
              </a:spcBef>
            </a:pPr>
            <a:r>
              <a:rPr sz="3600" spc="-10" dirty="0">
                <a:latin typeface="Calibri"/>
                <a:cs typeface="Calibri"/>
              </a:rPr>
              <a:t>Example:1</a:t>
            </a:r>
            <a:endParaRPr sz="36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79044B5-AA81-5BAF-E9DE-FC8B6C997774}"/>
                  </a:ext>
                </a:extLst>
              </p14:cNvPr>
              <p14:cNvContentPartPr/>
              <p14:nvPr/>
            </p14:nvContentPartPr>
            <p14:xfrm>
              <a:off x="3533040" y="461520"/>
              <a:ext cx="8503200" cy="4270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79044B5-AA81-5BAF-E9DE-FC8B6C9977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23680" y="452160"/>
                <a:ext cx="8521920" cy="428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98C6C65-C588-BA11-D994-EC6F65F716DB}"/>
                  </a:ext>
                </a:extLst>
              </p14:cNvPr>
              <p14:cNvContentPartPr/>
              <p14:nvPr/>
            </p14:nvContentPartPr>
            <p14:xfrm>
              <a:off x="4044240" y="814680"/>
              <a:ext cx="7940520" cy="5803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98C6C65-C588-BA11-D994-EC6F65F716D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34880" y="805320"/>
                <a:ext cx="7959240" cy="582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BC597A0-1B0B-FC3D-AF4D-C14C3C805BEB}"/>
                  </a:ext>
                </a:extLst>
              </p14:cNvPr>
              <p14:cNvContentPartPr/>
              <p14:nvPr/>
            </p14:nvContentPartPr>
            <p14:xfrm>
              <a:off x="3158640" y="709200"/>
              <a:ext cx="8626680" cy="56185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BC597A0-1B0B-FC3D-AF4D-C14C3C805BE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49280" y="699840"/>
                <a:ext cx="8645400" cy="5637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10" dirty="0"/>
              <a:t>Solution: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95400"/>
            <a:ext cx="12191999" cy="5410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88C4FC2-CFB3-BEA5-5E81-1261236BAB51}"/>
                  </a:ext>
                </a:extLst>
              </p14:cNvPr>
              <p14:cNvContentPartPr/>
              <p14:nvPr/>
            </p14:nvContentPartPr>
            <p14:xfrm>
              <a:off x="1796400" y="3834000"/>
              <a:ext cx="8968680" cy="2916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88C4FC2-CFB3-BEA5-5E81-1261236BAB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87040" y="3824640"/>
                <a:ext cx="8987400" cy="2934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404" rIns="0" bIns="0" rtlCol="0">
            <a:spAutoFit/>
          </a:bodyPr>
          <a:lstStyle/>
          <a:p>
            <a:pPr marL="4538980">
              <a:lnSpc>
                <a:spcPct val="100000"/>
              </a:lnSpc>
              <a:spcBef>
                <a:spcPts val="130"/>
              </a:spcBef>
            </a:pPr>
            <a:r>
              <a:rPr spc="-10" dirty="0">
                <a:latin typeface="Calibri"/>
                <a:cs typeface="Calibri"/>
              </a:rPr>
              <a:t>Example:2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0507" y="1428432"/>
            <a:ext cx="11579225" cy="169481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25"/>
              </a:spcBef>
            </a:pP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neighborhood,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90% children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were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falling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sick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due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flu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10% due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measles</a:t>
            </a:r>
            <a:endParaRPr sz="26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49200"/>
              </a:lnSpc>
              <a:spcBef>
                <a:spcPts val="680"/>
              </a:spcBef>
            </a:pP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no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other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disease.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probability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observing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rashes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measles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0.95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flu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0.08.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If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child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develops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rashes,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Find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child’s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probability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having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flu.</a:t>
            </a:r>
            <a:endParaRPr sz="26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D58E277-9E0A-F8B4-070C-E5189C78A4D9}"/>
                  </a:ext>
                </a:extLst>
              </p14:cNvPr>
              <p14:cNvContentPartPr/>
              <p14:nvPr/>
            </p14:nvContentPartPr>
            <p14:xfrm>
              <a:off x="383040" y="1924920"/>
              <a:ext cx="10237320" cy="1249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D58E277-9E0A-F8B4-070C-E5189C78A4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3680" y="1915560"/>
                <a:ext cx="10256040" cy="1268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1925"/>
            <a:ext cx="10667999" cy="762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01560" y="2268092"/>
            <a:ext cx="4202430" cy="371475"/>
          </a:xfrm>
          <a:custGeom>
            <a:avLst/>
            <a:gdLst/>
            <a:ahLst/>
            <a:cxnLst/>
            <a:rect l="l" t="t" r="r" b="b"/>
            <a:pathLst>
              <a:path w="4202430" h="371475">
                <a:moveTo>
                  <a:pt x="4202112" y="0"/>
                </a:moveTo>
                <a:lnTo>
                  <a:pt x="0" y="0"/>
                </a:lnTo>
                <a:lnTo>
                  <a:pt x="0" y="371475"/>
                </a:lnTo>
                <a:lnTo>
                  <a:pt x="4202112" y="371475"/>
                </a:lnTo>
                <a:lnTo>
                  <a:pt x="42021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9622" y="337819"/>
            <a:ext cx="6025515" cy="285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642620" algn="r">
              <a:lnSpc>
                <a:spcPct val="100000"/>
              </a:lnSpc>
              <a:spcBef>
                <a:spcPts val="105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Solution: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51300"/>
              </a:lnSpc>
              <a:spcBef>
                <a:spcPts val="2050"/>
              </a:spcBef>
            </a:pPr>
            <a:r>
              <a:rPr sz="2400" dirty="0">
                <a:latin typeface="Calibri"/>
                <a:cs typeface="Calibri"/>
              </a:rPr>
              <a:t>Let,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children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flu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children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measles </a:t>
            </a:r>
            <a:r>
              <a:rPr sz="2400" dirty="0">
                <a:latin typeface="Calibri"/>
                <a:cs typeface="Calibri"/>
              </a:rPr>
              <a:t>R: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children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showing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symptom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rash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2400" dirty="0">
                <a:latin typeface="Calibri"/>
                <a:cs typeface="Calibri"/>
              </a:rPr>
              <a:t>P(F)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90%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0.9,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P(M)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10%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0.1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latin typeface="Calibri"/>
                <a:cs typeface="Calibri"/>
              </a:rPr>
              <a:t>P(R|F)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0.08,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P(R|M)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0.95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250" y="3629025"/>
            <a:ext cx="5019675" cy="10572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4375" y="4743450"/>
            <a:ext cx="4981524" cy="6096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7937" y="5027548"/>
            <a:ext cx="26987" cy="269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9F15C93-923A-F55C-C845-304710281C7B}"/>
                  </a:ext>
                </a:extLst>
              </p14:cNvPr>
              <p14:cNvContentPartPr/>
              <p14:nvPr/>
            </p14:nvContentPartPr>
            <p14:xfrm>
              <a:off x="738360" y="1415160"/>
              <a:ext cx="5483880" cy="3900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9F15C93-923A-F55C-C845-304710281C7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9000" y="1405800"/>
                <a:ext cx="5502600" cy="3918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10" dirty="0"/>
              <a:t>Example:3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731202" y="1222936"/>
            <a:ext cx="10462895" cy="35921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50200"/>
              </a:lnSpc>
              <a:spcBef>
                <a:spcPts val="60"/>
              </a:spcBef>
            </a:pPr>
            <a:r>
              <a:rPr sz="2600" dirty="0">
                <a:latin typeface="Calibri"/>
                <a:cs typeface="Calibri"/>
              </a:rPr>
              <a:t>It</a:t>
            </a:r>
            <a:r>
              <a:rPr sz="2600" spc="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estimated</a:t>
            </a:r>
            <a:r>
              <a:rPr sz="2600" spc="1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1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50%</a:t>
            </a:r>
            <a:r>
              <a:rPr sz="2600" spc="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1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emails</a:t>
            </a:r>
            <a:r>
              <a:rPr sz="2600" spc="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1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spam</a:t>
            </a:r>
            <a:r>
              <a:rPr sz="2600" spc="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emails.</a:t>
            </a:r>
            <a:r>
              <a:rPr sz="2600" spc="1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Some</a:t>
            </a:r>
            <a:r>
              <a:rPr sz="2600" spc="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software</a:t>
            </a:r>
            <a:r>
              <a:rPr sz="2600" spc="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</a:t>
            </a:r>
            <a:r>
              <a:rPr sz="2600" spc="10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been </a:t>
            </a:r>
            <a:r>
              <a:rPr sz="2600" dirty="0">
                <a:latin typeface="Calibri"/>
                <a:cs typeface="Calibri"/>
              </a:rPr>
              <a:t>applied</a:t>
            </a:r>
            <a:r>
              <a:rPr sz="2600" spc="2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3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filter</a:t>
            </a:r>
            <a:r>
              <a:rPr sz="2600" spc="2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these</a:t>
            </a:r>
            <a:r>
              <a:rPr sz="2600" spc="2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spam</a:t>
            </a:r>
            <a:r>
              <a:rPr sz="2600" spc="3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emails</a:t>
            </a:r>
            <a:r>
              <a:rPr sz="2600" spc="2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before</a:t>
            </a:r>
            <a:r>
              <a:rPr sz="2600" spc="2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they</a:t>
            </a:r>
            <a:r>
              <a:rPr sz="2600" spc="2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reach</a:t>
            </a:r>
            <a:r>
              <a:rPr sz="2600" spc="2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your</a:t>
            </a:r>
            <a:r>
              <a:rPr sz="2600" spc="2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inbox.</a:t>
            </a:r>
            <a:r>
              <a:rPr sz="2600" spc="2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2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certain </a:t>
            </a:r>
            <a:r>
              <a:rPr sz="2600" dirty="0">
                <a:latin typeface="Calibri"/>
                <a:cs typeface="Calibri"/>
              </a:rPr>
              <a:t>brand</a:t>
            </a:r>
            <a:r>
              <a:rPr sz="2600" spc="4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4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software</a:t>
            </a:r>
            <a:r>
              <a:rPr sz="2600" spc="3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claims</a:t>
            </a:r>
            <a:r>
              <a:rPr sz="2600" spc="3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4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3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3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detect</a:t>
            </a:r>
            <a:r>
              <a:rPr sz="2600" spc="4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99%</a:t>
            </a:r>
            <a:r>
              <a:rPr sz="2600" spc="3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4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spam</a:t>
            </a:r>
            <a:r>
              <a:rPr sz="2600" spc="40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e-</a:t>
            </a:r>
            <a:r>
              <a:rPr sz="2600" dirty="0">
                <a:latin typeface="Calibri"/>
                <a:cs typeface="Calibri"/>
              </a:rPr>
              <a:t>mails,</a:t>
            </a:r>
            <a:r>
              <a:rPr sz="2600" spc="3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38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dirty="0">
                <a:latin typeface="Calibri"/>
                <a:cs typeface="Calibri"/>
              </a:rPr>
              <a:t>probability</a:t>
            </a:r>
            <a:r>
              <a:rPr sz="2600" spc="6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7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7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false</a:t>
            </a:r>
            <a:r>
              <a:rPr sz="2600" spc="7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positive</a:t>
            </a:r>
            <a:r>
              <a:rPr sz="2600" spc="6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(a</a:t>
            </a:r>
            <a:r>
              <a:rPr sz="2600" spc="50" dirty="0">
                <a:latin typeface="Calibri"/>
                <a:cs typeface="Calibri"/>
              </a:rPr>
              <a:t>  </a:t>
            </a:r>
            <a:r>
              <a:rPr sz="2600" spc="-10" dirty="0">
                <a:latin typeface="Calibri"/>
                <a:cs typeface="Calibri"/>
              </a:rPr>
              <a:t>non-</a:t>
            </a:r>
            <a:r>
              <a:rPr sz="2600" dirty="0">
                <a:latin typeface="Calibri"/>
                <a:cs typeface="Calibri"/>
              </a:rPr>
              <a:t>spam</a:t>
            </a:r>
            <a:r>
              <a:rPr sz="2600" spc="8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email</a:t>
            </a:r>
            <a:r>
              <a:rPr sz="2600" spc="5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detected</a:t>
            </a:r>
            <a:r>
              <a:rPr sz="2600" spc="6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5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spam)</a:t>
            </a:r>
            <a:r>
              <a:rPr sz="2600" spc="75" dirty="0">
                <a:latin typeface="Calibri"/>
                <a:cs typeface="Calibri"/>
              </a:rPr>
              <a:t>  </a:t>
            </a:r>
            <a:r>
              <a:rPr sz="2600" spc="-25" dirty="0">
                <a:latin typeface="Calibri"/>
                <a:cs typeface="Calibri"/>
              </a:rPr>
              <a:t>is </a:t>
            </a:r>
            <a:r>
              <a:rPr sz="2600" dirty="0">
                <a:latin typeface="Calibri"/>
                <a:cs typeface="Calibri"/>
              </a:rPr>
              <a:t>5%.Now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 email is</a:t>
            </a:r>
            <a:r>
              <a:rPr sz="2600" spc="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detected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spam,</a:t>
            </a:r>
            <a:r>
              <a:rPr sz="2600" spc="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then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what</a:t>
            </a:r>
            <a:r>
              <a:rPr sz="2600" spc="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probability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is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fact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non-</a:t>
            </a:r>
            <a:r>
              <a:rPr sz="2600" dirty="0">
                <a:latin typeface="Calibri"/>
                <a:cs typeface="Calibri"/>
              </a:rPr>
              <a:t>spam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email?</a:t>
            </a:r>
            <a:endParaRPr sz="26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F6C67F4-775B-6395-DB28-CA5750618B3A}"/>
                  </a:ext>
                </a:extLst>
              </p14:cNvPr>
              <p14:cNvContentPartPr/>
              <p14:nvPr/>
            </p14:nvContentPartPr>
            <p14:xfrm>
              <a:off x="4505400" y="1853280"/>
              <a:ext cx="5610240" cy="4149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F6C67F4-775B-6395-DB28-CA5750618B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96040" y="1843920"/>
                <a:ext cx="5628960" cy="4167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spc="-10" dirty="0"/>
              <a:t>Solution: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575" y="1285875"/>
            <a:ext cx="11534711" cy="51911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1E47EC8-2949-5EF5-AA35-454B08339310}"/>
                  </a:ext>
                </a:extLst>
              </p14:cNvPr>
              <p14:cNvContentPartPr/>
              <p14:nvPr/>
            </p14:nvContentPartPr>
            <p14:xfrm>
              <a:off x="835920" y="1845720"/>
              <a:ext cx="8321400" cy="3718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1E47EC8-2949-5EF5-AA35-454B083393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6560" y="1836360"/>
                <a:ext cx="8340120" cy="373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314134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Bayes'</a:t>
            </a:r>
            <a:r>
              <a:rPr sz="2400" spc="-75" dirty="0"/>
              <a:t> </a:t>
            </a:r>
            <a:r>
              <a:rPr sz="2400" dirty="0"/>
              <a:t>Theorem</a:t>
            </a:r>
            <a:r>
              <a:rPr sz="2400" spc="-65" dirty="0"/>
              <a:t> </a:t>
            </a:r>
            <a:r>
              <a:rPr sz="2400" dirty="0"/>
              <a:t>for</a:t>
            </a:r>
            <a:r>
              <a:rPr sz="2400" spc="10" dirty="0"/>
              <a:t> </a:t>
            </a:r>
            <a:r>
              <a:rPr sz="2400" spc="-10" dirty="0"/>
              <a:t>Hypothesis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850384" y="1231836"/>
            <a:ext cx="12382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ambria Math"/>
                <a:cs typeface="Cambria Math"/>
              </a:rPr>
              <a:t>𝑃(𝐻</a:t>
            </a:r>
            <a:r>
              <a:rPr sz="2000" spc="19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∣</a:t>
            </a:r>
            <a:r>
              <a:rPr sz="2000" spc="15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𝐸)</a:t>
            </a:r>
            <a:r>
              <a:rPr sz="2000" spc="14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36640" y="1423924"/>
            <a:ext cx="1514475" cy="19050"/>
          </a:xfrm>
          <a:custGeom>
            <a:avLst/>
            <a:gdLst/>
            <a:ahLst/>
            <a:cxnLst/>
            <a:rect l="l" t="t" r="r" b="b"/>
            <a:pathLst>
              <a:path w="1514475" h="19050">
                <a:moveTo>
                  <a:pt x="1514475" y="0"/>
                </a:moveTo>
                <a:lnTo>
                  <a:pt x="0" y="0"/>
                </a:lnTo>
                <a:lnTo>
                  <a:pt x="0" y="19050"/>
                </a:lnTo>
                <a:lnTo>
                  <a:pt x="1514475" y="19050"/>
                </a:lnTo>
                <a:lnTo>
                  <a:pt x="1514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31940" y="1039431"/>
            <a:ext cx="154241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ambria Math"/>
                <a:cs typeface="Cambria Math"/>
              </a:rPr>
              <a:t>𝑃(𝐸</a:t>
            </a:r>
            <a:r>
              <a:rPr sz="2000" spc="20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∣</a:t>
            </a:r>
            <a:r>
              <a:rPr sz="2000" spc="125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𝐻)𝑃(𝐻)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18351" y="1402016"/>
            <a:ext cx="56959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20" dirty="0">
                <a:latin typeface="Cambria Math"/>
                <a:cs typeface="Cambria Math"/>
              </a:rPr>
              <a:t>𝑃(𝐸)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7357" y="1699323"/>
            <a:ext cx="11344275" cy="2165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latin typeface="Calibri"/>
                <a:cs typeface="Calibri"/>
              </a:rPr>
              <a:t>Where</a:t>
            </a:r>
            <a:endParaRPr sz="20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mbria Math"/>
                <a:cs typeface="Cambria Math"/>
              </a:rPr>
              <a:t>𝑃(𝐻</a:t>
            </a:r>
            <a:r>
              <a:rPr sz="2000" spc="13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∣</a:t>
            </a:r>
            <a:r>
              <a:rPr sz="2000" spc="9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𝐸)</a:t>
            </a:r>
            <a:r>
              <a:rPr sz="2000" spc="-20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Posterior probability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hypothesis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𝐻</a:t>
            </a:r>
            <a:r>
              <a:rPr sz="2000" spc="-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given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evidence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𝐸</a:t>
            </a:r>
            <a:r>
              <a:rPr sz="2000" spc="-25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mbria Math"/>
                <a:cs typeface="Cambria Math"/>
              </a:rPr>
              <a:t>𝑃(𝐻)</a:t>
            </a:r>
            <a:r>
              <a:rPr sz="2000" spc="-15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Prior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hypothesis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𝐻</a:t>
            </a:r>
            <a:r>
              <a:rPr sz="2000" spc="-25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</a:pPr>
            <a:r>
              <a:rPr sz="2000" dirty="0">
                <a:latin typeface="Cambria Math"/>
                <a:cs typeface="Cambria Math"/>
              </a:rPr>
              <a:t>𝑃(𝐸</a:t>
            </a:r>
            <a:r>
              <a:rPr sz="2000" spc="16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∣</a:t>
            </a:r>
            <a:r>
              <a:rPr sz="2000" spc="10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𝐻)</a:t>
            </a:r>
            <a:r>
              <a:rPr sz="2000" spc="-15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Likelihood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evidence </a:t>
            </a:r>
            <a:r>
              <a:rPr sz="2000" dirty="0">
                <a:latin typeface="Cambria Math"/>
                <a:cs typeface="Cambria Math"/>
              </a:rPr>
              <a:t>𝐸</a:t>
            </a:r>
            <a:r>
              <a:rPr sz="2000" spc="-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given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𝐻</a:t>
            </a:r>
            <a:r>
              <a:rPr sz="2000" spc="-25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mbria Math"/>
                <a:cs typeface="Cambria Math"/>
              </a:rPr>
              <a:t>𝑃(𝐸)</a:t>
            </a:r>
            <a:r>
              <a:rPr sz="2000" spc="-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Evidence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normalization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constant.</a:t>
            </a:r>
            <a:endParaRPr sz="20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2405"/>
              </a:spcBef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𝐻</a:t>
            </a:r>
            <a:r>
              <a:rPr sz="2100" spc="-15" baseline="-15873" dirty="0">
                <a:latin typeface="Cambria Math"/>
                <a:cs typeface="Cambria Math"/>
              </a:rPr>
              <a:t>1</a:t>
            </a:r>
            <a:r>
              <a:rPr sz="2000" spc="-10" dirty="0">
                <a:latin typeface="Cambria Math"/>
                <a:cs typeface="Cambria Math"/>
              </a:rPr>
              <a:t>,</a:t>
            </a:r>
            <a:r>
              <a:rPr sz="2000" spc="-10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𝐻</a:t>
            </a:r>
            <a:r>
              <a:rPr sz="2100" baseline="-15873" dirty="0">
                <a:latin typeface="Cambria Math"/>
                <a:cs typeface="Cambria Math"/>
              </a:rPr>
              <a:t>2</a:t>
            </a:r>
            <a:r>
              <a:rPr sz="2000" dirty="0">
                <a:latin typeface="Cambria Math"/>
                <a:cs typeface="Cambria Math"/>
              </a:rPr>
              <a:t>,</a:t>
            </a:r>
            <a:r>
              <a:rPr sz="2000" spc="-10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…</a:t>
            </a:r>
            <a:r>
              <a:rPr sz="2000" spc="-13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,</a:t>
            </a:r>
            <a:r>
              <a:rPr sz="2000" spc="-1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𝐻</a:t>
            </a:r>
            <a:r>
              <a:rPr sz="2100" baseline="-15873" dirty="0">
                <a:latin typeface="Cambria Math"/>
                <a:cs typeface="Cambria Math"/>
              </a:rPr>
              <a:t>𝑛</a:t>
            </a:r>
            <a:r>
              <a:rPr sz="2100" spc="412" baseline="-15873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mutually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exclusive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exhaustive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hypotheses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posterior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probabilities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5457" y="3883405"/>
            <a:ext cx="143319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10" dirty="0">
                <a:latin typeface="Calibri"/>
                <a:cs typeface="Calibri"/>
              </a:rPr>
              <a:t>always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400" dirty="0">
                <a:latin typeface="Calibri"/>
                <a:cs typeface="Calibri"/>
              </a:rPr>
              <a:t> </a:t>
            </a:r>
            <a:r>
              <a:rPr sz="2000" spc="250" dirty="0">
                <a:latin typeface="Cambria Math"/>
                <a:cs typeface="Cambria Math"/>
              </a:rPr>
              <a:t>෌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8744" y="4070413"/>
            <a:ext cx="3371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30" dirty="0">
                <a:latin typeface="Cambria Math"/>
                <a:cs typeface="Cambria Math"/>
              </a:rPr>
              <a:t>𝑖=1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88744" y="3800792"/>
            <a:ext cx="1435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70" dirty="0">
                <a:latin typeface="Cambria Math"/>
                <a:cs typeface="Cambria Math"/>
              </a:rPr>
              <a:t>𝑛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20341" y="3883723"/>
            <a:ext cx="156019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ambria Math"/>
                <a:cs typeface="Cambria Math"/>
              </a:rPr>
              <a:t>𝑃(𝐻</a:t>
            </a:r>
            <a:r>
              <a:rPr sz="2100" baseline="-15873" dirty="0">
                <a:latin typeface="Cambria Math"/>
                <a:cs typeface="Cambria Math"/>
              </a:rPr>
              <a:t>𝑖</a:t>
            </a:r>
            <a:r>
              <a:rPr sz="2100" spc="607" baseline="-15873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∣</a:t>
            </a:r>
            <a:r>
              <a:rPr sz="2000" spc="114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𝐸)</a:t>
            </a:r>
            <a:r>
              <a:rPr sz="2000" spc="1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10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5457" y="4541837"/>
            <a:ext cx="7737475" cy="2165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alibri"/>
                <a:cs typeface="Calibri"/>
              </a:rPr>
              <a:t>This holds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because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total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accounts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hypotheses.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5"/>
              </a:spcBef>
            </a:pPr>
            <a:r>
              <a:rPr sz="2000" dirty="0">
                <a:latin typeface="Calibri"/>
                <a:cs typeface="Calibri"/>
              </a:rPr>
              <a:t>This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logic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forms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core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Naive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Bayes</a:t>
            </a:r>
            <a:r>
              <a:rPr sz="2000" b="1" spc="-9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classifier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widely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in: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Spam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filtering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Sentiment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analysis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Document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categorization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Medical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diagnosis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prediction</a:t>
            </a:r>
            <a:endParaRPr sz="20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7EF0EC8-185D-8137-3EA4-767D661976AE}"/>
                  </a:ext>
                </a:extLst>
              </p14:cNvPr>
              <p14:cNvContentPartPr/>
              <p14:nvPr/>
            </p14:nvContentPartPr>
            <p14:xfrm>
              <a:off x="2359080" y="4822200"/>
              <a:ext cx="4962240" cy="14360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7EF0EC8-185D-8137-3EA4-767D661976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49720" y="4812840"/>
                <a:ext cx="4980960" cy="1454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-5" dirty="0"/>
              <a:t> </a:t>
            </a:r>
            <a:r>
              <a:rPr sz="2400" spc="-50" dirty="0"/>
              <a:t>4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85457" y="971148"/>
            <a:ext cx="11097895" cy="4554855"/>
          </a:xfrm>
          <a:prstGeom prst="rect">
            <a:avLst/>
          </a:prstGeom>
        </p:spPr>
        <p:txBody>
          <a:bodyPr vert="horz" wrap="square" lIns="0" tIns="18478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455"/>
              </a:spcBef>
            </a:pPr>
            <a:r>
              <a:rPr sz="2750" b="1" dirty="0">
                <a:solidFill>
                  <a:srgbClr val="006FC0"/>
                </a:solidFill>
                <a:latin typeface="Calibri"/>
                <a:cs typeface="Calibri"/>
              </a:rPr>
              <a:t>Email</a:t>
            </a:r>
            <a:r>
              <a:rPr sz="2750" b="1" spc="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750" b="1" dirty="0">
                <a:solidFill>
                  <a:srgbClr val="006FC0"/>
                </a:solidFill>
                <a:latin typeface="Calibri"/>
                <a:cs typeface="Calibri"/>
              </a:rPr>
              <a:t>Spam</a:t>
            </a:r>
            <a:r>
              <a:rPr sz="2750" b="1" spc="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750" b="1" dirty="0">
                <a:solidFill>
                  <a:srgbClr val="006FC0"/>
                </a:solidFill>
                <a:latin typeface="Calibri"/>
                <a:cs typeface="Calibri"/>
              </a:rPr>
              <a:t>Classification</a:t>
            </a:r>
            <a:r>
              <a:rPr sz="2750" b="1" spc="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750" b="1" dirty="0">
                <a:solidFill>
                  <a:srgbClr val="006FC0"/>
                </a:solidFill>
                <a:latin typeface="Calibri"/>
                <a:cs typeface="Calibri"/>
              </a:rPr>
              <a:t>using</a:t>
            </a:r>
            <a:r>
              <a:rPr sz="2750" b="1" spc="1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750" b="1" dirty="0">
                <a:solidFill>
                  <a:srgbClr val="006FC0"/>
                </a:solidFill>
                <a:latin typeface="Calibri"/>
                <a:cs typeface="Calibri"/>
              </a:rPr>
              <a:t>Bayes’</a:t>
            </a:r>
            <a:r>
              <a:rPr sz="2750" b="1" spc="1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750" b="1" spc="-10" dirty="0">
                <a:solidFill>
                  <a:srgbClr val="006FC0"/>
                </a:solidFill>
                <a:latin typeface="Calibri"/>
                <a:cs typeface="Calibri"/>
              </a:rPr>
              <a:t>Theorem</a:t>
            </a:r>
            <a:endParaRPr sz="2750">
              <a:latin typeface="Calibri"/>
              <a:cs typeface="Calibri"/>
            </a:endParaRPr>
          </a:p>
          <a:p>
            <a:pPr marL="354965" indent="-342265">
              <a:lnSpc>
                <a:spcPts val="2870"/>
              </a:lnSpc>
              <a:spcBef>
                <a:spcPts val="1160"/>
              </a:spcBef>
              <a:buFont typeface="Courier New"/>
              <a:buChar char="o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whether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email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Spam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(H₁)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Not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Spam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ts val="2870"/>
              </a:lnSpc>
            </a:pPr>
            <a:r>
              <a:rPr sz="2400" b="1" dirty="0">
                <a:latin typeface="Calibri"/>
                <a:cs typeface="Calibri"/>
              </a:rPr>
              <a:t>(H₂)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presence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“offer”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(E).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"/>
              </a:spcBef>
              <a:buFont typeface="Courier New"/>
              <a:buChar char="o"/>
              <a:tabLst>
                <a:tab pos="354965" algn="l"/>
              </a:tabLst>
            </a:pPr>
            <a:r>
              <a:rPr sz="2400" b="1" dirty="0">
                <a:latin typeface="Calibri"/>
                <a:cs typeface="Calibri"/>
              </a:rPr>
              <a:t>Given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(from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training</a:t>
            </a:r>
            <a:r>
              <a:rPr sz="2400" b="1" spc="-11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corpus):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50"/>
              </a:spcBef>
              <a:buFont typeface="Wingdings"/>
              <a:buChar char=""/>
              <a:tabLst>
                <a:tab pos="355600" algn="l"/>
                <a:tab pos="2365375" algn="l"/>
              </a:tabLst>
            </a:pPr>
            <a:r>
              <a:rPr sz="2400" dirty="0">
                <a:latin typeface="Calibri"/>
                <a:cs typeface="Calibri"/>
              </a:rPr>
              <a:t>P(Spam)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0.3</a:t>
            </a:r>
            <a:r>
              <a:rPr sz="2400" dirty="0">
                <a:latin typeface="Calibri"/>
                <a:cs typeface="Calibri"/>
              </a:rPr>
              <a:t>	→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30%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emails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spam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475"/>
              </a:spcBef>
              <a:buFont typeface="Wingdings"/>
              <a:buChar char=""/>
              <a:tabLst>
                <a:tab pos="355600" algn="l"/>
                <a:tab pos="2892425" algn="l"/>
              </a:tabLst>
            </a:pPr>
            <a:r>
              <a:rPr sz="2400" dirty="0">
                <a:latin typeface="Calibri"/>
                <a:cs typeface="Calibri"/>
              </a:rPr>
              <a:t>P(Not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Spam)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0.7</a:t>
            </a:r>
            <a:r>
              <a:rPr sz="2400" dirty="0">
                <a:latin typeface="Calibri"/>
                <a:cs typeface="Calibri"/>
              </a:rPr>
              <a:t>	→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70%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emails are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spam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480"/>
              </a:spcBef>
              <a:buFont typeface="Wingdings"/>
              <a:buChar char=""/>
              <a:tabLst>
                <a:tab pos="355600" algn="l"/>
                <a:tab pos="3495675" algn="l"/>
              </a:tabLst>
            </a:pPr>
            <a:r>
              <a:rPr sz="2400" dirty="0">
                <a:latin typeface="Calibri"/>
                <a:cs typeface="Calibri"/>
              </a:rPr>
              <a:t>P(“offer”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|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Spam)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0.8</a:t>
            </a:r>
            <a:r>
              <a:rPr sz="2400" dirty="0">
                <a:latin typeface="Calibri"/>
                <a:cs typeface="Calibri"/>
              </a:rPr>
              <a:t>	→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80%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emails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contain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“offer”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400"/>
              </a:spcBef>
              <a:buFont typeface="Wingdings"/>
              <a:buChar char=""/>
              <a:tabLst>
                <a:tab pos="355600" algn="l"/>
                <a:tab pos="4022725" algn="l"/>
              </a:tabLst>
            </a:pPr>
            <a:r>
              <a:rPr sz="2400" dirty="0">
                <a:latin typeface="Calibri"/>
                <a:cs typeface="Calibri"/>
              </a:rPr>
              <a:t>P(“offer”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|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Spam)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0.1</a:t>
            </a:r>
            <a:r>
              <a:rPr sz="2400" dirty="0">
                <a:latin typeface="Calibri"/>
                <a:cs typeface="Calibri"/>
              </a:rPr>
              <a:t>	→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10%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non-</a:t>
            </a:r>
            <a:r>
              <a:rPr sz="2400" dirty="0">
                <a:latin typeface="Calibri"/>
                <a:cs typeface="Calibri"/>
              </a:rPr>
              <a:t>spam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emails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contain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“offer”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47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b="1" dirty="0">
                <a:latin typeface="Calibri"/>
                <a:cs typeface="Calibri"/>
              </a:rPr>
              <a:t>Find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 </a:t>
            </a:r>
            <a:r>
              <a:rPr sz="2400" b="1" spc="-10" dirty="0">
                <a:latin typeface="Calibri"/>
                <a:cs typeface="Calibri"/>
              </a:rPr>
              <a:t>probability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email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spam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given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it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contains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“offer”.</a:t>
            </a:r>
            <a:endParaRPr sz="24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0E6456E-0085-B0DB-E14F-657988B3BC3F}"/>
                  </a:ext>
                </a:extLst>
              </p14:cNvPr>
              <p14:cNvContentPartPr/>
              <p14:nvPr/>
            </p14:nvContentPartPr>
            <p14:xfrm>
              <a:off x="1454760" y="2376000"/>
              <a:ext cx="7814160" cy="3172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0E6456E-0085-B0DB-E14F-657988B3BC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45400" y="2366640"/>
                <a:ext cx="7832880" cy="3191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-20" dirty="0"/>
              <a:t> </a:t>
            </a:r>
            <a:r>
              <a:rPr sz="2400" dirty="0"/>
              <a:t>4:</a:t>
            </a:r>
            <a:r>
              <a:rPr sz="2400" spc="-15" dirty="0"/>
              <a:t> </a:t>
            </a:r>
            <a:r>
              <a:rPr sz="2400" spc="-10" dirty="0"/>
              <a:t>Solution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836294" y="1094422"/>
            <a:ext cx="21380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Bayes’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Theorem: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7725" y="2468562"/>
            <a:ext cx="7010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𝑊ℎ𝑒𝑟𝑒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4566" y="2456182"/>
            <a:ext cx="77203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𝑃(𝑂𝑓𝑓𝑒𝑟</a:t>
            </a:r>
            <a:r>
              <a:rPr sz="2700" baseline="3086" dirty="0">
                <a:latin typeface="Cambria Math"/>
                <a:cs typeface="Cambria Math"/>
              </a:rPr>
              <a:t>)</a:t>
            </a:r>
            <a:r>
              <a:rPr sz="2700" spc="142" baseline="3086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𝑃(Offer</a:t>
            </a:r>
            <a:r>
              <a:rPr sz="1800" spc="39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/</a:t>
            </a:r>
            <a:r>
              <a:rPr sz="1900" spc="-30" dirty="0">
                <a:latin typeface="Cambria Math"/>
                <a:cs typeface="Cambria Math"/>
              </a:rPr>
              <a:t> </a:t>
            </a:r>
            <a:r>
              <a:rPr sz="1900" spc="-60" dirty="0">
                <a:latin typeface="Cambria Math"/>
                <a:cs typeface="Cambria Math"/>
              </a:rPr>
              <a:t>Spam</a:t>
            </a:r>
            <a:r>
              <a:rPr sz="1900" spc="-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)𝑃(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900" spc="-60" dirty="0">
                <a:latin typeface="Cambria Math"/>
                <a:cs typeface="Cambria Math"/>
              </a:rPr>
              <a:t>Spam</a:t>
            </a:r>
            <a:r>
              <a:rPr sz="1900" spc="-30" dirty="0">
                <a:latin typeface="Cambria Math"/>
                <a:cs typeface="Cambria Math"/>
              </a:rPr>
              <a:t> </a:t>
            </a:r>
            <a:r>
              <a:rPr sz="2700" baseline="3086" dirty="0">
                <a:latin typeface="Cambria Math"/>
                <a:cs typeface="Cambria Math"/>
              </a:rPr>
              <a:t>)</a:t>
            </a:r>
            <a:r>
              <a:rPr sz="2700" spc="-15" baseline="3086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𝑃(Offer</a:t>
            </a:r>
            <a:r>
              <a:rPr sz="1800" spc="39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/</a:t>
            </a:r>
            <a:r>
              <a:rPr sz="1900" spc="-25" dirty="0">
                <a:latin typeface="Cambria Math"/>
                <a:cs typeface="Cambria Math"/>
              </a:rPr>
              <a:t> </a:t>
            </a:r>
            <a:r>
              <a:rPr sz="1900" spc="-45" dirty="0">
                <a:latin typeface="Cambria Math"/>
                <a:cs typeface="Cambria Math"/>
              </a:rPr>
              <a:t>Not</a:t>
            </a:r>
            <a:r>
              <a:rPr sz="1900" spc="-25" dirty="0">
                <a:latin typeface="Cambria Math"/>
                <a:cs typeface="Cambria Math"/>
              </a:rPr>
              <a:t> </a:t>
            </a:r>
            <a:r>
              <a:rPr sz="1900" spc="-60" dirty="0">
                <a:latin typeface="Cambria Math"/>
                <a:cs typeface="Cambria Math"/>
              </a:rPr>
              <a:t>Spam</a:t>
            </a:r>
            <a:r>
              <a:rPr sz="1900" spc="-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)𝑃(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900" spc="-45" dirty="0">
                <a:latin typeface="Cambria Math"/>
                <a:cs typeface="Cambria Math"/>
              </a:rPr>
              <a:t>Not</a:t>
            </a:r>
            <a:r>
              <a:rPr sz="1900" spc="-25" dirty="0">
                <a:latin typeface="Cambria Math"/>
                <a:cs typeface="Cambria Math"/>
              </a:rPr>
              <a:t> </a:t>
            </a:r>
            <a:r>
              <a:rPr sz="1900" spc="-60" dirty="0">
                <a:latin typeface="Cambria Math"/>
                <a:cs typeface="Cambria Math"/>
              </a:rPr>
              <a:t>Spam</a:t>
            </a:r>
            <a:r>
              <a:rPr sz="1900" spc="-45" dirty="0">
                <a:latin typeface="Cambria Math"/>
                <a:cs typeface="Cambria Math"/>
              </a:rPr>
              <a:t> </a:t>
            </a:r>
            <a:r>
              <a:rPr sz="2700" spc="-75" baseline="3086" dirty="0">
                <a:latin typeface="Cambria Math"/>
                <a:cs typeface="Cambria Math"/>
              </a:rPr>
              <a:t>)</a:t>
            </a:r>
            <a:endParaRPr sz="2700" baseline="3086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12921" y="4246562"/>
            <a:ext cx="34861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0" dirty="0">
                <a:latin typeface="Cambria Math"/>
                <a:cs typeface="Cambria Math"/>
              </a:rPr>
              <a:t>0.31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90294" y="4062097"/>
            <a:ext cx="34607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𝑃(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900" spc="-60" dirty="0">
                <a:latin typeface="Cambria Math"/>
                <a:cs typeface="Cambria Math"/>
              </a:rPr>
              <a:t>Spam</a:t>
            </a:r>
            <a:r>
              <a:rPr sz="1900" spc="-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/𝑂𝑓𝑓𝑒𝑟</a:t>
            </a:r>
            <a:r>
              <a:rPr sz="2700" baseline="3086" dirty="0">
                <a:latin typeface="Cambria Math"/>
                <a:cs typeface="Cambria Math"/>
              </a:rPr>
              <a:t>)</a:t>
            </a:r>
            <a:r>
              <a:rPr sz="2700" spc="89" baseline="3086" dirty="0">
                <a:latin typeface="Cambria Math"/>
                <a:cs typeface="Cambria Math"/>
              </a:rPr>
              <a:t> 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20" dirty="0">
                <a:latin typeface="Cambria Math"/>
                <a:cs typeface="Cambria Math"/>
              </a:rPr>
              <a:t> </a:t>
            </a:r>
            <a:r>
              <a:rPr sz="2025" u="heavy" baseline="43209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0.8𝑋0.3</a:t>
            </a:r>
            <a:r>
              <a:rPr sz="2025" spc="127" baseline="43209" dirty="0">
                <a:latin typeface="Cambria Math"/>
                <a:cs typeface="Cambria Math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0.774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6400" y="3076892"/>
            <a:ext cx="37884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=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(0.8)(0.3)+(0.1)(0.7)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0.24+0.07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0.31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55235" y="1559943"/>
            <a:ext cx="203581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𝑃(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900" spc="-60" dirty="0">
                <a:latin typeface="Cambria Math"/>
                <a:cs typeface="Cambria Math"/>
              </a:rPr>
              <a:t>Spam</a:t>
            </a:r>
            <a:r>
              <a:rPr sz="1900" spc="-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/𝑂𝑓𝑓𝑒𝑟</a:t>
            </a:r>
            <a:r>
              <a:rPr sz="2700" baseline="3086" dirty="0">
                <a:latin typeface="Cambria Math"/>
                <a:cs typeface="Cambria Math"/>
              </a:rPr>
              <a:t>)</a:t>
            </a:r>
            <a:r>
              <a:rPr sz="2700" spc="82" baseline="3086" dirty="0">
                <a:latin typeface="Cambria Math"/>
                <a:cs typeface="Cambria Math"/>
              </a:rPr>
              <a:t>  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638797" y="1735201"/>
            <a:ext cx="2667000" cy="19050"/>
          </a:xfrm>
          <a:custGeom>
            <a:avLst/>
            <a:gdLst/>
            <a:ahLst/>
            <a:cxnLst/>
            <a:rect l="l" t="t" r="r" b="b"/>
            <a:pathLst>
              <a:path w="2667000" h="19050">
                <a:moveTo>
                  <a:pt x="2667000" y="0"/>
                </a:moveTo>
                <a:lnTo>
                  <a:pt x="0" y="0"/>
                </a:lnTo>
                <a:lnTo>
                  <a:pt x="0" y="19050"/>
                </a:lnTo>
                <a:lnTo>
                  <a:pt x="2667000" y="19050"/>
                </a:lnTo>
                <a:lnTo>
                  <a:pt x="2667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29400" y="1386461"/>
            <a:ext cx="269748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𝑃(Offer</a:t>
            </a:r>
            <a:r>
              <a:rPr sz="1800" spc="39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/</a:t>
            </a:r>
            <a:r>
              <a:rPr sz="1900" spc="-25" dirty="0">
                <a:latin typeface="Cambria Math"/>
                <a:cs typeface="Cambria Math"/>
              </a:rPr>
              <a:t> </a:t>
            </a:r>
            <a:r>
              <a:rPr sz="1900" spc="-60" dirty="0">
                <a:latin typeface="Cambria Math"/>
                <a:cs typeface="Cambria Math"/>
              </a:rPr>
              <a:t>Spam</a:t>
            </a:r>
            <a:r>
              <a:rPr sz="1900" spc="-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)𝑃(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900" spc="-60" dirty="0">
                <a:latin typeface="Cambria Math"/>
                <a:cs typeface="Cambria Math"/>
              </a:rPr>
              <a:t>Spam</a:t>
            </a:r>
            <a:r>
              <a:rPr sz="1900" spc="-35" dirty="0">
                <a:latin typeface="Cambria Math"/>
                <a:cs typeface="Cambria Math"/>
              </a:rPr>
              <a:t> </a:t>
            </a:r>
            <a:r>
              <a:rPr sz="2700" spc="-75" baseline="3086" dirty="0">
                <a:latin typeface="Cambria Math"/>
                <a:cs typeface="Cambria Math"/>
              </a:rPr>
              <a:t>)</a:t>
            </a:r>
            <a:endParaRPr sz="2700" baseline="3086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81316" y="1725612"/>
            <a:ext cx="9937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𝑃(𝑂𝑓𝑓𝑒𝑟</a:t>
            </a:r>
            <a:r>
              <a:rPr sz="2700" spc="-15" baseline="3086" dirty="0">
                <a:latin typeface="Cambria Math"/>
                <a:cs typeface="Cambria Math"/>
              </a:rPr>
              <a:t>)</a:t>
            </a:r>
            <a:endParaRPr sz="2700" baseline="3086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7575" y="5160073"/>
            <a:ext cx="75088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email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contains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“offer”,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 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77.4%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probability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spam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AD9CCBB-9261-D876-2726-38002124E321}"/>
                  </a:ext>
                </a:extLst>
              </p14:cNvPr>
              <p14:cNvContentPartPr/>
              <p14:nvPr/>
            </p14:nvContentPartPr>
            <p14:xfrm>
              <a:off x="1501200" y="1337400"/>
              <a:ext cx="8885880" cy="3130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AD9CCBB-9261-D876-2726-38002124E3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1840" y="1328040"/>
                <a:ext cx="8904600" cy="3149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Baye’s</a:t>
            </a:r>
            <a:r>
              <a:rPr sz="2400" spc="-135" dirty="0"/>
              <a:t> </a:t>
            </a:r>
            <a:r>
              <a:rPr sz="2400" spc="-10" dirty="0"/>
              <a:t>Theorem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575" y="1495425"/>
            <a:ext cx="10972774" cy="45243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AC9455C-0BD8-AFE0-5689-02617EC35F73}"/>
                  </a:ext>
                </a:extLst>
              </p14:cNvPr>
              <p14:cNvContentPartPr/>
              <p14:nvPr/>
            </p14:nvContentPartPr>
            <p14:xfrm>
              <a:off x="6318720" y="4226040"/>
              <a:ext cx="785520" cy="202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AC9455C-0BD8-AFE0-5689-02617EC35F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09360" y="4216680"/>
                <a:ext cx="804240" cy="221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1925"/>
            <a:ext cx="10667999" cy="762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33730" y="337819"/>
            <a:ext cx="10887075" cy="45459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0002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Features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Bayesian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endParaRPr sz="2400">
              <a:latin typeface="Arial"/>
              <a:cs typeface="Arial"/>
            </a:endParaRPr>
          </a:p>
          <a:p>
            <a:pPr marL="298450" marR="5080" indent="-286385">
              <a:lnSpc>
                <a:spcPct val="151200"/>
              </a:lnSpc>
              <a:spcBef>
                <a:spcPts val="2365"/>
              </a:spcBef>
              <a:buFont typeface="Wingdings"/>
              <a:buChar char=""/>
              <a:tabLst>
                <a:tab pos="298450" algn="l"/>
                <a:tab pos="365760" algn="l"/>
              </a:tabLst>
            </a:pPr>
            <a:r>
              <a:rPr sz="2400" dirty="0">
                <a:latin typeface="Calibri"/>
                <a:cs typeface="Calibri"/>
              </a:rPr>
              <a:t>	Prior</a:t>
            </a:r>
            <a:r>
              <a:rPr sz="2400" spc="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knowledge</a:t>
            </a:r>
            <a:r>
              <a:rPr sz="2400" spc="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combined</a:t>
            </a:r>
            <a:r>
              <a:rPr sz="2400" spc="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observed</a:t>
            </a:r>
            <a:r>
              <a:rPr sz="2400" spc="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9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9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determine</a:t>
            </a:r>
            <a:r>
              <a:rPr sz="2400" spc="8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0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final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hypothesis.</a:t>
            </a:r>
            <a:endParaRPr sz="2400">
              <a:latin typeface="Calibri"/>
              <a:cs typeface="Calibri"/>
            </a:endParaRPr>
          </a:p>
          <a:p>
            <a:pPr marL="366395" indent="-353695">
              <a:lnSpc>
                <a:spcPct val="100000"/>
              </a:lnSpc>
              <a:spcBef>
                <a:spcPts val="1400"/>
              </a:spcBef>
              <a:buFont typeface="Wingdings"/>
              <a:buChar char=""/>
              <a:tabLst>
                <a:tab pos="366395" algn="l"/>
              </a:tabLst>
            </a:pPr>
            <a:r>
              <a:rPr sz="2400" dirty="0">
                <a:latin typeface="Calibri"/>
                <a:cs typeface="Calibri"/>
              </a:rPr>
              <a:t>Prior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knowledge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provided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asserting</a:t>
            </a:r>
            <a:endParaRPr sz="2400">
              <a:latin typeface="Calibri"/>
              <a:cs typeface="Calibri"/>
            </a:endParaRPr>
          </a:p>
          <a:p>
            <a:pPr marL="981075" indent="-968375">
              <a:lnSpc>
                <a:spcPct val="100000"/>
              </a:lnSpc>
              <a:spcBef>
                <a:spcPts val="1475"/>
              </a:spcBef>
              <a:buFont typeface="Wingdings"/>
              <a:buChar char=""/>
              <a:tabLst>
                <a:tab pos="981075" algn="l"/>
              </a:tabLst>
            </a:pPr>
            <a:r>
              <a:rPr sz="2400" dirty="0">
                <a:latin typeface="Calibri"/>
                <a:cs typeface="Calibri"/>
              </a:rPr>
              <a:t>prior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candidate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hypothesis,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981075" indent="-968375">
              <a:lnSpc>
                <a:spcPct val="100000"/>
              </a:lnSpc>
              <a:spcBef>
                <a:spcPts val="1475"/>
              </a:spcBef>
              <a:buFont typeface="Wingdings"/>
              <a:buChar char=""/>
              <a:tabLst>
                <a:tab pos="981075" algn="l"/>
              </a:tabLst>
            </a:pP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distribution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observed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possible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hypothesis.</a:t>
            </a:r>
            <a:endParaRPr sz="2400">
              <a:latin typeface="Calibri"/>
              <a:cs typeface="Calibri"/>
            </a:endParaRPr>
          </a:p>
          <a:p>
            <a:pPr marL="298450" marR="6350" indent="-286385">
              <a:lnSpc>
                <a:spcPts val="4360"/>
              </a:lnSpc>
              <a:spcBef>
                <a:spcPts val="114"/>
              </a:spcBef>
              <a:buFont typeface="Wingdings"/>
              <a:buChar char=""/>
              <a:tabLst>
                <a:tab pos="298450" algn="l"/>
                <a:tab pos="365760" algn="l"/>
              </a:tabLst>
            </a:pPr>
            <a:r>
              <a:rPr sz="2400" dirty="0">
                <a:latin typeface="Calibri"/>
                <a:cs typeface="Calibri"/>
              </a:rPr>
              <a:t>	New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instances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 classified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combining 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predictions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 multiple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hypothesis, weighted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probabilities.</a:t>
            </a:r>
            <a:endParaRPr sz="24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2F12AA1-7C13-0141-7149-255D1B9C04E7}"/>
                  </a:ext>
                </a:extLst>
              </p14:cNvPr>
              <p14:cNvContentPartPr/>
              <p14:nvPr/>
            </p14:nvContentPartPr>
            <p14:xfrm>
              <a:off x="3155400" y="1568160"/>
              <a:ext cx="4532400" cy="1516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2F12AA1-7C13-0141-7149-255D1B9C04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46040" y="1558800"/>
                <a:ext cx="4551120" cy="1535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Choosing</a:t>
            </a:r>
            <a:r>
              <a:rPr sz="2400" spc="-85" dirty="0"/>
              <a:t> </a:t>
            </a:r>
            <a:r>
              <a:rPr sz="2400" spc="-10" dirty="0"/>
              <a:t>hypothesis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609600" y="1152525"/>
            <a:ext cx="11039475" cy="5010150"/>
            <a:chOff x="609600" y="1152525"/>
            <a:chExt cx="11039475" cy="50101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0" y="1152525"/>
              <a:ext cx="11039475" cy="50101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3225" y="2200275"/>
              <a:ext cx="495300" cy="2762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7050" y="2914650"/>
              <a:ext cx="504825" cy="2762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43750" y="3771912"/>
              <a:ext cx="504825" cy="2762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62525" y="4495800"/>
              <a:ext cx="3114675" cy="8191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3415029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Bayes</a:t>
            </a:r>
            <a:r>
              <a:rPr sz="2400" spc="-70" dirty="0"/>
              <a:t> </a:t>
            </a:r>
            <a:r>
              <a:rPr sz="2400" dirty="0"/>
              <a:t>Theorem:</a:t>
            </a:r>
            <a:r>
              <a:rPr sz="2400" spc="-10" dirty="0"/>
              <a:t> </a:t>
            </a:r>
            <a:r>
              <a:rPr sz="2400" dirty="0">
                <a:latin typeface="Times New Roman"/>
                <a:cs typeface="Times New Roman"/>
              </a:rPr>
              <a:t>Example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5457" y="1437322"/>
            <a:ext cx="7324090" cy="2219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330" marR="5080" indent="-342265">
              <a:lnSpc>
                <a:spcPct val="120000"/>
              </a:lnSpc>
              <a:spcBef>
                <a:spcPts val="95"/>
              </a:spcBef>
              <a:buClr>
                <a:srgbClr val="0F1141"/>
              </a:buClr>
              <a:buFont typeface="Wingdings"/>
              <a:buChar char=""/>
              <a:tabLst>
                <a:tab pos="422275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weather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sunny,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player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not? 	</a:t>
            </a:r>
            <a:r>
              <a:rPr sz="2400" dirty="0">
                <a:latin typeface="Calibri"/>
                <a:cs typeface="Calibri"/>
              </a:rPr>
              <a:t>i.e.,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/sunny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No.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0"/>
              </a:spcBef>
              <a:buClr>
                <a:srgbClr val="0F1141"/>
              </a:buClr>
              <a:buFont typeface="Wingdings"/>
              <a:buChar char=""/>
            </a:pP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0F1141"/>
              </a:buClr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Note: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P(Yes/Sunny)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P(No/Sunny)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0"/>
              </a:spcBef>
              <a:buClr>
                <a:srgbClr val="0F1141"/>
              </a:buClr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 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answer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question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asked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489950" y="963675"/>
          <a:ext cx="2882900" cy="5564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1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55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Weather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0504D"/>
                      </a:solidFill>
                      <a:prstDash val="solid"/>
                    </a:lnL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Play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C0504D"/>
                      </a:solidFill>
                      <a:prstDash val="solid"/>
                    </a:lnR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C0504D"/>
                      </a:solidFill>
                      <a:prstDash val="solid"/>
                    </a:lnL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R w="12700">
                      <a:solidFill>
                        <a:srgbClr val="C0504D"/>
                      </a:solidFill>
                      <a:prstDash val="solid"/>
                    </a:lnR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EE3364D-1125-37B5-9D8A-464F5ACE6CD7}"/>
                  </a:ext>
                </a:extLst>
              </p14:cNvPr>
              <p14:cNvContentPartPr/>
              <p14:nvPr/>
            </p14:nvContentPartPr>
            <p14:xfrm>
              <a:off x="1773000" y="1961640"/>
              <a:ext cx="5864400" cy="1403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EE3364D-1125-37B5-9D8A-464F5ACE6C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63640" y="1952280"/>
                <a:ext cx="5883120" cy="142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146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Calibri"/>
                <a:cs typeface="Calibri"/>
              </a:rPr>
              <a:t>Steps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Bayes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Theorem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837" y="1117028"/>
            <a:ext cx="6009640" cy="90296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0F1141"/>
              </a:buClr>
              <a:buFont typeface="Courier New"/>
              <a:buChar char="o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Step1: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View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Collect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“raw”</a:t>
            </a:r>
            <a:r>
              <a:rPr sz="2400" spc="-20" dirty="0">
                <a:latin typeface="Calibri"/>
                <a:cs typeface="Calibri"/>
              </a:rPr>
              <a:t> data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0F1141"/>
              </a:buClr>
              <a:buFont typeface="Courier New"/>
              <a:buChar char="o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Step2: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Convert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frequency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table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7837" y="4186270"/>
            <a:ext cx="6943725" cy="215455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90"/>
              </a:spcBef>
              <a:buClr>
                <a:srgbClr val="0F1141"/>
              </a:buClr>
              <a:buFont typeface="Courier New"/>
              <a:buChar char="o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Step3: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Row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Column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sums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Probabilities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25"/>
              </a:spcBef>
              <a:buClr>
                <a:srgbClr val="0F1141"/>
              </a:buClr>
              <a:buFont typeface="Courier New"/>
              <a:buChar char="o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Weather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Probabilities: </a:t>
            </a:r>
            <a:r>
              <a:rPr sz="2000" dirty="0">
                <a:latin typeface="Calibri"/>
                <a:cs typeface="Calibri"/>
              </a:rPr>
              <a:t>Sunny</a:t>
            </a:r>
            <a:r>
              <a:rPr sz="2000" spc="-10" dirty="0">
                <a:latin typeface="Calibri"/>
                <a:cs typeface="Calibri"/>
              </a:rPr>
              <a:t> =5/14,Rainy=5/14,Overcast=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4/14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0F1141"/>
              </a:buClr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Play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Probabilities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0"/>
              </a:spcBef>
              <a:buClr>
                <a:srgbClr val="0F1141"/>
              </a:buClr>
              <a:buFont typeface="Courier New"/>
              <a:buChar char="o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No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=5/14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0F1141"/>
              </a:buClr>
              <a:buFont typeface="Courier New"/>
              <a:buChar char="o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Yes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=9/14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12565" y="2941840"/>
            <a:ext cx="1553845" cy="407670"/>
          </a:xfrm>
          <a:custGeom>
            <a:avLst/>
            <a:gdLst/>
            <a:ahLst/>
            <a:cxnLst/>
            <a:rect l="l" t="t" r="r" b="b"/>
            <a:pathLst>
              <a:path w="1553845" h="407670">
                <a:moveTo>
                  <a:pt x="1553844" y="0"/>
                </a:moveTo>
                <a:lnTo>
                  <a:pt x="0" y="0"/>
                </a:lnTo>
                <a:lnTo>
                  <a:pt x="0" y="407149"/>
                </a:lnTo>
                <a:lnTo>
                  <a:pt x="1553844" y="407149"/>
                </a:lnTo>
                <a:lnTo>
                  <a:pt x="15538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98423" y="2114930"/>
          <a:ext cx="4660900" cy="16338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1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1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8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Weather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0504D"/>
                      </a:solidFill>
                      <a:prstDash val="solid"/>
                    </a:lnL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C0504D"/>
                      </a:solidFill>
                      <a:prstDash val="solid"/>
                    </a:lnR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6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C0504D"/>
                      </a:solidFill>
                      <a:prstDash val="solid"/>
                    </a:lnL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R w="12700">
                      <a:solidFill>
                        <a:srgbClr val="C0504D"/>
                      </a:solidFill>
                      <a:prstDash val="solid"/>
                    </a:lnR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03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03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489950" y="963675"/>
          <a:ext cx="2882900" cy="5564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1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55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Weather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0504D"/>
                      </a:solidFill>
                      <a:prstDash val="solid"/>
                    </a:lnL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Play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C0504D"/>
                      </a:solidFill>
                      <a:prstDash val="solid"/>
                    </a:lnR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C0504D"/>
                      </a:solidFill>
                      <a:prstDash val="solid"/>
                    </a:lnL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R w="12700">
                      <a:solidFill>
                        <a:srgbClr val="C0504D"/>
                      </a:solidFill>
                      <a:prstDash val="solid"/>
                    </a:lnR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0E45DC6-DD03-E7AC-DE66-FC0F9B11B4F8}"/>
                  </a:ext>
                </a:extLst>
              </p14:cNvPr>
              <p14:cNvContentPartPr/>
              <p14:nvPr/>
            </p14:nvContentPartPr>
            <p14:xfrm>
              <a:off x="891000" y="1360440"/>
              <a:ext cx="10004400" cy="5079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0E45DC6-DD03-E7AC-DE66-FC0F9B11B4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1640" y="1351080"/>
                <a:ext cx="10023120" cy="509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556C906-406B-8959-7206-735B5DC90280}"/>
                  </a:ext>
                </a:extLst>
              </p14:cNvPr>
              <p14:cNvContentPartPr/>
              <p14:nvPr/>
            </p14:nvContentPartPr>
            <p14:xfrm>
              <a:off x="4299840" y="4047120"/>
              <a:ext cx="653400" cy="550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556C906-406B-8959-7206-735B5DC902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90480" y="4037760"/>
                <a:ext cx="672120" cy="568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1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10" dirty="0">
                <a:latin typeface="Calibri"/>
                <a:cs typeface="Calibri"/>
              </a:rPr>
              <a:t>continuation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20490" y="1926361"/>
            <a:ext cx="2797810" cy="567055"/>
          </a:xfrm>
          <a:custGeom>
            <a:avLst/>
            <a:gdLst/>
            <a:ahLst/>
            <a:cxnLst/>
            <a:rect l="l" t="t" r="r" b="b"/>
            <a:pathLst>
              <a:path w="2797809" h="567055">
                <a:moveTo>
                  <a:pt x="914374" y="0"/>
                </a:moveTo>
                <a:lnTo>
                  <a:pt x="0" y="0"/>
                </a:lnTo>
                <a:lnTo>
                  <a:pt x="0" y="566521"/>
                </a:lnTo>
                <a:lnTo>
                  <a:pt x="914374" y="566521"/>
                </a:lnTo>
                <a:lnTo>
                  <a:pt x="914374" y="0"/>
                </a:lnTo>
                <a:close/>
              </a:path>
              <a:path w="2797809" h="567055">
                <a:moveTo>
                  <a:pt x="2797810" y="0"/>
                </a:moveTo>
                <a:lnTo>
                  <a:pt x="914400" y="0"/>
                </a:lnTo>
                <a:lnTo>
                  <a:pt x="914400" y="566521"/>
                </a:lnTo>
                <a:lnTo>
                  <a:pt x="2797810" y="566521"/>
                </a:lnTo>
                <a:lnTo>
                  <a:pt x="27978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20490" y="2828137"/>
            <a:ext cx="2797810" cy="572770"/>
          </a:xfrm>
          <a:custGeom>
            <a:avLst/>
            <a:gdLst/>
            <a:ahLst/>
            <a:cxnLst/>
            <a:rect l="l" t="t" r="r" b="b"/>
            <a:pathLst>
              <a:path w="2797809" h="572770">
                <a:moveTo>
                  <a:pt x="914374" y="0"/>
                </a:moveTo>
                <a:lnTo>
                  <a:pt x="0" y="0"/>
                </a:lnTo>
                <a:lnTo>
                  <a:pt x="0" y="572287"/>
                </a:lnTo>
                <a:lnTo>
                  <a:pt x="914374" y="572287"/>
                </a:lnTo>
                <a:lnTo>
                  <a:pt x="914374" y="0"/>
                </a:lnTo>
                <a:close/>
              </a:path>
              <a:path w="2797809" h="572770">
                <a:moveTo>
                  <a:pt x="2797810" y="0"/>
                </a:moveTo>
                <a:lnTo>
                  <a:pt x="914400" y="0"/>
                </a:lnTo>
                <a:lnTo>
                  <a:pt x="914400" y="572287"/>
                </a:lnTo>
                <a:lnTo>
                  <a:pt x="2797810" y="572287"/>
                </a:lnTo>
                <a:lnTo>
                  <a:pt x="27978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8489" y="999363"/>
          <a:ext cx="6635115" cy="2965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0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5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5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11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Weather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C0504D"/>
                      </a:solidFill>
                      <a:prstDash val="solid"/>
                    </a:lnL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497205" marR="89535">
                        <a:lnSpc>
                          <a:spcPct val="105000"/>
                        </a:lnSpc>
                        <a:spcBef>
                          <a:spcPts val="280"/>
                        </a:spcBef>
                      </a:pPr>
                      <a:r>
                        <a:rPr sz="15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Row </a:t>
                      </a:r>
                      <a:r>
                        <a:rPr sz="15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C0504D"/>
                      </a:solidFill>
                      <a:prstDash val="solid"/>
                    </a:lnR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550" spc="-10" dirty="0">
                          <a:latin typeface="Calibri"/>
                          <a:cs typeface="Calibri"/>
                        </a:rPr>
                        <a:t>Sunny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0504D"/>
                      </a:solidFill>
                      <a:prstDash val="solid"/>
                    </a:lnL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550" spc="-50" dirty="0">
                          <a:latin typeface="Calibri"/>
                          <a:cs typeface="Calibri"/>
                        </a:rPr>
                        <a:t>2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550" spc="-50" dirty="0">
                          <a:latin typeface="Calibri"/>
                          <a:cs typeface="Calibri"/>
                        </a:rPr>
                        <a:t>3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4972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550" spc="-50" dirty="0">
                          <a:latin typeface="Calibri"/>
                          <a:cs typeface="Calibri"/>
                        </a:rPr>
                        <a:t>5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550" dirty="0">
                          <a:latin typeface="Calibri"/>
                          <a:cs typeface="Calibri"/>
                        </a:rPr>
                        <a:t>P(sunny)=</a:t>
                      </a:r>
                      <a:r>
                        <a:rPr sz="1550" spc="1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20" dirty="0">
                          <a:latin typeface="Calibri"/>
                          <a:cs typeface="Calibri"/>
                        </a:rPr>
                        <a:t>5/14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C0504D"/>
                      </a:solidFill>
                      <a:prstDash val="solid"/>
                    </a:lnR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55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550" spc="-50" dirty="0">
                          <a:latin typeface="Calibri"/>
                          <a:cs typeface="Calibri"/>
                        </a:rPr>
                        <a:t>0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550" spc="-50" dirty="0">
                          <a:latin typeface="Calibri"/>
                          <a:cs typeface="Calibri"/>
                        </a:rPr>
                        <a:t>4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72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550" spc="-50" dirty="0">
                          <a:latin typeface="Calibri"/>
                          <a:cs typeface="Calibri"/>
                        </a:rPr>
                        <a:t>4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550" spc="-10" dirty="0">
                          <a:latin typeface="Calibri"/>
                          <a:cs typeface="Calibri"/>
                        </a:rPr>
                        <a:t>P(overcast)=4/14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550" spc="-10" dirty="0">
                          <a:latin typeface="Calibri"/>
                          <a:cs typeface="Calibri"/>
                        </a:rPr>
                        <a:t>Rainy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550" spc="-50" dirty="0">
                          <a:latin typeface="Calibri"/>
                          <a:cs typeface="Calibri"/>
                        </a:rPr>
                        <a:t>3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550" spc="-50" dirty="0">
                          <a:latin typeface="Calibri"/>
                          <a:cs typeface="Calibri"/>
                        </a:rPr>
                        <a:t>2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4972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550" spc="-50" dirty="0">
                          <a:latin typeface="Calibri"/>
                          <a:cs typeface="Calibri"/>
                        </a:rPr>
                        <a:t>5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550" dirty="0">
                          <a:latin typeface="Calibri"/>
                          <a:cs typeface="Calibri"/>
                        </a:rPr>
                        <a:t>P(Rainy)=</a:t>
                      </a:r>
                      <a:r>
                        <a:rPr sz="1550" spc="1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20" dirty="0">
                          <a:latin typeface="Calibri"/>
                          <a:cs typeface="Calibri"/>
                        </a:rPr>
                        <a:t>5/14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550" dirty="0">
                          <a:latin typeface="Calibri"/>
                          <a:cs typeface="Calibri"/>
                        </a:rPr>
                        <a:t>Column</a:t>
                      </a:r>
                      <a:r>
                        <a:rPr sz="155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20" dirty="0">
                          <a:latin typeface="Calibri"/>
                          <a:cs typeface="Calibri"/>
                        </a:rPr>
                        <a:t>Total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550" spc="-50" dirty="0">
                          <a:latin typeface="Calibri"/>
                          <a:cs typeface="Calibri"/>
                        </a:rPr>
                        <a:t>5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550" spc="-50" dirty="0">
                          <a:latin typeface="Calibri"/>
                          <a:cs typeface="Calibri"/>
                        </a:rPr>
                        <a:t>9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72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14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550" spc="-10" dirty="0">
                          <a:latin typeface="Calibri"/>
                          <a:cs typeface="Calibri"/>
                        </a:rPr>
                        <a:t>P(no)=5/14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550" spc="-10" dirty="0">
                          <a:latin typeface="Calibri"/>
                          <a:cs typeface="Calibri"/>
                        </a:rPr>
                        <a:t>P(yes)=9/14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00050" y="4079557"/>
            <a:ext cx="61360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Step4: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Apply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Probabilities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frequency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Bayes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Theorem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61950" y="4505325"/>
            <a:ext cx="11534775" cy="1285875"/>
            <a:chOff x="361950" y="4505325"/>
            <a:chExt cx="11534775" cy="128587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8600" y="4505325"/>
              <a:ext cx="7858125" cy="12858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1950" y="4743450"/>
              <a:ext cx="3743325" cy="80962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573783" y="6063297"/>
            <a:ext cx="66992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P(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Yes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| Sunny)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&gt;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P(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|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Sunny)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Hence,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Player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will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game.</a:t>
            </a:r>
            <a:endParaRPr sz="1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6443E8F-5A3B-8829-5D26-D326DAB012E6}"/>
                  </a:ext>
                </a:extLst>
              </p14:cNvPr>
              <p14:cNvContentPartPr/>
              <p14:nvPr/>
            </p14:nvContentPartPr>
            <p14:xfrm>
              <a:off x="1400760" y="1173960"/>
              <a:ext cx="10264680" cy="53125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6443E8F-5A3B-8829-5D26-D326DAB012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91400" y="1164600"/>
                <a:ext cx="10283400" cy="533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6983480-8367-DA5A-EFF1-B8F4AA9A864B}"/>
                  </a:ext>
                </a:extLst>
              </p14:cNvPr>
              <p14:cNvContentPartPr/>
              <p14:nvPr/>
            </p14:nvContentPartPr>
            <p14:xfrm>
              <a:off x="295200" y="1468080"/>
              <a:ext cx="11473560" cy="37519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6983480-8367-DA5A-EFF1-B8F4AA9A864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5840" y="1458720"/>
                <a:ext cx="11492280" cy="3770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latin typeface="Calibri"/>
                <a:cs typeface="Calibri"/>
              </a:rPr>
              <a:t>Bayesian</a:t>
            </a:r>
            <a:r>
              <a:rPr spc="-16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1187" y="4621276"/>
            <a:ext cx="1416685" cy="511175"/>
            <a:chOff x="611187" y="4621276"/>
            <a:chExt cx="1416685" cy="511175"/>
          </a:xfrm>
        </p:grpSpPr>
        <p:sp>
          <p:nvSpPr>
            <p:cNvPr id="4" name="object 4"/>
            <p:cNvSpPr/>
            <p:nvPr/>
          </p:nvSpPr>
          <p:spPr>
            <a:xfrm>
              <a:off x="623887" y="4633976"/>
              <a:ext cx="1391285" cy="485775"/>
            </a:xfrm>
            <a:custGeom>
              <a:avLst/>
              <a:gdLst/>
              <a:ahLst/>
              <a:cxnLst/>
              <a:rect l="l" t="t" r="r" b="b"/>
              <a:pathLst>
                <a:path w="1391285" h="485775">
                  <a:moveTo>
                    <a:pt x="1166939" y="0"/>
                  </a:moveTo>
                  <a:lnTo>
                    <a:pt x="223723" y="0"/>
                  </a:lnTo>
                  <a:lnTo>
                    <a:pt x="178635" y="4933"/>
                  </a:lnTo>
                  <a:lnTo>
                    <a:pt x="136640" y="19081"/>
                  </a:lnTo>
                  <a:lnTo>
                    <a:pt x="98637" y="41469"/>
                  </a:lnTo>
                  <a:lnTo>
                    <a:pt x="65527" y="71119"/>
                  </a:lnTo>
                  <a:lnTo>
                    <a:pt x="38208" y="107057"/>
                  </a:lnTo>
                  <a:lnTo>
                    <a:pt x="17581" y="148304"/>
                  </a:lnTo>
                  <a:lnTo>
                    <a:pt x="4545" y="193885"/>
                  </a:lnTo>
                  <a:lnTo>
                    <a:pt x="0" y="242824"/>
                  </a:lnTo>
                  <a:lnTo>
                    <a:pt x="4545" y="291768"/>
                  </a:lnTo>
                  <a:lnTo>
                    <a:pt x="17581" y="337363"/>
                  </a:lnTo>
                  <a:lnTo>
                    <a:pt x="38208" y="378631"/>
                  </a:lnTo>
                  <a:lnTo>
                    <a:pt x="65527" y="414591"/>
                  </a:lnTo>
                  <a:lnTo>
                    <a:pt x="98637" y="444265"/>
                  </a:lnTo>
                  <a:lnTo>
                    <a:pt x="136640" y="466673"/>
                  </a:lnTo>
                  <a:lnTo>
                    <a:pt x="178635" y="480836"/>
                  </a:lnTo>
                  <a:lnTo>
                    <a:pt x="223723" y="485775"/>
                  </a:lnTo>
                  <a:lnTo>
                    <a:pt x="1166939" y="485775"/>
                  </a:lnTo>
                  <a:lnTo>
                    <a:pt x="1212033" y="480836"/>
                  </a:lnTo>
                  <a:lnTo>
                    <a:pt x="1254035" y="466673"/>
                  </a:lnTo>
                  <a:lnTo>
                    <a:pt x="1292046" y="444265"/>
                  </a:lnTo>
                  <a:lnTo>
                    <a:pt x="1325165" y="414591"/>
                  </a:lnTo>
                  <a:lnTo>
                    <a:pt x="1352492" y="378631"/>
                  </a:lnTo>
                  <a:lnTo>
                    <a:pt x="1373125" y="337363"/>
                  </a:lnTo>
                  <a:lnTo>
                    <a:pt x="1386166" y="291768"/>
                  </a:lnTo>
                  <a:lnTo>
                    <a:pt x="1390713" y="242824"/>
                  </a:lnTo>
                  <a:lnTo>
                    <a:pt x="1386166" y="193885"/>
                  </a:lnTo>
                  <a:lnTo>
                    <a:pt x="1373125" y="148304"/>
                  </a:lnTo>
                  <a:lnTo>
                    <a:pt x="1352492" y="107057"/>
                  </a:lnTo>
                  <a:lnTo>
                    <a:pt x="1325165" y="71119"/>
                  </a:lnTo>
                  <a:lnTo>
                    <a:pt x="1292046" y="41469"/>
                  </a:lnTo>
                  <a:lnTo>
                    <a:pt x="1254035" y="19081"/>
                  </a:lnTo>
                  <a:lnTo>
                    <a:pt x="1212033" y="4933"/>
                  </a:lnTo>
                  <a:lnTo>
                    <a:pt x="1166939" y="0"/>
                  </a:lnTo>
                  <a:close/>
                </a:path>
              </a:pathLst>
            </a:custGeom>
            <a:solidFill>
              <a:srgbClr val="1C1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3887" y="4633976"/>
              <a:ext cx="1391285" cy="485775"/>
            </a:xfrm>
            <a:custGeom>
              <a:avLst/>
              <a:gdLst/>
              <a:ahLst/>
              <a:cxnLst/>
              <a:rect l="l" t="t" r="r" b="b"/>
              <a:pathLst>
                <a:path w="1391285" h="485775">
                  <a:moveTo>
                    <a:pt x="223723" y="0"/>
                  </a:moveTo>
                  <a:lnTo>
                    <a:pt x="1166939" y="0"/>
                  </a:lnTo>
                  <a:lnTo>
                    <a:pt x="1212033" y="4933"/>
                  </a:lnTo>
                  <a:lnTo>
                    <a:pt x="1254035" y="19081"/>
                  </a:lnTo>
                  <a:lnTo>
                    <a:pt x="1292046" y="41469"/>
                  </a:lnTo>
                  <a:lnTo>
                    <a:pt x="1325165" y="71119"/>
                  </a:lnTo>
                  <a:lnTo>
                    <a:pt x="1352492" y="107057"/>
                  </a:lnTo>
                  <a:lnTo>
                    <a:pt x="1373125" y="148304"/>
                  </a:lnTo>
                  <a:lnTo>
                    <a:pt x="1386166" y="193885"/>
                  </a:lnTo>
                  <a:lnTo>
                    <a:pt x="1390713" y="242824"/>
                  </a:lnTo>
                  <a:lnTo>
                    <a:pt x="1386166" y="291768"/>
                  </a:lnTo>
                  <a:lnTo>
                    <a:pt x="1373125" y="337363"/>
                  </a:lnTo>
                  <a:lnTo>
                    <a:pt x="1352492" y="378631"/>
                  </a:lnTo>
                  <a:lnTo>
                    <a:pt x="1325165" y="414591"/>
                  </a:lnTo>
                  <a:lnTo>
                    <a:pt x="1292046" y="444265"/>
                  </a:lnTo>
                  <a:lnTo>
                    <a:pt x="1254035" y="466673"/>
                  </a:lnTo>
                  <a:lnTo>
                    <a:pt x="1212033" y="480836"/>
                  </a:lnTo>
                  <a:lnTo>
                    <a:pt x="1166939" y="485775"/>
                  </a:lnTo>
                  <a:lnTo>
                    <a:pt x="223723" y="485775"/>
                  </a:lnTo>
                  <a:lnTo>
                    <a:pt x="178635" y="480836"/>
                  </a:lnTo>
                  <a:lnTo>
                    <a:pt x="136640" y="466673"/>
                  </a:lnTo>
                  <a:lnTo>
                    <a:pt x="98637" y="444265"/>
                  </a:lnTo>
                  <a:lnTo>
                    <a:pt x="65527" y="414591"/>
                  </a:lnTo>
                  <a:lnTo>
                    <a:pt x="38208" y="378631"/>
                  </a:lnTo>
                  <a:lnTo>
                    <a:pt x="17581" y="337363"/>
                  </a:lnTo>
                  <a:lnTo>
                    <a:pt x="4545" y="291768"/>
                  </a:lnTo>
                  <a:lnTo>
                    <a:pt x="0" y="242824"/>
                  </a:lnTo>
                  <a:lnTo>
                    <a:pt x="4545" y="193885"/>
                  </a:lnTo>
                  <a:lnTo>
                    <a:pt x="17581" y="148304"/>
                  </a:lnTo>
                  <a:lnTo>
                    <a:pt x="38208" y="107057"/>
                  </a:lnTo>
                  <a:lnTo>
                    <a:pt x="65527" y="71119"/>
                  </a:lnTo>
                  <a:lnTo>
                    <a:pt x="98637" y="41469"/>
                  </a:lnTo>
                  <a:lnTo>
                    <a:pt x="136640" y="19081"/>
                  </a:lnTo>
                  <a:lnTo>
                    <a:pt x="178635" y="4933"/>
                  </a:lnTo>
                  <a:lnTo>
                    <a:pt x="223723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91147" y="900366"/>
            <a:ext cx="11316970" cy="5052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330" marR="285115" indent="-342265">
              <a:lnSpc>
                <a:spcPct val="151300"/>
              </a:lnSpc>
              <a:spcBef>
                <a:spcPts val="95"/>
              </a:spcBef>
              <a:buClr>
                <a:srgbClr val="0F1141"/>
              </a:buClr>
              <a:buFont typeface="Wingdings"/>
              <a:buChar char="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Naive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Bayes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is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set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simple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efficient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machine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learning</a:t>
            </a:r>
            <a:r>
              <a:rPr sz="2150" spc="10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algorithms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solving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variety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of 	</a:t>
            </a:r>
            <a:r>
              <a:rPr sz="2150" dirty="0">
                <a:latin typeface="Calibri"/>
                <a:cs typeface="Calibri"/>
              </a:rPr>
              <a:t>classification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1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regression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problems.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400"/>
              </a:spcBef>
              <a:buClr>
                <a:srgbClr val="0F1141"/>
              </a:buClr>
              <a:buFont typeface="Wingdings"/>
              <a:buChar char=""/>
              <a:tabLst>
                <a:tab pos="355600" algn="l"/>
              </a:tabLst>
            </a:pP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Naive</a:t>
            </a:r>
            <a:r>
              <a:rPr sz="2150" b="1" spc="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Bayes</a:t>
            </a:r>
            <a:r>
              <a:rPr sz="2150" b="1" spc="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assumes</a:t>
            </a:r>
            <a:r>
              <a:rPr sz="2150" b="1" spc="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conditional</a:t>
            </a:r>
            <a:r>
              <a:rPr sz="2150" b="1" spc="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independence</a:t>
            </a:r>
            <a:r>
              <a:rPr sz="2150" b="1" spc="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where</a:t>
            </a:r>
            <a:r>
              <a:rPr sz="2150" b="1" spc="1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Bayes</a:t>
            </a:r>
            <a:r>
              <a:rPr sz="2150" b="1" spc="1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theorem</a:t>
            </a:r>
            <a:r>
              <a:rPr sz="2150" b="1" spc="1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does</a:t>
            </a:r>
            <a:r>
              <a:rPr sz="2150" b="1" spc="1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not.</a:t>
            </a:r>
            <a:r>
              <a:rPr sz="2150" b="1" spc="1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This</a:t>
            </a:r>
            <a:r>
              <a:rPr sz="2150" b="1" spc="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spc="-10" dirty="0">
                <a:solidFill>
                  <a:srgbClr val="00AF50"/>
                </a:solidFill>
                <a:latin typeface="Calibri"/>
                <a:cs typeface="Calibri"/>
              </a:rPr>
              <a:t>means</a:t>
            </a:r>
            <a:endParaRPr sz="2150">
              <a:latin typeface="Calibri"/>
              <a:cs typeface="Calibri"/>
            </a:endParaRPr>
          </a:p>
          <a:p>
            <a:pPr marL="355600" algn="just">
              <a:lnSpc>
                <a:spcPct val="100000"/>
              </a:lnSpc>
              <a:spcBef>
                <a:spcPts val="1400"/>
              </a:spcBef>
            </a:pP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the</a:t>
            </a:r>
            <a:r>
              <a:rPr sz="2150" b="1" spc="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relationship</a:t>
            </a:r>
            <a:r>
              <a:rPr sz="2150" b="1" spc="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between</a:t>
            </a:r>
            <a:r>
              <a:rPr sz="2150" b="1" spc="1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all</a:t>
            </a:r>
            <a:r>
              <a:rPr sz="2150" b="1" spc="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input</a:t>
            </a:r>
            <a:r>
              <a:rPr sz="2150" b="1" spc="1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features</a:t>
            </a:r>
            <a:r>
              <a:rPr sz="2150" b="1" spc="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are</a:t>
            </a:r>
            <a:r>
              <a:rPr sz="2150" b="1" spc="1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spc="-10" dirty="0">
                <a:solidFill>
                  <a:srgbClr val="00AF50"/>
                </a:solidFill>
                <a:latin typeface="Calibri"/>
                <a:cs typeface="Calibri"/>
              </a:rPr>
              <a:t>independent.</a:t>
            </a:r>
            <a:endParaRPr sz="2150">
              <a:latin typeface="Calibri"/>
              <a:cs typeface="Calibri"/>
            </a:endParaRPr>
          </a:p>
          <a:p>
            <a:pPr marL="354330" marR="582930" indent="-342265" algn="just">
              <a:lnSpc>
                <a:spcPct val="152800"/>
              </a:lnSpc>
              <a:spcBef>
                <a:spcPts val="40"/>
              </a:spcBef>
              <a:buClr>
                <a:srgbClr val="0F1141"/>
              </a:buClr>
              <a:buFont typeface="Wingdings"/>
              <a:buChar char="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Bayesian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learning</a:t>
            </a:r>
            <a:r>
              <a:rPr sz="2150" spc="1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algorithms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that</a:t>
            </a:r>
            <a:r>
              <a:rPr sz="2150" spc="1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calculate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explicit</a:t>
            </a:r>
            <a:r>
              <a:rPr sz="2150" spc="1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probabilities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hypotheses,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such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as</a:t>
            </a:r>
            <a:r>
              <a:rPr sz="2150" spc="155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the 	</a:t>
            </a:r>
            <a:r>
              <a:rPr sz="2150" dirty="0">
                <a:latin typeface="Calibri"/>
                <a:cs typeface="Calibri"/>
              </a:rPr>
              <a:t>Naive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Bayes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classifier,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are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among</a:t>
            </a:r>
            <a:r>
              <a:rPr sz="2150" spc="1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most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practical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approaches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certain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types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learning 	problems.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0F1141"/>
              </a:buClr>
              <a:buFont typeface="Wingdings"/>
              <a:buChar char=""/>
            </a:pPr>
            <a:endParaRPr sz="2150">
              <a:latin typeface="Calibri"/>
              <a:cs typeface="Calibri"/>
            </a:endParaRPr>
          </a:p>
          <a:p>
            <a:pPr marL="48704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Example: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50" dirty="0">
                <a:latin typeface="Calibri"/>
                <a:cs typeface="Calibri"/>
              </a:rPr>
              <a:t>Problem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114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learning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classify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text</a:t>
            </a:r>
            <a:r>
              <a:rPr sz="2150" spc="1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documents</a:t>
            </a:r>
            <a:r>
              <a:rPr sz="2150" spc="1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such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as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electronic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news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articles.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395"/>
              </a:spcBef>
              <a:buClr>
                <a:srgbClr val="0F1141"/>
              </a:buClr>
              <a:buFont typeface="Wingdings"/>
              <a:buChar char=""/>
              <a:tabLst>
                <a:tab pos="354965" algn="l"/>
              </a:tabLst>
            </a:pPr>
            <a:r>
              <a:rPr sz="2150" dirty="0">
                <a:latin typeface="Calibri"/>
                <a:cs typeface="Calibri"/>
              </a:rPr>
              <a:t>For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such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learning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tasks,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Naive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Bayes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classifier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is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among</a:t>
            </a:r>
            <a:r>
              <a:rPr sz="2150" spc="1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most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effective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known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algorithms.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Naive</a:t>
            </a:r>
            <a:r>
              <a:rPr sz="2400" spc="-65" dirty="0"/>
              <a:t> </a:t>
            </a:r>
            <a:r>
              <a:rPr sz="2400" dirty="0"/>
              <a:t>Bayes</a:t>
            </a:r>
            <a:r>
              <a:rPr sz="2400" spc="5" dirty="0"/>
              <a:t> </a:t>
            </a:r>
            <a:r>
              <a:rPr sz="2400" spc="-10" dirty="0"/>
              <a:t>Classifier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529454" y="2110358"/>
            <a:ext cx="12096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latin typeface="Cambria Math"/>
                <a:cs typeface="Cambria Math"/>
              </a:rPr>
              <a:t>𝑃(𝐶</a:t>
            </a:r>
            <a:r>
              <a:rPr sz="2000" spc="22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∣</a:t>
            </a:r>
            <a:r>
              <a:rPr sz="2000" spc="14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𝑋)</a:t>
            </a:r>
            <a:r>
              <a:rPr sz="2000" spc="13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93740" y="2301620"/>
            <a:ext cx="1457325" cy="19050"/>
          </a:xfrm>
          <a:custGeom>
            <a:avLst/>
            <a:gdLst/>
            <a:ahLst/>
            <a:cxnLst/>
            <a:rect l="l" t="t" r="r" b="b"/>
            <a:pathLst>
              <a:path w="1457325" h="19050">
                <a:moveTo>
                  <a:pt x="1457325" y="0"/>
                </a:moveTo>
                <a:lnTo>
                  <a:pt x="0" y="0"/>
                </a:lnTo>
                <a:lnTo>
                  <a:pt x="0" y="19050"/>
                </a:lnTo>
                <a:lnTo>
                  <a:pt x="1457325" y="19050"/>
                </a:lnTo>
                <a:lnTo>
                  <a:pt x="14573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85457" y="1410526"/>
            <a:ext cx="7219950" cy="842644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10"/>
              </a:spcBef>
              <a:buFont typeface="Courier New"/>
              <a:buChar char="o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Naive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Bayes,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classify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conditional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probabilities:</a:t>
            </a:r>
            <a:endParaRPr sz="2000">
              <a:latin typeface="Calibri"/>
              <a:cs typeface="Calibri"/>
            </a:endParaRPr>
          </a:p>
          <a:p>
            <a:pPr marR="443230" algn="r">
              <a:lnSpc>
                <a:spcPct val="100000"/>
              </a:lnSpc>
              <a:spcBef>
                <a:spcPts val="815"/>
              </a:spcBef>
            </a:pPr>
            <a:r>
              <a:rPr sz="2000" dirty="0">
                <a:latin typeface="Cambria Math"/>
                <a:cs typeface="Cambria Math"/>
              </a:rPr>
              <a:t>𝑃(𝑋</a:t>
            </a:r>
            <a:r>
              <a:rPr sz="2000" spc="16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∣</a:t>
            </a:r>
            <a:r>
              <a:rPr sz="2000" spc="130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𝐶)𝑃(𝐶)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38875" y="2280856"/>
            <a:ext cx="57086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20" dirty="0">
                <a:latin typeface="Cambria Math"/>
                <a:cs typeface="Cambria Math"/>
              </a:rPr>
              <a:t>𝑃(𝑋)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4657" y="2577845"/>
            <a:ext cx="10657205" cy="2862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3204" indent="-179705">
              <a:lnSpc>
                <a:spcPct val="100000"/>
              </a:lnSpc>
              <a:spcBef>
                <a:spcPts val="130"/>
              </a:spcBef>
              <a:buChar char="·"/>
              <a:tabLst>
                <a:tab pos="243204" algn="l"/>
              </a:tabLst>
            </a:pPr>
            <a:r>
              <a:rPr sz="2000" dirty="0">
                <a:latin typeface="Calibri"/>
                <a:cs typeface="Calibri"/>
              </a:rPr>
              <a:t>C: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label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(hypothesis).</a:t>
            </a:r>
            <a:endParaRPr sz="2000">
              <a:latin typeface="Calibri"/>
              <a:cs typeface="Calibri"/>
            </a:endParaRPr>
          </a:p>
          <a:p>
            <a:pPr marL="243204" indent="-179705">
              <a:lnSpc>
                <a:spcPct val="100000"/>
              </a:lnSpc>
              <a:spcBef>
                <a:spcPts val="5"/>
              </a:spcBef>
              <a:buChar char="·"/>
              <a:tabLst>
                <a:tab pos="243204" algn="l"/>
              </a:tabLst>
            </a:pPr>
            <a:r>
              <a:rPr sz="2000" dirty="0">
                <a:latin typeface="Calibri"/>
                <a:cs typeface="Calibri"/>
              </a:rPr>
              <a:t>X: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Feature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vector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(evidence).</a:t>
            </a:r>
            <a:endParaRPr sz="2000">
              <a:latin typeface="Calibri"/>
              <a:cs typeface="Calibri"/>
            </a:endParaRPr>
          </a:p>
          <a:p>
            <a:pPr marL="405765" indent="-342265">
              <a:lnSpc>
                <a:spcPct val="100000"/>
              </a:lnSpc>
              <a:spcBef>
                <a:spcPts val="2400"/>
              </a:spcBef>
              <a:buFont typeface="Courier New"/>
              <a:buChar char="o"/>
              <a:tabLst>
                <a:tab pos="4057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sum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probabilities over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possible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classes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𝐶</a:t>
            </a:r>
            <a:r>
              <a:rPr sz="2100" spc="-15" baseline="-15873" dirty="0">
                <a:latin typeface="Cambria Math"/>
                <a:cs typeface="Cambria Math"/>
              </a:rPr>
              <a:t>1</a:t>
            </a:r>
            <a:r>
              <a:rPr sz="2000" spc="-10" dirty="0">
                <a:latin typeface="Cambria Math"/>
                <a:cs typeface="Cambria Math"/>
              </a:rPr>
              <a:t>,</a:t>
            </a:r>
            <a:r>
              <a:rPr sz="2000" spc="-1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𝐶</a:t>
            </a:r>
            <a:r>
              <a:rPr sz="2100" baseline="-15873" dirty="0">
                <a:latin typeface="Cambria Math"/>
                <a:cs typeface="Cambria Math"/>
              </a:rPr>
              <a:t>2</a:t>
            </a:r>
            <a:r>
              <a:rPr sz="2000" dirty="0">
                <a:latin typeface="Cambria Math"/>
                <a:cs typeface="Cambria Math"/>
              </a:rPr>
              <a:t>,</a:t>
            </a:r>
            <a:r>
              <a:rPr sz="2000" spc="-1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…</a:t>
            </a:r>
            <a:r>
              <a:rPr sz="2000" spc="-13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,</a:t>
            </a:r>
            <a:r>
              <a:rPr sz="2000" spc="-114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𝐶</a:t>
            </a:r>
            <a:r>
              <a:rPr sz="2100" baseline="-15873" dirty="0">
                <a:latin typeface="Cambria Math"/>
                <a:cs typeface="Cambria Math"/>
              </a:rPr>
              <a:t>𝑛</a:t>
            </a:r>
            <a:r>
              <a:rPr sz="2100" spc="367" baseline="-15873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always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1</a:t>
            </a:r>
            <a:r>
              <a:rPr sz="2000" spc="-25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R="1224280" algn="ctr">
              <a:lnSpc>
                <a:spcPct val="100000"/>
              </a:lnSpc>
              <a:spcBef>
                <a:spcPts val="1090"/>
              </a:spcBef>
            </a:pPr>
            <a:r>
              <a:rPr sz="1400" spc="70" dirty="0">
                <a:latin typeface="Cambria Math"/>
                <a:cs typeface="Cambria Math"/>
              </a:rPr>
              <a:t>𝑛</a:t>
            </a:r>
            <a:endParaRPr sz="1400">
              <a:latin typeface="Cambria Math"/>
              <a:cs typeface="Cambria Math"/>
            </a:endParaRPr>
          </a:p>
          <a:p>
            <a:pPr marL="267970" algn="ctr">
              <a:lnSpc>
                <a:spcPct val="100000"/>
              </a:lnSpc>
              <a:spcBef>
                <a:spcPts val="695"/>
              </a:spcBef>
            </a:pPr>
            <a:r>
              <a:rPr sz="2000" spc="680" dirty="0">
                <a:latin typeface="Cambria Math"/>
                <a:cs typeface="Cambria Math"/>
              </a:rPr>
              <a:t>෍</a:t>
            </a:r>
            <a:r>
              <a:rPr sz="2000" spc="-14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𝑃(𝐶</a:t>
            </a:r>
            <a:r>
              <a:rPr sz="2100" baseline="-15873" dirty="0">
                <a:latin typeface="Cambria Math"/>
                <a:cs typeface="Cambria Math"/>
              </a:rPr>
              <a:t>𝑖</a:t>
            </a:r>
            <a:r>
              <a:rPr sz="2100" spc="592" baseline="-15873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∣</a:t>
            </a:r>
            <a:r>
              <a:rPr sz="2000" spc="1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𝑋)</a:t>
            </a:r>
            <a:r>
              <a:rPr sz="2000" spc="10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10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  <a:p>
            <a:pPr marR="1221105" algn="ctr">
              <a:lnSpc>
                <a:spcPts val="1480"/>
              </a:lnSpc>
              <a:spcBef>
                <a:spcPts val="750"/>
              </a:spcBef>
            </a:pPr>
            <a:r>
              <a:rPr sz="1400" spc="30" dirty="0">
                <a:latin typeface="Cambria Math"/>
                <a:cs typeface="Cambria Math"/>
              </a:rPr>
              <a:t>𝑖=1</a:t>
            </a:r>
            <a:endParaRPr sz="1400">
              <a:latin typeface="Cambria Math"/>
              <a:cs typeface="Cambria Math"/>
            </a:endParaRPr>
          </a:p>
          <a:p>
            <a:pPr marL="406400" indent="-342900">
              <a:lnSpc>
                <a:spcPts val="2200"/>
              </a:lnSpc>
              <a:buFont typeface="Courier New"/>
              <a:buChar char="o"/>
              <a:tabLst>
                <a:tab pos="406400" algn="l"/>
              </a:tabLst>
            </a:pPr>
            <a:r>
              <a:rPr sz="2000" dirty="0">
                <a:latin typeface="Calibri"/>
                <a:cs typeface="Calibri"/>
              </a:rPr>
              <a:t>This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because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Naive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Bayes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classifier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calculates probabilities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 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mutually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exclusive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4064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libri"/>
                <a:cs typeface="Calibri"/>
              </a:rPr>
              <a:t>exhaustive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classes.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denominator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P(X)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normalizes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probabilities,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ensuring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sum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1.</a:t>
            </a:r>
            <a:endParaRPr sz="20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DAB6DAE-DD88-5841-7D2C-BDA5C0148F3C}"/>
                  </a:ext>
                </a:extLst>
              </p14:cNvPr>
              <p14:cNvContentPartPr/>
              <p14:nvPr/>
            </p14:nvContentPartPr>
            <p14:xfrm>
              <a:off x="6264720" y="2669760"/>
              <a:ext cx="837720" cy="163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DAB6DAE-DD88-5841-7D2C-BDA5C0148F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55360" y="2660400"/>
                <a:ext cx="856440" cy="181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Generative</a:t>
            </a:r>
            <a:r>
              <a:rPr sz="2400" spc="-95" dirty="0"/>
              <a:t> </a:t>
            </a:r>
            <a:r>
              <a:rPr sz="2400" spc="-20" dirty="0"/>
              <a:t>Model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26732" y="895286"/>
            <a:ext cx="9161145" cy="2228850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70"/>
              </a:spcBef>
              <a:buClr>
                <a:srgbClr val="0F1141"/>
              </a:buClr>
              <a:buFont typeface="Wingdings"/>
              <a:buChar char="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Build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estimate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posterior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P(Y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|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X)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estimating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475"/>
              </a:spcBef>
              <a:buClr>
                <a:srgbClr val="0F1141"/>
              </a:buClr>
              <a:buFont typeface="Wingdings"/>
              <a:buChar char="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likelihood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target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(hypothesis)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P(X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|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Y)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00"/>
              </a:spcBef>
              <a:buClr>
                <a:srgbClr val="0F1141"/>
              </a:buClr>
              <a:buFont typeface="Wingdings"/>
              <a:buChar char="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Prior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probabilities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target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P(Y)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480"/>
              </a:spcBef>
              <a:buClr>
                <a:srgbClr val="0F1141"/>
              </a:buClr>
              <a:buFont typeface="Wingdings"/>
              <a:buChar char="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general,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specific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Y=ck,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" y="4752975"/>
            <a:ext cx="4886325" cy="9715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00900" y="3371850"/>
            <a:ext cx="3857625" cy="27717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29129" y="6138862"/>
            <a:ext cx="10915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𝑃(𝐶</a:t>
            </a:r>
            <a:r>
              <a:rPr sz="1800" spc="1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∣</a:t>
            </a:r>
            <a:r>
              <a:rPr sz="1800" spc="1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𝑋)</a:t>
            </a:r>
            <a:r>
              <a:rPr sz="1800" spc="13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73400" y="6295364"/>
            <a:ext cx="1314450" cy="19050"/>
          </a:xfrm>
          <a:custGeom>
            <a:avLst/>
            <a:gdLst/>
            <a:ahLst/>
            <a:cxnLst/>
            <a:rect l="l" t="t" r="r" b="b"/>
            <a:pathLst>
              <a:path w="1314450" h="19050">
                <a:moveTo>
                  <a:pt x="1314450" y="0"/>
                </a:moveTo>
                <a:lnTo>
                  <a:pt x="0" y="0"/>
                </a:lnTo>
                <a:lnTo>
                  <a:pt x="0" y="19050"/>
                </a:lnTo>
                <a:lnTo>
                  <a:pt x="1314450" y="19050"/>
                </a:lnTo>
                <a:lnTo>
                  <a:pt x="131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59176" y="5965507"/>
            <a:ext cx="13411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𝑃(𝑋</a:t>
            </a:r>
            <a:r>
              <a:rPr sz="1800" spc="1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∣</a:t>
            </a:r>
            <a:r>
              <a:rPr sz="1800" spc="114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𝐶)𝑃(𝐶)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71545" y="6291897"/>
            <a:ext cx="5162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mbria Math"/>
                <a:cs typeface="Cambria Math"/>
              </a:rPr>
              <a:t>𝑃(𝑋)</a:t>
            </a:r>
            <a:endParaRPr sz="1800">
              <a:latin typeface="Cambria Math"/>
              <a:cs typeface="Cambria Math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5A13886-789D-094A-7C7D-A656433F9432}"/>
                  </a:ext>
                </a:extLst>
              </p14:cNvPr>
              <p14:cNvContentPartPr/>
              <p14:nvPr/>
            </p14:nvContentPartPr>
            <p14:xfrm>
              <a:off x="2459520" y="967680"/>
              <a:ext cx="9676080" cy="4646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5A13886-789D-094A-7C7D-A656433F943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50160" y="958320"/>
                <a:ext cx="9694800" cy="4664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latin typeface="Calibri"/>
                <a:cs typeface="Calibri"/>
              </a:rPr>
              <a:t>Conditional</a:t>
            </a:r>
            <a:r>
              <a:rPr sz="2750" spc="18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Independence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10107" y="1187195"/>
            <a:ext cx="9873615" cy="609600"/>
          </a:xfrm>
          <a:custGeom>
            <a:avLst/>
            <a:gdLst/>
            <a:ahLst/>
            <a:cxnLst/>
            <a:rect l="l" t="t" r="r" b="b"/>
            <a:pathLst>
              <a:path w="9873615" h="609600">
                <a:moveTo>
                  <a:pt x="9873183" y="0"/>
                </a:moveTo>
                <a:lnTo>
                  <a:pt x="0" y="0"/>
                </a:lnTo>
                <a:lnTo>
                  <a:pt x="0" y="266700"/>
                </a:lnTo>
                <a:lnTo>
                  <a:pt x="0" y="342900"/>
                </a:lnTo>
                <a:lnTo>
                  <a:pt x="0" y="609600"/>
                </a:lnTo>
                <a:lnTo>
                  <a:pt x="1217625" y="609600"/>
                </a:lnTo>
                <a:lnTo>
                  <a:pt x="1281125" y="609600"/>
                </a:lnTo>
                <a:lnTo>
                  <a:pt x="7846390" y="609600"/>
                </a:lnTo>
                <a:lnTo>
                  <a:pt x="7846390" y="342900"/>
                </a:lnTo>
                <a:lnTo>
                  <a:pt x="9873183" y="342900"/>
                </a:lnTo>
                <a:lnTo>
                  <a:pt x="9873183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4647" y="1166113"/>
            <a:ext cx="10187940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Naive</a:t>
            </a:r>
            <a:r>
              <a:rPr sz="2150" b="1" spc="6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Bayes</a:t>
            </a:r>
            <a:r>
              <a:rPr sz="2150" b="1" spc="5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assumes</a:t>
            </a:r>
            <a:r>
              <a:rPr sz="2150" b="1" spc="15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conditional</a:t>
            </a:r>
            <a:r>
              <a:rPr sz="2150" b="1" spc="1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independence</a:t>
            </a:r>
            <a:r>
              <a:rPr sz="2150" b="1" spc="14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where</a:t>
            </a:r>
            <a:r>
              <a:rPr sz="2150" b="1" spc="14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Bayes</a:t>
            </a:r>
            <a:r>
              <a:rPr sz="2150" b="1" spc="6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theorem</a:t>
            </a:r>
            <a:r>
              <a:rPr sz="2150" b="1" spc="6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does</a:t>
            </a:r>
            <a:r>
              <a:rPr sz="2150" b="1" spc="15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not.</a:t>
            </a:r>
            <a:r>
              <a:rPr sz="2150" b="1" spc="125" dirty="0">
                <a:latin typeface="Calibri"/>
                <a:cs typeface="Calibri"/>
              </a:rPr>
              <a:t> </a:t>
            </a:r>
            <a:r>
              <a:rPr sz="2150" b="1" spc="-20" dirty="0">
                <a:latin typeface="Calibri"/>
                <a:cs typeface="Calibri"/>
              </a:rPr>
              <a:t>This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0107" y="1520245"/>
            <a:ext cx="7859395" cy="276860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5"/>
              </a:lnSpc>
            </a:pPr>
            <a:r>
              <a:rPr sz="2150" b="1" dirty="0">
                <a:latin typeface="Calibri"/>
                <a:cs typeface="Calibri"/>
              </a:rPr>
              <a:t>means</a:t>
            </a:r>
            <a:r>
              <a:rPr sz="2150" b="1" spc="3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the</a:t>
            </a:r>
            <a:r>
              <a:rPr sz="2150" b="1" spc="8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relationship</a:t>
            </a:r>
            <a:r>
              <a:rPr sz="2150" b="1" spc="5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between</a:t>
            </a:r>
            <a:r>
              <a:rPr sz="2150" b="1" spc="4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all</a:t>
            </a:r>
            <a:r>
              <a:rPr sz="2150" b="1" spc="8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input</a:t>
            </a:r>
            <a:r>
              <a:rPr sz="2150" b="1" spc="9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features</a:t>
            </a:r>
            <a:r>
              <a:rPr sz="2150" b="1" spc="12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are</a:t>
            </a:r>
            <a:r>
              <a:rPr sz="2150" b="1" spc="125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independent.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9915" y="3199383"/>
            <a:ext cx="930910" cy="255904"/>
          </a:xfrm>
          <a:custGeom>
            <a:avLst/>
            <a:gdLst/>
            <a:ahLst/>
            <a:cxnLst/>
            <a:rect l="l" t="t" r="r" b="b"/>
            <a:pathLst>
              <a:path w="930910" h="255904">
                <a:moveTo>
                  <a:pt x="848791" y="0"/>
                </a:moveTo>
                <a:lnTo>
                  <a:pt x="845108" y="10413"/>
                </a:lnTo>
                <a:lnTo>
                  <a:pt x="859967" y="16869"/>
                </a:lnTo>
                <a:lnTo>
                  <a:pt x="872731" y="25765"/>
                </a:lnTo>
                <a:lnTo>
                  <a:pt x="898565" y="67006"/>
                </a:lnTo>
                <a:lnTo>
                  <a:pt x="906092" y="104590"/>
                </a:lnTo>
                <a:lnTo>
                  <a:pt x="906134" y="104880"/>
                </a:lnTo>
                <a:lnTo>
                  <a:pt x="906132" y="149266"/>
                </a:lnTo>
                <a:lnTo>
                  <a:pt x="898512" y="188164"/>
                </a:lnTo>
                <a:lnTo>
                  <a:pt x="872715" y="230076"/>
                </a:lnTo>
                <a:lnTo>
                  <a:pt x="845489" y="245490"/>
                </a:lnTo>
                <a:lnTo>
                  <a:pt x="848791" y="255904"/>
                </a:lnTo>
                <a:lnTo>
                  <a:pt x="883653" y="239553"/>
                </a:lnTo>
                <a:lnTo>
                  <a:pt x="909370" y="211200"/>
                </a:lnTo>
                <a:lnTo>
                  <a:pt x="925087" y="173275"/>
                </a:lnTo>
                <a:lnTo>
                  <a:pt x="930325" y="128015"/>
                </a:lnTo>
                <a:lnTo>
                  <a:pt x="929030" y="104880"/>
                </a:lnTo>
                <a:lnTo>
                  <a:pt x="918485" y="63025"/>
                </a:lnTo>
                <a:lnTo>
                  <a:pt x="897547" y="29217"/>
                </a:lnTo>
                <a:lnTo>
                  <a:pt x="867345" y="6738"/>
                </a:lnTo>
                <a:lnTo>
                  <a:pt x="848791" y="0"/>
                </a:lnTo>
                <a:close/>
              </a:path>
              <a:path w="930910" h="255904">
                <a:moveTo>
                  <a:pt x="81597" y="0"/>
                </a:moveTo>
                <a:lnTo>
                  <a:pt x="46785" y="16478"/>
                </a:lnTo>
                <a:lnTo>
                  <a:pt x="21107" y="44957"/>
                </a:lnTo>
                <a:lnTo>
                  <a:pt x="5276" y="82915"/>
                </a:lnTo>
                <a:lnTo>
                  <a:pt x="71" y="126745"/>
                </a:lnTo>
                <a:lnTo>
                  <a:pt x="0" y="128015"/>
                </a:lnTo>
                <a:lnTo>
                  <a:pt x="1314" y="151568"/>
                </a:lnTo>
                <a:lnTo>
                  <a:pt x="11835" y="193149"/>
                </a:lnTo>
                <a:lnTo>
                  <a:pt x="32716" y="226865"/>
                </a:lnTo>
                <a:lnTo>
                  <a:pt x="81597" y="255904"/>
                </a:lnTo>
                <a:lnTo>
                  <a:pt x="84836" y="245490"/>
                </a:lnTo>
                <a:lnTo>
                  <a:pt x="70260" y="239063"/>
                </a:lnTo>
                <a:lnTo>
                  <a:pt x="57680" y="230076"/>
                </a:lnTo>
                <a:lnTo>
                  <a:pt x="31864" y="188164"/>
                </a:lnTo>
                <a:lnTo>
                  <a:pt x="24277" y="149266"/>
                </a:lnTo>
                <a:lnTo>
                  <a:pt x="23383" y="128015"/>
                </a:lnTo>
                <a:lnTo>
                  <a:pt x="23329" y="126745"/>
                </a:lnTo>
                <a:lnTo>
                  <a:pt x="27122" y="84978"/>
                </a:lnTo>
                <a:lnTo>
                  <a:pt x="47119" y="37113"/>
                </a:lnTo>
                <a:lnTo>
                  <a:pt x="85242" y="10413"/>
                </a:lnTo>
                <a:lnTo>
                  <a:pt x="815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11960" y="3199383"/>
            <a:ext cx="933450" cy="255904"/>
          </a:xfrm>
          <a:custGeom>
            <a:avLst/>
            <a:gdLst/>
            <a:ahLst/>
            <a:cxnLst/>
            <a:rect l="l" t="t" r="r" b="b"/>
            <a:pathLst>
              <a:path w="933450" h="255904">
                <a:moveTo>
                  <a:pt x="933195" y="2539"/>
                </a:moveTo>
                <a:lnTo>
                  <a:pt x="912367" y="2539"/>
                </a:lnTo>
                <a:lnTo>
                  <a:pt x="912367" y="253491"/>
                </a:lnTo>
                <a:lnTo>
                  <a:pt x="933195" y="253491"/>
                </a:lnTo>
                <a:lnTo>
                  <a:pt x="933195" y="2539"/>
                </a:lnTo>
                <a:close/>
              </a:path>
              <a:path w="933450" h="255904">
                <a:moveTo>
                  <a:pt x="81533" y="0"/>
                </a:moveTo>
                <a:lnTo>
                  <a:pt x="46735" y="16478"/>
                </a:lnTo>
                <a:lnTo>
                  <a:pt x="21081" y="44957"/>
                </a:lnTo>
                <a:lnTo>
                  <a:pt x="5254" y="82915"/>
                </a:lnTo>
                <a:lnTo>
                  <a:pt x="71" y="126745"/>
                </a:lnTo>
                <a:lnTo>
                  <a:pt x="0" y="128015"/>
                </a:lnTo>
                <a:lnTo>
                  <a:pt x="1309" y="151568"/>
                </a:lnTo>
                <a:lnTo>
                  <a:pt x="11787" y="193149"/>
                </a:lnTo>
                <a:lnTo>
                  <a:pt x="32670" y="226865"/>
                </a:lnTo>
                <a:lnTo>
                  <a:pt x="81533" y="255904"/>
                </a:lnTo>
                <a:lnTo>
                  <a:pt x="84835" y="245490"/>
                </a:lnTo>
                <a:lnTo>
                  <a:pt x="70217" y="239063"/>
                </a:lnTo>
                <a:lnTo>
                  <a:pt x="57610" y="230076"/>
                </a:lnTo>
                <a:lnTo>
                  <a:pt x="31813" y="188164"/>
                </a:lnTo>
                <a:lnTo>
                  <a:pt x="24193" y="149266"/>
                </a:lnTo>
                <a:lnTo>
                  <a:pt x="23240" y="126745"/>
                </a:lnTo>
                <a:lnTo>
                  <a:pt x="24193" y="104880"/>
                </a:lnTo>
                <a:lnTo>
                  <a:pt x="31813" y="67006"/>
                </a:lnTo>
                <a:lnTo>
                  <a:pt x="57705" y="25765"/>
                </a:lnTo>
                <a:lnTo>
                  <a:pt x="85216" y="10413"/>
                </a:lnTo>
                <a:lnTo>
                  <a:pt x="815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747" y="3951859"/>
            <a:ext cx="909319" cy="255904"/>
          </a:xfrm>
          <a:custGeom>
            <a:avLst/>
            <a:gdLst/>
            <a:ahLst/>
            <a:cxnLst/>
            <a:rect l="l" t="t" r="r" b="b"/>
            <a:pathLst>
              <a:path w="909319" h="255904">
                <a:moveTo>
                  <a:pt x="333527" y="2540"/>
                </a:moveTo>
                <a:lnTo>
                  <a:pt x="312750" y="2540"/>
                </a:lnTo>
                <a:lnTo>
                  <a:pt x="312750" y="253492"/>
                </a:lnTo>
                <a:lnTo>
                  <a:pt x="333527" y="253492"/>
                </a:lnTo>
                <a:lnTo>
                  <a:pt x="333527" y="2540"/>
                </a:lnTo>
                <a:close/>
              </a:path>
              <a:path w="909319" h="255904">
                <a:moveTo>
                  <a:pt x="81597" y="0"/>
                </a:moveTo>
                <a:lnTo>
                  <a:pt x="46785" y="16478"/>
                </a:lnTo>
                <a:lnTo>
                  <a:pt x="21107" y="44958"/>
                </a:lnTo>
                <a:lnTo>
                  <a:pt x="5276" y="82915"/>
                </a:lnTo>
                <a:lnTo>
                  <a:pt x="71" y="126746"/>
                </a:lnTo>
                <a:lnTo>
                  <a:pt x="0" y="128016"/>
                </a:lnTo>
                <a:lnTo>
                  <a:pt x="1314" y="151568"/>
                </a:lnTo>
                <a:lnTo>
                  <a:pt x="11835" y="193149"/>
                </a:lnTo>
                <a:lnTo>
                  <a:pt x="32716" y="226865"/>
                </a:lnTo>
                <a:lnTo>
                  <a:pt x="81597" y="255905"/>
                </a:lnTo>
                <a:lnTo>
                  <a:pt x="84836" y="245491"/>
                </a:lnTo>
                <a:lnTo>
                  <a:pt x="70260" y="239063"/>
                </a:lnTo>
                <a:lnTo>
                  <a:pt x="57680" y="230076"/>
                </a:lnTo>
                <a:lnTo>
                  <a:pt x="31864" y="188164"/>
                </a:lnTo>
                <a:lnTo>
                  <a:pt x="24277" y="149266"/>
                </a:lnTo>
                <a:lnTo>
                  <a:pt x="23383" y="128016"/>
                </a:lnTo>
                <a:lnTo>
                  <a:pt x="23329" y="126746"/>
                </a:lnTo>
                <a:lnTo>
                  <a:pt x="27122" y="84978"/>
                </a:lnTo>
                <a:lnTo>
                  <a:pt x="47119" y="37113"/>
                </a:lnTo>
                <a:lnTo>
                  <a:pt x="85242" y="10414"/>
                </a:lnTo>
                <a:lnTo>
                  <a:pt x="81597" y="0"/>
                </a:lnTo>
                <a:close/>
              </a:path>
              <a:path w="909319" h="255904">
                <a:moveTo>
                  <a:pt x="827201" y="0"/>
                </a:moveTo>
                <a:lnTo>
                  <a:pt x="823645" y="10414"/>
                </a:lnTo>
                <a:lnTo>
                  <a:pt x="838431" y="16869"/>
                </a:lnTo>
                <a:lnTo>
                  <a:pt x="851157" y="25765"/>
                </a:lnTo>
                <a:lnTo>
                  <a:pt x="877029" y="67006"/>
                </a:lnTo>
                <a:lnTo>
                  <a:pt x="884521" y="104590"/>
                </a:lnTo>
                <a:lnTo>
                  <a:pt x="884562" y="104880"/>
                </a:lnTo>
                <a:lnTo>
                  <a:pt x="884544" y="149266"/>
                </a:lnTo>
                <a:lnTo>
                  <a:pt x="876975" y="188164"/>
                </a:lnTo>
                <a:lnTo>
                  <a:pt x="851204" y="230076"/>
                </a:lnTo>
                <a:lnTo>
                  <a:pt x="824026" y="245491"/>
                </a:lnTo>
                <a:lnTo>
                  <a:pt x="827201" y="255905"/>
                </a:lnTo>
                <a:lnTo>
                  <a:pt x="862158" y="239553"/>
                </a:lnTo>
                <a:lnTo>
                  <a:pt x="887780" y="211201"/>
                </a:lnTo>
                <a:lnTo>
                  <a:pt x="903608" y="173275"/>
                </a:lnTo>
                <a:lnTo>
                  <a:pt x="908862" y="128016"/>
                </a:lnTo>
                <a:lnTo>
                  <a:pt x="907567" y="104880"/>
                </a:lnTo>
                <a:lnTo>
                  <a:pt x="897022" y="63025"/>
                </a:lnTo>
                <a:lnTo>
                  <a:pt x="876065" y="29217"/>
                </a:lnTo>
                <a:lnTo>
                  <a:pt x="845775" y="6738"/>
                </a:lnTo>
                <a:lnTo>
                  <a:pt x="8272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98877" y="4637659"/>
            <a:ext cx="3095625" cy="255904"/>
          </a:xfrm>
          <a:custGeom>
            <a:avLst/>
            <a:gdLst/>
            <a:ahLst/>
            <a:cxnLst/>
            <a:rect l="l" t="t" r="r" b="b"/>
            <a:pathLst>
              <a:path w="3095625" h="255904">
                <a:moveTo>
                  <a:pt x="1182370" y="2540"/>
                </a:moveTo>
                <a:lnTo>
                  <a:pt x="1161669" y="2540"/>
                </a:lnTo>
                <a:lnTo>
                  <a:pt x="1161669" y="253492"/>
                </a:lnTo>
                <a:lnTo>
                  <a:pt x="1182370" y="253492"/>
                </a:lnTo>
                <a:lnTo>
                  <a:pt x="1182370" y="2540"/>
                </a:lnTo>
                <a:close/>
              </a:path>
              <a:path w="3095625" h="255904">
                <a:moveTo>
                  <a:pt x="81661" y="0"/>
                </a:moveTo>
                <a:lnTo>
                  <a:pt x="46799" y="16478"/>
                </a:lnTo>
                <a:lnTo>
                  <a:pt x="21082" y="44958"/>
                </a:lnTo>
                <a:lnTo>
                  <a:pt x="5254" y="82915"/>
                </a:lnTo>
                <a:lnTo>
                  <a:pt x="71" y="126746"/>
                </a:lnTo>
                <a:lnTo>
                  <a:pt x="0" y="128016"/>
                </a:lnTo>
                <a:lnTo>
                  <a:pt x="1311" y="151568"/>
                </a:lnTo>
                <a:lnTo>
                  <a:pt x="11840" y="193149"/>
                </a:lnTo>
                <a:lnTo>
                  <a:pt x="32726" y="226865"/>
                </a:lnTo>
                <a:lnTo>
                  <a:pt x="81661" y="255905"/>
                </a:lnTo>
                <a:lnTo>
                  <a:pt x="84836" y="245491"/>
                </a:lnTo>
                <a:lnTo>
                  <a:pt x="70288" y="239063"/>
                </a:lnTo>
                <a:lnTo>
                  <a:pt x="57705" y="230076"/>
                </a:lnTo>
                <a:lnTo>
                  <a:pt x="31886" y="188164"/>
                </a:lnTo>
                <a:lnTo>
                  <a:pt x="24318" y="149266"/>
                </a:lnTo>
                <a:lnTo>
                  <a:pt x="23421" y="128016"/>
                </a:lnTo>
                <a:lnTo>
                  <a:pt x="23368" y="126746"/>
                </a:lnTo>
                <a:lnTo>
                  <a:pt x="27162" y="84978"/>
                </a:lnTo>
                <a:lnTo>
                  <a:pt x="47122" y="37113"/>
                </a:lnTo>
                <a:lnTo>
                  <a:pt x="85217" y="10414"/>
                </a:lnTo>
                <a:lnTo>
                  <a:pt x="81661" y="0"/>
                </a:lnTo>
                <a:close/>
              </a:path>
              <a:path w="3095625" h="255904">
                <a:moveTo>
                  <a:pt x="3013456" y="0"/>
                </a:moveTo>
                <a:lnTo>
                  <a:pt x="3009900" y="10414"/>
                </a:lnTo>
                <a:lnTo>
                  <a:pt x="3024685" y="16869"/>
                </a:lnTo>
                <a:lnTo>
                  <a:pt x="3037411" y="25765"/>
                </a:lnTo>
                <a:lnTo>
                  <a:pt x="3063283" y="67006"/>
                </a:lnTo>
                <a:lnTo>
                  <a:pt x="3070775" y="104590"/>
                </a:lnTo>
                <a:lnTo>
                  <a:pt x="3070816" y="104880"/>
                </a:lnTo>
                <a:lnTo>
                  <a:pt x="3070798" y="149266"/>
                </a:lnTo>
                <a:lnTo>
                  <a:pt x="3063230" y="188164"/>
                </a:lnTo>
                <a:lnTo>
                  <a:pt x="3037459" y="230076"/>
                </a:lnTo>
                <a:lnTo>
                  <a:pt x="3010281" y="245491"/>
                </a:lnTo>
                <a:lnTo>
                  <a:pt x="3013456" y="255905"/>
                </a:lnTo>
                <a:lnTo>
                  <a:pt x="3048412" y="239553"/>
                </a:lnTo>
                <a:lnTo>
                  <a:pt x="3074035" y="211201"/>
                </a:lnTo>
                <a:lnTo>
                  <a:pt x="3089862" y="173275"/>
                </a:lnTo>
                <a:lnTo>
                  <a:pt x="3095117" y="128016"/>
                </a:lnTo>
                <a:lnTo>
                  <a:pt x="3093821" y="104880"/>
                </a:lnTo>
                <a:lnTo>
                  <a:pt x="3083276" y="63025"/>
                </a:lnTo>
                <a:lnTo>
                  <a:pt x="3062319" y="29217"/>
                </a:lnTo>
                <a:lnTo>
                  <a:pt x="3032029" y="6738"/>
                </a:lnTo>
                <a:lnTo>
                  <a:pt x="30134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50872" y="4971034"/>
            <a:ext cx="3373754" cy="255904"/>
          </a:xfrm>
          <a:custGeom>
            <a:avLst/>
            <a:gdLst/>
            <a:ahLst/>
            <a:cxnLst/>
            <a:rect l="l" t="t" r="r" b="b"/>
            <a:pathLst>
              <a:path w="3373754" h="255904">
                <a:moveTo>
                  <a:pt x="556132" y="2540"/>
                </a:moveTo>
                <a:lnTo>
                  <a:pt x="535304" y="2540"/>
                </a:lnTo>
                <a:lnTo>
                  <a:pt x="535304" y="253492"/>
                </a:lnTo>
                <a:lnTo>
                  <a:pt x="556132" y="253492"/>
                </a:lnTo>
                <a:lnTo>
                  <a:pt x="556132" y="2540"/>
                </a:lnTo>
                <a:close/>
              </a:path>
              <a:path w="3373754" h="255904">
                <a:moveTo>
                  <a:pt x="3292093" y="0"/>
                </a:moveTo>
                <a:lnTo>
                  <a:pt x="3288411" y="10414"/>
                </a:lnTo>
                <a:lnTo>
                  <a:pt x="3303269" y="16869"/>
                </a:lnTo>
                <a:lnTo>
                  <a:pt x="3316033" y="25765"/>
                </a:lnTo>
                <a:lnTo>
                  <a:pt x="3341868" y="67006"/>
                </a:lnTo>
                <a:lnTo>
                  <a:pt x="3349395" y="104590"/>
                </a:lnTo>
                <a:lnTo>
                  <a:pt x="3350387" y="126746"/>
                </a:lnTo>
                <a:lnTo>
                  <a:pt x="3349434" y="149266"/>
                </a:lnTo>
                <a:lnTo>
                  <a:pt x="3341814" y="188164"/>
                </a:lnTo>
                <a:lnTo>
                  <a:pt x="3316017" y="230076"/>
                </a:lnTo>
                <a:lnTo>
                  <a:pt x="3288791" y="245491"/>
                </a:lnTo>
                <a:lnTo>
                  <a:pt x="3292093" y="255905"/>
                </a:lnTo>
                <a:lnTo>
                  <a:pt x="3326955" y="239553"/>
                </a:lnTo>
                <a:lnTo>
                  <a:pt x="3352673" y="211201"/>
                </a:lnTo>
                <a:lnTo>
                  <a:pt x="3368389" y="173275"/>
                </a:lnTo>
                <a:lnTo>
                  <a:pt x="3373628" y="128016"/>
                </a:lnTo>
                <a:lnTo>
                  <a:pt x="3372332" y="104880"/>
                </a:lnTo>
                <a:lnTo>
                  <a:pt x="3361787" y="63025"/>
                </a:lnTo>
                <a:lnTo>
                  <a:pt x="3340850" y="29217"/>
                </a:lnTo>
                <a:lnTo>
                  <a:pt x="3310647" y="6738"/>
                </a:lnTo>
                <a:lnTo>
                  <a:pt x="3292093" y="0"/>
                </a:lnTo>
                <a:close/>
              </a:path>
              <a:path w="3373754" h="255904">
                <a:moveTo>
                  <a:pt x="81660" y="0"/>
                </a:moveTo>
                <a:lnTo>
                  <a:pt x="46799" y="16478"/>
                </a:lnTo>
                <a:lnTo>
                  <a:pt x="21081" y="44958"/>
                </a:lnTo>
                <a:lnTo>
                  <a:pt x="5254" y="82915"/>
                </a:lnTo>
                <a:lnTo>
                  <a:pt x="71" y="126746"/>
                </a:lnTo>
                <a:lnTo>
                  <a:pt x="0" y="128016"/>
                </a:lnTo>
                <a:lnTo>
                  <a:pt x="1311" y="151568"/>
                </a:lnTo>
                <a:lnTo>
                  <a:pt x="11840" y="193149"/>
                </a:lnTo>
                <a:lnTo>
                  <a:pt x="32726" y="226865"/>
                </a:lnTo>
                <a:lnTo>
                  <a:pt x="81660" y="255905"/>
                </a:lnTo>
                <a:lnTo>
                  <a:pt x="84835" y="245491"/>
                </a:lnTo>
                <a:lnTo>
                  <a:pt x="70288" y="239063"/>
                </a:lnTo>
                <a:lnTo>
                  <a:pt x="57705" y="230076"/>
                </a:lnTo>
                <a:lnTo>
                  <a:pt x="31886" y="188164"/>
                </a:lnTo>
                <a:lnTo>
                  <a:pt x="24318" y="149266"/>
                </a:lnTo>
                <a:lnTo>
                  <a:pt x="23421" y="128016"/>
                </a:lnTo>
                <a:lnTo>
                  <a:pt x="23367" y="126746"/>
                </a:lnTo>
                <a:lnTo>
                  <a:pt x="27162" y="84978"/>
                </a:lnTo>
                <a:lnTo>
                  <a:pt x="47122" y="37113"/>
                </a:lnTo>
                <a:lnTo>
                  <a:pt x="85216" y="10414"/>
                </a:lnTo>
                <a:lnTo>
                  <a:pt x="816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117463" y="4971034"/>
            <a:ext cx="2655570" cy="255904"/>
          </a:xfrm>
          <a:custGeom>
            <a:avLst/>
            <a:gdLst/>
            <a:ahLst/>
            <a:cxnLst/>
            <a:rect l="l" t="t" r="r" b="b"/>
            <a:pathLst>
              <a:path w="2655570" h="255904">
                <a:moveTo>
                  <a:pt x="556006" y="2540"/>
                </a:moveTo>
                <a:lnTo>
                  <a:pt x="535305" y="2540"/>
                </a:lnTo>
                <a:lnTo>
                  <a:pt x="535305" y="253492"/>
                </a:lnTo>
                <a:lnTo>
                  <a:pt x="556006" y="253492"/>
                </a:lnTo>
                <a:lnTo>
                  <a:pt x="556006" y="2540"/>
                </a:lnTo>
                <a:close/>
              </a:path>
              <a:path w="2655570" h="255904">
                <a:moveTo>
                  <a:pt x="2573909" y="0"/>
                </a:moveTo>
                <a:lnTo>
                  <a:pt x="2570353" y="10414"/>
                </a:lnTo>
                <a:lnTo>
                  <a:pt x="2585138" y="16869"/>
                </a:lnTo>
                <a:lnTo>
                  <a:pt x="2597864" y="25765"/>
                </a:lnTo>
                <a:lnTo>
                  <a:pt x="2623736" y="67006"/>
                </a:lnTo>
                <a:lnTo>
                  <a:pt x="2631228" y="104590"/>
                </a:lnTo>
                <a:lnTo>
                  <a:pt x="2632202" y="126746"/>
                </a:lnTo>
                <a:lnTo>
                  <a:pt x="2631251" y="149266"/>
                </a:lnTo>
                <a:lnTo>
                  <a:pt x="2623683" y="188164"/>
                </a:lnTo>
                <a:lnTo>
                  <a:pt x="2597912" y="230076"/>
                </a:lnTo>
                <a:lnTo>
                  <a:pt x="2570734" y="245491"/>
                </a:lnTo>
                <a:lnTo>
                  <a:pt x="2573909" y="255905"/>
                </a:lnTo>
                <a:lnTo>
                  <a:pt x="2608865" y="239553"/>
                </a:lnTo>
                <a:lnTo>
                  <a:pt x="2634488" y="211201"/>
                </a:lnTo>
                <a:lnTo>
                  <a:pt x="2650315" y="173275"/>
                </a:lnTo>
                <a:lnTo>
                  <a:pt x="2655569" y="128016"/>
                </a:lnTo>
                <a:lnTo>
                  <a:pt x="2654274" y="104880"/>
                </a:lnTo>
                <a:lnTo>
                  <a:pt x="2654258" y="104590"/>
                </a:lnTo>
                <a:lnTo>
                  <a:pt x="2643729" y="63025"/>
                </a:lnTo>
                <a:lnTo>
                  <a:pt x="2622772" y="29217"/>
                </a:lnTo>
                <a:lnTo>
                  <a:pt x="2592482" y="6738"/>
                </a:lnTo>
                <a:lnTo>
                  <a:pt x="2573909" y="0"/>
                </a:lnTo>
                <a:close/>
              </a:path>
              <a:path w="2655570" h="255904">
                <a:moveTo>
                  <a:pt x="81534" y="0"/>
                </a:moveTo>
                <a:lnTo>
                  <a:pt x="46736" y="16478"/>
                </a:lnTo>
                <a:lnTo>
                  <a:pt x="21082" y="44958"/>
                </a:lnTo>
                <a:lnTo>
                  <a:pt x="5254" y="82915"/>
                </a:lnTo>
                <a:lnTo>
                  <a:pt x="71" y="126746"/>
                </a:lnTo>
                <a:lnTo>
                  <a:pt x="0" y="128016"/>
                </a:lnTo>
                <a:lnTo>
                  <a:pt x="5238" y="173275"/>
                </a:lnTo>
                <a:lnTo>
                  <a:pt x="20954" y="211201"/>
                </a:lnTo>
                <a:lnTo>
                  <a:pt x="46672" y="239553"/>
                </a:lnTo>
                <a:lnTo>
                  <a:pt x="81534" y="255905"/>
                </a:lnTo>
                <a:lnTo>
                  <a:pt x="84836" y="245491"/>
                </a:lnTo>
                <a:lnTo>
                  <a:pt x="70217" y="239063"/>
                </a:lnTo>
                <a:lnTo>
                  <a:pt x="57610" y="230076"/>
                </a:lnTo>
                <a:lnTo>
                  <a:pt x="31813" y="188164"/>
                </a:lnTo>
                <a:lnTo>
                  <a:pt x="24193" y="149266"/>
                </a:lnTo>
                <a:lnTo>
                  <a:pt x="23294" y="128016"/>
                </a:lnTo>
                <a:lnTo>
                  <a:pt x="23240" y="126746"/>
                </a:lnTo>
                <a:lnTo>
                  <a:pt x="27050" y="84978"/>
                </a:lnTo>
                <a:lnTo>
                  <a:pt x="47051" y="37113"/>
                </a:lnTo>
                <a:lnTo>
                  <a:pt x="85216" y="10414"/>
                </a:lnTo>
                <a:lnTo>
                  <a:pt x="815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78447" y="2110486"/>
            <a:ext cx="10081895" cy="31432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31800" indent="-342900">
              <a:lnSpc>
                <a:spcPts val="2340"/>
              </a:lnSpc>
              <a:spcBef>
                <a:spcPts val="130"/>
              </a:spcBef>
              <a:buFont typeface="Wingdings"/>
              <a:buChar char=""/>
              <a:tabLst>
                <a:tab pos="431800" algn="l"/>
              </a:tabLst>
            </a:pPr>
            <a:r>
              <a:rPr sz="2150" b="1" dirty="0">
                <a:latin typeface="Calibri"/>
                <a:cs typeface="Calibri"/>
              </a:rPr>
              <a:t>Definition</a:t>
            </a:r>
            <a:r>
              <a:rPr sz="2150" dirty="0">
                <a:latin typeface="Calibri"/>
                <a:cs typeface="Calibri"/>
              </a:rPr>
              <a:t>: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mbria Math"/>
                <a:cs typeface="Cambria Math"/>
              </a:rPr>
              <a:t>𝑋</a:t>
            </a:r>
            <a:r>
              <a:rPr sz="2150" spc="170" dirty="0">
                <a:latin typeface="Cambria Math"/>
                <a:cs typeface="Cambria Math"/>
              </a:rPr>
              <a:t> </a:t>
            </a:r>
            <a:r>
              <a:rPr sz="2150" dirty="0">
                <a:latin typeface="Calibri"/>
                <a:cs typeface="Calibri"/>
              </a:rPr>
              <a:t>is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conditionally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independent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140" dirty="0">
                <a:latin typeface="Calibri"/>
                <a:cs typeface="Calibri"/>
              </a:rPr>
              <a:t> </a:t>
            </a:r>
            <a:r>
              <a:rPr sz="2150" dirty="0">
                <a:latin typeface="Cambria Math"/>
                <a:cs typeface="Cambria Math"/>
              </a:rPr>
              <a:t>𝑌</a:t>
            </a:r>
            <a:r>
              <a:rPr sz="2150" spc="160" dirty="0">
                <a:latin typeface="Cambria Math"/>
                <a:cs typeface="Cambria Math"/>
              </a:rPr>
              <a:t> </a:t>
            </a:r>
            <a:r>
              <a:rPr sz="2150" dirty="0">
                <a:latin typeface="Calibri"/>
                <a:cs typeface="Calibri"/>
              </a:rPr>
              <a:t>given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mbria Math"/>
                <a:cs typeface="Cambria Math"/>
              </a:rPr>
              <a:t>𝑍</a:t>
            </a:r>
            <a:r>
              <a:rPr sz="2150" dirty="0">
                <a:latin typeface="Calibri"/>
                <a:cs typeface="Calibri"/>
              </a:rPr>
              <a:t>,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if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probability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distribution</a:t>
            </a:r>
            <a:endParaRPr sz="2150">
              <a:latin typeface="Calibri"/>
              <a:cs typeface="Calibri"/>
            </a:endParaRPr>
          </a:p>
          <a:p>
            <a:pPr marL="431800">
              <a:lnSpc>
                <a:spcPts val="2340"/>
              </a:lnSpc>
            </a:pPr>
            <a:r>
              <a:rPr sz="2150" dirty="0">
                <a:latin typeface="Calibri"/>
                <a:cs typeface="Calibri"/>
              </a:rPr>
              <a:t>governing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mbria Math"/>
                <a:cs typeface="Cambria Math"/>
              </a:rPr>
              <a:t>𝑋</a:t>
            </a:r>
            <a:r>
              <a:rPr sz="2150" spc="125" dirty="0">
                <a:latin typeface="Cambria Math"/>
                <a:cs typeface="Cambria Math"/>
              </a:rPr>
              <a:t> </a:t>
            </a:r>
            <a:r>
              <a:rPr sz="2150" dirty="0">
                <a:latin typeface="Calibri"/>
                <a:cs typeface="Calibri"/>
              </a:rPr>
              <a:t>is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independent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value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mbria Math"/>
                <a:cs typeface="Cambria Math"/>
              </a:rPr>
              <a:t>𝑌</a:t>
            </a:r>
            <a:r>
              <a:rPr sz="2150" dirty="0">
                <a:latin typeface="Calibri"/>
                <a:cs typeface="Calibri"/>
              </a:rPr>
              <a:t>,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given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value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spc="-50" dirty="0">
                <a:latin typeface="Cambria Math"/>
                <a:cs typeface="Cambria Math"/>
              </a:rPr>
              <a:t>𝑍</a:t>
            </a:r>
            <a:endParaRPr sz="21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2150">
              <a:latin typeface="Cambria Math"/>
              <a:cs typeface="Cambria Math"/>
            </a:endParaRPr>
          </a:p>
          <a:p>
            <a:pPr marL="303530" indent="-214629">
              <a:lnSpc>
                <a:spcPct val="100000"/>
              </a:lnSpc>
              <a:buFont typeface="Arial MT"/>
              <a:buChar char="•"/>
              <a:tabLst>
                <a:tab pos="303530" algn="l"/>
                <a:tab pos="1229995" algn="l"/>
              </a:tabLst>
            </a:pPr>
            <a:r>
              <a:rPr sz="2150" dirty="0">
                <a:latin typeface="Cambria Math"/>
                <a:cs typeface="Cambria Math"/>
              </a:rPr>
              <a:t>∀𝑖,</a:t>
            </a:r>
            <a:r>
              <a:rPr sz="2150" spc="-20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𝑗,</a:t>
            </a:r>
            <a:r>
              <a:rPr sz="2150" spc="-20" dirty="0">
                <a:latin typeface="Cambria Math"/>
                <a:cs typeface="Cambria Math"/>
              </a:rPr>
              <a:t> </a:t>
            </a:r>
            <a:r>
              <a:rPr sz="2150" spc="-50" dirty="0">
                <a:latin typeface="Cambria Math"/>
                <a:cs typeface="Cambria Math"/>
              </a:rPr>
              <a:t>𝑘</a:t>
            </a:r>
            <a:r>
              <a:rPr sz="2150" dirty="0">
                <a:latin typeface="Cambria Math"/>
                <a:cs typeface="Cambria Math"/>
              </a:rPr>
              <a:t>	𝑃</a:t>
            </a:r>
            <a:r>
              <a:rPr sz="2150" spc="30" dirty="0">
                <a:latin typeface="Cambria Math"/>
                <a:cs typeface="Cambria Math"/>
              </a:rPr>
              <a:t>  </a:t>
            </a:r>
            <a:r>
              <a:rPr sz="2150" dirty="0">
                <a:latin typeface="Cambria Math"/>
                <a:cs typeface="Cambria Math"/>
              </a:rPr>
              <a:t>𝑋</a:t>
            </a:r>
            <a:r>
              <a:rPr sz="2150" spc="235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=</a:t>
            </a:r>
            <a:r>
              <a:rPr sz="2150" spc="170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𝑥</a:t>
            </a:r>
            <a:r>
              <a:rPr sz="2325" baseline="-16129" dirty="0">
                <a:latin typeface="Cambria Math"/>
                <a:cs typeface="Cambria Math"/>
              </a:rPr>
              <a:t>𝑖</a:t>
            </a:r>
            <a:r>
              <a:rPr sz="2325" spc="142" baseline="-16129" dirty="0">
                <a:latin typeface="Cambria Math"/>
                <a:cs typeface="Cambria Math"/>
              </a:rPr>
              <a:t>  </a:t>
            </a:r>
            <a:r>
              <a:rPr sz="2150" dirty="0">
                <a:latin typeface="Cambria Math"/>
                <a:cs typeface="Cambria Math"/>
              </a:rPr>
              <a:t>𝑌</a:t>
            </a:r>
            <a:r>
              <a:rPr sz="2150" spc="225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=</a:t>
            </a:r>
            <a:r>
              <a:rPr sz="2150" spc="165" dirty="0">
                <a:latin typeface="Cambria Math"/>
                <a:cs typeface="Cambria Math"/>
              </a:rPr>
              <a:t> </a:t>
            </a:r>
            <a:r>
              <a:rPr sz="2150" spc="50" dirty="0">
                <a:latin typeface="Cambria Math"/>
                <a:cs typeface="Cambria Math"/>
              </a:rPr>
              <a:t>𝑦</a:t>
            </a:r>
            <a:r>
              <a:rPr sz="2325" spc="75" baseline="-16129" dirty="0">
                <a:latin typeface="Cambria Math"/>
                <a:cs typeface="Cambria Math"/>
              </a:rPr>
              <a:t>𝑗</a:t>
            </a:r>
            <a:r>
              <a:rPr sz="2150" spc="50" dirty="0">
                <a:latin typeface="Cambria Math"/>
                <a:cs typeface="Cambria Math"/>
              </a:rPr>
              <a:t>,</a:t>
            </a:r>
            <a:r>
              <a:rPr sz="2150" spc="-100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𝑍</a:t>
            </a:r>
            <a:r>
              <a:rPr sz="2150" spc="225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=</a:t>
            </a:r>
            <a:r>
              <a:rPr sz="2150" spc="165" dirty="0">
                <a:latin typeface="Cambria Math"/>
                <a:cs typeface="Cambria Math"/>
              </a:rPr>
              <a:t> </a:t>
            </a:r>
            <a:r>
              <a:rPr sz="2150" spc="75" dirty="0">
                <a:latin typeface="Cambria Math"/>
                <a:cs typeface="Cambria Math"/>
              </a:rPr>
              <a:t>𝑧</a:t>
            </a:r>
            <a:r>
              <a:rPr sz="2325" spc="112" baseline="-16129" dirty="0">
                <a:latin typeface="Cambria Math"/>
                <a:cs typeface="Cambria Math"/>
              </a:rPr>
              <a:t>𝑘</a:t>
            </a:r>
            <a:r>
              <a:rPr sz="2150" spc="75" dirty="0">
                <a:latin typeface="Cambria Math"/>
                <a:cs typeface="Cambria Math"/>
              </a:rPr>
              <a:t>)</a:t>
            </a:r>
            <a:r>
              <a:rPr sz="2150" spc="165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=</a:t>
            </a:r>
            <a:r>
              <a:rPr sz="2150" spc="165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𝑃(𝑋</a:t>
            </a:r>
            <a:r>
              <a:rPr sz="2150" spc="229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=</a:t>
            </a:r>
            <a:r>
              <a:rPr sz="2150" spc="170" dirty="0">
                <a:latin typeface="Cambria Math"/>
                <a:cs typeface="Cambria Math"/>
              </a:rPr>
              <a:t> </a:t>
            </a:r>
            <a:r>
              <a:rPr sz="2150" spc="65" dirty="0">
                <a:latin typeface="Cambria Math"/>
                <a:cs typeface="Cambria Math"/>
              </a:rPr>
              <a:t>𝑥</a:t>
            </a:r>
            <a:r>
              <a:rPr sz="2325" spc="97" baseline="-16129" dirty="0">
                <a:latin typeface="Cambria Math"/>
                <a:cs typeface="Cambria Math"/>
              </a:rPr>
              <a:t>𝑖</a:t>
            </a:r>
            <a:r>
              <a:rPr sz="2150" spc="65" dirty="0">
                <a:latin typeface="Cambria Math"/>
                <a:cs typeface="Cambria Math"/>
              </a:rPr>
              <a:t>|𝑍</a:t>
            </a:r>
            <a:r>
              <a:rPr sz="2325" spc="97" baseline="-16129" dirty="0">
                <a:latin typeface="Cambria Math"/>
                <a:cs typeface="Cambria Math"/>
              </a:rPr>
              <a:t>𝑘</a:t>
            </a:r>
            <a:r>
              <a:rPr sz="2150" spc="65" dirty="0">
                <a:latin typeface="Cambria Math"/>
                <a:cs typeface="Cambria Math"/>
              </a:rPr>
              <a:t>)</a:t>
            </a:r>
            <a:endParaRPr sz="21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830"/>
              </a:spcBef>
              <a:buFont typeface="Arial MT"/>
              <a:buChar char="•"/>
            </a:pPr>
            <a:endParaRPr sz="2150">
              <a:latin typeface="Cambria Math"/>
              <a:cs typeface="Cambria Math"/>
            </a:endParaRPr>
          </a:p>
          <a:p>
            <a:pPr marL="187325" indent="-107950">
              <a:lnSpc>
                <a:spcPct val="100000"/>
              </a:lnSpc>
              <a:buFont typeface="Arial MT"/>
              <a:buChar char="•"/>
              <a:tabLst>
                <a:tab pos="187325" algn="l"/>
                <a:tab pos="1404620" algn="l"/>
              </a:tabLst>
            </a:pPr>
            <a:r>
              <a:rPr sz="2150" dirty="0">
                <a:latin typeface="Cambria Math"/>
                <a:cs typeface="Cambria Math"/>
              </a:rPr>
              <a:t>𝑃</a:t>
            </a:r>
            <a:r>
              <a:rPr sz="2150" spc="35" dirty="0">
                <a:latin typeface="Cambria Math"/>
                <a:cs typeface="Cambria Math"/>
              </a:rPr>
              <a:t>  </a:t>
            </a:r>
            <a:r>
              <a:rPr sz="2150" dirty="0">
                <a:latin typeface="Cambria Math"/>
                <a:cs typeface="Cambria Math"/>
              </a:rPr>
              <a:t>𝑋</a:t>
            </a:r>
            <a:r>
              <a:rPr sz="2150" spc="330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𝑌,</a:t>
            </a:r>
            <a:r>
              <a:rPr sz="2150" spc="-90" dirty="0">
                <a:latin typeface="Cambria Math"/>
                <a:cs typeface="Cambria Math"/>
              </a:rPr>
              <a:t> </a:t>
            </a:r>
            <a:r>
              <a:rPr sz="2150" spc="-50" dirty="0">
                <a:latin typeface="Cambria Math"/>
                <a:cs typeface="Cambria Math"/>
              </a:rPr>
              <a:t>𝑍</a:t>
            </a:r>
            <a:r>
              <a:rPr sz="2150" dirty="0">
                <a:latin typeface="Cambria Math"/>
                <a:cs typeface="Cambria Math"/>
              </a:rPr>
              <a:t>	=</a:t>
            </a:r>
            <a:r>
              <a:rPr sz="2150" spc="160" dirty="0">
                <a:latin typeface="Cambria Math"/>
                <a:cs typeface="Cambria Math"/>
              </a:rPr>
              <a:t> </a:t>
            </a:r>
            <a:r>
              <a:rPr sz="2150" spc="-10" dirty="0">
                <a:latin typeface="Cambria Math"/>
                <a:cs typeface="Cambria Math"/>
              </a:rPr>
              <a:t>𝑃(𝑋|𝑍)</a:t>
            </a:r>
            <a:endParaRPr sz="21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10"/>
              </a:spcBef>
              <a:buFont typeface="Arial MT"/>
              <a:buChar char="•"/>
            </a:pPr>
            <a:endParaRPr sz="2150">
              <a:latin typeface="Cambria Math"/>
              <a:cs typeface="Cambria Math"/>
            </a:endParaRPr>
          </a:p>
          <a:p>
            <a:pPr marL="187325" indent="-107950">
              <a:lnSpc>
                <a:spcPct val="100000"/>
              </a:lnSpc>
              <a:buFont typeface="Arial MT"/>
              <a:buChar char="•"/>
              <a:tabLst>
                <a:tab pos="187325" algn="l"/>
                <a:tab pos="1717675" algn="l"/>
                <a:tab pos="5122545" algn="l"/>
              </a:tabLst>
            </a:pPr>
            <a:r>
              <a:rPr sz="2150" b="1" dirty="0">
                <a:latin typeface="Calibri"/>
                <a:cs typeface="Calibri"/>
              </a:rPr>
              <a:t>Example:</a:t>
            </a:r>
            <a:r>
              <a:rPr sz="2150" b="1" spc="105" dirty="0">
                <a:latin typeface="Calibri"/>
                <a:cs typeface="Calibri"/>
              </a:rPr>
              <a:t> </a:t>
            </a:r>
            <a:r>
              <a:rPr sz="2150" b="1" spc="-25" dirty="0">
                <a:latin typeface="Calibri"/>
                <a:cs typeface="Calibri"/>
              </a:rPr>
              <a:t>1.</a:t>
            </a:r>
            <a:r>
              <a:rPr sz="2150" b="1" dirty="0">
                <a:latin typeface="Calibri"/>
                <a:cs typeface="Calibri"/>
              </a:rPr>
              <a:t>	</a:t>
            </a:r>
            <a:r>
              <a:rPr sz="2150" dirty="0">
                <a:latin typeface="Cambria Math"/>
                <a:cs typeface="Cambria Math"/>
              </a:rPr>
              <a:t>𝑃</a:t>
            </a:r>
            <a:r>
              <a:rPr sz="2150" spc="75" dirty="0">
                <a:latin typeface="Cambria Math"/>
                <a:cs typeface="Cambria Math"/>
              </a:rPr>
              <a:t>  </a:t>
            </a:r>
            <a:r>
              <a:rPr sz="2150" dirty="0">
                <a:latin typeface="Cambria Math"/>
                <a:cs typeface="Cambria Math"/>
              </a:rPr>
              <a:t>Thunder</a:t>
            </a:r>
            <a:r>
              <a:rPr sz="2150" spc="290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Rain,</a:t>
            </a:r>
            <a:r>
              <a:rPr sz="2150" spc="-60" dirty="0">
                <a:latin typeface="Cambria Math"/>
                <a:cs typeface="Cambria Math"/>
              </a:rPr>
              <a:t> </a:t>
            </a:r>
            <a:r>
              <a:rPr sz="2150" spc="-10" dirty="0">
                <a:latin typeface="Cambria Math"/>
                <a:cs typeface="Cambria Math"/>
              </a:rPr>
              <a:t>Lightning</a:t>
            </a:r>
            <a:r>
              <a:rPr sz="2150" dirty="0">
                <a:latin typeface="Cambria Math"/>
                <a:cs typeface="Cambria Math"/>
              </a:rPr>
              <a:t>	=</a:t>
            </a:r>
            <a:r>
              <a:rPr sz="2150" spc="160" dirty="0">
                <a:latin typeface="Cambria Math"/>
                <a:cs typeface="Cambria Math"/>
              </a:rPr>
              <a:t> </a:t>
            </a:r>
            <a:r>
              <a:rPr sz="2150" spc="-10" dirty="0">
                <a:latin typeface="Cambria Math"/>
                <a:cs typeface="Cambria Math"/>
              </a:rPr>
              <a:t>𝑃(Thunder|Lightning)</a:t>
            </a:r>
            <a:endParaRPr sz="2150">
              <a:latin typeface="Cambria Math"/>
              <a:cs typeface="Cambria Math"/>
            </a:endParaRPr>
          </a:p>
          <a:p>
            <a:pPr marL="1330960" indent="-1242060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1330960" algn="l"/>
                <a:tab pos="5353685" algn="l"/>
              </a:tabLst>
            </a:pPr>
            <a:r>
              <a:rPr sz="2150" dirty="0">
                <a:latin typeface="Calibri"/>
                <a:cs typeface="Calibri"/>
              </a:rPr>
              <a:t>2.</a:t>
            </a:r>
            <a:r>
              <a:rPr sz="2150" spc="45" dirty="0">
                <a:latin typeface="Calibri"/>
                <a:cs typeface="Calibri"/>
              </a:rPr>
              <a:t>  </a:t>
            </a:r>
            <a:r>
              <a:rPr sz="2150" dirty="0">
                <a:latin typeface="Cambria Math"/>
                <a:cs typeface="Cambria Math"/>
              </a:rPr>
              <a:t>𝑃</a:t>
            </a:r>
            <a:r>
              <a:rPr sz="2150" spc="50" dirty="0">
                <a:latin typeface="Cambria Math"/>
                <a:cs typeface="Cambria Math"/>
              </a:rPr>
              <a:t>  </a:t>
            </a:r>
            <a:r>
              <a:rPr sz="2150" dirty="0">
                <a:latin typeface="Cambria Math"/>
                <a:cs typeface="Cambria Math"/>
              </a:rPr>
              <a:t>𝑓𝑙𝑢</a:t>
            </a:r>
            <a:r>
              <a:rPr sz="2150" spc="315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fever,</a:t>
            </a:r>
            <a:r>
              <a:rPr sz="2150" spc="-80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blood</a:t>
            </a:r>
            <a:r>
              <a:rPr sz="2150" spc="80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test</a:t>
            </a:r>
            <a:r>
              <a:rPr sz="2150" spc="70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for</a:t>
            </a:r>
            <a:r>
              <a:rPr sz="2150" spc="95" dirty="0">
                <a:latin typeface="Cambria Math"/>
                <a:cs typeface="Cambria Math"/>
              </a:rPr>
              <a:t> </a:t>
            </a:r>
            <a:r>
              <a:rPr sz="2150" spc="-25" dirty="0">
                <a:latin typeface="Cambria Math"/>
                <a:cs typeface="Cambria Math"/>
              </a:rPr>
              <a:t>flu</a:t>
            </a:r>
            <a:r>
              <a:rPr sz="2150" dirty="0">
                <a:latin typeface="Cambria Math"/>
                <a:cs typeface="Cambria Math"/>
              </a:rPr>
              <a:t>	=</a:t>
            </a:r>
            <a:r>
              <a:rPr sz="2150" spc="185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𝑃</a:t>
            </a:r>
            <a:r>
              <a:rPr sz="2150" spc="45" dirty="0">
                <a:latin typeface="Cambria Math"/>
                <a:cs typeface="Cambria Math"/>
              </a:rPr>
              <a:t>  </a:t>
            </a:r>
            <a:r>
              <a:rPr sz="2150" dirty="0">
                <a:latin typeface="Cambria Math"/>
                <a:cs typeface="Cambria Math"/>
              </a:rPr>
              <a:t>𝑓𝑙𝑢</a:t>
            </a:r>
            <a:r>
              <a:rPr sz="2150" spc="300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blood</a:t>
            </a:r>
            <a:r>
              <a:rPr sz="2150" spc="60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test</a:t>
            </a:r>
            <a:r>
              <a:rPr sz="2150" spc="60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for</a:t>
            </a:r>
            <a:r>
              <a:rPr sz="2150" spc="80" dirty="0">
                <a:latin typeface="Cambria Math"/>
                <a:cs typeface="Cambria Math"/>
              </a:rPr>
              <a:t> </a:t>
            </a:r>
            <a:r>
              <a:rPr sz="2150" spc="-25" dirty="0">
                <a:latin typeface="Cambria Math"/>
                <a:cs typeface="Cambria Math"/>
              </a:rPr>
              <a:t>flu</a:t>
            </a:r>
            <a:endParaRPr sz="2150">
              <a:latin typeface="Cambria Math"/>
              <a:cs typeface="Cambria Math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82096C1-6E33-3585-BF31-DEB64BFBB8A4}"/>
                  </a:ext>
                </a:extLst>
              </p14:cNvPr>
              <p14:cNvContentPartPr/>
              <p14:nvPr/>
            </p14:nvContentPartPr>
            <p14:xfrm>
              <a:off x="2415240" y="981720"/>
              <a:ext cx="3825360" cy="44758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82096C1-6E33-3585-BF31-DEB64BFBB8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5880" y="972360"/>
                <a:ext cx="3844080" cy="4494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575" y="337819"/>
            <a:ext cx="521906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Applying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Conditional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Independence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2767" y="930655"/>
            <a:ext cx="1063180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Naïve</a:t>
            </a:r>
            <a:r>
              <a:rPr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Bayes</a:t>
            </a:r>
            <a:r>
              <a:rPr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assumes</a:t>
            </a:r>
            <a:r>
              <a:rPr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mbria Math"/>
                <a:cs typeface="Cambria Math"/>
              </a:rPr>
              <a:t>𝑿</a:t>
            </a:r>
            <a:r>
              <a:rPr sz="3450" b="0" baseline="-15700" dirty="0">
                <a:solidFill>
                  <a:srgbClr val="000000"/>
                </a:solidFill>
                <a:latin typeface="Cambria Math"/>
                <a:cs typeface="Cambria Math"/>
              </a:rPr>
              <a:t>𝒊</a:t>
            </a:r>
            <a:r>
              <a:rPr sz="3450" b="0" spc="375" baseline="-15700" dirty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are</a:t>
            </a:r>
            <a:r>
              <a:rPr sz="3200"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conditionally</a:t>
            </a:r>
            <a:r>
              <a:rPr sz="320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independent</a:t>
            </a:r>
            <a:r>
              <a:rPr sz="32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given</a:t>
            </a:r>
            <a:r>
              <a:rPr sz="320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b="0" spc="-50" dirty="0">
                <a:solidFill>
                  <a:srgbClr val="000000"/>
                </a:solidFill>
                <a:latin typeface="Cambria Math"/>
                <a:cs typeface="Cambria Math"/>
              </a:rPr>
              <a:t>𝒀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74241" y="1635632"/>
            <a:ext cx="1657350" cy="379730"/>
          </a:xfrm>
          <a:custGeom>
            <a:avLst/>
            <a:gdLst/>
            <a:ahLst/>
            <a:cxnLst/>
            <a:rect l="l" t="t" r="r" b="b"/>
            <a:pathLst>
              <a:path w="1657350" h="379730">
                <a:moveTo>
                  <a:pt x="635888" y="3682"/>
                </a:moveTo>
                <a:lnTo>
                  <a:pt x="605027" y="3682"/>
                </a:lnTo>
                <a:lnTo>
                  <a:pt x="605027" y="375792"/>
                </a:lnTo>
                <a:lnTo>
                  <a:pt x="635888" y="375792"/>
                </a:lnTo>
                <a:lnTo>
                  <a:pt x="635888" y="3682"/>
                </a:lnTo>
                <a:close/>
              </a:path>
              <a:path w="1657350" h="379730">
                <a:moveTo>
                  <a:pt x="1535938" y="0"/>
                </a:moveTo>
                <a:lnTo>
                  <a:pt x="1530603" y="15493"/>
                </a:lnTo>
                <a:lnTo>
                  <a:pt x="1552511" y="25022"/>
                </a:lnTo>
                <a:lnTo>
                  <a:pt x="1571370" y="38195"/>
                </a:lnTo>
                <a:lnTo>
                  <a:pt x="1599945" y="75564"/>
                </a:lnTo>
                <a:lnTo>
                  <a:pt x="1616741" y="125983"/>
                </a:lnTo>
                <a:lnTo>
                  <a:pt x="1622297" y="187832"/>
                </a:lnTo>
                <a:lnTo>
                  <a:pt x="1620893" y="221319"/>
                </a:lnTo>
                <a:lnTo>
                  <a:pt x="1609653" y="279005"/>
                </a:lnTo>
                <a:lnTo>
                  <a:pt x="1587101" y="324084"/>
                </a:lnTo>
                <a:lnTo>
                  <a:pt x="1552759" y="354460"/>
                </a:lnTo>
                <a:lnTo>
                  <a:pt x="1531111" y="363981"/>
                </a:lnTo>
                <a:lnTo>
                  <a:pt x="1535938" y="379475"/>
                </a:lnTo>
                <a:lnTo>
                  <a:pt x="1587690" y="355187"/>
                </a:lnTo>
                <a:lnTo>
                  <a:pt x="1625726" y="313181"/>
                </a:lnTo>
                <a:lnTo>
                  <a:pt x="1649158" y="256905"/>
                </a:lnTo>
                <a:lnTo>
                  <a:pt x="1656969" y="189864"/>
                </a:lnTo>
                <a:lnTo>
                  <a:pt x="1655036" y="155467"/>
                </a:lnTo>
                <a:lnTo>
                  <a:pt x="1639341" y="93406"/>
                </a:lnTo>
                <a:lnTo>
                  <a:pt x="1608286" y="43237"/>
                </a:lnTo>
                <a:lnTo>
                  <a:pt x="1563467" y="9951"/>
                </a:lnTo>
                <a:lnTo>
                  <a:pt x="1535938" y="0"/>
                </a:lnTo>
                <a:close/>
              </a:path>
              <a:path w="1657350" h="379730">
                <a:moveTo>
                  <a:pt x="120903" y="0"/>
                </a:moveTo>
                <a:lnTo>
                  <a:pt x="69310" y="24368"/>
                </a:lnTo>
                <a:lnTo>
                  <a:pt x="31241" y="66547"/>
                </a:lnTo>
                <a:lnTo>
                  <a:pt x="7810" y="122920"/>
                </a:lnTo>
                <a:lnTo>
                  <a:pt x="114" y="187832"/>
                </a:lnTo>
                <a:lnTo>
                  <a:pt x="0" y="189864"/>
                </a:lnTo>
                <a:lnTo>
                  <a:pt x="1950" y="224724"/>
                </a:lnTo>
                <a:lnTo>
                  <a:pt x="17520" y="286394"/>
                </a:lnTo>
                <a:lnTo>
                  <a:pt x="48448" y="336399"/>
                </a:lnTo>
                <a:lnTo>
                  <a:pt x="93354" y="369546"/>
                </a:lnTo>
                <a:lnTo>
                  <a:pt x="120903" y="379475"/>
                </a:lnTo>
                <a:lnTo>
                  <a:pt x="125729" y="363981"/>
                </a:lnTo>
                <a:lnTo>
                  <a:pt x="104136" y="354460"/>
                </a:lnTo>
                <a:lnTo>
                  <a:pt x="85470" y="341153"/>
                </a:lnTo>
                <a:lnTo>
                  <a:pt x="57022" y="303275"/>
                </a:lnTo>
                <a:lnTo>
                  <a:pt x="40163" y="251698"/>
                </a:lnTo>
                <a:lnTo>
                  <a:pt x="34629" y="189864"/>
                </a:lnTo>
                <a:lnTo>
                  <a:pt x="34543" y="187832"/>
                </a:lnTo>
                <a:lnTo>
                  <a:pt x="40163" y="125983"/>
                </a:lnTo>
                <a:lnTo>
                  <a:pt x="57022" y="75564"/>
                </a:lnTo>
                <a:lnTo>
                  <a:pt x="85597" y="38195"/>
                </a:lnTo>
                <a:lnTo>
                  <a:pt x="126364" y="15493"/>
                </a:lnTo>
                <a:lnTo>
                  <a:pt x="1209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2767" y="1522412"/>
            <a:ext cx="4778375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  <a:tabLst>
                <a:tab pos="2928620" algn="l"/>
              </a:tabLst>
            </a:pPr>
            <a:r>
              <a:rPr sz="3200" dirty="0">
                <a:latin typeface="Calibri"/>
                <a:cs typeface="Calibri"/>
              </a:rPr>
              <a:t>e.g.,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mbria Math"/>
                <a:cs typeface="Cambria Math"/>
              </a:rPr>
              <a:t>𝑃</a:t>
            </a:r>
            <a:r>
              <a:rPr sz="3200" spc="62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𝑋</a:t>
            </a:r>
            <a:r>
              <a:rPr sz="3450" baseline="-15700" dirty="0">
                <a:latin typeface="Cambria Math"/>
                <a:cs typeface="Cambria Math"/>
              </a:rPr>
              <a:t>1</a:t>
            </a:r>
            <a:r>
              <a:rPr sz="3450" spc="60" baseline="-15700" dirty="0">
                <a:latin typeface="Cambria Math"/>
                <a:cs typeface="Cambria Math"/>
              </a:rPr>
              <a:t>  </a:t>
            </a:r>
            <a:r>
              <a:rPr sz="3200" dirty="0">
                <a:latin typeface="Cambria Math"/>
                <a:cs typeface="Cambria Math"/>
              </a:rPr>
              <a:t>𝑋</a:t>
            </a:r>
            <a:r>
              <a:rPr sz="3450" baseline="-15700" dirty="0">
                <a:latin typeface="Cambria Math"/>
                <a:cs typeface="Cambria Math"/>
              </a:rPr>
              <a:t>2</a:t>
            </a:r>
            <a:r>
              <a:rPr sz="3200" dirty="0">
                <a:latin typeface="Cambria Math"/>
                <a:cs typeface="Cambria Math"/>
              </a:rPr>
              <a:t>,</a:t>
            </a:r>
            <a:r>
              <a:rPr sz="3200" spc="-175" dirty="0">
                <a:latin typeface="Cambria Math"/>
                <a:cs typeface="Cambria Math"/>
              </a:rPr>
              <a:t> </a:t>
            </a:r>
            <a:r>
              <a:rPr sz="3200" spc="-50" dirty="0">
                <a:latin typeface="Cambria Math"/>
                <a:cs typeface="Cambria Math"/>
              </a:rPr>
              <a:t>𝑌</a:t>
            </a:r>
            <a:r>
              <a:rPr sz="3200" dirty="0">
                <a:latin typeface="Cambria Math"/>
                <a:cs typeface="Cambria Math"/>
              </a:rPr>
              <a:t>	=</a:t>
            </a:r>
            <a:r>
              <a:rPr sz="3200" spc="150" dirty="0">
                <a:latin typeface="Cambria Math"/>
                <a:cs typeface="Cambria Math"/>
              </a:rPr>
              <a:t> </a:t>
            </a:r>
            <a:r>
              <a:rPr sz="3200" spc="-10" dirty="0">
                <a:latin typeface="Cambria Math"/>
                <a:cs typeface="Cambria Math"/>
              </a:rPr>
              <a:t>𝑃(𝑋</a:t>
            </a:r>
            <a:r>
              <a:rPr sz="3450" spc="-15" baseline="-15700" dirty="0">
                <a:latin typeface="Cambria Math"/>
                <a:cs typeface="Cambria Math"/>
              </a:rPr>
              <a:t>1</a:t>
            </a:r>
            <a:r>
              <a:rPr sz="3200" spc="-10" dirty="0">
                <a:latin typeface="Cambria Math"/>
                <a:cs typeface="Cambria Math"/>
              </a:rPr>
              <a:t>|𝑌)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76058" y="2702432"/>
            <a:ext cx="1657350" cy="379730"/>
          </a:xfrm>
          <a:custGeom>
            <a:avLst/>
            <a:gdLst/>
            <a:ahLst/>
            <a:cxnLst/>
            <a:rect l="l" t="t" r="r" b="b"/>
            <a:pathLst>
              <a:path w="1657350" h="379730">
                <a:moveTo>
                  <a:pt x="1220203" y="3682"/>
                </a:moveTo>
                <a:lnTo>
                  <a:pt x="1189469" y="3682"/>
                </a:lnTo>
                <a:lnTo>
                  <a:pt x="1189469" y="375792"/>
                </a:lnTo>
                <a:lnTo>
                  <a:pt x="1220203" y="375792"/>
                </a:lnTo>
                <a:lnTo>
                  <a:pt x="1220203" y="3682"/>
                </a:lnTo>
                <a:close/>
              </a:path>
              <a:path w="1657350" h="379730">
                <a:moveTo>
                  <a:pt x="120992" y="0"/>
                </a:moveTo>
                <a:lnTo>
                  <a:pt x="69376" y="24368"/>
                </a:lnTo>
                <a:lnTo>
                  <a:pt x="31305" y="66547"/>
                </a:lnTo>
                <a:lnTo>
                  <a:pt x="7827" y="122920"/>
                </a:lnTo>
                <a:lnTo>
                  <a:pt x="114" y="187832"/>
                </a:lnTo>
                <a:lnTo>
                  <a:pt x="0" y="189864"/>
                </a:lnTo>
                <a:lnTo>
                  <a:pt x="7800" y="256905"/>
                </a:lnTo>
                <a:lnTo>
                  <a:pt x="31203" y="313181"/>
                </a:lnTo>
                <a:lnTo>
                  <a:pt x="69249" y="355187"/>
                </a:lnTo>
                <a:lnTo>
                  <a:pt x="120992" y="379475"/>
                </a:lnTo>
                <a:lnTo>
                  <a:pt x="125793" y="363981"/>
                </a:lnTo>
                <a:lnTo>
                  <a:pt x="104176" y="354460"/>
                </a:lnTo>
                <a:lnTo>
                  <a:pt x="85521" y="341153"/>
                </a:lnTo>
                <a:lnTo>
                  <a:pt x="57099" y="303275"/>
                </a:lnTo>
                <a:lnTo>
                  <a:pt x="40228" y="251698"/>
                </a:lnTo>
                <a:lnTo>
                  <a:pt x="34692" y="189864"/>
                </a:lnTo>
                <a:lnTo>
                  <a:pt x="34607" y="187832"/>
                </a:lnTo>
                <a:lnTo>
                  <a:pt x="40228" y="125983"/>
                </a:lnTo>
                <a:lnTo>
                  <a:pt x="57099" y="75564"/>
                </a:lnTo>
                <a:lnTo>
                  <a:pt x="85672" y="38195"/>
                </a:lnTo>
                <a:lnTo>
                  <a:pt x="126390" y="15493"/>
                </a:lnTo>
                <a:lnTo>
                  <a:pt x="120992" y="0"/>
                </a:lnTo>
                <a:close/>
              </a:path>
              <a:path w="1657350" h="379730">
                <a:moveTo>
                  <a:pt x="1536052" y="0"/>
                </a:moveTo>
                <a:lnTo>
                  <a:pt x="1530591" y="15493"/>
                </a:lnTo>
                <a:lnTo>
                  <a:pt x="1552570" y="25022"/>
                </a:lnTo>
                <a:lnTo>
                  <a:pt x="1571453" y="38195"/>
                </a:lnTo>
                <a:lnTo>
                  <a:pt x="1599933" y="75564"/>
                </a:lnTo>
                <a:lnTo>
                  <a:pt x="1616792" y="125983"/>
                </a:lnTo>
                <a:lnTo>
                  <a:pt x="1622412" y="187832"/>
                </a:lnTo>
                <a:lnTo>
                  <a:pt x="1621007" y="221319"/>
                </a:lnTo>
                <a:lnTo>
                  <a:pt x="1609767" y="279005"/>
                </a:lnTo>
                <a:lnTo>
                  <a:pt x="1587197" y="324084"/>
                </a:lnTo>
                <a:lnTo>
                  <a:pt x="1552820" y="354460"/>
                </a:lnTo>
                <a:lnTo>
                  <a:pt x="1531226" y="363981"/>
                </a:lnTo>
                <a:lnTo>
                  <a:pt x="1536052" y="379475"/>
                </a:lnTo>
                <a:lnTo>
                  <a:pt x="1587757" y="355187"/>
                </a:lnTo>
                <a:lnTo>
                  <a:pt x="1625841" y="313181"/>
                </a:lnTo>
                <a:lnTo>
                  <a:pt x="1649161" y="256905"/>
                </a:lnTo>
                <a:lnTo>
                  <a:pt x="1656956" y="189864"/>
                </a:lnTo>
                <a:lnTo>
                  <a:pt x="1655025" y="155467"/>
                </a:lnTo>
                <a:lnTo>
                  <a:pt x="1655003" y="155076"/>
                </a:lnTo>
                <a:lnTo>
                  <a:pt x="1639382" y="93406"/>
                </a:lnTo>
                <a:lnTo>
                  <a:pt x="1608329" y="43237"/>
                </a:lnTo>
                <a:lnTo>
                  <a:pt x="1563510" y="9951"/>
                </a:lnTo>
                <a:lnTo>
                  <a:pt x="15360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40067" y="2590164"/>
            <a:ext cx="1891664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200" dirty="0">
                <a:latin typeface="Cambria Math"/>
                <a:cs typeface="Cambria Math"/>
              </a:rPr>
              <a:t>𝑃</a:t>
            </a:r>
            <a:r>
              <a:rPr sz="3200" spc="635" dirty="0">
                <a:latin typeface="Cambria Math"/>
                <a:cs typeface="Cambria Math"/>
              </a:rPr>
              <a:t> </a:t>
            </a:r>
            <a:r>
              <a:rPr sz="3200" spc="-10" dirty="0">
                <a:latin typeface="Cambria Math"/>
                <a:cs typeface="Cambria Math"/>
              </a:rPr>
              <a:t>𝑋</a:t>
            </a:r>
            <a:r>
              <a:rPr sz="3450" spc="-15" baseline="-15700" dirty="0">
                <a:latin typeface="Cambria Math"/>
                <a:cs typeface="Cambria Math"/>
              </a:rPr>
              <a:t>1</a:t>
            </a:r>
            <a:r>
              <a:rPr sz="3200" spc="-10" dirty="0">
                <a:latin typeface="Cambria Math"/>
                <a:cs typeface="Cambria Math"/>
              </a:rPr>
              <a:t>,</a:t>
            </a:r>
            <a:r>
              <a:rPr sz="3200" spc="-17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𝑋</a:t>
            </a:r>
            <a:r>
              <a:rPr sz="3450" baseline="-15700" dirty="0">
                <a:latin typeface="Cambria Math"/>
                <a:cs typeface="Cambria Math"/>
              </a:rPr>
              <a:t>2</a:t>
            </a:r>
            <a:r>
              <a:rPr sz="3450" spc="75" baseline="-15700" dirty="0">
                <a:latin typeface="Cambria Math"/>
                <a:cs typeface="Cambria Math"/>
              </a:rPr>
              <a:t>  </a:t>
            </a:r>
            <a:r>
              <a:rPr sz="3200" spc="-50" dirty="0">
                <a:latin typeface="Cambria Math"/>
                <a:cs typeface="Cambria Math"/>
              </a:rPr>
              <a:t>𝑌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95090" y="2702432"/>
            <a:ext cx="1657350" cy="379730"/>
          </a:xfrm>
          <a:custGeom>
            <a:avLst/>
            <a:gdLst/>
            <a:ahLst/>
            <a:cxnLst/>
            <a:rect l="l" t="t" r="r" b="b"/>
            <a:pathLst>
              <a:path w="1657350" h="379730">
                <a:moveTo>
                  <a:pt x="635888" y="3682"/>
                </a:moveTo>
                <a:lnTo>
                  <a:pt x="605028" y="3682"/>
                </a:lnTo>
                <a:lnTo>
                  <a:pt x="605028" y="375792"/>
                </a:lnTo>
                <a:lnTo>
                  <a:pt x="635888" y="375792"/>
                </a:lnTo>
                <a:lnTo>
                  <a:pt x="635888" y="3682"/>
                </a:lnTo>
                <a:close/>
              </a:path>
              <a:path w="1657350" h="379730">
                <a:moveTo>
                  <a:pt x="120904" y="0"/>
                </a:moveTo>
                <a:lnTo>
                  <a:pt x="69310" y="24368"/>
                </a:lnTo>
                <a:lnTo>
                  <a:pt x="31242" y="66547"/>
                </a:lnTo>
                <a:lnTo>
                  <a:pt x="7810" y="122920"/>
                </a:lnTo>
                <a:lnTo>
                  <a:pt x="114" y="187832"/>
                </a:lnTo>
                <a:lnTo>
                  <a:pt x="0" y="189864"/>
                </a:lnTo>
                <a:lnTo>
                  <a:pt x="7794" y="256905"/>
                </a:lnTo>
                <a:lnTo>
                  <a:pt x="31114" y="313181"/>
                </a:lnTo>
                <a:lnTo>
                  <a:pt x="69199" y="355187"/>
                </a:lnTo>
                <a:lnTo>
                  <a:pt x="120904" y="379475"/>
                </a:lnTo>
                <a:lnTo>
                  <a:pt x="125730" y="363981"/>
                </a:lnTo>
                <a:lnTo>
                  <a:pt x="104136" y="354460"/>
                </a:lnTo>
                <a:lnTo>
                  <a:pt x="85471" y="341153"/>
                </a:lnTo>
                <a:lnTo>
                  <a:pt x="57023" y="303275"/>
                </a:lnTo>
                <a:lnTo>
                  <a:pt x="40163" y="251698"/>
                </a:lnTo>
                <a:lnTo>
                  <a:pt x="34629" y="189864"/>
                </a:lnTo>
                <a:lnTo>
                  <a:pt x="34544" y="187832"/>
                </a:lnTo>
                <a:lnTo>
                  <a:pt x="40163" y="125983"/>
                </a:lnTo>
                <a:lnTo>
                  <a:pt x="57023" y="75564"/>
                </a:lnTo>
                <a:lnTo>
                  <a:pt x="85598" y="38195"/>
                </a:lnTo>
                <a:lnTo>
                  <a:pt x="126364" y="15493"/>
                </a:lnTo>
                <a:lnTo>
                  <a:pt x="120904" y="0"/>
                </a:lnTo>
                <a:close/>
              </a:path>
              <a:path w="1657350" h="379730">
                <a:moveTo>
                  <a:pt x="1535938" y="0"/>
                </a:moveTo>
                <a:lnTo>
                  <a:pt x="1530604" y="15493"/>
                </a:lnTo>
                <a:lnTo>
                  <a:pt x="1552511" y="25022"/>
                </a:lnTo>
                <a:lnTo>
                  <a:pt x="1571371" y="38195"/>
                </a:lnTo>
                <a:lnTo>
                  <a:pt x="1599946" y="75564"/>
                </a:lnTo>
                <a:lnTo>
                  <a:pt x="1616741" y="125983"/>
                </a:lnTo>
                <a:lnTo>
                  <a:pt x="1622298" y="187832"/>
                </a:lnTo>
                <a:lnTo>
                  <a:pt x="1620893" y="221319"/>
                </a:lnTo>
                <a:lnTo>
                  <a:pt x="1609653" y="279005"/>
                </a:lnTo>
                <a:lnTo>
                  <a:pt x="1587101" y="324084"/>
                </a:lnTo>
                <a:lnTo>
                  <a:pt x="1552759" y="354460"/>
                </a:lnTo>
                <a:lnTo>
                  <a:pt x="1531112" y="363981"/>
                </a:lnTo>
                <a:lnTo>
                  <a:pt x="1535938" y="379475"/>
                </a:lnTo>
                <a:lnTo>
                  <a:pt x="1587690" y="355187"/>
                </a:lnTo>
                <a:lnTo>
                  <a:pt x="1625727" y="313181"/>
                </a:lnTo>
                <a:lnTo>
                  <a:pt x="1649158" y="256905"/>
                </a:lnTo>
                <a:lnTo>
                  <a:pt x="1656969" y="189864"/>
                </a:lnTo>
                <a:lnTo>
                  <a:pt x="1655036" y="155467"/>
                </a:lnTo>
                <a:lnTo>
                  <a:pt x="1639341" y="93406"/>
                </a:lnTo>
                <a:lnTo>
                  <a:pt x="1608286" y="43237"/>
                </a:lnTo>
                <a:lnTo>
                  <a:pt x="1563467" y="9951"/>
                </a:lnTo>
                <a:lnTo>
                  <a:pt x="15359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85053" y="2702432"/>
            <a:ext cx="1082040" cy="379730"/>
          </a:xfrm>
          <a:custGeom>
            <a:avLst/>
            <a:gdLst/>
            <a:ahLst/>
            <a:cxnLst/>
            <a:rect l="l" t="t" r="r" b="b"/>
            <a:pathLst>
              <a:path w="1082039" h="379730">
                <a:moveTo>
                  <a:pt x="645287" y="3682"/>
                </a:moveTo>
                <a:lnTo>
                  <a:pt x="614426" y="3682"/>
                </a:lnTo>
                <a:lnTo>
                  <a:pt x="614426" y="375792"/>
                </a:lnTo>
                <a:lnTo>
                  <a:pt x="645287" y="375792"/>
                </a:lnTo>
                <a:lnTo>
                  <a:pt x="645287" y="3682"/>
                </a:lnTo>
                <a:close/>
              </a:path>
              <a:path w="1082039" h="379730">
                <a:moveTo>
                  <a:pt x="120904" y="0"/>
                </a:moveTo>
                <a:lnTo>
                  <a:pt x="69310" y="24368"/>
                </a:lnTo>
                <a:lnTo>
                  <a:pt x="31242" y="66547"/>
                </a:lnTo>
                <a:lnTo>
                  <a:pt x="7810" y="122920"/>
                </a:lnTo>
                <a:lnTo>
                  <a:pt x="114" y="187832"/>
                </a:lnTo>
                <a:lnTo>
                  <a:pt x="0" y="189864"/>
                </a:lnTo>
                <a:lnTo>
                  <a:pt x="7794" y="256905"/>
                </a:lnTo>
                <a:lnTo>
                  <a:pt x="31115" y="313181"/>
                </a:lnTo>
                <a:lnTo>
                  <a:pt x="69199" y="355187"/>
                </a:lnTo>
                <a:lnTo>
                  <a:pt x="120904" y="379475"/>
                </a:lnTo>
                <a:lnTo>
                  <a:pt x="125730" y="363981"/>
                </a:lnTo>
                <a:lnTo>
                  <a:pt x="104136" y="354460"/>
                </a:lnTo>
                <a:lnTo>
                  <a:pt x="85471" y="341153"/>
                </a:lnTo>
                <a:lnTo>
                  <a:pt x="57023" y="303275"/>
                </a:lnTo>
                <a:lnTo>
                  <a:pt x="40163" y="251698"/>
                </a:lnTo>
                <a:lnTo>
                  <a:pt x="34629" y="189864"/>
                </a:lnTo>
                <a:lnTo>
                  <a:pt x="34544" y="187832"/>
                </a:lnTo>
                <a:lnTo>
                  <a:pt x="40163" y="125983"/>
                </a:lnTo>
                <a:lnTo>
                  <a:pt x="57023" y="75564"/>
                </a:lnTo>
                <a:lnTo>
                  <a:pt x="85598" y="38195"/>
                </a:lnTo>
                <a:lnTo>
                  <a:pt x="126365" y="15493"/>
                </a:lnTo>
                <a:lnTo>
                  <a:pt x="120904" y="0"/>
                </a:lnTo>
                <a:close/>
              </a:path>
              <a:path w="1082039" h="379730">
                <a:moveTo>
                  <a:pt x="961009" y="0"/>
                </a:moveTo>
                <a:lnTo>
                  <a:pt x="955675" y="15493"/>
                </a:lnTo>
                <a:lnTo>
                  <a:pt x="977582" y="25022"/>
                </a:lnTo>
                <a:lnTo>
                  <a:pt x="996442" y="38195"/>
                </a:lnTo>
                <a:lnTo>
                  <a:pt x="1025017" y="75564"/>
                </a:lnTo>
                <a:lnTo>
                  <a:pt x="1041812" y="125983"/>
                </a:lnTo>
                <a:lnTo>
                  <a:pt x="1047369" y="187832"/>
                </a:lnTo>
                <a:lnTo>
                  <a:pt x="1045964" y="221319"/>
                </a:lnTo>
                <a:lnTo>
                  <a:pt x="1034724" y="279005"/>
                </a:lnTo>
                <a:lnTo>
                  <a:pt x="1012172" y="324084"/>
                </a:lnTo>
                <a:lnTo>
                  <a:pt x="977830" y="354460"/>
                </a:lnTo>
                <a:lnTo>
                  <a:pt x="956183" y="363981"/>
                </a:lnTo>
                <a:lnTo>
                  <a:pt x="961009" y="379475"/>
                </a:lnTo>
                <a:lnTo>
                  <a:pt x="1012761" y="355187"/>
                </a:lnTo>
                <a:lnTo>
                  <a:pt x="1050798" y="313181"/>
                </a:lnTo>
                <a:lnTo>
                  <a:pt x="1074229" y="256905"/>
                </a:lnTo>
                <a:lnTo>
                  <a:pt x="1082040" y="189864"/>
                </a:lnTo>
                <a:lnTo>
                  <a:pt x="1080107" y="155467"/>
                </a:lnTo>
                <a:lnTo>
                  <a:pt x="1064412" y="93406"/>
                </a:lnTo>
                <a:lnTo>
                  <a:pt x="1033357" y="43237"/>
                </a:lnTo>
                <a:lnTo>
                  <a:pt x="988538" y="9951"/>
                </a:lnTo>
                <a:lnTo>
                  <a:pt x="9610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09950" y="3292983"/>
            <a:ext cx="1073150" cy="379730"/>
          </a:xfrm>
          <a:custGeom>
            <a:avLst/>
            <a:gdLst/>
            <a:ahLst/>
            <a:cxnLst/>
            <a:rect l="l" t="t" r="r" b="b"/>
            <a:pathLst>
              <a:path w="1073150" h="379729">
                <a:moveTo>
                  <a:pt x="635888" y="3682"/>
                </a:moveTo>
                <a:lnTo>
                  <a:pt x="605027" y="3682"/>
                </a:lnTo>
                <a:lnTo>
                  <a:pt x="605027" y="375792"/>
                </a:lnTo>
                <a:lnTo>
                  <a:pt x="635888" y="375792"/>
                </a:lnTo>
                <a:lnTo>
                  <a:pt x="635888" y="3682"/>
                </a:lnTo>
                <a:close/>
              </a:path>
              <a:path w="1073150" h="379729">
                <a:moveTo>
                  <a:pt x="951611" y="0"/>
                </a:moveTo>
                <a:lnTo>
                  <a:pt x="946276" y="15493"/>
                </a:lnTo>
                <a:lnTo>
                  <a:pt x="968184" y="25022"/>
                </a:lnTo>
                <a:lnTo>
                  <a:pt x="987044" y="38195"/>
                </a:lnTo>
                <a:lnTo>
                  <a:pt x="1015619" y="75564"/>
                </a:lnTo>
                <a:lnTo>
                  <a:pt x="1032414" y="125983"/>
                </a:lnTo>
                <a:lnTo>
                  <a:pt x="1037971" y="187832"/>
                </a:lnTo>
                <a:lnTo>
                  <a:pt x="1036566" y="221319"/>
                </a:lnTo>
                <a:lnTo>
                  <a:pt x="1025326" y="279005"/>
                </a:lnTo>
                <a:lnTo>
                  <a:pt x="1002774" y="324084"/>
                </a:lnTo>
                <a:lnTo>
                  <a:pt x="968432" y="354460"/>
                </a:lnTo>
                <a:lnTo>
                  <a:pt x="946785" y="363981"/>
                </a:lnTo>
                <a:lnTo>
                  <a:pt x="951611" y="379475"/>
                </a:lnTo>
                <a:lnTo>
                  <a:pt x="1003363" y="355187"/>
                </a:lnTo>
                <a:lnTo>
                  <a:pt x="1041400" y="313181"/>
                </a:lnTo>
                <a:lnTo>
                  <a:pt x="1064831" y="256905"/>
                </a:lnTo>
                <a:lnTo>
                  <a:pt x="1072641" y="189864"/>
                </a:lnTo>
                <a:lnTo>
                  <a:pt x="1070709" y="155467"/>
                </a:lnTo>
                <a:lnTo>
                  <a:pt x="1055014" y="93406"/>
                </a:lnTo>
                <a:lnTo>
                  <a:pt x="1023959" y="43237"/>
                </a:lnTo>
                <a:lnTo>
                  <a:pt x="979140" y="9951"/>
                </a:lnTo>
                <a:lnTo>
                  <a:pt x="951611" y="0"/>
                </a:lnTo>
                <a:close/>
              </a:path>
              <a:path w="1073150" h="379729">
                <a:moveTo>
                  <a:pt x="120903" y="0"/>
                </a:moveTo>
                <a:lnTo>
                  <a:pt x="69310" y="24368"/>
                </a:lnTo>
                <a:lnTo>
                  <a:pt x="31241" y="66547"/>
                </a:lnTo>
                <a:lnTo>
                  <a:pt x="7810" y="122920"/>
                </a:lnTo>
                <a:lnTo>
                  <a:pt x="114" y="187832"/>
                </a:lnTo>
                <a:lnTo>
                  <a:pt x="0" y="189864"/>
                </a:lnTo>
                <a:lnTo>
                  <a:pt x="7794" y="256905"/>
                </a:lnTo>
                <a:lnTo>
                  <a:pt x="31114" y="313181"/>
                </a:lnTo>
                <a:lnTo>
                  <a:pt x="69199" y="355187"/>
                </a:lnTo>
                <a:lnTo>
                  <a:pt x="120903" y="379475"/>
                </a:lnTo>
                <a:lnTo>
                  <a:pt x="125729" y="363981"/>
                </a:lnTo>
                <a:lnTo>
                  <a:pt x="104136" y="354460"/>
                </a:lnTo>
                <a:lnTo>
                  <a:pt x="85471" y="341153"/>
                </a:lnTo>
                <a:lnTo>
                  <a:pt x="57023" y="303275"/>
                </a:lnTo>
                <a:lnTo>
                  <a:pt x="40163" y="251698"/>
                </a:lnTo>
                <a:lnTo>
                  <a:pt x="34629" y="189864"/>
                </a:lnTo>
                <a:lnTo>
                  <a:pt x="34544" y="187832"/>
                </a:lnTo>
                <a:lnTo>
                  <a:pt x="40163" y="125983"/>
                </a:lnTo>
                <a:lnTo>
                  <a:pt x="57023" y="75564"/>
                </a:lnTo>
                <a:lnTo>
                  <a:pt x="85598" y="38195"/>
                </a:lnTo>
                <a:lnTo>
                  <a:pt x="126364" y="15493"/>
                </a:lnTo>
                <a:lnTo>
                  <a:pt x="1209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644520" y="2490851"/>
            <a:ext cx="3724275" cy="120904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10"/>
              </a:spcBef>
            </a:pPr>
            <a:r>
              <a:rPr sz="3200" dirty="0">
                <a:latin typeface="Cambria Math"/>
                <a:cs typeface="Cambria Math"/>
              </a:rPr>
              <a:t>=</a:t>
            </a:r>
            <a:r>
              <a:rPr sz="3200" spc="14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𝑃</a:t>
            </a:r>
            <a:r>
              <a:rPr sz="3200" spc="655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𝑋</a:t>
            </a:r>
            <a:r>
              <a:rPr sz="3450" baseline="-15700" dirty="0">
                <a:latin typeface="Cambria Math"/>
                <a:cs typeface="Cambria Math"/>
              </a:rPr>
              <a:t>1</a:t>
            </a:r>
            <a:r>
              <a:rPr sz="3450" spc="82" baseline="-15700" dirty="0">
                <a:latin typeface="Cambria Math"/>
                <a:cs typeface="Cambria Math"/>
              </a:rPr>
              <a:t>  </a:t>
            </a:r>
            <a:r>
              <a:rPr sz="3200" dirty="0">
                <a:latin typeface="Cambria Math"/>
                <a:cs typeface="Cambria Math"/>
              </a:rPr>
              <a:t>𝑋</a:t>
            </a:r>
            <a:r>
              <a:rPr sz="3450" baseline="-15700" dirty="0">
                <a:latin typeface="Cambria Math"/>
                <a:cs typeface="Cambria Math"/>
              </a:rPr>
              <a:t>2</a:t>
            </a:r>
            <a:r>
              <a:rPr sz="3200" dirty="0">
                <a:latin typeface="Cambria Math"/>
                <a:cs typeface="Cambria Math"/>
              </a:rPr>
              <a:t>,</a:t>
            </a:r>
            <a:r>
              <a:rPr sz="3200" spc="-175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𝑌</a:t>
            </a:r>
            <a:r>
              <a:rPr sz="3200" spc="655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𝑃</a:t>
            </a:r>
            <a:r>
              <a:rPr sz="3200" spc="66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𝑋</a:t>
            </a:r>
            <a:r>
              <a:rPr sz="3450" baseline="-15700" dirty="0">
                <a:latin typeface="Cambria Math"/>
                <a:cs typeface="Cambria Math"/>
              </a:rPr>
              <a:t>2</a:t>
            </a:r>
            <a:r>
              <a:rPr sz="3450" spc="82" baseline="-15700" dirty="0">
                <a:latin typeface="Cambria Math"/>
                <a:cs typeface="Cambria Math"/>
              </a:rPr>
              <a:t>  </a:t>
            </a:r>
            <a:r>
              <a:rPr sz="3200" spc="-50" dirty="0">
                <a:latin typeface="Cambria Math"/>
                <a:cs typeface="Cambria Math"/>
              </a:rPr>
              <a:t>𝑌</a:t>
            </a:r>
            <a:endParaRPr sz="3200">
              <a:latin typeface="Cambria Math"/>
              <a:cs typeface="Cambria Math"/>
            </a:endParaRPr>
          </a:p>
          <a:p>
            <a:pPr marL="52705">
              <a:lnSpc>
                <a:spcPct val="100000"/>
              </a:lnSpc>
              <a:spcBef>
                <a:spcPts val="820"/>
              </a:spcBef>
            </a:pPr>
            <a:r>
              <a:rPr sz="3200" dirty="0">
                <a:latin typeface="Cambria Math"/>
                <a:cs typeface="Cambria Math"/>
              </a:rPr>
              <a:t>=</a:t>
            </a:r>
            <a:r>
              <a:rPr sz="3200" spc="14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𝑃</a:t>
            </a:r>
            <a:r>
              <a:rPr sz="3200" spc="645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𝑋</a:t>
            </a:r>
            <a:r>
              <a:rPr sz="3450" baseline="-15700" dirty="0">
                <a:latin typeface="Cambria Math"/>
                <a:cs typeface="Cambria Math"/>
              </a:rPr>
              <a:t>1</a:t>
            </a:r>
            <a:r>
              <a:rPr sz="3450" spc="82" baseline="-15700" dirty="0">
                <a:latin typeface="Cambria Math"/>
                <a:cs typeface="Cambria Math"/>
              </a:rPr>
              <a:t>  </a:t>
            </a:r>
            <a:r>
              <a:rPr sz="3200" dirty="0">
                <a:latin typeface="Cambria Math"/>
                <a:cs typeface="Cambria Math"/>
              </a:rPr>
              <a:t>𝑌</a:t>
            </a:r>
            <a:r>
              <a:rPr sz="3200" spc="645" dirty="0">
                <a:latin typeface="Cambria Math"/>
                <a:cs typeface="Cambria Math"/>
              </a:rPr>
              <a:t> </a:t>
            </a:r>
            <a:r>
              <a:rPr sz="3200" spc="-10" dirty="0">
                <a:latin typeface="Cambria Math"/>
                <a:cs typeface="Cambria Math"/>
              </a:rPr>
              <a:t>𝑃(𝑋</a:t>
            </a:r>
            <a:r>
              <a:rPr sz="3450" spc="-15" baseline="-15700" dirty="0">
                <a:latin typeface="Cambria Math"/>
                <a:cs typeface="Cambria Math"/>
              </a:rPr>
              <a:t>2</a:t>
            </a:r>
            <a:r>
              <a:rPr sz="3200" spc="-10" dirty="0">
                <a:latin typeface="Cambria Math"/>
                <a:cs typeface="Cambria Math"/>
              </a:rPr>
              <a:t>|𝑌)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62757" y="4474083"/>
            <a:ext cx="2250440" cy="379730"/>
          </a:xfrm>
          <a:custGeom>
            <a:avLst/>
            <a:gdLst/>
            <a:ahLst/>
            <a:cxnLst/>
            <a:rect l="l" t="t" r="r" b="b"/>
            <a:pathLst>
              <a:path w="2250440" h="379729">
                <a:moveTo>
                  <a:pt x="1813178" y="3683"/>
                </a:moveTo>
                <a:lnTo>
                  <a:pt x="1782444" y="3683"/>
                </a:lnTo>
                <a:lnTo>
                  <a:pt x="1782444" y="375793"/>
                </a:lnTo>
                <a:lnTo>
                  <a:pt x="1813178" y="375793"/>
                </a:lnTo>
                <a:lnTo>
                  <a:pt x="1813178" y="3683"/>
                </a:lnTo>
                <a:close/>
              </a:path>
              <a:path w="2250440" h="379729">
                <a:moveTo>
                  <a:pt x="2129028" y="0"/>
                </a:moveTo>
                <a:lnTo>
                  <a:pt x="2123566" y="15494"/>
                </a:lnTo>
                <a:lnTo>
                  <a:pt x="2145545" y="25022"/>
                </a:lnTo>
                <a:lnTo>
                  <a:pt x="2164429" y="38195"/>
                </a:lnTo>
                <a:lnTo>
                  <a:pt x="2192908" y="75565"/>
                </a:lnTo>
                <a:lnTo>
                  <a:pt x="2209768" y="125984"/>
                </a:lnTo>
                <a:lnTo>
                  <a:pt x="2213927" y="155076"/>
                </a:lnTo>
                <a:lnTo>
                  <a:pt x="2213983" y="155467"/>
                </a:lnTo>
                <a:lnTo>
                  <a:pt x="2215388" y="187833"/>
                </a:lnTo>
                <a:lnTo>
                  <a:pt x="2213983" y="221319"/>
                </a:lnTo>
                <a:lnTo>
                  <a:pt x="2209768" y="251698"/>
                </a:lnTo>
                <a:lnTo>
                  <a:pt x="2192908" y="303276"/>
                </a:lnTo>
                <a:lnTo>
                  <a:pt x="2164460" y="341153"/>
                </a:lnTo>
                <a:lnTo>
                  <a:pt x="2124202" y="363982"/>
                </a:lnTo>
                <a:lnTo>
                  <a:pt x="2129028" y="379476"/>
                </a:lnTo>
                <a:lnTo>
                  <a:pt x="2180732" y="355187"/>
                </a:lnTo>
                <a:lnTo>
                  <a:pt x="2218816" y="313182"/>
                </a:lnTo>
                <a:lnTo>
                  <a:pt x="2242137" y="256905"/>
                </a:lnTo>
                <a:lnTo>
                  <a:pt x="2249931" y="189865"/>
                </a:lnTo>
                <a:lnTo>
                  <a:pt x="2248001" y="155467"/>
                </a:lnTo>
                <a:lnTo>
                  <a:pt x="2247979" y="155076"/>
                </a:lnTo>
                <a:lnTo>
                  <a:pt x="2232358" y="93406"/>
                </a:lnTo>
                <a:lnTo>
                  <a:pt x="2201358" y="43237"/>
                </a:lnTo>
                <a:lnTo>
                  <a:pt x="2156503" y="9951"/>
                </a:lnTo>
                <a:lnTo>
                  <a:pt x="2129028" y="0"/>
                </a:lnTo>
                <a:close/>
              </a:path>
              <a:path w="2250440" h="379729">
                <a:moveTo>
                  <a:pt x="120903" y="0"/>
                </a:moveTo>
                <a:lnTo>
                  <a:pt x="69310" y="24368"/>
                </a:lnTo>
                <a:lnTo>
                  <a:pt x="31241" y="66548"/>
                </a:lnTo>
                <a:lnTo>
                  <a:pt x="7810" y="122920"/>
                </a:lnTo>
                <a:lnTo>
                  <a:pt x="114" y="187833"/>
                </a:lnTo>
                <a:lnTo>
                  <a:pt x="0" y="189865"/>
                </a:lnTo>
                <a:lnTo>
                  <a:pt x="7794" y="256905"/>
                </a:lnTo>
                <a:lnTo>
                  <a:pt x="31114" y="313182"/>
                </a:lnTo>
                <a:lnTo>
                  <a:pt x="69199" y="355187"/>
                </a:lnTo>
                <a:lnTo>
                  <a:pt x="120903" y="379476"/>
                </a:lnTo>
                <a:lnTo>
                  <a:pt x="125729" y="363982"/>
                </a:lnTo>
                <a:lnTo>
                  <a:pt x="104136" y="354460"/>
                </a:lnTo>
                <a:lnTo>
                  <a:pt x="85470" y="341153"/>
                </a:lnTo>
                <a:lnTo>
                  <a:pt x="57022" y="303276"/>
                </a:lnTo>
                <a:lnTo>
                  <a:pt x="40163" y="251698"/>
                </a:lnTo>
                <a:lnTo>
                  <a:pt x="34629" y="189865"/>
                </a:lnTo>
                <a:lnTo>
                  <a:pt x="34543" y="187833"/>
                </a:lnTo>
                <a:lnTo>
                  <a:pt x="40163" y="125984"/>
                </a:lnTo>
                <a:lnTo>
                  <a:pt x="57022" y="75565"/>
                </a:lnTo>
                <a:lnTo>
                  <a:pt x="85597" y="38195"/>
                </a:lnTo>
                <a:lnTo>
                  <a:pt x="126364" y="15494"/>
                </a:lnTo>
                <a:lnTo>
                  <a:pt x="1209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40067" y="4364354"/>
            <a:ext cx="487362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200" dirty="0">
                <a:latin typeface="Calibri"/>
                <a:cs typeface="Calibri"/>
              </a:rPr>
              <a:t>General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form: </a:t>
            </a:r>
            <a:r>
              <a:rPr sz="3200" dirty="0">
                <a:latin typeface="Cambria Math"/>
                <a:cs typeface="Cambria Math"/>
              </a:rPr>
              <a:t>𝑃</a:t>
            </a:r>
            <a:r>
              <a:rPr sz="3200" spc="625" dirty="0">
                <a:latin typeface="Cambria Math"/>
                <a:cs typeface="Cambria Math"/>
              </a:rPr>
              <a:t> </a:t>
            </a:r>
            <a:r>
              <a:rPr sz="3200" spc="-10" dirty="0">
                <a:latin typeface="Cambria Math"/>
                <a:cs typeface="Cambria Math"/>
              </a:rPr>
              <a:t>𝑋</a:t>
            </a:r>
            <a:r>
              <a:rPr sz="3450" spc="-15" baseline="-15700" dirty="0">
                <a:latin typeface="Cambria Math"/>
                <a:cs typeface="Cambria Math"/>
              </a:rPr>
              <a:t>1</a:t>
            </a:r>
            <a:r>
              <a:rPr sz="3200" spc="-10" dirty="0">
                <a:latin typeface="Cambria Math"/>
                <a:cs typeface="Cambria Math"/>
              </a:rPr>
              <a:t>,</a:t>
            </a:r>
            <a:r>
              <a:rPr sz="3200" spc="-17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⋯</a:t>
            </a:r>
            <a:r>
              <a:rPr sz="3200" spc="-200" dirty="0">
                <a:latin typeface="Cambria Math"/>
                <a:cs typeface="Cambria Math"/>
              </a:rPr>
              <a:t> </a:t>
            </a:r>
            <a:r>
              <a:rPr sz="3200" spc="-10" dirty="0">
                <a:latin typeface="Cambria Math"/>
                <a:cs typeface="Cambria Math"/>
              </a:rPr>
              <a:t>,</a:t>
            </a:r>
            <a:r>
              <a:rPr sz="3200" spc="-17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𝑋</a:t>
            </a:r>
            <a:r>
              <a:rPr sz="3450" baseline="-15700" dirty="0">
                <a:latin typeface="Cambria Math"/>
                <a:cs typeface="Cambria Math"/>
              </a:rPr>
              <a:t>𝑛</a:t>
            </a:r>
            <a:r>
              <a:rPr sz="3450" spc="89" baseline="-15700" dirty="0">
                <a:latin typeface="Cambria Math"/>
                <a:cs typeface="Cambria Math"/>
              </a:rPr>
              <a:t>  </a:t>
            </a:r>
            <a:r>
              <a:rPr sz="3200" spc="-50" dirty="0">
                <a:latin typeface="Cambria Math"/>
                <a:cs typeface="Cambria Math"/>
              </a:rPr>
              <a:t>𝑌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87540" y="4579239"/>
            <a:ext cx="563245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spc="100" dirty="0">
                <a:latin typeface="Cambria Math"/>
                <a:cs typeface="Cambria Math"/>
              </a:rPr>
              <a:t>𝑗=1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26480" y="4197604"/>
            <a:ext cx="110426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800" baseline="-22569" dirty="0">
                <a:latin typeface="Cambria Math"/>
                <a:cs typeface="Cambria Math"/>
              </a:rPr>
              <a:t>=</a:t>
            </a:r>
            <a:r>
              <a:rPr sz="4800" spc="127" baseline="-22569" dirty="0">
                <a:latin typeface="Cambria Math"/>
                <a:cs typeface="Cambria Math"/>
              </a:rPr>
              <a:t>  </a:t>
            </a:r>
            <a:r>
              <a:rPr sz="4800" spc="1005" baseline="-20833" dirty="0">
                <a:latin typeface="Cambria Math"/>
                <a:cs typeface="Cambria Math"/>
              </a:rPr>
              <a:t>ς</a:t>
            </a:r>
            <a:r>
              <a:rPr sz="2300" spc="670" dirty="0">
                <a:latin typeface="Cambria Math"/>
                <a:cs typeface="Cambria Math"/>
              </a:rPr>
              <a:t>𝑛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67550" y="4364354"/>
            <a:ext cx="143637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200" spc="70" dirty="0">
                <a:latin typeface="Cambria Math"/>
                <a:cs typeface="Cambria Math"/>
              </a:rPr>
              <a:t>𝑃</a:t>
            </a:r>
            <a:r>
              <a:rPr sz="3200" spc="-5" dirty="0">
                <a:latin typeface="Cambria Math"/>
                <a:cs typeface="Cambria Math"/>
              </a:rPr>
              <a:t>(</a:t>
            </a:r>
            <a:r>
              <a:rPr sz="3200" spc="-440" dirty="0">
                <a:latin typeface="Cambria Math"/>
                <a:cs typeface="Cambria Math"/>
              </a:rPr>
              <a:t>𝑋</a:t>
            </a:r>
            <a:r>
              <a:rPr sz="3450" spc="345" baseline="-15700" dirty="0">
                <a:latin typeface="Cambria Math"/>
                <a:cs typeface="Cambria Math"/>
              </a:rPr>
              <a:t>𝑗</a:t>
            </a:r>
            <a:r>
              <a:rPr sz="3200" dirty="0">
                <a:latin typeface="Cambria Math"/>
                <a:cs typeface="Cambria Math"/>
              </a:rPr>
              <a:t>|</a:t>
            </a:r>
            <a:r>
              <a:rPr sz="3200" spc="65" dirty="0">
                <a:latin typeface="Cambria Math"/>
                <a:cs typeface="Cambria Math"/>
              </a:rPr>
              <a:t>𝑌</a:t>
            </a:r>
            <a:r>
              <a:rPr sz="3200" spc="10" dirty="0">
                <a:latin typeface="Cambria Math"/>
                <a:cs typeface="Cambria Math"/>
              </a:rPr>
              <a:t>)</a:t>
            </a:r>
            <a:endParaRPr sz="3200">
              <a:latin typeface="Cambria Math"/>
              <a:cs typeface="Cambria Math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007" y="5143500"/>
            <a:ext cx="8235194" cy="143967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8537F08-5D09-F24D-E3CB-D4EB2372EEA3}"/>
                  </a:ext>
                </a:extLst>
              </p14:cNvPr>
              <p14:cNvContentPartPr/>
              <p14:nvPr/>
            </p14:nvContentPartPr>
            <p14:xfrm>
              <a:off x="5778000" y="1590480"/>
              <a:ext cx="5007960" cy="22867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8537F08-5D09-F24D-E3CB-D4EB2372EE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68640" y="1581120"/>
                <a:ext cx="5026680" cy="2305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1925"/>
            <a:ext cx="10667999" cy="762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61009" y="133335"/>
            <a:ext cx="6674484" cy="1256030"/>
          </a:xfrm>
          <a:prstGeom prst="rect">
            <a:avLst/>
          </a:prstGeom>
        </p:spPr>
        <p:txBody>
          <a:bodyPr vert="horz" wrap="square" lIns="0" tIns="217804" rIns="0" bIns="0" rtlCol="0">
            <a:spAutoFit/>
          </a:bodyPr>
          <a:lstStyle/>
          <a:p>
            <a:pPr marL="3413125">
              <a:lnSpc>
                <a:spcPct val="100000"/>
              </a:lnSpc>
              <a:spcBef>
                <a:spcPts val="1714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Naive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Bayes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Classifier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885"/>
              </a:spcBef>
              <a:buFont typeface="Wingdings"/>
              <a:buChar char=""/>
              <a:tabLst>
                <a:tab pos="354965" algn="l"/>
              </a:tabLst>
            </a:pPr>
            <a:r>
              <a:rPr sz="2750" b="1" dirty="0">
                <a:latin typeface="Calibri"/>
                <a:cs typeface="Calibri"/>
              </a:rPr>
              <a:t>Bayes</a:t>
            </a:r>
            <a:r>
              <a:rPr sz="2750" b="1" spc="-20" dirty="0">
                <a:latin typeface="Calibri"/>
                <a:cs typeface="Calibri"/>
              </a:rPr>
              <a:t> rule: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7503" y="1754377"/>
            <a:ext cx="1238885" cy="326390"/>
          </a:xfrm>
          <a:custGeom>
            <a:avLst/>
            <a:gdLst/>
            <a:ahLst/>
            <a:cxnLst/>
            <a:rect l="l" t="t" r="r" b="b"/>
            <a:pathLst>
              <a:path w="1238885" h="326389">
                <a:moveTo>
                  <a:pt x="1238504" y="3048"/>
                </a:moveTo>
                <a:lnTo>
                  <a:pt x="1211961" y="3048"/>
                </a:lnTo>
                <a:lnTo>
                  <a:pt x="1211961" y="323342"/>
                </a:lnTo>
                <a:lnTo>
                  <a:pt x="1238504" y="323342"/>
                </a:lnTo>
                <a:lnTo>
                  <a:pt x="1238504" y="3048"/>
                </a:lnTo>
                <a:close/>
              </a:path>
              <a:path w="1238885" h="326389">
                <a:moveTo>
                  <a:pt x="104114" y="0"/>
                </a:moveTo>
                <a:lnTo>
                  <a:pt x="59696" y="20970"/>
                </a:lnTo>
                <a:lnTo>
                  <a:pt x="26936" y="57276"/>
                </a:lnTo>
                <a:lnTo>
                  <a:pt x="6734" y="105727"/>
                </a:lnTo>
                <a:lnTo>
                  <a:pt x="100" y="161544"/>
                </a:lnTo>
                <a:lnTo>
                  <a:pt x="0" y="163322"/>
                </a:lnTo>
                <a:lnTo>
                  <a:pt x="6713" y="220964"/>
                </a:lnTo>
                <a:lnTo>
                  <a:pt x="26847" y="269367"/>
                </a:lnTo>
                <a:lnTo>
                  <a:pt x="59585" y="305546"/>
                </a:lnTo>
                <a:lnTo>
                  <a:pt x="104114" y="326389"/>
                </a:lnTo>
                <a:lnTo>
                  <a:pt x="108242" y="313182"/>
                </a:lnTo>
                <a:lnTo>
                  <a:pt x="89639" y="304917"/>
                </a:lnTo>
                <a:lnTo>
                  <a:pt x="73588" y="293449"/>
                </a:lnTo>
                <a:lnTo>
                  <a:pt x="49136" y="260858"/>
                </a:lnTo>
                <a:lnTo>
                  <a:pt x="34613" y="216487"/>
                </a:lnTo>
                <a:lnTo>
                  <a:pt x="29843" y="163322"/>
                </a:lnTo>
                <a:lnTo>
                  <a:pt x="29768" y="161544"/>
                </a:lnTo>
                <a:lnTo>
                  <a:pt x="30980" y="133709"/>
                </a:lnTo>
                <a:lnTo>
                  <a:pt x="40666" y="85373"/>
                </a:lnTo>
                <a:lnTo>
                  <a:pt x="60121" y="47301"/>
                </a:lnTo>
                <a:lnTo>
                  <a:pt x="89934" y="21445"/>
                </a:lnTo>
                <a:lnTo>
                  <a:pt x="108762" y="13208"/>
                </a:lnTo>
                <a:lnTo>
                  <a:pt x="1041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5609" y="1655444"/>
            <a:ext cx="365442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1290" indent="-130175">
              <a:lnSpc>
                <a:spcPct val="100000"/>
              </a:lnSpc>
              <a:spcBef>
                <a:spcPts val="130"/>
              </a:spcBef>
              <a:buSzPct val="96363"/>
              <a:buFont typeface="Arial MT"/>
              <a:buChar char="•"/>
              <a:tabLst>
                <a:tab pos="161290" algn="l"/>
              </a:tabLst>
            </a:pPr>
            <a:r>
              <a:rPr sz="2750" dirty="0">
                <a:latin typeface="Cambria Math"/>
                <a:cs typeface="Cambria Math"/>
              </a:rPr>
              <a:t>𝑃</a:t>
            </a:r>
            <a:r>
              <a:rPr sz="2750" spc="650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𝑌</a:t>
            </a:r>
            <a:r>
              <a:rPr sz="2750" spc="280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=</a:t>
            </a:r>
            <a:r>
              <a:rPr sz="2750" spc="204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𝑦</a:t>
            </a:r>
            <a:r>
              <a:rPr sz="3000" baseline="-15277" dirty="0">
                <a:latin typeface="Cambria Math"/>
                <a:cs typeface="Cambria Math"/>
              </a:rPr>
              <a:t>𝑘</a:t>
            </a:r>
            <a:r>
              <a:rPr sz="3000" spc="157" baseline="-15277" dirty="0">
                <a:latin typeface="Cambria Math"/>
                <a:cs typeface="Cambria Math"/>
              </a:rPr>
              <a:t>  </a:t>
            </a:r>
            <a:r>
              <a:rPr sz="2750" dirty="0">
                <a:latin typeface="Cambria Math"/>
                <a:cs typeface="Cambria Math"/>
              </a:rPr>
              <a:t>𝑋</a:t>
            </a:r>
            <a:r>
              <a:rPr sz="3000" baseline="-15277" dirty="0">
                <a:latin typeface="Cambria Math"/>
                <a:cs typeface="Cambria Math"/>
              </a:rPr>
              <a:t>1</a:t>
            </a:r>
            <a:r>
              <a:rPr sz="2750" dirty="0">
                <a:latin typeface="Cambria Math"/>
                <a:cs typeface="Cambria Math"/>
              </a:rPr>
              <a:t>,</a:t>
            </a:r>
            <a:r>
              <a:rPr sz="2750" spc="-120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⋯</a:t>
            </a:r>
            <a:r>
              <a:rPr sz="2750" spc="-110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,</a:t>
            </a:r>
            <a:r>
              <a:rPr sz="2750" spc="-130" dirty="0">
                <a:latin typeface="Cambria Math"/>
                <a:cs typeface="Cambria Math"/>
              </a:rPr>
              <a:t> </a:t>
            </a:r>
            <a:r>
              <a:rPr sz="2750" spc="75" dirty="0">
                <a:latin typeface="Cambria Math"/>
                <a:cs typeface="Cambria Math"/>
              </a:rPr>
              <a:t>𝑋</a:t>
            </a:r>
            <a:r>
              <a:rPr sz="3000" spc="112" baseline="-15277" dirty="0">
                <a:latin typeface="Cambria Math"/>
                <a:cs typeface="Cambria Math"/>
              </a:rPr>
              <a:t>𝑛</a:t>
            </a:r>
            <a:r>
              <a:rPr sz="2750" spc="75" dirty="0">
                <a:latin typeface="Cambria Math"/>
                <a:cs typeface="Cambria Math"/>
              </a:rPr>
              <a:t>)</a:t>
            </a:r>
            <a:r>
              <a:rPr sz="2750" spc="200" dirty="0">
                <a:latin typeface="Cambria Math"/>
                <a:cs typeface="Cambria Math"/>
              </a:rPr>
              <a:t> </a:t>
            </a:r>
            <a:r>
              <a:rPr sz="2750" spc="-50" dirty="0">
                <a:latin typeface="Cambria Math"/>
                <a:cs typeface="Cambria Math"/>
              </a:rPr>
              <a:t>=</a:t>
            </a:r>
            <a:endParaRPr sz="275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49978" y="1904110"/>
            <a:ext cx="4381500" cy="19050"/>
          </a:xfrm>
          <a:custGeom>
            <a:avLst/>
            <a:gdLst/>
            <a:ahLst/>
            <a:cxnLst/>
            <a:rect l="l" t="t" r="r" b="b"/>
            <a:pathLst>
              <a:path w="4381500" h="19050">
                <a:moveTo>
                  <a:pt x="4381500" y="0"/>
                </a:moveTo>
                <a:lnTo>
                  <a:pt x="0" y="0"/>
                </a:lnTo>
                <a:lnTo>
                  <a:pt x="0" y="19050"/>
                </a:lnTo>
                <a:lnTo>
                  <a:pt x="4381500" y="19050"/>
                </a:lnTo>
                <a:lnTo>
                  <a:pt x="438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90791" y="1617599"/>
            <a:ext cx="804545" cy="238125"/>
          </a:xfrm>
          <a:custGeom>
            <a:avLst/>
            <a:gdLst/>
            <a:ahLst/>
            <a:cxnLst/>
            <a:rect l="l" t="t" r="r" b="b"/>
            <a:pathLst>
              <a:path w="804545" h="238125">
                <a:moveTo>
                  <a:pt x="19430" y="2286"/>
                </a:moveTo>
                <a:lnTo>
                  <a:pt x="0" y="2286"/>
                </a:lnTo>
                <a:lnTo>
                  <a:pt x="0" y="235965"/>
                </a:lnTo>
                <a:lnTo>
                  <a:pt x="19430" y="235965"/>
                </a:lnTo>
                <a:lnTo>
                  <a:pt x="19430" y="2286"/>
                </a:lnTo>
                <a:close/>
              </a:path>
              <a:path w="804545" h="238125">
                <a:moveTo>
                  <a:pt x="728217" y="0"/>
                </a:moveTo>
                <a:lnTo>
                  <a:pt x="724788" y="9651"/>
                </a:lnTo>
                <a:lnTo>
                  <a:pt x="738578" y="15652"/>
                </a:lnTo>
                <a:lnTo>
                  <a:pt x="750427" y="23939"/>
                </a:lnTo>
                <a:lnTo>
                  <a:pt x="774517" y="62277"/>
                </a:lnTo>
                <a:lnTo>
                  <a:pt x="781532" y="97287"/>
                </a:lnTo>
                <a:lnTo>
                  <a:pt x="781565" y="97520"/>
                </a:lnTo>
                <a:lnTo>
                  <a:pt x="782447" y="117855"/>
                </a:lnTo>
                <a:lnTo>
                  <a:pt x="781565" y="138884"/>
                </a:lnTo>
                <a:lnTo>
                  <a:pt x="778922" y="157972"/>
                </a:lnTo>
                <a:lnTo>
                  <a:pt x="760352" y="203398"/>
                </a:lnTo>
                <a:lnTo>
                  <a:pt x="725169" y="228473"/>
                </a:lnTo>
                <a:lnTo>
                  <a:pt x="728217" y="238125"/>
                </a:lnTo>
                <a:lnTo>
                  <a:pt x="773723" y="211139"/>
                </a:lnTo>
                <a:lnTo>
                  <a:pt x="799290" y="161242"/>
                </a:lnTo>
                <a:lnTo>
                  <a:pt x="804163" y="119125"/>
                </a:lnTo>
                <a:lnTo>
                  <a:pt x="802958" y="97520"/>
                </a:lnTo>
                <a:lnTo>
                  <a:pt x="802945" y="97287"/>
                </a:lnTo>
                <a:lnTo>
                  <a:pt x="793126" y="58564"/>
                </a:lnTo>
                <a:lnTo>
                  <a:pt x="760587" y="15208"/>
                </a:lnTo>
                <a:lnTo>
                  <a:pt x="745456" y="6187"/>
                </a:lnTo>
                <a:lnTo>
                  <a:pt x="7282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729226" y="1542478"/>
            <a:ext cx="311340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70" dirty="0">
                <a:latin typeface="Cambria Math"/>
                <a:cs typeface="Cambria Math"/>
              </a:rPr>
              <a:t>𝑃(𝑌=𝑦</a:t>
            </a:r>
            <a:r>
              <a:rPr sz="2475" spc="104" baseline="-15151" dirty="0">
                <a:latin typeface="Cambria Math"/>
                <a:cs typeface="Cambria Math"/>
              </a:rPr>
              <a:t>𝑘</a:t>
            </a:r>
            <a:r>
              <a:rPr sz="2000" spc="70" dirty="0">
                <a:latin typeface="Cambria Math"/>
                <a:cs typeface="Cambria Math"/>
              </a:rPr>
              <a:t>)𝑃(𝑋</a:t>
            </a:r>
            <a:r>
              <a:rPr sz="2475" spc="104" baseline="-13468" dirty="0">
                <a:latin typeface="Cambria Math"/>
                <a:cs typeface="Cambria Math"/>
              </a:rPr>
              <a:t>1</a:t>
            </a:r>
            <a:r>
              <a:rPr sz="2000" spc="70" dirty="0">
                <a:latin typeface="Cambria Math"/>
                <a:cs typeface="Cambria Math"/>
              </a:rPr>
              <a:t>,⋯,𝑋</a:t>
            </a:r>
            <a:r>
              <a:rPr sz="2475" spc="104" baseline="-13468" dirty="0">
                <a:latin typeface="Cambria Math"/>
                <a:cs typeface="Cambria Math"/>
              </a:rPr>
              <a:t>𝑛</a:t>
            </a:r>
            <a:r>
              <a:rPr sz="2475" spc="667" baseline="-13468" dirty="0">
                <a:latin typeface="Cambria Math"/>
                <a:cs typeface="Cambria Math"/>
              </a:rPr>
              <a:t> </a:t>
            </a:r>
            <a:r>
              <a:rPr sz="2000" spc="80" dirty="0">
                <a:latin typeface="Cambria Math"/>
                <a:cs typeface="Cambria Math"/>
              </a:rPr>
              <a:t>𝑌=𝑦</a:t>
            </a:r>
            <a:r>
              <a:rPr sz="2475" spc="120" baseline="-15151" dirty="0">
                <a:latin typeface="Cambria Math"/>
                <a:cs typeface="Cambria Math"/>
              </a:rPr>
              <a:t>𝑘</a:t>
            </a:r>
            <a:endParaRPr sz="2475" baseline="-15151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39946" y="1961832"/>
            <a:ext cx="208279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245" dirty="0">
                <a:latin typeface="Cambria Math"/>
                <a:cs typeface="Cambria Math"/>
              </a:rPr>
              <a:t>σ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23715" y="2104072"/>
            <a:ext cx="12827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165" dirty="0">
                <a:latin typeface="Cambria Math"/>
                <a:cs typeface="Cambria Math"/>
              </a:rPr>
              <a:t>𝑗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94179" y="2010917"/>
            <a:ext cx="824230" cy="311150"/>
          </a:xfrm>
          <a:custGeom>
            <a:avLst/>
            <a:gdLst/>
            <a:ahLst/>
            <a:cxnLst/>
            <a:rect l="l" t="t" r="r" b="b"/>
            <a:pathLst>
              <a:path w="824229" h="311150">
                <a:moveTo>
                  <a:pt x="742436" y="0"/>
                </a:moveTo>
                <a:lnTo>
                  <a:pt x="739261" y="10287"/>
                </a:lnTo>
                <a:lnTo>
                  <a:pt x="753499" y="17692"/>
                </a:lnTo>
                <a:lnTo>
                  <a:pt x="765915" y="28479"/>
                </a:lnTo>
                <a:lnTo>
                  <a:pt x="792069" y="80510"/>
                </a:lnTo>
                <a:lnTo>
                  <a:pt x="799879" y="128135"/>
                </a:lnTo>
                <a:lnTo>
                  <a:pt x="800856" y="155448"/>
                </a:lnTo>
                <a:lnTo>
                  <a:pt x="799879" y="182687"/>
                </a:lnTo>
                <a:lnTo>
                  <a:pt x="792069" y="230260"/>
                </a:lnTo>
                <a:lnTo>
                  <a:pt x="776497" y="268047"/>
                </a:lnTo>
                <a:lnTo>
                  <a:pt x="739261" y="300355"/>
                </a:lnTo>
                <a:lnTo>
                  <a:pt x="742436" y="310642"/>
                </a:lnTo>
                <a:lnTo>
                  <a:pt x="777075" y="292163"/>
                </a:lnTo>
                <a:lnTo>
                  <a:pt x="802761" y="257302"/>
                </a:lnTo>
                <a:lnTo>
                  <a:pt x="818699" y="210264"/>
                </a:lnTo>
                <a:lnTo>
                  <a:pt x="823964" y="155448"/>
                </a:lnTo>
                <a:lnTo>
                  <a:pt x="822715" y="128135"/>
                </a:lnTo>
                <a:lnTo>
                  <a:pt x="812075" y="75864"/>
                </a:lnTo>
                <a:lnTo>
                  <a:pt x="791049" y="33861"/>
                </a:lnTo>
                <a:lnTo>
                  <a:pt x="760863" y="7191"/>
                </a:lnTo>
                <a:lnTo>
                  <a:pt x="742436" y="0"/>
                </a:lnTo>
                <a:close/>
              </a:path>
              <a:path w="824229" h="311150">
                <a:moveTo>
                  <a:pt x="81528" y="0"/>
                </a:moveTo>
                <a:lnTo>
                  <a:pt x="46888" y="18478"/>
                </a:lnTo>
                <a:lnTo>
                  <a:pt x="21203" y="53340"/>
                </a:lnTo>
                <a:lnTo>
                  <a:pt x="5264" y="100377"/>
                </a:lnTo>
                <a:lnTo>
                  <a:pt x="0" y="155448"/>
                </a:lnTo>
                <a:lnTo>
                  <a:pt x="1257" y="182687"/>
                </a:lnTo>
                <a:lnTo>
                  <a:pt x="1307" y="183774"/>
                </a:lnTo>
                <a:lnTo>
                  <a:pt x="11888" y="234777"/>
                </a:lnTo>
                <a:lnTo>
                  <a:pt x="32914" y="276780"/>
                </a:lnTo>
                <a:lnTo>
                  <a:pt x="63101" y="303450"/>
                </a:lnTo>
                <a:lnTo>
                  <a:pt x="81528" y="310642"/>
                </a:lnTo>
                <a:lnTo>
                  <a:pt x="84703" y="300355"/>
                </a:lnTo>
                <a:lnTo>
                  <a:pt x="70465" y="292951"/>
                </a:lnTo>
                <a:lnTo>
                  <a:pt x="58049" y="282178"/>
                </a:lnTo>
                <a:lnTo>
                  <a:pt x="31894" y="230260"/>
                </a:lnTo>
                <a:lnTo>
                  <a:pt x="24084" y="182687"/>
                </a:lnTo>
                <a:lnTo>
                  <a:pt x="23108" y="155448"/>
                </a:lnTo>
                <a:lnTo>
                  <a:pt x="24084" y="128135"/>
                </a:lnTo>
                <a:lnTo>
                  <a:pt x="31894" y="80510"/>
                </a:lnTo>
                <a:lnTo>
                  <a:pt x="47466" y="42648"/>
                </a:lnTo>
                <a:lnTo>
                  <a:pt x="84703" y="10287"/>
                </a:lnTo>
                <a:lnTo>
                  <a:pt x="815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38367" y="1954148"/>
            <a:ext cx="2690495" cy="424180"/>
          </a:xfrm>
          <a:custGeom>
            <a:avLst/>
            <a:gdLst/>
            <a:ahLst/>
            <a:cxnLst/>
            <a:rect l="l" t="t" r="r" b="b"/>
            <a:pathLst>
              <a:path w="2690495" h="424180">
                <a:moveTo>
                  <a:pt x="1556004" y="1142"/>
                </a:moveTo>
                <a:lnTo>
                  <a:pt x="1535430" y="1142"/>
                </a:lnTo>
                <a:lnTo>
                  <a:pt x="1535430" y="423037"/>
                </a:lnTo>
                <a:lnTo>
                  <a:pt x="1556004" y="423037"/>
                </a:lnTo>
                <a:lnTo>
                  <a:pt x="1556004" y="1142"/>
                </a:lnTo>
                <a:close/>
              </a:path>
              <a:path w="2690495" h="424180">
                <a:moveTo>
                  <a:pt x="2598801" y="0"/>
                </a:moveTo>
                <a:lnTo>
                  <a:pt x="2594737" y="10033"/>
                </a:lnTo>
                <a:lnTo>
                  <a:pt x="2610524" y="22895"/>
                </a:lnTo>
                <a:lnTo>
                  <a:pt x="2624550" y="39592"/>
                </a:lnTo>
                <a:lnTo>
                  <a:pt x="2647315" y="84581"/>
                </a:lnTo>
                <a:lnTo>
                  <a:pt x="2661602" y="142779"/>
                </a:lnTo>
                <a:lnTo>
                  <a:pt x="2666356" y="211962"/>
                </a:lnTo>
                <a:lnTo>
                  <a:pt x="2666365" y="212216"/>
                </a:lnTo>
                <a:lnTo>
                  <a:pt x="2661666" y="280701"/>
                </a:lnTo>
                <a:lnTo>
                  <a:pt x="2647441" y="339089"/>
                </a:lnTo>
                <a:lnTo>
                  <a:pt x="2624756" y="384428"/>
                </a:lnTo>
                <a:lnTo>
                  <a:pt x="2594737" y="414147"/>
                </a:lnTo>
                <a:lnTo>
                  <a:pt x="2598801" y="424179"/>
                </a:lnTo>
                <a:lnTo>
                  <a:pt x="2636488" y="393969"/>
                </a:lnTo>
                <a:lnTo>
                  <a:pt x="2665603" y="345566"/>
                </a:lnTo>
                <a:lnTo>
                  <a:pt x="2684176" y="283384"/>
                </a:lnTo>
                <a:lnTo>
                  <a:pt x="2690357" y="212216"/>
                </a:lnTo>
                <a:lnTo>
                  <a:pt x="2690367" y="211962"/>
                </a:lnTo>
                <a:lnTo>
                  <a:pt x="2684176" y="140255"/>
                </a:lnTo>
                <a:lnTo>
                  <a:pt x="2665603" y="78359"/>
                </a:lnTo>
                <a:lnTo>
                  <a:pt x="2636488" y="30273"/>
                </a:lnTo>
                <a:lnTo>
                  <a:pt x="2618704" y="12904"/>
                </a:lnTo>
                <a:lnTo>
                  <a:pt x="2598801" y="0"/>
                </a:lnTo>
                <a:close/>
              </a:path>
              <a:path w="2690495" h="424180">
                <a:moveTo>
                  <a:pt x="91440" y="0"/>
                </a:moveTo>
                <a:lnTo>
                  <a:pt x="53816" y="30273"/>
                </a:lnTo>
                <a:lnTo>
                  <a:pt x="24765" y="78359"/>
                </a:lnTo>
                <a:lnTo>
                  <a:pt x="6191" y="140255"/>
                </a:lnTo>
                <a:lnTo>
                  <a:pt x="0" y="211962"/>
                </a:lnTo>
                <a:lnTo>
                  <a:pt x="1501" y="247721"/>
                </a:lnTo>
                <a:lnTo>
                  <a:pt x="1547" y="248822"/>
                </a:lnTo>
                <a:lnTo>
                  <a:pt x="13930" y="315636"/>
                </a:lnTo>
                <a:lnTo>
                  <a:pt x="38219" y="372048"/>
                </a:lnTo>
                <a:lnTo>
                  <a:pt x="71556" y="411343"/>
                </a:lnTo>
                <a:lnTo>
                  <a:pt x="91440" y="424179"/>
                </a:lnTo>
                <a:lnTo>
                  <a:pt x="95631" y="414147"/>
                </a:lnTo>
                <a:lnTo>
                  <a:pt x="79680" y="401240"/>
                </a:lnTo>
                <a:lnTo>
                  <a:pt x="65563" y="384429"/>
                </a:lnTo>
                <a:lnTo>
                  <a:pt x="42926" y="339089"/>
                </a:lnTo>
                <a:lnTo>
                  <a:pt x="28702" y="280701"/>
                </a:lnTo>
                <a:lnTo>
                  <a:pt x="25291" y="248822"/>
                </a:lnTo>
                <a:lnTo>
                  <a:pt x="25173" y="247721"/>
                </a:lnTo>
                <a:lnTo>
                  <a:pt x="25193" y="176093"/>
                </a:lnTo>
                <a:lnTo>
                  <a:pt x="34718" y="112275"/>
                </a:lnTo>
                <a:lnTo>
                  <a:pt x="53554" y="60146"/>
                </a:lnTo>
                <a:lnTo>
                  <a:pt x="79843" y="22895"/>
                </a:lnTo>
                <a:lnTo>
                  <a:pt x="95631" y="10033"/>
                </a:lnTo>
                <a:lnTo>
                  <a:pt x="914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462526" y="1876805"/>
            <a:ext cx="3881754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1083310" algn="l"/>
              </a:tabLst>
            </a:pPr>
            <a:r>
              <a:rPr sz="2000" spc="60" dirty="0">
                <a:latin typeface="Cambria Math"/>
                <a:cs typeface="Cambria Math"/>
              </a:rPr>
              <a:t>𝑃</a:t>
            </a:r>
            <a:r>
              <a:rPr sz="2000" spc="45" dirty="0">
                <a:latin typeface="Cambria Math"/>
                <a:cs typeface="Cambria Math"/>
              </a:rPr>
              <a:t>  </a:t>
            </a:r>
            <a:r>
              <a:rPr sz="2000" spc="100" dirty="0">
                <a:latin typeface="Cambria Math"/>
                <a:cs typeface="Cambria Math"/>
              </a:rPr>
              <a:t>𝑌=𝑦</a:t>
            </a:r>
            <a:r>
              <a:rPr sz="2475" spc="150" baseline="-15151" dirty="0">
                <a:latin typeface="Cambria Math"/>
                <a:cs typeface="Cambria Math"/>
              </a:rPr>
              <a:t>𝑗</a:t>
            </a:r>
            <a:r>
              <a:rPr sz="2475" baseline="-15151" dirty="0">
                <a:latin typeface="Cambria Math"/>
                <a:cs typeface="Cambria Math"/>
              </a:rPr>
              <a:t>	</a:t>
            </a:r>
            <a:r>
              <a:rPr sz="2000" spc="60" dirty="0">
                <a:latin typeface="Cambria Math"/>
                <a:cs typeface="Cambria Math"/>
              </a:rPr>
              <a:t>𝑃</a:t>
            </a:r>
            <a:r>
              <a:rPr sz="2000" spc="105" dirty="0">
                <a:latin typeface="Cambria Math"/>
                <a:cs typeface="Cambria Math"/>
              </a:rPr>
              <a:t>  </a:t>
            </a:r>
            <a:r>
              <a:rPr sz="2750" dirty="0">
                <a:latin typeface="Cambria Math"/>
                <a:cs typeface="Cambria Math"/>
              </a:rPr>
              <a:t>𝑋</a:t>
            </a:r>
            <a:r>
              <a:rPr sz="3000" baseline="-15277" dirty="0">
                <a:latin typeface="Cambria Math"/>
                <a:cs typeface="Cambria Math"/>
              </a:rPr>
              <a:t>1</a:t>
            </a:r>
            <a:r>
              <a:rPr sz="2750" dirty="0">
                <a:latin typeface="Cambria Math"/>
                <a:cs typeface="Cambria Math"/>
              </a:rPr>
              <a:t>,</a:t>
            </a:r>
            <a:r>
              <a:rPr sz="2750" spc="-120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⋯</a:t>
            </a:r>
            <a:r>
              <a:rPr sz="2750" spc="-110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,</a:t>
            </a:r>
            <a:r>
              <a:rPr sz="2750" spc="-125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𝑋</a:t>
            </a:r>
            <a:r>
              <a:rPr sz="3000" baseline="-15277" dirty="0">
                <a:latin typeface="Cambria Math"/>
                <a:cs typeface="Cambria Math"/>
              </a:rPr>
              <a:t>𝑛</a:t>
            </a:r>
            <a:r>
              <a:rPr sz="3000" spc="585" baseline="-15277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𝑌</a:t>
            </a:r>
            <a:r>
              <a:rPr sz="2750" spc="275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=</a:t>
            </a:r>
            <a:r>
              <a:rPr sz="2750" spc="204" dirty="0">
                <a:latin typeface="Cambria Math"/>
                <a:cs typeface="Cambria Math"/>
              </a:rPr>
              <a:t> </a:t>
            </a:r>
            <a:r>
              <a:rPr sz="2750" spc="-25" dirty="0">
                <a:latin typeface="Cambria Math"/>
                <a:cs typeface="Cambria Math"/>
              </a:rPr>
              <a:t>𝑦</a:t>
            </a:r>
            <a:r>
              <a:rPr sz="3000" spc="-37" baseline="-15277" dirty="0">
                <a:latin typeface="Cambria Math"/>
                <a:cs typeface="Cambria Math"/>
              </a:rPr>
              <a:t>𝑗</a:t>
            </a:r>
            <a:endParaRPr sz="3000" baseline="-15277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5609" y="2943542"/>
            <a:ext cx="734377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380365" algn="l"/>
              </a:tabLst>
            </a:pPr>
            <a:r>
              <a:rPr sz="2750" b="1" dirty="0">
                <a:latin typeface="Calibri"/>
                <a:cs typeface="Calibri"/>
              </a:rPr>
              <a:t>Assume</a:t>
            </a:r>
            <a:r>
              <a:rPr sz="2750" b="1" spc="90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conditional</a:t>
            </a:r>
            <a:r>
              <a:rPr sz="2750" b="1" spc="130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independence</a:t>
            </a:r>
            <a:r>
              <a:rPr sz="2750" b="1" spc="170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among</a:t>
            </a:r>
            <a:r>
              <a:rPr sz="2750" b="1" spc="254" dirty="0">
                <a:latin typeface="Calibri"/>
                <a:cs typeface="Calibri"/>
              </a:rPr>
              <a:t> </a:t>
            </a:r>
            <a:r>
              <a:rPr sz="2750" spc="-10" dirty="0">
                <a:latin typeface="Cambria Math"/>
                <a:cs typeface="Cambria Math"/>
              </a:rPr>
              <a:t>𝑿</a:t>
            </a:r>
            <a:r>
              <a:rPr sz="3000" spc="-15" baseline="-15277" dirty="0">
                <a:latin typeface="Cambria Math"/>
                <a:cs typeface="Cambria Math"/>
              </a:rPr>
              <a:t>𝒊</a:t>
            </a:r>
            <a:r>
              <a:rPr sz="2750" b="1" spc="-10" dirty="0">
                <a:latin typeface="Calibri"/>
                <a:cs typeface="Calibri"/>
              </a:rPr>
              <a:t>’s: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57503" y="3745103"/>
            <a:ext cx="1238885" cy="326390"/>
          </a:xfrm>
          <a:custGeom>
            <a:avLst/>
            <a:gdLst/>
            <a:ahLst/>
            <a:cxnLst/>
            <a:rect l="l" t="t" r="r" b="b"/>
            <a:pathLst>
              <a:path w="1238885" h="326389">
                <a:moveTo>
                  <a:pt x="1238504" y="3048"/>
                </a:moveTo>
                <a:lnTo>
                  <a:pt x="1211961" y="3048"/>
                </a:lnTo>
                <a:lnTo>
                  <a:pt x="1211961" y="323342"/>
                </a:lnTo>
                <a:lnTo>
                  <a:pt x="1238504" y="323342"/>
                </a:lnTo>
                <a:lnTo>
                  <a:pt x="1238504" y="3048"/>
                </a:lnTo>
                <a:close/>
              </a:path>
              <a:path w="1238885" h="326389">
                <a:moveTo>
                  <a:pt x="104114" y="0"/>
                </a:moveTo>
                <a:lnTo>
                  <a:pt x="59696" y="20970"/>
                </a:lnTo>
                <a:lnTo>
                  <a:pt x="26936" y="57277"/>
                </a:lnTo>
                <a:lnTo>
                  <a:pt x="6734" y="105727"/>
                </a:lnTo>
                <a:lnTo>
                  <a:pt x="100" y="161544"/>
                </a:lnTo>
                <a:lnTo>
                  <a:pt x="0" y="163322"/>
                </a:lnTo>
                <a:lnTo>
                  <a:pt x="6713" y="220964"/>
                </a:lnTo>
                <a:lnTo>
                  <a:pt x="26847" y="269367"/>
                </a:lnTo>
                <a:lnTo>
                  <a:pt x="59585" y="305546"/>
                </a:lnTo>
                <a:lnTo>
                  <a:pt x="104114" y="326390"/>
                </a:lnTo>
                <a:lnTo>
                  <a:pt x="108242" y="313182"/>
                </a:lnTo>
                <a:lnTo>
                  <a:pt x="89639" y="304917"/>
                </a:lnTo>
                <a:lnTo>
                  <a:pt x="73588" y="293449"/>
                </a:lnTo>
                <a:lnTo>
                  <a:pt x="49136" y="260858"/>
                </a:lnTo>
                <a:lnTo>
                  <a:pt x="34613" y="216487"/>
                </a:lnTo>
                <a:lnTo>
                  <a:pt x="29843" y="163322"/>
                </a:lnTo>
                <a:lnTo>
                  <a:pt x="29768" y="161544"/>
                </a:lnTo>
                <a:lnTo>
                  <a:pt x="30980" y="133709"/>
                </a:lnTo>
                <a:lnTo>
                  <a:pt x="40666" y="85373"/>
                </a:lnTo>
                <a:lnTo>
                  <a:pt x="60121" y="47301"/>
                </a:lnTo>
                <a:lnTo>
                  <a:pt x="89934" y="21445"/>
                </a:lnTo>
                <a:lnTo>
                  <a:pt x="108762" y="13208"/>
                </a:lnTo>
                <a:lnTo>
                  <a:pt x="1041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35609" y="3649281"/>
            <a:ext cx="365442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61290" indent="-130175">
              <a:lnSpc>
                <a:spcPct val="100000"/>
              </a:lnSpc>
              <a:spcBef>
                <a:spcPts val="125"/>
              </a:spcBef>
              <a:buSzPct val="96363"/>
              <a:buFont typeface="Arial MT"/>
              <a:buChar char="•"/>
              <a:tabLst>
                <a:tab pos="161290" algn="l"/>
              </a:tabLst>
            </a:pPr>
            <a:r>
              <a:rPr sz="2750" dirty="0">
                <a:latin typeface="Cambria Math"/>
                <a:cs typeface="Cambria Math"/>
              </a:rPr>
              <a:t>𝑃</a:t>
            </a:r>
            <a:r>
              <a:rPr sz="2750" spc="655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𝑌</a:t>
            </a:r>
            <a:r>
              <a:rPr sz="2750" spc="275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=</a:t>
            </a:r>
            <a:r>
              <a:rPr sz="2750" spc="200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𝑦</a:t>
            </a:r>
            <a:r>
              <a:rPr sz="3000" baseline="-15277" dirty="0">
                <a:latin typeface="Cambria Math"/>
                <a:cs typeface="Cambria Math"/>
              </a:rPr>
              <a:t>𝑘</a:t>
            </a:r>
            <a:r>
              <a:rPr sz="3000" spc="157" baseline="-15277" dirty="0">
                <a:latin typeface="Cambria Math"/>
                <a:cs typeface="Cambria Math"/>
              </a:rPr>
              <a:t>  </a:t>
            </a:r>
            <a:r>
              <a:rPr sz="2750" dirty="0">
                <a:latin typeface="Cambria Math"/>
                <a:cs typeface="Cambria Math"/>
              </a:rPr>
              <a:t>𝑋</a:t>
            </a:r>
            <a:r>
              <a:rPr sz="3000" baseline="-15277" dirty="0">
                <a:latin typeface="Cambria Math"/>
                <a:cs typeface="Cambria Math"/>
              </a:rPr>
              <a:t>1</a:t>
            </a:r>
            <a:r>
              <a:rPr sz="2750" dirty="0">
                <a:latin typeface="Cambria Math"/>
                <a:cs typeface="Cambria Math"/>
              </a:rPr>
              <a:t>,</a:t>
            </a:r>
            <a:r>
              <a:rPr sz="2750" spc="-125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⋯</a:t>
            </a:r>
            <a:r>
              <a:rPr sz="2750" spc="-100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,</a:t>
            </a:r>
            <a:r>
              <a:rPr sz="2750" spc="-130" dirty="0">
                <a:latin typeface="Cambria Math"/>
                <a:cs typeface="Cambria Math"/>
              </a:rPr>
              <a:t> </a:t>
            </a:r>
            <a:r>
              <a:rPr sz="2750" spc="70" dirty="0">
                <a:latin typeface="Cambria Math"/>
                <a:cs typeface="Cambria Math"/>
              </a:rPr>
              <a:t>𝑋</a:t>
            </a:r>
            <a:r>
              <a:rPr sz="3000" spc="104" baseline="-15277" dirty="0">
                <a:latin typeface="Cambria Math"/>
                <a:cs typeface="Cambria Math"/>
              </a:rPr>
              <a:t>𝑛</a:t>
            </a:r>
            <a:r>
              <a:rPr sz="2750" spc="70" dirty="0">
                <a:latin typeface="Cambria Math"/>
                <a:cs typeface="Cambria Math"/>
              </a:rPr>
              <a:t>)</a:t>
            </a:r>
            <a:r>
              <a:rPr sz="2750" spc="200" dirty="0">
                <a:latin typeface="Cambria Math"/>
                <a:cs typeface="Cambria Math"/>
              </a:rPr>
              <a:t> </a:t>
            </a:r>
            <a:r>
              <a:rPr sz="2750" spc="-50" dirty="0">
                <a:latin typeface="Cambria Math"/>
                <a:cs typeface="Cambria Math"/>
              </a:rPr>
              <a:t>=</a:t>
            </a:r>
            <a:endParaRPr sz="275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149978" y="3894835"/>
            <a:ext cx="3057525" cy="19050"/>
          </a:xfrm>
          <a:custGeom>
            <a:avLst/>
            <a:gdLst/>
            <a:ahLst/>
            <a:cxnLst/>
            <a:rect l="l" t="t" r="r" b="b"/>
            <a:pathLst>
              <a:path w="3057525" h="19050">
                <a:moveTo>
                  <a:pt x="3057525" y="0"/>
                </a:moveTo>
                <a:lnTo>
                  <a:pt x="0" y="0"/>
                </a:lnTo>
                <a:lnTo>
                  <a:pt x="0" y="19050"/>
                </a:lnTo>
                <a:lnTo>
                  <a:pt x="3057525" y="19050"/>
                </a:lnTo>
                <a:lnTo>
                  <a:pt x="30575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97196" y="3608323"/>
            <a:ext cx="838200" cy="238125"/>
          </a:xfrm>
          <a:custGeom>
            <a:avLst/>
            <a:gdLst/>
            <a:ahLst/>
            <a:cxnLst/>
            <a:rect l="l" t="t" r="r" b="b"/>
            <a:pathLst>
              <a:path w="838200" h="238125">
                <a:moveTo>
                  <a:pt x="762253" y="0"/>
                </a:moveTo>
                <a:lnTo>
                  <a:pt x="758825" y="9651"/>
                </a:lnTo>
                <a:lnTo>
                  <a:pt x="772614" y="15652"/>
                </a:lnTo>
                <a:lnTo>
                  <a:pt x="784463" y="23939"/>
                </a:lnTo>
                <a:lnTo>
                  <a:pt x="808553" y="62277"/>
                </a:lnTo>
                <a:lnTo>
                  <a:pt x="816482" y="117856"/>
                </a:lnTo>
                <a:lnTo>
                  <a:pt x="815601" y="138884"/>
                </a:lnTo>
                <a:lnTo>
                  <a:pt x="802386" y="190373"/>
                </a:lnTo>
                <a:lnTo>
                  <a:pt x="772775" y="222448"/>
                </a:lnTo>
                <a:lnTo>
                  <a:pt x="759205" y="228473"/>
                </a:lnTo>
                <a:lnTo>
                  <a:pt x="762253" y="238125"/>
                </a:lnTo>
                <a:lnTo>
                  <a:pt x="807759" y="211139"/>
                </a:lnTo>
                <a:lnTo>
                  <a:pt x="833326" y="161242"/>
                </a:lnTo>
                <a:lnTo>
                  <a:pt x="838200" y="119125"/>
                </a:lnTo>
                <a:lnTo>
                  <a:pt x="836994" y="97520"/>
                </a:lnTo>
                <a:lnTo>
                  <a:pt x="836981" y="97287"/>
                </a:lnTo>
                <a:lnTo>
                  <a:pt x="827162" y="58564"/>
                </a:lnTo>
                <a:lnTo>
                  <a:pt x="794623" y="15208"/>
                </a:lnTo>
                <a:lnTo>
                  <a:pt x="779492" y="6187"/>
                </a:lnTo>
                <a:lnTo>
                  <a:pt x="762253" y="0"/>
                </a:lnTo>
                <a:close/>
              </a:path>
              <a:path w="838200" h="238125">
                <a:moveTo>
                  <a:pt x="75945" y="0"/>
                </a:moveTo>
                <a:lnTo>
                  <a:pt x="30565" y="27039"/>
                </a:lnTo>
                <a:lnTo>
                  <a:pt x="4937" y="77104"/>
                </a:lnTo>
                <a:lnTo>
                  <a:pt x="71" y="117856"/>
                </a:lnTo>
                <a:lnTo>
                  <a:pt x="0" y="119125"/>
                </a:lnTo>
                <a:lnTo>
                  <a:pt x="1113" y="138884"/>
                </a:lnTo>
                <a:lnTo>
                  <a:pt x="1234" y="141035"/>
                </a:lnTo>
                <a:lnTo>
                  <a:pt x="4921" y="161242"/>
                </a:lnTo>
                <a:lnTo>
                  <a:pt x="19557" y="196595"/>
                </a:lnTo>
                <a:lnTo>
                  <a:pt x="58634" y="231939"/>
                </a:lnTo>
                <a:lnTo>
                  <a:pt x="75945" y="238125"/>
                </a:lnTo>
                <a:lnTo>
                  <a:pt x="78993" y="228473"/>
                </a:lnTo>
                <a:lnTo>
                  <a:pt x="65442" y="222448"/>
                </a:lnTo>
                <a:lnTo>
                  <a:pt x="53736" y="214090"/>
                </a:lnTo>
                <a:lnTo>
                  <a:pt x="29646" y="175131"/>
                </a:lnTo>
                <a:lnTo>
                  <a:pt x="21770" y="119125"/>
                </a:lnTo>
                <a:lnTo>
                  <a:pt x="21716" y="117856"/>
                </a:lnTo>
                <a:lnTo>
                  <a:pt x="25241" y="78993"/>
                </a:lnTo>
                <a:lnTo>
                  <a:pt x="43888" y="34512"/>
                </a:lnTo>
                <a:lnTo>
                  <a:pt x="79375" y="9651"/>
                </a:lnTo>
                <a:lnTo>
                  <a:pt x="759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39840" y="3608323"/>
            <a:ext cx="403860" cy="238125"/>
          </a:xfrm>
          <a:custGeom>
            <a:avLst/>
            <a:gdLst/>
            <a:ahLst/>
            <a:cxnLst/>
            <a:rect l="l" t="t" r="r" b="b"/>
            <a:pathLst>
              <a:path w="403860" h="238125">
                <a:moveTo>
                  <a:pt x="403351" y="2286"/>
                </a:moveTo>
                <a:lnTo>
                  <a:pt x="384048" y="2286"/>
                </a:lnTo>
                <a:lnTo>
                  <a:pt x="384048" y="235965"/>
                </a:lnTo>
                <a:lnTo>
                  <a:pt x="403351" y="235965"/>
                </a:lnTo>
                <a:lnTo>
                  <a:pt x="403351" y="2286"/>
                </a:lnTo>
                <a:close/>
              </a:path>
              <a:path w="403860" h="238125">
                <a:moveTo>
                  <a:pt x="75946" y="0"/>
                </a:moveTo>
                <a:lnTo>
                  <a:pt x="30493" y="27039"/>
                </a:lnTo>
                <a:lnTo>
                  <a:pt x="4873" y="77104"/>
                </a:lnTo>
                <a:lnTo>
                  <a:pt x="70" y="117856"/>
                </a:lnTo>
                <a:lnTo>
                  <a:pt x="0" y="119125"/>
                </a:lnTo>
                <a:lnTo>
                  <a:pt x="1096" y="138884"/>
                </a:lnTo>
                <a:lnTo>
                  <a:pt x="1216" y="141035"/>
                </a:lnTo>
                <a:lnTo>
                  <a:pt x="4873" y="161242"/>
                </a:lnTo>
                <a:lnTo>
                  <a:pt x="19558" y="196595"/>
                </a:lnTo>
                <a:lnTo>
                  <a:pt x="58634" y="231939"/>
                </a:lnTo>
                <a:lnTo>
                  <a:pt x="75946" y="238125"/>
                </a:lnTo>
                <a:lnTo>
                  <a:pt x="78994" y="228473"/>
                </a:lnTo>
                <a:lnTo>
                  <a:pt x="65371" y="222448"/>
                </a:lnTo>
                <a:lnTo>
                  <a:pt x="53641" y="214090"/>
                </a:lnTo>
                <a:lnTo>
                  <a:pt x="29646" y="175131"/>
                </a:lnTo>
                <a:lnTo>
                  <a:pt x="21770" y="119125"/>
                </a:lnTo>
                <a:lnTo>
                  <a:pt x="21717" y="117856"/>
                </a:lnTo>
                <a:lnTo>
                  <a:pt x="25241" y="78993"/>
                </a:lnTo>
                <a:lnTo>
                  <a:pt x="43816" y="34512"/>
                </a:lnTo>
                <a:lnTo>
                  <a:pt x="79375" y="9651"/>
                </a:lnTo>
                <a:lnTo>
                  <a:pt x="759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265295" y="3535997"/>
            <a:ext cx="28289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60" dirty="0">
                <a:latin typeface="Cambria Math"/>
                <a:cs typeface="Cambria Math"/>
              </a:rPr>
              <a:t>𝑃</a:t>
            </a:r>
            <a:r>
              <a:rPr sz="2000" spc="470" dirty="0">
                <a:latin typeface="Cambria Math"/>
                <a:cs typeface="Cambria Math"/>
              </a:rPr>
              <a:t> </a:t>
            </a:r>
            <a:r>
              <a:rPr sz="2000" spc="100" dirty="0">
                <a:latin typeface="Cambria Math"/>
                <a:cs typeface="Cambria Math"/>
              </a:rPr>
              <a:t>𝑌=𝑦</a:t>
            </a:r>
            <a:r>
              <a:rPr sz="2475" spc="150" baseline="-15151" dirty="0">
                <a:latin typeface="Cambria Math"/>
                <a:cs typeface="Cambria Math"/>
              </a:rPr>
              <a:t>𝑘</a:t>
            </a:r>
            <a:r>
              <a:rPr sz="2475" spc="165" baseline="-15151" dirty="0">
                <a:latin typeface="Cambria Math"/>
                <a:cs typeface="Cambria Math"/>
              </a:rPr>
              <a:t>  </a:t>
            </a:r>
            <a:r>
              <a:rPr sz="2000" spc="130" dirty="0">
                <a:latin typeface="Cambria Math"/>
                <a:cs typeface="Cambria Math"/>
              </a:rPr>
              <a:t>Π</a:t>
            </a:r>
            <a:r>
              <a:rPr sz="2475" spc="195" baseline="-15151" dirty="0">
                <a:latin typeface="Cambria Math"/>
                <a:cs typeface="Cambria Math"/>
              </a:rPr>
              <a:t>𝑖</a:t>
            </a:r>
            <a:r>
              <a:rPr sz="2000" spc="130" dirty="0">
                <a:latin typeface="Cambria Math"/>
                <a:cs typeface="Cambria Math"/>
              </a:rPr>
              <a:t>𝑃</a:t>
            </a:r>
            <a:r>
              <a:rPr sz="2000" spc="475" dirty="0">
                <a:latin typeface="Cambria Math"/>
                <a:cs typeface="Cambria Math"/>
              </a:rPr>
              <a:t> </a:t>
            </a:r>
            <a:r>
              <a:rPr sz="2000" spc="100" dirty="0">
                <a:latin typeface="Cambria Math"/>
                <a:cs typeface="Cambria Math"/>
              </a:rPr>
              <a:t>𝑋</a:t>
            </a:r>
            <a:r>
              <a:rPr sz="2475" spc="150" baseline="-15151" dirty="0">
                <a:latin typeface="Cambria Math"/>
                <a:cs typeface="Cambria Math"/>
              </a:rPr>
              <a:t>𝑖</a:t>
            </a:r>
            <a:r>
              <a:rPr sz="2475" spc="555" baseline="-15151" dirty="0">
                <a:latin typeface="Cambria Math"/>
                <a:cs typeface="Cambria Math"/>
              </a:rPr>
              <a:t> </a:t>
            </a:r>
            <a:r>
              <a:rPr sz="2000" spc="80" dirty="0">
                <a:latin typeface="Cambria Math"/>
                <a:cs typeface="Cambria Math"/>
              </a:rPr>
              <a:t>𝑌=𝑦</a:t>
            </a:r>
            <a:r>
              <a:rPr sz="2475" spc="120" baseline="-15151" dirty="0">
                <a:latin typeface="Cambria Math"/>
                <a:cs typeface="Cambria Math"/>
              </a:rPr>
              <a:t>𝑘</a:t>
            </a:r>
            <a:r>
              <a:rPr sz="2000" spc="80" dirty="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694179" y="3959352"/>
            <a:ext cx="824230" cy="311150"/>
          </a:xfrm>
          <a:custGeom>
            <a:avLst/>
            <a:gdLst/>
            <a:ahLst/>
            <a:cxnLst/>
            <a:rect l="l" t="t" r="r" b="b"/>
            <a:pathLst>
              <a:path w="824229" h="311150">
                <a:moveTo>
                  <a:pt x="742436" y="0"/>
                </a:moveTo>
                <a:lnTo>
                  <a:pt x="739261" y="10287"/>
                </a:lnTo>
                <a:lnTo>
                  <a:pt x="753499" y="17692"/>
                </a:lnTo>
                <a:lnTo>
                  <a:pt x="765915" y="28479"/>
                </a:lnTo>
                <a:lnTo>
                  <a:pt x="792069" y="80510"/>
                </a:lnTo>
                <a:lnTo>
                  <a:pt x="799879" y="128135"/>
                </a:lnTo>
                <a:lnTo>
                  <a:pt x="800856" y="155448"/>
                </a:lnTo>
                <a:lnTo>
                  <a:pt x="799879" y="182687"/>
                </a:lnTo>
                <a:lnTo>
                  <a:pt x="792069" y="230260"/>
                </a:lnTo>
                <a:lnTo>
                  <a:pt x="776497" y="268047"/>
                </a:lnTo>
                <a:lnTo>
                  <a:pt x="739261" y="300355"/>
                </a:lnTo>
                <a:lnTo>
                  <a:pt x="742436" y="310642"/>
                </a:lnTo>
                <a:lnTo>
                  <a:pt x="777075" y="292163"/>
                </a:lnTo>
                <a:lnTo>
                  <a:pt x="802761" y="257302"/>
                </a:lnTo>
                <a:lnTo>
                  <a:pt x="818699" y="210264"/>
                </a:lnTo>
                <a:lnTo>
                  <a:pt x="823964" y="155448"/>
                </a:lnTo>
                <a:lnTo>
                  <a:pt x="822715" y="128135"/>
                </a:lnTo>
                <a:lnTo>
                  <a:pt x="812075" y="75864"/>
                </a:lnTo>
                <a:lnTo>
                  <a:pt x="791049" y="33861"/>
                </a:lnTo>
                <a:lnTo>
                  <a:pt x="760863" y="7191"/>
                </a:lnTo>
                <a:lnTo>
                  <a:pt x="742436" y="0"/>
                </a:lnTo>
                <a:close/>
              </a:path>
              <a:path w="824229" h="311150">
                <a:moveTo>
                  <a:pt x="81528" y="0"/>
                </a:moveTo>
                <a:lnTo>
                  <a:pt x="46888" y="18478"/>
                </a:lnTo>
                <a:lnTo>
                  <a:pt x="21203" y="53340"/>
                </a:lnTo>
                <a:lnTo>
                  <a:pt x="5264" y="100377"/>
                </a:lnTo>
                <a:lnTo>
                  <a:pt x="0" y="155448"/>
                </a:lnTo>
                <a:lnTo>
                  <a:pt x="1257" y="182687"/>
                </a:lnTo>
                <a:lnTo>
                  <a:pt x="1307" y="183774"/>
                </a:lnTo>
                <a:lnTo>
                  <a:pt x="11888" y="234777"/>
                </a:lnTo>
                <a:lnTo>
                  <a:pt x="32914" y="276780"/>
                </a:lnTo>
                <a:lnTo>
                  <a:pt x="63101" y="303450"/>
                </a:lnTo>
                <a:lnTo>
                  <a:pt x="81528" y="310642"/>
                </a:lnTo>
                <a:lnTo>
                  <a:pt x="84703" y="300355"/>
                </a:lnTo>
                <a:lnTo>
                  <a:pt x="70465" y="292951"/>
                </a:lnTo>
                <a:lnTo>
                  <a:pt x="58049" y="282178"/>
                </a:lnTo>
                <a:lnTo>
                  <a:pt x="31894" y="230260"/>
                </a:lnTo>
                <a:lnTo>
                  <a:pt x="24084" y="182687"/>
                </a:lnTo>
                <a:lnTo>
                  <a:pt x="23108" y="155448"/>
                </a:lnTo>
                <a:lnTo>
                  <a:pt x="24084" y="128135"/>
                </a:lnTo>
                <a:lnTo>
                  <a:pt x="31894" y="80510"/>
                </a:lnTo>
                <a:lnTo>
                  <a:pt x="47466" y="42648"/>
                </a:lnTo>
                <a:lnTo>
                  <a:pt x="84703" y="10287"/>
                </a:lnTo>
                <a:lnTo>
                  <a:pt x="815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022594" y="3995420"/>
            <a:ext cx="403860" cy="238760"/>
          </a:xfrm>
          <a:custGeom>
            <a:avLst/>
            <a:gdLst/>
            <a:ahLst/>
            <a:cxnLst/>
            <a:rect l="l" t="t" r="r" b="b"/>
            <a:pathLst>
              <a:path w="403860" h="238760">
                <a:moveTo>
                  <a:pt x="403478" y="2285"/>
                </a:moveTo>
                <a:lnTo>
                  <a:pt x="384047" y="2285"/>
                </a:lnTo>
                <a:lnTo>
                  <a:pt x="384047" y="235965"/>
                </a:lnTo>
                <a:lnTo>
                  <a:pt x="403478" y="235965"/>
                </a:lnTo>
                <a:lnTo>
                  <a:pt x="403478" y="2285"/>
                </a:lnTo>
                <a:close/>
              </a:path>
              <a:path w="403860" h="238760">
                <a:moveTo>
                  <a:pt x="75945" y="0"/>
                </a:moveTo>
                <a:lnTo>
                  <a:pt x="30565" y="27164"/>
                </a:lnTo>
                <a:lnTo>
                  <a:pt x="4937" y="77184"/>
                </a:lnTo>
                <a:lnTo>
                  <a:pt x="71" y="117982"/>
                </a:lnTo>
                <a:lnTo>
                  <a:pt x="0" y="119252"/>
                </a:lnTo>
                <a:lnTo>
                  <a:pt x="1113" y="138955"/>
                </a:lnTo>
                <a:lnTo>
                  <a:pt x="1234" y="141089"/>
                </a:lnTo>
                <a:lnTo>
                  <a:pt x="4921" y="161258"/>
                </a:lnTo>
                <a:lnTo>
                  <a:pt x="19557" y="196595"/>
                </a:lnTo>
                <a:lnTo>
                  <a:pt x="58634" y="232011"/>
                </a:lnTo>
                <a:lnTo>
                  <a:pt x="75945" y="238251"/>
                </a:lnTo>
                <a:lnTo>
                  <a:pt x="78993" y="228599"/>
                </a:lnTo>
                <a:lnTo>
                  <a:pt x="65442" y="222573"/>
                </a:lnTo>
                <a:lnTo>
                  <a:pt x="53736" y="214201"/>
                </a:lnTo>
                <a:lnTo>
                  <a:pt x="29646" y="175186"/>
                </a:lnTo>
                <a:lnTo>
                  <a:pt x="21770" y="119252"/>
                </a:lnTo>
                <a:lnTo>
                  <a:pt x="21716" y="117982"/>
                </a:lnTo>
                <a:lnTo>
                  <a:pt x="22598" y="97645"/>
                </a:lnTo>
                <a:lnTo>
                  <a:pt x="35813" y="47370"/>
                </a:lnTo>
                <a:lnTo>
                  <a:pt x="65657" y="15652"/>
                </a:lnTo>
                <a:lnTo>
                  <a:pt x="79375" y="9651"/>
                </a:lnTo>
                <a:lnTo>
                  <a:pt x="759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114546" y="3923284"/>
            <a:ext cx="313118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1431290" algn="l"/>
              </a:tabLst>
            </a:pPr>
            <a:r>
              <a:rPr sz="3000" spc="382" baseline="2777" dirty="0">
                <a:latin typeface="Cambria Math"/>
                <a:cs typeface="Cambria Math"/>
              </a:rPr>
              <a:t>σ</a:t>
            </a:r>
            <a:r>
              <a:rPr sz="2475" spc="382" baseline="-21885" dirty="0">
                <a:latin typeface="Cambria Math"/>
                <a:cs typeface="Cambria Math"/>
              </a:rPr>
              <a:t>𝑗</a:t>
            </a:r>
            <a:r>
              <a:rPr sz="2475" spc="179" baseline="-21885" dirty="0">
                <a:latin typeface="Cambria Math"/>
                <a:cs typeface="Cambria Math"/>
              </a:rPr>
              <a:t> </a:t>
            </a:r>
            <a:r>
              <a:rPr sz="2000" spc="60" dirty="0">
                <a:latin typeface="Cambria Math"/>
                <a:cs typeface="Cambria Math"/>
              </a:rPr>
              <a:t>𝑃</a:t>
            </a:r>
            <a:r>
              <a:rPr sz="2000" spc="50" dirty="0">
                <a:latin typeface="Cambria Math"/>
                <a:cs typeface="Cambria Math"/>
              </a:rPr>
              <a:t>  </a:t>
            </a:r>
            <a:r>
              <a:rPr sz="2000" spc="100" dirty="0">
                <a:latin typeface="Cambria Math"/>
                <a:cs typeface="Cambria Math"/>
              </a:rPr>
              <a:t>𝑌=𝑦</a:t>
            </a:r>
            <a:r>
              <a:rPr sz="2475" spc="150" baseline="-15151" dirty="0">
                <a:latin typeface="Cambria Math"/>
                <a:cs typeface="Cambria Math"/>
              </a:rPr>
              <a:t>𝑗</a:t>
            </a:r>
            <a:r>
              <a:rPr sz="2475" baseline="-15151" dirty="0">
                <a:latin typeface="Cambria Math"/>
                <a:cs typeface="Cambria Math"/>
              </a:rPr>
              <a:t>	</a:t>
            </a:r>
            <a:r>
              <a:rPr sz="2000" spc="135" dirty="0">
                <a:latin typeface="Cambria Math"/>
                <a:cs typeface="Cambria Math"/>
              </a:rPr>
              <a:t>Π</a:t>
            </a:r>
            <a:r>
              <a:rPr sz="2475" spc="202" baseline="-15151" dirty="0">
                <a:latin typeface="Cambria Math"/>
                <a:cs typeface="Cambria Math"/>
              </a:rPr>
              <a:t>𝑖</a:t>
            </a:r>
            <a:r>
              <a:rPr sz="2000" spc="135" dirty="0">
                <a:latin typeface="Cambria Math"/>
                <a:cs typeface="Cambria Math"/>
              </a:rPr>
              <a:t>𝑃</a:t>
            </a:r>
            <a:r>
              <a:rPr sz="2000" spc="465" dirty="0">
                <a:latin typeface="Cambria Math"/>
                <a:cs typeface="Cambria Math"/>
              </a:rPr>
              <a:t> </a:t>
            </a:r>
            <a:r>
              <a:rPr sz="2000" spc="100" dirty="0">
                <a:latin typeface="Cambria Math"/>
                <a:cs typeface="Cambria Math"/>
              </a:rPr>
              <a:t>𝑋</a:t>
            </a:r>
            <a:r>
              <a:rPr sz="2475" spc="150" baseline="-15151" dirty="0">
                <a:latin typeface="Cambria Math"/>
                <a:cs typeface="Cambria Math"/>
              </a:rPr>
              <a:t>𝑖</a:t>
            </a:r>
            <a:r>
              <a:rPr sz="2475" spc="555" baseline="-15151" dirty="0">
                <a:latin typeface="Cambria Math"/>
                <a:cs typeface="Cambria Math"/>
              </a:rPr>
              <a:t> </a:t>
            </a:r>
            <a:r>
              <a:rPr sz="2000" spc="95" dirty="0">
                <a:latin typeface="Cambria Math"/>
                <a:cs typeface="Cambria Math"/>
              </a:rPr>
              <a:t>𝑌=𝑦</a:t>
            </a:r>
            <a:r>
              <a:rPr sz="2475" spc="142" baseline="-15151" dirty="0">
                <a:latin typeface="Cambria Math"/>
                <a:cs typeface="Cambria Math"/>
              </a:rPr>
              <a:t>𝑗</a:t>
            </a:r>
            <a:r>
              <a:rPr sz="2000" spc="95" dirty="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772536" y="5069078"/>
            <a:ext cx="1285240" cy="326390"/>
          </a:xfrm>
          <a:custGeom>
            <a:avLst/>
            <a:gdLst/>
            <a:ahLst/>
            <a:cxnLst/>
            <a:rect l="l" t="t" r="r" b="b"/>
            <a:pathLst>
              <a:path w="1285239" h="326389">
                <a:moveTo>
                  <a:pt x="1180591" y="0"/>
                </a:moveTo>
                <a:lnTo>
                  <a:pt x="1176020" y="13208"/>
                </a:lnTo>
                <a:lnTo>
                  <a:pt x="1194901" y="21445"/>
                </a:lnTo>
                <a:lnTo>
                  <a:pt x="1211151" y="32813"/>
                </a:lnTo>
                <a:lnTo>
                  <a:pt x="1235710" y="64897"/>
                </a:lnTo>
                <a:lnTo>
                  <a:pt x="1250172" y="108315"/>
                </a:lnTo>
                <a:lnTo>
                  <a:pt x="1255014" y="161544"/>
                </a:lnTo>
                <a:lnTo>
                  <a:pt x="1253799" y="190331"/>
                </a:lnTo>
                <a:lnTo>
                  <a:pt x="1244084" y="240000"/>
                </a:lnTo>
                <a:lnTo>
                  <a:pt x="1224605" y="278766"/>
                </a:lnTo>
                <a:lnTo>
                  <a:pt x="1195077" y="304917"/>
                </a:lnTo>
                <a:lnTo>
                  <a:pt x="1176527" y="313182"/>
                </a:lnTo>
                <a:lnTo>
                  <a:pt x="1180591" y="326390"/>
                </a:lnTo>
                <a:lnTo>
                  <a:pt x="1225169" y="305546"/>
                </a:lnTo>
                <a:lnTo>
                  <a:pt x="1257935" y="269367"/>
                </a:lnTo>
                <a:lnTo>
                  <a:pt x="1278048" y="220964"/>
                </a:lnTo>
                <a:lnTo>
                  <a:pt x="1284732" y="163322"/>
                </a:lnTo>
                <a:lnTo>
                  <a:pt x="1283061" y="133709"/>
                </a:lnTo>
                <a:lnTo>
                  <a:pt x="1283043" y="133393"/>
                </a:lnTo>
                <a:lnTo>
                  <a:pt x="1269569" y="80347"/>
                </a:lnTo>
                <a:lnTo>
                  <a:pt x="1242903" y="37201"/>
                </a:lnTo>
                <a:lnTo>
                  <a:pt x="1204283" y="8574"/>
                </a:lnTo>
                <a:lnTo>
                  <a:pt x="1180591" y="0"/>
                </a:lnTo>
                <a:close/>
              </a:path>
              <a:path w="1285239" h="326389">
                <a:moveTo>
                  <a:pt x="104012" y="0"/>
                </a:moveTo>
                <a:lnTo>
                  <a:pt x="59658" y="20970"/>
                </a:lnTo>
                <a:lnTo>
                  <a:pt x="26924" y="57277"/>
                </a:lnTo>
                <a:lnTo>
                  <a:pt x="6699" y="105727"/>
                </a:lnTo>
                <a:lnTo>
                  <a:pt x="99" y="161544"/>
                </a:lnTo>
                <a:lnTo>
                  <a:pt x="0" y="163322"/>
                </a:lnTo>
                <a:lnTo>
                  <a:pt x="1668" y="193303"/>
                </a:lnTo>
                <a:lnTo>
                  <a:pt x="15055" y="246314"/>
                </a:lnTo>
                <a:lnTo>
                  <a:pt x="41701" y="289367"/>
                </a:lnTo>
                <a:lnTo>
                  <a:pt x="80321" y="317890"/>
                </a:lnTo>
                <a:lnTo>
                  <a:pt x="104012" y="326390"/>
                </a:lnTo>
                <a:lnTo>
                  <a:pt x="108204" y="313182"/>
                </a:lnTo>
                <a:lnTo>
                  <a:pt x="89580" y="304917"/>
                </a:lnTo>
                <a:lnTo>
                  <a:pt x="73517" y="293449"/>
                </a:lnTo>
                <a:lnTo>
                  <a:pt x="49021" y="260858"/>
                </a:lnTo>
                <a:lnTo>
                  <a:pt x="34559" y="216487"/>
                </a:lnTo>
                <a:lnTo>
                  <a:pt x="29792" y="163322"/>
                </a:lnTo>
                <a:lnTo>
                  <a:pt x="29718" y="161544"/>
                </a:lnTo>
                <a:lnTo>
                  <a:pt x="34559" y="108315"/>
                </a:lnTo>
                <a:lnTo>
                  <a:pt x="49021" y="64897"/>
                </a:lnTo>
                <a:lnTo>
                  <a:pt x="73675" y="32813"/>
                </a:lnTo>
                <a:lnTo>
                  <a:pt x="108712" y="13208"/>
                </a:lnTo>
                <a:lnTo>
                  <a:pt x="1040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703698" y="5069078"/>
            <a:ext cx="513080" cy="326390"/>
          </a:xfrm>
          <a:custGeom>
            <a:avLst/>
            <a:gdLst/>
            <a:ahLst/>
            <a:cxnLst/>
            <a:rect l="l" t="t" r="r" b="b"/>
            <a:pathLst>
              <a:path w="513079" h="326389">
                <a:moveTo>
                  <a:pt x="512572" y="3048"/>
                </a:moveTo>
                <a:lnTo>
                  <a:pt x="486028" y="3048"/>
                </a:lnTo>
                <a:lnTo>
                  <a:pt x="486028" y="323342"/>
                </a:lnTo>
                <a:lnTo>
                  <a:pt x="512572" y="323342"/>
                </a:lnTo>
                <a:lnTo>
                  <a:pt x="512572" y="3048"/>
                </a:lnTo>
                <a:close/>
              </a:path>
              <a:path w="513079" h="326389">
                <a:moveTo>
                  <a:pt x="104012" y="0"/>
                </a:moveTo>
                <a:lnTo>
                  <a:pt x="59658" y="20970"/>
                </a:lnTo>
                <a:lnTo>
                  <a:pt x="26924" y="57277"/>
                </a:lnTo>
                <a:lnTo>
                  <a:pt x="6699" y="105727"/>
                </a:lnTo>
                <a:lnTo>
                  <a:pt x="99" y="161544"/>
                </a:lnTo>
                <a:lnTo>
                  <a:pt x="0" y="163322"/>
                </a:lnTo>
                <a:lnTo>
                  <a:pt x="6683" y="220964"/>
                </a:lnTo>
                <a:lnTo>
                  <a:pt x="26797" y="269367"/>
                </a:lnTo>
                <a:lnTo>
                  <a:pt x="59547" y="305546"/>
                </a:lnTo>
                <a:lnTo>
                  <a:pt x="104012" y="326390"/>
                </a:lnTo>
                <a:lnTo>
                  <a:pt x="108203" y="313182"/>
                </a:lnTo>
                <a:lnTo>
                  <a:pt x="89580" y="304917"/>
                </a:lnTo>
                <a:lnTo>
                  <a:pt x="73517" y="293449"/>
                </a:lnTo>
                <a:lnTo>
                  <a:pt x="49022" y="260858"/>
                </a:lnTo>
                <a:lnTo>
                  <a:pt x="34559" y="216487"/>
                </a:lnTo>
                <a:lnTo>
                  <a:pt x="29792" y="163322"/>
                </a:lnTo>
                <a:lnTo>
                  <a:pt x="29717" y="161544"/>
                </a:lnTo>
                <a:lnTo>
                  <a:pt x="30930" y="133709"/>
                </a:lnTo>
                <a:lnTo>
                  <a:pt x="40594" y="85373"/>
                </a:lnTo>
                <a:lnTo>
                  <a:pt x="60045" y="47301"/>
                </a:lnTo>
                <a:lnTo>
                  <a:pt x="89902" y="21445"/>
                </a:lnTo>
                <a:lnTo>
                  <a:pt x="108712" y="13208"/>
                </a:lnTo>
                <a:lnTo>
                  <a:pt x="1040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84809" y="4197255"/>
            <a:ext cx="8695690" cy="1990089"/>
          </a:xfrm>
          <a:prstGeom prst="rect">
            <a:avLst/>
          </a:prstGeom>
        </p:spPr>
        <p:txBody>
          <a:bodyPr vert="horz" wrap="square" lIns="0" tIns="193040" rIns="0" bIns="0" rtlCol="0">
            <a:spAutoFit/>
          </a:bodyPr>
          <a:lstStyle/>
          <a:p>
            <a:pPr marL="431165" indent="-342265">
              <a:lnSpc>
                <a:spcPct val="100000"/>
              </a:lnSpc>
              <a:spcBef>
                <a:spcPts val="1520"/>
              </a:spcBef>
              <a:buFont typeface="Wingdings"/>
              <a:buChar char=""/>
              <a:tabLst>
                <a:tab pos="431165" algn="l"/>
              </a:tabLst>
            </a:pPr>
            <a:r>
              <a:rPr sz="2750" b="1" dirty="0">
                <a:latin typeface="Calibri"/>
                <a:cs typeface="Calibri"/>
              </a:rPr>
              <a:t>Pick</a:t>
            </a:r>
            <a:r>
              <a:rPr sz="2750" b="1" spc="10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the</a:t>
            </a:r>
            <a:r>
              <a:rPr sz="2750" b="1" spc="100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most</a:t>
            </a:r>
            <a:r>
              <a:rPr sz="2750" b="1" spc="85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probable</a:t>
            </a:r>
            <a:r>
              <a:rPr sz="2750" b="1" spc="95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(MAP)</a:t>
            </a:r>
            <a:r>
              <a:rPr sz="2750" b="1" spc="60" dirty="0">
                <a:latin typeface="Calibri"/>
                <a:cs typeface="Calibri"/>
              </a:rPr>
              <a:t>  </a:t>
            </a:r>
            <a:r>
              <a:rPr sz="2750" b="1" spc="-50" dirty="0">
                <a:latin typeface="Calibri"/>
                <a:cs typeface="Calibri"/>
              </a:rPr>
              <a:t>Y</a:t>
            </a:r>
            <a:endParaRPr sz="2750">
              <a:latin typeface="Calibri"/>
              <a:cs typeface="Calibri"/>
            </a:endParaRPr>
          </a:p>
          <a:p>
            <a:pPr marL="212090" indent="-130175">
              <a:lnSpc>
                <a:spcPts val="3180"/>
              </a:lnSpc>
              <a:spcBef>
                <a:spcPts val="1430"/>
              </a:spcBef>
              <a:buSzPct val="96363"/>
              <a:buFont typeface="Arial MT"/>
              <a:buChar char="•"/>
              <a:tabLst>
                <a:tab pos="212090" algn="l"/>
                <a:tab pos="3707129" algn="l"/>
              </a:tabLst>
            </a:pPr>
            <a:r>
              <a:rPr sz="2750" spc="-1470" dirty="0">
                <a:latin typeface="Cambria Math"/>
                <a:cs typeface="Cambria Math"/>
              </a:rPr>
              <a:t>𝑌</a:t>
            </a:r>
            <a:r>
              <a:rPr sz="4125" spc="-2204" baseline="11111" dirty="0">
                <a:latin typeface="Cambria Math"/>
                <a:cs typeface="Cambria Math"/>
              </a:rPr>
              <a:t>෠</a:t>
            </a:r>
            <a:r>
              <a:rPr sz="4125" spc="630" baseline="11111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←</a:t>
            </a:r>
            <a:r>
              <a:rPr sz="2750" spc="215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argmax</a:t>
            </a:r>
            <a:r>
              <a:rPr sz="2750" spc="-95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𝑃</a:t>
            </a:r>
            <a:r>
              <a:rPr sz="2750" spc="670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𝑌</a:t>
            </a:r>
            <a:r>
              <a:rPr sz="2750" spc="280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=</a:t>
            </a:r>
            <a:r>
              <a:rPr sz="2750" spc="204" dirty="0">
                <a:latin typeface="Cambria Math"/>
                <a:cs typeface="Cambria Math"/>
              </a:rPr>
              <a:t> </a:t>
            </a:r>
            <a:r>
              <a:rPr sz="2750" spc="-25" dirty="0">
                <a:latin typeface="Cambria Math"/>
                <a:cs typeface="Cambria Math"/>
              </a:rPr>
              <a:t>𝑦</a:t>
            </a:r>
            <a:r>
              <a:rPr sz="3000" spc="-37" baseline="-15277" dirty="0">
                <a:latin typeface="Cambria Math"/>
                <a:cs typeface="Cambria Math"/>
              </a:rPr>
              <a:t>𝑘</a:t>
            </a:r>
            <a:r>
              <a:rPr sz="3000" baseline="-15277" dirty="0">
                <a:latin typeface="Cambria Math"/>
                <a:cs typeface="Cambria Math"/>
              </a:rPr>
              <a:t>	</a:t>
            </a:r>
            <a:r>
              <a:rPr sz="2750" spc="100" dirty="0">
                <a:latin typeface="Cambria Math"/>
                <a:cs typeface="Cambria Math"/>
              </a:rPr>
              <a:t>Π</a:t>
            </a:r>
            <a:r>
              <a:rPr sz="3000" spc="150" baseline="-15277" dirty="0">
                <a:latin typeface="Cambria Math"/>
                <a:cs typeface="Cambria Math"/>
              </a:rPr>
              <a:t>𝑖</a:t>
            </a:r>
            <a:r>
              <a:rPr sz="2750" spc="100" dirty="0">
                <a:latin typeface="Cambria Math"/>
                <a:cs typeface="Cambria Math"/>
              </a:rPr>
              <a:t>𝑃</a:t>
            </a:r>
            <a:r>
              <a:rPr sz="2750" spc="635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𝑋</a:t>
            </a:r>
            <a:r>
              <a:rPr sz="3000" baseline="-15277" dirty="0">
                <a:latin typeface="Cambria Math"/>
                <a:cs typeface="Cambria Math"/>
              </a:rPr>
              <a:t>𝑖</a:t>
            </a:r>
            <a:r>
              <a:rPr sz="3000" spc="135" baseline="-15277" dirty="0">
                <a:latin typeface="Cambria Math"/>
                <a:cs typeface="Cambria Math"/>
              </a:rPr>
              <a:t>  </a:t>
            </a:r>
            <a:r>
              <a:rPr sz="2750" dirty="0">
                <a:latin typeface="Cambria Math"/>
                <a:cs typeface="Cambria Math"/>
              </a:rPr>
              <a:t>𝑌</a:t>
            </a:r>
            <a:r>
              <a:rPr sz="2750" spc="260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=</a:t>
            </a:r>
            <a:r>
              <a:rPr sz="2750" spc="175" dirty="0">
                <a:latin typeface="Cambria Math"/>
                <a:cs typeface="Cambria Math"/>
              </a:rPr>
              <a:t> </a:t>
            </a:r>
            <a:r>
              <a:rPr sz="2750" spc="55" dirty="0">
                <a:latin typeface="Cambria Math"/>
                <a:cs typeface="Cambria Math"/>
              </a:rPr>
              <a:t>𝑦</a:t>
            </a:r>
            <a:r>
              <a:rPr sz="3000" spc="82" baseline="-15277" dirty="0">
                <a:latin typeface="Cambria Math"/>
                <a:cs typeface="Cambria Math"/>
              </a:rPr>
              <a:t>𝑘</a:t>
            </a:r>
            <a:r>
              <a:rPr sz="2750" spc="55" dirty="0">
                <a:latin typeface="Cambria Math"/>
                <a:cs typeface="Cambria Math"/>
              </a:rPr>
              <a:t>)</a:t>
            </a:r>
            <a:endParaRPr sz="2750">
              <a:latin typeface="Cambria Math"/>
              <a:cs typeface="Cambria Math"/>
            </a:endParaRPr>
          </a:p>
          <a:p>
            <a:pPr marL="1344295">
              <a:lnSpc>
                <a:spcPts val="2280"/>
              </a:lnSpc>
            </a:pPr>
            <a:r>
              <a:rPr sz="2000" spc="130" dirty="0">
                <a:latin typeface="Cambria Math"/>
                <a:cs typeface="Cambria Math"/>
              </a:rPr>
              <a:t>𝑦</a:t>
            </a:r>
            <a:r>
              <a:rPr sz="2475" spc="195" baseline="-15151" dirty="0">
                <a:latin typeface="Cambria Math"/>
                <a:cs typeface="Cambria Math"/>
              </a:rPr>
              <a:t>𝑘</a:t>
            </a:r>
            <a:endParaRPr sz="2475" baseline="-15151">
              <a:latin typeface="Cambria Math"/>
              <a:cs typeface="Cambria Math"/>
            </a:endParaRPr>
          </a:p>
          <a:p>
            <a:pPr marL="212090" indent="-130175">
              <a:lnSpc>
                <a:spcPct val="100000"/>
              </a:lnSpc>
              <a:spcBef>
                <a:spcPts val="550"/>
              </a:spcBef>
              <a:buSzPct val="96363"/>
              <a:buFont typeface="Arial MT"/>
              <a:buChar char="•"/>
              <a:tabLst>
                <a:tab pos="212090" algn="l"/>
              </a:tabLst>
            </a:pPr>
            <a:r>
              <a:rPr sz="2750" dirty="0">
                <a:latin typeface="Calibri"/>
                <a:cs typeface="Calibri"/>
              </a:rPr>
              <a:t>New</a:t>
            </a:r>
            <a:r>
              <a:rPr sz="2750" spc="114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point</a:t>
            </a:r>
            <a:r>
              <a:rPr sz="2750" spc="5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is</a:t>
            </a:r>
            <a:r>
              <a:rPr sz="2750" spc="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classified</a:t>
            </a:r>
            <a:r>
              <a:rPr sz="2750" spc="5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to</a:t>
            </a:r>
            <a:r>
              <a:rPr sz="2750" spc="6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Y</a:t>
            </a:r>
            <a:r>
              <a:rPr sz="2775" baseline="-18018" dirty="0">
                <a:latin typeface="Calibri"/>
                <a:cs typeface="Calibri"/>
              </a:rPr>
              <a:t>k</a:t>
            </a:r>
            <a:r>
              <a:rPr sz="2775" spc="345" baseline="-18018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if</a:t>
            </a:r>
            <a:r>
              <a:rPr sz="2750" spc="35" dirty="0">
                <a:latin typeface="Calibri"/>
                <a:cs typeface="Calibri"/>
              </a:rPr>
              <a:t>  </a:t>
            </a:r>
            <a:r>
              <a:rPr sz="2750" dirty="0">
                <a:latin typeface="Calibri"/>
                <a:cs typeface="Calibri"/>
              </a:rPr>
              <a:t>P(Y</a:t>
            </a:r>
            <a:r>
              <a:rPr sz="2775" baseline="-18018" dirty="0">
                <a:latin typeface="Calibri"/>
                <a:cs typeface="Calibri"/>
              </a:rPr>
              <a:t>k</a:t>
            </a:r>
            <a:r>
              <a:rPr sz="2750" dirty="0">
                <a:latin typeface="Calibri"/>
                <a:cs typeface="Calibri"/>
              </a:rPr>
              <a:t>)</a:t>
            </a:r>
            <a:r>
              <a:rPr sz="2750" spc="55" dirty="0">
                <a:latin typeface="Calibri"/>
                <a:cs typeface="Calibri"/>
              </a:rPr>
              <a:t> </a:t>
            </a:r>
            <a:r>
              <a:rPr sz="2750" dirty="0">
                <a:latin typeface="Symbol"/>
                <a:cs typeface="Symbol"/>
              </a:rPr>
              <a:t></a:t>
            </a:r>
            <a:r>
              <a:rPr sz="2750" spc="-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Calibri"/>
                <a:cs typeface="Calibri"/>
              </a:rPr>
              <a:t>P(X</a:t>
            </a:r>
            <a:r>
              <a:rPr sz="2775" baseline="-18018" dirty="0">
                <a:latin typeface="Calibri"/>
                <a:cs typeface="Calibri"/>
              </a:rPr>
              <a:t>i</a:t>
            </a:r>
            <a:r>
              <a:rPr sz="2750" dirty="0">
                <a:latin typeface="Calibri"/>
                <a:cs typeface="Calibri"/>
              </a:rPr>
              <a:t>|</a:t>
            </a:r>
            <a:r>
              <a:rPr sz="2750" spc="5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Y</a:t>
            </a:r>
            <a:r>
              <a:rPr sz="2775" baseline="-18018" dirty="0">
                <a:latin typeface="Calibri"/>
                <a:cs typeface="Calibri"/>
              </a:rPr>
              <a:t>k</a:t>
            </a:r>
            <a:r>
              <a:rPr sz="2750" dirty="0">
                <a:latin typeface="Calibri"/>
                <a:cs typeface="Calibri"/>
              </a:rPr>
              <a:t>)</a:t>
            </a:r>
            <a:r>
              <a:rPr sz="2750" spc="40" dirty="0">
                <a:latin typeface="Calibri"/>
                <a:cs typeface="Calibri"/>
              </a:rPr>
              <a:t>  </a:t>
            </a:r>
            <a:r>
              <a:rPr sz="2750" dirty="0">
                <a:latin typeface="Calibri"/>
                <a:cs typeface="Calibri"/>
              </a:rPr>
              <a:t>is</a:t>
            </a:r>
            <a:r>
              <a:rPr sz="2750" spc="4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maximal.</a:t>
            </a:r>
            <a:endParaRPr sz="275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874B2FF-F885-014F-19AC-6A0A0E7AAF5D}"/>
                  </a:ext>
                </a:extLst>
              </p14:cNvPr>
              <p14:cNvContentPartPr/>
              <p14:nvPr/>
            </p14:nvContentPartPr>
            <p14:xfrm>
              <a:off x="1044360" y="782280"/>
              <a:ext cx="10988640" cy="35265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874B2FF-F885-014F-19AC-6A0A0E7AAF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5000" y="772920"/>
                <a:ext cx="11007360" cy="3545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461835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5" dirty="0"/>
              <a:t> </a:t>
            </a:r>
            <a:r>
              <a:rPr sz="2400" spc="-25" dirty="0"/>
              <a:t>1:</a:t>
            </a:r>
            <a:endParaRPr sz="2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165850" y="1487550"/>
          <a:ext cx="5207000" cy="4805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Email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Spam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Email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Spam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Lunch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Lunch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Lunch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Suppose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got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message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with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60" dirty="0">
                <a:latin typeface="Calibri"/>
                <a:cs typeface="Calibri"/>
              </a:rPr>
              <a:t>   </a:t>
            </a:r>
            <a:r>
              <a:rPr sz="2400" dirty="0">
                <a:latin typeface="Calibri"/>
                <a:cs typeface="Calibri"/>
              </a:rPr>
              <a:t>words</a:t>
            </a:r>
            <a:r>
              <a:rPr sz="2400" spc="270" dirty="0">
                <a:latin typeface="Calibri"/>
                <a:cs typeface="Calibri"/>
              </a:rPr>
              <a:t>   </a:t>
            </a:r>
            <a:r>
              <a:rPr sz="2400" dirty="0">
                <a:latin typeface="Calibri"/>
                <a:cs typeface="Calibri"/>
              </a:rPr>
              <a:t>‘</a:t>
            </a:r>
            <a:r>
              <a:rPr sz="2400" b="1" dirty="0">
                <a:latin typeface="Calibri"/>
                <a:cs typeface="Calibri"/>
              </a:rPr>
              <a:t>Dear</a:t>
            </a:r>
            <a:r>
              <a:rPr sz="2400" b="1" spc="275" dirty="0">
                <a:latin typeface="Calibri"/>
                <a:cs typeface="Calibri"/>
              </a:rPr>
              <a:t>   </a:t>
            </a:r>
            <a:r>
              <a:rPr sz="2400" b="1" dirty="0">
                <a:latin typeface="Calibri"/>
                <a:cs typeface="Calibri"/>
              </a:rPr>
              <a:t>Friend</a:t>
            </a:r>
            <a:r>
              <a:rPr sz="2400" dirty="0">
                <a:latin typeface="Calibri"/>
                <a:cs typeface="Calibri"/>
              </a:rPr>
              <a:t>’,</a:t>
            </a:r>
            <a:r>
              <a:rPr sz="2400" spc="270" dirty="0">
                <a:latin typeface="Calibri"/>
                <a:cs typeface="Calibri"/>
              </a:rPr>
              <a:t>   </a:t>
            </a:r>
            <a:r>
              <a:rPr sz="2400" spc="-10" dirty="0">
                <a:latin typeface="Calibri"/>
                <a:cs typeface="Calibri"/>
              </a:rPr>
              <a:t>Decide </a:t>
            </a:r>
            <a:r>
              <a:rPr sz="2400" dirty="0">
                <a:latin typeface="Calibri"/>
                <a:cs typeface="Calibri"/>
              </a:rPr>
              <a:t>whether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message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normal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message?</a:t>
            </a:r>
            <a:endParaRPr sz="2400">
              <a:latin typeface="Calibri"/>
              <a:cs typeface="Calibri"/>
            </a:endParaRPr>
          </a:p>
          <a:p>
            <a:pPr marL="12700" marR="11430">
              <a:lnSpc>
                <a:spcPts val="5780"/>
              </a:lnSpc>
              <a:spcBef>
                <a:spcPts val="680"/>
              </a:spcBef>
              <a:tabLst>
                <a:tab pos="816610" algn="l"/>
                <a:tab pos="1177290" algn="l"/>
                <a:tab pos="1740535" algn="l"/>
                <a:tab pos="2612390" algn="l"/>
                <a:tab pos="2965450" algn="l"/>
                <a:tab pos="4294505" algn="l"/>
              </a:tabLst>
            </a:pPr>
            <a:r>
              <a:rPr sz="2400" dirty="0">
                <a:latin typeface="Calibri"/>
                <a:cs typeface="Calibri"/>
              </a:rPr>
              <a:t>i.e.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Normal/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Dear,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Friend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Yes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No </a:t>
            </a:r>
            <a:r>
              <a:rPr sz="2400" spc="-20" dirty="0">
                <a:latin typeface="Calibri"/>
                <a:cs typeface="Calibri"/>
              </a:rPr>
              <a:t>Note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if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we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know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P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(Normal/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60" dirty="0">
                <a:latin typeface="Calibri"/>
                <a:cs typeface="Calibri"/>
              </a:rPr>
              <a:t>Dear,</a:t>
            </a:r>
            <a:endParaRPr sz="2400">
              <a:latin typeface="Calibri"/>
              <a:cs typeface="Calibri"/>
            </a:endParaRPr>
          </a:p>
          <a:p>
            <a:pPr marL="12700" algn="just">
              <a:lnSpc>
                <a:spcPts val="2180"/>
              </a:lnSpc>
            </a:pPr>
            <a:r>
              <a:rPr sz="2400" dirty="0">
                <a:latin typeface="Calibri"/>
                <a:cs typeface="Calibri"/>
              </a:rPr>
              <a:t>Friend</a:t>
            </a:r>
            <a:r>
              <a:rPr sz="2400" spc="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P(Spam/</a:t>
            </a:r>
            <a:r>
              <a:rPr sz="2400" spc="6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Dear,</a:t>
            </a:r>
            <a:r>
              <a:rPr sz="2400" spc="9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Friend</a:t>
            </a:r>
            <a:r>
              <a:rPr sz="2400" spc="75" dirty="0">
                <a:latin typeface="Calibri"/>
                <a:cs typeface="Calibri"/>
              </a:rPr>
              <a:t>  </a:t>
            </a:r>
            <a:r>
              <a:rPr sz="2400" spc="-50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50"/>
              </a:spcBef>
            </a:pPr>
            <a:r>
              <a:rPr sz="2400" dirty="0">
                <a:latin typeface="Calibri"/>
                <a:cs typeface="Calibri"/>
              </a:rPr>
              <a:t>then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answer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question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asked</a:t>
            </a:r>
            <a:endParaRPr sz="24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B2B1771-75AC-5DA3-B46B-72A128878A6A}"/>
                  </a:ext>
                </a:extLst>
              </p14:cNvPr>
              <p14:cNvContentPartPr/>
              <p14:nvPr/>
            </p14:nvContentPartPr>
            <p14:xfrm>
              <a:off x="1427400" y="1996920"/>
              <a:ext cx="5368320" cy="4313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B2B1771-75AC-5DA3-B46B-72A128878A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18040" y="1987560"/>
                <a:ext cx="5387040" cy="433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396811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-20" dirty="0"/>
              <a:t> </a:t>
            </a:r>
            <a:r>
              <a:rPr sz="2400" dirty="0"/>
              <a:t>1:</a:t>
            </a:r>
            <a:r>
              <a:rPr sz="2400" spc="-10" dirty="0"/>
              <a:t> Solution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231457" y="1433766"/>
            <a:ext cx="5828030" cy="1181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235"/>
              </a:lnSpc>
              <a:spcBef>
                <a:spcPts val="100"/>
              </a:spcBef>
            </a:pPr>
            <a:r>
              <a:rPr sz="2700" b="1" i="1" dirty="0">
                <a:latin typeface="Calibri"/>
                <a:cs typeface="Calibri"/>
              </a:rPr>
              <a:t>Step</a:t>
            </a:r>
            <a:r>
              <a:rPr sz="2700" b="1" i="1" spc="-30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1-</a:t>
            </a:r>
            <a:r>
              <a:rPr sz="2700" b="1" i="1" spc="-1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View</a:t>
            </a:r>
            <a:r>
              <a:rPr sz="2700" b="1" i="1" spc="-10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or</a:t>
            </a:r>
            <a:r>
              <a:rPr sz="2700" b="1" i="1" spc="-80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collect</a:t>
            </a:r>
            <a:r>
              <a:rPr sz="2700" b="1" i="1" spc="1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“raw”</a:t>
            </a:r>
            <a:r>
              <a:rPr sz="2700" b="1" i="1" spc="-5" dirty="0">
                <a:latin typeface="Calibri"/>
                <a:cs typeface="Calibri"/>
              </a:rPr>
              <a:t> </a:t>
            </a:r>
            <a:r>
              <a:rPr sz="2700" b="1" i="1" spc="-10" dirty="0">
                <a:latin typeface="Calibri"/>
                <a:cs typeface="Calibri"/>
              </a:rPr>
              <a:t>data.</a:t>
            </a:r>
            <a:endParaRPr sz="2700">
              <a:latin typeface="Calibri"/>
              <a:cs typeface="Calibri"/>
            </a:endParaRPr>
          </a:p>
          <a:p>
            <a:pPr marL="12700" marR="5080">
              <a:lnSpc>
                <a:spcPts val="2630"/>
              </a:lnSpc>
              <a:spcBef>
                <a:spcPts val="590"/>
              </a:spcBef>
            </a:pPr>
            <a:r>
              <a:rPr sz="2700" b="1" i="1" dirty="0">
                <a:latin typeface="Calibri"/>
                <a:cs typeface="Calibri"/>
              </a:rPr>
              <a:t>Step</a:t>
            </a:r>
            <a:r>
              <a:rPr sz="2700" b="1" i="1" spc="-4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2</a:t>
            </a:r>
            <a:r>
              <a:rPr sz="2700" b="1" i="1" spc="-3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-</a:t>
            </a:r>
            <a:r>
              <a:rPr sz="2700" b="1" i="1" spc="-30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Convert</a:t>
            </a:r>
            <a:r>
              <a:rPr sz="2700" b="1" i="1" spc="-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long</a:t>
            </a:r>
            <a:r>
              <a:rPr sz="2700" b="1" i="1" spc="-3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data</a:t>
            </a:r>
            <a:r>
              <a:rPr sz="2700" b="1" i="1" spc="-40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to</a:t>
            </a:r>
            <a:r>
              <a:rPr sz="2700" b="1" i="1" spc="30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a</a:t>
            </a:r>
            <a:r>
              <a:rPr sz="2700" b="1" i="1" spc="-45" dirty="0">
                <a:latin typeface="Calibri"/>
                <a:cs typeface="Calibri"/>
              </a:rPr>
              <a:t> </a:t>
            </a:r>
            <a:r>
              <a:rPr sz="2700" b="1" i="1" spc="-10" dirty="0">
                <a:latin typeface="Calibri"/>
                <a:cs typeface="Calibri"/>
              </a:rPr>
              <a:t>frequency table</a:t>
            </a:r>
            <a:endParaRPr sz="27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2407" y="3010439"/>
          <a:ext cx="5264785" cy="24025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4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1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2465">
                <a:tc>
                  <a:txBody>
                    <a:bodyPr/>
                    <a:lstStyle/>
                    <a:p>
                      <a:pPr marL="1821814">
                        <a:lnSpc>
                          <a:spcPts val="2265"/>
                        </a:lnSpc>
                      </a:pPr>
                      <a:r>
                        <a:rPr sz="2700" spc="-10" dirty="0">
                          <a:latin typeface="Calibri"/>
                          <a:cs typeface="Calibri"/>
                        </a:rPr>
                        <a:t>normal</a:t>
                      </a:r>
                      <a:endParaRPr sz="2700">
                        <a:latin typeface="Calibri"/>
                        <a:cs typeface="Calibri"/>
                      </a:endParaRPr>
                    </a:p>
                    <a:p>
                      <a:pPr marL="31750">
                        <a:lnSpc>
                          <a:spcPts val="2930"/>
                        </a:lnSpc>
                      </a:pPr>
                      <a:r>
                        <a:rPr sz="2700" spc="-20" dirty="0">
                          <a:latin typeface="Calibri"/>
                          <a:cs typeface="Calibri"/>
                        </a:rPr>
                        <a:t>word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ts val="2570"/>
                        </a:lnSpc>
                      </a:pPr>
                      <a:r>
                        <a:rPr sz="2700" spc="-20" dirty="0">
                          <a:latin typeface="Calibri"/>
                          <a:cs typeface="Calibri"/>
                        </a:rPr>
                        <a:t>spam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2570"/>
                        </a:lnSpc>
                      </a:pPr>
                      <a:r>
                        <a:rPr sz="27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Row</a:t>
                      </a:r>
                      <a:r>
                        <a:rPr sz="2700" spc="-9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7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31750">
                        <a:lnSpc>
                          <a:spcPts val="2495"/>
                        </a:lnSpc>
                        <a:tabLst>
                          <a:tab pos="2402840" algn="l"/>
                        </a:tabLst>
                      </a:pPr>
                      <a:r>
                        <a:rPr sz="2700" spc="-20" dirty="0">
                          <a:latin typeface="Calibri"/>
                          <a:cs typeface="Calibri"/>
                        </a:rPr>
                        <a:t>Dear</a:t>
                      </a:r>
                      <a:r>
                        <a:rPr sz="27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700" spc="-50" dirty="0">
                          <a:latin typeface="Calibri"/>
                          <a:cs typeface="Calibri"/>
                        </a:rPr>
                        <a:t>8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0375">
                        <a:lnSpc>
                          <a:spcPts val="2495"/>
                        </a:lnSpc>
                      </a:pPr>
                      <a:r>
                        <a:rPr sz="2700" spc="-50" dirty="0">
                          <a:latin typeface="Calibri"/>
                          <a:cs typeface="Calibri"/>
                        </a:rPr>
                        <a:t>2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 algn="ctr">
                        <a:lnSpc>
                          <a:spcPts val="2495"/>
                        </a:lnSpc>
                      </a:pPr>
                      <a:r>
                        <a:rPr sz="27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31750">
                        <a:lnSpc>
                          <a:spcPts val="2490"/>
                        </a:lnSpc>
                        <a:tabLst>
                          <a:tab pos="2392045" algn="l"/>
                        </a:tabLst>
                      </a:pPr>
                      <a:r>
                        <a:rPr sz="2700" spc="-10" dirty="0">
                          <a:latin typeface="Calibri"/>
                          <a:cs typeface="Calibri"/>
                        </a:rPr>
                        <a:t>Friend</a:t>
                      </a:r>
                      <a:r>
                        <a:rPr sz="27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700" spc="-50" dirty="0">
                          <a:latin typeface="Calibri"/>
                          <a:cs typeface="Calibri"/>
                        </a:rPr>
                        <a:t>5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8945">
                        <a:lnSpc>
                          <a:spcPts val="2490"/>
                        </a:lnSpc>
                      </a:pPr>
                      <a:r>
                        <a:rPr sz="2700" spc="-50" dirty="0">
                          <a:latin typeface="Calibri"/>
                          <a:cs typeface="Calibri"/>
                        </a:rPr>
                        <a:t>1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9545" algn="ctr">
                        <a:lnSpc>
                          <a:spcPts val="2490"/>
                        </a:lnSpc>
                      </a:pPr>
                      <a:r>
                        <a:rPr sz="27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marL="31750">
                        <a:lnSpc>
                          <a:spcPts val="2490"/>
                        </a:lnSpc>
                        <a:tabLst>
                          <a:tab pos="2334895" algn="l"/>
                        </a:tabLst>
                      </a:pPr>
                      <a:r>
                        <a:rPr sz="2700" spc="-10" dirty="0">
                          <a:latin typeface="Calibri"/>
                          <a:cs typeface="Calibri"/>
                        </a:rPr>
                        <a:t>Lunch</a:t>
                      </a:r>
                      <a:r>
                        <a:rPr sz="27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700" spc="-50" dirty="0">
                          <a:latin typeface="Calibri"/>
                          <a:cs typeface="Calibri"/>
                        </a:rPr>
                        <a:t>3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9530" algn="ctr">
                        <a:lnSpc>
                          <a:spcPts val="2490"/>
                        </a:lnSpc>
                      </a:pPr>
                      <a:r>
                        <a:rPr sz="2700" spc="-50" dirty="0">
                          <a:latin typeface="Calibri"/>
                          <a:cs typeface="Calibri"/>
                        </a:rPr>
                        <a:t>0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2490"/>
                        </a:lnSpc>
                      </a:pPr>
                      <a:r>
                        <a:rPr sz="27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marL="31750">
                        <a:lnSpc>
                          <a:spcPts val="2495"/>
                        </a:lnSpc>
                        <a:tabLst>
                          <a:tab pos="2413000" algn="l"/>
                        </a:tabLst>
                      </a:pPr>
                      <a:r>
                        <a:rPr sz="2700" spc="-20" dirty="0">
                          <a:latin typeface="Calibri"/>
                          <a:cs typeface="Calibri"/>
                        </a:rPr>
                        <a:t>Money</a:t>
                      </a:r>
                      <a:r>
                        <a:rPr sz="27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700" spc="-50" dirty="0">
                          <a:latin typeface="Calibri"/>
                          <a:cs typeface="Calibri"/>
                        </a:rPr>
                        <a:t>1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1009">
                        <a:lnSpc>
                          <a:spcPts val="2495"/>
                        </a:lnSpc>
                      </a:pPr>
                      <a:r>
                        <a:rPr sz="2700" spc="-50" dirty="0">
                          <a:latin typeface="Calibri"/>
                          <a:cs typeface="Calibri"/>
                        </a:rPr>
                        <a:t>4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9390" algn="ctr">
                        <a:lnSpc>
                          <a:spcPts val="2495"/>
                        </a:lnSpc>
                      </a:pPr>
                      <a:r>
                        <a:rPr sz="27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555">
                <a:tc>
                  <a:txBody>
                    <a:bodyPr/>
                    <a:lstStyle/>
                    <a:p>
                      <a:pPr marL="31750">
                        <a:lnSpc>
                          <a:spcPts val="2830"/>
                        </a:lnSpc>
                        <a:tabLst>
                          <a:tab pos="2326640" algn="l"/>
                        </a:tabLst>
                      </a:pPr>
                      <a:r>
                        <a:rPr sz="27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Column</a:t>
                      </a:r>
                      <a:r>
                        <a:rPr sz="2700" spc="-8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7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r>
                        <a:rPr sz="27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27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9900">
                        <a:lnSpc>
                          <a:spcPts val="2830"/>
                        </a:lnSpc>
                      </a:pPr>
                      <a:r>
                        <a:rPr sz="27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5640">
                        <a:lnSpc>
                          <a:spcPts val="2830"/>
                        </a:lnSpc>
                      </a:pPr>
                      <a:r>
                        <a:rPr sz="27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24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31457" y="5391784"/>
            <a:ext cx="5245100" cy="76200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 marR="5080">
              <a:lnSpc>
                <a:spcPct val="78800"/>
              </a:lnSpc>
              <a:spcBef>
                <a:spcPts val="790"/>
              </a:spcBef>
            </a:pPr>
            <a:r>
              <a:rPr sz="2700" b="1" i="1" dirty="0">
                <a:latin typeface="Calibri"/>
                <a:cs typeface="Calibri"/>
              </a:rPr>
              <a:t>Step</a:t>
            </a:r>
            <a:r>
              <a:rPr sz="2700" b="1" i="1" spc="-4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3</a:t>
            </a:r>
            <a:r>
              <a:rPr sz="2700" b="1" i="1" spc="-3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-</a:t>
            </a:r>
            <a:r>
              <a:rPr sz="2700" b="1" i="1" spc="-30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Row</a:t>
            </a:r>
            <a:r>
              <a:rPr sz="2700" b="1" i="1" spc="-30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and</a:t>
            </a:r>
            <a:r>
              <a:rPr sz="2700" b="1" i="1" spc="-4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column</a:t>
            </a:r>
            <a:r>
              <a:rPr sz="2700" b="1" i="1" spc="-40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sums</a:t>
            </a:r>
            <a:r>
              <a:rPr sz="2700" b="1" i="1" spc="1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to</a:t>
            </a:r>
            <a:r>
              <a:rPr sz="2700" b="1" i="1" spc="-40" dirty="0">
                <a:latin typeface="Calibri"/>
                <a:cs typeface="Calibri"/>
              </a:rPr>
              <a:t> </a:t>
            </a:r>
            <a:r>
              <a:rPr sz="2700" b="1" i="1" spc="-25" dirty="0">
                <a:latin typeface="Calibri"/>
                <a:cs typeface="Calibri"/>
              </a:rPr>
              <a:t>get </a:t>
            </a:r>
            <a:r>
              <a:rPr sz="2700" b="1" i="1" spc="-10" dirty="0">
                <a:latin typeface="Calibri"/>
                <a:cs typeface="Calibri"/>
              </a:rPr>
              <a:t>probabilities</a:t>
            </a:r>
            <a:endParaRPr sz="27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851650" y="1487550"/>
          <a:ext cx="5207000" cy="4805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Email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Spam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Email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Spam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Lunch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Lunch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Lunch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839E3DE-6AE5-927B-8400-58B8E9BBB2F7}"/>
                  </a:ext>
                </a:extLst>
              </p14:cNvPr>
              <p14:cNvContentPartPr/>
              <p14:nvPr/>
            </p14:nvContentPartPr>
            <p14:xfrm>
              <a:off x="1135800" y="1830960"/>
              <a:ext cx="10230120" cy="4080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839E3DE-6AE5-927B-8400-58B8E9BBB2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6440" y="1821600"/>
                <a:ext cx="10248840" cy="4099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396811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-20" dirty="0"/>
              <a:t> </a:t>
            </a:r>
            <a:r>
              <a:rPr sz="2400" dirty="0"/>
              <a:t>1:</a:t>
            </a:r>
            <a:r>
              <a:rPr sz="2400" spc="-10" dirty="0"/>
              <a:t> Solution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16572" y="1531302"/>
            <a:ext cx="4051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Play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5021" y="1808162"/>
            <a:ext cx="2301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normal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spam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Row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Total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45134" y="2154570"/>
          <a:ext cx="3068319" cy="16008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0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7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729">
                <a:tc>
                  <a:txBody>
                    <a:bodyPr/>
                    <a:lstStyle/>
                    <a:p>
                      <a:pPr marL="31750">
                        <a:lnSpc>
                          <a:spcPts val="171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word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ts val="19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19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900"/>
                        </a:lnSpc>
                      </a:pP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9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4960" algn="r">
                        <a:lnSpc>
                          <a:spcPts val="19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ts val="1900"/>
                        </a:lnSpc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Lunch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19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5435" algn="r">
                        <a:lnSpc>
                          <a:spcPts val="19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7630" algn="r">
                        <a:lnSpc>
                          <a:spcPts val="1900"/>
                        </a:lnSpc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729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Column</a:t>
                      </a:r>
                      <a:r>
                        <a:rPr sz="1800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1889"/>
                        </a:lnSpc>
                      </a:pP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0" algn="r">
                        <a:lnSpc>
                          <a:spcPts val="1889"/>
                        </a:lnSpc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ts val="1889"/>
                        </a:lnSpc>
                      </a:pP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64184" y="4011231"/>
            <a:ext cx="5795010" cy="577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Step</a:t>
            </a:r>
            <a:r>
              <a:rPr sz="1800" b="1" i="1" spc="-4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4</a:t>
            </a:r>
            <a:r>
              <a:rPr sz="1800" b="1" i="1" spc="-6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-</a:t>
            </a:r>
            <a:r>
              <a:rPr sz="1800" b="1" i="1" spc="-4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Apply</a:t>
            </a:r>
            <a:r>
              <a:rPr sz="1800" b="1" i="1" spc="-5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spc="-10" dirty="0">
                <a:solidFill>
                  <a:srgbClr val="292929"/>
                </a:solidFill>
                <a:latin typeface="Georgia"/>
                <a:cs typeface="Georgia"/>
              </a:rPr>
              <a:t>probabilities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from</a:t>
            </a:r>
            <a:r>
              <a:rPr sz="1800" b="1" i="1" spc="-5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frequency</a:t>
            </a:r>
            <a:r>
              <a:rPr sz="1800" b="1" i="1" spc="-5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spc="-10" dirty="0">
                <a:solidFill>
                  <a:srgbClr val="292929"/>
                </a:solidFill>
                <a:latin typeface="Georgia"/>
                <a:cs typeface="Georgia"/>
              </a:rPr>
              <a:t>table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to</a:t>
            </a:r>
            <a:r>
              <a:rPr sz="1800" b="1" i="1" spc="-5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Navie</a:t>
            </a:r>
            <a:r>
              <a:rPr sz="1800" b="1" i="1" spc="-5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Bayes</a:t>
            </a:r>
            <a:r>
              <a:rPr sz="1800" b="1" i="1" spc="-7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spc="-10" dirty="0">
                <a:solidFill>
                  <a:srgbClr val="292929"/>
                </a:solidFill>
                <a:latin typeface="Georgia"/>
                <a:cs typeface="Georgia"/>
              </a:rPr>
              <a:t>theorem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4022" y="4918392"/>
            <a:ext cx="11391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(N/ </a:t>
            </a:r>
            <a:r>
              <a:rPr sz="1800" spc="-10" dirty="0">
                <a:latin typeface="Calibri"/>
                <a:cs typeface="Calibri"/>
              </a:rPr>
              <a:t>D,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)=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71495" y="4918392"/>
            <a:ext cx="139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01724" y="4784407"/>
            <a:ext cx="53632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4650" algn="l"/>
                <a:tab pos="2574290" algn="l"/>
                <a:tab pos="5349875" algn="l"/>
              </a:tabLst>
            </a:pP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(D, F/N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).P(N)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 (D/N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).P(F/N).P(N)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77770" y="5039677"/>
            <a:ext cx="49917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72540" algn="l"/>
              </a:tabLst>
            </a:pPr>
            <a:r>
              <a:rPr sz="2700" baseline="1543" dirty="0">
                <a:latin typeface="Calibri"/>
                <a:cs typeface="Calibri"/>
              </a:rPr>
              <a:t>P</a:t>
            </a:r>
            <a:r>
              <a:rPr sz="2700" spc="-15" baseline="1543" dirty="0">
                <a:latin typeface="Calibri"/>
                <a:cs typeface="Calibri"/>
              </a:rPr>
              <a:t> </a:t>
            </a:r>
            <a:r>
              <a:rPr sz="2700" baseline="1543" dirty="0">
                <a:latin typeface="Calibri"/>
                <a:cs typeface="Calibri"/>
              </a:rPr>
              <a:t>(D,</a:t>
            </a:r>
            <a:r>
              <a:rPr sz="2700" spc="-22" baseline="1543" dirty="0">
                <a:latin typeface="Calibri"/>
                <a:cs typeface="Calibri"/>
              </a:rPr>
              <a:t> </a:t>
            </a:r>
            <a:r>
              <a:rPr sz="2700" spc="-37" baseline="1543" dirty="0">
                <a:latin typeface="Calibri"/>
                <a:cs typeface="Calibri"/>
              </a:rPr>
              <a:t>F)</a:t>
            </a:r>
            <a:r>
              <a:rPr sz="2700" baseline="1543" dirty="0"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(D/N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).P(F/N).P(N)</a:t>
            </a:r>
            <a:r>
              <a:rPr sz="1350" spc="-10" dirty="0">
                <a:latin typeface="Cambria Math"/>
                <a:cs typeface="Cambria Math"/>
              </a:rPr>
              <a:t>+</a:t>
            </a:r>
            <a:r>
              <a:rPr sz="1800" spc="-10" dirty="0">
                <a:latin typeface="Calibri"/>
                <a:cs typeface="Calibri"/>
              </a:rPr>
              <a:t>P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(D/S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).P(F/S).P(S)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00240" y="4918392"/>
            <a:ext cx="139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23303" y="4785105"/>
            <a:ext cx="2047875" cy="311150"/>
          </a:xfrm>
          <a:custGeom>
            <a:avLst/>
            <a:gdLst/>
            <a:ahLst/>
            <a:cxnLst/>
            <a:rect l="l" t="t" r="r" b="b"/>
            <a:pathLst>
              <a:path w="2047875" h="311150">
                <a:moveTo>
                  <a:pt x="579755" y="6604"/>
                </a:moveTo>
                <a:lnTo>
                  <a:pt x="541426" y="34658"/>
                </a:lnTo>
                <a:lnTo>
                  <a:pt x="525246" y="71983"/>
                </a:lnTo>
                <a:lnTo>
                  <a:pt x="516915" y="116509"/>
                </a:lnTo>
                <a:lnTo>
                  <a:pt x="515874" y="141224"/>
                </a:lnTo>
                <a:lnTo>
                  <a:pt x="516877" y="165125"/>
                </a:lnTo>
                <a:lnTo>
                  <a:pt x="525246" y="210400"/>
                </a:lnTo>
                <a:lnTo>
                  <a:pt x="541426" y="248005"/>
                </a:lnTo>
                <a:lnTo>
                  <a:pt x="576961" y="282702"/>
                </a:lnTo>
                <a:lnTo>
                  <a:pt x="579755" y="276098"/>
                </a:lnTo>
                <a:lnTo>
                  <a:pt x="569048" y="267474"/>
                </a:lnTo>
                <a:lnTo>
                  <a:pt x="559638" y="256260"/>
                </a:lnTo>
                <a:lnTo>
                  <a:pt x="539000" y="207365"/>
                </a:lnTo>
                <a:lnTo>
                  <a:pt x="532739" y="165862"/>
                </a:lnTo>
                <a:lnTo>
                  <a:pt x="531876" y="141478"/>
                </a:lnTo>
                <a:lnTo>
                  <a:pt x="532676" y="117386"/>
                </a:lnTo>
                <a:lnTo>
                  <a:pt x="539102" y="74803"/>
                </a:lnTo>
                <a:lnTo>
                  <a:pt x="559841" y="26339"/>
                </a:lnTo>
                <a:lnTo>
                  <a:pt x="569201" y="15214"/>
                </a:lnTo>
                <a:lnTo>
                  <a:pt x="579755" y="6604"/>
                </a:lnTo>
                <a:close/>
              </a:path>
              <a:path w="2047875" h="311150">
                <a:moveTo>
                  <a:pt x="742950" y="139319"/>
                </a:moveTo>
                <a:lnTo>
                  <a:pt x="581025" y="139319"/>
                </a:lnTo>
                <a:lnTo>
                  <a:pt x="581025" y="148844"/>
                </a:lnTo>
                <a:lnTo>
                  <a:pt x="742950" y="148844"/>
                </a:lnTo>
                <a:lnTo>
                  <a:pt x="742950" y="139319"/>
                </a:lnTo>
                <a:close/>
              </a:path>
              <a:path w="2047875" h="311150">
                <a:moveTo>
                  <a:pt x="814197" y="141224"/>
                </a:moveTo>
                <a:lnTo>
                  <a:pt x="810082" y="93433"/>
                </a:lnTo>
                <a:lnTo>
                  <a:pt x="797687" y="52197"/>
                </a:lnTo>
                <a:lnTo>
                  <a:pt x="766394" y="8559"/>
                </a:lnTo>
                <a:lnTo>
                  <a:pt x="753110" y="0"/>
                </a:lnTo>
                <a:lnTo>
                  <a:pt x="750443" y="6604"/>
                </a:lnTo>
                <a:lnTo>
                  <a:pt x="760984" y="15214"/>
                </a:lnTo>
                <a:lnTo>
                  <a:pt x="770343" y="26339"/>
                </a:lnTo>
                <a:lnTo>
                  <a:pt x="791057" y="74803"/>
                </a:lnTo>
                <a:lnTo>
                  <a:pt x="797306" y="116509"/>
                </a:lnTo>
                <a:lnTo>
                  <a:pt x="798182" y="141224"/>
                </a:lnTo>
                <a:lnTo>
                  <a:pt x="798195" y="141478"/>
                </a:lnTo>
                <a:lnTo>
                  <a:pt x="795032" y="187096"/>
                </a:lnTo>
                <a:lnTo>
                  <a:pt x="785495" y="225933"/>
                </a:lnTo>
                <a:lnTo>
                  <a:pt x="761060" y="267474"/>
                </a:lnTo>
                <a:lnTo>
                  <a:pt x="750443" y="276098"/>
                </a:lnTo>
                <a:lnTo>
                  <a:pt x="753110" y="282702"/>
                </a:lnTo>
                <a:lnTo>
                  <a:pt x="788682" y="248005"/>
                </a:lnTo>
                <a:lnTo>
                  <a:pt x="804926" y="210400"/>
                </a:lnTo>
                <a:lnTo>
                  <a:pt x="813168" y="165862"/>
                </a:lnTo>
                <a:lnTo>
                  <a:pt x="814184" y="141478"/>
                </a:lnTo>
                <a:lnTo>
                  <a:pt x="814197" y="141224"/>
                </a:lnTo>
                <a:close/>
              </a:path>
              <a:path w="2047875" h="311150">
                <a:moveTo>
                  <a:pt x="2047875" y="291719"/>
                </a:moveTo>
                <a:lnTo>
                  <a:pt x="0" y="291719"/>
                </a:lnTo>
                <a:lnTo>
                  <a:pt x="0" y="310769"/>
                </a:lnTo>
                <a:lnTo>
                  <a:pt x="2047875" y="310769"/>
                </a:lnTo>
                <a:lnTo>
                  <a:pt x="2047875" y="2917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943468" y="4798059"/>
            <a:ext cx="6096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latin typeface="Cambria Math"/>
                <a:cs typeface="Cambria Math"/>
              </a:rPr>
              <a:t>.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999603" y="4785105"/>
            <a:ext cx="659130" cy="283210"/>
          </a:xfrm>
          <a:custGeom>
            <a:avLst/>
            <a:gdLst/>
            <a:ahLst/>
            <a:cxnLst/>
            <a:rect l="l" t="t" r="r" b="b"/>
            <a:pathLst>
              <a:path w="659129" h="283210">
                <a:moveTo>
                  <a:pt x="63881" y="6604"/>
                </a:moveTo>
                <a:lnTo>
                  <a:pt x="25552" y="34658"/>
                </a:lnTo>
                <a:lnTo>
                  <a:pt x="9372" y="71983"/>
                </a:lnTo>
                <a:lnTo>
                  <a:pt x="1041" y="116509"/>
                </a:lnTo>
                <a:lnTo>
                  <a:pt x="0" y="141224"/>
                </a:lnTo>
                <a:lnTo>
                  <a:pt x="1003" y="165125"/>
                </a:lnTo>
                <a:lnTo>
                  <a:pt x="9372" y="210400"/>
                </a:lnTo>
                <a:lnTo>
                  <a:pt x="25552" y="248005"/>
                </a:lnTo>
                <a:lnTo>
                  <a:pt x="61087" y="282702"/>
                </a:lnTo>
                <a:lnTo>
                  <a:pt x="63881" y="276098"/>
                </a:lnTo>
                <a:lnTo>
                  <a:pt x="53174" y="267474"/>
                </a:lnTo>
                <a:lnTo>
                  <a:pt x="43764" y="256260"/>
                </a:lnTo>
                <a:lnTo>
                  <a:pt x="23126" y="207365"/>
                </a:lnTo>
                <a:lnTo>
                  <a:pt x="16865" y="165862"/>
                </a:lnTo>
                <a:lnTo>
                  <a:pt x="16002" y="141478"/>
                </a:lnTo>
                <a:lnTo>
                  <a:pt x="16802" y="117386"/>
                </a:lnTo>
                <a:lnTo>
                  <a:pt x="23228" y="74803"/>
                </a:lnTo>
                <a:lnTo>
                  <a:pt x="43967" y="26339"/>
                </a:lnTo>
                <a:lnTo>
                  <a:pt x="53327" y="15214"/>
                </a:lnTo>
                <a:lnTo>
                  <a:pt x="63881" y="6604"/>
                </a:lnTo>
                <a:close/>
              </a:path>
              <a:path w="659129" h="283210">
                <a:moveTo>
                  <a:pt x="228600" y="139319"/>
                </a:moveTo>
                <a:lnTo>
                  <a:pt x="66675" y="139319"/>
                </a:lnTo>
                <a:lnTo>
                  <a:pt x="66675" y="148844"/>
                </a:lnTo>
                <a:lnTo>
                  <a:pt x="228600" y="148844"/>
                </a:lnTo>
                <a:lnTo>
                  <a:pt x="228600" y="139319"/>
                </a:lnTo>
                <a:close/>
              </a:path>
              <a:path w="659129" h="283210">
                <a:moveTo>
                  <a:pt x="298323" y="141224"/>
                </a:moveTo>
                <a:lnTo>
                  <a:pt x="294208" y="93433"/>
                </a:lnTo>
                <a:lnTo>
                  <a:pt x="281813" y="52197"/>
                </a:lnTo>
                <a:lnTo>
                  <a:pt x="250520" y="8559"/>
                </a:lnTo>
                <a:lnTo>
                  <a:pt x="237236" y="0"/>
                </a:lnTo>
                <a:lnTo>
                  <a:pt x="234569" y="6604"/>
                </a:lnTo>
                <a:lnTo>
                  <a:pt x="245110" y="15214"/>
                </a:lnTo>
                <a:lnTo>
                  <a:pt x="254469" y="26339"/>
                </a:lnTo>
                <a:lnTo>
                  <a:pt x="275183" y="74803"/>
                </a:lnTo>
                <a:lnTo>
                  <a:pt x="281432" y="116509"/>
                </a:lnTo>
                <a:lnTo>
                  <a:pt x="282308" y="141224"/>
                </a:lnTo>
                <a:lnTo>
                  <a:pt x="282321" y="141478"/>
                </a:lnTo>
                <a:lnTo>
                  <a:pt x="279158" y="187096"/>
                </a:lnTo>
                <a:lnTo>
                  <a:pt x="269621" y="225933"/>
                </a:lnTo>
                <a:lnTo>
                  <a:pt x="245186" y="267474"/>
                </a:lnTo>
                <a:lnTo>
                  <a:pt x="234569" y="276098"/>
                </a:lnTo>
                <a:lnTo>
                  <a:pt x="237236" y="282702"/>
                </a:lnTo>
                <a:lnTo>
                  <a:pt x="272808" y="248005"/>
                </a:lnTo>
                <a:lnTo>
                  <a:pt x="289052" y="210400"/>
                </a:lnTo>
                <a:lnTo>
                  <a:pt x="297294" y="165862"/>
                </a:lnTo>
                <a:lnTo>
                  <a:pt x="298310" y="141478"/>
                </a:lnTo>
                <a:lnTo>
                  <a:pt x="298323" y="141224"/>
                </a:lnTo>
                <a:close/>
              </a:path>
              <a:path w="659129" h="283210">
                <a:moveTo>
                  <a:pt x="424307" y="6604"/>
                </a:moveTo>
                <a:lnTo>
                  <a:pt x="385978" y="34658"/>
                </a:lnTo>
                <a:lnTo>
                  <a:pt x="369798" y="71983"/>
                </a:lnTo>
                <a:lnTo>
                  <a:pt x="361467" y="116509"/>
                </a:lnTo>
                <a:lnTo>
                  <a:pt x="360426" y="141224"/>
                </a:lnTo>
                <a:lnTo>
                  <a:pt x="361429" y="165125"/>
                </a:lnTo>
                <a:lnTo>
                  <a:pt x="369798" y="210400"/>
                </a:lnTo>
                <a:lnTo>
                  <a:pt x="385978" y="248005"/>
                </a:lnTo>
                <a:lnTo>
                  <a:pt x="421513" y="282702"/>
                </a:lnTo>
                <a:lnTo>
                  <a:pt x="424307" y="276098"/>
                </a:lnTo>
                <a:lnTo>
                  <a:pt x="413600" y="267474"/>
                </a:lnTo>
                <a:lnTo>
                  <a:pt x="404190" y="256260"/>
                </a:lnTo>
                <a:lnTo>
                  <a:pt x="383552" y="207365"/>
                </a:lnTo>
                <a:lnTo>
                  <a:pt x="377291" y="165862"/>
                </a:lnTo>
                <a:lnTo>
                  <a:pt x="376428" y="141478"/>
                </a:lnTo>
                <a:lnTo>
                  <a:pt x="377228" y="117386"/>
                </a:lnTo>
                <a:lnTo>
                  <a:pt x="383654" y="74803"/>
                </a:lnTo>
                <a:lnTo>
                  <a:pt x="404393" y="26339"/>
                </a:lnTo>
                <a:lnTo>
                  <a:pt x="413753" y="15214"/>
                </a:lnTo>
                <a:lnTo>
                  <a:pt x="424307" y="6604"/>
                </a:lnTo>
                <a:close/>
              </a:path>
              <a:path w="659129" h="283210">
                <a:moveTo>
                  <a:pt x="590550" y="139319"/>
                </a:moveTo>
                <a:lnTo>
                  <a:pt x="428625" y="139319"/>
                </a:lnTo>
                <a:lnTo>
                  <a:pt x="428625" y="148844"/>
                </a:lnTo>
                <a:lnTo>
                  <a:pt x="590550" y="148844"/>
                </a:lnTo>
                <a:lnTo>
                  <a:pt x="590550" y="139319"/>
                </a:lnTo>
                <a:close/>
              </a:path>
              <a:path w="659129" h="283210">
                <a:moveTo>
                  <a:pt x="658749" y="141224"/>
                </a:moveTo>
                <a:lnTo>
                  <a:pt x="654634" y="93433"/>
                </a:lnTo>
                <a:lnTo>
                  <a:pt x="642239" y="52197"/>
                </a:lnTo>
                <a:lnTo>
                  <a:pt x="610946" y="8559"/>
                </a:lnTo>
                <a:lnTo>
                  <a:pt x="597662" y="0"/>
                </a:lnTo>
                <a:lnTo>
                  <a:pt x="594995" y="6604"/>
                </a:lnTo>
                <a:lnTo>
                  <a:pt x="605536" y="15214"/>
                </a:lnTo>
                <a:lnTo>
                  <a:pt x="614895" y="26339"/>
                </a:lnTo>
                <a:lnTo>
                  <a:pt x="635609" y="74803"/>
                </a:lnTo>
                <a:lnTo>
                  <a:pt x="641858" y="116509"/>
                </a:lnTo>
                <a:lnTo>
                  <a:pt x="642734" y="141224"/>
                </a:lnTo>
                <a:lnTo>
                  <a:pt x="642747" y="141478"/>
                </a:lnTo>
                <a:lnTo>
                  <a:pt x="639584" y="187096"/>
                </a:lnTo>
                <a:lnTo>
                  <a:pt x="630047" y="225933"/>
                </a:lnTo>
                <a:lnTo>
                  <a:pt x="605612" y="267474"/>
                </a:lnTo>
                <a:lnTo>
                  <a:pt x="594995" y="276098"/>
                </a:lnTo>
                <a:lnTo>
                  <a:pt x="597662" y="282702"/>
                </a:lnTo>
                <a:lnTo>
                  <a:pt x="633234" y="248005"/>
                </a:lnTo>
                <a:lnTo>
                  <a:pt x="649478" y="210400"/>
                </a:lnTo>
                <a:lnTo>
                  <a:pt x="657720" y="165862"/>
                </a:lnTo>
                <a:lnTo>
                  <a:pt x="658736" y="141478"/>
                </a:lnTo>
                <a:lnTo>
                  <a:pt x="658749" y="141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714615" y="4700270"/>
            <a:ext cx="92900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98145" algn="l"/>
              </a:tabLst>
            </a:pPr>
            <a:r>
              <a:rPr sz="1050" spc="-50" dirty="0">
                <a:latin typeface="Cambria Math"/>
                <a:cs typeface="Cambria Math"/>
              </a:rPr>
              <a:t>8</a:t>
            </a:r>
            <a:r>
              <a:rPr sz="1050" dirty="0">
                <a:latin typeface="Cambria Math"/>
                <a:cs typeface="Cambria Math"/>
              </a:rPr>
              <a:t>	5</a:t>
            </a:r>
            <a:r>
              <a:rPr sz="1050" spc="260" dirty="0">
                <a:latin typeface="Cambria Math"/>
                <a:cs typeface="Cambria Math"/>
              </a:rPr>
              <a:t>  </a:t>
            </a:r>
            <a:r>
              <a:rPr sz="2025" baseline="-30864" dirty="0">
                <a:latin typeface="Cambria Math"/>
                <a:cs typeface="Cambria Math"/>
              </a:rPr>
              <a:t>.</a:t>
            </a:r>
            <a:r>
              <a:rPr sz="2025" spc="540" baseline="-30864" dirty="0">
                <a:latin typeface="Cambria Math"/>
                <a:cs typeface="Cambria Math"/>
              </a:rPr>
              <a:t> </a:t>
            </a:r>
            <a:r>
              <a:rPr sz="1050" spc="55" dirty="0">
                <a:latin typeface="Cambria Math"/>
                <a:cs typeface="Cambria Math"/>
              </a:rPr>
              <a:t>17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99375" y="4919979"/>
            <a:ext cx="918844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2745" algn="l"/>
                <a:tab pos="734060" algn="l"/>
              </a:tabLst>
            </a:pPr>
            <a:r>
              <a:rPr sz="1050" spc="35" dirty="0">
                <a:latin typeface="Cambria Math"/>
                <a:cs typeface="Cambria Math"/>
              </a:rPr>
              <a:t>17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25" dirty="0">
                <a:latin typeface="Cambria Math"/>
                <a:cs typeface="Cambria Math"/>
              </a:rPr>
              <a:t>17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60" dirty="0">
                <a:latin typeface="Cambria Math"/>
                <a:cs typeface="Cambria Math"/>
              </a:rPr>
              <a:t>24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136638" y="5104891"/>
            <a:ext cx="298450" cy="283210"/>
          </a:xfrm>
          <a:custGeom>
            <a:avLst/>
            <a:gdLst/>
            <a:ahLst/>
            <a:cxnLst/>
            <a:rect l="l" t="t" r="r" b="b"/>
            <a:pathLst>
              <a:path w="298450" h="283210">
                <a:moveTo>
                  <a:pt x="63881" y="6731"/>
                </a:moveTo>
                <a:lnTo>
                  <a:pt x="25552" y="34721"/>
                </a:lnTo>
                <a:lnTo>
                  <a:pt x="9372" y="72059"/>
                </a:lnTo>
                <a:lnTo>
                  <a:pt x="1041" y="116636"/>
                </a:lnTo>
                <a:lnTo>
                  <a:pt x="0" y="141478"/>
                </a:lnTo>
                <a:lnTo>
                  <a:pt x="1003" y="165188"/>
                </a:lnTo>
                <a:lnTo>
                  <a:pt x="9372" y="210451"/>
                </a:lnTo>
                <a:lnTo>
                  <a:pt x="25552" y="248031"/>
                </a:lnTo>
                <a:lnTo>
                  <a:pt x="61087" y="282829"/>
                </a:lnTo>
                <a:lnTo>
                  <a:pt x="63881" y="276098"/>
                </a:lnTo>
                <a:lnTo>
                  <a:pt x="53174" y="267538"/>
                </a:lnTo>
                <a:lnTo>
                  <a:pt x="43764" y="256324"/>
                </a:lnTo>
                <a:lnTo>
                  <a:pt x="23126" y="207441"/>
                </a:lnTo>
                <a:lnTo>
                  <a:pt x="16865" y="165925"/>
                </a:lnTo>
                <a:lnTo>
                  <a:pt x="16002" y="141478"/>
                </a:lnTo>
                <a:lnTo>
                  <a:pt x="16802" y="117436"/>
                </a:lnTo>
                <a:lnTo>
                  <a:pt x="23228" y="74866"/>
                </a:lnTo>
                <a:lnTo>
                  <a:pt x="43967" y="26416"/>
                </a:lnTo>
                <a:lnTo>
                  <a:pt x="53327" y="15278"/>
                </a:lnTo>
                <a:lnTo>
                  <a:pt x="63881" y="6731"/>
                </a:lnTo>
                <a:close/>
              </a:path>
              <a:path w="298450" h="283210">
                <a:moveTo>
                  <a:pt x="224790" y="133858"/>
                </a:moveTo>
                <a:lnTo>
                  <a:pt x="62865" y="133858"/>
                </a:lnTo>
                <a:lnTo>
                  <a:pt x="62865" y="143383"/>
                </a:lnTo>
                <a:lnTo>
                  <a:pt x="224790" y="143383"/>
                </a:lnTo>
                <a:lnTo>
                  <a:pt x="224790" y="133858"/>
                </a:lnTo>
                <a:close/>
              </a:path>
              <a:path w="298450" h="283210">
                <a:moveTo>
                  <a:pt x="298310" y="141478"/>
                </a:moveTo>
                <a:lnTo>
                  <a:pt x="297319" y="117436"/>
                </a:lnTo>
                <a:lnTo>
                  <a:pt x="297294" y="116636"/>
                </a:lnTo>
                <a:lnTo>
                  <a:pt x="294208" y="93535"/>
                </a:lnTo>
                <a:lnTo>
                  <a:pt x="281813" y="52197"/>
                </a:lnTo>
                <a:lnTo>
                  <a:pt x="250520" y="8623"/>
                </a:lnTo>
                <a:lnTo>
                  <a:pt x="237236" y="0"/>
                </a:lnTo>
                <a:lnTo>
                  <a:pt x="234569" y="6731"/>
                </a:lnTo>
                <a:lnTo>
                  <a:pt x="245110" y="15278"/>
                </a:lnTo>
                <a:lnTo>
                  <a:pt x="254469" y="26416"/>
                </a:lnTo>
                <a:lnTo>
                  <a:pt x="275183" y="74866"/>
                </a:lnTo>
                <a:lnTo>
                  <a:pt x="281444" y="116636"/>
                </a:lnTo>
                <a:lnTo>
                  <a:pt x="282321" y="141478"/>
                </a:lnTo>
                <a:lnTo>
                  <a:pt x="281520" y="165188"/>
                </a:lnTo>
                <a:lnTo>
                  <a:pt x="275183" y="207441"/>
                </a:lnTo>
                <a:lnTo>
                  <a:pt x="254571" y="256324"/>
                </a:lnTo>
                <a:lnTo>
                  <a:pt x="234569" y="276098"/>
                </a:lnTo>
                <a:lnTo>
                  <a:pt x="237236" y="282829"/>
                </a:lnTo>
                <a:lnTo>
                  <a:pt x="272808" y="248031"/>
                </a:lnTo>
                <a:lnTo>
                  <a:pt x="289052" y="210451"/>
                </a:lnTo>
                <a:lnTo>
                  <a:pt x="297294" y="165925"/>
                </a:lnTo>
                <a:lnTo>
                  <a:pt x="298310" y="141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440676" y="5118353"/>
            <a:ext cx="6096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latin typeface="Cambria Math"/>
                <a:cs typeface="Cambria Math"/>
              </a:rPr>
              <a:t>.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497064" y="5104891"/>
            <a:ext cx="1303655" cy="283210"/>
          </a:xfrm>
          <a:custGeom>
            <a:avLst/>
            <a:gdLst/>
            <a:ahLst/>
            <a:cxnLst/>
            <a:rect l="l" t="t" r="r" b="b"/>
            <a:pathLst>
              <a:path w="1303654" h="283210">
                <a:moveTo>
                  <a:pt x="63881" y="6731"/>
                </a:moveTo>
                <a:lnTo>
                  <a:pt x="25552" y="34721"/>
                </a:lnTo>
                <a:lnTo>
                  <a:pt x="9372" y="72059"/>
                </a:lnTo>
                <a:lnTo>
                  <a:pt x="1041" y="116636"/>
                </a:lnTo>
                <a:lnTo>
                  <a:pt x="0" y="141478"/>
                </a:lnTo>
                <a:lnTo>
                  <a:pt x="1003" y="165188"/>
                </a:lnTo>
                <a:lnTo>
                  <a:pt x="9372" y="210451"/>
                </a:lnTo>
                <a:lnTo>
                  <a:pt x="25552" y="248031"/>
                </a:lnTo>
                <a:lnTo>
                  <a:pt x="61087" y="282829"/>
                </a:lnTo>
                <a:lnTo>
                  <a:pt x="63881" y="276098"/>
                </a:lnTo>
                <a:lnTo>
                  <a:pt x="53174" y="267538"/>
                </a:lnTo>
                <a:lnTo>
                  <a:pt x="43764" y="256324"/>
                </a:lnTo>
                <a:lnTo>
                  <a:pt x="23126" y="207441"/>
                </a:lnTo>
                <a:lnTo>
                  <a:pt x="16865" y="165925"/>
                </a:lnTo>
                <a:lnTo>
                  <a:pt x="16002" y="141478"/>
                </a:lnTo>
                <a:lnTo>
                  <a:pt x="16802" y="117436"/>
                </a:lnTo>
                <a:lnTo>
                  <a:pt x="23228" y="74866"/>
                </a:lnTo>
                <a:lnTo>
                  <a:pt x="43967" y="26416"/>
                </a:lnTo>
                <a:lnTo>
                  <a:pt x="53327" y="15278"/>
                </a:lnTo>
                <a:lnTo>
                  <a:pt x="63881" y="6731"/>
                </a:lnTo>
                <a:close/>
              </a:path>
              <a:path w="1303654" h="283210">
                <a:moveTo>
                  <a:pt x="226314" y="133858"/>
                </a:moveTo>
                <a:lnTo>
                  <a:pt x="64389" y="133858"/>
                </a:lnTo>
                <a:lnTo>
                  <a:pt x="64389" y="143383"/>
                </a:lnTo>
                <a:lnTo>
                  <a:pt x="226314" y="143383"/>
                </a:lnTo>
                <a:lnTo>
                  <a:pt x="226314" y="133858"/>
                </a:lnTo>
                <a:close/>
              </a:path>
              <a:path w="1303654" h="283210">
                <a:moveTo>
                  <a:pt x="298310" y="141478"/>
                </a:moveTo>
                <a:lnTo>
                  <a:pt x="297319" y="117436"/>
                </a:lnTo>
                <a:lnTo>
                  <a:pt x="297294" y="116636"/>
                </a:lnTo>
                <a:lnTo>
                  <a:pt x="294208" y="93535"/>
                </a:lnTo>
                <a:lnTo>
                  <a:pt x="281813" y="52197"/>
                </a:lnTo>
                <a:lnTo>
                  <a:pt x="250520" y="8623"/>
                </a:lnTo>
                <a:lnTo>
                  <a:pt x="237236" y="0"/>
                </a:lnTo>
                <a:lnTo>
                  <a:pt x="234569" y="6731"/>
                </a:lnTo>
                <a:lnTo>
                  <a:pt x="245110" y="15278"/>
                </a:lnTo>
                <a:lnTo>
                  <a:pt x="254469" y="26416"/>
                </a:lnTo>
                <a:lnTo>
                  <a:pt x="275183" y="74866"/>
                </a:lnTo>
                <a:lnTo>
                  <a:pt x="281444" y="116636"/>
                </a:lnTo>
                <a:lnTo>
                  <a:pt x="282321" y="141478"/>
                </a:lnTo>
                <a:lnTo>
                  <a:pt x="281520" y="165188"/>
                </a:lnTo>
                <a:lnTo>
                  <a:pt x="275183" y="207441"/>
                </a:lnTo>
                <a:lnTo>
                  <a:pt x="254571" y="256324"/>
                </a:lnTo>
                <a:lnTo>
                  <a:pt x="234569" y="276098"/>
                </a:lnTo>
                <a:lnTo>
                  <a:pt x="237236" y="282829"/>
                </a:lnTo>
                <a:lnTo>
                  <a:pt x="272808" y="248031"/>
                </a:lnTo>
                <a:lnTo>
                  <a:pt x="289052" y="210451"/>
                </a:lnTo>
                <a:lnTo>
                  <a:pt x="297294" y="165925"/>
                </a:lnTo>
                <a:lnTo>
                  <a:pt x="298310" y="141478"/>
                </a:lnTo>
                <a:close/>
              </a:path>
              <a:path w="1303654" h="283210">
                <a:moveTo>
                  <a:pt x="424307" y="6731"/>
                </a:moveTo>
                <a:lnTo>
                  <a:pt x="385978" y="34721"/>
                </a:lnTo>
                <a:lnTo>
                  <a:pt x="369798" y="72059"/>
                </a:lnTo>
                <a:lnTo>
                  <a:pt x="361467" y="116636"/>
                </a:lnTo>
                <a:lnTo>
                  <a:pt x="360426" y="141478"/>
                </a:lnTo>
                <a:lnTo>
                  <a:pt x="361429" y="165188"/>
                </a:lnTo>
                <a:lnTo>
                  <a:pt x="369798" y="210451"/>
                </a:lnTo>
                <a:lnTo>
                  <a:pt x="385978" y="248031"/>
                </a:lnTo>
                <a:lnTo>
                  <a:pt x="421513" y="282829"/>
                </a:lnTo>
                <a:lnTo>
                  <a:pt x="424307" y="276098"/>
                </a:lnTo>
                <a:lnTo>
                  <a:pt x="413600" y="267538"/>
                </a:lnTo>
                <a:lnTo>
                  <a:pt x="404190" y="256324"/>
                </a:lnTo>
                <a:lnTo>
                  <a:pt x="383552" y="207441"/>
                </a:lnTo>
                <a:lnTo>
                  <a:pt x="377291" y="165925"/>
                </a:lnTo>
                <a:lnTo>
                  <a:pt x="376428" y="141478"/>
                </a:lnTo>
                <a:lnTo>
                  <a:pt x="377228" y="117436"/>
                </a:lnTo>
                <a:lnTo>
                  <a:pt x="383654" y="74866"/>
                </a:lnTo>
                <a:lnTo>
                  <a:pt x="404393" y="26416"/>
                </a:lnTo>
                <a:lnTo>
                  <a:pt x="413753" y="15278"/>
                </a:lnTo>
                <a:lnTo>
                  <a:pt x="424307" y="6731"/>
                </a:lnTo>
                <a:close/>
              </a:path>
              <a:path w="1303654" h="283210">
                <a:moveTo>
                  <a:pt x="588264" y="133858"/>
                </a:moveTo>
                <a:lnTo>
                  <a:pt x="426339" y="133858"/>
                </a:lnTo>
                <a:lnTo>
                  <a:pt x="426339" y="143383"/>
                </a:lnTo>
                <a:lnTo>
                  <a:pt x="588264" y="143383"/>
                </a:lnTo>
                <a:lnTo>
                  <a:pt x="588264" y="133858"/>
                </a:lnTo>
                <a:close/>
              </a:path>
              <a:path w="1303654" h="283210">
                <a:moveTo>
                  <a:pt x="658736" y="141478"/>
                </a:moveTo>
                <a:lnTo>
                  <a:pt x="657745" y="117436"/>
                </a:lnTo>
                <a:lnTo>
                  <a:pt x="657720" y="116636"/>
                </a:lnTo>
                <a:lnTo>
                  <a:pt x="654634" y="93535"/>
                </a:lnTo>
                <a:lnTo>
                  <a:pt x="642239" y="52197"/>
                </a:lnTo>
                <a:lnTo>
                  <a:pt x="610946" y="8623"/>
                </a:lnTo>
                <a:lnTo>
                  <a:pt x="597662" y="0"/>
                </a:lnTo>
                <a:lnTo>
                  <a:pt x="594995" y="6731"/>
                </a:lnTo>
                <a:lnTo>
                  <a:pt x="605536" y="15278"/>
                </a:lnTo>
                <a:lnTo>
                  <a:pt x="614895" y="26416"/>
                </a:lnTo>
                <a:lnTo>
                  <a:pt x="635609" y="74866"/>
                </a:lnTo>
                <a:lnTo>
                  <a:pt x="641870" y="116636"/>
                </a:lnTo>
                <a:lnTo>
                  <a:pt x="642747" y="141478"/>
                </a:lnTo>
                <a:lnTo>
                  <a:pt x="641946" y="165188"/>
                </a:lnTo>
                <a:lnTo>
                  <a:pt x="635609" y="207441"/>
                </a:lnTo>
                <a:lnTo>
                  <a:pt x="614997" y="256324"/>
                </a:lnTo>
                <a:lnTo>
                  <a:pt x="594995" y="276098"/>
                </a:lnTo>
                <a:lnTo>
                  <a:pt x="597662" y="282829"/>
                </a:lnTo>
                <a:lnTo>
                  <a:pt x="633234" y="248031"/>
                </a:lnTo>
                <a:lnTo>
                  <a:pt x="649478" y="210451"/>
                </a:lnTo>
                <a:lnTo>
                  <a:pt x="657720" y="165925"/>
                </a:lnTo>
                <a:lnTo>
                  <a:pt x="658736" y="141478"/>
                </a:lnTo>
                <a:close/>
              </a:path>
              <a:path w="1303654" h="283210">
                <a:moveTo>
                  <a:pt x="870458" y="6731"/>
                </a:moveTo>
                <a:lnTo>
                  <a:pt x="832129" y="34721"/>
                </a:lnTo>
                <a:lnTo>
                  <a:pt x="815949" y="72059"/>
                </a:lnTo>
                <a:lnTo>
                  <a:pt x="807618" y="116636"/>
                </a:lnTo>
                <a:lnTo>
                  <a:pt x="806577" y="141478"/>
                </a:lnTo>
                <a:lnTo>
                  <a:pt x="807580" y="165188"/>
                </a:lnTo>
                <a:lnTo>
                  <a:pt x="815949" y="210451"/>
                </a:lnTo>
                <a:lnTo>
                  <a:pt x="832129" y="248031"/>
                </a:lnTo>
                <a:lnTo>
                  <a:pt x="867664" y="282829"/>
                </a:lnTo>
                <a:lnTo>
                  <a:pt x="870458" y="276098"/>
                </a:lnTo>
                <a:lnTo>
                  <a:pt x="859751" y="267538"/>
                </a:lnTo>
                <a:lnTo>
                  <a:pt x="850341" y="256324"/>
                </a:lnTo>
                <a:lnTo>
                  <a:pt x="829703" y="207441"/>
                </a:lnTo>
                <a:lnTo>
                  <a:pt x="823442" y="165925"/>
                </a:lnTo>
                <a:lnTo>
                  <a:pt x="822579" y="141478"/>
                </a:lnTo>
                <a:lnTo>
                  <a:pt x="823379" y="117436"/>
                </a:lnTo>
                <a:lnTo>
                  <a:pt x="829805" y="74866"/>
                </a:lnTo>
                <a:lnTo>
                  <a:pt x="850544" y="26416"/>
                </a:lnTo>
                <a:lnTo>
                  <a:pt x="859904" y="15278"/>
                </a:lnTo>
                <a:lnTo>
                  <a:pt x="870458" y="6731"/>
                </a:lnTo>
                <a:close/>
              </a:path>
              <a:path w="1303654" h="283210">
                <a:moveTo>
                  <a:pt x="959739" y="133858"/>
                </a:moveTo>
                <a:lnTo>
                  <a:pt x="874014" y="133858"/>
                </a:lnTo>
                <a:lnTo>
                  <a:pt x="874014" y="143383"/>
                </a:lnTo>
                <a:lnTo>
                  <a:pt x="959739" y="143383"/>
                </a:lnTo>
                <a:lnTo>
                  <a:pt x="959739" y="133858"/>
                </a:lnTo>
                <a:close/>
              </a:path>
              <a:path w="1303654" h="283210">
                <a:moveTo>
                  <a:pt x="1023988" y="141478"/>
                </a:moveTo>
                <a:lnTo>
                  <a:pt x="1019822" y="93535"/>
                </a:lnTo>
                <a:lnTo>
                  <a:pt x="1007364" y="52197"/>
                </a:lnTo>
                <a:lnTo>
                  <a:pt x="976134" y="8623"/>
                </a:lnTo>
                <a:lnTo>
                  <a:pt x="962787" y="0"/>
                </a:lnTo>
                <a:lnTo>
                  <a:pt x="960120" y="6731"/>
                </a:lnTo>
                <a:lnTo>
                  <a:pt x="970661" y="15278"/>
                </a:lnTo>
                <a:lnTo>
                  <a:pt x="980020" y="26416"/>
                </a:lnTo>
                <a:lnTo>
                  <a:pt x="1000760" y="74866"/>
                </a:lnTo>
                <a:lnTo>
                  <a:pt x="1007097" y="116636"/>
                </a:lnTo>
                <a:lnTo>
                  <a:pt x="1007186" y="117436"/>
                </a:lnTo>
                <a:lnTo>
                  <a:pt x="1007999" y="141478"/>
                </a:lnTo>
                <a:lnTo>
                  <a:pt x="1007186" y="165188"/>
                </a:lnTo>
                <a:lnTo>
                  <a:pt x="1004785" y="187159"/>
                </a:lnTo>
                <a:lnTo>
                  <a:pt x="995299" y="226060"/>
                </a:lnTo>
                <a:lnTo>
                  <a:pt x="970737" y="267538"/>
                </a:lnTo>
                <a:lnTo>
                  <a:pt x="960120" y="276098"/>
                </a:lnTo>
                <a:lnTo>
                  <a:pt x="962787" y="282829"/>
                </a:lnTo>
                <a:lnTo>
                  <a:pt x="998423" y="248031"/>
                </a:lnTo>
                <a:lnTo>
                  <a:pt x="1014615" y="210451"/>
                </a:lnTo>
                <a:lnTo>
                  <a:pt x="1022946" y="165925"/>
                </a:lnTo>
                <a:lnTo>
                  <a:pt x="1023988" y="141478"/>
                </a:lnTo>
                <a:close/>
              </a:path>
              <a:path w="1303654" h="283210">
                <a:moveTo>
                  <a:pt x="1149858" y="6731"/>
                </a:moveTo>
                <a:lnTo>
                  <a:pt x="1111605" y="34721"/>
                </a:lnTo>
                <a:lnTo>
                  <a:pt x="1095362" y="72059"/>
                </a:lnTo>
                <a:lnTo>
                  <a:pt x="1087120" y="116636"/>
                </a:lnTo>
                <a:lnTo>
                  <a:pt x="1086104" y="141478"/>
                </a:lnTo>
                <a:lnTo>
                  <a:pt x="1087094" y="165188"/>
                </a:lnTo>
                <a:lnTo>
                  <a:pt x="1087120" y="165925"/>
                </a:lnTo>
                <a:lnTo>
                  <a:pt x="1095362" y="210451"/>
                </a:lnTo>
                <a:lnTo>
                  <a:pt x="1111605" y="248031"/>
                </a:lnTo>
                <a:lnTo>
                  <a:pt x="1147064" y="282829"/>
                </a:lnTo>
                <a:lnTo>
                  <a:pt x="1149858" y="276098"/>
                </a:lnTo>
                <a:lnTo>
                  <a:pt x="1139228" y="267538"/>
                </a:lnTo>
                <a:lnTo>
                  <a:pt x="1129830" y="256324"/>
                </a:lnTo>
                <a:lnTo>
                  <a:pt x="1109167" y="207441"/>
                </a:lnTo>
                <a:lnTo>
                  <a:pt x="1102969" y="165925"/>
                </a:lnTo>
                <a:lnTo>
                  <a:pt x="1102880" y="165188"/>
                </a:lnTo>
                <a:lnTo>
                  <a:pt x="1102893" y="117436"/>
                </a:lnTo>
                <a:lnTo>
                  <a:pt x="1109230" y="74866"/>
                </a:lnTo>
                <a:lnTo>
                  <a:pt x="1129944" y="26416"/>
                </a:lnTo>
                <a:lnTo>
                  <a:pt x="1139304" y="15278"/>
                </a:lnTo>
                <a:lnTo>
                  <a:pt x="1149858" y="6731"/>
                </a:lnTo>
                <a:close/>
              </a:path>
              <a:path w="1303654" h="283210">
                <a:moveTo>
                  <a:pt x="1235964" y="133858"/>
                </a:moveTo>
                <a:lnTo>
                  <a:pt x="1150239" y="133858"/>
                </a:lnTo>
                <a:lnTo>
                  <a:pt x="1150239" y="143383"/>
                </a:lnTo>
                <a:lnTo>
                  <a:pt x="1235964" y="143383"/>
                </a:lnTo>
                <a:lnTo>
                  <a:pt x="1235964" y="133858"/>
                </a:lnTo>
                <a:close/>
              </a:path>
              <a:path w="1303654" h="283210">
                <a:moveTo>
                  <a:pt x="1303388" y="141478"/>
                </a:moveTo>
                <a:lnTo>
                  <a:pt x="1302397" y="117436"/>
                </a:lnTo>
                <a:lnTo>
                  <a:pt x="1302372" y="116636"/>
                </a:lnTo>
                <a:lnTo>
                  <a:pt x="1299286" y="93535"/>
                </a:lnTo>
                <a:lnTo>
                  <a:pt x="1286891" y="52197"/>
                </a:lnTo>
                <a:lnTo>
                  <a:pt x="1255598" y="8623"/>
                </a:lnTo>
                <a:lnTo>
                  <a:pt x="1242314" y="0"/>
                </a:lnTo>
                <a:lnTo>
                  <a:pt x="1239647" y="6731"/>
                </a:lnTo>
                <a:lnTo>
                  <a:pt x="1250188" y="15278"/>
                </a:lnTo>
                <a:lnTo>
                  <a:pt x="1259547" y="26416"/>
                </a:lnTo>
                <a:lnTo>
                  <a:pt x="1280261" y="74866"/>
                </a:lnTo>
                <a:lnTo>
                  <a:pt x="1286522" y="116636"/>
                </a:lnTo>
                <a:lnTo>
                  <a:pt x="1287399" y="141478"/>
                </a:lnTo>
                <a:lnTo>
                  <a:pt x="1286598" y="165188"/>
                </a:lnTo>
                <a:lnTo>
                  <a:pt x="1280261" y="207441"/>
                </a:lnTo>
                <a:lnTo>
                  <a:pt x="1259649" y="256324"/>
                </a:lnTo>
                <a:lnTo>
                  <a:pt x="1239647" y="276098"/>
                </a:lnTo>
                <a:lnTo>
                  <a:pt x="1242314" y="282829"/>
                </a:lnTo>
                <a:lnTo>
                  <a:pt x="1277886" y="248031"/>
                </a:lnTo>
                <a:lnTo>
                  <a:pt x="1294130" y="210451"/>
                </a:lnTo>
                <a:lnTo>
                  <a:pt x="1302372" y="165925"/>
                </a:lnTo>
                <a:lnTo>
                  <a:pt x="1303388" y="141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171055" y="5003378"/>
            <a:ext cx="1734820" cy="42227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235"/>
              </a:spcBef>
              <a:tabLst>
                <a:tab pos="438784" algn="l"/>
              </a:tabLst>
            </a:pPr>
            <a:r>
              <a:rPr sz="1050" spc="-50" dirty="0">
                <a:latin typeface="Cambria Math"/>
                <a:cs typeface="Cambria Math"/>
              </a:rPr>
              <a:t>8</a:t>
            </a:r>
            <a:r>
              <a:rPr sz="1050" dirty="0">
                <a:latin typeface="Cambria Math"/>
                <a:cs typeface="Cambria Math"/>
              </a:rPr>
              <a:t>	5</a:t>
            </a:r>
            <a:r>
              <a:rPr sz="1050" spc="254" dirty="0">
                <a:latin typeface="Cambria Math"/>
                <a:cs typeface="Cambria Math"/>
              </a:rPr>
              <a:t>  </a:t>
            </a:r>
            <a:r>
              <a:rPr sz="2025" baseline="-30864" dirty="0">
                <a:latin typeface="Cambria Math"/>
                <a:cs typeface="Cambria Math"/>
              </a:rPr>
              <a:t>.</a:t>
            </a:r>
            <a:r>
              <a:rPr sz="2025" spc="540" baseline="-30864" dirty="0">
                <a:latin typeface="Cambria Math"/>
                <a:cs typeface="Cambria Math"/>
              </a:rPr>
              <a:t> </a:t>
            </a:r>
            <a:r>
              <a:rPr sz="1050" spc="55" dirty="0">
                <a:latin typeface="Cambria Math"/>
                <a:cs typeface="Cambria Math"/>
              </a:rPr>
              <a:t>17</a:t>
            </a:r>
            <a:r>
              <a:rPr sz="1050" spc="385" dirty="0">
                <a:latin typeface="Cambria Math"/>
                <a:cs typeface="Cambria Math"/>
              </a:rPr>
              <a:t> </a:t>
            </a:r>
            <a:r>
              <a:rPr sz="2025" baseline="-30864" dirty="0">
                <a:latin typeface="Cambria Math"/>
                <a:cs typeface="Cambria Math"/>
              </a:rPr>
              <a:t>+</a:t>
            </a:r>
            <a:r>
              <a:rPr sz="2025" spc="487" baseline="-30864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2</a:t>
            </a:r>
            <a:r>
              <a:rPr sz="1050" spc="420" dirty="0">
                <a:latin typeface="Cambria Math"/>
                <a:cs typeface="Cambria Math"/>
              </a:rPr>
              <a:t> </a:t>
            </a:r>
            <a:r>
              <a:rPr sz="2025" baseline="-30864" dirty="0">
                <a:latin typeface="Cambria Math"/>
                <a:cs typeface="Cambria Math"/>
              </a:rPr>
              <a:t>.</a:t>
            </a:r>
            <a:r>
              <a:rPr sz="2025" spc="540" baseline="-30864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1</a:t>
            </a:r>
            <a:r>
              <a:rPr sz="1050" spc="420" dirty="0">
                <a:latin typeface="Cambria Math"/>
                <a:cs typeface="Cambria Math"/>
              </a:rPr>
              <a:t> </a:t>
            </a:r>
            <a:r>
              <a:rPr sz="2025" spc="-75" baseline="-30864" dirty="0">
                <a:latin typeface="Cambria Math"/>
                <a:cs typeface="Cambria Math"/>
              </a:rPr>
              <a:t>.</a:t>
            </a:r>
            <a:endParaRPr sz="2025" baseline="-30864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050" spc="60" dirty="0">
                <a:latin typeface="Cambria Math"/>
                <a:cs typeface="Cambria Math"/>
              </a:rPr>
              <a:t>17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862568" y="5104891"/>
            <a:ext cx="298450" cy="283210"/>
          </a:xfrm>
          <a:custGeom>
            <a:avLst/>
            <a:gdLst/>
            <a:ahLst/>
            <a:cxnLst/>
            <a:rect l="l" t="t" r="r" b="b"/>
            <a:pathLst>
              <a:path w="298450" h="283210">
                <a:moveTo>
                  <a:pt x="63881" y="6731"/>
                </a:moveTo>
                <a:lnTo>
                  <a:pt x="25552" y="34721"/>
                </a:lnTo>
                <a:lnTo>
                  <a:pt x="9372" y="72059"/>
                </a:lnTo>
                <a:lnTo>
                  <a:pt x="1041" y="116636"/>
                </a:lnTo>
                <a:lnTo>
                  <a:pt x="0" y="141478"/>
                </a:lnTo>
                <a:lnTo>
                  <a:pt x="1003" y="165188"/>
                </a:lnTo>
                <a:lnTo>
                  <a:pt x="9372" y="210451"/>
                </a:lnTo>
                <a:lnTo>
                  <a:pt x="25552" y="248031"/>
                </a:lnTo>
                <a:lnTo>
                  <a:pt x="61087" y="282829"/>
                </a:lnTo>
                <a:lnTo>
                  <a:pt x="63881" y="276098"/>
                </a:lnTo>
                <a:lnTo>
                  <a:pt x="53174" y="267538"/>
                </a:lnTo>
                <a:lnTo>
                  <a:pt x="43764" y="256324"/>
                </a:lnTo>
                <a:lnTo>
                  <a:pt x="23126" y="207441"/>
                </a:lnTo>
                <a:lnTo>
                  <a:pt x="16865" y="165925"/>
                </a:lnTo>
                <a:lnTo>
                  <a:pt x="16002" y="141478"/>
                </a:lnTo>
                <a:lnTo>
                  <a:pt x="16802" y="117436"/>
                </a:lnTo>
                <a:lnTo>
                  <a:pt x="23228" y="74866"/>
                </a:lnTo>
                <a:lnTo>
                  <a:pt x="43967" y="26416"/>
                </a:lnTo>
                <a:lnTo>
                  <a:pt x="53327" y="15278"/>
                </a:lnTo>
                <a:lnTo>
                  <a:pt x="63881" y="6731"/>
                </a:lnTo>
                <a:close/>
              </a:path>
              <a:path w="298450" h="283210">
                <a:moveTo>
                  <a:pt x="232410" y="133858"/>
                </a:moveTo>
                <a:lnTo>
                  <a:pt x="70485" y="133858"/>
                </a:lnTo>
                <a:lnTo>
                  <a:pt x="70485" y="143383"/>
                </a:lnTo>
                <a:lnTo>
                  <a:pt x="232410" y="143383"/>
                </a:lnTo>
                <a:lnTo>
                  <a:pt x="232410" y="133858"/>
                </a:lnTo>
                <a:close/>
              </a:path>
              <a:path w="298450" h="283210">
                <a:moveTo>
                  <a:pt x="298310" y="141478"/>
                </a:moveTo>
                <a:lnTo>
                  <a:pt x="297319" y="117436"/>
                </a:lnTo>
                <a:lnTo>
                  <a:pt x="297294" y="116636"/>
                </a:lnTo>
                <a:lnTo>
                  <a:pt x="294208" y="93535"/>
                </a:lnTo>
                <a:lnTo>
                  <a:pt x="281813" y="52197"/>
                </a:lnTo>
                <a:lnTo>
                  <a:pt x="250520" y="8623"/>
                </a:lnTo>
                <a:lnTo>
                  <a:pt x="237236" y="0"/>
                </a:lnTo>
                <a:lnTo>
                  <a:pt x="234569" y="6731"/>
                </a:lnTo>
                <a:lnTo>
                  <a:pt x="245110" y="15278"/>
                </a:lnTo>
                <a:lnTo>
                  <a:pt x="254469" y="26416"/>
                </a:lnTo>
                <a:lnTo>
                  <a:pt x="275183" y="74866"/>
                </a:lnTo>
                <a:lnTo>
                  <a:pt x="281444" y="116636"/>
                </a:lnTo>
                <a:lnTo>
                  <a:pt x="282321" y="141478"/>
                </a:lnTo>
                <a:lnTo>
                  <a:pt x="281520" y="165188"/>
                </a:lnTo>
                <a:lnTo>
                  <a:pt x="275183" y="207441"/>
                </a:lnTo>
                <a:lnTo>
                  <a:pt x="254571" y="256324"/>
                </a:lnTo>
                <a:lnTo>
                  <a:pt x="234569" y="276098"/>
                </a:lnTo>
                <a:lnTo>
                  <a:pt x="237236" y="282829"/>
                </a:lnTo>
                <a:lnTo>
                  <a:pt x="272808" y="248031"/>
                </a:lnTo>
                <a:lnTo>
                  <a:pt x="289052" y="210451"/>
                </a:lnTo>
                <a:lnTo>
                  <a:pt x="297294" y="165925"/>
                </a:lnTo>
                <a:lnTo>
                  <a:pt x="298310" y="141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557134" y="5037391"/>
            <a:ext cx="1564005" cy="38862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R="56515" algn="r">
              <a:lnSpc>
                <a:spcPct val="100000"/>
              </a:lnSpc>
              <a:spcBef>
                <a:spcPts val="265"/>
              </a:spcBef>
            </a:pPr>
            <a:r>
              <a:rPr sz="1050" spc="-50" dirty="0">
                <a:latin typeface="Cambria Math"/>
                <a:cs typeface="Cambria Math"/>
              </a:rPr>
              <a:t>7</a:t>
            </a:r>
            <a:endParaRPr sz="1050">
              <a:latin typeface="Cambria Math"/>
              <a:cs typeface="Cambria Math"/>
            </a:endParaRPr>
          </a:p>
          <a:p>
            <a:pPr marR="5080" algn="r">
              <a:lnSpc>
                <a:spcPct val="100000"/>
              </a:lnSpc>
              <a:spcBef>
                <a:spcPts val="170"/>
              </a:spcBef>
              <a:tabLst>
                <a:tab pos="360680" algn="l"/>
                <a:tab pos="807085" algn="l"/>
                <a:tab pos="1086485" algn="l"/>
                <a:tab pos="1366520" algn="l"/>
              </a:tabLst>
            </a:pPr>
            <a:r>
              <a:rPr sz="1050" spc="35" dirty="0">
                <a:latin typeface="Cambria Math"/>
                <a:cs typeface="Cambria Math"/>
              </a:rPr>
              <a:t>17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30" dirty="0">
                <a:latin typeface="Cambria Math"/>
                <a:cs typeface="Cambria Math"/>
              </a:rPr>
              <a:t>24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-50" dirty="0">
                <a:latin typeface="Cambria Math"/>
                <a:cs typeface="Cambria Math"/>
              </a:rPr>
              <a:t>7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-50" dirty="0">
                <a:latin typeface="Cambria Math"/>
                <a:cs typeface="Cambria Math"/>
              </a:rPr>
              <a:t>7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55" dirty="0">
                <a:latin typeface="Cambria Math"/>
                <a:cs typeface="Cambria Math"/>
              </a:rPr>
              <a:t>24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31376" y="4918392"/>
            <a:ext cx="1968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466326" y="4798377"/>
            <a:ext cx="447675" cy="52451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350" u="heavy" spc="-1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0.098</a:t>
            </a:r>
            <a:endParaRPr sz="1350">
              <a:latin typeface="Cambria Math"/>
              <a:cs typeface="Cambria Math"/>
            </a:endParaRPr>
          </a:p>
          <a:p>
            <a:pPr marL="58419">
              <a:lnSpc>
                <a:spcPct val="100000"/>
              </a:lnSpc>
              <a:spcBef>
                <a:spcPts val="345"/>
              </a:spcBef>
            </a:pPr>
            <a:r>
              <a:rPr sz="1350" spc="-20" dirty="0">
                <a:latin typeface="Cambria Math"/>
                <a:cs typeface="Cambria Math"/>
              </a:rPr>
              <a:t>0.11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936860" y="4918392"/>
            <a:ext cx="6654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=0.891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4022" y="5762307"/>
            <a:ext cx="11010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(S/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)=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42970" y="5762307"/>
            <a:ext cx="139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58925" y="5628322"/>
            <a:ext cx="52819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63370" algn="l"/>
                <a:tab pos="2552700" algn="l"/>
                <a:tab pos="5268595" algn="l"/>
              </a:tabLst>
            </a:pP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(D,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F/S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).P(S)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(D/S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).P(F/S).P(S)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91664" y="5883592"/>
            <a:ext cx="49491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9995" algn="l"/>
              </a:tabLst>
            </a:pPr>
            <a:r>
              <a:rPr sz="2700" baseline="1543" dirty="0">
                <a:latin typeface="Calibri"/>
                <a:cs typeface="Calibri"/>
              </a:rPr>
              <a:t>P</a:t>
            </a:r>
            <a:r>
              <a:rPr sz="2700" spc="-7" baseline="1543" dirty="0">
                <a:latin typeface="Calibri"/>
                <a:cs typeface="Calibri"/>
              </a:rPr>
              <a:t> </a:t>
            </a:r>
            <a:r>
              <a:rPr sz="2700" baseline="1543" dirty="0">
                <a:latin typeface="Calibri"/>
                <a:cs typeface="Calibri"/>
              </a:rPr>
              <a:t>(D,</a:t>
            </a:r>
            <a:r>
              <a:rPr sz="2700" spc="-15" baseline="1543" dirty="0">
                <a:latin typeface="Calibri"/>
                <a:cs typeface="Calibri"/>
              </a:rPr>
              <a:t> </a:t>
            </a:r>
            <a:r>
              <a:rPr sz="2700" spc="-37" baseline="1543" dirty="0">
                <a:latin typeface="Calibri"/>
                <a:cs typeface="Calibri"/>
              </a:rPr>
              <a:t>F)</a:t>
            </a:r>
            <a:r>
              <a:rPr sz="2700" baseline="1543" dirty="0"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(D/N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).P(F/N).P(N)</a:t>
            </a:r>
            <a:r>
              <a:rPr sz="1350" spc="-10" dirty="0">
                <a:latin typeface="Cambria Math"/>
                <a:cs typeface="Cambria Math"/>
              </a:rPr>
              <a:t>+</a:t>
            </a:r>
            <a:r>
              <a:rPr sz="1800" spc="-10" dirty="0">
                <a:latin typeface="Calibri"/>
                <a:cs typeface="Calibri"/>
              </a:rPr>
              <a:t>P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(D/S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).P(F/S).P(S)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71716" y="5762307"/>
            <a:ext cx="139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989953" y="5627700"/>
            <a:ext cx="2047875" cy="311150"/>
          </a:xfrm>
          <a:custGeom>
            <a:avLst/>
            <a:gdLst/>
            <a:ahLst/>
            <a:cxnLst/>
            <a:rect l="l" t="t" r="r" b="b"/>
            <a:pathLst>
              <a:path w="2047875" h="311150">
                <a:moveTo>
                  <a:pt x="665480" y="6692"/>
                </a:moveTo>
                <a:lnTo>
                  <a:pt x="627151" y="34721"/>
                </a:lnTo>
                <a:lnTo>
                  <a:pt x="610971" y="72059"/>
                </a:lnTo>
                <a:lnTo>
                  <a:pt x="602640" y="116598"/>
                </a:lnTo>
                <a:lnTo>
                  <a:pt x="601599" y="141312"/>
                </a:lnTo>
                <a:lnTo>
                  <a:pt x="602602" y="165163"/>
                </a:lnTo>
                <a:lnTo>
                  <a:pt x="610971" y="210451"/>
                </a:lnTo>
                <a:lnTo>
                  <a:pt x="627151" y="248043"/>
                </a:lnTo>
                <a:lnTo>
                  <a:pt x="662686" y="282790"/>
                </a:lnTo>
                <a:lnTo>
                  <a:pt x="665480" y="276098"/>
                </a:lnTo>
                <a:lnTo>
                  <a:pt x="654773" y="267512"/>
                </a:lnTo>
                <a:lnTo>
                  <a:pt x="645363" y="256298"/>
                </a:lnTo>
                <a:lnTo>
                  <a:pt x="624725" y="207441"/>
                </a:lnTo>
                <a:lnTo>
                  <a:pt x="618464" y="165912"/>
                </a:lnTo>
                <a:lnTo>
                  <a:pt x="617601" y="141478"/>
                </a:lnTo>
                <a:lnTo>
                  <a:pt x="618401" y="117424"/>
                </a:lnTo>
                <a:lnTo>
                  <a:pt x="624827" y="74879"/>
                </a:lnTo>
                <a:lnTo>
                  <a:pt x="645566" y="26403"/>
                </a:lnTo>
                <a:lnTo>
                  <a:pt x="654926" y="15265"/>
                </a:lnTo>
                <a:lnTo>
                  <a:pt x="665480" y="6692"/>
                </a:lnTo>
                <a:close/>
              </a:path>
              <a:path w="2047875" h="311150">
                <a:moveTo>
                  <a:pt x="752475" y="139331"/>
                </a:moveTo>
                <a:lnTo>
                  <a:pt x="666750" y="139331"/>
                </a:lnTo>
                <a:lnTo>
                  <a:pt x="666750" y="148856"/>
                </a:lnTo>
                <a:lnTo>
                  <a:pt x="752475" y="148856"/>
                </a:lnTo>
                <a:lnTo>
                  <a:pt x="752475" y="139331"/>
                </a:lnTo>
                <a:close/>
              </a:path>
              <a:path w="2047875" h="311150">
                <a:moveTo>
                  <a:pt x="819023" y="141312"/>
                </a:moveTo>
                <a:lnTo>
                  <a:pt x="814844" y="93510"/>
                </a:lnTo>
                <a:lnTo>
                  <a:pt x="802386" y="52235"/>
                </a:lnTo>
                <a:lnTo>
                  <a:pt x="771156" y="8610"/>
                </a:lnTo>
                <a:lnTo>
                  <a:pt x="757809" y="0"/>
                </a:lnTo>
                <a:lnTo>
                  <a:pt x="755142" y="6692"/>
                </a:lnTo>
                <a:lnTo>
                  <a:pt x="765683" y="15265"/>
                </a:lnTo>
                <a:lnTo>
                  <a:pt x="775042" y="26403"/>
                </a:lnTo>
                <a:lnTo>
                  <a:pt x="795782" y="74879"/>
                </a:lnTo>
                <a:lnTo>
                  <a:pt x="802119" y="116598"/>
                </a:lnTo>
                <a:lnTo>
                  <a:pt x="803008" y="141312"/>
                </a:lnTo>
                <a:lnTo>
                  <a:pt x="802208" y="165163"/>
                </a:lnTo>
                <a:lnTo>
                  <a:pt x="795832" y="207441"/>
                </a:lnTo>
                <a:lnTo>
                  <a:pt x="775157" y="256298"/>
                </a:lnTo>
                <a:lnTo>
                  <a:pt x="755142" y="276098"/>
                </a:lnTo>
                <a:lnTo>
                  <a:pt x="757809" y="282790"/>
                </a:lnTo>
                <a:lnTo>
                  <a:pt x="793445" y="248043"/>
                </a:lnTo>
                <a:lnTo>
                  <a:pt x="809637" y="210451"/>
                </a:lnTo>
                <a:lnTo>
                  <a:pt x="817968" y="165912"/>
                </a:lnTo>
                <a:lnTo>
                  <a:pt x="819010" y="141478"/>
                </a:lnTo>
                <a:lnTo>
                  <a:pt x="819023" y="141312"/>
                </a:lnTo>
                <a:close/>
              </a:path>
              <a:path w="2047875" h="311150">
                <a:moveTo>
                  <a:pt x="944880" y="6692"/>
                </a:moveTo>
                <a:lnTo>
                  <a:pt x="906627" y="34721"/>
                </a:lnTo>
                <a:lnTo>
                  <a:pt x="890384" y="72059"/>
                </a:lnTo>
                <a:lnTo>
                  <a:pt x="882142" y="116598"/>
                </a:lnTo>
                <a:lnTo>
                  <a:pt x="881126" y="141312"/>
                </a:lnTo>
                <a:lnTo>
                  <a:pt x="882116" y="165163"/>
                </a:lnTo>
                <a:lnTo>
                  <a:pt x="882142" y="165912"/>
                </a:lnTo>
                <a:lnTo>
                  <a:pt x="890384" y="210451"/>
                </a:lnTo>
                <a:lnTo>
                  <a:pt x="906627" y="248043"/>
                </a:lnTo>
                <a:lnTo>
                  <a:pt x="942086" y="282790"/>
                </a:lnTo>
                <a:lnTo>
                  <a:pt x="944880" y="276098"/>
                </a:lnTo>
                <a:lnTo>
                  <a:pt x="934250" y="267512"/>
                </a:lnTo>
                <a:lnTo>
                  <a:pt x="924852" y="256298"/>
                </a:lnTo>
                <a:lnTo>
                  <a:pt x="904189" y="207441"/>
                </a:lnTo>
                <a:lnTo>
                  <a:pt x="897991" y="165912"/>
                </a:lnTo>
                <a:lnTo>
                  <a:pt x="897902" y="165163"/>
                </a:lnTo>
                <a:lnTo>
                  <a:pt x="897915" y="117424"/>
                </a:lnTo>
                <a:lnTo>
                  <a:pt x="904252" y="74879"/>
                </a:lnTo>
                <a:lnTo>
                  <a:pt x="924966" y="26403"/>
                </a:lnTo>
                <a:lnTo>
                  <a:pt x="934326" y="15265"/>
                </a:lnTo>
                <a:lnTo>
                  <a:pt x="944880" y="6692"/>
                </a:lnTo>
                <a:close/>
              </a:path>
              <a:path w="2047875" h="311150">
                <a:moveTo>
                  <a:pt x="1038225" y="139331"/>
                </a:moveTo>
                <a:lnTo>
                  <a:pt x="952500" y="139331"/>
                </a:lnTo>
                <a:lnTo>
                  <a:pt x="952500" y="148856"/>
                </a:lnTo>
                <a:lnTo>
                  <a:pt x="1038225" y="148856"/>
                </a:lnTo>
                <a:lnTo>
                  <a:pt x="1038225" y="139331"/>
                </a:lnTo>
                <a:close/>
              </a:path>
              <a:path w="2047875" h="311150">
                <a:moveTo>
                  <a:pt x="1098423" y="141312"/>
                </a:moveTo>
                <a:lnTo>
                  <a:pt x="1097419" y="117424"/>
                </a:lnTo>
                <a:lnTo>
                  <a:pt x="1097394" y="116598"/>
                </a:lnTo>
                <a:lnTo>
                  <a:pt x="1094308" y="93510"/>
                </a:lnTo>
                <a:lnTo>
                  <a:pt x="1081913" y="52235"/>
                </a:lnTo>
                <a:lnTo>
                  <a:pt x="1050620" y="8610"/>
                </a:lnTo>
                <a:lnTo>
                  <a:pt x="1037336" y="0"/>
                </a:lnTo>
                <a:lnTo>
                  <a:pt x="1034669" y="6692"/>
                </a:lnTo>
                <a:lnTo>
                  <a:pt x="1045210" y="15265"/>
                </a:lnTo>
                <a:lnTo>
                  <a:pt x="1054569" y="26403"/>
                </a:lnTo>
                <a:lnTo>
                  <a:pt x="1075283" y="74879"/>
                </a:lnTo>
                <a:lnTo>
                  <a:pt x="1081544" y="116598"/>
                </a:lnTo>
                <a:lnTo>
                  <a:pt x="1082408" y="141312"/>
                </a:lnTo>
                <a:lnTo>
                  <a:pt x="1081620" y="165163"/>
                </a:lnTo>
                <a:lnTo>
                  <a:pt x="1075283" y="207441"/>
                </a:lnTo>
                <a:lnTo>
                  <a:pt x="1054671" y="256298"/>
                </a:lnTo>
                <a:lnTo>
                  <a:pt x="1034669" y="276098"/>
                </a:lnTo>
                <a:lnTo>
                  <a:pt x="1037336" y="282790"/>
                </a:lnTo>
                <a:lnTo>
                  <a:pt x="1072908" y="248043"/>
                </a:lnTo>
                <a:lnTo>
                  <a:pt x="1089152" y="210451"/>
                </a:lnTo>
                <a:lnTo>
                  <a:pt x="1097394" y="165912"/>
                </a:lnTo>
                <a:lnTo>
                  <a:pt x="1098410" y="141478"/>
                </a:lnTo>
                <a:lnTo>
                  <a:pt x="1098423" y="141312"/>
                </a:lnTo>
                <a:close/>
              </a:path>
              <a:path w="2047875" h="311150">
                <a:moveTo>
                  <a:pt x="1224407" y="6692"/>
                </a:moveTo>
                <a:lnTo>
                  <a:pt x="1186078" y="34721"/>
                </a:lnTo>
                <a:lnTo>
                  <a:pt x="1169898" y="72059"/>
                </a:lnTo>
                <a:lnTo>
                  <a:pt x="1161567" y="116598"/>
                </a:lnTo>
                <a:lnTo>
                  <a:pt x="1160526" y="141312"/>
                </a:lnTo>
                <a:lnTo>
                  <a:pt x="1161529" y="165163"/>
                </a:lnTo>
                <a:lnTo>
                  <a:pt x="1169898" y="210451"/>
                </a:lnTo>
                <a:lnTo>
                  <a:pt x="1186078" y="248043"/>
                </a:lnTo>
                <a:lnTo>
                  <a:pt x="1221613" y="282790"/>
                </a:lnTo>
                <a:lnTo>
                  <a:pt x="1224407" y="276098"/>
                </a:lnTo>
                <a:lnTo>
                  <a:pt x="1213700" y="267512"/>
                </a:lnTo>
                <a:lnTo>
                  <a:pt x="1204290" y="256298"/>
                </a:lnTo>
                <a:lnTo>
                  <a:pt x="1183652" y="207441"/>
                </a:lnTo>
                <a:lnTo>
                  <a:pt x="1177391" y="165912"/>
                </a:lnTo>
                <a:lnTo>
                  <a:pt x="1176528" y="141478"/>
                </a:lnTo>
                <a:lnTo>
                  <a:pt x="1177328" y="117424"/>
                </a:lnTo>
                <a:lnTo>
                  <a:pt x="1183754" y="74879"/>
                </a:lnTo>
                <a:lnTo>
                  <a:pt x="1204493" y="26403"/>
                </a:lnTo>
                <a:lnTo>
                  <a:pt x="1213853" y="15265"/>
                </a:lnTo>
                <a:lnTo>
                  <a:pt x="1224407" y="6692"/>
                </a:lnTo>
                <a:close/>
              </a:path>
              <a:path w="2047875" h="311150">
                <a:moveTo>
                  <a:pt x="1390650" y="139331"/>
                </a:moveTo>
                <a:lnTo>
                  <a:pt x="1228725" y="139331"/>
                </a:lnTo>
                <a:lnTo>
                  <a:pt x="1228725" y="148856"/>
                </a:lnTo>
                <a:lnTo>
                  <a:pt x="1390650" y="148856"/>
                </a:lnTo>
                <a:lnTo>
                  <a:pt x="1390650" y="139331"/>
                </a:lnTo>
                <a:close/>
              </a:path>
              <a:path w="2047875" h="311150">
                <a:moveTo>
                  <a:pt x="1458849" y="141312"/>
                </a:moveTo>
                <a:lnTo>
                  <a:pt x="1457845" y="117424"/>
                </a:lnTo>
                <a:lnTo>
                  <a:pt x="1457820" y="116598"/>
                </a:lnTo>
                <a:lnTo>
                  <a:pt x="1454734" y="93510"/>
                </a:lnTo>
                <a:lnTo>
                  <a:pt x="1442339" y="52235"/>
                </a:lnTo>
                <a:lnTo>
                  <a:pt x="1411046" y="8610"/>
                </a:lnTo>
                <a:lnTo>
                  <a:pt x="1397762" y="0"/>
                </a:lnTo>
                <a:lnTo>
                  <a:pt x="1395095" y="6692"/>
                </a:lnTo>
                <a:lnTo>
                  <a:pt x="1405636" y="15265"/>
                </a:lnTo>
                <a:lnTo>
                  <a:pt x="1414995" y="26403"/>
                </a:lnTo>
                <a:lnTo>
                  <a:pt x="1435709" y="74879"/>
                </a:lnTo>
                <a:lnTo>
                  <a:pt x="1441970" y="116598"/>
                </a:lnTo>
                <a:lnTo>
                  <a:pt x="1442834" y="141312"/>
                </a:lnTo>
                <a:lnTo>
                  <a:pt x="1442046" y="165163"/>
                </a:lnTo>
                <a:lnTo>
                  <a:pt x="1435709" y="207441"/>
                </a:lnTo>
                <a:lnTo>
                  <a:pt x="1415084" y="256298"/>
                </a:lnTo>
                <a:lnTo>
                  <a:pt x="1395095" y="276098"/>
                </a:lnTo>
                <a:lnTo>
                  <a:pt x="1397762" y="282790"/>
                </a:lnTo>
                <a:lnTo>
                  <a:pt x="1433334" y="248043"/>
                </a:lnTo>
                <a:lnTo>
                  <a:pt x="1449578" y="210451"/>
                </a:lnTo>
                <a:lnTo>
                  <a:pt x="1457820" y="165912"/>
                </a:lnTo>
                <a:lnTo>
                  <a:pt x="1458836" y="141478"/>
                </a:lnTo>
                <a:lnTo>
                  <a:pt x="1458849" y="141312"/>
                </a:lnTo>
                <a:close/>
              </a:path>
              <a:path w="2047875" h="311150">
                <a:moveTo>
                  <a:pt x="2047875" y="291731"/>
                </a:moveTo>
                <a:lnTo>
                  <a:pt x="0" y="291731"/>
                </a:lnTo>
                <a:lnTo>
                  <a:pt x="0" y="310781"/>
                </a:lnTo>
                <a:lnTo>
                  <a:pt x="2047875" y="310781"/>
                </a:lnTo>
                <a:lnTo>
                  <a:pt x="2047875" y="2917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626350" y="5543867"/>
            <a:ext cx="75628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Cambria Math"/>
                <a:cs typeface="Cambria Math"/>
              </a:rPr>
              <a:t>2</a:t>
            </a:r>
            <a:r>
              <a:rPr sz="1050" spc="425" dirty="0">
                <a:latin typeface="Cambria Math"/>
                <a:cs typeface="Cambria Math"/>
              </a:rPr>
              <a:t> </a:t>
            </a:r>
            <a:r>
              <a:rPr sz="2025" baseline="-30864" dirty="0">
                <a:latin typeface="Cambria Math"/>
                <a:cs typeface="Cambria Math"/>
              </a:rPr>
              <a:t>.</a:t>
            </a:r>
            <a:r>
              <a:rPr sz="2025" spc="540" baseline="-30864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1</a:t>
            </a:r>
            <a:r>
              <a:rPr sz="1050" spc="425" dirty="0">
                <a:latin typeface="Cambria Math"/>
                <a:cs typeface="Cambria Math"/>
              </a:rPr>
              <a:t> </a:t>
            </a:r>
            <a:r>
              <a:rPr sz="2025" baseline="-30864" dirty="0">
                <a:latin typeface="Cambria Math"/>
                <a:cs typeface="Cambria Math"/>
              </a:rPr>
              <a:t>.</a:t>
            </a:r>
            <a:r>
              <a:rPr sz="2025" spc="292" baseline="-30864" dirty="0">
                <a:latin typeface="Cambria Math"/>
                <a:cs typeface="Cambria Math"/>
              </a:rPr>
              <a:t>  </a:t>
            </a:r>
            <a:r>
              <a:rPr sz="1050" spc="-50" dirty="0">
                <a:latin typeface="Cambria Math"/>
                <a:cs typeface="Cambria Math"/>
              </a:rPr>
              <a:t>7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651750" y="5763259"/>
            <a:ext cx="75692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2100" algn="l"/>
                <a:tab pos="571500" algn="l"/>
              </a:tabLst>
            </a:pPr>
            <a:r>
              <a:rPr sz="1050" spc="-50" dirty="0">
                <a:latin typeface="Cambria Math"/>
                <a:cs typeface="Cambria Math"/>
              </a:rPr>
              <a:t>7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-50" dirty="0">
                <a:latin typeface="Cambria Math"/>
                <a:cs typeface="Cambria Math"/>
              </a:rPr>
              <a:t>7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55" dirty="0">
                <a:latin typeface="Cambria Math"/>
                <a:cs typeface="Cambria Math"/>
              </a:rPr>
              <a:t>24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008114" y="5947549"/>
            <a:ext cx="298450" cy="283210"/>
          </a:xfrm>
          <a:custGeom>
            <a:avLst/>
            <a:gdLst/>
            <a:ahLst/>
            <a:cxnLst/>
            <a:rect l="l" t="t" r="r" b="b"/>
            <a:pathLst>
              <a:path w="298450" h="283210">
                <a:moveTo>
                  <a:pt x="63754" y="6692"/>
                </a:moveTo>
                <a:lnTo>
                  <a:pt x="25501" y="34721"/>
                </a:lnTo>
                <a:lnTo>
                  <a:pt x="9258" y="72059"/>
                </a:lnTo>
                <a:lnTo>
                  <a:pt x="1016" y="116598"/>
                </a:lnTo>
                <a:lnTo>
                  <a:pt x="0" y="141312"/>
                </a:lnTo>
                <a:lnTo>
                  <a:pt x="990" y="165163"/>
                </a:lnTo>
                <a:lnTo>
                  <a:pt x="1016" y="165912"/>
                </a:lnTo>
                <a:lnTo>
                  <a:pt x="9258" y="210451"/>
                </a:lnTo>
                <a:lnTo>
                  <a:pt x="25501" y="248043"/>
                </a:lnTo>
                <a:lnTo>
                  <a:pt x="60960" y="282790"/>
                </a:lnTo>
                <a:lnTo>
                  <a:pt x="63754" y="276098"/>
                </a:lnTo>
                <a:lnTo>
                  <a:pt x="53124" y="267512"/>
                </a:lnTo>
                <a:lnTo>
                  <a:pt x="43726" y="256298"/>
                </a:lnTo>
                <a:lnTo>
                  <a:pt x="23063" y="207441"/>
                </a:lnTo>
                <a:lnTo>
                  <a:pt x="16865" y="165912"/>
                </a:lnTo>
                <a:lnTo>
                  <a:pt x="16776" y="165163"/>
                </a:lnTo>
                <a:lnTo>
                  <a:pt x="16789" y="117424"/>
                </a:lnTo>
                <a:lnTo>
                  <a:pt x="23126" y="74879"/>
                </a:lnTo>
                <a:lnTo>
                  <a:pt x="43840" y="26403"/>
                </a:lnTo>
                <a:lnTo>
                  <a:pt x="53200" y="15265"/>
                </a:lnTo>
                <a:lnTo>
                  <a:pt x="63754" y="6692"/>
                </a:lnTo>
                <a:close/>
              </a:path>
              <a:path w="298450" h="283210">
                <a:moveTo>
                  <a:pt x="229489" y="133807"/>
                </a:moveTo>
                <a:lnTo>
                  <a:pt x="67564" y="133807"/>
                </a:lnTo>
                <a:lnTo>
                  <a:pt x="67564" y="143332"/>
                </a:lnTo>
                <a:lnTo>
                  <a:pt x="229489" y="143332"/>
                </a:lnTo>
                <a:lnTo>
                  <a:pt x="229489" y="133807"/>
                </a:lnTo>
                <a:close/>
              </a:path>
              <a:path w="298450" h="283210">
                <a:moveTo>
                  <a:pt x="298323" y="141312"/>
                </a:moveTo>
                <a:lnTo>
                  <a:pt x="294144" y="93510"/>
                </a:lnTo>
                <a:lnTo>
                  <a:pt x="281686" y="52235"/>
                </a:lnTo>
                <a:lnTo>
                  <a:pt x="250456" y="8610"/>
                </a:lnTo>
                <a:lnTo>
                  <a:pt x="237109" y="0"/>
                </a:lnTo>
                <a:lnTo>
                  <a:pt x="234442" y="6692"/>
                </a:lnTo>
                <a:lnTo>
                  <a:pt x="244983" y="15265"/>
                </a:lnTo>
                <a:lnTo>
                  <a:pt x="254342" y="26403"/>
                </a:lnTo>
                <a:lnTo>
                  <a:pt x="275082" y="74879"/>
                </a:lnTo>
                <a:lnTo>
                  <a:pt x="281419" y="116598"/>
                </a:lnTo>
                <a:lnTo>
                  <a:pt x="282308" y="141312"/>
                </a:lnTo>
                <a:lnTo>
                  <a:pt x="281508" y="165163"/>
                </a:lnTo>
                <a:lnTo>
                  <a:pt x="275132" y="207441"/>
                </a:lnTo>
                <a:lnTo>
                  <a:pt x="254457" y="256298"/>
                </a:lnTo>
                <a:lnTo>
                  <a:pt x="234442" y="276098"/>
                </a:lnTo>
                <a:lnTo>
                  <a:pt x="237109" y="282790"/>
                </a:lnTo>
                <a:lnTo>
                  <a:pt x="272745" y="248043"/>
                </a:lnTo>
                <a:lnTo>
                  <a:pt x="288937" y="210451"/>
                </a:lnTo>
                <a:lnTo>
                  <a:pt x="297268" y="165912"/>
                </a:lnTo>
                <a:lnTo>
                  <a:pt x="298310" y="141478"/>
                </a:lnTo>
                <a:lnTo>
                  <a:pt x="298323" y="141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311770" y="5961697"/>
            <a:ext cx="6096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latin typeface="Cambria Math"/>
                <a:cs typeface="Cambria Math"/>
              </a:rPr>
              <a:t>.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368540" y="5947549"/>
            <a:ext cx="1303655" cy="283210"/>
          </a:xfrm>
          <a:custGeom>
            <a:avLst/>
            <a:gdLst/>
            <a:ahLst/>
            <a:cxnLst/>
            <a:rect l="l" t="t" r="r" b="b"/>
            <a:pathLst>
              <a:path w="1303654" h="283210">
                <a:moveTo>
                  <a:pt x="63754" y="6692"/>
                </a:moveTo>
                <a:lnTo>
                  <a:pt x="25501" y="34721"/>
                </a:lnTo>
                <a:lnTo>
                  <a:pt x="9258" y="72059"/>
                </a:lnTo>
                <a:lnTo>
                  <a:pt x="1016" y="116598"/>
                </a:lnTo>
                <a:lnTo>
                  <a:pt x="0" y="141312"/>
                </a:lnTo>
                <a:lnTo>
                  <a:pt x="990" y="165163"/>
                </a:lnTo>
                <a:lnTo>
                  <a:pt x="1016" y="165912"/>
                </a:lnTo>
                <a:lnTo>
                  <a:pt x="9258" y="210451"/>
                </a:lnTo>
                <a:lnTo>
                  <a:pt x="25501" y="248043"/>
                </a:lnTo>
                <a:lnTo>
                  <a:pt x="60960" y="282790"/>
                </a:lnTo>
                <a:lnTo>
                  <a:pt x="63754" y="276098"/>
                </a:lnTo>
                <a:lnTo>
                  <a:pt x="53124" y="267512"/>
                </a:lnTo>
                <a:lnTo>
                  <a:pt x="43726" y="256298"/>
                </a:lnTo>
                <a:lnTo>
                  <a:pt x="23063" y="207441"/>
                </a:lnTo>
                <a:lnTo>
                  <a:pt x="16865" y="165912"/>
                </a:lnTo>
                <a:lnTo>
                  <a:pt x="16776" y="165163"/>
                </a:lnTo>
                <a:lnTo>
                  <a:pt x="16789" y="117424"/>
                </a:lnTo>
                <a:lnTo>
                  <a:pt x="23126" y="74879"/>
                </a:lnTo>
                <a:lnTo>
                  <a:pt x="43840" y="26403"/>
                </a:lnTo>
                <a:lnTo>
                  <a:pt x="53200" y="15265"/>
                </a:lnTo>
                <a:lnTo>
                  <a:pt x="63754" y="6692"/>
                </a:lnTo>
                <a:close/>
              </a:path>
              <a:path w="1303654" h="283210">
                <a:moveTo>
                  <a:pt x="231013" y="133807"/>
                </a:moveTo>
                <a:lnTo>
                  <a:pt x="69088" y="133807"/>
                </a:lnTo>
                <a:lnTo>
                  <a:pt x="69088" y="143332"/>
                </a:lnTo>
                <a:lnTo>
                  <a:pt x="231013" y="143332"/>
                </a:lnTo>
                <a:lnTo>
                  <a:pt x="231013" y="133807"/>
                </a:lnTo>
                <a:close/>
              </a:path>
              <a:path w="1303654" h="283210">
                <a:moveTo>
                  <a:pt x="298323" y="141312"/>
                </a:moveTo>
                <a:lnTo>
                  <a:pt x="294144" y="93510"/>
                </a:lnTo>
                <a:lnTo>
                  <a:pt x="281686" y="52235"/>
                </a:lnTo>
                <a:lnTo>
                  <a:pt x="250456" y="8610"/>
                </a:lnTo>
                <a:lnTo>
                  <a:pt x="237109" y="0"/>
                </a:lnTo>
                <a:lnTo>
                  <a:pt x="234442" y="6692"/>
                </a:lnTo>
                <a:lnTo>
                  <a:pt x="244983" y="15265"/>
                </a:lnTo>
                <a:lnTo>
                  <a:pt x="254342" y="26403"/>
                </a:lnTo>
                <a:lnTo>
                  <a:pt x="275082" y="74879"/>
                </a:lnTo>
                <a:lnTo>
                  <a:pt x="281419" y="116598"/>
                </a:lnTo>
                <a:lnTo>
                  <a:pt x="282308" y="141312"/>
                </a:lnTo>
                <a:lnTo>
                  <a:pt x="281508" y="165163"/>
                </a:lnTo>
                <a:lnTo>
                  <a:pt x="275132" y="207441"/>
                </a:lnTo>
                <a:lnTo>
                  <a:pt x="254457" y="256298"/>
                </a:lnTo>
                <a:lnTo>
                  <a:pt x="234442" y="276098"/>
                </a:lnTo>
                <a:lnTo>
                  <a:pt x="237109" y="282790"/>
                </a:lnTo>
                <a:lnTo>
                  <a:pt x="272745" y="248043"/>
                </a:lnTo>
                <a:lnTo>
                  <a:pt x="288937" y="210451"/>
                </a:lnTo>
                <a:lnTo>
                  <a:pt x="297268" y="165912"/>
                </a:lnTo>
                <a:lnTo>
                  <a:pt x="298310" y="141478"/>
                </a:lnTo>
                <a:lnTo>
                  <a:pt x="298323" y="141312"/>
                </a:lnTo>
                <a:close/>
              </a:path>
              <a:path w="1303654" h="283210">
                <a:moveTo>
                  <a:pt x="424180" y="6692"/>
                </a:moveTo>
                <a:lnTo>
                  <a:pt x="385927" y="34721"/>
                </a:lnTo>
                <a:lnTo>
                  <a:pt x="369684" y="72059"/>
                </a:lnTo>
                <a:lnTo>
                  <a:pt x="361442" y="116598"/>
                </a:lnTo>
                <a:lnTo>
                  <a:pt x="360426" y="141312"/>
                </a:lnTo>
                <a:lnTo>
                  <a:pt x="361416" y="165163"/>
                </a:lnTo>
                <a:lnTo>
                  <a:pt x="361442" y="165912"/>
                </a:lnTo>
                <a:lnTo>
                  <a:pt x="369684" y="210451"/>
                </a:lnTo>
                <a:lnTo>
                  <a:pt x="385927" y="248043"/>
                </a:lnTo>
                <a:lnTo>
                  <a:pt x="421386" y="282790"/>
                </a:lnTo>
                <a:lnTo>
                  <a:pt x="424180" y="276098"/>
                </a:lnTo>
                <a:lnTo>
                  <a:pt x="413550" y="267512"/>
                </a:lnTo>
                <a:lnTo>
                  <a:pt x="404152" y="256298"/>
                </a:lnTo>
                <a:lnTo>
                  <a:pt x="383489" y="207441"/>
                </a:lnTo>
                <a:lnTo>
                  <a:pt x="377291" y="165912"/>
                </a:lnTo>
                <a:lnTo>
                  <a:pt x="377202" y="165163"/>
                </a:lnTo>
                <a:lnTo>
                  <a:pt x="377215" y="117424"/>
                </a:lnTo>
                <a:lnTo>
                  <a:pt x="383552" y="74879"/>
                </a:lnTo>
                <a:lnTo>
                  <a:pt x="404266" y="26403"/>
                </a:lnTo>
                <a:lnTo>
                  <a:pt x="413626" y="15265"/>
                </a:lnTo>
                <a:lnTo>
                  <a:pt x="424180" y="6692"/>
                </a:lnTo>
                <a:close/>
              </a:path>
              <a:path w="1303654" h="283210">
                <a:moveTo>
                  <a:pt x="592963" y="133807"/>
                </a:moveTo>
                <a:lnTo>
                  <a:pt x="431038" y="133807"/>
                </a:lnTo>
                <a:lnTo>
                  <a:pt x="431038" y="143332"/>
                </a:lnTo>
                <a:lnTo>
                  <a:pt x="592963" y="143332"/>
                </a:lnTo>
                <a:lnTo>
                  <a:pt x="592963" y="133807"/>
                </a:lnTo>
                <a:close/>
              </a:path>
              <a:path w="1303654" h="283210">
                <a:moveTo>
                  <a:pt x="658749" y="141312"/>
                </a:moveTo>
                <a:lnTo>
                  <a:pt x="654570" y="93510"/>
                </a:lnTo>
                <a:lnTo>
                  <a:pt x="642112" y="52235"/>
                </a:lnTo>
                <a:lnTo>
                  <a:pt x="610882" y="8610"/>
                </a:lnTo>
                <a:lnTo>
                  <a:pt x="597535" y="0"/>
                </a:lnTo>
                <a:lnTo>
                  <a:pt x="594868" y="6692"/>
                </a:lnTo>
                <a:lnTo>
                  <a:pt x="605409" y="15265"/>
                </a:lnTo>
                <a:lnTo>
                  <a:pt x="614768" y="26403"/>
                </a:lnTo>
                <a:lnTo>
                  <a:pt x="635508" y="74879"/>
                </a:lnTo>
                <a:lnTo>
                  <a:pt x="641845" y="116598"/>
                </a:lnTo>
                <a:lnTo>
                  <a:pt x="642734" y="141312"/>
                </a:lnTo>
                <a:lnTo>
                  <a:pt x="641934" y="165163"/>
                </a:lnTo>
                <a:lnTo>
                  <a:pt x="635558" y="207441"/>
                </a:lnTo>
                <a:lnTo>
                  <a:pt x="614883" y="256298"/>
                </a:lnTo>
                <a:lnTo>
                  <a:pt x="594868" y="276098"/>
                </a:lnTo>
                <a:lnTo>
                  <a:pt x="597535" y="282790"/>
                </a:lnTo>
                <a:lnTo>
                  <a:pt x="633171" y="248043"/>
                </a:lnTo>
                <a:lnTo>
                  <a:pt x="649363" y="210451"/>
                </a:lnTo>
                <a:lnTo>
                  <a:pt x="657694" y="165912"/>
                </a:lnTo>
                <a:lnTo>
                  <a:pt x="658736" y="141478"/>
                </a:lnTo>
                <a:lnTo>
                  <a:pt x="658749" y="141312"/>
                </a:lnTo>
                <a:close/>
              </a:path>
              <a:path w="1303654" h="283210">
                <a:moveTo>
                  <a:pt x="870331" y="6692"/>
                </a:moveTo>
                <a:lnTo>
                  <a:pt x="832078" y="34721"/>
                </a:lnTo>
                <a:lnTo>
                  <a:pt x="815835" y="72059"/>
                </a:lnTo>
                <a:lnTo>
                  <a:pt x="807593" y="116598"/>
                </a:lnTo>
                <a:lnTo>
                  <a:pt x="806577" y="141312"/>
                </a:lnTo>
                <a:lnTo>
                  <a:pt x="807567" y="165163"/>
                </a:lnTo>
                <a:lnTo>
                  <a:pt x="807593" y="165912"/>
                </a:lnTo>
                <a:lnTo>
                  <a:pt x="815835" y="210451"/>
                </a:lnTo>
                <a:lnTo>
                  <a:pt x="832078" y="248043"/>
                </a:lnTo>
                <a:lnTo>
                  <a:pt x="867537" y="282790"/>
                </a:lnTo>
                <a:lnTo>
                  <a:pt x="870331" y="276098"/>
                </a:lnTo>
                <a:lnTo>
                  <a:pt x="859701" y="267512"/>
                </a:lnTo>
                <a:lnTo>
                  <a:pt x="850303" y="256298"/>
                </a:lnTo>
                <a:lnTo>
                  <a:pt x="829640" y="207441"/>
                </a:lnTo>
                <a:lnTo>
                  <a:pt x="823442" y="165912"/>
                </a:lnTo>
                <a:lnTo>
                  <a:pt x="823353" y="165163"/>
                </a:lnTo>
                <a:lnTo>
                  <a:pt x="823366" y="117424"/>
                </a:lnTo>
                <a:lnTo>
                  <a:pt x="829703" y="74879"/>
                </a:lnTo>
                <a:lnTo>
                  <a:pt x="850417" y="26403"/>
                </a:lnTo>
                <a:lnTo>
                  <a:pt x="859777" y="15265"/>
                </a:lnTo>
                <a:lnTo>
                  <a:pt x="870331" y="6692"/>
                </a:lnTo>
                <a:close/>
              </a:path>
              <a:path w="1303654" h="283210">
                <a:moveTo>
                  <a:pt x="954913" y="133807"/>
                </a:moveTo>
                <a:lnTo>
                  <a:pt x="869188" y="133807"/>
                </a:lnTo>
                <a:lnTo>
                  <a:pt x="869188" y="143332"/>
                </a:lnTo>
                <a:lnTo>
                  <a:pt x="954913" y="143332"/>
                </a:lnTo>
                <a:lnTo>
                  <a:pt x="954913" y="133807"/>
                </a:lnTo>
                <a:close/>
              </a:path>
              <a:path w="1303654" h="283210">
                <a:moveTo>
                  <a:pt x="1023874" y="141312"/>
                </a:moveTo>
                <a:lnTo>
                  <a:pt x="1022870" y="117424"/>
                </a:lnTo>
                <a:lnTo>
                  <a:pt x="1022845" y="116598"/>
                </a:lnTo>
                <a:lnTo>
                  <a:pt x="1019759" y="93510"/>
                </a:lnTo>
                <a:lnTo>
                  <a:pt x="1007364" y="52235"/>
                </a:lnTo>
                <a:lnTo>
                  <a:pt x="976071" y="8610"/>
                </a:lnTo>
                <a:lnTo>
                  <a:pt x="962787" y="0"/>
                </a:lnTo>
                <a:lnTo>
                  <a:pt x="960120" y="6692"/>
                </a:lnTo>
                <a:lnTo>
                  <a:pt x="970661" y="15265"/>
                </a:lnTo>
                <a:lnTo>
                  <a:pt x="980020" y="26403"/>
                </a:lnTo>
                <a:lnTo>
                  <a:pt x="1000734" y="74879"/>
                </a:lnTo>
                <a:lnTo>
                  <a:pt x="1006995" y="116598"/>
                </a:lnTo>
                <a:lnTo>
                  <a:pt x="1007859" y="141312"/>
                </a:lnTo>
                <a:lnTo>
                  <a:pt x="1007071" y="165163"/>
                </a:lnTo>
                <a:lnTo>
                  <a:pt x="1000734" y="207441"/>
                </a:lnTo>
                <a:lnTo>
                  <a:pt x="980122" y="256298"/>
                </a:lnTo>
                <a:lnTo>
                  <a:pt x="960120" y="276098"/>
                </a:lnTo>
                <a:lnTo>
                  <a:pt x="962787" y="282790"/>
                </a:lnTo>
                <a:lnTo>
                  <a:pt x="998359" y="248043"/>
                </a:lnTo>
                <a:lnTo>
                  <a:pt x="1014603" y="210451"/>
                </a:lnTo>
                <a:lnTo>
                  <a:pt x="1022845" y="165912"/>
                </a:lnTo>
                <a:lnTo>
                  <a:pt x="1023861" y="141478"/>
                </a:lnTo>
                <a:lnTo>
                  <a:pt x="1023874" y="141312"/>
                </a:lnTo>
                <a:close/>
              </a:path>
              <a:path w="1303654" h="283210">
                <a:moveTo>
                  <a:pt x="1149858" y="6692"/>
                </a:moveTo>
                <a:lnTo>
                  <a:pt x="1111529" y="34721"/>
                </a:lnTo>
                <a:lnTo>
                  <a:pt x="1095349" y="72059"/>
                </a:lnTo>
                <a:lnTo>
                  <a:pt x="1087018" y="116598"/>
                </a:lnTo>
                <a:lnTo>
                  <a:pt x="1085977" y="141312"/>
                </a:lnTo>
                <a:lnTo>
                  <a:pt x="1086980" y="165163"/>
                </a:lnTo>
                <a:lnTo>
                  <a:pt x="1095349" y="210451"/>
                </a:lnTo>
                <a:lnTo>
                  <a:pt x="1111529" y="248043"/>
                </a:lnTo>
                <a:lnTo>
                  <a:pt x="1147064" y="282790"/>
                </a:lnTo>
                <a:lnTo>
                  <a:pt x="1149858" y="276098"/>
                </a:lnTo>
                <a:lnTo>
                  <a:pt x="1139151" y="267512"/>
                </a:lnTo>
                <a:lnTo>
                  <a:pt x="1129741" y="256298"/>
                </a:lnTo>
                <a:lnTo>
                  <a:pt x="1109103" y="207441"/>
                </a:lnTo>
                <a:lnTo>
                  <a:pt x="1102842" y="165912"/>
                </a:lnTo>
                <a:lnTo>
                  <a:pt x="1101979" y="141478"/>
                </a:lnTo>
                <a:lnTo>
                  <a:pt x="1102779" y="117424"/>
                </a:lnTo>
                <a:lnTo>
                  <a:pt x="1109205" y="74879"/>
                </a:lnTo>
                <a:lnTo>
                  <a:pt x="1129944" y="26403"/>
                </a:lnTo>
                <a:lnTo>
                  <a:pt x="1139304" y="15265"/>
                </a:lnTo>
                <a:lnTo>
                  <a:pt x="1149858" y="6692"/>
                </a:lnTo>
                <a:close/>
              </a:path>
              <a:path w="1303654" h="283210">
                <a:moveTo>
                  <a:pt x="1240663" y="133807"/>
                </a:moveTo>
                <a:lnTo>
                  <a:pt x="1154938" y="133807"/>
                </a:lnTo>
                <a:lnTo>
                  <a:pt x="1154938" y="143332"/>
                </a:lnTo>
                <a:lnTo>
                  <a:pt x="1240663" y="143332"/>
                </a:lnTo>
                <a:lnTo>
                  <a:pt x="1240663" y="133807"/>
                </a:lnTo>
                <a:close/>
              </a:path>
              <a:path w="1303654" h="283210">
                <a:moveTo>
                  <a:pt x="1303401" y="141312"/>
                </a:moveTo>
                <a:lnTo>
                  <a:pt x="1299222" y="93510"/>
                </a:lnTo>
                <a:lnTo>
                  <a:pt x="1286764" y="52235"/>
                </a:lnTo>
                <a:lnTo>
                  <a:pt x="1255534" y="8610"/>
                </a:lnTo>
                <a:lnTo>
                  <a:pt x="1242187" y="0"/>
                </a:lnTo>
                <a:lnTo>
                  <a:pt x="1239520" y="6692"/>
                </a:lnTo>
                <a:lnTo>
                  <a:pt x="1250061" y="15265"/>
                </a:lnTo>
                <a:lnTo>
                  <a:pt x="1259420" y="26403"/>
                </a:lnTo>
                <a:lnTo>
                  <a:pt x="1280160" y="74879"/>
                </a:lnTo>
                <a:lnTo>
                  <a:pt x="1286497" y="116598"/>
                </a:lnTo>
                <a:lnTo>
                  <a:pt x="1287386" y="141312"/>
                </a:lnTo>
                <a:lnTo>
                  <a:pt x="1286586" y="165163"/>
                </a:lnTo>
                <a:lnTo>
                  <a:pt x="1280210" y="207441"/>
                </a:lnTo>
                <a:lnTo>
                  <a:pt x="1259535" y="256298"/>
                </a:lnTo>
                <a:lnTo>
                  <a:pt x="1239520" y="276098"/>
                </a:lnTo>
                <a:lnTo>
                  <a:pt x="1242187" y="282790"/>
                </a:lnTo>
                <a:lnTo>
                  <a:pt x="1277823" y="248043"/>
                </a:lnTo>
                <a:lnTo>
                  <a:pt x="1294015" y="210451"/>
                </a:lnTo>
                <a:lnTo>
                  <a:pt x="1302346" y="165912"/>
                </a:lnTo>
                <a:lnTo>
                  <a:pt x="1303388" y="141478"/>
                </a:lnTo>
                <a:lnTo>
                  <a:pt x="1303401" y="141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042531" y="5847170"/>
            <a:ext cx="1734820" cy="42227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78105">
              <a:lnSpc>
                <a:spcPct val="100000"/>
              </a:lnSpc>
              <a:spcBef>
                <a:spcPts val="235"/>
              </a:spcBef>
              <a:tabLst>
                <a:tab pos="438784" algn="l"/>
              </a:tabLst>
            </a:pPr>
            <a:r>
              <a:rPr sz="1050" spc="-50" dirty="0">
                <a:latin typeface="Cambria Math"/>
                <a:cs typeface="Cambria Math"/>
              </a:rPr>
              <a:t>8</a:t>
            </a:r>
            <a:r>
              <a:rPr sz="1050" dirty="0">
                <a:latin typeface="Cambria Math"/>
                <a:cs typeface="Cambria Math"/>
              </a:rPr>
              <a:t>	5</a:t>
            </a:r>
            <a:r>
              <a:rPr sz="1050" spc="254" dirty="0">
                <a:latin typeface="Cambria Math"/>
                <a:cs typeface="Cambria Math"/>
              </a:rPr>
              <a:t>  </a:t>
            </a:r>
            <a:r>
              <a:rPr sz="2025" baseline="-30864" dirty="0">
                <a:latin typeface="Cambria Math"/>
                <a:cs typeface="Cambria Math"/>
              </a:rPr>
              <a:t>.</a:t>
            </a:r>
            <a:r>
              <a:rPr sz="2025" spc="540" baseline="-30864" dirty="0">
                <a:latin typeface="Cambria Math"/>
                <a:cs typeface="Cambria Math"/>
              </a:rPr>
              <a:t> </a:t>
            </a:r>
            <a:r>
              <a:rPr sz="1050" spc="60" dirty="0">
                <a:latin typeface="Cambria Math"/>
                <a:cs typeface="Cambria Math"/>
              </a:rPr>
              <a:t>17</a:t>
            </a:r>
            <a:r>
              <a:rPr sz="1050" spc="385" dirty="0">
                <a:latin typeface="Cambria Math"/>
                <a:cs typeface="Cambria Math"/>
              </a:rPr>
              <a:t> </a:t>
            </a:r>
            <a:r>
              <a:rPr sz="2025" baseline="-30864" dirty="0">
                <a:latin typeface="Cambria Math"/>
                <a:cs typeface="Cambria Math"/>
              </a:rPr>
              <a:t>+</a:t>
            </a:r>
            <a:r>
              <a:rPr sz="2025" spc="487" baseline="-30864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2</a:t>
            </a:r>
            <a:r>
              <a:rPr sz="1050" spc="420" dirty="0">
                <a:latin typeface="Cambria Math"/>
                <a:cs typeface="Cambria Math"/>
              </a:rPr>
              <a:t> </a:t>
            </a:r>
            <a:r>
              <a:rPr sz="2025" baseline="-30864" dirty="0">
                <a:latin typeface="Cambria Math"/>
                <a:cs typeface="Cambria Math"/>
              </a:rPr>
              <a:t>.</a:t>
            </a:r>
            <a:r>
              <a:rPr sz="2025" spc="532" baseline="-30864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1</a:t>
            </a:r>
            <a:r>
              <a:rPr sz="1050" spc="420" dirty="0">
                <a:latin typeface="Cambria Math"/>
                <a:cs typeface="Cambria Math"/>
              </a:rPr>
              <a:t> </a:t>
            </a:r>
            <a:r>
              <a:rPr sz="2025" spc="-75" baseline="-30864" dirty="0">
                <a:latin typeface="Cambria Math"/>
                <a:cs typeface="Cambria Math"/>
              </a:rPr>
              <a:t>.</a:t>
            </a:r>
            <a:endParaRPr sz="2025" baseline="-30864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050" spc="55" dirty="0">
                <a:latin typeface="Cambria Math"/>
                <a:cs typeface="Cambria Math"/>
              </a:rPr>
              <a:t>17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734044" y="5947549"/>
            <a:ext cx="298450" cy="283210"/>
          </a:xfrm>
          <a:custGeom>
            <a:avLst/>
            <a:gdLst/>
            <a:ahLst/>
            <a:cxnLst/>
            <a:rect l="l" t="t" r="r" b="b"/>
            <a:pathLst>
              <a:path w="298450" h="283210">
                <a:moveTo>
                  <a:pt x="63754" y="6692"/>
                </a:moveTo>
                <a:lnTo>
                  <a:pt x="25501" y="34721"/>
                </a:lnTo>
                <a:lnTo>
                  <a:pt x="9258" y="72059"/>
                </a:lnTo>
                <a:lnTo>
                  <a:pt x="1016" y="116598"/>
                </a:lnTo>
                <a:lnTo>
                  <a:pt x="0" y="141312"/>
                </a:lnTo>
                <a:lnTo>
                  <a:pt x="990" y="165163"/>
                </a:lnTo>
                <a:lnTo>
                  <a:pt x="1016" y="165912"/>
                </a:lnTo>
                <a:lnTo>
                  <a:pt x="9258" y="210451"/>
                </a:lnTo>
                <a:lnTo>
                  <a:pt x="25501" y="248043"/>
                </a:lnTo>
                <a:lnTo>
                  <a:pt x="60960" y="282790"/>
                </a:lnTo>
                <a:lnTo>
                  <a:pt x="63754" y="276098"/>
                </a:lnTo>
                <a:lnTo>
                  <a:pt x="53124" y="267512"/>
                </a:lnTo>
                <a:lnTo>
                  <a:pt x="43726" y="256298"/>
                </a:lnTo>
                <a:lnTo>
                  <a:pt x="23063" y="207441"/>
                </a:lnTo>
                <a:lnTo>
                  <a:pt x="16865" y="165912"/>
                </a:lnTo>
                <a:lnTo>
                  <a:pt x="16776" y="165163"/>
                </a:lnTo>
                <a:lnTo>
                  <a:pt x="16789" y="117424"/>
                </a:lnTo>
                <a:lnTo>
                  <a:pt x="23126" y="74879"/>
                </a:lnTo>
                <a:lnTo>
                  <a:pt x="43840" y="26403"/>
                </a:lnTo>
                <a:lnTo>
                  <a:pt x="53200" y="15265"/>
                </a:lnTo>
                <a:lnTo>
                  <a:pt x="63754" y="6692"/>
                </a:lnTo>
                <a:close/>
              </a:path>
              <a:path w="298450" h="283210">
                <a:moveTo>
                  <a:pt x="227584" y="133807"/>
                </a:moveTo>
                <a:lnTo>
                  <a:pt x="65659" y="133807"/>
                </a:lnTo>
                <a:lnTo>
                  <a:pt x="65659" y="143332"/>
                </a:lnTo>
                <a:lnTo>
                  <a:pt x="227584" y="143332"/>
                </a:lnTo>
                <a:lnTo>
                  <a:pt x="227584" y="133807"/>
                </a:lnTo>
                <a:close/>
              </a:path>
              <a:path w="298450" h="283210">
                <a:moveTo>
                  <a:pt x="298323" y="141312"/>
                </a:moveTo>
                <a:lnTo>
                  <a:pt x="294144" y="93510"/>
                </a:lnTo>
                <a:lnTo>
                  <a:pt x="281686" y="52235"/>
                </a:lnTo>
                <a:lnTo>
                  <a:pt x="250456" y="8610"/>
                </a:lnTo>
                <a:lnTo>
                  <a:pt x="237109" y="0"/>
                </a:lnTo>
                <a:lnTo>
                  <a:pt x="234442" y="6692"/>
                </a:lnTo>
                <a:lnTo>
                  <a:pt x="244983" y="15265"/>
                </a:lnTo>
                <a:lnTo>
                  <a:pt x="254342" y="26403"/>
                </a:lnTo>
                <a:lnTo>
                  <a:pt x="275082" y="74879"/>
                </a:lnTo>
                <a:lnTo>
                  <a:pt x="281419" y="116598"/>
                </a:lnTo>
                <a:lnTo>
                  <a:pt x="282308" y="141312"/>
                </a:lnTo>
                <a:lnTo>
                  <a:pt x="281508" y="165163"/>
                </a:lnTo>
                <a:lnTo>
                  <a:pt x="275132" y="207441"/>
                </a:lnTo>
                <a:lnTo>
                  <a:pt x="254457" y="256298"/>
                </a:lnTo>
                <a:lnTo>
                  <a:pt x="234442" y="276098"/>
                </a:lnTo>
                <a:lnTo>
                  <a:pt x="237109" y="282790"/>
                </a:lnTo>
                <a:lnTo>
                  <a:pt x="272745" y="248043"/>
                </a:lnTo>
                <a:lnTo>
                  <a:pt x="288937" y="210451"/>
                </a:lnTo>
                <a:lnTo>
                  <a:pt x="297268" y="165912"/>
                </a:lnTo>
                <a:lnTo>
                  <a:pt x="298310" y="141478"/>
                </a:lnTo>
                <a:lnTo>
                  <a:pt x="298323" y="141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428483" y="5881737"/>
            <a:ext cx="1564005" cy="38798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R="56515" algn="r">
              <a:lnSpc>
                <a:spcPct val="100000"/>
              </a:lnSpc>
              <a:spcBef>
                <a:spcPts val="265"/>
              </a:spcBef>
            </a:pPr>
            <a:r>
              <a:rPr sz="1050" spc="-50" dirty="0">
                <a:latin typeface="Cambria Math"/>
                <a:cs typeface="Cambria Math"/>
              </a:rPr>
              <a:t>7</a:t>
            </a:r>
            <a:endParaRPr sz="1050">
              <a:latin typeface="Cambria Math"/>
              <a:cs typeface="Cambria Math"/>
            </a:endParaRPr>
          </a:p>
          <a:p>
            <a:pPr marR="5080" algn="r">
              <a:lnSpc>
                <a:spcPct val="100000"/>
              </a:lnSpc>
              <a:spcBef>
                <a:spcPts val="165"/>
              </a:spcBef>
              <a:tabLst>
                <a:tab pos="360045" algn="l"/>
                <a:tab pos="807085" algn="l"/>
                <a:tab pos="1086485" algn="l"/>
                <a:tab pos="1366520" algn="l"/>
              </a:tabLst>
            </a:pPr>
            <a:r>
              <a:rPr sz="1050" spc="30" dirty="0">
                <a:latin typeface="Cambria Math"/>
                <a:cs typeface="Cambria Math"/>
              </a:rPr>
              <a:t>17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30" dirty="0">
                <a:latin typeface="Cambria Math"/>
                <a:cs typeface="Cambria Math"/>
              </a:rPr>
              <a:t>24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-50" dirty="0">
                <a:latin typeface="Cambria Math"/>
                <a:cs typeface="Cambria Math"/>
              </a:rPr>
              <a:t>7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-50" dirty="0">
                <a:latin typeface="Cambria Math"/>
                <a:cs typeface="Cambria Math"/>
              </a:rPr>
              <a:t>7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55" dirty="0">
                <a:latin typeface="Cambria Math"/>
                <a:cs typeface="Cambria Math"/>
              </a:rPr>
              <a:t>24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102725" y="5762307"/>
            <a:ext cx="1968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337675" y="5642292"/>
            <a:ext cx="443230" cy="52387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350" u="heavy" spc="-1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0.012</a:t>
            </a:r>
            <a:endParaRPr sz="1350">
              <a:latin typeface="Cambria Math"/>
              <a:cs typeface="Cambria Math"/>
            </a:endParaRPr>
          </a:p>
          <a:p>
            <a:pPr marL="60960">
              <a:lnSpc>
                <a:spcPct val="100000"/>
              </a:lnSpc>
              <a:spcBef>
                <a:spcPts val="345"/>
              </a:spcBef>
            </a:pPr>
            <a:r>
              <a:rPr sz="1350" spc="-20" dirty="0">
                <a:latin typeface="Cambria Math"/>
                <a:cs typeface="Cambria Math"/>
              </a:rPr>
              <a:t>0.11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812655" y="5762307"/>
            <a:ext cx="6667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=0.109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301359" y="1716976"/>
            <a:ext cx="4394200" cy="577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  <a:tabLst>
                <a:tab pos="2190750" algn="l"/>
              </a:tabLst>
            </a:pPr>
            <a:r>
              <a:rPr sz="1800" dirty="0">
                <a:latin typeface="Calibri"/>
                <a:cs typeface="Calibri"/>
              </a:rPr>
              <a:t>As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(N/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)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&gt;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(S/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)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decide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that </a:t>
            </a:r>
            <a:r>
              <a:rPr sz="1800" dirty="0">
                <a:latin typeface="Calibri"/>
                <a:cs typeface="Calibri"/>
              </a:rPr>
              <a:t>Dear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Friend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Normal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message.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7CD5AF2-7153-45CC-753D-E3036D45E75C}"/>
                  </a:ext>
                </a:extLst>
              </p14:cNvPr>
              <p14:cNvContentPartPr/>
              <p14:nvPr/>
            </p14:nvContentPartPr>
            <p14:xfrm>
              <a:off x="0" y="1108800"/>
              <a:ext cx="12136320" cy="45068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7CD5AF2-7153-45CC-753D-E3036D45E7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360" y="1099440"/>
                <a:ext cx="12155040" cy="4525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38233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-35" dirty="0"/>
              <a:t> </a:t>
            </a:r>
            <a:r>
              <a:rPr sz="2400" dirty="0"/>
              <a:t>1:</a:t>
            </a:r>
            <a:r>
              <a:rPr sz="2400" spc="-25" dirty="0"/>
              <a:t> </a:t>
            </a:r>
            <a:r>
              <a:rPr sz="2400" spc="-10" dirty="0"/>
              <a:t>Continued</a:t>
            </a:r>
            <a:endParaRPr sz="2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165850" y="1487550"/>
          <a:ext cx="5207000" cy="4805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Email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Spam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Email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Spam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Lunch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Lunch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Lunch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70"/>
              </a:spcBef>
            </a:pPr>
            <a:r>
              <a:rPr dirty="0"/>
              <a:t>Suppose</a:t>
            </a:r>
            <a:r>
              <a:rPr spc="70" dirty="0"/>
              <a:t> </a:t>
            </a:r>
            <a:r>
              <a:rPr dirty="0"/>
              <a:t>we</a:t>
            </a:r>
            <a:r>
              <a:rPr spc="70" dirty="0"/>
              <a:t> </a:t>
            </a:r>
            <a:r>
              <a:rPr dirty="0"/>
              <a:t>got</a:t>
            </a:r>
            <a:r>
              <a:rPr spc="80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dirty="0"/>
              <a:t>new</a:t>
            </a:r>
            <a:r>
              <a:rPr spc="45" dirty="0"/>
              <a:t> </a:t>
            </a:r>
            <a:r>
              <a:rPr spc="-10" dirty="0"/>
              <a:t>message </a:t>
            </a:r>
            <a:r>
              <a:rPr dirty="0"/>
              <a:t>contains</a:t>
            </a:r>
            <a:r>
              <a:rPr spc="105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word</a:t>
            </a:r>
            <a:r>
              <a:rPr spc="110" dirty="0"/>
              <a:t> </a:t>
            </a:r>
            <a:r>
              <a:rPr dirty="0"/>
              <a:t>‘</a:t>
            </a:r>
            <a:r>
              <a:rPr b="1" dirty="0">
                <a:latin typeface="Times New Roman"/>
                <a:cs typeface="Times New Roman"/>
              </a:rPr>
              <a:t>Lunch</a:t>
            </a:r>
            <a:r>
              <a:rPr b="1" spc="10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Money </a:t>
            </a:r>
            <a:r>
              <a:rPr b="1" dirty="0">
                <a:latin typeface="Times New Roman"/>
                <a:cs typeface="Times New Roman"/>
              </a:rPr>
              <a:t>Money</a:t>
            </a:r>
            <a:r>
              <a:rPr b="1" spc="9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Money</a:t>
            </a:r>
            <a:r>
              <a:rPr b="1" spc="9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Money’</a:t>
            </a:r>
            <a:r>
              <a:rPr b="1" spc="80" dirty="0">
                <a:latin typeface="Times New Roman"/>
                <a:cs typeface="Times New Roman"/>
              </a:rPr>
              <a:t> </a:t>
            </a:r>
            <a:r>
              <a:rPr dirty="0"/>
              <a:t>,</a:t>
            </a:r>
            <a:r>
              <a:rPr spc="95" dirty="0"/>
              <a:t> </a:t>
            </a:r>
            <a:r>
              <a:rPr spc="-10" dirty="0"/>
              <a:t>Decide </a:t>
            </a:r>
            <a:r>
              <a:rPr dirty="0"/>
              <a:t>whether</a:t>
            </a:r>
            <a:r>
              <a:rPr spc="55" dirty="0"/>
              <a:t> </a:t>
            </a:r>
            <a:r>
              <a:rPr dirty="0"/>
              <a:t>this</a:t>
            </a:r>
            <a:r>
              <a:rPr spc="65" dirty="0"/>
              <a:t> </a:t>
            </a:r>
            <a:r>
              <a:rPr dirty="0"/>
              <a:t>new</a:t>
            </a:r>
            <a:r>
              <a:rPr spc="40" dirty="0"/>
              <a:t> </a:t>
            </a:r>
            <a:r>
              <a:rPr dirty="0"/>
              <a:t>message</a:t>
            </a:r>
            <a:r>
              <a:rPr spc="60" dirty="0"/>
              <a:t> </a:t>
            </a:r>
            <a:r>
              <a:rPr dirty="0"/>
              <a:t>is</a:t>
            </a:r>
            <a:r>
              <a:rPr spc="60" dirty="0"/>
              <a:t> </a:t>
            </a:r>
            <a:r>
              <a:rPr spc="-50" dirty="0"/>
              <a:t>a </a:t>
            </a:r>
            <a:r>
              <a:rPr dirty="0"/>
              <a:t>normal</a:t>
            </a:r>
            <a:r>
              <a:rPr spc="65" dirty="0"/>
              <a:t> </a:t>
            </a:r>
            <a:r>
              <a:rPr dirty="0"/>
              <a:t>or</a:t>
            </a:r>
            <a:r>
              <a:rPr spc="75" dirty="0"/>
              <a:t> </a:t>
            </a:r>
            <a:r>
              <a:rPr dirty="0"/>
              <a:t>spam</a:t>
            </a:r>
            <a:r>
              <a:rPr spc="114" dirty="0"/>
              <a:t> </a:t>
            </a:r>
            <a:r>
              <a:rPr spc="-10" dirty="0"/>
              <a:t>message?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ED66345-96B4-D2FE-48FC-0A05EB8380EC}"/>
                  </a:ext>
                </a:extLst>
              </p14:cNvPr>
              <p14:cNvContentPartPr/>
              <p14:nvPr/>
            </p14:nvContentPartPr>
            <p14:xfrm>
              <a:off x="6519600" y="1123200"/>
              <a:ext cx="2265480" cy="385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ED66345-96B4-D2FE-48FC-0A05EB8380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10240" y="1113840"/>
                <a:ext cx="2284200" cy="404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396811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-20" dirty="0"/>
              <a:t> </a:t>
            </a:r>
            <a:r>
              <a:rPr sz="2400" dirty="0"/>
              <a:t>1:</a:t>
            </a:r>
            <a:r>
              <a:rPr sz="2400" spc="-10" dirty="0"/>
              <a:t> Solution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16572" y="1531302"/>
            <a:ext cx="4051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Play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5021" y="1808162"/>
            <a:ext cx="2301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normal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spam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Row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Total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45134" y="2154570"/>
          <a:ext cx="3068316" cy="16008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0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1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2729">
                <a:tc>
                  <a:txBody>
                    <a:bodyPr/>
                    <a:lstStyle/>
                    <a:p>
                      <a:pPr marL="31750">
                        <a:lnSpc>
                          <a:spcPts val="171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word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ts val="19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ts val="19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900"/>
                        </a:lnSpc>
                      </a:pP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9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9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ts val="1900"/>
                        </a:lnSpc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Lunch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76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19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ts val="19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1900"/>
                        </a:lnSpc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729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Column</a:t>
                      </a:r>
                      <a:r>
                        <a:rPr sz="1800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889"/>
                        </a:lnSpc>
                      </a:pP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89"/>
                        </a:lnSpc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9209" algn="r">
                        <a:lnSpc>
                          <a:spcPts val="1889"/>
                        </a:lnSpc>
                      </a:pP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64184" y="4011231"/>
            <a:ext cx="57950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Step</a:t>
            </a:r>
            <a:r>
              <a:rPr sz="1800" b="1" i="1" spc="-4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4</a:t>
            </a:r>
            <a:r>
              <a:rPr sz="1800" b="1" i="1" spc="-6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-</a:t>
            </a:r>
            <a:r>
              <a:rPr sz="1800" b="1" i="1" spc="-4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Apply</a:t>
            </a:r>
            <a:r>
              <a:rPr sz="1800" b="1" i="1" spc="-5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spc="-10" dirty="0">
                <a:solidFill>
                  <a:srgbClr val="292929"/>
                </a:solidFill>
                <a:latin typeface="Georgia"/>
                <a:cs typeface="Georgia"/>
              </a:rPr>
              <a:t>probabilities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from</a:t>
            </a:r>
            <a:r>
              <a:rPr sz="1800" b="1" i="1" spc="-5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frequency</a:t>
            </a:r>
            <a:r>
              <a:rPr sz="1800" b="1" i="1" spc="-5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spc="-10" dirty="0">
                <a:solidFill>
                  <a:srgbClr val="292929"/>
                </a:solidFill>
                <a:latin typeface="Georgia"/>
                <a:cs typeface="Georgia"/>
              </a:rPr>
              <a:t>table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8622" y="4861242"/>
            <a:ext cx="2173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P(N).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P(L/N).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P(M/N)</a:t>
            </a:r>
            <a:r>
              <a:rPr sz="1800" spc="-15" baseline="23148" dirty="0">
                <a:latin typeface="Calibri"/>
                <a:cs typeface="Calibri"/>
              </a:rPr>
              <a:t>4</a:t>
            </a:r>
            <a:r>
              <a:rPr sz="1800" spc="-10" dirty="0"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61463" y="4842001"/>
            <a:ext cx="379095" cy="377190"/>
          </a:xfrm>
          <a:custGeom>
            <a:avLst/>
            <a:gdLst/>
            <a:ahLst/>
            <a:cxnLst/>
            <a:rect l="l" t="t" r="r" b="b"/>
            <a:pathLst>
              <a:path w="379094" h="377189">
                <a:moveTo>
                  <a:pt x="85090" y="8890"/>
                </a:moveTo>
                <a:lnTo>
                  <a:pt x="47891" y="26962"/>
                </a:lnTo>
                <a:lnTo>
                  <a:pt x="22098" y="69723"/>
                </a:lnTo>
                <a:lnTo>
                  <a:pt x="5524" y="124714"/>
                </a:lnTo>
                <a:lnTo>
                  <a:pt x="0" y="188468"/>
                </a:lnTo>
                <a:lnTo>
                  <a:pt x="1333" y="220281"/>
                </a:lnTo>
                <a:lnTo>
                  <a:pt x="1371" y="221259"/>
                </a:lnTo>
                <a:lnTo>
                  <a:pt x="12420" y="280644"/>
                </a:lnTo>
                <a:lnTo>
                  <a:pt x="34023" y="330746"/>
                </a:lnTo>
                <a:lnTo>
                  <a:pt x="63690" y="365696"/>
                </a:lnTo>
                <a:lnTo>
                  <a:pt x="81407" y="377063"/>
                </a:lnTo>
                <a:lnTo>
                  <a:pt x="85090" y="368173"/>
                </a:lnTo>
                <a:lnTo>
                  <a:pt x="70866" y="356717"/>
                </a:lnTo>
                <a:lnTo>
                  <a:pt x="58318" y="341782"/>
                </a:lnTo>
                <a:lnTo>
                  <a:pt x="38227" y="301371"/>
                </a:lnTo>
                <a:lnTo>
                  <a:pt x="25539" y="249580"/>
                </a:lnTo>
                <a:lnTo>
                  <a:pt x="22491" y="221259"/>
                </a:lnTo>
                <a:lnTo>
                  <a:pt x="22377" y="220281"/>
                </a:lnTo>
                <a:lnTo>
                  <a:pt x="22402" y="156629"/>
                </a:lnTo>
                <a:lnTo>
                  <a:pt x="30924" y="99860"/>
                </a:lnTo>
                <a:lnTo>
                  <a:pt x="47637" y="53467"/>
                </a:lnTo>
                <a:lnTo>
                  <a:pt x="71018" y="20320"/>
                </a:lnTo>
                <a:lnTo>
                  <a:pt x="85090" y="8890"/>
                </a:lnTo>
                <a:close/>
              </a:path>
              <a:path w="379094" h="377189">
                <a:moveTo>
                  <a:pt x="285115" y="177673"/>
                </a:moveTo>
                <a:lnTo>
                  <a:pt x="94615" y="177673"/>
                </a:lnTo>
                <a:lnTo>
                  <a:pt x="94615" y="196723"/>
                </a:lnTo>
                <a:lnTo>
                  <a:pt x="285115" y="196723"/>
                </a:lnTo>
                <a:lnTo>
                  <a:pt x="285115" y="177673"/>
                </a:lnTo>
                <a:close/>
              </a:path>
              <a:path w="379094" h="377189">
                <a:moveTo>
                  <a:pt x="378587" y="188468"/>
                </a:moveTo>
                <a:lnTo>
                  <a:pt x="373062" y="124714"/>
                </a:lnTo>
                <a:lnTo>
                  <a:pt x="356489" y="69723"/>
                </a:lnTo>
                <a:lnTo>
                  <a:pt x="330581" y="26962"/>
                </a:lnTo>
                <a:lnTo>
                  <a:pt x="297053" y="0"/>
                </a:lnTo>
                <a:lnTo>
                  <a:pt x="293497" y="8890"/>
                </a:lnTo>
                <a:lnTo>
                  <a:pt x="307543" y="20320"/>
                </a:lnTo>
                <a:lnTo>
                  <a:pt x="320001" y="35179"/>
                </a:lnTo>
                <a:lnTo>
                  <a:pt x="340233" y="75184"/>
                </a:lnTo>
                <a:lnTo>
                  <a:pt x="352971" y="127000"/>
                </a:lnTo>
                <a:lnTo>
                  <a:pt x="357238" y="188468"/>
                </a:lnTo>
                <a:lnTo>
                  <a:pt x="357251" y="188722"/>
                </a:lnTo>
                <a:lnTo>
                  <a:pt x="352983" y="249580"/>
                </a:lnTo>
                <a:lnTo>
                  <a:pt x="340360" y="301371"/>
                </a:lnTo>
                <a:lnTo>
                  <a:pt x="320154" y="341782"/>
                </a:lnTo>
                <a:lnTo>
                  <a:pt x="293497" y="368173"/>
                </a:lnTo>
                <a:lnTo>
                  <a:pt x="297053" y="377063"/>
                </a:lnTo>
                <a:lnTo>
                  <a:pt x="330581" y="350240"/>
                </a:lnTo>
                <a:lnTo>
                  <a:pt x="356489" y="307213"/>
                </a:lnTo>
                <a:lnTo>
                  <a:pt x="373049" y="251993"/>
                </a:lnTo>
                <a:lnTo>
                  <a:pt x="378574" y="188722"/>
                </a:lnTo>
                <a:lnTo>
                  <a:pt x="378587" y="18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43251" y="4741688"/>
            <a:ext cx="215900" cy="5238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350" spc="-25" dirty="0">
                <a:latin typeface="Cambria Math"/>
                <a:cs typeface="Cambria Math"/>
              </a:rPr>
              <a:t>17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spc="-25" dirty="0">
                <a:latin typeface="Cambria Math"/>
                <a:cs typeface="Cambria Math"/>
              </a:rPr>
              <a:t>24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87420" y="4861242"/>
            <a:ext cx="72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03118" y="4842001"/>
            <a:ext cx="379095" cy="377190"/>
          </a:xfrm>
          <a:custGeom>
            <a:avLst/>
            <a:gdLst/>
            <a:ahLst/>
            <a:cxnLst/>
            <a:rect l="l" t="t" r="r" b="b"/>
            <a:pathLst>
              <a:path w="379095" h="377189">
                <a:moveTo>
                  <a:pt x="85090" y="8890"/>
                </a:moveTo>
                <a:lnTo>
                  <a:pt x="47891" y="26962"/>
                </a:lnTo>
                <a:lnTo>
                  <a:pt x="22098" y="69723"/>
                </a:lnTo>
                <a:lnTo>
                  <a:pt x="5511" y="124714"/>
                </a:lnTo>
                <a:lnTo>
                  <a:pt x="0" y="188468"/>
                </a:lnTo>
                <a:lnTo>
                  <a:pt x="1333" y="220281"/>
                </a:lnTo>
                <a:lnTo>
                  <a:pt x="1371" y="221259"/>
                </a:lnTo>
                <a:lnTo>
                  <a:pt x="12420" y="280644"/>
                </a:lnTo>
                <a:lnTo>
                  <a:pt x="34023" y="330746"/>
                </a:lnTo>
                <a:lnTo>
                  <a:pt x="63690" y="365696"/>
                </a:lnTo>
                <a:lnTo>
                  <a:pt x="81407" y="377063"/>
                </a:lnTo>
                <a:lnTo>
                  <a:pt x="85090" y="368173"/>
                </a:lnTo>
                <a:lnTo>
                  <a:pt x="70866" y="356717"/>
                </a:lnTo>
                <a:lnTo>
                  <a:pt x="58318" y="341782"/>
                </a:lnTo>
                <a:lnTo>
                  <a:pt x="38227" y="301371"/>
                </a:lnTo>
                <a:lnTo>
                  <a:pt x="25539" y="249580"/>
                </a:lnTo>
                <a:lnTo>
                  <a:pt x="22491" y="221259"/>
                </a:lnTo>
                <a:lnTo>
                  <a:pt x="22377" y="220281"/>
                </a:lnTo>
                <a:lnTo>
                  <a:pt x="22402" y="156629"/>
                </a:lnTo>
                <a:lnTo>
                  <a:pt x="30924" y="99860"/>
                </a:lnTo>
                <a:lnTo>
                  <a:pt x="47637" y="53467"/>
                </a:lnTo>
                <a:lnTo>
                  <a:pt x="71018" y="20320"/>
                </a:lnTo>
                <a:lnTo>
                  <a:pt x="85090" y="8890"/>
                </a:lnTo>
                <a:close/>
              </a:path>
              <a:path w="379095" h="377189">
                <a:moveTo>
                  <a:pt x="286385" y="177673"/>
                </a:moveTo>
                <a:lnTo>
                  <a:pt x="95885" y="177673"/>
                </a:lnTo>
                <a:lnTo>
                  <a:pt x="95885" y="196723"/>
                </a:lnTo>
                <a:lnTo>
                  <a:pt x="286385" y="196723"/>
                </a:lnTo>
                <a:lnTo>
                  <a:pt x="286385" y="177673"/>
                </a:lnTo>
                <a:close/>
              </a:path>
              <a:path w="379095" h="377189">
                <a:moveTo>
                  <a:pt x="378587" y="188468"/>
                </a:moveTo>
                <a:lnTo>
                  <a:pt x="373062" y="124714"/>
                </a:lnTo>
                <a:lnTo>
                  <a:pt x="356489" y="69723"/>
                </a:lnTo>
                <a:lnTo>
                  <a:pt x="330581" y="26962"/>
                </a:lnTo>
                <a:lnTo>
                  <a:pt x="297053" y="0"/>
                </a:lnTo>
                <a:lnTo>
                  <a:pt x="293497" y="8890"/>
                </a:lnTo>
                <a:lnTo>
                  <a:pt x="307543" y="20320"/>
                </a:lnTo>
                <a:lnTo>
                  <a:pt x="320001" y="35179"/>
                </a:lnTo>
                <a:lnTo>
                  <a:pt x="340233" y="75184"/>
                </a:lnTo>
                <a:lnTo>
                  <a:pt x="352971" y="127000"/>
                </a:lnTo>
                <a:lnTo>
                  <a:pt x="357238" y="188468"/>
                </a:lnTo>
                <a:lnTo>
                  <a:pt x="357251" y="188722"/>
                </a:lnTo>
                <a:lnTo>
                  <a:pt x="352996" y="249580"/>
                </a:lnTo>
                <a:lnTo>
                  <a:pt x="340360" y="301371"/>
                </a:lnTo>
                <a:lnTo>
                  <a:pt x="320154" y="341782"/>
                </a:lnTo>
                <a:lnTo>
                  <a:pt x="293497" y="368173"/>
                </a:lnTo>
                <a:lnTo>
                  <a:pt x="297053" y="377063"/>
                </a:lnTo>
                <a:lnTo>
                  <a:pt x="330581" y="350240"/>
                </a:lnTo>
                <a:lnTo>
                  <a:pt x="356489" y="307213"/>
                </a:lnTo>
                <a:lnTo>
                  <a:pt x="373062" y="251993"/>
                </a:lnTo>
                <a:lnTo>
                  <a:pt x="378574" y="188722"/>
                </a:lnTo>
                <a:lnTo>
                  <a:pt x="378587" y="18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185541" y="4741688"/>
            <a:ext cx="215900" cy="5238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434"/>
              </a:spcBef>
            </a:pPr>
            <a:r>
              <a:rPr sz="1350" spc="-50" dirty="0">
                <a:latin typeface="Cambria Math"/>
                <a:cs typeface="Cambria Math"/>
              </a:rPr>
              <a:t>3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spc="-25" dirty="0">
                <a:latin typeface="Cambria Math"/>
                <a:cs typeface="Cambria Math"/>
              </a:rPr>
              <a:t>17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29329" y="4861242"/>
            <a:ext cx="72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44773" y="4842001"/>
            <a:ext cx="379095" cy="377190"/>
          </a:xfrm>
          <a:custGeom>
            <a:avLst/>
            <a:gdLst/>
            <a:ahLst/>
            <a:cxnLst/>
            <a:rect l="l" t="t" r="r" b="b"/>
            <a:pathLst>
              <a:path w="379095" h="377189">
                <a:moveTo>
                  <a:pt x="85090" y="8890"/>
                </a:moveTo>
                <a:lnTo>
                  <a:pt x="47891" y="26962"/>
                </a:lnTo>
                <a:lnTo>
                  <a:pt x="22098" y="69723"/>
                </a:lnTo>
                <a:lnTo>
                  <a:pt x="5524" y="124714"/>
                </a:lnTo>
                <a:lnTo>
                  <a:pt x="0" y="188468"/>
                </a:lnTo>
                <a:lnTo>
                  <a:pt x="1333" y="220281"/>
                </a:lnTo>
                <a:lnTo>
                  <a:pt x="1371" y="221259"/>
                </a:lnTo>
                <a:lnTo>
                  <a:pt x="12420" y="280644"/>
                </a:lnTo>
                <a:lnTo>
                  <a:pt x="34023" y="330746"/>
                </a:lnTo>
                <a:lnTo>
                  <a:pt x="63690" y="365696"/>
                </a:lnTo>
                <a:lnTo>
                  <a:pt x="81407" y="377063"/>
                </a:lnTo>
                <a:lnTo>
                  <a:pt x="85090" y="368173"/>
                </a:lnTo>
                <a:lnTo>
                  <a:pt x="70866" y="356717"/>
                </a:lnTo>
                <a:lnTo>
                  <a:pt x="58318" y="341782"/>
                </a:lnTo>
                <a:lnTo>
                  <a:pt x="38227" y="301371"/>
                </a:lnTo>
                <a:lnTo>
                  <a:pt x="25539" y="249580"/>
                </a:lnTo>
                <a:lnTo>
                  <a:pt x="22491" y="221259"/>
                </a:lnTo>
                <a:lnTo>
                  <a:pt x="22377" y="220281"/>
                </a:lnTo>
                <a:lnTo>
                  <a:pt x="22402" y="156629"/>
                </a:lnTo>
                <a:lnTo>
                  <a:pt x="30924" y="99860"/>
                </a:lnTo>
                <a:lnTo>
                  <a:pt x="47637" y="53467"/>
                </a:lnTo>
                <a:lnTo>
                  <a:pt x="71018" y="20320"/>
                </a:lnTo>
                <a:lnTo>
                  <a:pt x="85090" y="8890"/>
                </a:lnTo>
                <a:close/>
              </a:path>
              <a:path w="379095" h="377189">
                <a:moveTo>
                  <a:pt x="287655" y="177673"/>
                </a:moveTo>
                <a:lnTo>
                  <a:pt x="97155" y="177673"/>
                </a:lnTo>
                <a:lnTo>
                  <a:pt x="97155" y="196723"/>
                </a:lnTo>
                <a:lnTo>
                  <a:pt x="287655" y="196723"/>
                </a:lnTo>
                <a:lnTo>
                  <a:pt x="287655" y="177673"/>
                </a:lnTo>
                <a:close/>
              </a:path>
              <a:path w="379095" h="377189">
                <a:moveTo>
                  <a:pt x="378587" y="188468"/>
                </a:moveTo>
                <a:lnTo>
                  <a:pt x="373062" y="124714"/>
                </a:lnTo>
                <a:lnTo>
                  <a:pt x="356489" y="69723"/>
                </a:lnTo>
                <a:lnTo>
                  <a:pt x="330581" y="26962"/>
                </a:lnTo>
                <a:lnTo>
                  <a:pt x="297053" y="0"/>
                </a:lnTo>
                <a:lnTo>
                  <a:pt x="293497" y="8890"/>
                </a:lnTo>
                <a:lnTo>
                  <a:pt x="307543" y="20320"/>
                </a:lnTo>
                <a:lnTo>
                  <a:pt x="320001" y="35179"/>
                </a:lnTo>
                <a:lnTo>
                  <a:pt x="340233" y="75184"/>
                </a:lnTo>
                <a:lnTo>
                  <a:pt x="352971" y="127000"/>
                </a:lnTo>
                <a:lnTo>
                  <a:pt x="357238" y="188468"/>
                </a:lnTo>
                <a:lnTo>
                  <a:pt x="357251" y="188722"/>
                </a:lnTo>
                <a:lnTo>
                  <a:pt x="352996" y="249580"/>
                </a:lnTo>
                <a:lnTo>
                  <a:pt x="340360" y="301371"/>
                </a:lnTo>
                <a:lnTo>
                  <a:pt x="320167" y="341782"/>
                </a:lnTo>
                <a:lnTo>
                  <a:pt x="293497" y="368173"/>
                </a:lnTo>
                <a:lnTo>
                  <a:pt x="297053" y="377063"/>
                </a:lnTo>
                <a:lnTo>
                  <a:pt x="330581" y="350240"/>
                </a:lnTo>
                <a:lnTo>
                  <a:pt x="356489" y="307213"/>
                </a:lnTo>
                <a:lnTo>
                  <a:pt x="373062" y="251993"/>
                </a:lnTo>
                <a:lnTo>
                  <a:pt x="378574" y="188722"/>
                </a:lnTo>
                <a:lnTo>
                  <a:pt x="378587" y="18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727450" y="4741688"/>
            <a:ext cx="215900" cy="5238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434"/>
              </a:spcBef>
            </a:pPr>
            <a:r>
              <a:rPr sz="1350" spc="-50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spc="-25" dirty="0">
                <a:latin typeface="Cambria Math"/>
                <a:cs typeface="Cambria Math"/>
              </a:rPr>
              <a:t>17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33520" y="4716145"/>
            <a:ext cx="1349375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80"/>
              </a:lnSpc>
              <a:spcBef>
                <a:spcPts val="100"/>
              </a:spcBef>
            </a:pPr>
            <a:r>
              <a:rPr sz="1350" spc="-50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  <a:p>
            <a:pPr marL="182245">
              <a:lnSpc>
                <a:spcPts val="1920"/>
              </a:lnSpc>
            </a:pPr>
            <a:r>
              <a:rPr sz="1800" spc="-10" dirty="0">
                <a:latin typeface="Cambria Math"/>
                <a:cs typeface="Cambria Math"/>
              </a:rPr>
              <a:t>=</a:t>
            </a:r>
            <a:r>
              <a:rPr sz="1800" spc="-10" dirty="0">
                <a:latin typeface="Calibri"/>
                <a:cs typeface="Calibri"/>
              </a:rPr>
              <a:t>0.0000015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01359" y="1716976"/>
            <a:ext cx="4787900" cy="11303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0"/>
              </a:spcBef>
            </a:pPr>
            <a:r>
              <a:rPr sz="1800" dirty="0">
                <a:latin typeface="Calibri"/>
                <a:cs typeface="Calibri"/>
              </a:rPr>
              <a:t>We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observe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classify</a:t>
            </a:r>
            <a:r>
              <a:rPr sz="1800" spc="-25" dirty="0">
                <a:latin typeface="Calibri"/>
                <a:cs typeface="Calibri"/>
              </a:rPr>
              <a:t> any </a:t>
            </a:r>
            <a:r>
              <a:rPr sz="1800" dirty="0">
                <a:latin typeface="Calibri"/>
                <a:cs typeface="Calibri"/>
              </a:rPr>
              <a:t>message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Lunch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Normal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message,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matter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Money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</a:t>
            </a:r>
            <a:r>
              <a:rPr sz="1800" spc="5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that’s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problem.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7352" y="5621020"/>
            <a:ext cx="2044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P(S). P(L/S). </a:t>
            </a:r>
            <a:r>
              <a:rPr sz="1800" spc="-10" dirty="0">
                <a:latin typeface="Calibri"/>
                <a:cs typeface="Calibri"/>
              </a:rPr>
              <a:t>P(M/S)</a:t>
            </a:r>
            <a:r>
              <a:rPr sz="1800" spc="-15" baseline="23148" dirty="0">
                <a:latin typeface="Calibri"/>
                <a:cs typeface="Calibri"/>
              </a:rPr>
              <a:t>4</a:t>
            </a:r>
            <a:r>
              <a:rPr sz="1800" spc="-10" dirty="0"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31796" y="5600865"/>
            <a:ext cx="379095" cy="377190"/>
          </a:xfrm>
          <a:custGeom>
            <a:avLst/>
            <a:gdLst/>
            <a:ahLst/>
            <a:cxnLst/>
            <a:rect l="l" t="t" r="r" b="b"/>
            <a:pathLst>
              <a:path w="379094" h="377189">
                <a:moveTo>
                  <a:pt x="85090" y="8940"/>
                </a:moveTo>
                <a:lnTo>
                  <a:pt x="47891" y="26911"/>
                </a:lnTo>
                <a:lnTo>
                  <a:pt x="22098" y="69659"/>
                </a:lnTo>
                <a:lnTo>
                  <a:pt x="5524" y="124688"/>
                </a:lnTo>
                <a:lnTo>
                  <a:pt x="0" y="188417"/>
                </a:lnTo>
                <a:lnTo>
                  <a:pt x="1333" y="220230"/>
                </a:lnTo>
                <a:lnTo>
                  <a:pt x="1371" y="221208"/>
                </a:lnTo>
                <a:lnTo>
                  <a:pt x="12420" y="280593"/>
                </a:lnTo>
                <a:lnTo>
                  <a:pt x="34023" y="330733"/>
                </a:lnTo>
                <a:lnTo>
                  <a:pt x="63690" y="365671"/>
                </a:lnTo>
                <a:lnTo>
                  <a:pt x="81407" y="377063"/>
                </a:lnTo>
                <a:lnTo>
                  <a:pt x="85090" y="368134"/>
                </a:lnTo>
                <a:lnTo>
                  <a:pt x="70866" y="356679"/>
                </a:lnTo>
                <a:lnTo>
                  <a:pt x="58318" y="341731"/>
                </a:lnTo>
                <a:lnTo>
                  <a:pt x="38227" y="301383"/>
                </a:lnTo>
                <a:lnTo>
                  <a:pt x="25539" y="249542"/>
                </a:lnTo>
                <a:lnTo>
                  <a:pt x="22491" y="221208"/>
                </a:lnTo>
                <a:lnTo>
                  <a:pt x="22377" y="220230"/>
                </a:lnTo>
                <a:lnTo>
                  <a:pt x="22402" y="156578"/>
                </a:lnTo>
                <a:lnTo>
                  <a:pt x="30924" y="99847"/>
                </a:lnTo>
                <a:lnTo>
                  <a:pt x="47637" y="53492"/>
                </a:lnTo>
                <a:lnTo>
                  <a:pt x="71018" y="20370"/>
                </a:lnTo>
                <a:lnTo>
                  <a:pt x="85090" y="8940"/>
                </a:lnTo>
                <a:close/>
              </a:path>
              <a:path w="379094" h="377189">
                <a:moveTo>
                  <a:pt x="280416" y="177622"/>
                </a:moveTo>
                <a:lnTo>
                  <a:pt x="89916" y="177622"/>
                </a:lnTo>
                <a:lnTo>
                  <a:pt x="89916" y="196672"/>
                </a:lnTo>
                <a:lnTo>
                  <a:pt x="280416" y="196672"/>
                </a:lnTo>
                <a:lnTo>
                  <a:pt x="280416" y="177622"/>
                </a:lnTo>
                <a:close/>
              </a:path>
              <a:path w="379094" h="377189">
                <a:moveTo>
                  <a:pt x="378587" y="188417"/>
                </a:moveTo>
                <a:lnTo>
                  <a:pt x="377240" y="156578"/>
                </a:lnTo>
                <a:lnTo>
                  <a:pt x="377202" y="155473"/>
                </a:lnTo>
                <a:lnTo>
                  <a:pt x="373062" y="124688"/>
                </a:lnTo>
                <a:lnTo>
                  <a:pt x="356489" y="69659"/>
                </a:lnTo>
                <a:lnTo>
                  <a:pt x="330581" y="26911"/>
                </a:lnTo>
                <a:lnTo>
                  <a:pt x="297053" y="0"/>
                </a:lnTo>
                <a:lnTo>
                  <a:pt x="293497" y="8940"/>
                </a:lnTo>
                <a:lnTo>
                  <a:pt x="307543" y="20370"/>
                </a:lnTo>
                <a:lnTo>
                  <a:pt x="320001" y="35217"/>
                </a:lnTo>
                <a:lnTo>
                  <a:pt x="340233" y="75184"/>
                </a:lnTo>
                <a:lnTo>
                  <a:pt x="352971" y="126961"/>
                </a:lnTo>
                <a:lnTo>
                  <a:pt x="357238" y="188417"/>
                </a:lnTo>
                <a:lnTo>
                  <a:pt x="357251" y="188645"/>
                </a:lnTo>
                <a:lnTo>
                  <a:pt x="352996" y="249542"/>
                </a:lnTo>
                <a:lnTo>
                  <a:pt x="340360" y="301383"/>
                </a:lnTo>
                <a:lnTo>
                  <a:pt x="320154" y="341731"/>
                </a:lnTo>
                <a:lnTo>
                  <a:pt x="293497" y="368134"/>
                </a:lnTo>
                <a:lnTo>
                  <a:pt x="297053" y="377063"/>
                </a:lnTo>
                <a:lnTo>
                  <a:pt x="330581" y="350215"/>
                </a:lnTo>
                <a:lnTo>
                  <a:pt x="356489" y="307187"/>
                </a:lnTo>
                <a:lnTo>
                  <a:pt x="373062" y="251942"/>
                </a:lnTo>
                <a:lnTo>
                  <a:pt x="378574" y="188645"/>
                </a:lnTo>
                <a:lnTo>
                  <a:pt x="378587" y="188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513710" y="5501068"/>
            <a:ext cx="215900" cy="52387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440"/>
              </a:spcBef>
            </a:pPr>
            <a:r>
              <a:rPr sz="1350" spc="-50" dirty="0">
                <a:latin typeface="Cambria Math"/>
                <a:cs typeface="Cambria Math"/>
              </a:rPr>
              <a:t>7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spc="-25" dirty="0">
                <a:latin typeface="Cambria Math"/>
                <a:cs typeface="Cambria Math"/>
              </a:rPr>
              <a:t>24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57500" y="5621020"/>
            <a:ext cx="72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973451" y="5600865"/>
            <a:ext cx="281940" cy="377190"/>
          </a:xfrm>
          <a:custGeom>
            <a:avLst/>
            <a:gdLst/>
            <a:ahLst/>
            <a:cxnLst/>
            <a:rect l="l" t="t" r="r" b="b"/>
            <a:pathLst>
              <a:path w="281939" h="377189">
                <a:moveTo>
                  <a:pt x="85090" y="8940"/>
                </a:moveTo>
                <a:lnTo>
                  <a:pt x="47891" y="26911"/>
                </a:lnTo>
                <a:lnTo>
                  <a:pt x="22098" y="69659"/>
                </a:lnTo>
                <a:lnTo>
                  <a:pt x="5524" y="124688"/>
                </a:lnTo>
                <a:lnTo>
                  <a:pt x="0" y="188417"/>
                </a:lnTo>
                <a:lnTo>
                  <a:pt x="1333" y="220230"/>
                </a:lnTo>
                <a:lnTo>
                  <a:pt x="1371" y="221208"/>
                </a:lnTo>
                <a:lnTo>
                  <a:pt x="12420" y="280593"/>
                </a:lnTo>
                <a:lnTo>
                  <a:pt x="34023" y="330733"/>
                </a:lnTo>
                <a:lnTo>
                  <a:pt x="63690" y="365671"/>
                </a:lnTo>
                <a:lnTo>
                  <a:pt x="81407" y="377063"/>
                </a:lnTo>
                <a:lnTo>
                  <a:pt x="85090" y="368134"/>
                </a:lnTo>
                <a:lnTo>
                  <a:pt x="70866" y="356679"/>
                </a:lnTo>
                <a:lnTo>
                  <a:pt x="58318" y="341731"/>
                </a:lnTo>
                <a:lnTo>
                  <a:pt x="38227" y="301383"/>
                </a:lnTo>
                <a:lnTo>
                  <a:pt x="25539" y="249542"/>
                </a:lnTo>
                <a:lnTo>
                  <a:pt x="22491" y="221208"/>
                </a:lnTo>
                <a:lnTo>
                  <a:pt x="22377" y="220230"/>
                </a:lnTo>
                <a:lnTo>
                  <a:pt x="22402" y="156578"/>
                </a:lnTo>
                <a:lnTo>
                  <a:pt x="30924" y="99847"/>
                </a:lnTo>
                <a:lnTo>
                  <a:pt x="47637" y="53492"/>
                </a:lnTo>
                <a:lnTo>
                  <a:pt x="71018" y="20370"/>
                </a:lnTo>
                <a:lnTo>
                  <a:pt x="85090" y="8940"/>
                </a:lnTo>
                <a:close/>
              </a:path>
              <a:path w="281939" h="377189">
                <a:moveTo>
                  <a:pt x="186436" y="177622"/>
                </a:moveTo>
                <a:lnTo>
                  <a:pt x="91186" y="177622"/>
                </a:lnTo>
                <a:lnTo>
                  <a:pt x="91186" y="196672"/>
                </a:lnTo>
                <a:lnTo>
                  <a:pt x="186436" y="196672"/>
                </a:lnTo>
                <a:lnTo>
                  <a:pt x="186436" y="177622"/>
                </a:lnTo>
                <a:close/>
              </a:path>
              <a:path w="281939" h="377189">
                <a:moveTo>
                  <a:pt x="281686" y="188417"/>
                </a:moveTo>
                <a:lnTo>
                  <a:pt x="276174" y="124688"/>
                </a:lnTo>
                <a:lnTo>
                  <a:pt x="259715" y="69659"/>
                </a:lnTo>
                <a:lnTo>
                  <a:pt x="233807" y="26911"/>
                </a:lnTo>
                <a:lnTo>
                  <a:pt x="200279" y="0"/>
                </a:lnTo>
                <a:lnTo>
                  <a:pt x="196596" y="8940"/>
                </a:lnTo>
                <a:lnTo>
                  <a:pt x="210654" y="20370"/>
                </a:lnTo>
                <a:lnTo>
                  <a:pt x="223151" y="35217"/>
                </a:lnTo>
                <a:lnTo>
                  <a:pt x="243332" y="75184"/>
                </a:lnTo>
                <a:lnTo>
                  <a:pt x="256120" y="126961"/>
                </a:lnTo>
                <a:lnTo>
                  <a:pt x="259168" y="155473"/>
                </a:lnTo>
                <a:lnTo>
                  <a:pt x="259295" y="156578"/>
                </a:lnTo>
                <a:lnTo>
                  <a:pt x="260337" y="188417"/>
                </a:lnTo>
                <a:lnTo>
                  <a:pt x="260350" y="188645"/>
                </a:lnTo>
                <a:lnTo>
                  <a:pt x="259295" y="220230"/>
                </a:lnTo>
                <a:lnTo>
                  <a:pt x="250863" y="276593"/>
                </a:lnTo>
                <a:lnTo>
                  <a:pt x="234162" y="323303"/>
                </a:lnTo>
                <a:lnTo>
                  <a:pt x="210731" y="356679"/>
                </a:lnTo>
                <a:lnTo>
                  <a:pt x="196596" y="368134"/>
                </a:lnTo>
                <a:lnTo>
                  <a:pt x="200279" y="377063"/>
                </a:lnTo>
                <a:lnTo>
                  <a:pt x="233807" y="350215"/>
                </a:lnTo>
                <a:lnTo>
                  <a:pt x="259715" y="307187"/>
                </a:lnTo>
                <a:lnTo>
                  <a:pt x="276174" y="251942"/>
                </a:lnTo>
                <a:lnTo>
                  <a:pt x="281673" y="188645"/>
                </a:lnTo>
                <a:lnTo>
                  <a:pt x="281686" y="188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055620" y="5501068"/>
            <a:ext cx="125095" cy="52387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350" spc="-50" dirty="0">
                <a:latin typeface="Cambria Math"/>
                <a:cs typeface="Cambria Math"/>
              </a:rPr>
              <a:t>0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spc="-50" dirty="0">
                <a:latin typeface="Cambria Math"/>
                <a:cs typeface="Cambria Math"/>
              </a:rPr>
              <a:t>7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02634" y="5621020"/>
            <a:ext cx="72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418332" y="5600865"/>
            <a:ext cx="281940" cy="377190"/>
          </a:xfrm>
          <a:custGeom>
            <a:avLst/>
            <a:gdLst/>
            <a:ahLst/>
            <a:cxnLst/>
            <a:rect l="l" t="t" r="r" b="b"/>
            <a:pathLst>
              <a:path w="281939" h="377189">
                <a:moveTo>
                  <a:pt x="84963" y="8940"/>
                </a:moveTo>
                <a:lnTo>
                  <a:pt x="47853" y="26911"/>
                </a:lnTo>
                <a:lnTo>
                  <a:pt x="21971" y="69659"/>
                </a:lnTo>
                <a:lnTo>
                  <a:pt x="5461" y="124688"/>
                </a:lnTo>
                <a:lnTo>
                  <a:pt x="0" y="188417"/>
                </a:lnTo>
                <a:lnTo>
                  <a:pt x="1308" y="220230"/>
                </a:lnTo>
                <a:lnTo>
                  <a:pt x="12319" y="280593"/>
                </a:lnTo>
                <a:lnTo>
                  <a:pt x="33959" y="330733"/>
                </a:lnTo>
                <a:lnTo>
                  <a:pt x="63627" y="365671"/>
                </a:lnTo>
                <a:lnTo>
                  <a:pt x="81280" y="377063"/>
                </a:lnTo>
                <a:lnTo>
                  <a:pt x="84963" y="368134"/>
                </a:lnTo>
                <a:lnTo>
                  <a:pt x="70815" y="356679"/>
                </a:lnTo>
                <a:lnTo>
                  <a:pt x="58293" y="341731"/>
                </a:lnTo>
                <a:lnTo>
                  <a:pt x="38100" y="301383"/>
                </a:lnTo>
                <a:lnTo>
                  <a:pt x="25463" y="249542"/>
                </a:lnTo>
                <a:lnTo>
                  <a:pt x="21209" y="188645"/>
                </a:lnTo>
                <a:lnTo>
                  <a:pt x="22275" y="156578"/>
                </a:lnTo>
                <a:lnTo>
                  <a:pt x="30848" y="99847"/>
                </a:lnTo>
                <a:lnTo>
                  <a:pt x="47612" y="53492"/>
                </a:lnTo>
                <a:lnTo>
                  <a:pt x="70904" y="20370"/>
                </a:lnTo>
                <a:lnTo>
                  <a:pt x="84963" y="8940"/>
                </a:lnTo>
                <a:close/>
              </a:path>
              <a:path w="281939" h="377189">
                <a:moveTo>
                  <a:pt x="189230" y="177622"/>
                </a:moveTo>
                <a:lnTo>
                  <a:pt x="93980" y="177622"/>
                </a:lnTo>
                <a:lnTo>
                  <a:pt x="93980" y="196672"/>
                </a:lnTo>
                <a:lnTo>
                  <a:pt x="189230" y="196672"/>
                </a:lnTo>
                <a:lnTo>
                  <a:pt x="189230" y="177622"/>
                </a:lnTo>
                <a:close/>
              </a:path>
              <a:path w="281939" h="377189">
                <a:moveTo>
                  <a:pt x="281686" y="188417"/>
                </a:moveTo>
                <a:lnTo>
                  <a:pt x="280339" y="156578"/>
                </a:lnTo>
                <a:lnTo>
                  <a:pt x="280301" y="155473"/>
                </a:lnTo>
                <a:lnTo>
                  <a:pt x="276161" y="124688"/>
                </a:lnTo>
                <a:lnTo>
                  <a:pt x="259588" y="69659"/>
                </a:lnTo>
                <a:lnTo>
                  <a:pt x="233680" y="26911"/>
                </a:lnTo>
                <a:lnTo>
                  <a:pt x="200152" y="0"/>
                </a:lnTo>
                <a:lnTo>
                  <a:pt x="196596" y="8940"/>
                </a:lnTo>
                <a:lnTo>
                  <a:pt x="210642" y="20370"/>
                </a:lnTo>
                <a:lnTo>
                  <a:pt x="223100" y="35217"/>
                </a:lnTo>
                <a:lnTo>
                  <a:pt x="243332" y="75184"/>
                </a:lnTo>
                <a:lnTo>
                  <a:pt x="256070" y="126961"/>
                </a:lnTo>
                <a:lnTo>
                  <a:pt x="260337" y="188417"/>
                </a:lnTo>
                <a:lnTo>
                  <a:pt x="260350" y="188645"/>
                </a:lnTo>
                <a:lnTo>
                  <a:pt x="256095" y="249542"/>
                </a:lnTo>
                <a:lnTo>
                  <a:pt x="243459" y="301383"/>
                </a:lnTo>
                <a:lnTo>
                  <a:pt x="223253" y="341731"/>
                </a:lnTo>
                <a:lnTo>
                  <a:pt x="196596" y="368134"/>
                </a:lnTo>
                <a:lnTo>
                  <a:pt x="200152" y="377063"/>
                </a:lnTo>
                <a:lnTo>
                  <a:pt x="233680" y="350215"/>
                </a:lnTo>
                <a:lnTo>
                  <a:pt x="259588" y="307187"/>
                </a:lnTo>
                <a:lnTo>
                  <a:pt x="276161" y="251942"/>
                </a:lnTo>
                <a:lnTo>
                  <a:pt x="281673" y="188645"/>
                </a:lnTo>
                <a:lnTo>
                  <a:pt x="281686" y="188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500754" y="5501068"/>
            <a:ext cx="125095" cy="52387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350" spc="-50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spc="-50" dirty="0">
                <a:latin typeface="Cambria Math"/>
                <a:cs typeface="Cambria Math"/>
              </a:rPr>
              <a:t>7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09670" y="5475604"/>
            <a:ext cx="483234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80"/>
              </a:lnSpc>
              <a:spcBef>
                <a:spcPts val="100"/>
              </a:spcBef>
            </a:pPr>
            <a:r>
              <a:rPr sz="1350" spc="-50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  <a:p>
            <a:pPr marL="182245">
              <a:lnSpc>
                <a:spcPts val="1920"/>
              </a:lnSpc>
            </a:pPr>
            <a:r>
              <a:rPr sz="1800" spc="-25" dirty="0">
                <a:latin typeface="Cambria Math"/>
                <a:cs typeface="Cambria Math"/>
              </a:rPr>
              <a:t>=</a:t>
            </a:r>
            <a:r>
              <a:rPr sz="1800" spc="-25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89419" y="3166300"/>
            <a:ext cx="4314825" cy="110299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Issue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sz="1800" b="1"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Naïve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Bayes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classifier: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28699"/>
              </a:lnSpc>
              <a:spcBef>
                <a:spcPts val="7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will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not</a:t>
            </a:r>
            <a:r>
              <a:rPr sz="18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be</a:t>
            </a:r>
            <a:r>
              <a:rPr sz="18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able</a:t>
            </a:r>
            <a:r>
              <a:rPr sz="18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classify</a:t>
            </a:r>
            <a:r>
              <a:rPr sz="18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sz="18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Normal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or 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Spam!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64630" y="4840287"/>
            <a:ext cx="4876800" cy="5765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800" b="1" spc="-80" dirty="0">
                <a:latin typeface="Calibri"/>
                <a:cs typeface="Calibri"/>
              </a:rPr>
              <a:t>To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work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around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this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problem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add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 count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to</a:t>
            </a:r>
            <a:r>
              <a:rPr sz="1800" b="1" spc="2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the </a:t>
            </a:r>
            <a:r>
              <a:rPr sz="1800" b="1" dirty="0">
                <a:latin typeface="Calibri"/>
                <a:cs typeface="Calibri"/>
              </a:rPr>
              <a:t>frequency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table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to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each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word.</a:t>
            </a:r>
            <a:r>
              <a:rPr sz="1800" b="1" spc="355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(Laplace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 smoothing)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39C9BAB-293D-4463-5068-7502CBDDE1F2}"/>
                  </a:ext>
                </a:extLst>
              </p14:cNvPr>
              <p14:cNvContentPartPr/>
              <p14:nvPr/>
            </p14:nvContentPartPr>
            <p14:xfrm>
              <a:off x="0" y="2918880"/>
              <a:ext cx="2754360" cy="23954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39C9BAB-293D-4463-5068-7502CBDDE1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360" y="2909520"/>
                <a:ext cx="2773080" cy="2414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396811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-20" dirty="0"/>
              <a:t> </a:t>
            </a:r>
            <a:r>
              <a:rPr sz="2400" dirty="0"/>
              <a:t>1:</a:t>
            </a:r>
            <a:r>
              <a:rPr sz="2400" spc="-10" dirty="0"/>
              <a:t> Solution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16572" y="1531302"/>
            <a:ext cx="4051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Play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5021" y="1808162"/>
            <a:ext cx="2301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normal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spam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Row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Total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45134" y="2154570"/>
          <a:ext cx="3595368" cy="16008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0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64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729">
                <a:tc>
                  <a:txBody>
                    <a:bodyPr/>
                    <a:lstStyle/>
                    <a:p>
                      <a:pPr marL="31750">
                        <a:lnSpc>
                          <a:spcPts val="171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word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ts val="19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8+1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ts val="19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2+1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ts val="1900"/>
                        </a:lnSpc>
                      </a:pP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9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5+1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5904">
                        <a:lnSpc>
                          <a:spcPts val="19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1+1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0">
                        <a:lnSpc>
                          <a:spcPts val="1900"/>
                        </a:lnSpc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Lunch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ts val="186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3+1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7804">
                        <a:lnSpc>
                          <a:spcPts val="186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0+1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6555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0660" algn="r">
                        <a:lnSpc>
                          <a:spcPts val="19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1+1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3055">
                        <a:lnSpc>
                          <a:spcPts val="19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4+1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1005">
                        <a:lnSpc>
                          <a:spcPts val="1900"/>
                        </a:lnSpc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729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Column</a:t>
                      </a:r>
                      <a:r>
                        <a:rPr sz="1800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9075" algn="r">
                        <a:lnSpc>
                          <a:spcPts val="1889"/>
                        </a:lnSpc>
                      </a:pP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889"/>
                        </a:lnSpc>
                      </a:pP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4175">
                        <a:lnSpc>
                          <a:spcPts val="1889"/>
                        </a:lnSpc>
                      </a:pP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64184" y="4011231"/>
            <a:ext cx="57950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Step</a:t>
            </a:r>
            <a:r>
              <a:rPr sz="1800" b="1" i="1" spc="-4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4</a:t>
            </a:r>
            <a:r>
              <a:rPr sz="1800" b="1" i="1" spc="-6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-</a:t>
            </a:r>
            <a:r>
              <a:rPr sz="1800" b="1" i="1" spc="-4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Apply</a:t>
            </a:r>
            <a:r>
              <a:rPr sz="1800" b="1" i="1" spc="-5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spc="-10" dirty="0">
                <a:solidFill>
                  <a:srgbClr val="292929"/>
                </a:solidFill>
                <a:latin typeface="Georgia"/>
                <a:cs typeface="Georgia"/>
              </a:rPr>
              <a:t>probabilities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from</a:t>
            </a:r>
            <a:r>
              <a:rPr sz="1800" b="1" i="1" spc="-5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frequency</a:t>
            </a:r>
            <a:r>
              <a:rPr sz="1800" b="1" i="1" spc="-5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spc="-10" dirty="0">
                <a:solidFill>
                  <a:srgbClr val="292929"/>
                </a:solidFill>
                <a:latin typeface="Georgia"/>
                <a:cs typeface="Georgia"/>
              </a:rPr>
              <a:t>table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8622" y="4861242"/>
            <a:ext cx="2173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P(N).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P(L/N).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P(M/N)</a:t>
            </a:r>
            <a:r>
              <a:rPr sz="1800" spc="-15" baseline="23148" dirty="0">
                <a:latin typeface="Calibri"/>
                <a:cs typeface="Calibri"/>
              </a:rPr>
              <a:t>4</a:t>
            </a:r>
            <a:r>
              <a:rPr sz="1800" spc="-10" dirty="0"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61463" y="4842001"/>
            <a:ext cx="379095" cy="377190"/>
          </a:xfrm>
          <a:custGeom>
            <a:avLst/>
            <a:gdLst/>
            <a:ahLst/>
            <a:cxnLst/>
            <a:rect l="l" t="t" r="r" b="b"/>
            <a:pathLst>
              <a:path w="379094" h="377189">
                <a:moveTo>
                  <a:pt x="85090" y="8890"/>
                </a:moveTo>
                <a:lnTo>
                  <a:pt x="47891" y="26962"/>
                </a:lnTo>
                <a:lnTo>
                  <a:pt x="22098" y="69723"/>
                </a:lnTo>
                <a:lnTo>
                  <a:pt x="5524" y="124714"/>
                </a:lnTo>
                <a:lnTo>
                  <a:pt x="0" y="188468"/>
                </a:lnTo>
                <a:lnTo>
                  <a:pt x="1333" y="220281"/>
                </a:lnTo>
                <a:lnTo>
                  <a:pt x="1371" y="221259"/>
                </a:lnTo>
                <a:lnTo>
                  <a:pt x="12420" y="280644"/>
                </a:lnTo>
                <a:lnTo>
                  <a:pt x="34023" y="330746"/>
                </a:lnTo>
                <a:lnTo>
                  <a:pt x="63690" y="365696"/>
                </a:lnTo>
                <a:lnTo>
                  <a:pt x="81407" y="377063"/>
                </a:lnTo>
                <a:lnTo>
                  <a:pt x="85090" y="368173"/>
                </a:lnTo>
                <a:lnTo>
                  <a:pt x="70866" y="356717"/>
                </a:lnTo>
                <a:lnTo>
                  <a:pt x="58318" y="341782"/>
                </a:lnTo>
                <a:lnTo>
                  <a:pt x="38227" y="301371"/>
                </a:lnTo>
                <a:lnTo>
                  <a:pt x="25539" y="249580"/>
                </a:lnTo>
                <a:lnTo>
                  <a:pt x="22491" y="221259"/>
                </a:lnTo>
                <a:lnTo>
                  <a:pt x="22377" y="220281"/>
                </a:lnTo>
                <a:lnTo>
                  <a:pt x="22402" y="156629"/>
                </a:lnTo>
                <a:lnTo>
                  <a:pt x="30924" y="99860"/>
                </a:lnTo>
                <a:lnTo>
                  <a:pt x="47637" y="53467"/>
                </a:lnTo>
                <a:lnTo>
                  <a:pt x="71018" y="20320"/>
                </a:lnTo>
                <a:lnTo>
                  <a:pt x="85090" y="8890"/>
                </a:lnTo>
                <a:close/>
              </a:path>
              <a:path w="379094" h="377189">
                <a:moveTo>
                  <a:pt x="285115" y="177673"/>
                </a:moveTo>
                <a:lnTo>
                  <a:pt x="94615" y="177673"/>
                </a:lnTo>
                <a:lnTo>
                  <a:pt x="94615" y="196723"/>
                </a:lnTo>
                <a:lnTo>
                  <a:pt x="285115" y="196723"/>
                </a:lnTo>
                <a:lnTo>
                  <a:pt x="285115" y="177673"/>
                </a:lnTo>
                <a:close/>
              </a:path>
              <a:path w="379094" h="377189">
                <a:moveTo>
                  <a:pt x="378587" y="188468"/>
                </a:moveTo>
                <a:lnTo>
                  <a:pt x="373062" y="124714"/>
                </a:lnTo>
                <a:lnTo>
                  <a:pt x="356489" y="69723"/>
                </a:lnTo>
                <a:lnTo>
                  <a:pt x="330581" y="26962"/>
                </a:lnTo>
                <a:lnTo>
                  <a:pt x="297053" y="0"/>
                </a:lnTo>
                <a:lnTo>
                  <a:pt x="293497" y="8890"/>
                </a:lnTo>
                <a:lnTo>
                  <a:pt x="307543" y="20320"/>
                </a:lnTo>
                <a:lnTo>
                  <a:pt x="320001" y="35179"/>
                </a:lnTo>
                <a:lnTo>
                  <a:pt x="340233" y="75184"/>
                </a:lnTo>
                <a:lnTo>
                  <a:pt x="352971" y="127000"/>
                </a:lnTo>
                <a:lnTo>
                  <a:pt x="357238" y="188468"/>
                </a:lnTo>
                <a:lnTo>
                  <a:pt x="357251" y="188722"/>
                </a:lnTo>
                <a:lnTo>
                  <a:pt x="352983" y="249580"/>
                </a:lnTo>
                <a:lnTo>
                  <a:pt x="340360" y="301371"/>
                </a:lnTo>
                <a:lnTo>
                  <a:pt x="320154" y="341782"/>
                </a:lnTo>
                <a:lnTo>
                  <a:pt x="293497" y="368173"/>
                </a:lnTo>
                <a:lnTo>
                  <a:pt x="297053" y="377063"/>
                </a:lnTo>
                <a:lnTo>
                  <a:pt x="330581" y="350240"/>
                </a:lnTo>
                <a:lnTo>
                  <a:pt x="356489" y="307213"/>
                </a:lnTo>
                <a:lnTo>
                  <a:pt x="373049" y="251993"/>
                </a:lnTo>
                <a:lnTo>
                  <a:pt x="378574" y="188722"/>
                </a:lnTo>
                <a:lnTo>
                  <a:pt x="378587" y="18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43251" y="4741688"/>
            <a:ext cx="215900" cy="5238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350" spc="-25" dirty="0">
                <a:latin typeface="Cambria Math"/>
                <a:cs typeface="Cambria Math"/>
              </a:rPr>
              <a:t>21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spc="-25" dirty="0">
                <a:latin typeface="Cambria Math"/>
                <a:cs typeface="Cambria Math"/>
              </a:rPr>
              <a:t>32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87420" y="4861242"/>
            <a:ext cx="72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03118" y="4842001"/>
            <a:ext cx="379095" cy="377190"/>
          </a:xfrm>
          <a:custGeom>
            <a:avLst/>
            <a:gdLst/>
            <a:ahLst/>
            <a:cxnLst/>
            <a:rect l="l" t="t" r="r" b="b"/>
            <a:pathLst>
              <a:path w="379095" h="377189">
                <a:moveTo>
                  <a:pt x="85090" y="8890"/>
                </a:moveTo>
                <a:lnTo>
                  <a:pt x="47891" y="26962"/>
                </a:lnTo>
                <a:lnTo>
                  <a:pt x="22098" y="69723"/>
                </a:lnTo>
                <a:lnTo>
                  <a:pt x="5511" y="124714"/>
                </a:lnTo>
                <a:lnTo>
                  <a:pt x="0" y="188468"/>
                </a:lnTo>
                <a:lnTo>
                  <a:pt x="1333" y="220281"/>
                </a:lnTo>
                <a:lnTo>
                  <a:pt x="1371" y="221259"/>
                </a:lnTo>
                <a:lnTo>
                  <a:pt x="12420" y="280644"/>
                </a:lnTo>
                <a:lnTo>
                  <a:pt x="34023" y="330746"/>
                </a:lnTo>
                <a:lnTo>
                  <a:pt x="63690" y="365696"/>
                </a:lnTo>
                <a:lnTo>
                  <a:pt x="81407" y="377063"/>
                </a:lnTo>
                <a:lnTo>
                  <a:pt x="85090" y="368173"/>
                </a:lnTo>
                <a:lnTo>
                  <a:pt x="70866" y="356717"/>
                </a:lnTo>
                <a:lnTo>
                  <a:pt x="58318" y="341782"/>
                </a:lnTo>
                <a:lnTo>
                  <a:pt x="38227" y="301371"/>
                </a:lnTo>
                <a:lnTo>
                  <a:pt x="25539" y="249580"/>
                </a:lnTo>
                <a:lnTo>
                  <a:pt x="22491" y="221259"/>
                </a:lnTo>
                <a:lnTo>
                  <a:pt x="22377" y="220281"/>
                </a:lnTo>
                <a:lnTo>
                  <a:pt x="22402" y="156629"/>
                </a:lnTo>
                <a:lnTo>
                  <a:pt x="30924" y="99860"/>
                </a:lnTo>
                <a:lnTo>
                  <a:pt x="47637" y="53467"/>
                </a:lnTo>
                <a:lnTo>
                  <a:pt x="71018" y="20320"/>
                </a:lnTo>
                <a:lnTo>
                  <a:pt x="85090" y="8890"/>
                </a:lnTo>
                <a:close/>
              </a:path>
              <a:path w="379095" h="377189">
                <a:moveTo>
                  <a:pt x="286385" y="177673"/>
                </a:moveTo>
                <a:lnTo>
                  <a:pt x="95885" y="177673"/>
                </a:lnTo>
                <a:lnTo>
                  <a:pt x="95885" y="196723"/>
                </a:lnTo>
                <a:lnTo>
                  <a:pt x="286385" y="196723"/>
                </a:lnTo>
                <a:lnTo>
                  <a:pt x="286385" y="177673"/>
                </a:lnTo>
                <a:close/>
              </a:path>
              <a:path w="379095" h="377189">
                <a:moveTo>
                  <a:pt x="378587" y="188468"/>
                </a:moveTo>
                <a:lnTo>
                  <a:pt x="373062" y="124714"/>
                </a:lnTo>
                <a:lnTo>
                  <a:pt x="356489" y="69723"/>
                </a:lnTo>
                <a:lnTo>
                  <a:pt x="330581" y="26962"/>
                </a:lnTo>
                <a:lnTo>
                  <a:pt x="297053" y="0"/>
                </a:lnTo>
                <a:lnTo>
                  <a:pt x="293497" y="8890"/>
                </a:lnTo>
                <a:lnTo>
                  <a:pt x="307543" y="20320"/>
                </a:lnTo>
                <a:lnTo>
                  <a:pt x="320001" y="35179"/>
                </a:lnTo>
                <a:lnTo>
                  <a:pt x="340233" y="75184"/>
                </a:lnTo>
                <a:lnTo>
                  <a:pt x="352971" y="127000"/>
                </a:lnTo>
                <a:lnTo>
                  <a:pt x="357238" y="188468"/>
                </a:lnTo>
                <a:lnTo>
                  <a:pt x="357251" y="188722"/>
                </a:lnTo>
                <a:lnTo>
                  <a:pt x="352996" y="249580"/>
                </a:lnTo>
                <a:lnTo>
                  <a:pt x="340360" y="301371"/>
                </a:lnTo>
                <a:lnTo>
                  <a:pt x="320154" y="341782"/>
                </a:lnTo>
                <a:lnTo>
                  <a:pt x="293497" y="368173"/>
                </a:lnTo>
                <a:lnTo>
                  <a:pt x="297053" y="377063"/>
                </a:lnTo>
                <a:lnTo>
                  <a:pt x="330581" y="350240"/>
                </a:lnTo>
                <a:lnTo>
                  <a:pt x="356489" y="307213"/>
                </a:lnTo>
                <a:lnTo>
                  <a:pt x="373062" y="251993"/>
                </a:lnTo>
                <a:lnTo>
                  <a:pt x="378574" y="188722"/>
                </a:lnTo>
                <a:lnTo>
                  <a:pt x="378587" y="18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185541" y="4741688"/>
            <a:ext cx="215900" cy="5238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434"/>
              </a:spcBef>
            </a:pPr>
            <a:r>
              <a:rPr sz="1350" spc="-50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spc="-25" dirty="0">
                <a:latin typeface="Cambria Math"/>
                <a:cs typeface="Cambria Math"/>
              </a:rPr>
              <a:t>21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29329" y="4861242"/>
            <a:ext cx="72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44773" y="4842001"/>
            <a:ext cx="379095" cy="377190"/>
          </a:xfrm>
          <a:custGeom>
            <a:avLst/>
            <a:gdLst/>
            <a:ahLst/>
            <a:cxnLst/>
            <a:rect l="l" t="t" r="r" b="b"/>
            <a:pathLst>
              <a:path w="379095" h="377189">
                <a:moveTo>
                  <a:pt x="85090" y="8890"/>
                </a:moveTo>
                <a:lnTo>
                  <a:pt x="47891" y="26962"/>
                </a:lnTo>
                <a:lnTo>
                  <a:pt x="22098" y="69723"/>
                </a:lnTo>
                <a:lnTo>
                  <a:pt x="5524" y="124714"/>
                </a:lnTo>
                <a:lnTo>
                  <a:pt x="0" y="188468"/>
                </a:lnTo>
                <a:lnTo>
                  <a:pt x="1333" y="220281"/>
                </a:lnTo>
                <a:lnTo>
                  <a:pt x="1371" y="221259"/>
                </a:lnTo>
                <a:lnTo>
                  <a:pt x="12420" y="280644"/>
                </a:lnTo>
                <a:lnTo>
                  <a:pt x="34023" y="330746"/>
                </a:lnTo>
                <a:lnTo>
                  <a:pt x="63690" y="365696"/>
                </a:lnTo>
                <a:lnTo>
                  <a:pt x="81407" y="377063"/>
                </a:lnTo>
                <a:lnTo>
                  <a:pt x="85090" y="368173"/>
                </a:lnTo>
                <a:lnTo>
                  <a:pt x="70866" y="356717"/>
                </a:lnTo>
                <a:lnTo>
                  <a:pt x="58318" y="341782"/>
                </a:lnTo>
                <a:lnTo>
                  <a:pt x="38227" y="301371"/>
                </a:lnTo>
                <a:lnTo>
                  <a:pt x="25539" y="249580"/>
                </a:lnTo>
                <a:lnTo>
                  <a:pt x="22491" y="221259"/>
                </a:lnTo>
                <a:lnTo>
                  <a:pt x="22377" y="220281"/>
                </a:lnTo>
                <a:lnTo>
                  <a:pt x="22402" y="156629"/>
                </a:lnTo>
                <a:lnTo>
                  <a:pt x="30924" y="99860"/>
                </a:lnTo>
                <a:lnTo>
                  <a:pt x="47637" y="53467"/>
                </a:lnTo>
                <a:lnTo>
                  <a:pt x="71018" y="20320"/>
                </a:lnTo>
                <a:lnTo>
                  <a:pt x="85090" y="8890"/>
                </a:lnTo>
                <a:close/>
              </a:path>
              <a:path w="379095" h="377189">
                <a:moveTo>
                  <a:pt x="287655" y="177673"/>
                </a:moveTo>
                <a:lnTo>
                  <a:pt x="97155" y="177673"/>
                </a:lnTo>
                <a:lnTo>
                  <a:pt x="97155" y="196723"/>
                </a:lnTo>
                <a:lnTo>
                  <a:pt x="287655" y="196723"/>
                </a:lnTo>
                <a:lnTo>
                  <a:pt x="287655" y="177673"/>
                </a:lnTo>
                <a:close/>
              </a:path>
              <a:path w="379095" h="377189">
                <a:moveTo>
                  <a:pt x="378587" y="188468"/>
                </a:moveTo>
                <a:lnTo>
                  <a:pt x="373062" y="124714"/>
                </a:lnTo>
                <a:lnTo>
                  <a:pt x="356489" y="69723"/>
                </a:lnTo>
                <a:lnTo>
                  <a:pt x="330581" y="26962"/>
                </a:lnTo>
                <a:lnTo>
                  <a:pt x="297053" y="0"/>
                </a:lnTo>
                <a:lnTo>
                  <a:pt x="293497" y="8890"/>
                </a:lnTo>
                <a:lnTo>
                  <a:pt x="307543" y="20320"/>
                </a:lnTo>
                <a:lnTo>
                  <a:pt x="320001" y="35179"/>
                </a:lnTo>
                <a:lnTo>
                  <a:pt x="340233" y="75184"/>
                </a:lnTo>
                <a:lnTo>
                  <a:pt x="352971" y="127000"/>
                </a:lnTo>
                <a:lnTo>
                  <a:pt x="357238" y="188468"/>
                </a:lnTo>
                <a:lnTo>
                  <a:pt x="357251" y="188722"/>
                </a:lnTo>
                <a:lnTo>
                  <a:pt x="352996" y="249580"/>
                </a:lnTo>
                <a:lnTo>
                  <a:pt x="340360" y="301371"/>
                </a:lnTo>
                <a:lnTo>
                  <a:pt x="320167" y="341782"/>
                </a:lnTo>
                <a:lnTo>
                  <a:pt x="293497" y="368173"/>
                </a:lnTo>
                <a:lnTo>
                  <a:pt x="297053" y="377063"/>
                </a:lnTo>
                <a:lnTo>
                  <a:pt x="330581" y="350240"/>
                </a:lnTo>
                <a:lnTo>
                  <a:pt x="356489" y="307213"/>
                </a:lnTo>
                <a:lnTo>
                  <a:pt x="373062" y="251993"/>
                </a:lnTo>
                <a:lnTo>
                  <a:pt x="378574" y="188722"/>
                </a:lnTo>
                <a:lnTo>
                  <a:pt x="378587" y="18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727450" y="4741688"/>
            <a:ext cx="215900" cy="5238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434"/>
              </a:spcBef>
            </a:pPr>
            <a:r>
              <a:rPr sz="1350" spc="-50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spc="-25" dirty="0">
                <a:latin typeface="Cambria Math"/>
                <a:cs typeface="Cambria Math"/>
              </a:rPr>
              <a:t>21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33520" y="4716145"/>
            <a:ext cx="1120775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80"/>
              </a:lnSpc>
              <a:spcBef>
                <a:spcPts val="100"/>
              </a:spcBef>
            </a:pPr>
            <a:r>
              <a:rPr sz="1350" spc="-50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  <a:p>
            <a:pPr marL="182245">
              <a:lnSpc>
                <a:spcPts val="1920"/>
              </a:lnSpc>
            </a:pPr>
            <a:r>
              <a:rPr sz="1800" spc="-10" dirty="0">
                <a:latin typeface="Cambria Math"/>
                <a:cs typeface="Cambria Math"/>
              </a:rPr>
              <a:t>=</a:t>
            </a:r>
            <a:r>
              <a:rPr sz="1800" spc="-10" dirty="0">
                <a:latin typeface="Calibri"/>
                <a:cs typeface="Calibri"/>
              </a:rPr>
              <a:t>0.00001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7352" y="5621020"/>
            <a:ext cx="2044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P(S). P(L/S). </a:t>
            </a:r>
            <a:r>
              <a:rPr sz="1800" spc="-10" dirty="0">
                <a:latin typeface="Calibri"/>
                <a:cs typeface="Calibri"/>
              </a:rPr>
              <a:t>P(M/S)</a:t>
            </a:r>
            <a:r>
              <a:rPr sz="1800" spc="-15" baseline="23148" dirty="0">
                <a:latin typeface="Calibri"/>
                <a:cs typeface="Calibri"/>
              </a:rPr>
              <a:t>4</a:t>
            </a:r>
            <a:r>
              <a:rPr sz="1800" spc="-10" dirty="0"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431796" y="5600865"/>
            <a:ext cx="379095" cy="377190"/>
          </a:xfrm>
          <a:custGeom>
            <a:avLst/>
            <a:gdLst/>
            <a:ahLst/>
            <a:cxnLst/>
            <a:rect l="l" t="t" r="r" b="b"/>
            <a:pathLst>
              <a:path w="379094" h="377189">
                <a:moveTo>
                  <a:pt x="85090" y="8940"/>
                </a:moveTo>
                <a:lnTo>
                  <a:pt x="47891" y="26911"/>
                </a:lnTo>
                <a:lnTo>
                  <a:pt x="22098" y="69659"/>
                </a:lnTo>
                <a:lnTo>
                  <a:pt x="5524" y="124688"/>
                </a:lnTo>
                <a:lnTo>
                  <a:pt x="0" y="188417"/>
                </a:lnTo>
                <a:lnTo>
                  <a:pt x="1333" y="220230"/>
                </a:lnTo>
                <a:lnTo>
                  <a:pt x="1371" y="221208"/>
                </a:lnTo>
                <a:lnTo>
                  <a:pt x="12420" y="280593"/>
                </a:lnTo>
                <a:lnTo>
                  <a:pt x="34023" y="330733"/>
                </a:lnTo>
                <a:lnTo>
                  <a:pt x="63690" y="365671"/>
                </a:lnTo>
                <a:lnTo>
                  <a:pt x="81407" y="377063"/>
                </a:lnTo>
                <a:lnTo>
                  <a:pt x="85090" y="368134"/>
                </a:lnTo>
                <a:lnTo>
                  <a:pt x="70866" y="356679"/>
                </a:lnTo>
                <a:lnTo>
                  <a:pt x="58318" y="341731"/>
                </a:lnTo>
                <a:lnTo>
                  <a:pt x="38227" y="301383"/>
                </a:lnTo>
                <a:lnTo>
                  <a:pt x="25539" y="249542"/>
                </a:lnTo>
                <a:lnTo>
                  <a:pt x="22491" y="221208"/>
                </a:lnTo>
                <a:lnTo>
                  <a:pt x="22377" y="220230"/>
                </a:lnTo>
                <a:lnTo>
                  <a:pt x="22402" y="156578"/>
                </a:lnTo>
                <a:lnTo>
                  <a:pt x="30924" y="99847"/>
                </a:lnTo>
                <a:lnTo>
                  <a:pt x="47637" y="53492"/>
                </a:lnTo>
                <a:lnTo>
                  <a:pt x="71018" y="20370"/>
                </a:lnTo>
                <a:lnTo>
                  <a:pt x="85090" y="8940"/>
                </a:lnTo>
                <a:close/>
              </a:path>
              <a:path w="379094" h="377189">
                <a:moveTo>
                  <a:pt x="280416" y="177622"/>
                </a:moveTo>
                <a:lnTo>
                  <a:pt x="89916" y="177622"/>
                </a:lnTo>
                <a:lnTo>
                  <a:pt x="89916" y="196672"/>
                </a:lnTo>
                <a:lnTo>
                  <a:pt x="280416" y="196672"/>
                </a:lnTo>
                <a:lnTo>
                  <a:pt x="280416" y="177622"/>
                </a:lnTo>
                <a:close/>
              </a:path>
              <a:path w="379094" h="377189">
                <a:moveTo>
                  <a:pt x="378587" y="188417"/>
                </a:moveTo>
                <a:lnTo>
                  <a:pt x="377240" y="156578"/>
                </a:lnTo>
                <a:lnTo>
                  <a:pt x="377202" y="155473"/>
                </a:lnTo>
                <a:lnTo>
                  <a:pt x="373062" y="124688"/>
                </a:lnTo>
                <a:lnTo>
                  <a:pt x="356489" y="69659"/>
                </a:lnTo>
                <a:lnTo>
                  <a:pt x="330581" y="26911"/>
                </a:lnTo>
                <a:lnTo>
                  <a:pt x="297053" y="0"/>
                </a:lnTo>
                <a:lnTo>
                  <a:pt x="293497" y="8940"/>
                </a:lnTo>
                <a:lnTo>
                  <a:pt x="307543" y="20370"/>
                </a:lnTo>
                <a:lnTo>
                  <a:pt x="320001" y="35217"/>
                </a:lnTo>
                <a:lnTo>
                  <a:pt x="340233" y="75184"/>
                </a:lnTo>
                <a:lnTo>
                  <a:pt x="352971" y="126961"/>
                </a:lnTo>
                <a:lnTo>
                  <a:pt x="357238" y="188417"/>
                </a:lnTo>
                <a:lnTo>
                  <a:pt x="357251" y="188645"/>
                </a:lnTo>
                <a:lnTo>
                  <a:pt x="352996" y="249542"/>
                </a:lnTo>
                <a:lnTo>
                  <a:pt x="340360" y="301383"/>
                </a:lnTo>
                <a:lnTo>
                  <a:pt x="320154" y="341731"/>
                </a:lnTo>
                <a:lnTo>
                  <a:pt x="293497" y="368134"/>
                </a:lnTo>
                <a:lnTo>
                  <a:pt x="297053" y="377063"/>
                </a:lnTo>
                <a:lnTo>
                  <a:pt x="330581" y="350215"/>
                </a:lnTo>
                <a:lnTo>
                  <a:pt x="356489" y="307187"/>
                </a:lnTo>
                <a:lnTo>
                  <a:pt x="373062" y="251942"/>
                </a:lnTo>
                <a:lnTo>
                  <a:pt x="378574" y="188645"/>
                </a:lnTo>
                <a:lnTo>
                  <a:pt x="378587" y="188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513710" y="5501068"/>
            <a:ext cx="215900" cy="52387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350" spc="-25" dirty="0">
                <a:latin typeface="Cambria Math"/>
                <a:cs typeface="Cambria Math"/>
              </a:rPr>
              <a:t>11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spc="-25" dirty="0">
                <a:latin typeface="Cambria Math"/>
                <a:cs typeface="Cambria Math"/>
              </a:rPr>
              <a:t>32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57500" y="5621020"/>
            <a:ext cx="72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973451" y="5600865"/>
            <a:ext cx="379095" cy="377190"/>
          </a:xfrm>
          <a:custGeom>
            <a:avLst/>
            <a:gdLst/>
            <a:ahLst/>
            <a:cxnLst/>
            <a:rect l="l" t="t" r="r" b="b"/>
            <a:pathLst>
              <a:path w="379095" h="377189">
                <a:moveTo>
                  <a:pt x="85090" y="8940"/>
                </a:moveTo>
                <a:lnTo>
                  <a:pt x="47891" y="26911"/>
                </a:lnTo>
                <a:lnTo>
                  <a:pt x="22098" y="69659"/>
                </a:lnTo>
                <a:lnTo>
                  <a:pt x="5524" y="124688"/>
                </a:lnTo>
                <a:lnTo>
                  <a:pt x="0" y="188417"/>
                </a:lnTo>
                <a:lnTo>
                  <a:pt x="1333" y="220230"/>
                </a:lnTo>
                <a:lnTo>
                  <a:pt x="1371" y="221208"/>
                </a:lnTo>
                <a:lnTo>
                  <a:pt x="12420" y="280593"/>
                </a:lnTo>
                <a:lnTo>
                  <a:pt x="34023" y="330733"/>
                </a:lnTo>
                <a:lnTo>
                  <a:pt x="63690" y="365671"/>
                </a:lnTo>
                <a:lnTo>
                  <a:pt x="81407" y="377063"/>
                </a:lnTo>
                <a:lnTo>
                  <a:pt x="85090" y="368134"/>
                </a:lnTo>
                <a:lnTo>
                  <a:pt x="70866" y="356679"/>
                </a:lnTo>
                <a:lnTo>
                  <a:pt x="58318" y="341731"/>
                </a:lnTo>
                <a:lnTo>
                  <a:pt x="38227" y="301383"/>
                </a:lnTo>
                <a:lnTo>
                  <a:pt x="25539" y="249542"/>
                </a:lnTo>
                <a:lnTo>
                  <a:pt x="22491" y="221208"/>
                </a:lnTo>
                <a:lnTo>
                  <a:pt x="22377" y="220230"/>
                </a:lnTo>
                <a:lnTo>
                  <a:pt x="22402" y="156578"/>
                </a:lnTo>
                <a:lnTo>
                  <a:pt x="30924" y="99847"/>
                </a:lnTo>
                <a:lnTo>
                  <a:pt x="47637" y="53492"/>
                </a:lnTo>
                <a:lnTo>
                  <a:pt x="71018" y="20370"/>
                </a:lnTo>
                <a:lnTo>
                  <a:pt x="85090" y="8940"/>
                </a:lnTo>
                <a:close/>
              </a:path>
              <a:path w="379095" h="377189">
                <a:moveTo>
                  <a:pt x="281686" y="177622"/>
                </a:moveTo>
                <a:lnTo>
                  <a:pt x="91186" y="177622"/>
                </a:lnTo>
                <a:lnTo>
                  <a:pt x="91186" y="196672"/>
                </a:lnTo>
                <a:lnTo>
                  <a:pt x="281686" y="196672"/>
                </a:lnTo>
                <a:lnTo>
                  <a:pt x="281686" y="177622"/>
                </a:lnTo>
                <a:close/>
              </a:path>
              <a:path w="379095" h="377189">
                <a:moveTo>
                  <a:pt x="378587" y="188417"/>
                </a:moveTo>
                <a:lnTo>
                  <a:pt x="377240" y="156578"/>
                </a:lnTo>
                <a:lnTo>
                  <a:pt x="377202" y="155473"/>
                </a:lnTo>
                <a:lnTo>
                  <a:pt x="373062" y="124688"/>
                </a:lnTo>
                <a:lnTo>
                  <a:pt x="356489" y="69659"/>
                </a:lnTo>
                <a:lnTo>
                  <a:pt x="330581" y="26911"/>
                </a:lnTo>
                <a:lnTo>
                  <a:pt x="297040" y="0"/>
                </a:lnTo>
                <a:lnTo>
                  <a:pt x="293497" y="8940"/>
                </a:lnTo>
                <a:lnTo>
                  <a:pt x="307543" y="20370"/>
                </a:lnTo>
                <a:lnTo>
                  <a:pt x="320001" y="35217"/>
                </a:lnTo>
                <a:lnTo>
                  <a:pt x="340233" y="75184"/>
                </a:lnTo>
                <a:lnTo>
                  <a:pt x="352971" y="126961"/>
                </a:lnTo>
                <a:lnTo>
                  <a:pt x="357238" y="188417"/>
                </a:lnTo>
                <a:lnTo>
                  <a:pt x="357251" y="188645"/>
                </a:lnTo>
                <a:lnTo>
                  <a:pt x="352996" y="249542"/>
                </a:lnTo>
                <a:lnTo>
                  <a:pt x="340360" y="301383"/>
                </a:lnTo>
                <a:lnTo>
                  <a:pt x="320154" y="341731"/>
                </a:lnTo>
                <a:lnTo>
                  <a:pt x="293497" y="368134"/>
                </a:lnTo>
                <a:lnTo>
                  <a:pt x="297040" y="377063"/>
                </a:lnTo>
                <a:lnTo>
                  <a:pt x="330581" y="350215"/>
                </a:lnTo>
                <a:lnTo>
                  <a:pt x="356489" y="307187"/>
                </a:lnTo>
                <a:lnTo>
                  <a:pt x="373062" y="251942"/>
                </a:lnTo>
                <a:lnTo>
                  <a:pt x="378574" y="188645"/>
                </a:lnTo>
                <a:lnTo>
                  <a:pt x="378587" y="188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055620" y="5501068"/>
            <a:ext cx="215900" cy="52387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440"/>
              </a:spcBef>
            </a:pPr>
            <a:r>
              <a:rPr sz="1350" spc="-50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spc="-25" dirty="0">
                <a:latin typeface="Cambria Math"/>
                <a:cs typeface="Cambria Math"/>
              </a:rPr>
              <a:t>11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99790" y="5621020"/>
            <a:ext cx="72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515105" y="5600865"/>
            <a:ext cx="379095" cy="377190"/>
          </a:xfrm>
          <a:custGeom>
            <a:avLst/>
            <a:gdLst/>
            <a:ahLst/>
            <a:cxnLst/>
            <a:rect l="l" t="t" r="r" b="b"/>
            <a:pathLst>
              <a:path w="379095" h="377189">
                <a:moveTo>
                  <a:pt x="85090" y="8940"/>
                </a:moveTo>
                <a:lnTo>
                  <a:pt x="47891" y="26911"/>
                </a:lnTo>
                <a:lnTo>
                  <a:pt x="22098" y="69659"/>
                </a:lnTo>
                <a:lnTo>
                  <a:pt x="5524" y="124688"/>
                </a:lnTo>
                <a:lnTo>
                  <a:pt x="0" y="188417"/>
                </a:lnTo>
                <a:lnTo>
                  <a:pt x="1333" y="220230"/>
                </a:lnTo>
                <a:lnTo>
                  <a:pt x="1371" y="221208"/>
                </a:lnTo>
                <a:lnTo>
                  <a:pt x="12420" y="280593"/>
                </a:lnTo>
                <a:lnTo>
                  <a:pt x="34023" y="330733"/>
                </a:lnTo>
                <a:lnTo>
                  <a:pt x="63690" y="365671"/>
                </a:lnTo>
                <a:lnTo>
                  <a:pt x="81407" y="377063"/>
                </a:lnTo>
                <a:lnTo>
                  <a:pt x="85090" y="368134"/>
                </a:lnTo>
                <a:lnTo>
                  <a:pt x="70866" y="356679"/>
                </a:lnTo>
                <a:lnTo>
                  <a:pt x="58318" y="341731"/>
                </a:lnTo>
                <a:lnTo>
                  <a:pt x="38227" y="301383"/>
                </a:lnTo>
                <a:lnTo>
                  <a:pt x="25539" y="249542"/>
                </a:lnTo>
                <a:lnTo>
                  <a:pt x="22491" y="221208"/>
                </a:lnTo>
                <a:lnTo>
                  <a:pt x="22377" y="220230"/>
                </a:lnTo>
                <a:lnTo>
                  <a:pt x="22402" y="156578"/>
                </a:lnTo>
                <a:lnTo>
                  <a:pt x="30924" y="99847"/>
                </a:lnTo>
                <a:lnTo>
                  <a:pt x="47637" y="53492"/>
                </a:lnTo>
                <a:lnTo>
                  <a:pt x="71018" y="20370"/>
                </a:lnTo>
                <a:lnTo>
                  <a:pt x="85090" y="8940"/>
                </a:lnTo>
                <a:close/>
              </a:path>
              <a:path w="379095" h="377189">
                <a:moveTo>
                  <a:pt x="282956" y="177622"/>
                </a:moveTo>
                <a:lnTo>
                  <a:pt x="92456" y="177622"/>
                </a:lnTo>
                <a:lnTo>
                  <a:pt x="92456" y="196672"/>
                </a:lnTo>
                <a:lnTo>
                  <a:pt x="282956" y="196672"/>
                </a:lnTo>
                <a:lnTo>
                  <a:pt x="282956" y="177622"/>
                </a:lnTo>
                <a:close/>
              </a:path>
              <a:path w="379095" h="377189">
                <a:moveTo>
                  <a:pt x="378587" y="188417"/>
                </a:moveTo>
                <a:lnTo>
                  <a:pt x="377240" y="156578"/>
                </a:lnTo>
                <a:lnTo>
                  <a:pt x="377202" y="155473"/>
                </a:lnTo>
                <a:lnTo>
                  <a:pt x="373062" y="124688"/>
                </a:lnTo>
                <a:lnTo>
                  <a:pt x="356489" y="69659"/>
                </a:lnTo>
                <a:lnTo>
                  <a:pt x="330581" y="26911"/>
                </a:lnTo>
                <a:lnTo>
                  <a:pt x="297053" y="0"/>
                </a:lnTo>
                <a:lnTo>
                  <a:pt x="293497" y="8940"/>
                </a:lnTo>
                <a:lnTo>
                  <a:pt x="307543" y="20370"/>
                </a:lnTo>
                <a:lnTo>
                  <a:pt x="320001" y="35217"/>
                </a:lnTo>
                <a:lnTo>
                  <a:pt x="340233" y="75184"/>
                </a:lnTo>
                <a:lnTo>
                  <a:pt x="352971" y="126961"/>
                </a:lnTo>
                <a:lnTo>
                  <a:pt x="357238" y="188417"/>
                </a:lnTo>
                <a:lnTo>
                  <a:pt x="357251" y="188645"/>
                </a:lnTo>
                <a:lnTo>
                  <a:pt x="352996" y="249542"/>
                </a:lnTo>
                <a:lnTo>
                  <a:pt x="340360" y="301383"/>
                </a:lnTo>
                <a:lnTo>
                  <a:pt x="320154" y="341731"/>
                </a:lnTo>
                <a:lnTo>
                  <a:pt x="293497" y="368134"/>
                </a:lnTo>
                <a:lnTo>
                  <a:pt x="297053" y="377063"/>
                </a:lnTo>
                <a:lnTo>
                  <a:pt x="330581" y="350215"/>
                </a:lnTo>
                <a:lnTo>
                  <a:pt x="356489" y="307187"/>
                </a:lnTo>
                <a:lnTo>
                  <a:pt x="373062" y="251942"/>
                </a:lnTo>
                <a:lnTo>
                  <a:pt x="378574" y="188645"/>
                </a:lnTo>
                <a:lnTo>
                  <a:pt x="378587" y="188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597528" y="5501068"/>
            <a:ext cx="215900" cy="52387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440"/>
              </a:spcBef>
            </a:pPr>
            <a:r>
              <a:rPr sz="1350" spc="-50" dirty="0">
                <a:latin typeface="Cambria Math"/>
                <a:cs typeface="Cambria Math"/>
              </a:rPr>
              <a:t>5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spc="-25" dirty="0">
                <a:latin typeface="Cambria Math"/>
                <a:cs typeface="Cambria Math"/>
              </a:rPr>
              <a:t>11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03726" y="5475604"/>
            <a:ext cx="1123315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80"/>
              </a:lnSpc>
              <a:spcBef>
                <a:spcPts val="100"/>
              </a:spcBef>
            </a:pPr>
            <a:r>
              <a:rPr sz="1350" spc="-50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  <a:p>
            <a:pPr marL="182245">
              <a:lnSpc>
                <a:spcPts val="1920"/>
              </a:lnSpc>
            </a:pPr>
            <a:r>
              <a:rPr sz="1800" spc="-10" dirty="0">
                <a:latin typeface="Cambria Math"/>
                <a:cs typeface="Cambria Math"/>
              </a:rPr>
              <a:t>=</a:t>
            </a:r>
            <a:r>
              <a:rPr sz="1800" spc="-10" dirty="0">
                <a:latin typeface="Calibri"/>
                <a:cs typeface="Calibri"/>
              </a:rPr>
              <a:t>0.00133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75959" y="1716976"/>
            <a:ext cx="4712970" cy="8534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 marR="30480">
              <a:lnSpc>
                <a:spcPct val="100800"/>
              </a:lnSpc>
              <a:spcBef>
                <a:spcPts val="85"/>
              </a:spcBef>
            </a:pPr>
            <a:r>
              <a:rPr sz="1800" dirty="0">
                <a:latin typeface="Calibri"/>
                <a:cs typeface="Calibri"/>
              </a:rPr>
              <a:t>As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(S/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L,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</a:t>
            </a:r>
            <a:r>
              <a:rPr sz="1800" baseline="23148" dirty="0">
                <a:latin typeface="Calibri"/>
                <a:cs typeface="Calibri"/>
              </a:rPr>
              <a:t>4</a:t>
            </a:r>
            <a:r>
              <a:rPr sz="1800" spc="195" baseline="23148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)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&gt;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(N/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L,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</a:t>
            </a:r>
            <a:r>
              <a:rPr sz="1800" baseline="23148" dirty="0">
                <a:latin typeface="Calibri"/>
                <a:cs typeface="Calibri"/>
              </a:rPr>
              <a:t>4</a:t>
            </a:r>
            <a:r>
              <a:rPr sz="1800" spc="187" baseline="23148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)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decide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that </a:t>
            </a:r>
            <a:r>
              <a:rPr sz="1800" b="1" dirty="0">
                <a:latin typeface="Calibri"/>
                <a:cs typeface="Calibri"/>
              </a:rPr>
              <a:t>Lunch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Money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Money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Money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Money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is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Spam </a:t>
            </a:r>
            <a:r>
              <a:rPr sz="1800" spc="-10" dirty="0">
                <a:latin typeface="Calibri"/>
                <a:cs typeface="Calibri"/>
              </a:rPr>
              <a:t>message.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6E99CD2-4EE8-5DC8-FBC8-609483E72613}"/>
                  </a:ext>
                </a:extLst>
              </p14:cNvPr>
              <p14:cNvContentPartPr/>
              <p14:nvPr/>
            </p14:nvContentPartPr>
            <p14:xfrm>
              <a:off x="5210640" y="4802040"/>
              <a:ext cx="922320" cy="10188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6E99CD2-4EE8-5DC8-FBC8-609483E726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01280" y="4792680"/>
                <a:ext cx="941040" cy="103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-5" dirty="0"/>
              <a:t> </a:t>
            </a:r>
            <a:r>
              <a:rPr sz="2400" spc="-25" dirty="0"/>
              <a:t>:2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78739" y="993838"/>
            <a:ext cx="3515360" cy="30968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feature 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204"/>
              </a:spcBef>
            </a:pPr>
            <a:r>
              <a:rPr sz="2400" dirty="0">
                <a:latin typeface="Times New Roman"/>
                <a:cs typeface="Times New Roman"/>
              </a:rPr>
              <a:t>Today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(Outlook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Sunny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, </a:t>
            </a:r>
            <a:r>
              <a:rPr sz="2400" dirty="0">
                <a:latin typeface="Times New Roman"/>
                <a:cs typeface="Times New Roman"/>
              </a:rPr>
              <a:t>Temp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Hot,</a:t>
            </a:r>
            <a:endParaRPr sz="24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spcBef>
                <a:spcPts val="359"/>
              </a:spcBef>
            </a:pPr>
            <a:r>
              <a:rPr sz="2400" dirty="0">
                <a:latin typeface="Times New Roman"/>
                <a:cs typeface="Times New Roman"/>
              </a:rPr>
              <a:t>Humidity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Normal,</a:t>
            </a:r>
            <a:endParaRPr sz="2400">
              <a:latin typeface="Times New Roman"/>
              <a:cs typeface="Times New Roman"/>
            </a:endParaRPr>
          </a:p>
          <a:p>
            <a:pPr marL="12700" marR="1129665">
              <a:lnSpc>
                <a:spcPct val="119900"/>
              </a:lnSpc>
            </a:pPr>
            <a:r>
              <a:rPr sz="2400" dirty="0">
                <a:latin typeface="Times New Roman"/>
                <a:cs typeface="Times New Roman"/>
              </a:rPr>
              <a:t>Windy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False), </a:t>
            </a:r>
            <a:r>
              <a:rPr sz="2400" dirty="0">
                <a:latin typeface="Times New Roman"/>
                <a:cs typeface="Times New Roman"/>
              </a:rPr>
              <a:t>then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player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will </a:t>
            </a:r>
            <a:r>
              <a:rPr sz="2400" dirty="0">
                <a:latin typeface="Times New Roman"/>
                <a:cs typeface="Times New Roman"/>
              </a:rPr>
              <a:t>play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not?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89044" y="2038845"/>
            <a:ext cx="4407535" cy="366395"/>
          </a:xfrm>
          <a:custGeom>
            <a:avLst/>
            <a:gdLst/>
            <a:ahLst/>
            <a:cxnLst/>
            <a:rect l="l" t="t" r="r" b="b"/>
            <a:pathLst>
              <a:path w="4407534" h="366394">
                <a:moveTo>
                  <a:pt x="2215680" y="0"/>
                </a:moveTo>
                <a:lnTo>
                  <a:pt x="1119911" y="0"/>
                </a:lnTo>
                <a:lnTo>
                  <a:pt x="0" y="0"/>
                </a:lnTo>
                <a:lnTo>
                  <a:pt x="0" y="365772"/>
                </a:lnTo>
                <a:lnTo>
                  <a:pt x="1119886" y="365772"/>
                </a:lnTo>
                <a:lnTo>
                  <a:pt x="2215680" y="365772"/>
                </a:lnTo>
                <a:lnTo>
                  <a:pt x="2215680" y="0"/>
                </a:lnTo>
                <a:close/>
              </a:path>
              <a:path w="4407534" h="366394">
                <a:moveTo>
                  <a:pt x="4407281" y="0"/>
                </a:moveTo>
                <a:lnTo>
                  <a:pt x="3018231" y="0"/>
                </a:lnTo>
                <a:lnTo>
                  <a:pt x="2215769" y="0"/>
                </a:lnTo>
                <a:lnTo>
                  <a:pt x="2215769" y="365772"/>
                </a:lnTo>
                <a:lnTo>
                  <a:pt x="3018155" y="365772"/>
                </a:lnTo>
                <a:lnTo>
                  <a:pt x="4407281" y="365772"/>
                </a:lnTo>
                <a:lnTo>
                  <a:pt x="44072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89044" y="2770492"/>
            <a:ext cx="4407535" cy="366395"/>
          </a:xfrm>
          <a:custGeom>
            <a:avLst/>
            <a:gdLst/>
            <a:ahLst/>
            <a:cxnLst/>
            <a:rect l="l" t="t" r="r" b="b"/>
            <a:pathLst>
              <a:path w="4407534" h="366394">
                <a:moveTo>
                  <a:pt x="2215680" y="0"/>
                </a:moveTo>
                <a:lnTo>
                  <a:pt x="1119911" y="0"/>
                </a:lnTo>
                <a:lnTo>
                  <a:pt x="0" y="0"/>
                </a:lnTo>
                <a:lnTo>
                  <a:pt x="0" y="365772"/>
                </a:lnTo>
                <a:lnTo>
                  <a:pt x="1119886" y="365772"/>
                </a:lnTo>
                <a:lnTo>
                  <a:pt x="2215680" y="365772"/>
                </a:lnTo>
                <a:lnTo>
                  <a:pt x="2215680" y="0"/>
                </a:lnTo>
                <a:close/>
              </a:path>
              <a:path w="4407534" h="366394">
                <a:moveTo>
                  <a:pt x="4407281" y="0"/>
                </a:moveTo>
                <a:lnTo>
                  <a:pt x="3018231" y="0"/>
                </a:lnTo>
                <a:lnTo>
                  <a:pt x="2215769" y="0"/>
                </a:lnTo>
                <a:lnTo>
                  <a:pt x="2215769" y="365772"/>
                </a:lnTo>
                <a:lnTo>
                  <a:pt x="3018155" y="365772"/>
                </a:lnTo>
                <a:lnTo>
                  <a:pt x="4407281" y="365772"/>
                </a:lnTo>
                <a:lnTo>
                  <a:pt x="44072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89044" y="3502012"/>
            <a:ext cx="4407535" cy="366395"/>
          </a:xfrm>
          <a:custGeom>
            <a:avLst/>
            <a:gdLst/>
            <a:ahLst/>
            <a:cxnLst/>
            <a:rect l="l" t="t" r="r" b="b"/>
            <a:pathLst>
              <a:path w="4407534" h="366395">
                <a:moveTo>
                  <a:pt x="2215680" y="0"/>
                </a:moveTo>
                <a:lnTo>
                  <a:pt x="1119911" y="0"/>
                </a:lnTo>
                <a:lnTo>
                  <a:pt x="0" y="0"/>
                </a:lnTo>
                <a:lnTo>
                  <a:pt x="0" y="365772"/>
                </a:lnTo>
                <a:lnTo>
                  <a:pt x="1119886" y="365772"/>
                </a:lnTo>
                <a:lnTo>
                  <a:pt x="2215680" y="365772"/>
                </a:lnTo>
                <a:lnTo>
                  <a:pt x="2215680" y="0"/>
                </a:lnTo>
                <a:close/>
              </a:path>
              <a:path w="4407534" h="366395">
                <a:moveTo>
                  <a:pt x="4407281" y="0"/>
                </a:moveTo>
                <a:lnTo>
                  <a:pt x="3018231" y="0"/>
                </a:lnTo>
                <a:lnTo>
                  <a:pt x="2215769" y="0"/>
                </a:lnTo>
                <a:lnTo>
                  <a:pt x="2215769" y="365772"/>
                </a:lnTo>
                <a:lnTo>
                  <a:pt x="3018155" y="365772"/>
                </a:lnTo>
                <a:lnTo>
                  <a:pt x="4407281" y="365772"/>
                </a:lnTo>
                <a:lnTo>
                  <a:pt x="44072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89044" y="4233544"/>
            <a:ext cx="4407535" cy="365760"/>
          </a:xfrm>
          <a:custGeom>
            <a:avLst/>
            <a:gdLst/>
            <a:ahLst/>
            <a:cxnLst/>
            <a:rect l="l" t="t" r="r" b="b"/>
            <a:pathLst>
              <a:path w="4407534" h="365760">
                <a:moveTo>
                  <a:pt x="2215680" y="0"/>
                </a:moveTo>
                <a:lnTo>
                  <a:pt x="1119911" y="0"/>
                </a:lnTo>
                <a:lnTo>
                  <a:pt x="0" y="0"/>
                </a:lnTo>
                <a:lnTo>
                  <a:pt x="0" y="365760"/>
                </a:lnTo>
                <a:lnTo>
                  <a:pt x="1119886" y="365760"/>
                </a:lnTo>
                <a:lnTo>
                  <a:pt x="2215680" y="365760"/>
                </a:lnTo>
                <a:lnTo>
                  <a:pt x="2215680" y="0"/>
                </a:lnTo>
                <a:close/>
              </a:path>
              <a:path w="4407534" h="365760">
                <a:moveTo>
                  <a:pt x="4407281" y="0"/>
                </a:moveTo>
                <a:lnTo>
                  <a:pt x="3018231" y="0"/>
                </a:lnTo>
                <a:lnTo>
                  <a:pt x="2215769" y="0"/>
                </a:lnTo>
                <a:lnTo>
                  <a:pt x="2215769" y="365760"/>
                </a:lnTo>
                <a:lnTo>
                  <a:pt x="3018155" y="365760"/>
                </a:lnTo>
                <a:lnTo>
                  <a:pt x="4407281" y="365760"/>
                </a:lnTo>
                <a:lnTo>
                  <a:pt x="44072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282694" y="1020317"/>
          <a:ext cx="6602727" cy="5764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2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88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5795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S.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0504D"/>
                      </a:solidFill>
                      <a:prstDash val="solid"/>
                    </a:lnL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Outlook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Temp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Humidity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Windy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241300" marR="391160">
                        <a:lnSpc>
                          <a:spcPct val="100899"/>
                        </a:lnSpc>
                        <a:spcBef>
                          <a:spcPts val="254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Play 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Tennis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R w="12700">
                      <a:solidFill>
                        <a:srgbClr val="C0504D"/>
                      </a:solidFill>
                      <a:prstDash val="solid"/>
                    </a:lnR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C0504D"/>
                      </a:solidFill>
                      <a:prstDash val="solid"/>
                    </a:lnL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Hot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R w="12700">
                      <a:solidFill>
                        <a:srgbClr val="C0504D"/>
                      </a:solidFill>
                      <a:prstDash val="solid"/>
                    </a:lnR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Hot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Hot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Mild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Cool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Normal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Cool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Normal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Cool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Normal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Mild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Cool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Normal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Mild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Normal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Mild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Normal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Mild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Hot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Normal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Mild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2A84F52-F2C6-0D35-A8AF-D7B1326BC64A}"/>
                  </a:ext>
                </a:extLst>
              </p14:cNvPr>
              <p14:cNvContentPartPr/>
              <p14:nvPr/>
            </p14:nvContentPartPr>
            <p14:xfrm>
              <a:off x="699120" y="645120"/>
              <a:ext cx="11132640" cy="61236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2A84F52-F2C6-0D35-A8AF-D7B1326BC64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9760" y="635760"/>
                <a:ext cx="11151360" cy="6142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5" dirty="0"/>
              <a:t> </a:t>
            </a:r>
            <a:r>
              <a:rPr sz="2400" dirty="0"/>
              <a:t>2</a:t>
            </a:r>
            <a:r>
              <a:rPr sz="2400" spc="-65" dirty="0"/>
              <a:t> </a:t>
            </a:r>
            <a:r>
              <a:rPr sz="2400" spc="-10" dirty="0"/>
              <a:t>Solution:</a:t>
            </a:r>
            <a:endParaRPr sz="2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6296" y="1015364"/>
          <a:ext cx="424307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6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8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Outlook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Rainy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R="9525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2/9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3/5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5/14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Overcast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R="95250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4/9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0/5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4/14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Sunny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R="9525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3/9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2/5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5/14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032370" y="1015364"/>
          <a:ext cx="3705223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7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6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Temp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Hot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2/9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2/5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4/14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Mild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4/9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2/5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6/14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Cool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3/9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1/5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4/14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82283" y="3908805"/>
          <a:ext cx="4242434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0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2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Humidity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R="3365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3/9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4/5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7/14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Normal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6/9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1/5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7/14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114920" y="3812540"/>
          <a:ext cx="3622674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6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Windy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True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3/9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3/5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6/14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False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6/9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2/5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8/14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2549DA7-B2B7-1F96-B60F-BB3C2FCD4AA1}"/>
                  </a:ext>
                </a:extLst>
              </p14:cNvPr>
              <p14:cNvContentPartPr/>
              <p14:nvPr/>
            </p14:nvContentPartPr>
            <p14:xfrm>
              <a:off x="427680" y="1037880"/>
              <a:ext cx="11522520" cy="4377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2549DA7-B2B7-1F96-B60F-BB3C2FCD4A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8320" y="1028520"/>
                <a:ext cx="11541240" cy="4395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5" dirty="0"/>
              <a:t> </a:t>
            </a:r>
            <a:r>
              <a:rPr sz="2400" dirty="0"/>
              <a:t>2</a:t>
            </a:r>
            <a:r>
              <a:rPr sz="2400" spc="-65" dirty="0"/>
              <a:t> </a:t>
            </a:r>
            <a:r>
              <a:rPr sz="2400" spc="-10" dirty="0"/>
              <a:t>Solution: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1407541" y="1459864"/>
            <a:ext cx="908685" cy="379730"/>
          </a:xfrm>
          <a:custGeom>
            <a:avLst/>
            <a:gdLst/>
            <a:ahLst/>
            <a:cxnLst/>
            <a:rect l="l" t="t" r="r" b="b"/>
            <a:pathLst>
              <a:path w="908685" h="379730">
                <a:moveTo>
                  <a:pt x="787272" y="0"/>
                </a:moveTo>
                <a:lnTo>
                  <a:pt x="781939" y="15494"/>
                </a:lnTo>
                <a:lnTo>
                  <a:pt x="803917" y="24969"/>
                </a:lnTo>
                <a:lnTo>
                  <a:pt x="822801" y="38147"/>
                </a:lnTo>
                <a:lnTo>
                  <a:pt x="851281" y="75564"/>
                </a:lnTo>
                <a:lnTo>
                  <a:pt x="868140" y="125936"/>
                </a:lnTo>
                <a:lnTo>
                  <a:pt x="873760" y="187833"/>
                </a:lnTo>
                <a:lnTo>
                  <a:pt x="872355" y="221265"/>
                </a:lnTo>
                <a:lnTo>
                  <a:pt x="861115" y="278987"/>
                </a:lnTo>
                <a:lnTo>
                  <a:pt x="838491" y="324066"/>
                </a:lnTo>
                <a:lnTo>
                  <a:pt x="804150" y="354407"/>
                </a:lnTo>
                <a:lnTo>
                  <a:pt x="782573" y="363982"/>
                </a:lnTo>
                <a:lnTo>
                  <a:pt x="787272" y="379349"/>
                </a:lnTo>
                <a:lnTo>
                  <a:pt x="839073" y="355155"/>
                </a:lnTo>
                <a:lnTo>
                  <a:pt x="877061" y="313055"/>
                </a:lnTo>
                <a:lnTo>
                  <a:pt x="900493" y="256841"/>
                </a:lnTo>
                <a:lnTo>
                  <a:pt x="908304" y="189864"/>
                </a:lnTo>
                <a:lnTo>
                  <a:pt x="906372" y="155449"/>
                </a:lnTo>
                <a:lnTo>
                  <a:pt x="890730" y="93406"/>
                </a:lnTo>
                <a:lnTo>
                  <a:pt x="859674" y="43237"/>
                </a:lnTo>
                <a:lnTo>
                  <a:pt x="814804" y="9951"/>
                </a:lnTo>
                <a:lnTo>
                  <a:pt x="787272" y="0"/>
                </a:lnTo>
                <a:close/>
              </a:path>
              <a:path w="908685" h="379730">
                <a:moveTo>
                  <a:pt x="120903" y="0"/>
                </a:moveTo>
                <a:lnTo>
                  <a:pt x="69310" y="24368"/>
                </a:lnTo>
                <a:lnTo>
                  <a:pt x="31242" y="66548"/>
                </a:lnTo>
                <a:lnTo>
                  <a:pt x="7810" y="122920"/>
                </a:lnTo>
                <a:lnTo>
                  <a:pt x="114" y="187833"/>
                </a:lnTo>
                <a:lnTo>
                  <a:pt x="0" y="189864"/>
                </a:lnTo>
                <a:lnTo>
                  <a:pt x="1932" y="224704"/>
                </a:lnTo>
                <a:lnTo>
                  <a:pt x="17466" y="286287"/>
                </a:lnTo>
                <a:lnTo>
                  <a:pt x="48448" y="336343"/>
                </a:lnTo>
                <a:lnTo>
                  <a:pt x="93354" y="369490"/>
                </a:lnTo>
                <a:lnTo>
                  <a:pt x="120903" y="379349"/>
                </a:lnTo>
                <a:lnTo>
                  <a:pt x="125730" y="363982"/>
                </a:lnTo>
                <a:lnTo>
                  <a:pt x="104082" y="354407"/>
                </a:lnTo>
                <a:lnTo>
                  <a:pt x="85423" y="341106"/>
                </a:lnTo>
                <a:lnTo>
                  <a:pt x="57022" y="303275"/>
                </a:lnTo>
                <a:lnTo>
                  <a:pt x="40163" y="251650"/>
                </a:lnTo>
                <a:lnTo>
                  <a:pt x="34629" y="189864"/>
                </a:lnTo>
                <a:lnTo>
                  <a:pt x="34543" y="187833"/>
                </a:lnTo>
                <a:lnTo>
                  <a:pt x="35948" y="155449"/>
                </a:lnTo>
                <a:lnTo>
                  <a:pt x="47188" y="99304"/>
                </a:lnTo>
                <a:lnTo>
                  <a:pt x="69786" y="55016"/>
                </a:lnTo>
                <a:lnTo>
                  <a:pt x="104457" y="24969"/>
                </a:lnTo>
                <a:lnTo>
                  <a:pt x="126365" y="15494"/>
                </a:lnTo>
                <a:lnTo>
                  <a:pt x="1209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77692" y="1633092"/>
            <a:ext cx="342900" cy="28575"/>
          </a:xfrm>
          <a:custGeom>
            <a:avLst/>
            <a:gdLst/>
            <a:ahLst/>
            <a:cxnLst/>
            <a:rect l="l" t="t" r="r" b="b"/>
            <a:pathLst>
              <a:path w="342900" h="28575">
                <a:moveTo>
                  <a:pt x="342900" y="0"/>
                </a:moveTo>
                <a:lnTo>
                  <a:pt x="0" y="0"/>
                </a:lnTo>
                <a:lnTo>
                  <a:pt x="0" y="28575"/>
                </a:lnTo>
                <a:lnTo>
                  <a:pt x="342900" y="28575"/>
                </a:lnTo>
                <a:lnTo>
                  <a:pt x="342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868929" y="1665287"/>
            <a:ext cx="368935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40" dirty="0">
                <a:latin typeface="Cambria Math"/>
                <a:cs typeface="Cambria Math"/>
              </a:rPr>
              <a:t>14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40403" y="1459864"/>
            <a:ext cx="789940" cy="379730"/>
          </a:xfrm>
          <a:custGeom>
            <a:avLst/>
            <a:gdLst/>
            <a:ahLst/>
            <a:cxnLst/>
            <a:rect l="l" t="t" r="r" b="b"/>
            <a:pathLst>
              <a:path w="789939" h="379730">
                <a:moveTo>
                  <a:pt x="668909" y="0"/>
                </a:moveTo>
                <a:lnTo>
                  <a:pt x="663575" y="15494"/>
                </a:lnTo>
                <a:lnTo>
                  <a:pt x="685553" y="24969"/>
                </a:lnTo>
                <a:lnTo>
                  <a:pt x="704437" y="38147"/>
                </a:lnTo>
                <a:lnTo>
                  <a:pt x="732917" y="75564"/>
                </a:lnTo>
                <a:lnTo>
                  <a:pt x="749776" y="125936"/>
                </a:lnTo>
                <a:lnTo>
                  <a:pt x="753937" y="155076"/>
                </a:lnTo>
                <a:lnTo>
                  <a:pt x="753991" y="155449"/>
                </a:lnTo>
                <a:lnTo>
                  <a:pt x="753991" y="221265"/>
                </a:lnTo>
                <a:lnTo>
                  <a:pt x="742751" y="278987"/>
                </a:lnTo>
                <a:lnTo>
                  <a:pt x="720127" y="324066"/>
                </a:lnTo>
                <a:lnTo>
                  <a:pt x="685786" y="354407"/>
                </a:lnTo>
                <a:lnTo>
                  <a:pt x="664210" y="363982"/>
                </a:lnTo>
                <a:lnTo>
                  <a:pt x="668909" y="379349"/>
                </a:lnTo>
                <a:lnTo>
                  <a:pt x="720709" y="355155"/>
                </a:lnTo>
                <a:lnTo>
                  <a:pt x="758698" y="313055"/>
                </a:lnTo>
                <a:lnTo>
                  <a:pt x="782129" y="256841"/>
                </a:lnTo>
                <a:lnTo>
                  <a:pt x="789940" y="189864"/>
                </a:lnTo>
                <a:lnTo>
                  <a:pt x="788008" y="155449"/>
                </a:lnTo>
                <a:lnTo>
                  <a:pt x="787987" y="155076"/>
                </a:lnTo>
                <a:lnTo>
                  <a:pt x="772366" y="93406"/>
                </a:lnTo>
                <a:lnTo>
                  <a:pt x="741310" y="43237"/>
                </a:lnTo>
                <a:lnTo>
                  <a:pt x="696440" y="9951"/>
                </a:lnTo>
                <a:lnTo>
                  <a:pt x="668909" y="0"/>
                </a:lnTo>
                <a:close/>
              </a:path>
              <a:path w="789939" h="379730">
                <a:moveTo>
                  <a:pt x="121031" y="0"/>
                </a:moveTo>
                <a:lnTo>
                  <a:pt x="69373" y="24368"/>
                </a:lnTo>
                <a:lnTo>
                  <a:pt x="31242" y="66548"/>
                </a:lnTo>
                <a:lnTo>
                  <a:pt x="7810" y="122920"/>
                </a:lnTo>
                <a:lnTo>
                  <a:pt x="114" y="187833"/>
                </a:lnTo>
                <a:lnTo>
                  <a:pt x="0" y="189864"/>
                </a:lnTo>
                <a:lnTo>
                  <a:pt x="7810" y="256841"/>
                </a:lnTo>
                <a:lnTo>
                  <a:pt x="31242" y="313055"/>
                </a:lnTo>
                <a:lnTo>
                  <a:pt x="69230" y="355155"/>
                </a:lnTo>
                <a:lnTo>
                  <a:pt x="121031" y="379349"/>
                </a:lnTo>
                <a:lnTo>
                  <a:pt x="125730" y="363982"/>
                </a:lnTo>
                <a:lnTo>
                  <a:pt x="104155" y="354407"/>
                </a:lnTo>
                <a:lnTo>
                  <a:pt x="85534" y="341106"/>
                </a:lnTo>
                <a:lnTo>
                  <a:pt x="57150" y="303275"/>
                </a:lnTo>
                <a:lnTo>
                  <a:pt x="40179" y="251650"/>
                </a:lnTo>
                <a:lnTo>
                  <a:pt x="34629" y="189864"/>
                </a:lnTo>
                <a:lnTo>
                  <a:pt x="34544" y="187833"/>
                </a:lnTo>
                <a:lnTo>
                  <a:pt x="35950" y="155449"/>
                </a:lnTo>
                <a:lnTo>
                  <a:pt x="47242" y="99304"/>
                </a:lnTo>
                <a:lnTo>
                  <a:pt x="69911" y="55016"/>
                </a:lnTo>
                <a:lnTo>
                  <a:pt x="104530" y="24969"/>
                </a:lnTo>
                <a:lnTo>
                  <a:pt x="126365" y="15494"/>
                </a:lnTo>
                <a:lnTo>
                  <a:pt x="1210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1812" y="1345945"/>
            <a:ext cx="548767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77850" indent="-52705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577850" algn="l"/>
                <a:tab pos="1933575" algn="l"/>
                <a:tab pos="4149725" algn="l"/>
              </a:tabLst>
            </a:pPr>
            <a:r>
              <a:rPr sz="3200" dirty="0">
                <a:latin typeface="Cambria Math"/>
                <a:cs typeface="Cambria Math"/>
              </a:rPr>
              <a:t>𝑃</a:t>
            </a:r>
            <a:r>
              <a:rPr sz="3200" spc="680" dirty="0">
                <a:latin typeface="Cambria Math"/>
                <a:cs typeface="Cambria Math"/>
              </a:rPr>
              <a:t> </a:t>
            </a:r>
            <a:r>
              <a:rPr sz="3200" spc="-25" dirty="0">
                <a:latin typeface="Cambria Math"/>
                <a:cs typeface="Cambria Math"/>
              </a:rPr>
              <a:t>𝑌𝑒𝑠</a:t>
            </a:r>
            <a:r>
              <a:rPr sz="3200" dirty="0">
                <a:latin typeface="Cambria Math"/>
                <a:cs typeface="Cambria Math"/>
              </a:rPr>
              <a:t>	=</a:t>
            </a:r>
            <a:r>
              <a:rPr sz="3200" spc="80" dirty="0">
                <a:latin typeface="Cambria Math"/>
                <a:cs typeface="Cambria Math"/>
              </a:rPr>
              <a:t>  </a:t>
            </a:r>
            <a:r>
              <a:rPr sz="3450" baseline="45893" dirty="0">
                <a:latin typeface="Cambria Math"/>
                <a:cs typeface="Cambria Math"/>
              </a:rPr>
              <a:t>9</a:t>
            </a:r>
            <a:r>
              <a:rPr sz="3450" spc="179" baseline="45893" dirty="0">
                <a:latin typeface="Cambria Math"/>
                <a:cs typeface="Cambria Math"/>
              </a:rPr>
              <a:t>  </a:t>
            </a:r>
            <a:r>
              <a:rPr sz="3200" spc="-10" dirty="0">
                <a:latin typeface="Cambria Math"/>
                <a:cs typeface="Cambria Math"/>
              </a:rPr>
              <a:t>,</a:t>
            </a:r>
            <a:r>
              <a:rPr sz="3200" spc="-165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𝑃</a:t>
            </a:r>
            <a:r>
              <a:rPr sz="3200" spc="685" dirty="0">
                <a:latin typeface="Cambria Math"/>
                <a:cs typeface="Cambria Math"/>
              </a:rPr>
              <a:t> </a:t>
            </a:r>
            <a:r>
              <a:rPr sz="3200" spc="-25" dirty="0">
                <a:latin typeface="Cambria Math"/>
                <a:cs typeface="Cambria Math"/>
              </a:rPr>
              <a:t>𝑁𝑜</a:t>
            </a:r>
            <a:r>
              <a:rPr sz="3200" dirty="0">
                <a:latin typeface="Cambria Math"/>
                <a:cs typeface="Cambria Math"/>
              </a:rPr>
              <a:t>	=</a:t>
            </a:r>
            <a:r>
              <a:rPr sz="3200" spc="180" dirty="0">
                <a:latin typeface="Cambria Math"/>
                <a:cs typeface="Cambria Math"/>
              </a:rPr>
              <a:t> </a:t>
            </a:r>
            <a:r>
              <a:rPr sz="3200" spc="-20" dirty="0">
                <a:latin typeface="Cambria Math"/>
                <a:cs typeface="Cambria Math"/>
              </a:rPr>
              <a:t>5/14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4052" y="2320607"/>
            <a:ext cx="7800975" cy="754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865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Today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(Sunny,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Hot,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Normal,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False)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ts val="2865"/>
              </a:lnSpc>
            </a:pPr>
            <a:r>
              <a:rPr sz="2400" dirty="0">
                <a:latin typeface="Times New Roman"/>
                <a:cs typeface="Times New Roman"/>
              </a:rPr>
              <a:t>Let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Today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Sunny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𝑋</a:t>
            </a:r>
            <a:r>
              <a:rPr sz="2550" baseline="-16339" dirty="0">
                <a:latin typeface="Cambria Math"/>
                <a:cs typeface="Cambria Math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𝑋</a:t>
            </a:r>
            <a:r>
              <a:rPr sz="2550" baseline="-16339" dirty="0">
                <a:latin typeface="Cambria Math"/>
                <a:cs typeface="Cambria Math"/>
              </a:rPr>
              <a:t>2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dirty="0">
                <a:latin typeface="Times New Roman"/>
                <a:cs typeface="Times New Roman"/>
              </a:rPr>
              <a:t>Normal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𝑋</a:t>
            </a:r>
            <a:r>
              <a:rPr sz="2550" baseline="-16339" dirty="0">
                <a:latin typeface="Cambria Math"/>
                <a:cs typeface="Cambria Math"/>
              </a:rPr>
              <a:t>3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dirty="0">
                <a:latin typeface="Times New Roman"/>
                <a:cs typeface="Times New Roman"/>
              </a:rPr>
              <a:t>False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50" dirty="0">
                <a:latin typeface="Cambria Math"/>
                <a:cs typeface="Cambria Math"/>
              </a:rPr>
              <a:t>  </a:t>
            </a:r>
            <a:r>
              <a:rPr sz="2400" spc="-25" dirty="0">
                <a:latin typeface="Cambria Math"/>
                <a:cs typeface="Cambria Math"/>
              </a:rPr>
              <a:t>𝑋</a:t>
            </a:r>
            <a:r>
              <a:rPr sz="2550" spc="-37" baseline="-16339" dirty="0">
                <a:latin typeface="Cambria Math"/>
                <a:cs typeface="Cambria Math"/>
              </a:rPr>
              <a:t>4</a:t>
            </a:r>
            <a:endParaRPr sz="2550" baseline="-16339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83180" y="3815841"/>
            <a:ext cx="1733550" cy="19050"/>
          </a:xfrm>
          <a:custGeom>
            <a:avLst/>
            <a:gdLst/>
            <a:ahLst/>
            <a:cxnLst/>
            <a:rect l="l" t="t" r="r" b="b"/>
            <a:pathLst>
              <a:path w="1733550" h="19050">
                <a:moveTo>
                  <a:pt x="1733549" y="0"/>
                </a:moveTo>
                <a:lnTo>
                  <a:pt x="0" y="0"/>
                </a:lnTo>
                <a:lnTo>
                  <a:pt x="0" y="19049"/>
                </a:lnTo>
                <a:lnTo>
                  <a:pt x="1733549" y="19049"/>
                </a:lnTo>
                <a:lnTo>
                  <a:pt x="17335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2480" y="3815841"/>
            <a:ext cx="2743200" cy="19050"/>
          </a:xfrm>
          <a:custGeom>
            <a:avLst/>
            <a:gdLst/>
            <a:ahLst/>
            <a:cxnLst/>
            <a:rect l="l" t="t" r="r" b="b"/>
            <a:pathLst>
              <a:path w="2743200" h="19050">
                <a:moveTo>
                  <a:pt x="2743200" y="0"/>
                </a:moveTo>
                <a:lnTo>
                  <a:pt x="0" y="0"/>
                </a:lnTo>
                <a:lnTo>
                  <a:pt x="0" y="19049"/>
                </a:lnTo>
                <a:lnTo>
                  <a:pt x="2743200" y="19049"/>
                </a:lnTo>
                <a:lnTo>
                  <a:pt x="2743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1352" y="3505517"/>
            <a:ext cx="6553834" cy="621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60450" algn="ctr">
              <a:lnSpc>
                <a:spcPts val="1375"/>
              </a:lnSpc>
              <a:spcBef>
                <a:spcPts val="125"/>
              </a:spcBef>
              <a:tabLst>
                <a:tab pos="3080385" algn="l"/>
              </a:tabLst>
            </a:pPr>
            <a:r>
              <a:rPr sz="1700" spc="70" dirty="0">
                <a:latin typeface="Cambria Math"/>
                <a:cs typeface="Cambria Math"/>
              </a:rPr>
              <a:t>𝑃(𝑋/𝑌𝑒𝑠)</a:t>
            </a:r>
            <a:r>
              <a:rPr sz="1700" spc="45" dirty="0">
                <a:latin typeface="Cambria Math"/>
                <a:cs typeface="Cambria Math"/>
              </a:rPr>
              <a:t> </a:t>
            </a:r>
            <a:r>
              <a:rPr sz="1700" spc="60" dirty="0">
                <a:latin typeface="Cambria Math"/>
                <a:cs typeface="Cambria Math"/>
              </a:rPr>
              <a:t>𝑃(𝑌𝑒𝑠)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55" dirty="0">
                <a:latin typeface="Cambria Math"/>
                <a:cs typeface="Cambria Math"/>
              </a:rPr>
              <a:t>𝑃(𝑋</a:t>
            </a:r>
            <a:r>
              <a:rPr sz="2100" spc="82" baseline="-13888" dirty="0">
                <a:latin typeface="Cambria Math"/>
                <a:cs typeface="Cambria Math"/>
              </a:rPr>
              <a:t>1</a:t>
            </a:r>
            <a:r>
              <a:rPr sz="1700" spc="55" dirty="0">
                <a:latin typeface="Cambria Math"/>
                <a:cs typeface="Cambria Math"/>
              </a:rPr>
              <a:t>,𝑋</a:t>
            </a:r>
            <a:r>
              <a:rPr sz="2100" spc="82" baseline="-13888" dirty="0">
                <a:latin typeface="Cambria Math"/>
                <a:cs typeface="Cambria Math"/>
              </a:rPr>
              <a:t>2</a:t>
            </a:r>
            <a:r>
              <a:rPr sz="1700" spc="55" dirty="0">
                <a:latin typeface="Cambria Math"/>
                <a:cs typeface="Cambria Math"/>
              </a:rPr>
              <a:t>,𝑋</a:t>
            </a:r>
            <a:r>
              <a:rPr sz="2100" spc="82" baseline="-13888" dirty="0">
                <a:latin typeface="Cambria Math"/>
                <a:cs typeface="Cambria Math"/>
              </a:rPr>
              <a:t>3</a:t>
            </a:r>
            <a:r>
              <a:rPr sz="1700" spc="55" dirty="0">
                <a:latin typeface="Cambria Math"/>
                <a:cs typeface="Cambria Math"/>
              </a:rPr>
              <a:t>,𝑋</a:t>
            </a:r>
            <a:r>
              <a:rPr sz="2100" spc="82" baseline="-13888" dirty="0">
                <a:latin typeface="Cambria Math"/>
                <a:cs typeface="Cambria Math"/>
              </a:rPr>
              <a:t>4</a:t>
            </a:r>
            <a:r>
              <a:rPr sz="1700" spc="55" dirty="0">
                <a:latin typeface="Cambria Math"/>
                <a:cs typeface="Cambria Math"/>
              </a:rPr>
              <a:t>/𝑌𝑒𝑠)</a:t>
            </a:r>
            <a:r>
              <a:rPr sz="1700" spc="105" dirty="0">
                <a:latin typeface="Cambria Math"/>
                <a:cs typeface="Cambria Math"/>
              </a:rPr>
              <a:t> </a:t>
            </a:r>
            <a:r>
              <a:rPr sz="1700" spc="60" dirty="0">
                <a:latin typeface="Cambria Math"/>
                <a:cs typeface="Cambria Math"/>
              </a:rPr>
              <a:t>𝑃(𝑌𝑒𝑠)</a:t>
            </a:r>
            <a:endParaRPr sz="1700">
              <a:latin typeface="Cambria Math"/>
              <a:cs typeface="Cambria Math"/>
            </a:endParaRPr>
          </a:p>
          <a:p>
            <a:pPr marL="50800">
              <a:lnSpc>
                <a:spcPts val="1730"/>
              </a:lnSpc>
              <a:tabLst>
                <a:tab pos="3224530" algn="l"/>
                <a:tab pos="6274435" algn="l"/>
              </a:tabLst>
            </a:pPr>
            <a:r>
              <a:rPr sz="2400" spc="-20" dirty="0">
                <a:latin typeface="Calibri"/>
                <a:cs typeface="Calibri"/>
              </a:rPr>
              <a:t>P(Yes/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X)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=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=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  <a:p>
            <a:pPr marL="1060450" algn="ctr">
              <a:lnSpc>
                <a:spcPts val="1555"/>
              </a:lnSpc>
              <a:tabLst>
                <a:tab pos="3080385" algn="l"/>
              </a:tabLst>
            </a:pPr>
            <a:r>
              <a:rPr sz="1700" spc="50" dirty="0">
                <a:latin typeface="Cambria Math"/>
                <a:cs typeface="Cambria Math"/>
              </a:rPr>
              <a:t>𝑃(𝑋)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45" dirty="0">
                <a:latin typeface="Cambria Math"/>
                <a:cs typeface="Cambria Math"/>
              </a:rPr>
              <a:t>𝑃(𝑋</a:t>
            </a:r>
            <a:r>
              <a:rPr sz="2100" spc="67" baseline="-13888" dirty="0">
                <a:latin typeface="Cambria Math"/>
                <a:cs typeface="Cambria Math"/>
              </a:rPr>
              <a:t>1</a:t>
            </a:r>
            <a:r>
              <a:rPr sz="1700" spc="45" dirty="0">
                <a:latin typeface="Cambria Math"/>
                <a:cs typeface="Cambria Math"/>
              </a:rPr>
              <a:t>,𝑋</a:t>
            </a:r>
            <a:r>
              <a:rPr sz="2100" spc="67" baseline="-13888" dirty="0">
                <a:latin typeface="Cambria Math"/>
                <a:cs typeface="Cambria Math"/>
              </a:rPr>
              <a:t>2</a:t>
            </a:r>
            <a:r>
              <a:rPr sz="1700" spc="45" dirty="0">
                <a:latin typeface="Cambria Math"/>
                <a:cs typeface="Cambria Math"/>
              </a:rPr>
              <a:t>,𝑋</a:t>
            </a:r>
            <a:r>
              <a:rPr sz="2100" spc="67" baseline="-13888" dirty="0">
                <a:latin typeface="Cambria Math"/>
                <a:cs typeface="Cambria Math"/>
              </a:rPr>
              <a:t>3</a:t>
            </a:r>
            <a:r>
              <a:rPr sz="1700" spc="45" dirty="0">
                <a:latin typeface="Cambria Math"/>
                <a:cs typeface="Cambria Math"/>
              </a:rPr>
              <a:t>,𝑋</a:t>
            </a:r>
            <a:r>
              <a:rPr sz="2100" spc="67" baseline="-13888" dirty="0">
                <a:latin typeface="Cambria Math"/>
                <a:cs typeface="Cambria Math"/>
              </a:rPr>
              <a:t>4</a:t>
            </a:r>
            <a:r>
              <a:rPr sz="1700" spc="45" dirty="0">
                <a:latin typeface="Cambria Math"/>
                <a:cs typeface="Cambria Math"/>
              </a:rPr>
              <a:t>)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26681" y="3815841"/>
            <a:ext cx="3505200" cy="19050"/>
          </a:xfrm>
          <a:custGeom>
            <a:avLst/>
            <a:gdLst/>
            <a:ahLst/>
            <a:cxnLst/>
            <a:rect l="l" t="t" r="r" b="b"/>
            <a:pathLst>
              <a:path w="3505200" h="19050">
                <a:moveTo>
                  <a:pt x="3505200" y="0"/>
                </a:moveTo>
                <a:lnTo>
                  <a:pt x="0" y="0"/>
                </a:lnTo>
                <a:lnTo>
                  <a:pt x="0" y="19049"/>
                </a:lnTo>
                <a:lnTo>
                  <a:pt x="3505200" y="19049"/>
                </a:lnTo>
                <a:lnTo>
                  <a:pt x="3505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218933" y="3417189"/>
            <a:ext cx="167640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10" dirty="0">
                <a:latin typeface="Cambria Math"/>
                <a:cs typeface="Cambria Math"/>
              </a:rPr>
              <a:t>𝑃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394702" y="3400551"/>
            <a:ext cx="499745" cy="361950"/>
          </a:xfrm>
          <a:custGeom>
            <a:avLst/>
            <a:gdLst/>
            <a:ahLst/>
            <a:cxnLst/>
            <a:rect l="l" t="t" r="r" b="b"/>
            <a:pathLst>
              <a:path w="499745" h="361950">
                <a:moveTo>
                  <a:pt x="81407" y="8636"/>
                </a:moveTo>
                <a:lnTo>
                  <a:pt x="45859" y="25831"/>
                </a:lnTo>
                <a:lnTo>
                  <a:pt x="21082" y="66802"/>
                </a:lnTo>
                <a:lnTo>
                  <a:pt x="5245" y="119557"/>
                </a:lnTo>
                <a:lnTo>
                  <a:pt x="0" y="180606"/>
                </a:lnTo>
                <a:lnTo>
                  <a:pt x="1270" y="211112"/>
                </a:lnTo>
                <a:lnTo>
                  <a:pt x="1308" y="212064"/>
                </a:lnTo>
                <a:lnTo>
                  <a:pt x="11836" y="268935"/>
                </a:lnTo>
                <a:lnTo>
                  <a:pt x="32550" y="316992"/>
                </a:lnTo>
                <a:lnTo>
                  <a:pt x="60985" y="350494"/>
                </a:lnTo>
                <a:lnTo>
                  <a:pt x="77978" y="361442"/>
                </a:lnTo>
                <a:lnTo>
                  <a:pt x="81407" y="352806"/>
                </a:lnTo>
                <a:lnTo>
                  <a:pt x="67805" y="341884"/>
                </a:lnTo>
                <a:lnTo>
                  <a:pt x="55791" y="327583"/>
                </a:lnTo>
                <a:lnTo>
                  <a:pt x="36576" y="288925"/>
                </a:lnTo>
                <a:lnTo>
                  <a:pt x="24396" y="239229"/>
                </a:lnTo>
                <a:lnTo>
                  <a:pt x="20320" y="180848"/>
                </a:lnTo>
                <a:lnTo>
                  <a:pt x="21336" y="150114"/>
                </a:lnTo>
                <a:lnTo>
                  <a:pt x="29527" y="95732"/>
                </a:lnTo>
                <a:lnTo>
                  <a:pt x="45631" y="51320"/>
                </a:lnTo>
                <a:lnTo>
                  <a:pt x="67970" y="19596"/>
                </a:lnTo>
                <a:lnTo>
                  <a:pt x="81407" y="8636"/>
                </a:lnTo>
                <a:close/>
              </a:path>
              <a:path w="499745" h="361950">
                <a:moveTo>
                  <a:pt x="413004" y="177165"/>
                </a:moveTo>
                <a:lnTo>
                  <a:pt x="89154" y="177165"/>
                </a:lnTo>
                <a:lnTo>
                  <a:pt x="89154" y="196215"/>
                </a:lnTo>
                <a:lnTo>
                  <a:pt x="413004" y="196215"/>
                </a:lnTo>
                <a:lnTo>
                  <a:pt x="413004" y="177165"/>
                </a:lnTo>
                <a:close/>
              </a:path>
              <a:path w="499745" h="361950">
                <a:moveTo>
                  <a:pt x="499491" y="180606"/>
                </a:moveTo>
                <a:lnTo>
                  <a:pt x="498195" y="150114"/>
                </a:lnTo>
                <a:lnTo>
                  <a:pt x="498157" y="149047"/>
                </a:lnTo>
                <a:lnTo>
                  <a:pt x="494169" y="119557"/>
                </a:lnTo>
                <a:lnTo>
                  <a:pt x="478282" y="66802"/>
                </a:lnTo>
                <a:lnTo>
                  <a:pt x="453542" y="25831"/>
                </a:lnTo>
                <a:lnTo>
                  <a:pt x="421386" y="0"/>
                </a:lnTo>
                <a:lnTo>
                  <a:pt x="417957" y="8636"/>
                </a:lnTo>
                <a:lnTo>
                  <a:pt x="431406" y="19596"/>
                </a:lnTo>
                <a:lnTo>
                  <a:pt x="443357" y="33820"/>
                </a:lnTo>
                <a:lnTo>
                  <a:pt x="462661" y="72136"/>
                </a:lnTo>
                <a:lnTo>
                  <a:pt x="474941" y="121729"/>
                </a:lnTo>
                <a:lnTo>
                  <a:pt x="479031" y="180606"/>
                </a:lnTo>
                <a:lnTo>
                  <a:pt x="479044" y="180848"/>
                </a:lnTo>
                <a:lnTo>
                  <a:pt x="474954" y="239229"/>
                </a:lnTo>
                <a:lnTo>
                  <a:pt x="462788" y="288925"/>
                </a:lnTo>
                <a:lnTo>
                  <a:pt x="443458" y="327583"/>
                </a:lnTo>
                <a:lnTo>
                  <a:pt x="417957" y="352806"/>
                </a:lnTo>
                <a:lnTo>
                  <a:pt x="421386" y="361442"/>
                </a:lnTo>
                <a:lnTo>
                  <a:pt x="453542" y="335686"/>
                </a:lnTo>
                <a:lnTo>
                  <a:pt x="478282" y="294386"/>
                </a:lnTo>
                <a:lnTo>
                  <a:pt x="494169" y="241490"/>
                </a:lnTo>
                <a:lnTo>
                  <a:pt x="499478" y="180848"/>
                </a:lnTo>
                <a:lnTo>
                  <a:pt x="499491" y="1806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083169" y="3400551"/>
            <a:ext cx="499745" cy="361950"/>
          </a:xfrm>
          <a:custGeom>
            <a:avLst/>
            <a:gdLst/>
            <a:ahLst/>
            <a:cxnLst/>
            <a:rect l="l" t="t" r="r" b="b"/>
            <a:pathLst>
              <a:path w="499745" h="361950">
                <a:moveTo>
                  <a:pt x="81534" y="8636"/>
                </a:moveTo>
                <a:lnTo>
                  <a:pt x="45910" y="25831"/>
                </a:lnTo>
                <a:lnTo>
                  <a:pt x="21082" y="66802"/>
                </a:lnTo>
                <a:lnTo>
                  <a:pt x="5295" y="119557"/>
                </a:lnTo>
                <a:lnTo>
                  <a:pt x="0" y="180606"/>
                </a:lnTo>
                <a:lnTo>
                  <a:pt x="1282" y="211112"/>
                </a:lnTo>
                <a:lnTo>
                  <a:pt x="1320" y="212064"/>
                </a:lnTo>
                <a:lnTo>
                  <a:pt x="11887" y="268935"/>
                </a:lnTo>
                <a:lnTo>
                  <a:pt x="32575" y="316992"/>
                </a:lnTo>
                <a:lnTo>
                  <a:pt x="61048" y="350494"/>
                </a:lnTo>
                <a:lnTo>
                  <a:pt x="77978" y="361442"/>
                </a:lnTo>
                <a:lnTo>
                  <a:pt x="81534" y="352806"/>
                </a:lnTo>
                <a:lnTo>
                  <a:pt x="67932" y="341884"/>
                </a:lnTo>
                <a:lnTo>
                  <a:pt x="55905" y="327583"/>
                </a:lnTo>
                <a:lnTo>
                  <a:pt x="36576" y="288925"/>
                </a:lnTo>
                <a:lnTo>
                  <a:pt x="24460" y="239229"/>
                </a:lnTo>
                <a:lnTo>
                  <a:pt x="20447" y="180848"/>
                </a:lnTo>
                <a:lnTo>
                  <a:pt x="21463" y="150114"/>
                </a:lnTo>
                <a:lnTo>
                  <a:pt x="29603" y="95732"/>
                </a:lnTo>
                <a:lnTo>
                  <a:pt x="45643" y="51320"/>
                </a:lnTo>
                <a:lnTo>
                  <a:pt x="68072" y="19596"/>
                </a:lnTo>
                <a:lnTo>
                  <a:pt x="81534" y="8636"/>
                </a:lnTo>
                <a:close/>
              </a:path>
              <a:path w="499745" h="361950">
                <a:moveTo>
                  <a:pt x="410337" y="177165"/>
                </a:moveTo>
                <a:lnTo>
                  <a:pt x="86487" y="177165"/>
                </a:lnTo>
                <a:lnTo>
                  <a:pt x="86487" y="196215"/>
                </a:lnTo>
                <a:lnTo>
                  <a:pt x="410337" y="196215"/>
                </a:lnTo>
                <a:lnTo>
                  <a:pt x="410337" y="177165"/>
                </a:lnTo>
                <a:close/>
              </a:path>
              <a:path w="499745" h="361950">
                <a:moveTo>
                  <a:pt x="499491" y="180606"/>
                </a:moveTo>
                <a:lnTo>
                  <a:pt x="494233" y="119557"/>
                </a:lnTo>
                <a:lnTo>
                  <a:pt x="478409" y="66802"/>
                </a:lnTo>
                <a:lnTo>
                  <a:pt x="453605" y="25831"/>
                </a:lnTo>
                <a:lnTo>
                  <a:pt x="421386" y="0"/>
                </a:lnTo>
                <a:lnTo>
                  <a:pt x="417957" y="8636"/>
                </a:lnTo>
                <a:lnTo>
                  <a:pt x="431457" y="19596"/>
                </a:lnTo>
                <a:lnTo>
                  <a:pt x="443420" y="33820"/>
                </a:lnTo>
                <a:lnTo>
                  <a:pt x="462788" y="72136"/>
                </a:lnTo>
                <a:lnTo>
                  <a:pt x="475005" y="121729"/>
                </a:lnTo>
                <a:lnTo>
                  <a:pt x="477913" y="149047"/>
                </a:lnTo>
                <a:lnTo>
                  <a:pt x="478028" y="150114"/>
                </a:lnTo>
                <a:lnTo>
                  <a:pt x="479031" y="180606"/>
                </a:lnTo>
                <a:lnTo>
                  <a:pt x="479044" y="180848"/>
                </a:lnTo>
                <a:lnTo>
                  <a:pt x="478040" y="211112"/>
                </a:lnTo>
                <a:lnTo>
                  <a:pt x="469988" y="265163"/>
                </a:lnTo>
                <a:lnTo>
                  <a:pt x="454025" y="309930"/>
                </a:lnTo>
                <a:lnTo>
                  <a:pt x="431546" y="341884"/>
                </a:lnTo>
                <a:lnTo>
                  <a:pt x="417957" y="352806"/>
                </a:lnTo>
                <a:lnTo>
                  <a:pt x="421386" y="361442"/>
                </a:lnTo>
                <a:lnTo>
                  <a:pt x="453605" y="335686"/>
                </a:lnTo>
                <a:lnTo>
                  <a:pt x="478409" y="294386"/>
                </a:lnTo>
                <a:lnTo>
                  <a:pt x="494233" y="241490"/>
                </a:lnTo>
                <a:lnTo>
                  <a:pt x="499478" y="180848"/>
                </a:lnTo>
                <a:lnTo>
                  <a:pt x="499491" y="1806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470140" y="3324542"/>
            <a:ext cx="10420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739140" algn="l"/>
              </a:tabLst>
            </a:pPr>
            <a:r>
              <a:rPr sz="1400" spc="120" dirty="0">
                <a:latin typeface="Cambria Math"/>
                <a:cs typeface="Cambria Math"/>
              </a:rPr>
              <a:t>𝑋</a:t>
            </a:r>
            <a:r>
              <a:rPr sz="2100" spc="179" baseline="-13888" dirty="0">
                <a:latin typeface="Cambria Math"/>
                <a:cs typeface="Cambria Math"/>
              </a:rPr>
              <a:t>1</a:t>
            </a:r>
            <a:r>
              <a:rPr sz="2100" baseline="-13888" dirty="0">
                <a:latin typeface="Cambria Math"/>
                <a:cs typeface="Cambria Math"/>
              </a:rPr>
              <a:t>	</a:t>
            </a:r>
            <a:r>
              <a:rPr sz="1400" spc="110" dirty="0">
                <a:latin typeface="Cambria Math"/>
                <a:cs typeface="Cambria Math"/>
              </a:rPr>
              <a:t>𝑋</a:t>
            </a:r>
            <a:r>
              <a:rPr sz="2100" spc="165" baseline="-13888" dirty="0">
                <a:latin typeface="Cambria Math"/>
                <a:cs typeface="Cambria Math"/>
              </a:rPr>
              <a:t>2</a:t>
            </a:r>
            <a:endParaRPr sz="2100" baseline="-13888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71763" y="3400551"/>
            <a:ext cx="499745" cy="361950"/>
          </a:xfrm>
          <a:custGeom>
            <a:avLst/>
            <a:gdLst/>
            <a:ahLst/>
            <a:cxnLst/>
            <a:rect l="l" t="t" r="r" b="b"/>
            <a:pathLst>
              <a:path w="499745" h="361950">
                <a:moveTo>
                  <a:pt x="81407" y="8636"/>
                </a:moveTo>
                <a:lnTo>
                  <a:pt x="45859" y="25831"/>
                </a:lnTo>
                <a:lnTo>
                  <a:pt x="21082" y="66802"/>
                </a:lnTo>
                <a:lnTo>
                  <a:pt x="5245" y="119557"/>
                </a:lnTo>
                <a:lnTo>
                  <a:pt x="0" y="180606"/>
                </a:lnTo>
                <a:lnTo>
                  <a:pt x="1270" y="211112"/>
                </a:lnTo>
                <a:lnTo>
                  <a:pt x="1308" y="212064"/>
                </a:lnTo>
                <a:lnTo>
                  <a:pt x="11836" y="268935"/>
                </a:lnTo>
                <a:lnTo>
                  <a:pt x="32550" y="316992"/>
                </a:lnTo>
                <a:lnTo>
                  <a:pt x="60985" y="350494"/>
                </a:lnTo>
                <a:lnTo>
                  <a:pt x="77978" y="361442"/>
                </a:lnTo>
                <a:lnTo>
                  <a:pt x="81407" y="352806"/>
                </a:lnTo>
                <a:lnTo>
                  <a:pt x="67805" y="341884"/>
                </a:lnTo>
                <a:lnTo>
                  <a:pt x="55791" y="327583"/>
                </a:lnTo>
                <a:lnTo>
                  <a:pt x="36576" y="288925"/>
                </a:lnTo>
                <a:lnTo>
                  <a:pt x="24396" y="239229"/>
                </a:lnTo>
                <a:lnTo>
                  <a:pt x="20320" y="180848"/>
                </a:lnTo>
                <a:lnTo>
                  <a:pt x="21336" y="150114"/>
                </a:lnTo>
                <a:lnTo>
                  <a:pt x="29527" y="95732"/>
                </a:lnTo>
                <a:lnTo>
                  <a:pt x="45631" y="51320"/>
                </a:lnTo>
                <a:lnTo>
                  <a:pt x="67970" y="19596"/>
                </a:lnTo>
                <a:lnTo>
                  <a:pt x="81407" y="8636"/>
                </a:lnTo>
                <a:close/>
              </a:path>
              <a:path w="499745" h="361950">
                <a:moveTo>
                  <a:pt x="417068" y="177165"/>
                </a:moveTo>
                <a:lnTo>
                  <a:pt x="93218" y="177165"/>
                </a:lnTo>
                <a:lnTo>
                  <a:pt x="93218" y="196215"/>
                </a:lnTo>
                <a:lnTo>
                  <a:pt x="417068" y="196215"/>
                </a:lnTo>
                <a:lnTo>
                  <a:pt x="417068" y="177165"/>
                </a:lnTo>
                <a:close/>
              </a:path>
              <a:path w="499745" h="361950">
                <a:moveTo>
                  <a:pt x="499491" y="180606"/>
                </a:moveTo>
                <a:lnTo>
                  <a:pt x="498195" y="150114"/>
                </a:lnTo>
                <a:lnTo>
                  <a:pt x="498157" y="149047"/>
                </a:lnTo>
                <a:lnTo>
                  <a:pt x="494169" y="119557"/>
                </a:lnTo>
                <a:lnTo>
                  <a:pt x="478282" y="66802"/>
                </a:lnTo>
                <a:lnTo>
                  <a:pt x="453542" y="25831"/>
                </a:lnTo>
                <a:lnTo>
                  <a:pt x="421386" y="0"/>
                </a:lnTo>
                <a:lnTo>
                  <a:pt x="417957" y="8636"/>
                </a:lnTo>
                <a:lnTo>
                  <a:pt x="431406" y="19596"/>
                </a:lnTo>
                <a:lnTo>
                  <a:pt x="443357" y="33820"/>
                </a:lnTo>
                <a:lnTo>
                  <a:pt x="462661" y="72136"/>
                </a:lnTo>
                <a:lnTo>
                  <a:pt x="474941" y="121729"/>
                </a:lnTo>
                <a:lnTo>
                  <a:pt x="479031" y="180606"/>
                </a:lnTo>
                <a:lnTo>
                  <a:pt x="479044" y="180848"/>
                </a:lnTo>
                <a:lnTo>
                  <a:pt x="474954" y="239229"/>
                </a:lnTo>
                <a:lnTo>
                  <a:pt x="462788" y="288925"/>
                </a:lnTo>
                <a:lnTo>
                  <a:pt x="443458" y="327583"/>
                </a:lnTo>
                <a:lnTo>
                  <a:pt x="417957" y="352806"/>
                </a:lnTo>
                <a:lnTo>
                  <a:pt x="421386" y="361442"/>
                </a:lnTo>
                <a:lnTo>
                  <a:pt x="453542" y="335686"/>
                </a:lnTo>
                <a:lnTo>
                  <a:pt x="478282" y="294386"/>
                </a:lnTo>
                <a:lnTo>
                  <a:pt x="494169" y="241490"/>
                </a:lnTo>
                <a:lnTo>
                  <a:pt x="499478" y="180848"/>
                </a:lnTo>
                <a:lnTo>
                  <a:pt x="499491" y="1806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908035" y="3417189"/>
            <a:ext cx="1545590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01675" algn="l"/>
                <a:tab pos="1390650" algn="l"/>
              </a:tabLst>
            </a:pPr>
            <a:r>
              <a:rPr sz="1700" spc="10" dirty="0">
                <a:latin typeface="Cambria Math"/>
                <a:cs typeface="Cambria Math"/>
              </a:rPr>
              <a:t>𝑃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10" dirty="0">
                <a:latin typeface="Cambria Math"/>
                <a:cs typeface="Cambria Math"/>
              </a:rPr>
              <a:t>𝑃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10" dirty="0">
                <a:latin typeface="Cambria Math"/>
                <a:cs typeface="Cambria Math"/>
              </a:rPr>
              <a:t>𝑃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60230" y="3400551"/>
            <a:ext cx="499745" cy="361950"/>
          </a:xfrm>
          <a:custGeom>
            <a:avLst/>
            <a:gdLst/>
            <a:ahLst/>
            <a:cxnLst/>
            <a:rect l="l" t="t" r="r" b="b"/>
            <a:pathLst>
              <a:path w="499745" h="361950">
                <a:moveTo>
                  <a:pt x="81534" y="8636"/>
                </a:moveTo>
                <a:lnTo>
                  <a:pt x="45910" y="25831"/>
                </a:lnTo>
                <a:lnTo>
                  <a:pt x="21082" y="66802"/>
                </a:lnTo>
                <a:lnTo>
                  <a:pt x="5295" y="119557"/>
                </a:lnTo>
                <a:lnTo>
                  <a:pt x="0" y="180606"/>
                </a:lnTo>
                <a:lnTo>
                  <a:pt x="1282" y="211112"/>
                </a:lnTo>
                <a:lnTo>
                  <a:pt x="1320" y="212064"/>
                </a:lnTo>
                <a:lnTo>
                  <a:pt x="11887" y="268935"/>
                </a:lnTo>
                <a:lnTo>
                  <a:pt x="32575" y="316992"/>
                </a:lnTo>
                <a:lnTo>
                  <a:pt x="61048" y="350494"/>
                </a:lnTo>
                <a:lnTo>
                  <a:pt x="77978" y="361442"/>
                </a:lnTo>
                <a:lnTo>
                  <a:pt x="81534" y="352806"/>
                </a:lnTo>
                <a:lnTo>
                  <a:pt x="67932" y="341884"/>
                </a:lnTo>
                <a:lnTo>
                  <a:pt x="55905" y="327583"/>
                </a:lnTo>
                <a:lnTo>
                  <a:pt x="36576" y="288925"/>
                </a:lnTo>
                <a:lnTo>
                  <a:pt x="24460" y="239229"/>
                </a:lnTo>
                <a:lnTo>
                  <a:pt x="20447" y="180848"/>
                </a:lnTo>
                <a:lnTo>
                  <a:pt x="21463" y="150114"/>
                </a:lnTo>
                <a:lnTo>
                  <a:pt x="29603" y="95732"/>
                </a:lnTo>
                <a:lnTo>
                  <a:pt x="45643" y="51320"/>
                </a:lnTo>
                <a:lnTo>
                  <a:pt x="68072" y="19596"/>
                </a:lnTo>
                <a:lnTo>
                  <a:pt x="81534" y="8636"/>
                </a:lnTo>
                <a:close/>
              </a:path>
              <a:path w="499745" h="361950">
                <a:moveTo>
                  <a:pt x="414401" y="177165"/>
                </a:moveTo>
                <a:lnTo>
                  <a:pt x="90551" y="177165"/>
                </a:lnTo>
                <a:lnTo>
                  <a:pt x="90551" y="196215"/>
                </a:lnTo>
                <a:lnTo>
                  <a:pt x="414401" y="196215"/>
                </a:lnTo>
                <a:lnTo>
                  <a:pt x="414401" y="177165"/>
                </a:lnTo>
                <a:close/>
              </a:path>
              <a:path w="499745" h="361950">
                <a:moveTo>
                  <a:pt x="499491" y="180606"/>
                </a:moveTo>
                <a:lnTo>
                  <a:pt x="494233" y="119557"/>
                </a:lnTo>
                <a:lnTo>
                  <a:pt x="478409" y="66802"/>
                </a:lnTo>
                <a:lnTo>
                  <a:pt x="453555" y="25831"/>
                </a:lnTo>
                <a:lnTo>
                  <a:pt x="421386" y="0"/>
                </a:lnTo>
                <a:lnTo>
                  <a:pt x="417957" y="8636"/>
                </a:lnTo>
                <a:lnTo>
                  <a:pt x="431457" y="19596"/>
                </a:lnTo>
                <a:lnTo>
                  <a:pt x="443407" y="33820"/>
                </a:lnTo>
                <a:lnTo>
                  <a:pt x="462788" y="72136"/>
                </a:lnTo>
                <a:lnTo>
                  <a:pt x="475005" y="121729"/>
                </a:lnTo>
                <a:lnTo>
                  <a:pt x="477913" y="149047"/>
                </a:lnTo>
                <a:lnTo>
                  <a:pt x="478028" y="150114"/>
                </a:lnTo>
                <a:lnTo>
                  <a:pt x="479031" y="180606"/>
                </a:lnTo>
                <a:lnTo>
                  <a:pt x="479044" y="180848"/>
                </a:lnTo>
                <a:lnTo>
                  <a:pt x="478040" y="211112"/>
                </a:lnTo>
                <a:lnTo>
                  <a:pt x="469988" y="265163"/>
                </a:lnTo>
                <a:lnTo>
                  <a:pt x="454025" y="309930"/>
                </a:lnTo>
                <a:lnTo>
                  <a:pt x="431546" y="341884"/>
                </a:lnTo>
                <a:lnTo>
                  <a:pt x="417957" y="352806"/>
                </a:lnTo>
                <a:lnTo>
                  <a:pt x="421386" y="361442"/>
                </a:lnTo>
                <a:lnTo>
                  <a:pt x="453555" y="335686"/>
                </a:lnTo>
                <a:lnTo>
                  <a:pt x="478409" y="294386"/>
                </a:lnTo>
                <a:lnTo>
                  <a:pt x="494233" y="241490"/>
                </a:lnTo>
                <a:lnTo>
                  <a:pt x="499478" y="180848"/>
                </a:lnTo>
                <a:lnTo>
                  <a:pt x="499491" y="1806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848343" y="3324542"/>
            <a:ext cx="104140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739140" algn="l"/>
              </a:tabLst>
            </a:pPr>
            <a:r>
              <a:rPr sz="1400" spc="120" dirty="0">
                <a:latin typeface="Cambria Math"/>
                <a:cs typeface="Cambria Math"/>
              </a:rPr>
              <a:t>𝑋</a:t>
            </a:r>
            <a:r>
              <a:rPr sz="2100" spc="179" baseline="-13888" dirty="0">
                <a:latin typeface="Cambria Math"/>
                <a:cs typeface="Cambria Math"/>
              </a:rPr>
              <a:t>3</a:t>
            </a:r>
            <a:r>
              <a:rPr sz="2100" baseline="-13888" dirty="0">
                <a:latin typeface="Cambria Math"/>
                <a:cs typeface="Cambria Math"/>
              </a:rPr>
              <a:t>	</a:t>
            </a:r>
            <a:r>
              <a:rPr sz="1400" spc="110" dirty="0">
                <a:latin typeface="Cambria Math"/>
                <a:cs typeface="Cambria Math"/>
              </a:rPr>
              <a:t>𝑋</a:t>
            </a:r>
            <a:r>
              <a:rPr sz="2100" spc="165" baseline="-13888" dirty="0">
                <a:latin typeface="Cambria Math"/>
                <a:cs typeface="Cambria Math"/>
              </a:rPr>
              <a:t>4</a:t>
            </a:r>
            <a:endParaRPr sz="2100" baseline="-13888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478141" y="3566731"/>
            <a:ext cx="241173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01040" algn="l"/>
                <a:tab pos="1390015" algn="l"/>
                <a:tab pos="2078989" algn="l"/>
              </a:tabLst>
            </a:pPr>
            <a:r>
              <a:rPr sz="1400" spc="90" dirty="0">
                <a:latin typeface="Cambria Math"/>
                <a:cs typeface="Cambria Math"/>
              </a:rPr>
              <a:t>𝑦𝑒𝑠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90" dirty="0">
                <a:latin typeface="Cambria Math"/>
                <a:cs typeface="Cambria Math"/>
              </a:rPr>
              <a:t>𝑦𝑒𝑠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90" dirty="0">
                <a:latin typeface="Cambria Math"/>
                <a:cs typeface="Cambria Math"/>
              </a:rPr>
              <a:t>𝑦𝑒𝑠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95" dirty="0">
                <a:latin typeface="Cambria Math"/>
                <a:cs typeface="Cambria Math"/>
              </a:rPr>
              <a:t>𝑦𝑒𝑠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75215" y="3417189"/>
            <a:ext cx="777875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50" dirty="0">
                <a:latin typeface="Cambria Math"/>
                <a:cs typeface="Cambria Math"/>
              </a:rPr>
              <a:t>.𝑃(𝑌𝑒𝑠)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95691" y="3838003"/>
            <a:ext cx="158115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700" spc="45" dirty="0">
                <a:latin typeface="Cambria Math"/>
                <a:cs typeface="Cambria Math"/>
              </a:rPr>
              <a:t>𝑃(𝑋</a:t>
            </a:r>
            <a:r>
              <a:rPr sz="2100" spc="67" baseline="-13888" dirty="0">
                <a:latin typeface="Cambria Math"/>
                <a:cs typeface="Cambria Math"/>
              </a:rPr>
              <a:t>1</a:t>
            </a:r>
            <a:r>
              <a:rPr sz="1700" spc="45" dirty="0">
                <a:latin typeface="Cambria Math"/>
                <a:cs typeface="Cambria Math"/>
              </a:rPr>
              <a:t>,𝑋</a:t>
            </a:r>
            <a:r>
              <a:rPr sz="2100" spc="67" baseline="-13888" dirty="0">
                <a:latin typeface="Cambria Math"/>
                <a:cs typeface="Cambria Math"/>
              </a:rPr>
              <a:t>2</a:t>
            </a:r>
            <a:r>
              <a:rPr sz="1700" spc="45" dirty="0">
                <a:latin typeface="Cambria Math"/>
                <a:cs typeface="Cambria Math"/>
              </a:rPr>
              <a:t>,𝑋</a:t>
            </a:r>
            <a:r>
              <a:rPr sz="2100" spc="67" baseline="-13888" dirty="0">
                <a:latin typeface="Cambria Math"/>
                <a:cs typeface="Cambria Math"/>
              </a:rPr>
              <a:t>3</a:t>
            </a:r>
            <a:r>
              <a:rPr sz="1700" spc="45" dirty="0">
                <a:latin typeface="Cambria Math"/>
                <a:cs typeface="Cambria Math"/>
              </a:rPr>
              <a:t>,𝑋</a:t>
            </a:r>
            <a:r>
              <a:rPr sz="2100" spc="67" baseline="-13888" dirty="0">
                <a:latin typeface="Cambria Math"/>
                <a:cs typeface="Cambria Math"/>
              </a:rPr>
              <a:t>4</a:t>
            </a:r>
            <a:r>
              <a:rPr sz="1700" spc="45" dirty="0">
                <a:latin typeface="Cambria Math"/>
                <a:cs typeface="Cambria Math"/>
              </a:rPr>
              <a:t>)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787779" y="4419219"/>
            <a:ext cx="466090" cy="377190"/>
          </a:xfrm>
          <a:custGeom>
            <a:avLst/>
            <a:gdLst/>
            <a:ahLst/>
            <a:cxnLst/>
            <a:rect l="l" t="t" r="r" b="b"/>
            <a:pathLst>
              <a:path w="466089" h="377189">
                <a:moveTo>
                  <a:pt x="85090" y="8890"/>
                </a:moveTo>
                <a:lnTo>
                  <a:pt x="47891" y="26962"/>
                </a:lnTo>
                <a:lnTo>
                  <a:pt x="22098" y="69723"/>
                </a:lnTo>
                <a:lnTo>
                  <a:pt x="5511" y="124714"/>
                </a:lnTo>
                <a:lnTo>
                  <a:pt x="0" y="188468"/>
                </a:lnTo>
                <a:lnTo>
                  <a:pt x="1333" y="220281"/>
                </a:lnTo>
                <a:lnTo>
                  <a:pt x="1371" y="221259"/>
                </a:lnTo>
                <a:lnTo>
                  <a:pt x="12420" y="280644"/>
                </a:lnTo>
                <a:lnTo>
                  <a:pt x="34023" y="330746"/>
                </a:lnTo>
                <a:lnTo>
                  <a:pt x="63690" y="365696"/>
                </a:lnTo>
                <a:lnTo>
                  <a:pt x="81407" y="377063"/>
                </a:lnTo>
                <a:lnTo>
                  <a:pt x="85090" y="368173"/>
                </a:lnTo>
                <a:lnTo>
                  <a:pt x="70866" y="356717"/>
                </a:lnTo>
                <a:lnTo>
                  <a:pt x="58318" y="341782"/>
                </a:lnTo>
                <a:lnTo>
                  <a:pt x="38227" y="301371"/>
                </a:lnTo>
                <a:lnTo>
                  <a:pt x="25539" y="249580"/>
                </a:lnTo>
                <a:lnTo>
                  <a:pt x="22491" y="221259"/>
                </a:lnTo>
                <a:lnTo>
                  <a:pt x="22377" y="220281"/>
                </a:lnTo>
                <a:lnTo>
                  <a:pt x="22402" y="156629"/>
                </a:lnTo>
                <a:lnTo>
                  <a:pt x="30924" y="99860"/>
                </a:lnTo>
                <a:lnTo>
                  <a:pt x="47637" y="53467"/>
                </a:lnTo>
                <a:lnTo>
                  <a:pt x="71018" y="20320"/>
                </a:lnTo>
                <a:lnTo>
                  <a:pt x="85090" y="8890"/>
                </a:lnTo>
                <a:close/>
              </a:path>
              <a:path w="466089" h="377189">
                <a:moveTo>
                  <a:pt x="381127" y="177673"/>
                </a:moveTo>
                <a:lnTo>
                  <a:pt x="95377" y="177673"/>
                </a:lnTo>
                <a:lnTo>
                  <a:pt x="95377" y="196723"/>
                </a:lnTo>
                <a:lnTo>
                  <a:pt x="381127" y="196723"/>
                </a:lnTo>
                <a:lnTo>
                  <a:pt x="381127" y="177673"/>
                </a:lnTo>
                <a:close/>
              </a:path>
              <a:path w="466089" h="377189">
                <a:moveTo>
                  <a:pt x="466090" y="188468"/>
                </a:moveTo>
                <a:lnTo>
                  <a:pt x="460565" y="124726"/>
                </a:lnTo>
                <a:lnTo>
                  <a:pt x="443992" y="69723"/>
                </a:lnTo>
                <a:lnTo>
                  <a:pt x="418172" y="26962"/>
                </a:lnTo>
                <a:lnTo>
                  <a:pt x="384556" y="0"/>
                </a:lnTo>
                <a:lnTo>
                  <a:pt x="381000" y="8890"/>
                </a:lnTo>
                <a:lnTo>
                  <a:pt x="395058" y="20320"/>
                </a:lnTo>
                <a:lnTo>
                  <a:pt x="407555" y="35179"/>
                </a:lnTo>
                <a:lnTo>
                  <a:pt x="427736" y="75184"/>
                </a:lnTo>
                <a:lnTo>
                  <a:pt x="440524" y="127000"/>
                </a:lnTo>
                <a:lnTo>
                  <a:pt x="443572" y="155486"/>
                </a:lnTo>
                <a:lnTo>
                  <a:pt x="443699" y="156629"/>
                </a:lnTo>
                <a:lnTo>
                  <a:pt x="444741" y="188468"/>
                </a:lnTo>
                <a:lnTo>
                  <a:pt x="444754" y="188722"/>
                </a:lnTo>
                <a:lnTo>
                  <a:pt x="443699" y="220281"/>
                </a:lnTo>
                <a:lnTo>
                  <a:pt x="435267" y="276618"/>
                </a:lnTo>
                <a:lnTo>
                  <a:pt x="418566" y="323329"/>
                </a:lnTo>
                <a:lnTo>
                  <a:pt x="395135" y="356717"/>
                </a:lnTo>
                <a:lnTo>
                  <a:pt x="381000" y="368173"/>
                </a:lnTo>
                <a:lnTo>
                  <a:pt x="384556" y="377063"/>
                </a:lnTo>
                <a:lnTo>
                  <a:pt x="418172" y="350240"/>
                </a:lnTo>
                <a:lnTo>
                  <a:pt x="443992" y="307213"/>
                </a:lnTo>
                <a:lnTo>
                  <a:pt x="460552" y="251993"/>
                </a:lnTo>
                <a:lnTo>
                  <a:pt x="466077" y="188722"/>
                </a:lnTo>
                <a:lnTo>
                  <a:pt x="466090" y="18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516251" y="4419219"/>
            <a:ext cx="466090" cy="377190"/>
          </a:xfrm>
          <a:custGeom>
            <a:avLst/>
            <a:gdLst/>
            <a:ahLst/>
            <a:cxnLst/>
            <a:rect l="l" t="t" r="r" b="b"/>
            <a:pathLst>
              <a:path w="466089" h="377189">
                <a:moveTo>
                  <a:pt x="85090" y="8890"/>
                </a:moveTo>
                <a:lnTo>
                  <a:pt x="47891" y="26962"/>
                </a:lnTo>
                <a:lnTo>
                  <a:pt x="22098" y="69723"/>
                </a:lnTo>
                <a:lnTo>
                  <a:pt x="5524" y="124714"/>
                </a:lnTo>
                <a:lnTo>
                  <a:pt x="0" y="188468"/>
                </a:lnTo>
                <a:lnTo>
                  <a:pt x="1333" y="220281"/>
                </a:lnTo>
                <a:lnTo>
                  <a:pt x="1371" y="221259"/>
                </a:lnTo>
                <a:lnTo>
                  <a:pt x="12420" y="280644"/>
                </a:lnTo>
                <a:lnTo>
                  <a:pt x="34023" y="330746"/>
                </a:lnTo>
                <a:lnTo>
                  <a:pt x="63690" y="365696"/>
                </a:lnTo>
                <a:lnTo>
                  <a:pt x="81407" y="377063"/>
                </a:lnTo>
                <a:lnTo>
                  <a:pt x="85090" y="368173"/>
                </a:lnTo>
                <a:lnTo>
                  <a:pt x="70866" y="356717"/>
                </a:lnTo>
                <a:lnTo>
                  <a:pt x="58318" y="341782"/>
                </a:lnTo>
                <a:lnTo>
                  <a:pt x="38227" y="301371"/>
                </a:lnTo>
                <a:lnTo>
                  <a:pt x="25539" y="249580"/>
                </a:lnTo>
                <a:lnTo>
                  <a:pt x="22491" y="221259"/>
                </a:lnTo>
                <a:lnTo>
                  <a:pt x="22377" y="220281"/>
                </a:lnTo>
                <a:lnTo>
                  <a:pt x="22402" y="156629"/>
                </a:lnTo>
                <a:lnTo>
                  <a:pt x="30924" y="99860"/>
                </a:lnTo>
                <a:lnTo>
                  <a:pt x="47637" y="53467"/>
                </a:lnTo>
                <a:lnTo>
                  <a:pt x="71018" y="20320"/>
                </a:lnTo>
                <a:lnTo>
                  <a:pt x="85090" y="8890"/>
                </a:lnTo>
                <a:close/>
              </a:path>
              <a:path w="466089" h="377189">
                <a:moveTo>
                  <a:pt x="376555" y="177673"/>
                </a:moveTo>
                <a:lnTo>
                  <a:pt x="90805" y="177673"/>
                </a:lnTo>
                <a:lnTo>
                  <a:pt x="90805" y="196723"/>
                </a:lnTo>
                <a:lnTo>
                  <a:pt x="376555" y="196723"/>
                </a:lnTo>
                <a:lnTo>
                  <a:pt x="376555" y="177673"/>
                </a:lnTo>
                <a:close/>
              </a:path>
              <a:path w="466089" h="377189">
                <a:moveTo>
                  <a:pt x="466090" y="188468"/>
                </a:moveTo>
                <a:lnTo>
                  <a:pt x="460565" y="124726"/>
                </a:lnTo>
                <a:lnTo>
                  <a:pt x="443992" y="69723"/>
                </a:lnTo>
                <a:lnTo>
                  <a:pt x="418172" y="26962"/>
                </a:lnTo>
                <a:lnTo>
                  <a:pt x="384556" y="0"/>
                </a:lnTo>
                <a:lnTo>
                  <a:pt x="381000" y="8890"/>
                </a:lnTo>
                <a:lnTo>
                  <a:pt x="395058" y="20320"/>
                </a:lnTo>
                <a:lnTo>
                  <a:pt x="407555" y="35179"/>
                </a:lnTo>
                <a:lnTo>
                  <a:pt x="427736" y="75184"/>
                </a:lnTo>
                <a:lnTo>
                  <a:pt x="440524" y="127000"/>
                </a:lnTo>
                <a:lnTo>
                  <a:pt x="443572" y="155486"/>
                </a:lnTo>
                <a:lnTo>
                  <a:pt x="443699" y="156629"/>
                </a:lnTo>
                <a:lnTo>
                  <a:pt x="444741" y="188468"/>
                </a:lnTo>
                <a:lnTo>
                  <a:pt x="444754" y="188722"/>
                </a:lnTo>
                <a:lnTo>
                  <a:pt x="443699" y="220281"/>
                </a:lnTo>
                <a:lnTo>
                  <a:pt x="435267" y="276618"/>
                </a:lnTo>
                <a:lnTo>
                  <a:pt x="418566" y="323329"/>
                </a:lnTo>
                <a:lnTo>
                  <a:pt x="395135" y="356717"/>
                </a:lnTo>
                <a:lnTo>
                  <a:pt x="381000" y="368173"/>
                </a:lnTo>
                <a:lnTo>
                  <a:pt x="384556" y="377063"/>
                </a:lnTo>
                <a:lnTo>
                  <a:pt x="418172" y="350240"/>
                </a:lnTo>
                <a:lnTo>
                  <a:pt x="443992" y="307213"/>
                </a:lnTo>
                <a:lnTo>
                  <a:pt x="460552" y="251993"/>
                </a:lnTo>
                <a:lnTo>
                  <a:pt x="466077" y="188722"/>
                </a:lnTo>
                <a:lnTo>
                  <a:pt x="466090" y="18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244723" y="4419219"/>
            <a:ext cx="466090" cy="377190"/>
          </a:xfrm>
          <a:custGeom>
            <a:avLst/>
            <a:gdLst/>
            <a:ahLst/>
            <a:cxnLst/>
            <a:rect l="l" t="t" r="r" b="b"/>
            <a:pathLst>
              <a:path w="466089" h="377189">
                <a:moveTo>
                  <a:pt x="85090" y="8890"/>
                </a:moveTo>
                <a:lnTo>
                  <a:pt x="47891" y="26962"/>
                </a:lnTo>
                <a:lnTo>
                  <a:pt x="22098" y="69723"/>
                </a:lnTo>
                <a:lnTo>
                  <a:pt x="5511" y="124714"/>
                </a:lnTo>
                <a:lnTo>
                  <a:pt x="0" y="188468"/>
                </a:lnTo>
                <a:lnTo>
                  <a:pt x="1333" y="220281"/>
                </a:lnTo>
                <a:lnTo>
                  <a:pt x="1371" y="221259"/>
                </a:lnTo>
                <a:lnTo>
                  <a:pt x="12420" y="280644"/>
                </a:lnTo>
                <a:lnTo>
                  <a:pt x="34023" y="330746"/>
                </a:lnTo>
                <a:lnTo>
                  <a:pt x="63690" y="365696"/>
                </a:lnTo>
                <a:lnTo>
                  <a:pt x="81394" y="377063"/>
                </a:lnTo>
                <a:lnTo>
                  <a:pt x="85090" y="368173"/>
                </a:lnTo>
                <a:lnTo>
                  <a:pt x="70866" y="356717"/>
                </a:lnTo>
                <a:lnTo>
                  <a:pt x="58318" y="341782"/>
                </a:lnTo>
                <a:lnTo>
                  <a:pt x="38227" y="301371"/>
                </a:lnTo>
                <a:lnTo>
                  <a:pt x="25539" y="249580"/>
                </a:lnTo>
                <a:lnTo>
                  <a:pt x="22491" y="221259"/>
                </a:lnTo>
                <a:lnTo>
                  <a:pt x="22377" y="220281"/>
                </a:lnTo>
                <a:lnTo>
                  <a:pt x="22402" y="156629"/>
                </a:lnTo>
                <a:lnTo>
                  <a:pt x="30924" y="99860"/>
                </a:lnTo>
                <a:lnTo>
                  <a:pt x="47637" y="53467"/>
                </a:lnTo>
                <a:lnTo>
                  <a:pt x="71018" y="20320"/>
                </a:lnTo>
                <a:lnTo>
                  <a:pt x="85090" y="8890"/>
                </a:lnTo>
                <a:close/>
              </a:path>
              <a:path w="466089" h="377189">
                <a:moveTo>
                  <a:pt x="381508" y="177673"/>
                </a:moveTo>
                <a:lnTo>
                  <a:pt x="95758" y="177673"/>
                </a:lnTo>
                <a:lnTo>
                  <a:pt x="95758" y="196723"/>
                </a:lnTo>
                <a:lnTo>
                  <a:pt x="381508" y="196723"/>
                </a:lnTo>
                <a:lnTo>
                  <a:pt x="381508" y="177673"/>
                </a:lnTo>
                <a:close/>
              </a:path>
              <a:path w="466089" h="377189">
                <a:moveTo>
                  <a:pt x="466090" y="188468"/>
                </a:moveTo>
                <a:lnTo>
                  <a:pt x="460565" y="124726"/>
                </a:lnTo>
                <a:lnTo>
                  <a:pt x="443992" y="69723"/>
                </a:lnTo>
                <a:lnTo>
                  <a:pt x="418172" y="26962"/>
                </a:lnTo>
                <a:lnTo>
                  <a:pt x="384556" y="0"/>
                </a:lnTo>
                <a:lnTo>
                  <a:pt x="381000" y="8890"/>
                </a:lnTo>
                <a:lnTo>
                  <a:pt x="395058" y="20320"/>
                </a:lnTo>
                <a:lnTo>
                  <a:pt x="407555" y="35179"/>
                </a:lnTo>
                <a:lnTo>
                  <a:pt x="427736" y="75184"/>
                </a:lnTo>
                <a:lnTo>
                  <a:pt x="440524" y="127000"/>
                </a:lnTo>
                <a:lnTo>
                  <a:pt x="443572" y="155486"/>
                </a:lnTo>
                <a:lnTo>
                  <a:pt x="443699" y="156629"/>
                </a:lnTo>
                <a:lnTo>
                  <a:pt x="444741" y="188468"/>
                </a:lnTo>
                <a:lnTo>
                  <a:pt x="444754" y="188722"/>
                </a:lnTo>
                <a:lnTo>
                  <a:pt x="443699" y="220281"/>
                </a:lnTo>
                <a:lnTo>
                  <a:pt x="435267" y="276618"/>
                </a:lnTo>
                <a:lnTo>
                  <a:pt x="418566" y="323329"/>
                </a:lnTo>
                <a:lnTo>
                  <a:pt x="395135" y="356717"/>
                </a:lnTo>
                <a:lnTo>
                  <a:pt x="381000" y="368173"/>
                </a:lnTo>
                <a:lnTo>
                  <a:pt x="384556" y="377063"/>
                </a:lnTo>
                <a:lnTo>
                  <a:pt x="418172" y="350240"/>
                </a:lnTo>
                <a:lnTo>
                  <a:pt x="443992" y="307213"/>
                </a:lnTo>
                <a:lnTo>
                  <a:pt x="460565" y="251993"/>
                </a:lnTo>
                <a:lnTo>
                  <a:pt x="466077" y="188722"/>
                </a:lnTo>
                <a:lnTo>
                  <a:pt x="466090" y="18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869058" y="4610163"/>
            <a:ext cx="176657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1680" algn="l"/>
                <a:tab pos="1470660" algn="l"/>
              </a:tabLst>
            </a:pPr>
            <a:r>
              <a:rPr sz="1350" spc="25" dirty="0">
                <a:latin typeface="Cambria Math"/>
                <a:cs typeface="Cambria Math"/>
              </a:rPr>
              <a:t>𝑦𝑒𝑠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1350" spc="25" dirty="0">
                <a:latin typeface="Cambria Math"/>
                <a:cs typeface="Cambria Math"/>
              </a:rPr>
              <a:t>𝑦𝑒𝑠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1350" spc="25" dirty="0">
                <a:latin typeface="Cambria Math"/>
                <a:cs typeface="Cambria Math"/>
              </a:rPr>
              <a:t>𝑦𝑒𝑠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973195" y="4419219"/>
            <a:ext cx="466090" cy="377190"/>
          </a:xfrm>
          <a:custGeom>
            <a:avLst/>
            <a:gdLst/>
            <a:ahLst/>
            <a:cxnLst/>
            <a:rect l="l" t="t" r="r" b="b"/>
            <a:pathLst>
              <a:path w="466089" h="377189">
                <a:moveTo>
                  <a:pt x="85090" y="8890"/>
                </a:moveTo>
                <a:lnTo>
                  <a:pt x="47891" y="26962"/>
                </a:lnTo>
                <a:lnTo>
                  <a:pt x="22098" y="69723"/>
                </a:lnTo>
                <a:lnTo>
                  <a:pt x="5524" y="124714"/>
                </a:lnTo>
                <a:lnTo>
                  <a:pt x="0" y="188468"/>
                </a:lnTo>
                <a:lnTo>
                  <a:pt x="1333" y="220281"/>
                </a:lnTo>
                <a:lnTo>
                  <a:pt x="1371" y="221259"/>
                </a:lnTo>
                <a:lnTo>
                  <a:pt x="12420" y="280644"/>
                </a:lnTo>
                <a:lnTo>
                  <a:pt x="34023" y="330746"/>
                </a:lnTo>
                <a:lnTo>
                  <a:pt x="63690" y="365696"/>
                </a:lnTo>
                <a:lnTo>
                  <a:pt x="81407" y="377063"/>
                </a:lnTo>
                <a:lnTo>
                  <a:pt x="85090" y="368173"/>
                </a:lnTo>
                <a:lnTo>
                  <a:pt x="70866" y="356717"/>
                </a:lnTo>
                <a:lnTo>
                  <a:pt x="58318" y="341782"/>
                </a:lnTo>
                <a:lnTo>
                  <a:pt x="38227" y="301371"/>
                </a:lnTo>
                <a:lnTo>
                  <a:pt x="25539" y="249580"/>
                </a:lnTo>
                <a:lnTo>
                  <a:pt x="22491" y="221259"/>
                </a:lnTo>
                <a:lnTo>
                  <a:pt x="22377" y="220281"/>
                </a:lnTo>
                <a:lnTo>
                  <a:pt x="22402" y="156629"/>
                </a:lnTo>
                <a:lnTo>
                  <a:pt x="30924" y="99860"/>
                </a:lnTo>
                <a:lnTo>
                  <a:pt x="47637" y="53467"/>
                </a:lnTo>
                <a:lnTo>
                  <a:pt x="71018" y="20320"/>
                </a:lnTo>
                <a:lnTo>
                  <a:pt x="85090" y="8890"/>
                </a:lnTo>
                <a:close/>
              </a:path>
              <a:path w="466089" h="377189">
                <a:moveTo>
                  <a:pt x="376936" y="177673"/>
                </a:moveTo>
                <a:lnTo>
                  <a:pt x="91186" y="177673"/>
                </a:lnTo>
                <a:lnTo>
                  <a:pt x="91186" y="196723"/>
                </a:lnTo>
                <a:lnTo>
                  <a:pt x="376936" y="196723"/>
                </a:lnTo>
                <a:lnTo>
                  <a:pt x="376936" y="177673"/>
                </a:lnTo>
                <a:close/>
              </a:path>
              <a:path w="466089" h="377189">
                <a:moveTo>
                  <a:pt x="466090" y="188468"/>
                </a:moveTo>
                <a:lnTo>
                  <a:pt x="460578" y="124726"/>
                </a:lnTo>
                <a:lnTo>
                  <a:pt x="444119" y="69723"/>
                </a:lnTo>
                <a:lnTo>
                  <a:pt x="418185" y="26962"/>
                </a:lnTo>
                <a:lnTo>
                  <a:pt x="384556" y="0"/>
                </a:lnTo>
                <a:lnTo>
                  <a:pt x="381000" y="8890"/>
                </a:lnTo>
                <a:lnTo>
                  <a:pt x="395058" y="20320"/>
                </a:lnTo>
                <a:lnTo>
                  <a:pt x="407555" y="35179"/>
                </a:lnTo>
                <a:lnTo>
                  <a:pt x="427736" y="75184"/>
                </a:lnTo>
                <a:lnTo>
                  <a:pt x="440524" y="127000"/>
                </a:lnTo>
                <a:lnTo>
                  <a:pt x="443572" y="155486"/>
                </a:lnTo>
                <a:lnTo>
                  <a:pt x="443699" y="156629"/>
                </a:lnTo>
                <a:lnTo>
                  <a:pt x="444741" y="188468"/>
                </a:lnTo>
                <a:lnTo>
                  <a:pt x="444754" y="188722"/>
                </a:lnTo>
                <a:lnTo>
                  <a:pt x="443699" y="220281"/>
                </a:lnTo>
                <a:lnTo>
                  <a:pt x="435267" y="276618"/>
                </a:lnTo>
                <a:lnTo>
                  <a:pt x="418566" y="323329"/>
                </a:lnTo>
                <a:lnTo>
                  <a:pt x="395135" y="356717"/>
                </a:lnTo>
                <a:lnTo>
                  <a:pt x="381000" y="368173"/>
                </a:lnTo>
                <a:lnTo>
                  <a:pt x="384556" y="377063"/>
                </a:lnTo>
                <a:lnTo>
                  <a:pt x="418185" y="350240"/>
                </a:lnTo>
                <a:lnTo>
                  <a:pt x="444119" y="307213"/>
                </a:lnTo>
                <a:lnTo>
                  <a:pt x="460578" y="251993"/>
                </a:lnTo>
                <a:lnTo>
                  <a:pt x="466077" y="188722"/>
                </a:lnTo>
                <a:lnTo>
                  <a:pt x="466090" y="18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849754" y="4360862"/>
            <a:ext cx="249872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  <a:tabLst>
                <a:tab pos="805180" algn="l"/>
                <a:tab pos="1534160" algn="l"/>
                <a:tab pos="2263140" algn="l"/>
              </a:tabLst>
            </a:pPr>
            <a:r>
              <a:rPr sz="1350" spc="-25" dirty="0">
                <a:latin typeface="Cambria Math"/>
                <a:cs typeface="Cambria Math"/>
              </a:rPr>
              <a:t>𝑋</a:t>
            </a:r>
            <a:r>
              <a:rPr sz="1575" spc="-37" baseline="-13227" dirty="0">
                <a:latin typeface="Cambria Math"/>
                <a:cs typeface="Cambria Math"/>
              </a:rPr>
              <a:t>1</a:t>
            </a:r>
            <a:r>
              <a:rPr sz="1575" baseline="-13227" dirty="0">
                <a:latin typeface="Cambria Math"/>
                <a:cs typeface="Cambria Math"/>
              </a:rPr>
              <a:t>	</a:t>
            </a:r>
            <a:r>
              <a:rPr sz="1350" spc="-25" dirty="0">
                <a:latin typeface="Cambria Math"/>
                <a:cs typeface="Cambria Math"/>
              </a:rPr>
              <a:t>𝑋</a:t>
            </a:r>
            <a:r>
              <a:rPr sz="1575" spc="-37" baseline="-13227" dirty="0">
                <a:latin typeface="Cambria Math"/>
                <a:cs typeface="Cambria Math"/>
              </a:rPr>
              <a:t>2</a:t>
            </a:r>
            <a:r>
              <a:rPr sz="1575" baseline="-13227" dirty="0">
                <a:latin typeface="Cambria Math"/>
                <a:cs typeface="Cambria Math"/>
              </a:rPr>
              <a:t>	</a:t>
            </a:r>
            <a:r>
              <a:rPr sz="1350" spc="-25" dirty="0">
                <a:latin typeface="Cambria Math"/>
                <a:cs typeface="Cambria Math"/>
              </a:rPr>
              <a:t>𝑋</a:t>
            </a:r>
            <a:r>
              <a:rPr sz="1575" spc="-37" baseline="-13227" dirty="0">
                <a:latin typeface="Cambria Math"/>
                <a:cs typeface="Cambria Math"/>
              </a:rPr>
              <a:t>3</a:t>
            </a:r>
            <a:r>
              <a:rPr sz="1575" baseline="-13227" dirty="0">
                <a:latin typeface="Cambria Math"/>
                <a:cs typeface="Cambria Math"/>
              </a:rPr>
              <a:t>	</a:t>
            </a:r>
            <a:r>
              <a:rPr sz="1350" spc="-25" dirty="0">
                <a:latin typeface="Cambria Math"/>
                <a:cs typeface="Cambria Math"/>
              </a:rPr>
              <a:t>𝑋</a:t>
            </a:r>
            <a:r>
              <a:rPr sz="1575" spc="-37" baseline="-13227" dirty="0">
                <a:latin typeface="Cambria Math"/>
                <a:cs typeface="Cambria Math"/>
              </a:rPr>
              <a:t>4</a:t>
            </a:r>
            <a:endParaRPr sz="1575" baseline="-13227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56126" y="4610163"/>
            <a:ext cx="30861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25" dirty="0">
                <a:latin typeface="Cambria Math"/>
                <a:cs typeface="Cambria Math"/>
              </a:rPr>
              <a:t>𝑦𝑒𝑠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749800" y="4501896"/>
            <a:ext cx="511809" cy="212090"/>
          </a:xfrm>
          <a:custGeom>
            <a:avLst/>
            <a:gdLst/>
            <a:ahLst/>
            <a:cxnLst/>
            <a:rect l="l" t="t" r="r" b="b"/>
            <a:pathLst>
              <a:path w="511810" h="212089">
                <a:moveTo>
                  <a:pt x="443864" y="0"/>
                </a:moveTo>
                <a:lnTo>
                  <a:pt x="440816" y="8635"/>
                </a:lnTo>
                <a:lnTo>
                  <a:pt x="453102" y="13946"/>
                </a:lnTo>
                <a:lnTo>
                  <a:pt x="463661" y="21304"/>
                </a:lnTo>
                <a:lnTo>
                  <a:pt x="485052" y="55429"/>
                </a:lnTo>
                <a:lnTo>
                  <a:pt x="491312" y="86536"/>
                </a:lnTo>
                <a:lnTo>
                  <a:pt x="491339" y="86723"/>
                </a:lnTo>
                <a:lnTo>
                  <a:pt x="492125" y="104774"/>
                </a:lnTo>
                <a:lnTo>
                  <a:pt x="491339" y="123517"/>
                </a:lnTo>
                <a:lnTo>
                  <a:pt x="488981" y="140509"/>
                </a:lnTo>
                <a:lnTo>
                  <a:pt x="472434" y="180911"/>
                </a:lnTo>
                <a:lnTo>
                  <a:pt x="441198" y="203199"/>
                </a:lnTo>
                <a:lnTo>
                  <a:pt x="443864" y="211708"/>
                </a:lnTo>
                <a:lnTo>
                  <a:pt x="484334" y="187705"/>
                </a:lnTo>
                <a:lnTo>
                  <a:pt x="507063" y="143335"/>
                </a:lnTo>
                <a:lnTo>
                  <a:pt x="511428" y="105917"/>
                </a:lnTo>
                <a:lnTo>
                  <a:pt x="510344" y="86723"/>
                </a:lnTo>
                <a:lnTo>
                  <a:pt x="493902" y="37083"/>
                </a:lnTo>
                <a:lnTo>
                  <a:pt x="459202" y="5544"/>
                </a:lnTo>
                <a:lnTo>
                  <a:pt x="443864" y="0"/>
                </a:lnTo>
                <a:close/>
              </a:path>
              <a:path w="511810" h="212089">
                <a:moveTo>
                  <a:pt x="67437" y="0"/>
                </a:moveTo>
                <a:lnTo>
                  <a:pt x="27092" y="24110"/>
                </a:lnTo>
                <a:lnTo>
                  <a:pt x="4317" y="68595"/>
                </a:lnTo>
                <a:lnTo>
                  <a:pt x="63" y="104774"/>
                </a:lnTo>
                <a:lnTo>
                  <a:pt x="0" y="105917"/>
                </a:lnTo>
                <a:lnTo>
                  <a:pt x="9751" y="159799"/>
                </a:lnTo>
                <a:lnTo>
                  <a:pt x="38607" y="198183"/>
                </a:lnTo>
                <a:lnTo>
                  <a:pt x="67437" y="211708"/>
                </a:lnTo>
                <a:lnTo>
                  <a:pt x="70103" y="203199"/>
                </a:lnTo>
                <a:lnTo>
                  <a:pt x="58056" y="197865"/>
                </a:lnTo>
                <a:lnTo>
                  <a:pt x="47640" y="190436"/>
                </a:lnTo>
                <a:lnTo>
                  <a:pt x="26322" y="155763"/>
                </a:lnTo>
                <a:lnTo>
                  <a:pt x="19351" y="105917"/>
                </a:lnTo>
                <a:lnTo>
                  <a:pt x="19303" y="104774"/>
                </a:lnTo>
                <a:lnTo>
                  <a:pt x="26322" y="55429"/>
                </a:lnTo>
                <a:lnTo>
                  <a:pt x="47736" y="21304"/>
                </a:lnTo>
                <a:lnTo>
                  <a:pt x="70485" y="8635"/>
                </a:lnTo>
                <a:lnTo>
                  <a:pt x="67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99452" y="4437951"/>
            <a:ext cx="44951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  <a:tab pos="2343150" algn="l"/>
                <a:tab pos="3072130" algn="l"/>
                <a:tab pos="3801110" algn="l"/>
              </a:tabLst>
            </a:pPr>
            <a:r>
              <a:rPr sz="1800" dirty="0">
                <a:latin typeface="Calibri"/>
                <a:cs typeface="Calibri"/>
              </a:rPr>
              <a:t>Consider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𝑃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𝑃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𝑃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𝑃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10" dirty="0">
                <a:latin typeface="Cambria Math"/>
                <a:cs typeface="Cambria Math"/>
              </a:rPr>
              <a:t>.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9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𝑌𝑒𝑠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573776" y="4610163"/>
            <a:ext cx="1206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latin typeface="Cambria Math"/>
                <a:cs typeface="Cambria Math"/>
              </a:rPr>
              <a:t>9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769990" y="4437951"/>
            <a:ext cx="1116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6250" algn="l"/>
                <a:tab pos="939800" algn="l"/>
              </a:tabLst>
            </a:pPr>
            <a:r>
              <a:rPr sz="1800" spc="-50" dirty="0">
                <a:latin typeface="Cambria Math"/>
                <a:cs typeface="Cambria Math"/>
              </a:rPr>
              <a:t>×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×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×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272659" y="4261398"/>
            <a:ext cx="2388870" cy="5803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434"/>
              </a:spcBef>
              <a:tabLst>
                <a:tab pos="774700" algn="l"/>
                <a:tab pos="1238885" algn="l"/>
                <a:tab pos="1703070" algn="l"/>
              </a:tabLst>
            </a:pPr>
            <a:r>
              <a:rPr sz="2700" baseline="-32407" dirty="0">
                <a:latin typeface="Cambria Math"/>
                <a:cs typeface="Cambria Math"/>
              </a:rPr>
              <a:t>=</a:t>
            </a:r>
            <a:r>
              <a:rPr sz="2700" spc="135" baseline="-32407" dirty="0">
                <a:latin typeface="Cambria Math"/>
                <a:cs typeface="Cambria Math"/>
              </a:rPr>
              <a:t> </a:t>
            </a:r>
            <a:r>
              <a:rPr sz="1350" u="heavy" spc="-5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3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1350" u="heavy" spc="-5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1350" u="heavy" spc="-5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6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1350" u="heavy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6</a:t>
            </a:r>
            <a:r>
              <a:rPr sz="1350" spc="495" dirty="0">
                <a:latin typeface="Cambria Math"/>
                <a:cs typeface="Cambria Math"/>
              </a:rPr>
              <a:t> </a:t>
            </a:r>
            <a:r>
              <a:rPr sz="2700" baseline="-32407" dirty="0">
                <a:latin typeface="Cambria Math"/>
                <a:cs typeface="Cambria Math"/>
              </a:rPr>
              <a:t>×</a:t>
            </a:r>
            <a:r>
              <a:rPr sz="2700" spc="592" baseline="-32407" dirty="0">
                <a:latin typeface="Cambria Math"/>
                <a:cs typeface="Cambria Math"/>
              </a:rPr>
              <a:t> </a:t>
            </a:r>
            <a:r>
              <a:rPr sz="1350" u="heavy" spc="85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sz="1350" u="heavy" spc="-5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9</a:t>
            </a:r>
            <a:endParaRPr sz="1350">
              <a:latin typeface="Cambria Math"/>
              <a:cs typeface="Cambria Math"/>
            </a:endParaRPr>
          </a:p>
          <a:p>
            <a:pPr marL="777240">
              <a:lnSpc>
                <a:spcPct val="100000"/>
              </a:lnSpc>
              <a:spcBef>
                <a:spcPts val="250"/>
              </a:spcBef>
            </a:pPr>
            <a:r>
              <a:rPr sz="1350" spc="-50" dirty="0">
                <a:latin typeface="Cambria Math"/>
                <a:cs typeface="Cambria Math"/>
              </a:rPr>
              <a:t>9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01384" y="4610163"/>
            <a:ext cx="114173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6250" algn="l"/>
                <a:tab pos="937894" algn="l"/>
              </a:tabLst>
            </a:pPr>
            <a:r>
              <a:rPr sz="1350" spc="-50" dirty="0">
                <a:latin typeface="Cambria Math"/>
                <a:cs typeface="Cambria Math"/>
              </a:rPr>
              <a:t>9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1350" spc="-50" dirty="0">
                <a:latin typeface="Cambria Math"/>
                <a:cs typeface="Cambria Math"/>
              </a:rPr>
              <a:t>9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1350" spc="-25" dirty="0">
                <a:latin typeface="Cambria Math"/>
                <a:cs typeface="Cambria Math"/>
              </a:rPr>
              <a:t>14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73340" y="4437951"/>
            <a:ext cx="6654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=0.021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99452" y="4800536"/>
            <a:ext cx="27178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Similarly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P(No/X)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143887" y="5229986"/>
            <a:ext cx="527685" cy="502920"/>
          </a:xfrm>
          <a:custGeom>
            <a:avLst/>
            <a:gdLst/>
            <a:ahLst/>
            <a:cxnLst/>
            <a:rect l="l" t="t" r="r" b="b"/>
            <a:pathLst>
              <a:path w="527685" h="502920">
                <a:moveTo>
                  <a:pt x="113411" y="11938"/>
                </a:moveTo>
                <a:lnTo>
                  <a:pt x="63792" y="35902"/>
                </a:lnTo>
                <a:lnTo>
                  <a:pt x="29337" y="92837"/>
                </a:lnTo>
                <a:lnTo>
                  <a:pt x="7327" y="166268"/>
                </a:lnTo>
                <a:lnTo>
                  <a:pt x="1828" y="207302"/>
                </a:lnTo>
                <a:lnTo>
                  <a:pt x="0" y="251206"/>
                </a:lnTo>
                <a:lnTo>
                  <a:pt x="1778" y="293636"/>
                </a:lnTo>
                <a:lnTo>
                  <a:pt x="1828" y="294970"/>
                </a:lnTo>
                <a:lnTo>
                  <a:pt x="7327" y="335940"/>
                </a:lnTo>
                <a:lnTo>
                  <a:pt x="16497" y="374142"/>
                </a:lnTo>
                <a:lnTo>
                  <a:pt x="45288" y="440982"/>
                </a:lnTo>
                <a:lnTo>
                  <a:pt x="84861" y="487565"/>
                </a:lnTo>
                <a:lnTo>
                  <a:pt x="108458" y="502754"/>
                </a:lnTo>
                <a:lnTo>
                  <a:pt x="113411" y="490855"/>
                </a:lnTo>
                <a:lnTo>
                  <a:pt x="94424" y="475589"/>
                </a:lnTo>
                <a:lnTo>
                  <a:pt x="77673" y="455663"/>
                </a:lnTo>
                <a:lnTo>
                  <a:pt x="50800" y="401853"/>
                </a:lnTo>
                <a:lnTo>
                  <a:pt x="33934" y="332714"/>
                </a:lnTo>
                <a:lnTo>
                  <a:pt x="29718" y="293636"/>
                </a:lnTo>
                <a:lnTo>
                  <a:pt x="28321" y="251587"/>
                </a:lnTo>
                <a:lnTo>
                  <a:pt x="29743" y="208775"/>
                </a:lnTo>
                <a:lnTo>
                  <a:pt x="34010" y="169278"/>
                </a:lnTo>
                <a:lnTo>
                  <a:pt x="51054" y="100203"/>
                </a:lnTo>
                <a:lnTo>
                  <a:pt x="77990" y="46977"/>
                </a:lnTo>
                <a:lnTo>
                  <a:pt x="94640" y="27178"/>
                </a:lnTo>
                <a:lnTo>
                  <a:pt x="113411" y="11938"/>
                </a:lnTo>
                <a:close/>
              </a:path>
              <a:path w="527685" h="502920">
                <a:moveTo>
                  <a:pt x="406019" y="243205"/>
                </a:moveTo>
                <a:lnTo>
                  <a:pt x="120269" y="243205"/>
                </a:lnTo>
                <a:lnTo>
                  <a:pt x="120269" y="262255"/>
                </a:lnTo>
                <a:lnTo>
                  <a:pt x="406019" y="262255"/>
                </a:lnTo>
                <a:lnTo>
                  <a:pt x="406019" y="243205"/>
                </a:lnTo>
                <a:close/>
              </a:path>
              <a:path w="527685" h="502920">
                <a:moveTo>
                  <a:pt x="527558" y="251206"/>
                </a:moveTo>
                <a:lnTo>
                  <a:pt x="525780" y="208775"/>
                </a:lnTo>
                <a:lnTo>
                  <a:pt x="520204" y="166268"/>
                </a:lnTo>
                <a:lnTo>
                  <a:pt x="510997" y="128104"/>
                </a:lnTo>
                <a:lnTo>
                  <a:pt x="482130" y="61747"/>
                </a:lnTo>
                <a:lnTo>
                  <a:pt x="442506" y="15316"/>
                </a:lnTo>
                <a:lnTo>
                  <a:pt x="418846" y="0"/>
                </a:lnTo>
                <a:lnTo>
                  <a:pt x="414147" y="11938"/>
                </a:lnTo>
                <a:lnTo>
                  <a:pt x="432879" y="27178"/>
                </a:lnTo>
                <a:lnTo>
                  <a:pt x="449491" y="46977"/>
                </a:lnTo>
                <a:lnTo>
                  <a:pt x="476377" y="100203"/>
                </a:lnTo>
                <a:lnTo>
                  <a:pt x="493407" y="169278"/>
                </a:lnTo>
                <a:lnTo>
                  <a:pt x="497674" y="208775"/>
                </a:lnTo>
                <a:lnTo>
                  <a:pt x="499097" y="251206"/>
                </a:lnTo>
                <a:lnTo>
                  <a:pt x="499110" y="251587"/>
                </a:lnTo>
                <a:lnTo>
                  <a:pt x="497700" y="293636"/>
                </a:lnTo>
                <a:lnTo>
                  <a:pt x="493471" y="332714"/>
                </a:lnTo>
                <a:lnTo>
                  <a:pt x="476504" y="401853"/>
                </a:lnTo>
                <a:lnTo>
                  <a:pt x="449656" y="455663"/>
                </a:lnTo>
                <a:lnTo>
                  <a:pt x="414147" y="490855"/>
                </a:lnTo>
                <a:lnTo>
                  <a:pt x="418846" y="502754"/>
                </a:lnTo>
                <a:lnTo>
                  <a:pt x="463613" y="466979"/>
                </a:lnTo>
                <a:lnTo>
                  <a:pt x="498094" y="409587"/>
                </a:lnTo>
                <a:lnTo>
                  <a:pt x="520204" y="335940"/>
                </a:lnTo>
                <a:lnTo>
                  <a:pt x="525716" y="294970"/>
                </a:lnTo>
                <a:lnTo>
                  <a:pt x="527532" y="251587"/>
                </a:lnTo>
                <a:lnTo>
                  <a:pt x="527558" y="2512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021711" y="5229986"/>
            <a:ext cx="527685" cy="502920"/>
          </a:xfrm>
          <a:custGeom>
            <a:avLst/>
            <a:gdLst/>
            <a:ahLst/>
            <a:cxnLst/>
            <a:rect l="l" t="t" r="r" b="b"/>
            <a:pathLst>
              <a:path w="527685" h="502920">
                <a:moveTo>
                  <a:pt x="113411" y="11938"/>
                </a:moveTo>
                <a:lnTo>
                  <a:pt x="63855" y="35902"/>
                </a:lnTo>
                <a:lnTo>
                  <a:pt x="29464" y="92837"/>
                </a:lnTo>
                <a:lnTo>
                  <a:pt x="7340" y="166268"/>
                </a:lnTo>
                <a:lnTo>
                  <a:pt x="1828" y="207302"/>
                </a:lnTo>
                <a:lnTo>
                  <a:pt x="0" y="251206"/>
                </a:lnTo>
                <a:lnTo>
                  <a:pt x="1778" y="293636"/>
                </a:lnTo>
                <a:lnTo>
                  <a:pt x="1828" y="294970"/>
                </a:lnTo>
                <a:lnTo>
                  <a:pt x="7340" y="335940"/>
                </a:lnTo>
                <a:lnTo>
                  <a:pt x="16548" y="374142"/>
                </a:lnTo>
                <a:lnTo>
                  <a:pt x="45389" y="440982"/>
                </a:lnTo>
                <a:lnTo>
                  <a:pt x="84874" y="487565"/>
                </a:lnTo>
                <a:lnTo>
                  <a:pt x="108458" y="502754"/>
                </a:lnTo>
                <a:lnTo>
                  <a:pt x="113411" y="490855"/>
                </a:lnTo>
                <a:lnTo>
                  <a:pt x="94500" y="475589"/>
                </a:lnTo>
                <a:lnTo>
                  <a:pt x="77787" y="455663"/>
                </a:lnTo>
                <a:lnTo>
                  <a:pt x="50927" y="401853"/>
                </a:lnTo>
                <a:lnTo>
                  <a:pt x="34061" y="332714"/>
                </a:lnTo>
                <a:lnTo>
                  <a:pt x="29845" y="293636"/>
                </a:lnTo>
                <a:lnTo>
                  <a:pt x="28448" y="251587"/>
                </a:lnTo>
                <a:lnTo>
                  <a:pt x="29845" y="208775"/>
                </a:lnTo>
                <a:lnTo>
                  <a:pt x="34086" y="169278"/>
                </a:lnTo>
                <a:lnTo>
                  <a:pt x="51181" y="100203"/>
                </a:lnTo>
                <a:lnTo>
                  <a:pt x="78054" y="46977"/>
                </a:lnTo>
                <a:lnTo>
                  <a:pt x="94665" y="27178"/>
                </a:lnTo>
                <a:lnTo>
                  <a:pt x="113411" y="11938"/>
                </a:lnTo>
                <a:close/>
              </a:path>
              <a:path w="527685" h="502920">
                <a:moveTo>
                  <a:pt x="404495" y="243205"/>
                </a:moveTo>
                <a:lnTo>
                  <a:pt x="118745" y="243205"/>
                </a:lnTo>
                <a:lnTo>
                  <a:pt x="118745" y="262255"/>
                </a:lnTo>
                <a:lnTo>
                  <a:pt x="404495" y="262255"/>
                </a:lnTo>
                <a:lnTo>
                  <a:pt x="404495" y="243205"/>
                </a:lnTo>
                <a:close/>
              </a:path>
              <a:path w="527685" h="502920">
                <a:moveTo>
                  <a:pt x="527558" y="251206"/>
                </a:moveTo>
                <a:lnTo>
                  <a:pt x="525780" y="208775"/>
                </a:lnTo>
                <a:lnTo>
                  <a:pt x="520217" y="166268"/>
                </a:lnTo>
                <a:lnTo>
                  <a:pt x="511048" y="128104"/>
                </a:lnTo>
                <a:lnTo>
                  <a:pt x="482193" y="61747"/>
                </a:lnTo>
                <a:lnTo>
                  <a:pt x="442569" y="15316"/>
                </a:lnTo>
                <a:lnTo>
                  <a:pt x="418973" y="0"/>
                </a:lnTo>
                <a:lnTo>
                  <a:pt x="414147" y="11938"/>
                </a:lnTo>
                <a:lnTo>
                  <a:pt x="432879" y="27178"/>
                </a:lnTo>
                <a:lnTo>
                  <a:pt x="449516" y="46977"/>
                </a:lnTo>
                <a:lnTo>
                  <a:pt x="476504" y="100203"/>
                </a:lnTo>
                <a:lnTo>
                  <a:pt x="493471" y="169278"/>
                </a:lnTo>
                <a:lnTo>
                  <a:pt x="497700" y="208775"/>
                </a:lnTo>
                <a:lnTo>
                  <a:pt x="499097" y="251206"/>
                </a:lnTo>
                <a:lnTo>
                  <a:pt x="499110" y="251587"/>
                </a:lnTo>
                <a:lnTo>
                  <a:pt x="497700" y="293636"/>
                </a:lnTo>
                <a:lnTo>
                  <a:pt x="493483" y="332714"/>
                </a:lnTo>
                <a:lnTo>
                  <a:pt x="476631" y="401853"/>
                </a:lnTo>
                <a:lnTo>
                  <a:pt x="449719" y="455663"/>
                </a:lnTo>
                <a:lnTo>
                  <a:pt x="414147" y="490855"/>
                </a:lnTo>
                <a:lnTo>
                  <a:pt x="418973" y="502754"/>
                </a:lnTo>
                <a:lnTo>
                  <a:pt x="463638" y="466979"/>
                </a:lnTo>
                <a:lnTo>
                  <a:pt x="498221" y="409587"/>
                </a:lnTo>
                <a:lnTo>
                  <a:pt x="520217" y="335940"/>
                </a:lnTo>
                <a:lnTo>
                  <a:pt x="525716" y="294970"/>
                </a:lnTo>
                <a:lnTo>
                  <a:pt x="527532" y="251587"/>
                </a:lnTo>
                <a:lnTo>
                  <a:pt x="527558" y="2512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2229485" y="5165153"/>
            <a:ext cx="122809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929005" algn="l"/>
              </a:tabLst>
            </a:pPr>
            <a:r>
              <a:rPr sz="1700" spc="-25" dirty="0">
                <a:latin typeface="Cambria Math"/>
                <a:cs typeface="Cambria Math"/>
              </a:rPr>
              <a:t>𝑋</a:t>
            </a:r>
            <a:r>
              <a:rPr sz="2100" spc="-37" baseline="-13888" dirty="0">
                <a:latin typeface="Cambria Math"/>
                <a:cs typeface="Cambria Math"/>
              </a:rPr>
              <a:t>1</a:t>
            </a:r>
            <a:r>
              <a:rPr sz="2100" baseline="-13888" dirty="0">
                <a:latin typeface="Cambria Math"/>
                <a:cs typeface="Cambria Math"/>
              </a:rPr>
              <a:t>	</a:t>
            </a:r>
            <a:r>
              <a:rPr sz="1700" spc="-25" dirty="0">
                <a:latin typeface="Cambria Math"/>
                <a:cs typeface="Cambria Math"/>
              </a:rPr>
              <a:t>𝑋</a:t>
            </a:r>
            <a:r>
              <a:rPr sz="2100" spc="-37" baseline="-13888" dirty="0">
                <a:latin typeface="Cambria Math"/>
                <a:cs typeface="Cambria Math"/>
              </a:rPr>
              <a:t>2</a:t>
            </a:r>
            <a:endParaRPr sz="2100" baseline="-13888">
              <a:latin typeface="Cambria Math"/>
              <a:cs typeface="Cambria Math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899662" y="5229986"/>
            <a:ext cx="527685" cy="502920"/>
          </a:xfrm>
          <a:custGeom>
            <a:avLst/>
            <a:gdLst/>
            <a:ahLst/>
            <a:cxnLst/>
            <a:rect l="l" t="t" r="r" b="b"/>
            <a:pathLst>
              <a:path w="527685" h="502920">
                <a:moveTo>
                  <a:pt x="113411" y="11938"/>
                </a:moveTo>
                <a:lnTo>
                  <a:pt x="63792" y="35902"/>
                </a:lnTo>
                <a:lnTo>
                  <a:pt x="29337" y="92837"/>
                </a:lnTo>
                <a:lnTo>
                  <a:pt x="7327" y="166268"/>
                </a:lnTo>
                <a:lnTo>
                  <a:pt x="1828" y="207302"/>
                </a:lnTo>
                <a:lnTo>
                  <a:pt x="0" y="251206"/>
                </a:lnTo>
                <a:lnTo>
                  <a:pt x="1778" y="293636"/>
                </a:lnTo>
                <a:lnTo>
                  <a:pt x="1828" y="294970"/>
                </a:lnTo>
                <a:lnTo>
                  <a:pt x="7327" y="335940"/>
                </a:lnTo>
                <a:lnTo>
                  <a:pt x="16497" y="374142"/>
                </a:lnTo>
                <a:lnTo>
                  <a:pt x="45288" y="440982"/>
                </a:lnTo>
                <a:lnTo>
                  <a:pt x="84861" y="487565"/>
                </a:lnTo>
                <a:lnTo>
                  <a:pt x="108458" y="502754"/>
                </a:lnTo>
                <a:lnTo>
                  <a:pt x="113411" y="490855"/>
                </a:lnTo>
                <a:lnTo>
                  <a:pt x="94424" y="475589"/>
                </a:lnTo>
                <a:lnTo>
                  <a:pt x="77673" y="455663"/>
                </a:lnTo>
                <a:lnTo>
                  <a:pt x="50800" y="401853"/>
                </a:lnTo>
                <a:lnTo>
                  <a:pt x="33934" y="332714"/>
                </a:lnTo>
                <a:lnTo>
                  <a:pt x="29718" y="293636"/>
                </a:lnTo>
                <a:lnTo>
                  <a:pt x="28321" y="251587"/>
                </a:lnTo>
                <a:lnTo>
                  <a:pt x="29743" y="208775"/>
                </a:lnTo>
                <a:lnTo>
                  <a:pt x="34010" y="169278"/>
                </a:lnTo>
                <a:lnTo>
                  <a:pt x="51054" y="100203"/>
                </a:lnTo>
                <a:lnTo>
                  <a:pt x="77990" y="46977"/>
                </a:lnTo>
                <a:lnTo>
                  <a:pt x="94640" y="27178"/>
                </a:lnTo>
                <a:lnTo>
                  <a:pt x="113411" y="11938"/>
                </a:lnTo>
                <a:close/>
              </a:path>
              <a:path w="527685" h="502920">
                <a:moveTo>
                  <a:pt x="412369" y="243205"/>
                </a:moveTo>
                <a:lnTo>
                  <a:pt x="126619" y="243205"/>
                </a:lnTo>
                <a:lnTo>
                  <a:pt x="126619" y="262255"/>
                </a:lnTo>
                <a:lnTo>
                  <a:pt x="412369" y="262255"/>
                </a:lnTo>
                <a:lnTo>
                  <a:pt x="412369" y="243205"/>
                </a:lnTo>
                <a:close/>
              </a:path>
              <a:path w="527685" h="502920">
                <a:moveTo>
                  <a:pt x="527558" y="251206"/>
                </a:moveTo>
                <a:lnTo>
                  <a:pt x="525780" y="208775"/>
                </a:lnTo>
                <a:lnTo>
                  <a:pt x="520204" y="166268"/>
                </a:lnTo>
                <a:lnTo>
                  <a:pt x="510997" y="128104"/>
                </a:lnTo>
                <a:lnTo>
                  <a:pt x="482130" y="61747"/>
                </a:lnTo>
                <a:lnTo>
                  <a:pt x="442506" y="15316"/>
                </a:lnTo>
                <a:lnTo>
                  <a:pt x="418846" y="0"/>
                </a:lnTo>
                <a:lnTo>
                  <a:pt x="414147" y="11938"/>
                </a:lnTo>
                <a:lnTo>
                  <a:pt x="432879" y="27178"/>
                </a:lnTo>
                <a:lnTo>
                  <a:pt x="449491" y="46977"/>
                </a:lnTo>
                <a:lnTo>
                  <a:pt x="476377" y="100203"/>
                </a:lnTo>
                <a:lnTo>
                  <a:pt x="493407" y="169278"/>
                </a:lnTo>
                <a:lnTo>
                  <a:pt x="497674" y="208775"/>
                </a:lnTo>
                <a:lnTo>
                  <a:pt x="499097" y="251206"/>
                </a:lnTo>
                <a:lnTo>
                  <a:pt x="499110" y="251587"/>
                </a:lnTo>
                <a:lnTo>
                  <a:pt x="497700" y="293636"/>
                </a:lnTo>
                <a:lnTo>
                  <a:pt x="493471" y="332714"/>
                </a:lnTo>
                <a:lnTo>
                  <a:pt x="476504" y="401853"/>
                </a:lnTo>
                <a:lnTo>
                  <a:pt x="449656" y="455663"/>
                </a:lnTo>
                <a:lnTo>
                  <a:pt x="414147" y="490855"/>
                </a:lnTo>
                <a:lnTo>
                  <a:pt x="418846" y="502754"/>
                </a:lnTo>
                <a:lnTo>
                  <a:pt x="463613" y="466979"/>
                </a:lnTo>
                <a:lnTo>
                  <a:pt x="498094" y="409587"/>
                </a:lnTo>
                <a:lnTo>
                  <a:pt x="520204" y="335940"/>
                </a:lnTo>
                <a:lnTo>
                  <a:pt x="525716" y="294970"/>
                </a:lnTo>
                <a:lnTo>
                  <a:pt x="527532" y="251587"/>
                </a:lnTo>
                <a:lnTo>
                  <a:pt x="527558" y="2512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3999229" y="5165153"/>
            <a:ext cx="32385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700" spc="-25" dirty="0">
                <a:latin typeface="Cambria Math"/>
                <a:cs typeface="Cambria Math"/>
              </a:rPr>
              <a:t>𝑋</a:t>
            </a:r>
            <a:r>
              <a:rPr sz="2100" spc="-37" baseline="-13888" dirty="0">
                <a:latin typeface="Cambria Math"/>
                <a:cs typeface="Cambria Math"/>
              </a:rPr>
              <a:t>3</a:t>
            </a:r>
            <a:endParaRPr sz="2100" baseline="-13888">
              <a:latin typeface="Cambria Math"/>
              <a:cs typeface="Cambria Math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777486" y="5229986"/>
            <a:ext cx="527685" cy="502920"/>
          </a:xfrm>
          <a:custGeom>
            <a:avLst/>
            <a:gdLst/>
            <a:ahLst/>
            <a:cxnLst/>
            <a:rect l="l" t="t" r="r" b="b"/>
            <a:pathLst>
              <a:path w="527685" h="502920">
                <a:moveTo>
                  <a:pt x="113411" y="11938"/>
                </a:moveTo>
                <a:lnTo>
                  <a:pt x="63855" y="35902"/>
                </a:lnTo>
                <a:lnTo>
                  <a:pt x="29464" y="92837"/>
                </a:lnTo>
                <a:lnTo>
                  <a:pt x="7340" y="166268"/>
                </a:lnTo>
                <a:lnTo>
                  <a:pt x="1828" y="207302"/>
                </a:lnTo>
                <a:lnTo>
                  <a:pt x="0" y="251206"/>
                </a:lnTo>
                <a:lnTo>
                  <a:pt x="1778" y="293636"/>
                </a:lnTo>
                <a:lnTo>
                  <a:pt x="1828" y="294970"/>
                </a:lnTo>
                <a:lnTo>
                  <a:pt x="7340" y="335940"/>
                </a:lnTo>
                <a:lnTo>
                  <a:pt x="16548" y="374142"/>
                </a:lnTo>
                <a:lnTo>
                  <a:pt x="45389" y="440982"/>
                </a:lnTo>
                <a:lnTo>
                  <a:pt x="84874" y="487565"/>
                </a:lnTo>
                <a:lnTo>
                  <a:pt x="108458" y="502754"/>
                </a:lnTo>
                <a:lnTo>
                  <a:pt x="113411" y="490855"/>
                </a:lnTo>
                <a:lnTo>
                  <a:pt x="94500" y="475589"/>
                </a:lnTo>
                <a:lnTo>
                  <a:pt x="77787" y="455663"/>
                </a:lnTo>
                <a:lnTo>
                  <a:pt x="50927" y="401853"/>
                </a:lnTo>
                <a:lnTo>
                  <a:pt x="34061" y="332714"/>
                </a:lnTo>
                <a:lnTo>
                  <a:pt x="29845" y="293636"/>
                </a:lnTo>
                <a:lnTo>
                  <a:pt x="28448" y="251587"/>
                </a:lnTo>
                <a:lnTo>
                  <a:pt x="29845" y="208775"/>
                </a:lnTo>
                <a:lnTo>
                  <a:pt x="34099" y="169278"/>
                </a:lnTo>
                <a:lnTo>
                  <a:pt x="51181" y="100203"/>
                </a:lnTo>
                <a:lnTo>
                  <a:pt x="78054" y="46977"/>
                </a:lnTo>
                <a:lnTo>
                  <a:pt x="94665" y="27178"/>
                </a:lnTo>
                <a:lnTo>
                  <a:pt x="113411" y="11938"/>
                </a:lnTo>
                <a:close/>
              </a:path>
              <a:path w="527685" h="502920">
                <a:moveTo>
                  <a:pt x="410845" y="243205"/>
                </a:moveTo>
                <a:lnTo>
                  <a:pt x="125095" y="243205"/>
                </a:lnTo>
                <a:lnTo>
                  <a:pt x="125095" y="262255"/>
                </a:lnTo>
                <a:lnTo>
                  <a:pt x="410845" y="262255"/>
                </a:lnTo>
                <a:lnTo>
                  <a:pt x="410845" y="243205"/>
                </a:lnTo>
                <a:close/>
              </a:path>
              <a:path w="527685" h="502920">
                <a:moveTo>
                  <a:pt x="527558" y="251206"/>
                </a:moveTo>
                <a:lnTo>
                  <a:pt x="525780" y="208775"/>
                </a:lnTo>
                <a:lnTo>
                  <a:pt x="520217" y="166268"/>
                </a:lnTo>
                <a:lnTo>
                  <a:pt x="511048" y="128104"/>
                </a:lnTo>
                <a:lnTo>
                  <a:pt x="482193" y="61747"/>
                </a:lnTo>
                <a:lnTo>
                  <a:pt x="442569" y="15316"/>
                </a:lnTo>
                <a:lnTo>
                  <a:pt x="418973" y="0"/>
                </a:lnTo>
                <a:lnTo>
                  <a:pt x="414147" y="11938"/>
                </a:lnTo>
                <a:lnTo>
                  <a:pt x="432879" y="27178"/>
                </a:lnTo>
                <a:lnTo>
                  <a:pt x="449516" y="46977"/>
                </a:lnTo>
                <a:lnTo>
                  <a:pt x="476504" y="100203"/>
                </a:lnTo>
                <a:lnTo>
                  <a:pt x="493471" y="169278"/>
                </a:lnTo>
                <a:lnTo>
                  <a:pt x="497700" y="208775"/>
                </a:lnTo>
                <a:lnTo>
                  <a:pt x="499097" y="251206"/>
                </a:lnTo>
                <a:lnTo>
                  <a:pt x="499110" y="251587"/>
                </a:lnTo>
                <a:lnTo>
                  <a:pt x="497700" y="293636"/>
                </a:lnTo>
                <a:lnTo>
                  <a:pt x="493483" y="332714"/>
                </a:lnTo>
                <a:lnTo>
                  <a:pt x="476631" y="401853"/>
                </a:lnTo>
                <a:lnTo>
                  <a:pt x="449719" y="455663"/>
                </a:lnTo>
                <a:lnTo>
                  <a:pt x="414147" y="490855"/>
                </a:lnTo>
                <a:lnTo>
                  <a:pt x="418973" y="502754"/>
                </a:lnTo>
                <a:lnTo>
                  <a:pt x="463638" y="466979"/>
                </a:lnTo>
                <a:lnTo>
                  <a:pt x="498221" y="409587"/>
                </a:lnTo>
                <a:lnTo>
                  <a:pt x="520217" y="335940"/>
                </a:lnTo>
                <a:lnTo>
                  <a:pt x="525716" y="294970"/>
                </a:lnTo>
                <a:lnTo>
                  <a:pt x="527532" y="251587"/>
                </a:lnTo>
                <a:lnTo>
                  <a:pt x="527558" y="2512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4877815" y="5165153"/>
            <a:ext cx="32385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700" spc="-25" dirty="0">
                <a:latin typeface="Cambria Math"/>
                <a:cs typeface="Cambria Math"/>
              </a:rPr>
              <a:t>𝑋</a:t>
            </a:r>
            <a:r>
              <a:rPr sz="2100" spc="-37" baseline="-13888" dirty="0">
                <a:latin typeface="Cambria Math"/>
                <a:cs typeface="Cambria Math"/>
              </a:rPr>
              <a:t>4</a:t>
            </a:r>
            <a:endParaRPr sz="2100" baseline="-13888">
              <a:latin typeface="Cambria Math"/>
              <a:cs typeface="Cambria Math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717921" y="5340222"/>
            <a:ext cx="542925" cy="282575"/>
          </a:xfrm>
          <a:custGeom>
            <a:avLst/>
            <a:gdLst/>
            <a:ahLst/>
            <a:cxnLst/>
            <a:rect l="l" t="t" r="r" b="b"/>
            <a:pathLst>
              <a:path w="542925" h="282575">
                <a:moveTo>
                  <a:pt x="452627" y="0"/>
                </a:moveTo>
                <a:lnTo>
                  <a:pt x="448563" y="11429"/>
                </a:lnTo>
                <a:lnTo>
                  <a:pt x="464873" y="18522"/>
                </a:lnTo>
                <a:lnTo>
                  <a:pt x="478932" y="28352"/>
                </a:lnTo>
                <a:lnTo>
                  <a:pt x="507513" y="73852"/>
                </a:lnTo>
                <a:lnTo>
                  <a:pt x="515803" y="115339"/>
                </a:lnTo>
                <a:lnTo>
                  <a:pt x="516889" y="139699"/>
                </a:lnTo>
                <a:lnTo>
                  <a:pt x="515842" y="164633"/>
                </a:lnTo>
                <a:lnTo>
                  <a:pt x="507460" y="207547"/>
                </a:lnTo>
                <a:lnTo>
                  <a:pt x="478964" y="253796"/>
                </a:lnTo>
                <a:lnTo>
                  <a:pt x="448944" y="270840"/>
                </a:lnTo>
                <a:lnTo>
                  <a:pt x="452627" y="282295"/>
                </a:lnTo>
                <a:lnTo>
                  <a:pt x="491077" y="264231"/>
                </a:lnTo>
                <a:lnTo>
                  <a:pt x="519429" y="232917"/>
                </a:lnTo>
                <a:lnTo>
                  <a:pt x="536860" y="191119"/>
                </a:lnTo>
                <a:lnTo>
                  <a:pt x="542670" y="141223"/>
                </a:lnTo>
                <a:lnTo>
                  <a:pt x="541214" y="115623"/>
                </a:lnTo>
                <a:lnTo>
                  <a:pt x="529490" y="69429"/>
                </a:lnTo>
                <a:lnTo>
                  <a:pt x="506420" y="32093"/>
                </a:lnTo>
                <a:lnTo>
                  <a:pt x="473082" y="7379"/>
                </a:lnTo>
                <a:lnTo>
                  <a:pt x="452627" y="0"/>
                </a:lnTo>
                <a:close/>
              </a:path>
              <a:path w="542925" h="282575">
                <a:moveTo>
                  <a:pt x="90042" y="0"/>
                </a:moveTo>
                <a:lnTo>
                  <a:pt x="51593" y="18081"/>
                </a:lnTo>
                <a:lnTo>
                  <a:pt x="23240" y="49402"/>
                </a:lnTo>
                <a:lnTo>
                  <a:pt x="5810" y="91408"/>
                </a:lnTo>
                <a:lnTo>
                  <a:pt x="85" y="139699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071" y="250232"/>
                </a:lnTo>
                <a:lnTo>
                  <a:pt x="69496" y="274917"/>
                </a:lnTo>
                <a:lnTo>
                  <a:pt x="90042" y="282295"/>
                </a:lnTo>
                <a:lnTo>
                  <a:pt x="93599" y="270840"/>
                </a:lnTo>
                <a:lnTo>
                  <a:pt x="77475" y="263717"/>
                </a:lnTo>
                <a:lnTo>
                  <a:pt x="63579" y="253796"/>
                </a:lnTo>
                <a:lnTo>
                  <a:pt x="35103" y="207547"/>
                </a:lnTo>
                <a:lnTo>
                  <a:pt x="26808" y="164633"/>
                </a:lnTo>
                <a:lnTo>
                  <a:pt x="25843" y="141223"/>
                </a:lnTo>
                <a:lnTo>
                  <a:pt x="25780" y="139699"/>
                </a:lnTo>
                <a:lnTo>
                  <a:pt x="29908" y="93678"/>
                </a:lnTo>
                <a:lnTo>
                  <a:pt x="42417" y="56133"/>
                </a:lnTo>
                <a:lnTo>
                  <a:pt x="77743" y="18522"/>
                </a:lnTo>
                <a:lnTo>
                  <a:pt x="93979" y="11429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99452" y="5258371"/>
            <a:ext cx="5466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1050" algn="l"/>
                <a:tab pos="2929255" algn="l"/>
                <a:tab pos="3807460" algn="l"/>
                <a:tab pos="4686300" algn="l"/>
              </a:tabLst>
            </a:pPr>
            <a:r>
              <a:rPr sz="2400" dirty="0">
                <a:latin typeface="Calibri"/>
                <a:cs typeface="Calibri"/>
              </a:rPr>
              <a:t>Consider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𝑃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𝑃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𝑃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60" dirty="0">
                <a:latin typeface="Cambria Math"/>
                <a:cs typeface="Cambria Math"/>
              </a:rPr>
              <a:t>𝑃</a:t>
            </a:r>
            <a:r>
              <a:rPr sz="2400" dirty="0">
                <a:latin typeface="Cambria Math"/>
                <a:cs typeface="Cambria Math"/>
              </a:rPr>
              <a:t>	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𝑃</a:t>
            </a:r>
            <a:r>
              <a:rPr sz="2400" spc="52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𝑛𝑜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683756" y="5473191"/>
            <a:ext cx="133350" cy="19050"/>
          </a:xfrm>
          <a:custGeom>
            <a:avLst/>
            <a:gdLst/>
            <a:ahLst/>
            <a:cxnLst/>
            <a:rect l="l" t="t" r="r" b="b"/>
            <a:pathLst>
              <a:path w="133350" h="19050">
                <a:moveTo>
                  <a:pt x="133350" y="0"/>
                </a:moveTo>
                <a:lnTo>
                  <a:pt x="0" y="0"/>
                </a:lnTo>
                <a:lnTo>
                  <a:pt x="0" y="19050"/>
                </a:lnTo>
                <a:lnTo>
                  <a:pt x="133350" y="19050"/>
                </a:lnTo>
                <a:lnTo>
                  <a:pt x="1333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302881" y="5473191"/>
            <a:ext cx="133350" cy="19050"/>
          </a:xfrm>
          <a:custGeom>
            <a:avLst/>
            <a:gdLst/>
            <a:ahLst/>
            <a:cxnLst/>
            <a:rect l="l" t="t" r="r" b="b"/>
            <a:pathLst>
              <a:path w="133350" h="19050">
                <a:moveTo>
                  <a:pt x="133350" y="0"/>
                </a:moveTo>
                <a:lnTo>
                  <a:pt x="0" y="0"/>
                </a:lnTo>
                <a:lnTo>
                  <a:pt x="0" y="19050"/>
                </a:lnTo>
                <a:lnTo>
                  <a:pt x="133350" y="19050"/>
                </a:lnTo>
                <a:lnTo>
                  <a:pt x="1333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2256154" y="5497512"/>
            <a:ext cx="518795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90905" algn="l"/>
                <a:tab pos="1769110" algn="l"/>
                <a:tab pos="2647950" algn="l"/>
                <a:tab pos="4432300" algn="l"/>
                <a:tab pos="5047615" algn="l"/>
              </a:tabLst>
            </a:pPr>
            <a:r>
              <a:rPr sz="1700" spc="105" dirty="0">
                <a:latin typeface="Cambria Math"/>
                <a:cs typeface="Cambria Math"/>
              </a:rPr>
              <a:t>𝑛𝑜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105" dirty="0">
                <a:latin typeface="Cambria Math"/>
                <a:cs typeface="Cambria Math"/>
              </a:rPr>
              <a:t>𝑛𝑜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95" dirty="0">
                <a:latin typeface="Cambria Math"/>
                <a:cs typeface="Cambria Math"/>
              </a:rPr>
              <a:t>𝑛𝑜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105" dirty="0">
                <a:latin typeface="Cambria Math"/>
                <a:cs typeface="Cambria Math"/>
              </a:rPr>
              <a:t>𝑛𝑜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5" dirty="0">
                <a:latin typeface="Cambria Math"/>
                <a:cs typeface="Cambria Math"/>
              </a:rPr>
              <a:t>5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5" dirty="0">
                <a:latin typeface="Cambria Math"/>
                <a:cs typeface="Cambria Math"/>
              </a:rPr>
              <a:t>5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7912481" y="5473191"/>
            <a:ext cx="133350" cy="19050"/>
          </a:xfrm>
          <a:custGeom>
            <a:avLst/>
            <a:gdLst/>
            <a:ahLst/>
            <a:cxnLst/>
            <a:rect l="l" t="t" r="r" b="b"/>
            <a:pathLst>
              <a:path w="133350" h="19050">
                <a:moveTo>
                  <a:pt x="133350" y="0"/>
                </a:moveTo>
                <a:lnTo>
                  <a:pt x="0" y="0"/>
                </a:lnTo>
                <a:lnTo>
                  <a:pt x="0" y="19050"/>
                </a:lnTo>
                <a:lnTo>
                  <a:pt x="133350" y="19050"/>
                </a:lnTo>
                <a:lnTo>
                  <a:pt x="1333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531606" y="5473191"/>
            <a:ext cx="133350" cy="19050"/>
          </a:xfrm>
          <a:custGeom>
            <a:avLst/>
            <a:gdLst/>
            <a:ahLst/>
            <a:cxnLst/>
            <a:rect l="l" t="t" r="r" b="b"/>
            <a:pathLst>
              <a:path w="133350" h="19050">
                <a:moveTo>
                  <a:pt x="133350" y="0"/>
                </a:moveTo>
                <a:lnTo>
                  <a:pt x="0" y="0"/>
                </a:lnTo>
                <a:lnTo>
                  <a:pt x="0" y="19050"/>
                </a:lnTo>
                <a:lnTo>
                  <a:pt x="133350" y="19050"/>
                </a:lnTo>
                <a:lnTo>
                  <a:pt x="1333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6300851" y="5007189"/>
            <a:ext cx="2399665" cy="77914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670"/>
              </a:spcBef>
              <a:tabLst>
                <a:tab pos="1002665" algn="l"/>
                <a:tab pos="1618615" algn="l"/>
                <a:tab pos="2233930" algn="l"/>
              </a:tabLst>
            </a:pPr>
            <a:r>
              <a:rPr sz="3600" baseline="-32407" dirty="0">
                <a:latin typeface="Cambria Math"/>
                <a:cs typeface="Cambria Math"/>
              </a:rPr>
              <a:t>=</a:t>
            </a:r>
            <a:r>
              <a:rPr sz="3600" spc="195" baseline="-32407" dirty="0">
                <a:latin typeface="Cambria Math"/>
                <a:cs typeface="Cambria Math"/>
              </a:rPr>
              <a:t> </a:t>
            </a:r>
            <a:r>
              <a:rPr sz="1700" spc="5" dirty="0">
                <a:latin typeface="Cambria Math"/>
                <a:cs typeface="Cambria Math"/>
              </a:rPr>
              <a:t>2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5" dirty="0">
                <a:latin typeface="Cambria Math"/>
                <a:cs typeface="Cambria Math"/>
              </a:rPr>
              <a:t>2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5" dirty="0">
                <a:latin typeface="Cambria Math"/>
                <a:cs typeface="Cambria Math"/>
              </a:rPr>
              <a:t>1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5" dirty="0">
                <a:latin typeface="Cambria Math"/>
                <a:cs typeface="Cambria Math"/>
              </a:rPr>
              <a:t>2</a:t>
            </a:r>
            <a:endParaRPr sz="1700">
              <a:latin typeface="Cambria Math"/>
              <a:cs typeface="Cambria Math"/>
            </a:endParaRPr>
          </a:p>
          <a:p>
            <a:pPr marR="30480" algn="r">
              <a:lnSpc>
                <a:spcPct val="100000"/>
              </a:lnSpc>
              <a:spcBef>
                <a:spcPts val="434"/>
              </a:spcBef>
              <a:tabLst>
                <a:tab pos="614680" algn="l"/>
              </a:tabLst>
            </a:pPr>
            <a:r>
              <a:rPr sz="1700" spc="5" dirty="0">
                <a:latin typeface="Cambria Math"/>
                <a:cs typeface="Cambria Math"/>
              </a:rPr>
              <a:t>5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-5" dirty="0">
                <a:latin typeface="Cambria Math"/>
                <a:cs typeface="Cambria Math"/>
              </a:rPr>
              <a:t>5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939280" y="5258371"/>
            <a:ext cx="20897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7380" algn="l"/>
                <a:tab pos="1243330" algn="l"/>
                <a:tab pos="1858645" algn="l"/>
              </a:tabLst>
            </a:pPr>
            <a:r>
              <a:rPr sz="2400" spc="-50" dirty="0">
                <a:latin typeface="Cambria Math"/>
                <a:cs typeface="Cambria Math"/>
              </a:rPr>
              <a:t>×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×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×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×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9141206" y="5473191"/>
            <a:ext cx="257175" cy="19050"/>
          </a:xfrm>
          <a:custGeom>
            <a:avLst/>
            <a:gdLst/>
            <a:ahLst/>
            <a:cxnLst/>
            <a:rect l="l" t="t" r="r" b="b"/>
            <a:pathLst>
              <a:path w="257175" h="19050">
                <a:moveTo>
                  <a:pt x="257175" y="0"/>
                </a:moveTo>
                <a:lnTo>
                  <a:pt x="0" y="0"/>
                </a:lnTo>
                <a:lnTo>
                  <a:pt x="0" y="19050"/>
                </a:lnTo>
                <a:lnTo>
                  <a:pt x="257175" y="19050"/>
                </a:lnTo>
                <a:lnTo>
                  <a:pt x="257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9202166" y="5165153"/>
            <a:ext cx="15240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5" dirty="0">
                <a:latin typeface="Cambria Math"/>
                <a:cs typeface="Cambria Math"/>
              </a:rPr>
              <a:t>5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137650" y="5497512"/>
            <a:ext cx="29210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80" dirty="0">
                <a:latin typeface="Cambria Math"/>
                <a:cs typeface="Cambria Math"/>
              </a:rPr>
              <a:t>14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471279" y="5258371"/>
            <a:ext cx="8832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=0.005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75652" y="5716270"/>
            <a:ext cx="663320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P(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Yes/X)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P(No/X)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Hence,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Player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play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Tennis.</a:t>
            </a:r>
            <a:endParaRPr sz="24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B7B03E9-662A-1C76-3200-F030CF85AFEE}"/>
                  </a:ext>
                </a:extLst>
              </p14:cNvPr>
              <p14:cNvContentPartPr/>
              <p14:nvPr/>
            </p14:nvContentPartPr>
            <p14:xfrm>
              <a:off x="248400" y="651960"/>
              <a:ext cx="11833560" cy="56919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B7B03E9-662A-1C76-3200-F030CF85AF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9040" y="642600"/>
                <a:ext cx="11852280" cy="5710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1925"/>
            <a:ext cx="10667999" cy="762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1295" y="337819"/>
            <a:ext cx="4934585" cy="5401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28980">
              <a:lnSpc>
                <a:spcPct val="100000"/>
              </a:lnSpc>
              <a:spcBef>
                <a:spcPts val="105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Example:3</a:t>
            </a:r>
            <a:endParaRPr sz="2400">
              <a:latin typeface="Arial"/>
              <a:cs typeface="Arial"/>
            </a:endParaRPr>
          </a:p>
          <a:p>
            <a:pPr marL="12700" marR="6350" indent="451484" algn="just">
              <a:lnSpc>
                <a:spcPct val="149900"/>
              </a:lnSpc>
              <a:spcBef>
                <a:spcPts val="500"/>
              </a:spcBef>
              <a:buAutoNum type="alphaLcParenBoth"/>
              <a:tabLst>
                <a:tab pos="464184" algn="l"/>
              </a:tabLst>
            </a:pPr>
            <a:r>
              <a:rPr sz="2400" dirty="0">
                <a:latin typeface="Times New Roman"/>
                <a:cs typeface="Times New Roman"/>
              </a:rPr>
              <a:t>Estimate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Conditional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Probability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attributes</a:t>
            </a:r>
            <a:r>
              <a:rPr sz="2400" spc="20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{colour,</a:t>
            </a:r>
            <a:r>
              <a:rPr sz="2400" spc="1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legs,</a:t>
            </a:r>
            <a:r>
              <a:rPr sz="2400" spc="17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height, </a:t>
            </a:r>
            <a:r>
              <a:rPr sz="2400" dirty="0">
                <a:latin typeface="Times New Roman"/>
                <a:cs typeface="Times New Roman"/>
              </a:rPr>
              <a:t>smelly}</a:t>
            </a:r>
            <a:r>
              <a:rPr sz="2400" spc="320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315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15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species</a:t>
            </a:r>
            <a:r>
              <a:rPr sz="2400" spc="310" dirty="0">
                <a:latin typeface="Times New Roman"/>
                <a:cs typeface="Times New Roman"/>
              </a:rPr>
              <a:t>   </a:t>
            </a:r>
            <a:r>
              <a:rPr sz="2400" spc="-10" dirty="0">
                <a:latin typeface="Times New Roman"/>
                <a:cs typeface="Times New Roman"/>
              </a:rPr>
              <a:t>classes: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latin typeface="Times New Roman"/>
                <a:cs typeface="Times New Roman"/>
              </a:rPr>
              <a:t>{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S1,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S2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}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given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2400" spc="-10" dirty="0">
                <a:latin typeface="Times New Roman"/>
                <a:cs typeface="Times New Roman"/>
              </a:rPr>
              <a:t>table.</a:t>
            </a:r>
            <a:endParaRPr sz="2400">
              <a:latin typeface="Times New Roman"/>
              <a:cs typeface="Times New Roman"/>
            </a:endParaRPr>
          </a:p>
          <a:p>
            <a:pPr marL="12700" marR="6350" indent="433705">
              <a:lnSpc>
                <a:spcPts val="4360"/>
              </a:lnSpc>
              <a:spcBef>
                <a:spcPts val="315"/>
              </a:spcBef>
              <a:buAutoNum type="alphaLcParenBoth" startAt="2"/>
              <a:tabLst>
                <a:tab pos="446405" algn="l"/>
              </a:tabLst>
            </a:pP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probabilities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table </a:t>
            </a:r>
            <a:r>
              <a:rPr sz="2400" dirty="0">
                <a:latin typeface="Times New Roman"/>
                <a:cs typeface="Times New Roman"/>
              </a:rPr>
              <a:t>estimate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probabilities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1005"/>
              </a:spcBef>
            </a:pPr>
            <a:r>
              <a:rPr sz="2400" dirty="0">
                <a:latin typeface="Times New Roman"/>
                <a:cs typeface="Times New Roman"/>
              </a:rPr>
              <a:t>new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instance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Colour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=Green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Legs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Height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Tall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Smelly=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No}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422900" y="1201927"/>
          <a:ext cx="6667499" cy="4594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4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4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22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Colour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Legs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Height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Smelly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Species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White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Short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S1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Green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Tall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S1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Green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Short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S1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White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Short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S1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Green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Short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S2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White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Tall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S2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White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Tall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S2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White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Short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S2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E2B1E93-3CA5-18CB-FF1A-069DB0DD753D}"/>
                  </a:ext>
                </a:extLst>
              </p14:cNvPr>
              <p14:cNvContentPartPr/>
              <p14:nvPr/>
            </p14:nvContentPartPr>
            <p14:xfrm>
              <a:off x="6727680" y="4457880"/>
              <a:ext cx="7200" cy="9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E2B1E93-3CA5-18CB-FF1A-069DB0DD75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18320" y="4448520"/>
                <a:ext cx="25920" cy="28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5" dirty="0"/>
              <a:t> </a:t>
            </a:r>
            <a:r>
              <a:rPr sz="2400" dirty="0"/>
              <a:t>3</a:t>
            </a:r>
            <a:r>
              <a:rPr sz="2400" spc="-65" dirty="0"/>
              <a:t> </a:t>
            </a:r>
            <a:r>
              <a:rPr sz="2400" spc="-10" dirty="0"/>
              <a:t>Solution: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85457" y="1519491"/>
            <a:ext cx="27000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1740" algn="l"/>
                <a:tab pos="2601595" algn="l"/>
              </a:tabLst>
            </a:pPr>
            <a:r>
              <a:rPr sz="2400" spc="-10" dirty="0">
                <a:latin typeface="Arial MT"/>
                <a:cs typeface="Arial MT"/>
              </a:rPr>
              <a:t>P(S1)=</a:t>
            </a:r>
            <a:r>
              <a:rPr sz="2400" dirty="0">
                <a:latin typeface="Arial MT"/>
                <a:cs typeface="Arial MT"/>
              </a:rPr>
              <a:t>	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P(S2)=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,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0387" y="1535407"/>
            <a:ext cx="131050" cy="4873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29254" y="1535407"/>
            <a:ext cx="126682" cy="487325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52450" y="2219325"/>
          <a:ext cx="3598545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9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9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Colour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White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R="46355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2/4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3/4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Green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R="463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2/4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1/4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387970" y="1807972"/>
          <a:ext cx="3598545" cy="1111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9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9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Legs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¼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4/4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¾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0/4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20712" y="3751326"/>
          <a:ext cx="3596640" cy="1110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Height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Tall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¾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2/4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Short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¼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2/4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389494" y="3504057"/>
          <a:ext cx="3596640" cy="1110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Smelly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Yes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¾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¼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No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¼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3/4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D56B416-BD36-BDEA-E0DC-7BD9FB4EAAF0}"/>
                  </a:ext>
                </a:extLst>
              </p14:cNvPr>
              <p14:cNvContentPartPr/>
              <p14:nvPr/>
            </p14:nvContentPartPr>
            <p14:xfrm>
              <a:off x="1359000" y="2127240"/>
              <a:ext cx="7775280" cy="2324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D56B416-BD36-BDEA-E0DC-7BD9FB4EAAF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49640" y="2117880"/>
                <a:ext cx="7794000" cy="2342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5" dirty="0"/>
              <a:t> </a:t>
            </a:r>
            <a:r>
              <a:rPr sz="2400" dirty="0"/>
              <a:t>3</a:t>
            </a:r>
            <a:r>
              <a:rPr sz="2400" spc="-65" dirty="0"/>
              <a:t> </a:t>
            </a:r>
            <a:r>
              <a:rPr sz="2400" spc="-10" dirty="0"/>
              <a:t>Solution: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38250"/>
            <a:ext cx="10972799" cy="45339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DCC2385-53E8-0713-8CC7-CDC98ACB6C63}"/>
                  </a:ext>
                </a:extLst>
              </p14:cNvPr>
              <p14:cNvContentPartPr/>
              <p14:nvPr/>
            </p14:nvContentPartPr>
            <p14:xfrm>
              <a:off x="1042920" y="973440"/>
              <a:ext cx="8755200" cy="3219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DCC2385-53E8-0713-8CC7-CDC98ACB6C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3560" y="964080"/>
                <a:ext cx="8773920" cy="3238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Naïve</a:t>
            </a:r>
            <a:r>
              <a:rPr sz="2400" spc="-90" dirty="0"/>
              <a:t> </a:t>
            </a:r>
            <a:r>
              <a:rPr sz="2400" dirty="0"/>
              <a:t>Bayes</a:t>
            </a:r>
            <a:r>
              <a:rPr sz="2400" spc="-25" dirty="0"/>
              <a:t> </a:t>
            </a:r>
            <a:r>
              <a:rPr sz="2400" dirty="0"/>
              <a:t>for</a:t>
            </a:r>
            <a:r>
              <a:rPr sz="2400" spc="-60" dirty="0"/>
              <a:t> </a:t>
            </a:r>
            <a:r>
              <a:rPr sz="2400" spc="-20" dirty="0"/>
              <a:t>Text</a:t>
            </a:r>
            <a:r>
              <a:rPr sz="2400" spc="-75" dirty="0"/>
              <a:t> </a:t>
            </a:r>
            <a:r>
              <a:rPr sz="2400" spc="-10" dirty="0"/>
              <a:t>Classification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" y="1114422"/>
            <a:ext cx="9896475" cy="56673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7FC9188-25A2-1950-0482-391BC7AC20EA}"/>
                  </a:ext>
                </a:extLst>
              </p14:cNvPr>
              <p14:cNvContentPartPr/>
              <p14:nvPr/>
            </p14:nvContentPartPr>
            <p14:xfrm>
              <a:off x="5950440" y="3837600"/>
              <a:ext cx="3638160" cy="915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7FC9188-25A2-1950-0482-391BC7AC20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41080" y="3828240"/>
                <a:ext cx="3656880" cy="934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-5" dirty="0"/>
              <a:t> </a:t>
            </a:r>
            <a:r>
              <a:rPr sz="2400" spc="-25" dirty="0"/>
              <a:t>4: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104775" y="904811"/>
            <a:ext cx="11077575" cy="5277485"/>
            <a:chOff x="104775" y="904811"/>
            <a:chExt cx="11077575" cy="52774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775" y="1009650"/>
              <a:ext cx="11077575" cy="51720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15400" y="904811"/>
              <a:ext cx="2205101" cy="776287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EF0AFBB-B52F-3155-A8CF-942C41209690}"/>
                  </a:ext>
                </a:extLst>
              </p14:cNvPr>
              <p14:cNvContentPartPr/>
              <p14:nvPr/>
            </p14:nvContentPartPr>
            <p14:xfrm>
              <a:off x="6632280" y="1399320"/>
              <a:ext cx="5346720" cy="4019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EF0AFBB-B52F-3155-A8CF-942C412096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22920" y="1389960"/>
                <a:ext cx="5365440" cy="4038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2077720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-25" dirty="0"/>
              <a:t> </a:t>
            </a:r>
            <a:r>
              <a:rPr sz="2400" dirty="0"/>
              <a:t>4</a:t>
            </a:r>
            <a:r>
              <a:rPr sz="2400" spc="-95" dirty="0"/>
              <a:t> </a:t>
            </a:r>
            <a:r>
              <a:rPr sz="2400" dirty="0"/>
              <a:t>Solution:</a:t>
            </a:r>
            <a:r>
              <a:rPr sz="2400" spc="-155" dirty="0"/>
              <a:t> </a:t>
            </a:r>
            <a:r>
              <a:rPr sz="2400" dirty="0"/>
              <a:t>Apply</a:t>
            </a:r>
            <a:r>
              <a:rPr sz="2400" spc="-25" dirty="0"/>
              <a:t> </a:t>
            </a:r>
            <a:r>
              <a:rPr sz="2400" dirty="0"/>
              <a:t>Laplace</a:t>
            </a:r>
            <a:r>
              <a:rPr sz="2400" spc="-30" dirty="0"/>
              <a:t> </a:t>
            </a:r>
            <a:r>
              <a:rPr sz="2400" spc="-10" dirty="0"/>
              <a:t>smoothing</a:t>
            </a:r>
            <a:endParaRPr sz="2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98725" y="3999484"/>
          <a:ext cx="8128634" cy="1852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9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P(Word/Sport)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P(Word/Not</a:t>
                      </a:r>
                      <a:r>
                        <a:rPr sz="1800" b="1" spc="-8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Sport)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2/11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1/9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very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1/11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0/9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close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0/11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1/9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game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2/11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0/9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422650" y="1226311"/>
          <a:ext cx="4418965" cy="2444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0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670"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Text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034"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00" spc="-80" dirty="0">
                          <a:latin typeface="Calibri"/>
                          <a:cs typeface="Calibri"/>
                        </a:rPr>
                        <a:t>“A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great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game”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“The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election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was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over”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034"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“Very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clean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match”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spc="-80" dirty="0">
                          <a:latin typeface="Calibri"/>
                          <a:cs typeface="Calibri"/>
                        </a:rPr>
                        <a:t>“A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clean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but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forgettable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game”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034"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“It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was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close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election”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222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222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15EE6D7-0DDB-E364-2710-7B478D616C33}"/>
                  </a:ext>
                </a:extLst>
              </p14:cNvPr>
              <p14:cNvContentPartPr/>
              <p14:nvPr/>
            </p14:nvContentPartPr>
            <p14:xfrm>
              <a:off x="1973880" y="1626120"/>
              <a:ext cx="8448480" cy="4340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15EE6D7-0DDB-E364-2710-7B478D616C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64520" y="1616760"/>
                <a:ext cx="8467200" cy="4359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5" dirty="0"/>
              <a:t> </a:t>
            </a:r>
            <a:r>
              <a:rPr sz="2400" dirty="0"/>
              <a:t>4</a:t>
            </a:r>
            <a:r>
              <a:rPr sz="2400" spc="-65" dirty="0"/>
              <a:t> </a:t>
            </a:r>
            <a:r>
              <a:rPr sz="2400" spc="-10" dirty="0"/>
              <a:t>Solution:</a:t>
            </a:r>
            <a:endParaRPr sz="2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03250" y="1060450"/>
          <a:ext cx="4418965" cy="24447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0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67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Text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905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905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034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00" spc="-80" dirty="0">
                          <a:latin typeface="Calibri"/>
                          <a:cs typeface="Calibri"/>
                        </a:rPr>
                        <a:t>“A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great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game”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“The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election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was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over”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034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“Very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clean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match”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spc="-80" dirty="0">
                          <a:latin typeface="Calibri"/>
                          <a:cs typeface="Calibri"/>
                        </a:rPr>
                        <a:t>“A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clean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but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forgettable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game”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“It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was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close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election”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493003" y="1376362"/>
            <a:ext cx="4977765" cy="20040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4900"/>
              </a:lnSpc>
              <a:spcBef>
                <a:spcPts val="35"/>
              </a:spcBef>
            </a:pPr>
            <a:r>
              <a:rPr sz="1550" dirty="0">
                <a:solidFill>
                  <a:srgbClr val="2B3D51"/>
                </a:solidFill>
                <a:latin typeface="Lucida Sans Unicode"/>
                <a:cs typeface="Lucida Sans Unicode"/>
              </a:rPr>
              <a:t>Which</a:t>
            </a:r>
            <a:r>
              <a:rPr sz="1550" spc="-75" dirty="0">
                <a:solidFill>
                  <a:srgbClr val="2B3D51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2B3D51"/>
                </a:solidFill>
                <a:latin typeface="Lucida Sans Unicode"/>
                <a:cs typeface="Lucida Sans Unicode"/>
              </a:rPr>
              <a:t>tag</a:t>
            </a:r>
            <a:r>
              <a:rPr sz="1550" spc="-35" dirty="0">
                <a:solidFill>
                  <a:srgbClr val="2B3D51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2B3D51"/>
                </a:solidFill>
                <a:latin typeface="Lucida Sans Unicode"/>
                <a:cs typeface="Lucida Sans Unicode"/>
              </a:rPr>
              <a:t>does</a:t>
            </a:r>
            <a:r>
              <a:rPr sz="1550" spc="-80" dirty="0">
                <a:solidFill>
                  <a:srgbClr val="2B3D51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2B3D51"/>
                </a:solidFill>
                <a:latin typeface="Lucida Sans Unicode"/>
                <a:cs typeface="Lucida Sans Unicode"/>
              </a:rPr>
              <a:t>the</a:t>
            </a:r>
            <a:r>
              <a:rPr sz="1550" spc="-60" dirty="0">
                <a:solidFill>
                  <a:srgbClr val="2B3D51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2B3D51"/>
                </a:solidFill>
                <a:latin typeface="Lucida Sans Unicode"/>
                <a:cs typeface="Lucida Sans Unicode"/>
              </a:rPr>
              <a:t>sentence</a:t>
            </a:r>
            <a:r>
              <a:rPr sz="1550" spc="-75" dirty="0">
                <a:solidFill>
                  <a:srgbClr val="2B3D51"/>
                </a:solidFill>
                <a:latin typeface="Lucida Sans Unicode"/>
                <a:cs typeface="Lucida Sans Unicode"/>
              </a:rPr>
              <a:t> </a:t>
            </a:r>
            <a:r>
              <a:rPr sz="1550" i="1" dirty="0">
                <a:solidFill>
                  <a:srgbClr val="2B3D51"/>
                </a:solidFill>
                <a:latin typeface="Calibri"/>
                <a:cs typeface="Calibri"/>
              </a:rPr>
              <a:t>A</a:t>
            </a:r>
            <a:r>
              <a:rPr sz="1550" i="1" spc="45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2B3D51"/>
                </a:solidFill>
                <a:latin typeface="Calibri"/>
                <a:cs typeface="Calibri"/>
              </a:rPr>
              <a:t>very</a:t>
            </a:r>
            <a:r>
              <a:rPr sz="1550" i="1" spc="110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2B3D51"/>
                </a:solidFill>
                <a:latin typeface="Calibri"/>
                <a:cs typeface="Calibri"/>
              </a:rPr>
              <a:t>close</a:t>
            </a:r>
            <a:r>
              <a:rPr sz="1550" i="1" spc="55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2B3D51"/>
                </a:solidFill>
                <a:latin typeface="Calibri"/>
                <a:cs typeface="Calibri"/>
              </a:rPr>
              <a:t>game</a:t>
            </a:r>
            <a:r>
              <a:rPr sz="1550" i="1" spc="180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B3D51"/>
                </a:solidFill>
                <a:latin typeface="Lucida Sans Unicode"/>
                <a:cs typeface="Lucida Sans Unicode"/>
              </a:rPr>
              <a:t>belong </a:t>
            </a:r>
            <a:r>
              <a:rPr sz="1550" dirty="0">
                <a:solidFill>
                  <a:srgbClr val="2B3D51"/>
                </a:solidFill>
                <a:latin typeface="Lucida Sans Unicode"/>
                <a:cs typeface="Lucida Sans Unicode"/>
              </a:rPr>
              <a:t>to?</a:t>
            </a:r>
            <a:r>
              <a:rPr sz="1550" spc="40" dirty="0">
                <a:solidFill>
                  <a:srgbClr val="2B3D51"/>
                </a:solidFill>
                <a:latin typeface="Lucida Sans Unicode"/>
                <a:cs typeface="Lucida Sans Unicode"/>
              </a:rPr>
              <a:t> </a:t>
            </a:r>
            <a:r>
              <a:rPr sz="1550" spc="-40" dirty="0">
                <a:solidFill>
                  <a:srgbClr val="2B3D51"/>
                </a:solidFill>
                <a:latin typeface="Lucida Sans Unicode"/>
                <a:cs typeface="Lucida Sans Unicode"/>
              </a:rPr>
              <a:t>i.e.</a:t>
            </a:r>
            <a:r>
              <a:rPr sz="1550" spc="-15" dirty="0">
                <a:solidFill>
                  <a:srgbClr val="2B3D51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2B3D51"/>
                </a:solidFill>
                <a:latin typeface="Lucida Sans Unicode"/>
                <a:cs typeface="Lucida Sans Unicode"/>
              </a:rPr>
              <a:t>P(sports|</a:t>
            </a:r>
            <a:r>
              <a:rPr sz="1550" spc="-70" dirty="0">
                <a:solidFill>
                  <a:srgbClr val="2B3D51"/>
                </a:solidFill>
                <a:latin typeface="Lucida Sans Unicode"/>
                <a:cs typeface="Lucida Sans Unicode"/>
              </a:rPr>
              <a:t> </a:t>
            </a:r>
            <a:r>
              <a:rPr sz="1550" i="1" dirty="0">
                <a:solidFill>
                  <a:srgbClr val="2B3D51"/>
                </a:solidFill>
                <a:latin typeface="Calibri"/>
                <a:cs typeface="Calibri"/>
              </a:rPr>
              <a:t>A</a:t>
            </a:r>
            <a:r>
              <a:rPr sz="1550" i="1" spc="80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2B3D51"/>
                </a:solidFill>
                <a:latin typeface="Calibri"/>
                <a:cs typeface="Calibri"/>
              </a:rPr>
              <a:t>very</a:t>
            </a:r>
            <a:r>
              <a:rPr sz="1550" i="1" spc="145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2B3D51"/>
                </a:solidFill>
                <a:latin typeface="Calibri"/>
                <a:cs typeface="Calibri"/>
              </a:rPr>
              <a:t>close</a:t>
            </a:r>
            <a:r>
              <a:rPr sz="1550" i="1" spc="85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550" i="1" spc="-20" dirty="0">
                <a:solidFill>
                  <a:srgbClr val="2B3D51"/>
                </a:solidFill>
                <a:latin typeface="Calibri"/>
                <a:cs typeface="Calibri"/>
              </a:rPr>
              <a:t>game</a:t>
            </a:r>
            <a:r>
              <a:rPr sz="1550" spc="-20" dirty="0">
                <a:solidFill>
                  <a:srgbClr val="2B3D51"/>
                </a:solidFill>
                <a:latin typeface="Lucida Sans Unicode"/>
                <a:cs typeface="Lucida Sans Unicode"/>
              </a:rPr>
              <a:t>)</a:t>
            </a:r>
            <a:endParaRPr sz="1550">
              <a:latin typeface="Lucida Sans Unicode"/>
              <a:cs typeface="Lucida Sans Unicode"/>
            </a:endParaRPr>
          </a:p>
          <a:p>
            <a:pPr marL="88900">
              <a:lnSpc>
                <a:spcPct val="100000"/>
              </a:lnSpc>
              <a:spcBef>
                <a:spcPts val="1160"/>
              </a:spcBef>
            </a:pPr>
            <a:r>
              <a:rPr sz="1550" spc="-20" dirty="0">
                <a:solidFill>
                  <a:srgbClr val="2B3D51"/>
                </a:solidFill>
                <a:latin typeface="Lucida Sans Unicode"/>
                <a:cs typeface="Lucida Sans Unicode"/>
              </a:rPr>
              <a:t>Using</a:t>
            </a:r>
            <a:r>
              <a:rPr sz="1550" spc="10" dirty="0">
                <a:solidFill>
                  <a:srgbClr val="2B3D51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2B3D51"/>
                </a:solidFill>
                <a:latin typeface="Lucida Sans Unicode"/>
                <a:cs typeface="Lucida Sans Unicode"/>
              </a:rPr>
              <a:t>Bayes</a:t>
            </a:r>
            <a:r>
              <a:rPr sz="1550" spc="50" dirty="0">
                <a:solidFill>
                  <a:srgbClr val="2B3D51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2B3D51"/>
                </a:solidFill>
                <a:latin typeface="Lucida Sans Unicode"/>
                <a:cs typeface="Lucida Sans Unicode"/>
              </a:rPr>
              <a:t>Theorem:</a:t>
            </a:r>
            <a:endParaRPr sz="1550">
              <a:latin typeface="Lucida Sans Unicode"/>
              <a:cs typeface="Lucida Sans Unicode"/>
            </a:endParaRPr>
          </a:p>
          <a:p>
            <a:pPr marL="88900">
              <a:lnSpc>
                <a:spcPct val="100000"/>
              </a:lnSpc>
              <a:spcBef>
                <a:spcPts val="1490"/>
              </a:spcBef>
            </a:pPr>
            <a:r>
              <a:rPr sz="1200" spc="-35" dirty="0">
                <a:solidFill>
                  <a:srgbClr val="2B3D51"/>
                </a:solidFill>
                <a:latin typeface="Arial Black"/>
                <a:cs typeface="Arial Black"/>
              </a:rPr>
              <a:t>P(sports|</a:t>
            </a:r>
            <a:r>
              <a:rPr sz="1200" spc="-135" dirty="0">
                <a:solidFill>
                  <a:srgbClr val="2B3D51"/>
                </a:solidFill>
                <a:latin typeface="Arial Black"/>
                <a:cs typeface="Arial Black"/>
              </a:rPr>
              <a:t> </a:t>
            </a:r>
            <a:r>
              <a:rPr sz="1200" b="1" i="1" dirty="0">
                <a:solidFill>
                  <a:srgbClr val="2B3D51"/>
                </a:solidFill>
                <a:latin typeface="Calibri"/>
                <a:cs typeface="Calibri"/>
              </a:rPr>
              <a:t>A</a:t>
            </a:r>
            <a:r>
              <a:rPr sz="1200" b="1" i="1" spc="-30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2B3D51"/>
                </a:solidFill>
                <a:latin typeface="Calibri"/>
                <a:cs typeface="Calibri"/>
              </a:rPr>
              <a:t>very</a:t>
            </a:r>
            <a:r>
              <a:rPr sz="1200" b="1" i="1" spc="60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2B3D51"/>
                </a:solidFill>
                <a:latin typeface="Calibri"/>
                <a:cs typeface="Calibri"/>
              </a:rPr>
              <a:t>close</a:t>
            </a:r>
            <a:r>
              <a:rPr sz="1200" b="1" i="1" spc="30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200" b="1" i="1" spc="-20" dirty="0">
                <a:solidFill>
                  <a:srgbClr val="2B3D51"/>
                </a:solidFill>
                <a:latin typeface="Calibri"/>
                <a:cs typeface="Calibri"/>
              </a:rPr>
              <a:t>game</a:t>
            </a:r>
            <a:r>
              <a:rPr sz="1200" spc="-20" dirty="0">
                <a:solidFill>
                  <a:srgbClr val="2B3D51"/>
                </a:solidFill>
                <a:latin typeface="Arial Black"/>
                <a:cs typeface="Arial Black"/>
              </a:rPr>
              <a:t>)</a:t>
            </a:r>
            <a:endParaRPr sz="1200">
              <a:latin typeface="Arial Black"/>
              <a:cs typeface="Arial Black"/>
            </a:endParaRPr>
          </a:p>
          <a:p>
            <a:pPr marL="88900">
              <a:lnSpc>
                <a:spcPct val="100000"/>
              </a:lnSpc>
              <a:spcBef>
                <a:spcPts val="1415"/>
              </a:spcBef>
            </a:pPr>
            <a:r>
              <a:rPr sz="1200" spc="-110" dirty="0">
                <a:solidFill>
                  <a:srgbClr val="2B3D51"/>
                </a:solidFill>
                <a:latin typeface="Arial Black"/>
                <a:cs typeface="Arial Black"/>
              </a:rPr>
              <a:t>=</a:t>
            </a:r>
            <a:r>
              <a:rPr sz="1200" spc="-114" dirty="0">
                <a:solidFill>
                  <a:srgbClr val="2B3D51"/>
                </a:solidFill>
                <a:latin typeface="Arial Black"/>
                <a:cs typeface="Arial Black"/>
              </a:rPr>
              <a:t> </a:t>
            </a:r>
            <a:r>
              <a:rPr sz="1200" spc="-50" dirty="0">
                <a:solidFill>
                  <a:srgbClr val="2B3D51"/>
                </a:solidFill>
                <a:latin typeface="Arial Black"/>
                <a:cs typeface="Arial Black"/>
              </a:rPr>
              <a:t>P(</a:t>
            </a:r>
            <a:r>
              <a:rPr sz="1200" b="1" i="1" spc="-50" dirty="0">
                <a:solidFill>
                  <a:srgbClr val="2B3D51"/>
                </a:solidFill>
                <a:latin typeface="Calibri"/>
                <a:cs typeface="Calibri"/>
              </a:rPr>
              <a:t>A</a:t>
            </a:r>
            <a:r>
              <a:rPr sz="1200" b="1" i="1" spc="-30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2B3D51"/>
                </a:solidFill>
                <a:latin typeface="Calibri"/>
                <a:cs typeface="Calibri"/>
              </a:rPr>
              <a:t>very</a:t>
            </a:r>
            <a:r>
              <a:rPr sz="1200" b="1" i="1" spc="-25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2B3D51"/>
                </a:solidFill>
                <a:latin typeface="Calibri"/>
                <a:cs typeface="Calibri"/>
              </a:rPr>
              <a:t>close</a:t>
            </a:r>
            <a:r>
              <a:rPr sz="1200" b="1" i="1" spc="15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2B3D51"/>
                </a:solidFill>
                <a:latin typeface="Calibri"/>
                <a:cs typeface="Calibri"/>
              </a:rPr>
              <a:t>game|</a:t>
            </a:r>
            <a:r>
              <a:rPr sz="1200" b="1" i="1" spc="25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200" spc="-75" dirty="0">
                <a:solidFill>
                  <a:srgbClr val="2B3D51"/>
                </a:solidFill>
                <a:latin typeface="Arial Black"/>
                <a:cs typeface="Arial Black"/>
              </a:rPr>
              <a:t>sports)</a:t>
            </a:r>
            <a:r>
              <a:rPr sz="1200" spc="-60" dirty="0">
                <a:solidFill>
                  <a:srgbClr val="2B3D51"/>
                </a:solidFill>
                <a:latin typeface="Arial Black"/>
                <a:cs typeface="Arial Black"/>
              </a:rPr>
              <a:t> </a:t>
            </a:r>
            <a:r>
              <a:rPr sz="1200" spc="-10" dirty="0">
                <a:solidFill>
                  <a:srgbClr val="2B3D51"/>
                </a:solidFill>
                <a:latin typeface="Arial Black"/>
                <a:cs typeface="Arial Black"/>
              </a:rPr>
              <a:t>P(sports)</a:t>
            </a:r>
            <a:endParaRPr sz="1200">
              <a:latin typeface="Arial Black"/>
              <a:cs typeface="Arial Black"/>
            </a:endParaRPr>
          </a:p>
          <a:p>
            <a:pPr marL="222250">
              <a:lnSpc>
                <a:spcPts val="1435"/>
              </a:lnSpc>
              <a:spcBef>
                <a:spcPts val="65"/>
              </a:spcBef>
            </a:pPr>
            <a:r>
              <a:rPr sz="1200" b="1" dirty="0">
                <a:latin typeface="Tahoma"/>
                <a:cs typeface="Tahoma"/>
              </a:rPr>
              <a:t>---</a:t>
            </a:r>
            <a:r>
              <a:rPr sz="1200" b="1" spc="-70" dirty="0">
                <a:latin typeface="Tahoma"/>
                <a:cs typeface="Tahoma"/>
              </a:rPr>
              <a:t>-</a:t>
            </a:r>
            <a:r>
              <a:rPr sz="1200" b="1" dirty="0">
                <a:latin typeface="Tahoma"/>
                <a:cs typeface="Tahoma"/>
              </a:rPr>
              <a:t>-----</a:t>
            </a:r>
            <a:r>
              <a:rPr sz="1200" b="1" spc="-70" dirty="0">
                <a:latin typeface="Tahoma"/>
                <a:cs typeface="Tahoma"/>
              </a:rPr>
              <a:t>-</a:t>
            </a:r>
            <a:r>
              <a:rPr sz="1200" b="1" dirty="0">
                <a:latin typeface="Tahoma"/>
                <a:cs typeface="Tahoma"/>
              </a:rPr>
              <a:t>-----</a:t>
            </a:r>
            <a:r>
              <a:rPr sz="1200" b="1" spc="-70" dirty="0">
                <a:latin typeface="Tahoma"/>
                <a:cs typeface="Tahoma"/>
              </a:rPr>
              <a:t>-</a:t>
            </a:r>
            <a:r>
              <a:rPr sz="1200" b="1" dirty="0">
                <a:latin typeface="Tahoma"/>
                <a:cs typeface="Tahoma"/>
              </a:rPr>
              <a:t>-----</a:t>
            </a:r>
            <a:r>
              <a:rPr sz="1200" b="1" spc="-70" dirty="0">
                <a:latin typeface="Tahoma"/>
                <a:cs typeface="Tahoma"/>
              </a:rPr>
              <a:t>-</a:t>
            </a:r>
            <a:r>
              <a:rPr sz="1200" b="1" dirty="0">
                <a:latin typeface="Tahoma"/>
                <a:cs typeface="Tahoma"/>
              </a:rPr>
              <a:t>-----</a:t>
            </a:r>
            <a:r>
              <a:rPr sz="1200" b="1" spc="-70" dirty="0">
                <a:latin typeface="Tahoma"/>
                <a:cs typeface="Tahoma"/>
              </a:rPr>
              <a:t>-</a:t>
            </a:r>
            <a:r>
              <a:rPr sz="1200" b="1" dirty="0">
                <a:latin typeface="Tahoma"/>
                <a:cs typeface="Tahoma"/>
              </a:rPr>
              <a:t>-----</a:t>
            </a:r>
            <a:r>
              <a:rPr sz="1200" b="1" spc="-70" dirty="0">
                <a:latin typeface="Tahoma"/>
                <a:cs typeface="Tahoma"/>
              </a:rPr>
              <a:t>-</a:t>
            </a:r>
            <a:r>
              <a:rPr sz="1200" b="1" dirty="0">
                <a:latin typeface="Tahoma"/>
                <a:cs typeface="Tahoma"/>
              </a:rPr>
              <a:t>-----</a:t>
            </a:r>
            <a:r>
              <a:rPr sz="1200" b="1" spc="-70" dirty="0">
                <a:latin typeface="Tahoma"/>
                <a:cs typeface="Tahoma"/>
              </a:rPr>
              <a:t>-</a:t>
            </a:r>
            <a:r>
              <a:rPr sz="1200" b="1" dirty="0">
                <a:latin typeface="Tahoma"/>
                <a:cs typeface="Tahoma"/>
              </a:rPr>
              <a:t>------</a:t>
            </a:r>
            <a:endParaRPr sz="1200">
              <a:latin typeface="Tahoma"/>
              <a:cs typeface="Tahoma"/>
            </a:endParaRPr>
          </a:p>
          <a:p>
            <a:pPr marL="1003935">
              <a:lnSpc>
                <a:spcPts val="1435"/>
              </a:lnSpc>
            </a:pPr>
            <a:r>
              <a:rPr sz="1200" spc="-65" dirty="0">
                <a:solidFill>
                  <a:srgbClr val="2B3D51"/>
                </a:solidFill>
                <a:latin typeface="Arial Black"/>
                <a:cs typeface="Arial Black"/>
              </a:rPr>
              <a:t>P(</a:t>
            </a:r>
            <a:r>
              <a:rPr sz="1200" b="1" i="1" spc="-65" dirty="0">
                <a:solidFill>
                  <a:srgbClr val="2B3D51"/>
                </a:solidFill>
                <a:latin typeface="Calibri"/>
                <a:cs typeface="Calibri"/>
              </a:rPr>
              <a:t>A</a:t>
            </a:r>
            <a:r>
              <a:rPr sz="1200" b="1" i="1" spc="-25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2B3D51"/>
                </a:solidFill>
                <a:latin typeface="Calibri"/>
                <a:cs typeface="Calibri"/>
              </a:rPr>
              <a:t>very</a:t>
            </a:r>
            <a:r>
              <a:rPr sz="1200" b="1" i="1" spc="25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2B3D51"/>
                </a:solidFill>
                <a:latin typeface="Calibri"/>
                <a:cs typeface="Calibri"/>
              </a:rPr>
              <a:t>close</a:t>
            </a:r>
            <a:r>
              <a:rPr sz="1200" b="1" i="1" spc="20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200" b="1" i="1" spc="-20" dirty="0">
                <a:solidFill>
                  <a:srgbClr val="2B3D51"/>
                </a:solidFill>
                <a:latin typeface="Calibri"/>
                <a:cs typeface="Calibri"/>
              </a:rPr>
              <a:t>game)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80210" y="4083113"/>
            <a:ext cx="694182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ahoma"/>
                <a:cs typeface="Tahoma"/>
              </a:rPr>
              <a:t>We</a:t>
            </a:r>
            <a:r>
              <a:rPr sz="1550" spc="10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assume</a:t>
            </a:r>
            <a:r>
              <a:rPr sz="1550" spc="105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that</a:t>
            </a:r>
            <a:r>
              <a:rPr sz="1550" spc="105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every</a:t>
            </a:r>
            <a:r>
              <a:rPr sz="1550" spc="7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word</a:t>
            </a:r>
            <a:r>
              <a:rPr sz="1550" spc="6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in</a:t>
            </a:r>
            <a:r>
              <a:rPr sz="1550" spc="13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a</a:t>
            </a:r>
            <a:r>
              <a:rPr sz="1550" spc="114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sentence</a:t>
            </a:r>
            <a:r>
              <a:rPr sz="1550" spc="10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is</a:t>
            </a:r>
            <a:r>
              <a:rPr sz="1550" spc="135" dirty="0">
                <a:latin typeface="Tahoma"/>
                <a:cs typeface="Tahoma"/>
              </a:rPr>
              <a:t> </a:t>
            </a:r>
            <a:r>
              <a:rPr sz="1550" b="1" dirty="0">
                <a:latin typeface="Tahoma"/>
                <a:cs typeface="Tahoma"/>
              </a:rPr>
              <a:t>independent</a:t>
            </a:r>
            <a:r>
              <a:rPr sz="1550" b="1" spc="14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of</a:t>
            </a:r>
            <a:r>
              <a:rPr sz="1550" spc="5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the</a:t>
            </a:r>
            <a:r>
              <a:rPr sz="1550" spc="105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other</a:t>
            </a:r>
            <a:r>
              <a:rPr sz="1550" spc="60" dirty="0">
                <a:latin typeface="Tahoma"/>
                <a:cs typeface="Tahoma"/>
              </a:rPr>
              <a:t> </a:t>
            </a:r>
            <a:r>
              <a:rPr sz="1550" spc="-20" dirty="0">
                <a:latin typeface="Tahoma"/>
                <a:cs typeface="Tahoma"/>
              </a:rPr>
              <a:t>ones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4550" y="5941377"/>
            <a:ext cx="88836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ahoma"/>
                <a:cs typeface="Tahoma"/>
              </a:rPr>
              <a:t>“close”</a:t>
            </a:r>
            <a:r>
              <a:rPr sz="1550" spc="11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doesn’t</a:t>
            </a:r>
            <a:r>
              <a:rPr sz="1550" spc="6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appear</a:t>
            </a:r>
            <a:r>
              <a:rPr sz="1550" spc="95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in</a:t>
            </a:r>
            <a:r>
              <a:rPr sz="1550" spc="8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sentences</a:t>
            </a:r>
            <a:r>
              <a:rPr sz="1550" spc="114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of</a:t>
            </a:r>
            <a:r>
              <a:rPr sz="1550" spc="8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sports</a:t>
            </a:r>
            <a:r>
              <a:rPr sz="1550" spc="114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tag,</a:t>
            </a:r>
            <a:r>
              <a:rPr sz="1550" spc="204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So</a:t>
            </a:r>
            <a:r>
              <a:rPr sz="1550" spc="20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P(close</a:t>
            </a:r>
            <a:r>
              <a:rPr sz="1550" spc="55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|</a:t>
            </a:r>
            <a:r>
              <a:rPr sz="1550" spc="14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sports)</a:t>
            </a:r>
            <a:r>
              <a:rPr sz="1550" spc="55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=</a:t>
            </a:r>
            <a:r>
              <a:rPr sz="1550" spc="21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0,</a:t>
            </a:r>
            <a:r>
              <a:rPr sz="1550" spc="11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which</a:t>
            </a:r>
            <a:r>
              <a:rPr sz="1550" spc="85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makes</a:t>
            </a:r>
            <a:r>
              <a:rPr sz="1550" spc="11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product</a:t>
            </a:r>
            <a:r>
              <a:rPr sz="1550" spc="150" dirty="0">
                <a:latin typeface="Tahoma"/>
                <a:cs typeface="Tahoma"/>
              </a:rPr>
              <a:t> </a:t>
            </a:r>
            <a:r>
              <a:rPr sz="1550" spc="-50" dirty="0">
                <a:latin typeface="Tahoma"/>
                <a:cs typeface="Tahoma"/>
              </a:rPr>
              <a:t>0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19250" y="4610036"/>
            <a:ext cx="214629" cy="196215"/>
            <a:chOff x="1619250" y="4610036"/>
            <a:chExt cx="214629" cy="1962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4812" y="4647403"/>
              <a:ext cx="46037" cy="15881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9250" y="4610036"/>
              <a:ext cx="214312" cy="166687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94522" y="4599916"/>
            <a:ext cx="140017" cy="282178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2085146" y="4647374"/>
            <a:ext cx="140335" cy="149860"/>
            <a:chOff x="2085146" y="4647374"/>
            <a:chExt cx="140335" cy="14986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85146" y="4647374"/>
              <a:ext cx="139769" cy="14935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41724" y="4732029"/>
              <a:ext cx="73958" cy="27475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2408424" y="4619561"/>
            <a:ext cx="625475" cy="290830"/>
            <a:chOff x="2408424" y="4619561"/>
            <a:chExt cx="625475" cy="290830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08424" y="4685233"/>
              <a:ext cx="64713" cy="927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28875" y="4619561"/>
              <a:ext cx="128587" cy="20478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80021" y="4685045"/>
              <a:ext cx="83469" cy="9286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47950" y="4629086"/>
              <a:ext cx="204787" cy="18573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09875" y="4629086"/>
              <a:ext cx="223837" cy="280987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3208972" y="4552886"/>
            <a:ext cx="293370" cy="271780"/>
            <a:chOff x="3208972" y="4552886"/>
            <a:chExt cx="293370" cy="271780"/>
          </a:xfrm>
        </p:grpSpPr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08972" y="4685102"/>
              <a:ext cx="140017" cy="11157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05175" y="4552886"/>
              <a:ext cx="119062" cy="27146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418416" y="4675577"/>
              <a:ext cx="83343" cy="102280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3561159" y="4666234"/>
            <a:ext cx="226695" cy="111760"/>
            <a:chOff x="3561159" y="4666234"/>
            <a:chExt cx="226695" cy="111760"/>
          </a:xfrm>
        </p:grpSpPr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61159" y="4666234"/>
              <a:ext cx="102155" cy="11144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85222" y="4684983"/>
              <a:ext cx="102155" cy="83469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1666875" y="5067363"/>
            <a:ext cx="224154" cy="234315"/>
            <a:chOff x="1666875" y="5067363"/>
            <a:chExt cx="224154" cy="234315"/>
          </a:xfrm>
        </p:grpSpPr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703274" y="5133305"/>
              <a:ext cx="36739" cy="16815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66875" y="5067363"/>
              <a:ext cx="223837" cy="195262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2037357" y="5057243"/>
            <a:ext cx="349250" cy="282575"/>
            <a:chOff x="2037357" y="5057243"/>
            <a:chExt cx="349250" cy="282575"/>
          </a:xfrm>
        </p:grpSpPr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037357" y="5057243"/>
              <a:ext cx="130571" cy="28217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152650" y="5067363"/>
              <a:ext cx="233362" cy="22383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246709" y="5180198"/>
              <a:ext cx="92868" cy="36634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2437266" y="5113985"/>
            <a:ext cx="140970" cy="111760"/>
            <a:chOff x="2437266" y="5113985"/>
            <a:chExt cx="140970" cy="111760"/>
          </a:xfrm>
        </p:grpSpPr>
        <p:pic>
          <p:nvPicPr>
            <p:cNvPr id="35" name="object 3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437266" y="5132980"/>
              <a:ext cx="102280" cy="9260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532062" y="5113985"/>
              <a:ext cx="46037" cy="92743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2637171" y="5132847"/>
            <a:ext cx="188595" cy="102235"/>
            <a:chOff x="2637171" y="5132847"/>
            <a:chExt cx="188595" cy="102235"/>
          </a:xfrm>
        </p:grpSpPr>
        <p:pic>
          <p:nvPicPr>
            <p:cNvPr id="38" name="object 3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637171" y="5142310"/>
              <a:ext cx="83469" cy="92743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723197" y="5132847"/>
              <a:ext cx="102155" cy="92868"/>
            </a:xfrm>
            <a:prstGeom prst="rect">
              <a:avLst/>
            </a:prstGeom>
          </p:spPr>
        </p:pic>
      </p:grpSp>
      <p:pic>
        <p:nvPicPr>
          <p:cNvPr id="40" name="object 4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885167" y="5114106"/>
            <a:ext cx="111578" cy="168275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3209043" y="5019738"/>
            <a:ext cx="340360" cy="252729"/>
            <a:chOff x="3209043" y="5019738"/>
            <a:chExt cx="340360" cy="252729"/>
          </a:xfrm>
        </p:grpSpPr>
        <p:pic>
          <p:nvPicPr>
            <p:cNvPr id="42" name="object 4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209043" y="5113953"/>
              <a:ext cx="158926" cy="13045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324225" y="5019738"/>
              <a:ext cx="157162" cy="25241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456572" y="5113930"/>
              <a:ext cx="92743" cy="92604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3608652" y="5038788"/>
            <a:ext cx="349250" cy="205104"/>
            <a:chOff x="3608652" y="5038788"/>
            <a:chExt cx="349250" cy="205104"/>
          </a:xfrm>
        </p:grpSpPr>
        <p:pic>
          <p:nvPicPr>
            <p:cNvPr id="46" name="object 4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608652" y="5113854"/>
              <a:ext cx="83343" cy="10228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713747" y="5114081"/>
              <a:ext cx="102017" cy="111578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790950" y="5038788"/>
              <a:ext cx="166687" cy="204787"/>
            </a:xfrm>
            <a:prstGeom prst="rect">
              <a:avLst/>
            </a:prstGeom>
          </p:spPr>
        </p:pic>
      </p:grpSp>
      <p:pic>
        <p:nvPicPr>
          <p:cNvPr id="49" name="object 49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951839" y="4666304"/>
            <a:ext cx="121133" cy="168275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4904372" y="4665202"/>
            <a:ext cx="112395" cy="75565"/>
            <a:chOff x="4904372" y="4665202"/>
            <a:chExt cx="112395" cy="75565"/>
          </a:xfrm>
        </p:grpSpPr>
        <p:pic>
          <p:nvPicPr>
            <p:cNvPr id="51" name="object 5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904372" y="4665202"/>
              <a:ext cx="92743" cy="1825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923422" y="4712979"/>
              <a:ext cx="92743" cy="27475"/>
            </a:xfrm>
            <a:prstGeom prst="rect">
              <a:avLst/>
            </a:prstGeom>
          </p:spPr>
        </p:pic>
      </p:grpSp>
      <p:grpSp>
        <p:nvGrpSpPr>
          <p:cNvPr id="53" name="object 53"/>
          <p:cNvGrpSpPr/>
          <p:nvPr/>
        </p:nvGrpSpPr>
        <p:grpSpPr>
          <a:xfrm>
            <a:off x="5143500" y="4524311"/>
            <a:ext cx="652780" cy="290830"/>
            <a:chOff x="5143500" y="4524311"/>
            <a:chExt cx="652780" cy="290830"/>
          </a:xfrm>
        </p:grpSpPr>
        <p:pic>
          <p:nvPicPr>
            <p:cNvPr id="54" name="object 5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143500" y="4562411"/>
              <a:ext cx="138112" cy="21431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143500" y="4543361"/>
              <a:ext cx="233362" cy="19526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343525" y="4533836"/>
              <a:ext cx="185737" cy="261937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457825" y="4543361"/>
              <a:ext cx="233362" cy="233362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533117" y="4646548"/>
              <a:ext cx="111578" cy="3651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619750" y="4524311"/>
              <a:ext cx="176212" cy="290512"/>
            </a:xfrm>
            <a:prstGeom prst="rect">
              <a:avLst/>
            </a:prstGeom>
          </p:spPr>
        </p:pic>
      </p:grpSp>
      <p:grpSp>
        <p:nvGrpSpPr>
          <p:cNvPr id="60" name="object 60"/>
          <p:cNvGrpSpPr/>
          <p:nvPr/>
        </p:nvGrpSpPr>
        <p:grpSpPr>
          <a:xfrm>
            <a:off x="5915025" y="4505261"/>
            <a:ext cx="1081405" cy="281305"/>
            <a:chOff x="5915025" y="4505261"/>
            <a:chExt cx="1081405" cy="281305"/>
          </a:xfrm>
        </p:grpSpPr>
        <p:pic>
          <p:nvPicPr>
            <p:cNvPr id="61" name="object 6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915025" y="4571936"/>
              <a:ext cx="119062" cy="204787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915025" y="4533836"/>
              <a:ext cx="204787" cy="185737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086475" y="4514786"/>
              <a:ext cx="214312" cy="261937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266316" y="4599258"/>
              <a:ext cx="111578" cy="83469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305550" y="4533836"/>
              <a:ext cx="157162" cy="204787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456997" y="4589795"/>
              <a:ext cx="102155" cy="92868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505575" y="4552886"/>
              <a:ext cx="204787" cy="166687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648450" y="4533836"/>
              <a:ext cx="204787" cy="242887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6772275" y="4505261"/>
              <a:ext cx="223837" cy="280987"/>
            </a:xfrm>
            <a:prstGeom prst="rect">
              <a:avLst/>
            </a:prstGeom>
          </p:spPr>
        </p:pic>
      </p:grpSp>
      <p:grpSp>
        <p:nvGrpSpPr>
          <p:cNvPr id="70" name="object 70"/>
          <p:cNvGrpSpPr/>
          <p:nvPr/>
        </p:nvGrpSpPr>
        <p:grpSpPr>
          <a:xfrm>
            <a:off x="7077075" y="4448111"/>
            <a:ext cx="1186180" cy="309880"/>
            <a:chOff x="7077075" y="4448111"/>
            <a:chExt cx="1186180" cy="309880"/>
          </a:xfrm>
        </p:grpSpPr>
        <p:pic>
          <p:nvPicPr>
            <p:cNvPr id="71" name="object 71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086600" y="4524311"/>
              <a:ext cx="128587" cy="214312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077075" y="4514786"/>
              <a:ext cx="204787" cy="176212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7277100" y="4486211"/>
              <a:ext cx="195262" cy="252412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7448550" y="4543361"/>
              <a:ext cx="214312" cy="195262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600950" y="4448111"/>
              <a:ext cx="147637" cy="271462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714342" y="4580270"/>
              <a:ext cx="111578" cy="102155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820025" y="4505261"/>
              <a:ext cx="166687" cy="214312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934325" y="4533836"/>
              <a:ext cx="204787" cy="18573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8077200" y="4486211"/>
              <a:ext cx="185737" cy="271462"/>
            </a:xfrm>
            <a:prstGeom prst="rect">
              <a:avLst/>
            </a:prstGeom>
          </p:spPr>
        </p:pic>
      </p:grpSp>
      <p:grpSp>
        <p:nvGrpSpPr>
          <p:cNvPr id="80" name="object 80"/>
          <p:cNvGrpSpPr/>
          <p:nvPr/>
        </p:nvGrpSpPr>
        <p:grpSpPr>
          <a:xfrm>
            <a:off x="8334375" y="4467161"/>
            <a:ext cx="214629" cy="215265"/>
            <a:chOff x="8334375" y="4467161"/>
            <a:chExt cx="214629" cy="215265"/>
          </a:xfrm>
        </p:grpSpPr>
        <p:pic>
          <p:nvPicPr>
            <p:cNvPr id="81" name="object 81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8390059" y="4532883"/>
              <a:ext cx="36634" cy="149351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8334375" y="4467161"/>
              <a:ext cx="214312" cy="176212"/>
            </a:xfrm>
            <a:prstGeom prst="rect">
              <a:avLst/>
            </a:prstGeom>
          </p:spPr>
        </p:pic>
      </p:grpSp>
      <p:pic>
        <p:nvPicPr>
          <p:cNvPr id="83" name="object 83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8600122" y="4428426"/>
            <a:ext cx="111442" cy="196691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8790582" y="4475865"/>
            <a:ext cx="130571" cy="187215"/>
          </a:xfrm>
          <a:prstGeom prst="rect">
            <a:avLst/>
          </a:prstGeom>
        </p:spPr>
      </p:pic>
      <p:grpSp>
        <p:nvGrpSpPr>
          <p:cNvPr id="85" name="object 85"/>
          <p:cNvGrpSpPr/>
          <p:nvPr/>
        </p:nvGrpSpPr>
        <p:grpSpPr>
          <a:xfrm>
            <a:off x="4009032" y="4505261"/>
            <a:ext cx="1873250" cy="805180"/>
            <a:chOff x="4009032" y="4505261"/>
            <a:chExt cx="1873250" cy="805180"/>
          </a:xfrm>
        </p:grpSpPr>
        <p:pic>
          <p:nvPicPr>
            <p:cNvPr id="86" name="object 86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4123332" y="4665995"/>
              <a:ext cx="130571" cy="92868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4238625" y="4610036"/>
              <a:ext cx="442912" cy="185737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4610100" y="4505261"/>
              <a:ext cx="233362" cy="366712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4009032" y="5104581"/>
              <a:ext cx="139898" cy="158926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4133850" y="5067363"/>
              <a:ext cx="233362" cy="185737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4286250" y="5057838"/>
              <a:ext cx="357187" cy="195262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4628091" y="5113797"/>
              <a:ext cx="92604" cy="92868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4752975" y="4914963"/>
              <a:ext cx="147637" cy="395287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4876800" y="5010086"/>
              <a:ext cx="204787" cy="214312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5038725" y="5029263"/>
              <a:ext cx="138112" cy="261937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5085216" y="5056708"/>
              <a:ext cx="111578" cy="92743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5191125" y="5000561"/>
              <a:ext cx="204787" cy="195262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5351916" y="5037527"/>
              <a:ext cx="102280" cy="102280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5438775" y="4886261"/>
              <a:ext cx="147637" cy="290512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5524500" y="5000561"/>
              <a:ext cx="185737" cy="204787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5476875" y="4952936"/>
              <a:ext cx="214312" cy="119062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5648325" y="4867338"/>
              <a:ext cx="233362" cy="423862"/>
            </a:xfrm>
            <a:prstGeom prst="rect">
              <a:avLst/>
            </a:prstGeom>
          </p:spPr>
        </p:pic>
      </p:grpSp>
      <p:grpSp>
        <p:nvGrpSpPr>
          <p:cNvPr id="103" name="object 103"/>
          <p:cNvGrpSpPr/>
          <p:nvPr/>
        </p:nvGrpSpPr>
        <p:grpSpPr>
          <a:xfrm>
            <a:off x="5943600" y="5046354"/>
            <a:ext cx="205104" cy="130810"/>
            <a:chOff x="5943600" y="5046354"/>
            <a:chExt cx="205104" cy="130810"/>
          </a:xfrm>
        </p:grpSpPr>
        <p:pic>
          <p:nvPicPr>
            <p:cNvPr id="104" name="object 104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5989971" y="5046354"/>
              <a:ext cx="92743" cy="27475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5943600" y="5057711"/>
              <a:ext cx="204787" cy="119062"/>
            </a:xfrm>
            <a:prstGeom prst="rect">
              <a:avLst/>
            </a:prstGeom>
          </p:spPr>
        </p:pic>
      </p:grpSp>
      <p:grpSp>
        <p:nvGrpSpPr>
          <p:cNvPr id="106" name="object 106"/>
          <p:cNvGrpSpPr/>
          <p:nvPr/>
        </p:nvGrpSpPr>
        <p:grpSpPr>
          <a:xfrm>
            <a:off x="6305550" y="4829111"/>
            <a:ext cx="1776730" cy="414655"/>
            <a:chOff x="6305550" y="4829111"/>
            <a:chExt cx="1776730" cy="414655"/>
          </a:xfrm>
        </p:grpSpPr>
        <p:pic>
          <p:nvPicPr>
            <p:cNvPr id="107" name="object 107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6360999" y="4980805"/>
              <a:ext cx="36739" cy="168275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6305550" y="4924361"/>
              <a:ext cx="204787" cy="185737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6524625" y="4867211"/>
              <a:ext cx="195262" cy="319087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6705600" y="4943411"/>
              <a:ext cx="223837" cy="166687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6934200" y="4857686"/>
              <a:ext cx="147637" cy="328612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7067550" y="4905311"/>
              <a:ext cx="195262" cy="214312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7219950" y="4943538"/>
              <a:ext cx="119062" cy="300037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7219950" y="4943411"/>
              <a:ext cx="204787" cy="195262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7418841" y="4989845"/>
              <a:ext cx="111578" cy="102155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7477125" y="4933886"/>
              <a:ext cx="223837" cy="195262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7639050" y="4829111"/>
              <a:ext cx="147637" cy="290512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7724775" y="4943411"/>
              <a:ext cx="185737" cy="204787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7677150" y="4905311"/>
              <a:ext cx="204787" cy="128587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7867650" y="4838763"/>
              <a:ext cx="214312" cy="395287"/>
            </a:xfrm>
            <a:prstGeom prst="rect">
              <a:avLst/>
            </a:prstGeom>
          </p:spPr>
        </p:pic>
      </p:grpSp>
      <p:pic>
        <p:nvPicPr>
          <p:cNvPr id="121" name="object 121"/>
          <p:cNvPicPr/>
          <p:nvPr/>
        </p:nvPicPr>
        <p:blipFill>
          <a:blip r:embed="rId97" cstate="print"/>
          <a:stretch>
            <a:fillRect/>
          </a:stretch>
        </p:blipFill>
        <p:spPr>
          <a:xfrm>
            <a:off x="4475842" y="5476053"/>
            <a:ext cx="111578" cy="177854"/>
          </a:xfrm>
          <a:prstGeom prst="rect">
            <a:avLst/>
          </a:prstGeom>
        </p:spPr>
      </p:pic>
      <p:grpSp>
        <p:nvGrpSpPr>
          <p:cNvPr id="122" name="object 122"/>
          <p:cNvGrpSpPr/>
          <p:nvPr/>
        </p:nvGrpSpPr>
        <p:grpSpPr>
          <a:xfrm>
            <a:off x="4723484" y="5372100"/>
            <a:ext cx="521334" cy="300990"/>
            <a:chOff x="4723484" y="5372100"/>
            <a:chExt cx="521334" cy="300990"/>
          </a:xfrm>
        </p:grpSpPr>
        <p:pic>
          <p:nvPicPr>
            <p:cNvPr id="123" name="object 123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4723484" y="5447599"/>
              <a:ext cx="158811" cy="225238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4857750" y="5438775"/>
              <a:ext cx="271462" cy="204787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5029200" y="5372100"/>
              <a:ext cx="138112" cy="290512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5142366" y="5513721"/>
              <a:ext cx="102280" cy="83469"/>
            </a:xfrm>
            <a:prstGeom prst="rect">
              <a:avLst/>
            </a:prstGeom>
          </p:spPr>
        </p:pic>
      </p:grpSp>
      <p:grpSp>
        <p:nvGrpSpPr>
          <p:cNvPr id="127" name="object 127"/>
          <p:cNvGrpSpPr/>
          <p:nvPr/>
        </p:nvGrpSpPr>
        <p:grpSpPr>
          <a:xfrm>
            <a:off x="5304102" y="5504259"/>
            <a:ext cx="207645" cy="102870"/>
            <a:chOff x="5304102" y="5504259"/>
            <a:chExt cx="207645" cy="102870"/>
          </a:xfrm>
        </p:grpSpPr>
        <p:pic>
          <p:nvPicPr>
            <p:cNvPr id="128" name="object 128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5304102" y="5504316"/>
              <a:ext cx="83343" cy="102280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5427996" y="5504259"/>
              <a:ext cx="83469" cy="102155"/>
            </a:xfrm>
            <a:prstGeom prst="rect">
              <a:avLst/>
            </a:prstGeom>
          </p:spPr>
        </p:pic>
      </p:grpSp>
      <p:pic>
        <p:nvPicPr>
          <p:cNvPr id="130" name="object 130"/>
          <p:cNvPicPr/>
          <p:nvPr/>
        </p:nvPicPr>
        <p:blipFill>
          <a:blip r:embed="rId104" cstate="print"/>
          <a:stretch>
            <a:fillRect/>
          </a:stretch>
        </p:blipFill>
        <p:spPr>
          <a:xfrm>
            <a:off x="5599211" y="5371519"/>
            <a:ext cx="55364" cy="291674"/>
          </a:xfrm>
          <a:prstGeom prst="rect">
            <a:avLst/>
          </a:prstGeom>
        </p:spPr>
      </p:pic>
      <p:grpSp>
        <p:nvGrpSpPr>
          <p:cNvPr id="131" name="object 131"/>
          <p:cNvGrpSpPr/>
          <p:nvPr/>
        </p:nvGrpSpPr>
        <p:grpSpPr>
          <a:xfrm>
            <a:off x="5742539" y="5305425"/>
            <a:ext cx="1016000" cy="433705"/>
            <a:chOff x="5742539" y="5305425"/>
            <a:chExt cx="1016000" cy="433705"/>
          </a:xfrm>
        </p:grpSpPr>
        <p:pic>
          <p:nvPicPr>
            <p:cNvPr id="132" name="object 132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5742539" y="5428384"/>
              <a:ext cx="121133" cy="130319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5848350" y="5419725"/>
              <a:ext cx="147637" cy="290512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5876925" y="5410263"/>
              <a:ext cx="204787" cy="166687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6010275" y="5410263"/>
              <a:ext cx="214312" cy="166687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6172200" y="5362638"/>
              <a:ext cx="195262" cy="214312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6286500" y="5305425"/>
              <a:ext cx="166687" cy="290512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6343650" y="5410200"/>
              <a:ext cx="185737" cy="214312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6324600" y="5391213"/>
              <a:ext cx="223837" cy="119062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6524625" y="5314950"/>
              <a:ext cx="233362" cy="423862"/>
            </a:xfrm>
            <a:prstGeom prst="rect">
              <a:avLst/>
            </a:prstGeom>
          </p:spPr>
        </p:pic>
      </p:grpSp>
      <p:grpSp>
        <p:nvGrpSpPr>
          <p:cNvPr id="141" name="object 141"/>
          <p:cNvGrpSpPr/>
          <p:nvPr/>
        </p:nvGrpSpPr>
        <p:grpSpPr>
          <a:xfrm>
            <a:off x="6934200" y="5353050"/>
            <a:ext cx="1167130" cy="281305"/>
            <a:chOff x="6934200" y="5353050"/>
            <a:chExt cx="1167130" cy="281305"/>
          </a:xfrm>
        </p:grpSpPr>
        <p:pic>
          <p:nvPicPr>
            <p:cNvPr id="142" name="object 142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6989518" y="5428488"/>
              <a:ext cx="27475" cy="158686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6934200" y="5381688"/>
              <a:ext cx="223837" cy="176212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7153275" y="5353050"/>
              <a:ext cx="223837" cy="280987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7419022" y="5428399"/>
              <a:ext cx="111442" cy="168388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7505700" y="5410263"/>
              <a:ext cx="223837" cy="176212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7677150" y="5410200"/>
              <a:ext cx="300037" cy="185737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7934325" y="5391150"/>
              <a:ext cx="166687" cy="204787"/>
            </a:xfrm>
            <a:prstGeom prst="rect">
              <a:avLst/>
            </a:prstGeom>
          </p:spPr>
        </p:pic>
      </p:grpSp>
      <p:pic>
        <p:nvPicPr>
          <p:cNvPr id="149" name="object 149"/>
          <p:cNvPicPr/>
          <p:nvPr/>
        </p:nvPicPr>
        <p:blipFill>
          <a:blip r:embed="rId121" cstate="print"/>
          <a:stretch>
            <a:fillRect/>
          </a:stretch>
        </p:blipFill>
        <p:spPr>
          <a:xfrm>
            <a:off x="8180387" y="5295370"/>
            <a:ext cx="46037" cy="253603"/>
          </a:xfrm>
          <a:prstGeom prst="rect">
            <a:avLst/>
          </a:prstGeom>
        </p:spPr>
      </p:pic>
      <p:grpSp>
        <p:nvGrpSpPr>
          <p:cNvPr id="150" name="object 150"/>
          <p:cNvGrpSpPr/>
          <p:nvPr/>
        </p:nvGrpSpPr>
        <p:grpSpPr>
          <a:xfrm>
            <a:off x="8210550" y="4390961"/>
            <a:ext cx="2091055" cy="1376680"/>
            <a:chOff x="8210550" y="4390961"/>
            <a:chExt cx="2091055" cy="1376680"/>
          </a:xfrm>
        </p:grpSpPr>
        <p:pic>
          <p:nvPicPr>
            <p:cNvPr id="151" name="object 151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9000209" y="4494602"/>
              <a:ext cx="149469" cy="102280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9144000" y="4438586"/>
              <a:ext cx="347662" cy="214312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9439275" y="4457636"/>
              <a:ext cx="223837" cy="204787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9496425" y="4390961"/>
              <a:ext cx="261937" cy="347662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8246949" y="4951983"/>
              <a:ext cx="45924" cy="140017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8210550" y="4895786"/>
              <a:ext cx="204787" cy="204787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8401050" y="4838636"/>
              <a:ext cx="233362" cy="347662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8675874" y="4942088"/>
              <a:ext cx="64713" cy="74083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8677275" y="4867211"/>
              <a:ext cx="166687" cy="204787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8763000" y="4876736"/>
              <a:ext cx="204787" cy="185737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8858250" y="4867211"/>
              <a:ext cx="261937" cy="185737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9048750" y="4857686"/>
              <a:ext cx="233362" cy="252412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9267825" y="4743386"/>
              <a:ext cx="128587" cy="395287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9363075" y="4848161"/>
              <a:ext cx="176212" cy="204787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9467850" y="4848161"/>
              <a:ext cx="166687" cy="309562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9561966" y="4904058"/>
              <a:ext cx="111578" cy="83469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9695497" y="4885070"/>
              <a:ext cx="102155" cy="92868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9772650" y="4791011"/>
              <a:ext cx="214312" cy="242887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9934575" y="4695761"/>
              <a:ext cx="128587" cy="319087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9972675" y="4829111"/>
              <a:ext cx="195262" cy="223837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9990471" y="4827279"/>
              <a:ext cx="83469" cy="27475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10039350" y="4733861"/>
              <a:ext cx="261937" cy="414337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8304892" y="5371210"/>
              <a:ext cx="111578" cy="140017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8401050" y="5343524"/>
              <a:ext cx="128587" cy="300037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8410575" y="5353113"/>
              <a:ext cx="223837" cy="166687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8619217" y="5390260"/>
              <a:ext cx="111578" cy="102155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8752472" y="5389960"/>
              <a:ext cx="102017" cy="83469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8839200" y="5210238"/>
              <a:ext cx="138112" cy="309562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8896350" y="5353113"/>
              <a:ext cx="185737" cy="204787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8877300" y="5276913"/>
              <a:ext cx="204787" cy="128587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8896350" y="5200649"/>
              <a:ext cx="366712" cy="566737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53963A88-E330-B515-D204-C983C3D92597}"/>
                  </a:ext>
                </a:extLst>
              </p14:cNvPr>
              <p14:cNvContentPartPr/>
              <p14:nvPr/>
            </p14:nvContentPartPr>
            <p14:xfrm>
              <a:off x="475920" y="1386720"/>
              <a:ext cx="10741320" cy="449496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53963A88-E330-B515-D204-C983C3D92597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466560" y="1377360"/>
                <a:ext cx="10760040" cy="4513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 4</a:t>
            </a:r>
            <a:r>
              <a:rPr sz="2400" spc="-65" dirty="0"/>
              <a:t> </a:t>
            </a:r>
            <a:r>
              <a:rPr sz="2400" dirty="0"/>
              <a:t>Solution:</a:t>
            </a:r>
            <a:r>
              <a:rPr sz="2400" spc="-55" dirty="0"/>
              <a:t> </a:t>
            </a:r>
            <a:r>
              <a:rPr sz="2400" dirty="0"/>
              <a:t>Laplace</a:t>
            </a:r>
            <a:r>
              <a:rPr sz="2400" spc="-65" dirty="0"/>
              <a:t> </a:t>
            </a:r>
            <a:r>
              <a:rPr sz="2400" spc="-10" dirty="0"/>
              <a:t>smoothing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23925"/>
            <a:ext cx="12039599" cy="57721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D0318BA-CC3E-5B90-2063-009907B8D095}"/>
                  </a:ext>
                </a:extLst>
              </p14:cNvPr>
              <p14:cNvContentPartPr/>
              <p14:nvPr/>
            </p14:nvContentPartPr>
            <p14:xfrm>
              <a:off x="838080" y="4726440"/>
              <a:ext cx="11014560" cy="1809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D0318BA-CC3E-5B90-2063-009907B8D0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8720" y="4717080"/>
                <a:ext cx="11033280" cy="1828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2077720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-25" dirty="0"/>
              <a:t> </a:t>
            </a:r>
            <a:r>
              <a:rPr sz="2400" dirty="0"/>
              <a:t>4</a:t>
            </a:r>
            <a:r>
              <a:rPr sz="2400" spc="-95" dirty="0"/>
              <a:t> </a:t>
            </a:r>
            <a:r>
              <a:rPr sz="2400" dirty="0"/>
              <a:t>Solution:</a:t>
            </a:r>
            <a:r>
              <a:rPr sz="2400" spc="-155" dirty="0"/>
              <a:t> </a:t>
            </a:r>
            <a:r>
              <a:rPr sz="2400" dirty="0"/>
              <a:t>Apply</a:t>
            </a:r>
            <a:r>
              <a:rPr sz="2400" spc="-25" dirty="0"/>
              <a:t> </a:t>
            </a:r>
            <a:r>
              <a:rPr sz="2400" dirty="0"/>
              <a:t>Laplace</a:t>
            </a:r>
            <a:r>
              <a:rPr sz="2400" spc="-30" dirty="0"/>
              <a:t> </a:t>
            </a:r>
            <a:r>
              <a:rPr sz="2400" spc="-10" dirty="0"/>
              <a:t>smoothing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66800"/>
            <a:ext cx="9324974" cy="56102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F1B1E54-7085-7AAC-43EB-C22914A68467}"/>
                  </a:ext>
                </a:extLst>
              </p14:cNvPr>
              <p14:cNvContentPartPr/>
              <p14:nvPr/>
            </p14:nvContentPartPr>
            <p14:xfrm>
              <a:off x="318960" y="1515960"/>
              <a:ext cx="7608600" cy="5012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F1B1E54-7085-7AAC-43EB-C22914A684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9600" y="1506600"/>
                <a:ext cx="7627320" cy="5031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-5" dirty="0"/>
              <a:t> </a:t>
            </a:r>
            <a:r>
              <a:rPr sz="2400" spc="-25" dirty="0"/>
              <a:t>5: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23925"/>
            <a:ext cx="11953874" cy="57721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A34C9BD-ED3B-53FB-E88F-479327AB8151}"/>
                  </a:ext>
                </a:extLst>
              </p14:cNvPr>
              <p14:cNvContentPartPr/>
              <p14:nvPr/>
            </p14:nvContentPartPr>
            <p14:xfrm>
              <a:off x="1787400" y="1641960"/>
              <a:ext cx="6373800" cy="4346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A34C9BD-ED3B-53FB-E88F-479327AB81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78040" y="1632600"/>
                <a:ext cx="6392520" cy="4365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5" dirty="0"/>
              <a:t> </a:t>
            </a:r>
            <a:r>
              <a:rPr sz="2400" dirty="0"/>
              <a:t>5</a:t>
            </a:r>
            <a:r>
              <a:rPr sz="2400" spc="-65" dirty="0"/>
              <a:t> </a:t>
            </a:r>
            <a:r>
              <a:rPr sz="2400" spc="-10" dirty="0"/>
              <a:t>Solution: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047750"/>
            <a:ext cx="9029700" cy="539115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5" dirty="0"/>
              <a:t> </a:t>
            </a:r>
            <a:r>
              <a:rPr sz="2400" dirty="0"/>
              <a:t>5</a:t>
            </a:r>
            <a:r>
              <a:rPr sz="2400" spc="-65" dirty="0"/>
              <a:t> </a:t>
            </a:r>
            <a:r>
              <a:rPr sz="2400" spc="-10" dirty="0"/>
              <a:t>Solution: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028700"/>
            <a:ext cx="9563100" cy="53911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A9EFA1B-2F95-5A90-44DC-EF44A87EFAD2}"/>
                  </a:ext>
                </a:extLst>
              </p14:cNvPr>
              <p14:cNvContentPartPr/>
              <p14:nvPr/>
            </p14:nvContentPartPr>
            <p14:xfrm>
              <a:off x="2582640" y="3692160"/>
              <a:ext cx="888840" cy="295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A9EFA1B-2F95-5A90-44DC-EF44A87EFA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73280" y="3682800"/>
                <a:ext cx="907560" cy="314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5" dirty="0"/>
              <a:t> </a:t>
            </a:r>
            <a:r>
              <a:rPr sz="2400" dirty="0"/>
              <a:t>5</a:t>
            </a:r>
            <a:r>
              <a:rPr sz="2400" spc="-65" dirty="0"/>
              <a:t> </a:t>
            </a:r>
            <a:r>
              <a:rPr sz="2400" spc="-10" dirty="0"/>
              <a:t>Solution: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142875" y="1009650"/>
            <a:ext cx="10168255" cy="5343525"/>
            <a:chOff x="142875" y="1009650"/>
            <a:chExt cx="10168255" cy="53435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875" y="1009650"/>
              <a:ext cx="10001250" cy="53435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1581086"/>
              <a:ext cx="9663176" cy="4129151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2183004-404E-5920-E5DF-69224C08C8CD}"/>
                  </a:ext>
                </a:extLst>
              </p14:cNvPr>
              <p14:cNvContentPartPr/>
              <p14:nvPr/>
            </p14:nvContentPartPr>
            <p14:xfrm>
              <a:off x="2691360" y="1650600"/>
              <a:ext cx="3142080" cy="2151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2183004-404E-5920-E5DF-69224C08C8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82000" y="1641240"/>
                <a:ext cx="3160800" cy="2170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5" dirty="0"/>
              <a:t> </a:t>
            </a:r>
            <a:r>
              <a:rPr sz="2400" dirty="0"/>
              <a:t>5</a:t>
            </a:r>
            <a:r>
              <a:rPr sz="2400" spc="-65" dirty="0"/>
              <a:t> </a:t>
            </a:r>
            <a:r>
              <a:rPr sz="2400" spc="-10" dirty="0"/>
              <a:t>Solution: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1076325"/>
            <a:ext cx="8667750" cy="56388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32C3F14-D718-6C44-C968-15CA657AF290}"/>
                  </a:ext>
                </a:extLst>
              </p14:cNvPr>
              <p14:cNvContentPartPr/>
              <p14:nvPr/>
            </p14:nvContentPartPr>
            <p14:xfrm>
              <a:off x="4162320" y="2739600"/>
              <a:ext cx="36000" cy="13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32C3F14-D718-6C44-C968-15CA657AF2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52960" y="2730240"/>
                <a:ext cx="54720" cy="32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5" dirty="0"/>
              <a:t> </a:t>
            </a:r>
            <a:r>
              <a:rPr sz="2400" dirty="0"/>
              <a:t>5</a:t>
            </a:r>
            <a:r>
              <a:rPr sz="2400" spc="-65" dirty="0"/>
              <a:t> </a:t>
            </a:r>
            <a:r>
              <a:rPr sz="2400" spc="-10" dirty="0"/>
              <a:t>Solution: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152400" y="923925"/>
            <a:ext cx="11925300" cy="3076575"/>
            <a:chOff x="152400" y="923925"/>
            <a:chExt cx="11925300" cy="30765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923925"/>
              <a:ext cx="5124450" cy="30765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24525" y="1143000"/>
              <a:ext cx="6353175" cy="20669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58025" y="1781175"/>
              <a:ext cx="3510026" cy="1357249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57850" y="4057650"/>
            <a:ext cx="6324600" cy="19621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5A857B2-C53B-F134-8FAC-4603AA693091}"/>
                  </a:ext>
                </a:extLst>
              </p14:cNvPr>
              <p14:cNvContentPartPr/>
              <p14:nvPr/>
            </p14:nvContentPartPr>
            <p14:xfrm>
              <a:off x="82800" y="1873080"/>
              <a:ext cx="11865600" cy="39927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5A857B2-C53B-F134-8FAC-4603AA69309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440" y="1863720"/>
                <a:ext cx="11884320" cy="4011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Naïve</a:t>
            </a:r>
            <a:r>
              <a:rPr sz="2400" spc="-60" dirty="0"/>
              <a:t> </a:t>
            </a:r>
            <a:r>
              <a:rPr sz="2400" dirty="0"/>
              <a:t>Bayes</a:t>
            </a:r>
            <a:r>
              <a:rPr sz="2400" spc="10" dirty="0"/>
              <a:t> </a:t>
            </a:r>
            <a:r>
              <a:rPr sz="2400" spc="-10" dirty="0"/>
              <a:t>Classifier</a:t>
            </a:r>
            <a:r>
              <a:rPr sz="2400" spc="-105" dirty="0"/>
              <a:t> </a:t>
            </a:r>
            <a:r>
              <a:rPr sz="2400" spc="-10" dirty="0"/>
              <a:t>Applications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25" y="923925"/>
            <a:ext cx="1194435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Practical</a:t>
            </a:r>
            <a:r>
              <a:rPr sz="2400" spc="-100" dirty="0"/>
              <a:t> </a:t>
            </a:r>
            <a:r>
              <a:rPr sz="2400" dirty="0"/>
              <a:t>Issues</a:t>
            </a:r>
            <a:r>
              <a:rPr sz="2400" spc="-25" dirty="0"/>
              <a:t> </a:t>
            </a:r>
            <a:r>
              <a:rPr sz="2400" dirty="0"/>
              <a:t>of</a:t>
            </a:r>
            <a:r>
              <a:rPr sz="2400" spc="-10" dirty="0"/>
              <a:t> </a:t>
            </a:r>
            <a:r>
              <a:rPr sz="2400" dirty="0"/>
              <a:t>Bayesian</a:t>
            </a:r>
            <a:r>
              <a:rPr sz="2400" spc="-75" dirty="0"/>
              <a:t> </a:t>
            </a:r>
            <a:r>
              <a:rPr sz="2400" spc="-10" dirty="0"/>
              <a:t>learning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50" y="1085850"/>
            <a:ext cx="11534775" cy="488632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Practical</a:t>
            </a:r>
            <a:r>
              <a:rPr sz="2400" spc="-100" dirty="0"/>
              <a:t> </a:t>
            </a:r>
            <a:r>
              <a:rPr sz="2400" dirty="0"/>
              <a:t>Issues</a:t>
            </a:r>
            <a:r>
              <a:rPr sz="2400" spc="-25" dirty="0"/>
              <a:t> </a:t>
            </a:r>
            <a:r>
              <a:rPr sz="2400" dirty="0"/>
              <a:t>of</a:t>
            </a:r>
            <a:r>
              <a:rPr sz="2400" spc="-10" dirty="0"/>
              <a:t> </a:t>
            </a:r>
            <a:r>
              <a:rPr sz="2400" dirty="0"/>
              <a:t>Bayesian</a:t>
            </a:r>
            <a:r>
              <a:rPr sz="2400" spc="-75" dirty="0"/>
              <a:t> </a:t>
            </a:r>
            <a:r>
              <a:rPr sz="2400" spc="-10" dirty="0"/>
              <a:t>learning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076325"/>
            <a:ext cx="11925300" cy="395287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1925"/>
            <a:ext cx="10667999" cy="762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26390" y="337819"/>
            <a:ext cx="5200650" cy="4210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03885">
              <a:lnSpc>
                <a:spcPct val="100000"/>
              </a:lnSpc>
              <a:spcBef>
                <a:spcPts val="105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Glossary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rgbClr val="0F1141"/>
              </a:buClr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Bayes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theorem</a:t>
            </a:r>
            <a:endParaRPr sz="3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864"/>
              </a:spcBef>
              <a:buClr>
                <a:srgbClr val="0F1141"/>
              </a:buClr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MAP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Hypothesis</a:t>
            </a:r>
            <a:endParaRPr sz="3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945"/>
              </a:spcBef>
              <a:buClr>
                <a:srgbClr val="0F1141"/>
              </a:buClr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ML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Estimate</a:t>
            </a:r>
            <a:endParaRPr sz="3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939"/>
              </a:spcBef>
              <a:buClr>
                <a:srgbClr val="0F1141"/>
              </a:buClr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Naïve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Bayes</a:t>
            </a:r>
            <a:r>
              <a:rPr sz="3200" spc="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theorem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945"/>
              </a:spcBef>
              <a:buClr>
                <a:srgbClr val="0F1141"/>
              </a:buClr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NB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with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Laplace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correction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dirty="0"/>
              <a:t>Practice</a:t>
            </a:r>
            <a:r>
              <a:rPr spc="-75" dirty="0"/>
              <a:t> </a:t>
            </a:r>
            <a:r>
              <a:rPr dirty="0"/>
              <a:t>Problems</a:t>
            </a:r>
            <a:r>
              <a:rPr spc="-70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159" y="1237678"/>
            <a:ext cx="10677525" cy="2880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Two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candidates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competing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positions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board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directors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  <a:p>
            <a:pPr marL="12700" marR="219075">
              <a:lnSpc>
                <a:spcPts val="4960"/>
              </a:lnSpc>
              <a:spcBef>
                <a:spcPts val="430"/>
              </a:spcBef>
            </a:pPr>
            <a:r>
              <a:rPr sz="2400" dirty="0">
                <a:latin typeface="Calibri"/>
                <a:cs typeface="Calibri"/>
              </a:rPr>
              <a:t>company.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probabilities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second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sets will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0.6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25" dirty="0">
                <a:latin typeface="Calibri"/>
                <a:cs typeface="Calibri"/>
              </a:rPr>
              <a:t>0.4 </a:t>
            </a:r>
            <a:r>
              <a:rPr sz="2400" dirty="0">
                <a:latin typeface="Calibri"/>
                <a:cs typeface="Calibri"/>
              </a:rPr>
              <a:t>respectively.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wins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introducing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product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20" dirty="0">
                <a:latin typeface="Calibri"/>
                <a:cs typeface="Calibri"/>
              </a:rPr>
              <a:t>0.8,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corresponding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second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wins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0.3.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probability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05"/>
              </a:spcBef>
            </a:pP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product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introduced?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Solution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75" y="962025"/>
            <a:ext cx="11906250" cy="493395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dirty="0"/>
              <a:t>Practice</a:t>
            </a:r>
            <a:r>
              <a:rPr spc="-75" dirty="0"/>
              <a:t> </a:t>
            </a:r>
            <a:r>
              <a:rPr dirty="0"/>
              <a:t>Problems</a:t>
            </a:r>
            <a:r>
              <a:rPr spc="-70" dirty="0"/>
              <a:t> </a:t>
            </a:r>
            <a:r>
              <a:rPr spc="-50" dirty="0"/>
              <a:t>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975" y="1066800"/>
            <a:ext cx="11830050" cy="47244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Solution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550" y="1019175"/>
            <a:ext cx="11468100" cy="523875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Conti..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0763" y="2419413"/>
            <a:ext cx="1627124" cy="15921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90470" y="2800667"/>
            <a:ext cx="4273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0.35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0521" y="4286726"/>
            <a:ext cx="213701" cy="20431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219450" y="1763267"/>
            <a:ext cx="2040255" cy="3263265"/>
            <a:chOff x="3219450" y="1763267"/>
            <a:chExt cx="2040255" cy="326326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19450" y="3152775"/>
              <a:ext cx="485775" cy="3714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710051" y="1843150"/>
              <a:ext cx="1544955" cy="3178175"/>
            </a:xfrm>
            <a:custGeom>
              <a:avLst/>
              <a:gdLst/>
              <a:ahLst/>
              <a:cxnLst/>
              <a:rect l="l" t="t" r="r" b="b"/>
              <a:pathLst>
                <a:path w="1544954" h="3178175">
                  <a:moveTo>
                    <a:pt x="19050" y="466725"/>
                  </a:moveTo>
                  <a:lnTo>
                    <a:pt x="1379474" y="0"/>
                  </a:lnTo>
                </a:path>
                <a:path w="1544954" h="3178175">
                  <a:moveTo>
                    <a:pt x="0" y="514350"/>
                  </a:moveTo>
                  <a:lnTo>
                    <a:pt x="1512824" y="861949"/>
                  </a:lnTo>
                </a:path>
                <a:path w="1544954" h="3178175">
                  <a:moveTo>
                    <a:pt x="0" y="1282700"/>
                  </a:moveTo>
                  <a:lnTo>
                    <a:pt x="1446149" y="857250"/>
                  </a:lnTo>
                </a:path>
                <a:path w="1544954" h="3178175">
                  <a:moveTo>
                    <a:pt x="19050" y="1285875"/>
                  </a:moveTo>
                  <a:lnTo>
                    <a:pt x="1544574" y="1841500"/>
                  </a:lnTo>
                </a:path>
                <a:path w="1544954" h="3178175">
                  <a:moveTo>
                    <a:pt x="57150" y="2528824"/>
                  </a:moveTo>
                  <a:lnTo>
                    <a:pt x="1442974" y="1895475"/>
                  </a:lnTo>
                </a:path>
                <a:path w="1544954" h="3178175">
                  <a:moveTo>
                    <a:pt x="95250" y="2533650"/>
                  </a:moveTo>
                  <a:lnTo>
                    <a:pt x="1358900" y="31781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31856" y="1763267"/>
              <a:ext cx="614045" cy="2401570"/>
            </a:xfrm>
            <a:custGeom>
              <a:avLst/>
              <a:gdLst/>
              <a:ahLst/>
              <a:cxnLst/>
              <a:rect l="l" t="t" r="r" b="b"/>
              <a:pathLst>
                <a:path w="614045" h="2401570">
                  <a:moveTo>
                    <a:pt x="103263" y="1088212"/>
                  </a:moveTo>
                  <a:lnTo>
                    <a:pt x="97345" y="1048512"/>
                  </a:lnTo>
                  <a:lnTo>
                    <a:pt x="84188" y="1016241"/>
                  </a:lnTo>
                  <a:lnTo>
                    <a:pt x="84188" y="1103122"/>
                  </a:lnTo>
                  <a:lnTo>
                    <a:pt x="83756" y="1106551"/>
                  </a:lnTo>
                  <a:lnTo>
                    <a:pt x="83680" y="1107186"/>
                  </a:lnTo>
                  <a:lnTo>
                    <a:pt x="81902" y="1114552"/>
                  </a:lnTo>
                  <a:lnTo>
                    <a:pt x="80505" y="1117854"/>
                  </a:lnTo>
                  <a:lnTo>
                    <a:pt x="78727" y="1120648"/>
                  </a:lnTo>
                  <a:lnTo>
                    <a:pt x="76949" y="1123569"/>
                  </a:lnTo>
                  <a:lnTo>
                    <a:pt x="61201" y="1131570"/>
                  </a:lnTo>
                  <a:lnTo>
                    <a:pt x="55867" y="1132459"/>
                  </a:lnTo>
                  <a:lnTo>
                    <a:pt x="51168" y="1132205"/>
                  </a:lnTo>
                  <a:lnTo>
                    <a:pt x="47104" y="1130681"/>
                  </a:lnTo>
                  <a:lnTo>
                    <a:pt x="43040" y="1129284"/>
                  </a:lnTo>
                  <a:lnTo>
                    <a:pt x="24511" y="1092619"/>
                  </a:lnTo>
                  <a:lnTo>
                    <a:pt x="18643" y="1050671"/>
                  </a:lnTo>
                  <a:lnTo>
                    <a:pt x="18529" y="1048512"/>
                  </a:lnTo>
                  <a:lnTo>
                    <a:pt x="18973" y="1042924"/>
                  </a:lnTo>
                  <a:lnTo>
                    <a:pt x="19037" y="1042162"/>
                  </a:lnTo>
                  <a:lnTo>
                    <a:pt x="20434" y="1036701"/>
                  </a:lnTo>
                  <a:lnTo>
                    <a:pt x="21704" y="1031113"/>
                  </a:lnTo>
                  <a:lnTo>
                    <a:pt x="24117" y="1026541"/>
                  </a:lnTo>
                  <a:lnTo>
                    <a:pt x="27546" y="1022985"/>
                  </a:lnTo>
                  <a:lnTo>
                    <a:pt x="30848" y="1019429"/>
                  </a:lnTo>
                  <a:lnTo>
                    <a:pt x="35420" y="1017143"/>
                  </a:lnTo>
                  <a:lnTo>
                    <a:pt x="34886" y="1017143"/>
                  </a:lnTo>
                  <a:lnTo>
                    <a:pt x="41897" y="1016000"/>
                  </a:lnTo>
                  <a:lnTo>
                    <a:pt x="45453" y="1015365"/>
                  </a:lnTo>
                  <a:lnTo>
                    <a:pt x="48628" y="1015238"/>
                  </a:lnTo>
                  <a:lnTo>
                    <a:pt x="51676" y="1015746"/>
                  </a:lnTo>
                  <a:lnTo>
                    <a:pt x="54597" y="1016127"/>
                  </a:lnTo>
                  <a:lnTo>
                    <a:pt x="57391" y="1017143"/>
                  </a:lnTo>
                  <a:lnTo>
                    <a:pt x="62471" y="1020445"/>
                  </a:lnTo>
                  <a:lnTo>
                    <a:pt x="64884" y="1022731"/>
                  </a:lnTo>
                  <a:lnTo>
                    <a:pt x="66916" y="1025525"/>
                  </a:lnTo>
                  <a:lnTo>
                    <a:pt x="69075" y="1028319"/>
                  </a:lnTo>
                  <a:lnTo>
                    <a:pt x="77584" y="1050671"/>
                  </a:lnTo>
                  <a:lnTo>
                    <a:pt x="79108" y="1056132"/>
                  </a:lnTo>
                  <a:lnTo>
                    <a:pt x="84188" y="1103122"/>
                  </a:lnTo>
                  <a:lnTo>
                    <a:pt x="84188" y="1016241"/>
                  </a:lnTo>
                  <a:lnTo>
                    <a:pt x="83439" y="1015365"/>
                  </a:lnTo>
                  <a:lnTo>
                    <a:pt x="83324" y="1015238"/>
                  </a:lnTo>
                  <a:lnTo>
                    <a:pt x="76314" y="1007110"/>
                  </a:lnTo>
                  <a:lnTo>
                    <a:pt x="70599" y="1003300"/>
                  </a:lnTo>
                  <a:lnTo>
                    <a:pt x="57264" y="998982"/>
                  </a:lnTo>
                  <a:lnTo>
                    <a:pt x="49390" y="998728"/>
                  </a:lnTo>
                  <a:lnTo>
                    <a:pt x="30975" y="1001903"/>
                  </a:lnTo>
                  <a:lnTo>
                    <a:pt x="23355" y="1005078"/>
                  </a:lnTo>
                  <a:lnTo>
                    <a:pt x="17513" y="1009777"/>
                  </a:lnTo>
                  <a:lnTo>
                    <a:pt x="11671" y="1014349"/>
                  </a:lnTo>
                  <a:lnTo>
                    <a:pt x="0" y="1059446"/>
                  </a:lnTo>
                  <a:lnTo>
                    <a:pt x="317" y="1064895"/>
                  </a:lnTo>
                  <a:lnTo>
                    <a:pt x="431" y="1066863"/>
                  </a:lnTo>
                  <a:lnTo>
                    <a:pt x="7924" y="1106551"/>
                  </a:lnTo>
                  <a:lnTo>
                    <a:pt x="26911" y="1140460"/>
                  </a:lnTo>
                  <a:lnTo>
                    <a:pt x="53835" y="1148842"/>
                  </a:lnTo>
                  <a:lnTo>
                    <a:pt x="72250" y="1145667"/>
                  </a:lnTo>
                  <a:lnTo>
                    <a:pt x="79870" y="1142492"/>
                  </a:lnTo>
                  <a:lnTo>
                    <a:pt x="85712" y="1137793"/>
                  </a:lnTo>
                  <a:lnTo>
                    <a:pt x="91554" y="1133221"/>
                  </a:lnTo>
                  <a:lnTo>
                    <a:pt x="92100" y="1132459"/>
                  </a:lnTo>
                  <a:lnTo>
                    <a:pt x="95872" y="1127252"/>
                  </a:lnTo>
                  <a:lnTo>
                    <a:pt x="98793" y="1120013"/>
                  </a:lnTo>
                  <a:lnTo>
                    <a:pt x="101714" y="1112901"/>
                  </a:lnTo>
                  <a:lnTo>
                    <a:pt x="103212" y="1104773"/>
                  </a:lnTo>
                  <a:lnTo>
                    <a:pt x="103263" y="1088212"/>
                  </a:lnTo>
                  <a:close/>
                </a:path>
                <a:path w="614045" h="2401570">
                  <a:moveTo>
                    <a:pt x="158483" y="1121664"/>
                  </a:moveTo>
                  <a:lnTo>
                    <a:pt x="156806" y="1112012"/>
                  </a:lnTo>
                  <a:lnTo>
                    <a:pt x="156705" y="1111377"/>
                  </a:lnTo>
                  <a:lnTo>
                    <a:pt x="155308" y="1108202"/>
                  </a:lnTo>
                  <a:lnTo>
                    <a:pt x="153276" y="1106805"/>
                  </a:lnTo>
                  <a:lnTo>
                    <a:pt x="151371" y="1105408"/>
                  </a:lnTo>
                  <a:lnTo>
                    <a:pt x="148069" y="1105027"/>
                  </a:lnTo>
                  <a:lnTo>
                    <a:pt x="139179" y="1106551"/>
                  </a:lnTo>
                  <a:lnTo>
                    <a:pt x="136131" y="1107948"/>
                  </a:lnTo>
                  <a:lnTo>
                    <a:pt x="133337" y="1112012"/>
                  </a:lnTo>
                  <a:lnTo>
                    <a:pt x="133083" y="1115695"/>
                  </a:lnTo>
                  <a:lnTo>
                    <a:pt x="133972" y="1120902"/>
                  </a:lnTo>
                  <a:lnTo>
                    <a:pt x="134747" y="1125220"/>
                  </a:lnTo>
                  <a:lnTo>
                    <a:pt x="134861" y="1125855"/>
                  </a:lnTo>
                  <a:lnTo>
                    <a:pt x="136309" y="1129284"/>
                  </a:lnTo>
                  <a:lnTo>
                    <a:pt x="136436" y="1129284"/>
                  </a:lnTo>
                  <a:lnTo>
                    <a:pt x="138455" y="1130681"/>
                  </a:lnTo>
                  <a:lnTo>
                    <a:pt x="140195" y="1131951"/>
                  </a:lnTo>
                  <a:lnTo>
                    <a:pt x="143370" y="1132205"/>
                  </a:lnTo>
                  <a:lnTo>
                    <a:pt x="152387" y="1130681"/>
                  </a:lnTo>
                  <a:lnTo>
                    <a:pt x="155308" y="1129284"/>
                  </a:lnTo>
                  <a:lnTo>
                    <a:pt x="156832" y="1127252"/>
                  </a:lnTo>
                  <a:lnTo>
                    <a:pt x="158229" y="1125220"/>
                  </a:lnTo>
                  <a:lnTo>
                    <a:pt x="158483" y="1121664"/>
                  </a:lnTo>
                  <a:close/>
                </a:path>
                <a:path w="614045" h="2401570">
                  <a:moveTo>
                    <a:pt x="200393" y="2359660"/>
                  </a:moveTo>
                  <a:lnTo>
                    <a:pt x="193865" y="2320607"/>
                  </a:lnTo>
                  <a:lnTo>
                    <a:pt x="182511" y="2295525"/>
                  </a:lnTo>
                  <a:lnTo>
                    <a:pt x="182511" y="2359660"/>
                  </a:lnTo>
                  <a:lnTo>
                    <a:pt x="182232" y="2362327"/>
                  </a:lnTo>
                  <a:lnTo>
                    <a:pt x="181216" y="2365502"/>
                  </a:lnTo>
                  <a:lnTo>
                    <a:pt x="180200" y="2368804"/>
                  </a:lnTo>
                  <a:lnTo>
                    <a:pt x="178549" y="2371598"/>
                  </a:lnTo>
                  <a:lnTo>
                    <a:pt x="176263" y="2374138"/>
                  </a:lnTo>
                  <a:lnTo>
                    <a:pt x="174078" y="2376678"/>
                  </a:lnTo>
                  <a:lnTo>
                    <a:pt x="173977" y="2376805"/>
                  </a:lnTo>
                  <a:lnTo>
                    <a:pt x="170929" y="2378964"/>
                  </a:lnTo>
                  <a:lnTo>
                    <a:pt x="167246" y="2380742"/>
                  </a:lnTo>
                  <a:lnTo>
                    <a:pt x="162420" y="2382901"/>
                  </a:lnTo>
                  <a:lnTo>
                    <a:pt x="157721" y="2383917"/>
                  </a:lnTo>
                  <a:lnTo>
                    <a:pt x="149085" y="2383155"/>
                  </a:lnTo>
                  <a:lnTo>
                    <a:pt x="121539" y="2352827"/>
                  </a:lnTo>
                  <a:lnTo>
                    <a:pt x="104127" y="2311781"/>
                  </a:lnTo>
                  <a:lnTo>
                    <a:pt x="102603" y="2294255"/>
                  </a:lnTo>
                  <a:lnTo>
                    <a:pt x="103619" y="2289302"/>
                  </a:lnTo>
                  <a:lnTo>
                    <a:pt x="106032" y="2284857"/>
                  </a:lnTo>
                  <a:lnTo>
                    <a:pt x="108318" y="2280539"/>
                  </a:lnTo>
                  <a:lnTo>
                    <a:pt x="112255" y="2276983"/>
                  </a:lnTo>
                  <a:lnTo>
                    <a:pt x="121272" y="2272792"/>
                  </a:lnTo>
                  <a:lnTo>
                    <a:pt x="124320" y="2271776"/>
                  </a:lnTo>
                  <a:lnTo>
                    <a:pt x="127368" y="2271522"/>
                  </a:lnTo>
                  <a:lnTo>
                    <a:pt x="130289" y="2271141"/>
                  </a:lnTo>
                  <a:lnTo>
                    <a:pt x="134848" y="2271522"/>
                  </a:lnTo>
                  <a:lnTo>
                    <a:pt x="133731" y="2271522"/>
                  </a:lnTo>
                  <a:lnTo>
                    <a:pt x="136131" y="2272284"/>
                  </a:lnTo>
                  <a:lnTo>
                    <a:pt x="164452" y="2303272"/>
                  </a:lnTo>
                  <a:lnTo>
                    <a:pt x="179819" y="2338705"/>
                  </a:lnTo>
                  <a:lnTo>
                    <a:pt x="180835" y="2343023"/>
                  </a:lnTo>
                  <a:lnTo>
                    <a:pt x="181851" y="2347214"/>
                  </a:lnTo>
                  <a:lnTo>
                    <a:pt x="182359" y="2351151"/>
                  </a:lnTo>
                  <a:lnTo>
                    <a:pt x="182410" y="2352827"/>
                  </a:lnTo>
                  <a:lnTo>
                    <a:pt x="182511" y="2359660"/>
                  </a:lnTo>
                  <a:lnTo>
                    <a:pt x="182511" y="2295525"/>
                  </a:lnTo>
                  <a:lnTo>
                    <a:pt x="180073" y="2290965"/>
                  </a:lnTo>
                  <a:lnTo>
                    <a:pt x="176110" y="2284336"/>
                  </a:lnTo>
                  <a:lnTo>
                    <a:pt x="172072" y="2278253"/>
                  </a:lnTo>
                  <a:lnTo>
                    <a:pt x="167093" y="2271141"/>
                  </a:lnTo>
                  <a:lnTo>
                    <a:pt x="166738" y="2270633"/>
                  </a:lnTo>
                  <a:lnTo>
                    <a:pt x="128257" y="2253869"/>
                  </a:lnTo>
                  <a:lnTo>
                    <a:pt x="120637" y="2255647"/>
                  </a:lnTo>
                  <a:lnTo>
                    <a:pt x="88379" y="2280793"/>
                  </a:lnTo>
                  <a:lnTo>
                    <a:pt x="85064" y="2294255"/>
                  </a:lnTo>
                  <a:lnTo>
                    <a:pt x="84950" y="2295271"/>
                  </a:lnTo>
                  <a:lnTo>
                    <a:pt x="84886" y="2307374"/>
                  </a:lnTo>
                  <a:lnTo>
                    <a:pt x="85648" y="2313368"/>
                  </a:lnTo>
                  <a:lnTo>
                    <a:pt x="85699" y="2313775"/>
                  </a:lnTo>
                  <a:lnTo>
                    <a:pt x="101409" y="2356789"/>
                  </a:lnTo>
                  <a:lnTo>
                    <a:pt x="124320" y="2390140"/>
                  </a:lnTo>
                  <a:lnTo>
                    <a:pt x="157086" y="2401062"/>
                  </a:lnTo>
                  <a:lnTo>
                    <a:pt x="164706" y="2399284"/>
                  </a:lnTo>
                  <a:lnTo>
                    <a:pt x="172834" y="2395347"/>
                  </a:lnTo>
                  <a:lnTo>
                    <a:pt x="181597" y="2391283"/>
                  </a:lnTo>
                  <a:lnTo>
                    <a:pt x="188074" y="2386203"/>
                  </a:lnTo>
                  <a:lnTo>
                    <a:pt x="189776" y="2383917"/>
                  </a:lnTo>
                  <a:lnTo>
                    <a:pt x="192519" y="2380234"/>
                  </a:lnTo>
                  <a:lnTo>
                    <a:pt x="196964" y="2374138"/>
                  </a:lnTo>
                  <a:lnTo>
                    <a:pt x="199504" y="2367280"/>
                  </a:lnTo>
                  <a:lnTo>
                    <a:pt x="200393" y="2359660"/>
                  </a:lnTo>
                  <a:close/>
                </a:path>
                <a:path w="614045" h="2401570">
                  <a:moveTo>
                    <a:pt x="259067" y="2348865"/>
                  </a:moveTo>
                  <a:lnTo>
                    <a:pt x="258432" y="2345309"/>
                  </a:lnTo>
                  <a:lnTo>
                    <a:pt x="253987" y="2335911"/>
                  </a:lnTo>
                  <a:lnTo>
                    <a:pt x="251701" y="2333117"/>
                  </a:lnTo>
                  <a:lnTo>
                    <a:pt x="249415" y="2332355"/>
                  </a:lnTo>
                  <a:lnTo>
                    <a:pt x="247129" y="2331466"/>
                  </a:lnTo>
                  <a:lnTo>
                    <a:pt x="244081" y="2332101"/>
                  </a:lnTo>
                  <a:lnTo>
                    <a:pt x="240017" y="2334006"/>
                  </a:lnTo>
                  <a:lnTo>
                    <a:pt x="235826" y="2335911"/>
                  </a:lnTo>
                  <a:lnTo>
                    <a:pt x="233286" y="2338070"/>
                  </a:lnTo>
                  <a:lnTo>
                    <a:pt x="232346" y="2340483"/>
                  </a:lnTo>
                  <a:lnTo>
                    <a:pt x="231635" y="2342642"/>
                  </a:lnTo>
                  <a:lnTo>
                    <a:pt x="232270" y="2346198"/>
                  </a:lnTo>
                  <a:lnTo>
                    <a:pt x="234607" y="2351151"/>
                  </a:lnTo>
                  <a:lnTo>
                    <a:pt x="236715" y="2355723"/>
                  </a:lnTo>
                  <a:lnTo>
                    <a:pt x="239001" y="2358390"/>
                  </a:lnTo>
                  <a:lnTo>
                    <a:pt x="241287" y="2359279"/>
                  </a:lnTo>
                  <a:lnTo>
                    <a:pt x="243573" y="2360041"/>
                  </a:lnTo>
                  <a:lnTo>
                    <a:pt x="246748" y="2359533"/>
                  </a:lnTo>
                  <a:lnTo>
                    <a:pt x="250685" y="2357628"/>
                  </a:lnTo>
                  <a:lnTo>
                    <a:pt x="254876" y="2355723"/>
                  </a:lnTo>
                  <a:lnTo>
                    <a:pt x="257416" y="2353564"/>
                  </a:lnTo>
                  <a:lnTo>
                    <a:pt x="258305" y="2351151"/>
                  </a:lnTo>
                  <a:lnTo>
                    <a:pt x="259067" y="2348865"/>
                  </a:lnTo>
                  <a:close/>
                </a:path>
                <a:path w="614045" h="2401570">
                  <a:moveTo>
                    <a:pt x="272249" y="1059053"/>
                  </a:moveTo>
                  <a:lnTo>
                    <a:pt x="266280" y="1019352"/>
                  </a:lnTo>
                  <a:lnTo>
                    <a:pt x="258902" y="996442"/>
                  </a:lnTo>
                  <a:lnTo>
                    <a:pt x="258813" y="996188"/>
                  </a:lnTo>
                  <a:lnTo>
                    <a:pt x="254876" y="989076"/>
                  </a:lnTo>
                  <a:lnTo>
                    <a:pt x="253428" y="987399"/>
                  </a:lnTo>
                  <a:lnTo>
                    <a:pt x="253428" y="1066165"/>
                  </a:lnTo>
                  <a:lnTo>
                    <a:pt x="253212" y="1069936"/>
                  </a:lnTo>
                  <a:lnTo>
                    <a:pt x="253098" y="1074039"/>
                  </a:lnTo>
                  <a:lnTo>
                    <a:pt x="252666" y="1077353"/>
                  </a:lnTo>
                  <a:lnTo>
                    <a:pt x="252590" y="1077976"/>
                  </a:lnTo>
                  <a:lnTo>
                    <a:pt x="250812" y="1085469"/>
                  </a:lnTo>
                  <a:lnTo>
                    <a:pt x="249542" y="1088644"/>
                  </a:lnTo>
                  <a:lnTo>
                    <a:pt x="247637" y="1091565"/>
                  </a:lnTo>
                  <a:lnTo>
                    <a:pt x="245859" y="1094359"/>
                  </a:lnTo>
                  <a:lnTo>
                    <a:pt x="243573" y="1096772"/>
                  </a:lnTo>
                  <a:lnTo>
                    <a:pt x="240652" y="1098550"/>
                  </a:lnTo>
                  <a:lnTo>
                    <a:pt x="237731" y="1100455"/>
                  </a:lnTo>
                  <a:lnTo>
                    <a:pt x="234302" y="1101725"/>
                  </a:lnTo>
                  <a:lnTo>
                    <a:pt x="230111" y="1102487"/>
                  </a:lnTo>
                  <a:lnTo>
                    <a:pt x="224904" y="1103376"/>
                  </a:lnTo>
                  <a:lnTo>
                    <a:pt x="220205" y="1103122"/>
                  </a:lnTo>
                  <a:lnTo>
                    <a:pt x="195122" y="1069936"/>
                  </a:lnTo>
                  <a:lnTo>
                    <a:pt x="187680" y="1021461"/>
                  </a:lnTo>
                  <a:lnTo>
                    <a:pt x="187566" y="1019352"/>
                  </a:lnTo>
                  <a:lnTo>
                    <a:pt x="187896" y="1013714"/>
                  </a:lnTo>
                  <a:lnTo>
                    <a:pt x="187947" y="1013079"/>
                  </a:lnTo>
                  <a:lnTo>
                    <a:pt x="190741" y="1002030"/>
                  </a:lnTo>
                  <a:lnTo>
                    <a:pt x="193027" y="997458"/>
                  </a:lnTo>
                  <a:lnTo>
                    <a:pt x="196456" y="993902"/>
                  </a:lnTo>
                  <a:lnTo>
                    <a:pt x="199885" y="990219"/>
                  </a:lnTo>
                  <a:lnTo>
                    <a:pt x="204317" y="988060"/>
                  </a:lnTo>
                  <a:lnTo>
                    <a:pt x="203873" y="988060"/>
                  </a:lnTo>
                  <a:lnTo>
                    <a:pt x="210934" y="986790"/>
                  </a:lnTo>
                  <a:lnTo>
                    <a:pt x="214363" y="986282"/>
                  </a:lnTo>
                  <a:lnTo>
                    <a:pt x="218630" y="986282"/>
                  </a:lnTo>
                  <a:lnTo>
                    <a:pt x="245097" y="1015873"/>
                  </a:lnTo>
                  <a:lnTo>
                    <a:pt x="246494" y="1021461"/>
                  </a:lnTo>
                  <a:lnTo>
                    <a:pt x="248018" y="1027049"/>
                  </a:lnTo>
                  <a:lnTo>
                    <a:pt x="249415" y="1033399"/>
                  </a:lnTo>
                  <a:lnTo>
                    <a:pt x="250558" y="1040511"/>
                  </a:lnTo>
                  <a:lnTo>
                    <a:pt x="251396" y="1045438"/>
                  </a:lnTo>
                  <a:lnTo>
                    <a:pt x="252209" y="1050798"/>
                  </a:lnTo>
                  <a:lnTo>
                    <a:pt x="253225" y="1060704"/>
                  </a:lnTo>
                  <a:lnTo>
                    <a:pt x="253288" y="1061974"/>
                  </a:lnTo>
                  <a:lnTo>
                    <a:pt x="253365" y="1063459"/>
                  </a:lnTo>
                  <a:lnTo>
                    <a:pt x="253428" y="1066165"/>
                  </a:lnTo>
                  <a:lnTo>
                    <a:pt x="253428" y="987399"/>
                  </a:lnTo>
                  <a:lnTo>
                    <a:pt x="252463" y="986282"/>
                  </a:lnTo>
                  <a:lnTo>
                    <a:pt x="250050" y="983488"/>
                  </a:lnTo>
                  <a:lnTo>
                    <a:pt x="245224" y="978027"/>
                  </a:lnTo>
                  <a:lnTo>
                    <a:pt x="239509" y="974090"/>
                  </a:lnTo>
                  <a:lnTo>
                    <a:pt x="232778" y="972058"/>
                  </a:lnTo>
                  <a:lnTo>
                    <a:pt x="226174" y="969899"/>
                  </a:lnTo>
                  <a:lnTo>
                    <a:pt x="218300" y="969518"/>
                  </a:lnTo>
                  <a:lnTo>
                    <a:pt x="209283" y="971169"/>
                  </a:lnTo>
                  <a:lnTo>
                    <a:pt x="199885" y="972693"/>
                  </a:lnTo>
                  <a:lnTo>
                    <a:pt x="192265" y="975868"/>
                  </a:lnTo>
                  <a:lnTo>
                    <a:pt x="180581" y="985266"/>
                  </a:lnTo>
                  <a:lnTo>
                    <a:pt x="176263" y="991108"/>
                  </a:lnTo>
                  <a:lnTo>
                    <a:pt x="173469" y="998347"/>
                  </a:lnTo>
                  <a:lnTo>
                    <a:pt x="170548" y="1005459"/>
                  </a:lnTo>
                  <a:lnTo>
                    <a:pt x="169138" y="1013079"/>
                  </a:lnTo>
                  <a:lnTo>
                    <a:pt x="169024" y="1013714"/>
                  </a:lnTo>
                  <a:lnTo>
                    <a:pt x="168910" y="1030287"/>
                  </a:lnTo>
                  <a:lnTo>
                    <a:pt x="169240" y="1035812"/>
                  </a:lnTo>
                  <a:lnTo>
                    <a:pt x="176911" y="1077353"/>
                  </a:lnTo>
                  <a:lnTo>
                    <a:pt x="195821" y="1111250"/>
                  </a:lnTo>
                  <a:lnTo>
                    <a:pt x="222745" y="1119632"/>
                  </a:lnTo>
                  <a:lnTo>
                    <a:pt x="241160" y="1116457"/>
                  </a:lnTo>
                  <a:lnTo>
                    <a:pt x="248780" y="1113409"/>
                  </a:lnTo>
                  <a:lnTo>
                    <a:pt x="260464" y="1104011"/>
                  </a:lnTo>
                  <a:lnTo>
                    <a:pt x="260934" y="1103376"/>
                  </a:lnTo>
                  <a:lnTo>
                    <a:pt x="264909" y="1098042"/>
                  </a:lnTo>
                  <a:lnTo>
                    <a:pt x="267703" y="1090930"/>
                  </a:lnTo>
                  <a:lnTo>
                    <a:pt x="270624" y="1083691"/>
                  </a:lnTo>
                  <a:lnTo>
                    <a:pt x="272122" y="1075563"/>
                  </a:lnTo>
                  <a:lnTo>
                    <a:pt x="272211" y="1069936"/>
                  </a:lnTo>
                  <a:lnTo>
                    <a:pt x="272249" y="1059053"/>
                  </a:lnTo>
                  <a:close/>
                </a:path>
                <a:path w="614045" h="2401570">
                  <a:moveTo>
                    <a:pt x="343103" y="187401"/>
                  </a:moveTo>
                  <a:lnTo>
                    <a:pt x="342303" y="180086"/>
                  </a:lnTo>
                  <a:lnTo>
                    <a:pt x="342201" y="179197"/>
                  </a:lnTo>
                  <a:lnTo>
                    <a:pt x="342125" y="178435"/>
                  </a:lnTo>
                  <a:lnTo>
                    <a:pt x="332778" y="140398"/>
                  </a:lnTo>
                  <a:lnTo>
                    <a:pt x="324091" y="119926"/>
                  </a:lnTo>
                  <a:lnTo>
                    <a:pt x="324091" y="192786"/>
                  </a:lnTo>
                  <a:lnTo>
                    <a:pt x="323329" y="200279"/>
                  </a:lnTo>
                  <a:lnTo>
                    <a:pt x="295262" y="221869"/>
                  </a:lnTo>
                  <a:lnTo>
                    <a:pt x="291071" y="220980"/>
                  </a:lnTo>
                  <a:lnTo>
                    <a:pt x="263588" y="186143"/>
                  </a:lnTo>
                  <a:lnTo>
                    <a:pt x="251828" y="143129"/>
                  </a:lnTo>
                  <a:lnTo>
                    <a:pt x="251485" y="137541"/>
                  </a:lnTo>
                  <a:lnTo>
                    <a:pt x="251523" y="136131"/>
                  </a:lnTo>
                  <a:lnTo>
                    <a:pt x="277355" y="106299"/>
                  </a:lnTo>
                  <a:lnTo>
                    <a:pt x="283324" y="106299"/>
                  </a:lnTo>
                  <a:lnTo>
                    <a:pt x="310629" y="137541"/>
                  </a:lnTo>
                  <a:lnTo>
                    <a:pt x="317106" y="155829"/>
                  </a:lnTo>
                  <a:lnTo>
                    <a:pt x="318757" y="160909"/>
                  </a:lnTo>
                  <a:lnTo>
                    <a:pt x="320154" y="165862"/>
                  </a:lnTo>
                  <a:lnTo>
                    <a:pt x="322440" y="175514"/>
                  </a:lnTo>
                  <a:lnTo>
                    <a:pt x="322922" y="178435"/>
                  </a:lnTo>
                  <a:lnTo>
                    <a:pt x="323049" y="179197"/>
                  </a:lnTo>
                  <a:lnTo>
                    <a:pt x="323075" y="179362"/>
                  </a:lnTo>
                  <a:lnTo>
                    <a:pt x="323202" y="180086"/>
                  </a:lnTo>
                  <a:lnTo>
                    <a:pt x="323710" y="184404"/>
                  </a:lnTo>
                  <a:lnTo>
                    <a:pt x="323862" y="186143"/>
                  </a:lnTo>
                  <a:lnTo>
                    <a:pt x="323964" y="187401"/>
                  </a:lnTo>
                  <a:lnTo>
                    <a:pt x="324091" y="192786"/>
                  </a:lnTo>
                  <a:lnTo>
                    <a:pt x="324091" y="119926"/>
                  </a:lnTo>
                  <a:lnTo>
                    <a:pt x="323710" y="119126"/>
                  </a:lnTo>
                  <a:lnTo>
                    <a:pt x="319519" y="110871"/>
                  </a:lnTo>
                  <a:lnTo>
                    <a:pt x="316077" y="106299"/>
                  </a:lnTo>
                  <a:lnTo>
                    <a:pt x="314566" y="104267"/>
                  </a:lnTo>
                  <a:lnTo>
                    <a:pt x="309105" y="99441"/>
                  </a:lnTo>
                  <a:lnTo>
                    <a:pt x="303644" y="94488"/>
                  </a:lnTo>
                  <a:lnTo>
                    <a:pt x="297421" y="91440"/>
                  </a:lnTo>
                  <a:lnTo>
                    <a:pt x="290436" y="90297"/>
                  </a:lnTo>
                  <a:lnTo>
                    <a:pt x="283578" y="89027"/>
                  </a:lnTo>
                  <a:lnTo>
                    <a:pt x="275831" y="89789"/>
                  </a:lnTo>
                  <a:lnTo>
                    <a:pt x="267068" y="92583"/>
                  </a:lnTo>
                  <a:lnTo>
                    <a:pt x="257924" y="95377"/>
                  </a:lnTo>
                  <a:lnTo>
                    <a:pt x="250812" y="99441"/>
                  </a:lnTo>
                  <a:lnTo>
                    <a:pt x="233387" y="136131"/>
                  </a:lnTo>
                  <a:lnTo>
                    <a:pt x="233400" y="143129"/>
                  </a:lnTo>
                  <a:lnTo>
                    <a:pt x="233845" y="148590"/>
                  </a:lnTo>
                  <a:lnTo>
                    <a:pt x="233921" y="149479"/>
                  </a:lnTo>
                  <a:lnTo>
                    <a:pt x="234797" y="155829"/>
                  </a:lnTo>
                  <a:lnTo>
                    <a:pt x="234886" y="156552"/>
                  </a:lnTo>
                  <a:lnTo>
                    <a:pt x="245999" y="195033"/>
                  </a:lnTo>
                  <a:lnTo>
                    <a:pt x="266814" y="228346"/>
                  </a:lnTo>
                  <a:lnTo>
                    <a:pt x="272275" y="233172"/>
                  </a:lnTo>
                  <a:lnTo>
                    <a:pt x="278498" y="236220"/>
                  </a:lnTo>
                  <a:lnTo>
                    <a:pt x="292341" y="238760"/>
                  </a:lnTo>
                  <a:lnTo>
                    <a:pt x="300088" y="237998"/>
                  </a:lnTo>
                  <a:lnTo>
                    <a:pt x="335267" y="217551"/>
                  </a:lnTo>
                  <a:lnTo>
                    <a:pt x="335394" y="217424"/>
                  </a:lnTo>
                  <a:lnTo>
                    <a:pt x="338950" y="211074"/>
                  </a:lnTo>
                  <a:lnTo>
                    <a:pt x="340817" y="203708"/>
                  </a:lnTo>
                  <a:lnTo>
                    <a:pt x="342760" y="195961"/>
                  </a:lnTo>
                  <a:lnTo>
                    <a:pt x="343090" y="188722"/>
                  </a:lnTo>
                  <a:lnTo>
                    <a:pt x="343103" y="187401"/>
                  </a:lnTo>
                  <a:close/>
                </a:path>
                <a:path w="614045" h="2401570">
                  <a:moveTo>
                    <a:pt x="346062" y="2181860"/>
                  </a:moveTo>
                  <a:lnTo>
                    <a:pt x="345046" y="2181860"/>
                  </a:lnTo>
                  <a:lnTo>
                    <a:pt x="345554" y="2181987"/>
                  </a:lnTo>
                  <a:lnTo>
                    <a:pt x="346062" y="2181860"/>
                  </a:lnTo>
                  <a:close/>
                </a:path>
                <a:path w="614045" h="2401570">
                  <a:moveTo>
                    <a:pt x="355536" y="2273579"/>
                  </a:moveTo>
                  <a:lnTo>
                    <a:pt x="354901" y="2268740"/>
                  </a:lnTo>
                  <a:lnTo>
                    <a:pt x="354850" y="2268321"/>
                  </a:lnTo>
                  <a:lnTo>
                    <a:pt x="353428" y="2261616"/>
                  </a:lnTo>
                  <a:lnTo>
                    <a:pt x="339115" y="2225256"/>
                  </a:lnTo>
                  <a:lnTo>
                    <a:pt x="337553" y="2222347"/>
                  </a:lnTo>
                  <a:lnTo>
                    <a:pt x="337553" y="2278380"/>
                  </a:lnTo>
                  <a:lnTo>
                    <a:pt x="337426" y="2289429"/>
                  </a:lnTo>
                  <a:lnTo>
                    <a:pt x="336410" y="2292604"/>
                  </a:lnTo>
                  <a:lnTo>
                    <a:pt x="335394" y="2295906"/>
                  </a:lnTo>
                  <a:lnTo>
                    <a:pt x="333870" y="2298827"/>
                  </a:lnTo>
                  <a:lnTo>
                    <a:pt x="331571" y="2301240"/>
                  </a:lnTo>
                  <a:lnTo>
                    <a:pt x="329171" y="2303907"/>
                  </a:lnTo>
                  <a:lnTo>
                    <a:pt x="326250" y="2306066"/>
                  </a:lnTo>
                  <a:lnTo>
                    <a:pt x="317614" y="2310130"/>
                  </a:lnTo>
                  <a:lnTo>
                    <a:pt x="313042" y="2311019"/>
                  </a:lnTo>
                  <a:lnTo>
                    <a:pt x="308724" y="2310638"/>
                  </a:lnTo>
                  <a:lnTo>
                    <a:pt x="304406" y="2310384"/>
                  </a:lnTo>
                  <a:lnTo>
                    <a:pt x="300088" y="2308479"/>
                  </a:lnTo>
                  <a:lnTo>
                    <a:pt x="295897" y="2305177"/>
                  </a:lnTo>
                  <a:lnTo>
                    <a:pt x="291706" y="2302002"/>
                  </a:lnTo>
                  <a:lnTo>
                    <a:pt x="269748" y="2266061"/>
                  </a:lnTo>
                  <a:lnTo>
                    <a:pt x="259791" y="2240470"/>
                  </a:lnTo>
                  <a:lnTo>
                    <a:pt x="259689" y="2240153"/>
                  </a:lnTo>
                  <a:lnTo>
                    <a:pt x="259562" y="2239772"/>
                  </a:lnTo>
                  <a:lnTo>
                    <a:pt x="259435" y="2239391"/>
                  </a:lnTo>
                  <a:lnTo>
                    <a:pt x="259321" y="2239010"/>
                  </a:lnTo>
                  <a:lnTo>
                    <a:pt x="258102" y="2233041"/>
                  </a:lnTo>
                  <a:lnTo>
                    <a:pt x="257987" y="2230120"/>
                  </a:lnTo>
                  <a:lnTo>
                    <a:pt x="257873" y="2225256"/>
                  </a:lnTo>
                  <a:lnTo>
                    <a:pt x="257797" y="2221484"/>
                  </a:lnTo>
                  <a:lnTo>
                    <a:pt x="258813" y="2216404"/>
                  </a:lnTo>
                  <a:lnTo>
                    <a:pt x="261175" y="2212175"/>
                  </a:lnTo>
                  <a:lnTo>
                    <a:pt x="263512" y="2207641"/>
                  </a:lnTo>
                  <a:lnTo>
                    <a:pt x="267449" y="2204085"/>
                  </a:lnTo>
                  <a:lnTo>
                    <a:pt x="276466" y="2199894"/>
                  </a:lnTo>
                  <a:lnTo>
                    <a:pt x="279514" y="2199005"/>
                  </a:lnTo>
                  <a:lnTo>
                    <a:pt x="285483" y="2198243"/>
                  </a:lnTo>
                  <a:lnTo>
                    <a:pt x="288531" y="2198497"/>
                  </a:lnTo>
                  <a:lnTo>
                    <a:pt x="291325" y="2199386"/>
                  </a:lnTo>
                  <a:lnTo>
                    <a:pt x="294246" y="2200275"/>
                  </a:lnTo>
                  <a:lnTo>
                    <a:pt x="297192" y="2201926"/>
                  </a:lnTo>
                  <a:lnTo>
                    <a:pt x="299834" y="2204085"/>
                  </a:lnTo>
                  <a:lnTo>
                    <a:pt x="302628" y="2206244"/>
                  </a:lnTo>
                  <a:lnTo>
                    <a:pt x="325678" y="2242566"/>
                  </a:lnTo>
                  <a:lnTo>
                    <a:pt x="328028" y="2247519"/>
                  </a:lnTo>
                  <a:lnTo>
                    <a:pt x="337553" y="2278380"/>
                  </a:lnTo>
                  <a:lnTo>
                    <a:pt x="337553" y="2222347"/>
                  </a:lnTo>
                  <a:lnTo>
                    <a:pt x="335267" y="2218080"/>
                  </a:lnTo>
                  <a:lnTo>
                    <a:pt x="331304" y="2211489"/>
                  </a:lnTo>
                  <a:lnTo>
                    <a:pt x="327266" y="2205482"/>
                  </a:lnTo>
                  <a:lnTo>
                    <a:pt x="322199" y="2198243"/>
                  </a:lnTo>
                  <a:lnTo>
                    <a:pt x="321932" y="2197862"/>
                  </a:lnTo>
                  <a:lnTo>
                    <a:pt x="316217" y="2191893"/>
                  </a:lnTo>
                  <a:lnTo>
                    <a:pt x="304025" y="2183765"/>
                  </a:lnTo>
                  <a:lnTo>
                    <a:pt x="298196" y="2181860"/>
                  </a:lnTo>
                  <a:lnTo>
                    <a:pt x="304393" y="2181860"/>
                  </a:lnTo>
                  <a:lnTo>
                    <a:pt x="344538" y="2181860"/>
                  </a:lnTo>
                  <a:lnTo>
                    <a:pt x="343852" y="2181352"/>
                  </a:lnTo>
                  <a:lnTo>
                    <a:pt x="296633" y="2181352"/>
                  </a:lnTo>
                  <a:lnTo>
                    <a:pt x="297408" y="2181606"/>
                  </a:lnTo>
                  <a:lnTo>
                    <a:pt x="290436" y="2181352"/>
                  </a:lnTo>
                  <a:lnTo>
                    <a:pt x="252463" y="2195830"/>
                  </a:lnTo>
                  <a:lnTo>
                    <a:pt x="248018" y="2201926"/>
                  </a:lnTo>
                  <a:lnTo>
                    <a:pt x="243573" y="2207895"/>
                  </a:lnTo>
                  <a:lnTo>
                    <a:pt x="241033" y="2214753"/>
                  </a:lnTo>
                  <a:lnTo>
                    <a:pt x="240372" y="2220468"/>
                  </a:lnTo>
                  <a:lnTo>
                    <a:pt x="240258" y="2221484"/>
                  </a:lnTo>
                  <a:lnTo>
                    <a:pt x="240144" y="2222500"/>
                  </a:lnTo>
                  <a:lnTo>
                    <a:pt x="239382" y="2230120"/>
                  </a:lnTo>
                  <a:lnTo>
                    <a:pt x="240017" y="2238502"/>
                  </a:lnTo>
                  <a:lnTo>
                    <a:pt x="242303" y="2247519"/>
                  </a:lnTo>
                  <a:lnTo>
                    <a:pt x="256603" y="2283904"/>
                  </a:lnTo>
                  <a:lnTo>
                    <a:pt x="279514" y="2317242"/>
                  </a:lnTo>
                  <a:lnTo>
                    <a:pt x="312280" y="2328164"/>
                  </a:lnTo>
                  <a:lnTo>
                    <a:pt x="319900" y="2326386"/>
                  </a:lnTo>
                  <a:lnTo>
                    <a:pt x="336791" y="2318512"/>
                  </a:lnTo>
                  <a:lnTo>
                    <a:pt x="343268" y="2313432"/>
                  </a:lnTo>
                  <a:lnTo>
                    <a:pt x="345020" y="2311019"/>
                  </a:lnTo>
                  <a:lnTo>
                    <a:pt x="352056" y="2301367"/>
                  </a:lnTo>
                  <a:lnTo>
                    <a:pt x="352158" y="2301240"/>
                  </a:lnTo>
                  <a:lnTo>
                    <a:pt x="354698" y="2294382"/>
                  </a:lnTo>
                  <a:lnTo>
                    <a:pt x="355269" y="2289429"/>
                  </a:lnTo>
                  <a:lnTo>
                    <a:pt x="355384" y="2288413"/>
                  </a:lnTo>
                  <a:lnTo>
                    <a:pt x="355498" y="2287524"/>
                  </a:lnTo>
                  <a:lnTo>
                    <a:pt x="355536" y="2273579"/>
                  </a:lnTo>
                  <a:close/>
                </a:path>
                <a:path w="614045" h="2401570">
                  <a:moveTo>
                    <a:pt x="389496" y="1049528"/>
                  </a:moveTo>
                  <a:lnTo>
                    <a:pt x="388988" y="1047115"/>
                  </a:lnTo>
                  <a:lnTo>
                    <a:pt x="388607" y="1044575"/>
                  </a:lnTo>
                  <a:lnTo>
                    <a:pt x="387896" y="1042797"/>
                  </a:lnTo>
                  <a:lnTo>
                    <a:pt x="385813" y="1040384"/>
                  </a:lnTo>
                  <a:lnTo>
                    <a:pt x="384797" y="1039876"/>
                  </a:lnTo>
                  <a:lnTo>
                    <a:pt x="383527" y="1040130"/>
                  </a:lnTo>
                  <a:lnTo>
                    <a:pt x="367398" y="1042797"/>
                  </a:lnTo>
                  <a:lnTo>
                    <a:pt x="354520" y="967994"/>
                  </a:lnTo>
                  <a:lnTo>
                    <a:pt x="352234" y="954659"/>
                  </a:lnTo>
                  <a:lnTo>
                    <a:pt x="351650" y="951357"/>
                  </a:lnTo>
                  <a:lnTo>
                    <a:pt x="351358" y="950976"/>
                  </a:lnTo>
                  <a:lnTo>
                    <a:pt x="351269" y="950849"/>
                  </a:lnTo>
                  <a:lnTo>
                    <a:pt x="350634" y="950468"/>
                  </a:lnTo>
                  <a:lnTo>
                    <a:pt x="349872" y="950087"/>
                  </a:lnTo>
                  <a:lnTo>
                    <a:pt x="348475" y="950087"/>
                  </a:lnTo>
                  <a:lnTo>
                    <a:pt x="348475" y="1046099"/>
                  </a:lnTo>
                  <a:lnTo>
                    <a:pt x="302501" y="1054100"/>
                  </a:lnTo>
                  <a:lnTo>
                    <a:pt x="334886" y="967994"/>
                  </a:lnTo>
                  <a:lnTo>
                    <a:pt x="335013" y="967994"/>
                  </a:lnTo>
                  <a:lnTo>
                    <a:pt x="348475" y="1046099"/>
                  </a:lnTo>
                  <a:lnTo>
                    <a:pt x="348475" y="950087"/>
                  </a:lnTo>
                  <a:lnTo>
                    <a:pt x="340283" y="950087"/>
                  </a:lnTo>
                  <a:lnTo>
                    <a:pt x="339204" y="950214"/>
                  </a:lnTo>
                  <a:lnTo>
                    <a:pt x="322948" y="956564"/>
                  </a:lnTo>
                  <a:lnTo>
                    <a:pt x="287134" y="1051687"/>
                  </a:lnTo>
                  <a:lnTo>
                    <a:pt x="286880" y="1052703"/>
                  </a:lnTo>
                  <a:lnTo>
                    <a:pt x="286499" y="1053719"/>
                  </a:lnTo>
                  <a:lnTo>
                    <a:pt x="286372" y="1054608"/>
                  </a:lnTo>
                  <a:lnTo>
                    <a:pt x="286245" y="1062863"/>
                  </a:lnTo>
                  <a:lnTo>
                    <a:pt x="286499" y="1064260"/>
                  </a:lnTo>
                  <a:lnTo>
                    <a:pt x="286880" y="1066038"/>
                  </a:lnTo>
                  <a:lnTo>
                    <a:pt x="287134" y="1067435"/>
                  </a:lnTo>
                  <a:lnTo>
                    <a:pt x="290182" y="1071753"/>
                  </a:lnTo>
                  <a:lnTo>
                    <a:pt x="292976" y="1071753"/>
                  </a:lnTo>
                  <a:lnTo>
                    <a:pt x="351269" y="1061720"/>
                  </a:lnTo>
                  <a:lnTo>
                    <a:pt x="356273" y="1091311"/>
                  </a:lnTo>
                  <a:lnTo>
                    <a:pt x="359384" y="1093978"/>
                  </a:lnTo>
                  <a:lnTo>
                    <a:pt x="362953" y="1093978"/>
                  </a:lnTo>
                  <a:lnTo>
                    <a:pt x="364477" y="1093724"/>
                  </a:lnTo>
                  <a:lnTo>
                    <a:pt x="366255" y="1093470"/>
                  </a:lnTo>
                  <a:lnTo>
                    <a:pt x="368160" y="1093089"/>
                  </a:lnTo>
                  <a:lnTo>
                    <a:pt x="369684" y="1092835"/>
                  </a:lnTo>
                  <a:lnTo>
                    <a:pt x="370827" y="1092454"/>
                  </a:lnTo>
                  <a:lnTo>
                    <a:pt x="375272" y="1088390"/>
                  </a:lnTo>
                  <a:lnTo>
                    <a:pt x="370751" y="1061720"/>
                  </a:lnTo>
                  <a:lnTo>
                    <a:pt x="370192" y="1058418"/>
                  </a:lnTo>
                  <a:lnTo>
                    <a:pt x="386194" y="1055751"/>
                  </a:lnTo>
                  <a:lnTo>
                    <a:pt x="387464" y="1055497"/>
                  </a:lnTo>
                  <a:lnTo>
                    <a:pt x="388480" y="1054608"/>
                  </a:lnTo>
                  <a:lnTo>
                    <a:pt x="388607" y="1054100"/>
                  </a:lnTo>
                  <a:lnTo>
                    <a:pt x="388861" y="1053084"/>
                  </a:lnTo>
                  <a:lnTo>
                    <a:pt x="389318" y="1051687"/>
                  </a:lnTo>
                  <a:lnTo>
                    <a:pt x="389496" y="1049528"/>
                  </a:lnTo>
                  <a:close/>
                </a:path>
                <a:path w="614045" h="2401570">
                  <a:moveTo>
                    <a:pt x="400418" y="200787"/>
                  </a:moveTo>
                  <a:lnTo>
                    <a:pt x="400164" y="197231"/>
                  </a:lnTo>
                  <a:lnTo>
                    <a:pt x="398640" y="192151"/>
                  </a:lnTo>
                  <a:lnTo>
                    <a:pt x="397192" y="187452"/>
                  </a:lnTo>
                  <a:lnTo>
                    <a:pt x="397116" y="187198"/>
                  </a:lnTo>
                  <a:lnTo>
                    <a:pt x="395211" y="184277"/>
                  </a:lnTo>
                  <a:lnTo>
                    <a:pt x="391121" y="182118"/>
                  </a:lnTo>
                  <a:lnTo>
                    <a:pt x="387718" y="182118"/>
                  </a:lnTo>
                  <a:lnTo>
                    <a:pt x="383527" y="183388"/>
                  </a:lnTo>
                  <a:lnTo>
                    <a:pt x="379082" y="184785"/>
                  </a:lnTo>
                  <a:lnTo>
                    <a:pt x="376288" y="186563"/>
                  </a:lnTo>
                  <a:lnTo>
                    <a:pt x="375145" y="188849"/>
                  </a:lnTo>
                  <a:lnTo>
                    <a:pt x="374002" y="191008"/>
                  </a:lnTo>
                  <a:lnTo>
                    <a:pt x="383527" y="209804"/>
                  </a:lnTo>
                  <a:lnTo>
                    <a:pt x="386283" y="209804"/>
                  </a:lnTo>
                  <a:lnTo>
                    <a:pt x="390893" y="208407"/>
                  </a:lnTo>
                  <a:lnTo>
                    <a:pt x="395338" y="207010"/>
                  </a:lnTo>
                  <a:lnTo>
                    <a:pt x="398132" y="205232"/>
                  </a:lnTo>
                  <a:lnTo>
                    <a:pt x="399275" y="202946"/>
                  </a:lnTo>
                  <a:lnTo>
                    <a:pt x="400418" y="200787"/>
                  </a:lnTo>
                  <a:close/>
                </a:path>
                <a:path w="614045" h="2401570">
                  <a:moveTo>
                    <a:pt x="408635" y="2181860"/>
                  </a:moveTo>
                  <a:lnTo>
                    <a:pt x="408584" y="2181352"/>
                  </a:lnTo>
                  <a:lnTo>
                    <a:pt x="347332" y="2181352"/>
                  </a:lnTo>
                  <a:lnTo>
                    <a:pt x="346316" y="2181860"/>
                  </a:lnTo>
                  <a:lnTo>
                    <a:pt x="408635" y="2181860"/>
                  </a:lnTo>
                  <a:close/>
                </a:path>
                <a:path w="614045" h="2401570">
                  <a:moveTo>
                    <a:pt x="427037" y="2181352"/>
                  </a:moveTo>
                  <a:lnTo>
                    <a:pt x="426974" y="2177923"/>
                  </a:lnTo>
                  <a:lnTo>
                    <a:pt x="426732" y="2175383"/>
                  </a:lnTo>
                  <a:lnTo>
                    <a:pt x="426631" y="2174367"/>
                  </a:lnTo>
                  <a:lnTo>
                    <a:pt x="426580" y="2173732"/>
                  </a:lnTo>
                  <a:lnTo>
                    <a:pt x="425310" y="2169287"/>
                  </a:lnTo>
                  <a:lnTo>
                    <a:pt x="424230" y="2165096"/>
                  </a:lnTo>
                  <a:lnTo>
                    <a:pt x="424167" y="2164842"/>
                  </a:lnTo>
                  <a:lnTo>
                    <a:pt x="422605" y="2160778"/>
                  </a:lnTo>
                  <a:lnTo>
                    <a:pt x="422516" y="2160524"/>
                  </a:lnTo>
                  <a:lnTo>
                    <a:pt x="419379" y="2153666"/>
                  </a:lnTo>
                  <a:lnTo>
                    <a:pt x="418452" y="2151634"/>
                  </a:lnTo>
                  <a:lnTo>
                    <a:pt x="390385" y="2134489"/>
                  </a:lnTo>
                  <a:lnTo>
                    <a:pt x="384797" y="2134997"/>
                  </a:lnTo>
                  <a:lnTo>
                    <a:pt x="379209" y="2135378"/>
                  </a:lnTo>
                  <a:lnTo>
                    <a:pt x="373240" y="2137156"/>
                  </a:lnTo>
                  <a:lnTo>
                    <a:pt x="362826" y="2141982"/>
                  </a:lnTo>
                  <a:lnTo>
                    <a:pt x="359270" y="2144141"/>
                  </a:lnTo>
                  <a:lnTo>
                    <a:pt x="356095" y="2146681"/>
                  </a:lnTo>
                  <a:lnTo>
                    <a:pt x="352793" y="2149094"/>
                  </a:lnTo>
                  <a:lnTo>
                    <a:pt x="349999" y="2151634"/>
                  </a:lnTo>
                  <a:lnTo>
                    <a:pt x="347586" y="2154301"/>
                  </a:lnTo>
                  <a:lnTo>
                    <a:pt x="345173" y="2156841"/>
                  </a:lnTo>
                  <a:lnTo>
                    <a:pt x="343141" y="2159254"/>
                  </a:lnTo>
                  <a:lnTo>
                    <a:pt x="340347" y="2163572"/>
                  </a:lnTo>
                  <a:lnTo>
                    <a:pt x="339458" y="2165096"/>
                  </a:lnTo>
                  <a:lnTo>
                    <a:pt x="338950" y="2166239"/>
                  </a:lnTo>
                  <a:lnTo>
                    <a:pt x="338442" y="2167255"/>
                  </a:lnTo>
                  <a:lnTo>
                    <a:pt x="338188" y="2168144"/>
                  </a:lnTo>
                  <a:lnTo>
                    <a:pt x="338162" y="2170430"/>
                  </a:lnTo>
                  <a:lnTo>
                    <a:pt x="338442" y="2171827"/>
                  </a:lnTo>
                  <a:lnTo>
                    <a:pt x="338696" y="2172589"/>
                  </a:lnTo>
                  <a:lnTo>
                    <a:pt x="339458" y="2174367"/>
                  </a:lnTo>
                  <a:lnTo>
                    <a:pt x="339839" y="2175383"/>
                  </a:lnTo>
                  <a:lnTo>
                    <a:pt x="340474" y="2176780"/>
                  </a:lnTo>
                  <a:lnTo>
                    <a:pt x="341236" y="2177923"/>
                  </a:lnTo>
                  <a:lnTo>
                    <a:pt x="341744" y="2178812"/>
                  </a:lnTo>
                  <a:lnTo>
                    <a:pt x="342379" y="2179828"/>
                  </a:lnTo>
                  <a:lnTo>
                    <a:pt x="343014" y="2180590"/>
                  </a:lnTo>
                  <a:lnTo>
                    <a:pt x="343522" y="2180971"/>
                  </a:lnTo>
                  <a:lnTo>
                    <a:pt x="343890" y="2181352"/>
                  </a:lnTo>
                  <a:lnTo>
                    <a:pt x="347332" y="2181352"/>
                  </a:lnTo>
                  <a:lnTo>
                    <a:pt x="348348" y="2180082"/>
                  </a:lnTo>
                  <a:lnTo>
                    <a:pt x="349491" y="2178177"/>
                  </a:lnTo>
                  <a:lnTo>
                    <a:pt x="352285" y="2173986"/>
                  </a:lnTo>
                  <a:lnTo>
                    <a:pt x="356095" y="2168906"/>
                  </a:lnTo>
                  <a:lnTo>
                    <a:pt x="358381" y="2166239"/>
                  </a:lnTo>
                  <a:lnTo>
                    <a:pt x="361302" y="2163572"/>
                  </a:lnTo>
                  <a:lnTo>
                    <a:pt x="364096" y="2160778"/>
                  </a:lnTo>
                  <a:lnTo>
                    <a:pt x="367652" y="2158492"/>
                  </a:lnTo>
                  <a:lnTo>
                    <a:pt x="371843" y="2156460"/>
                  </a:lnTo>
                  <a:lnTo>
                    <a:pt x="375526" y="2154809"/>
                  </a:lnTo>
                  <a:lnTo>
                    <a:pt x="378460" y="2154047"/>
                  </a:lnTo>
                  <a:lnTo>
                    <a:pt x="377304" y="2154047"/>
                  </a:lnTo>
                  <a:lnTo>
                    <a:pt x="382257" y="2153666"/>
                  </a:lnTo>
                  <a:lnTo>
                    <a:pt x="386308" y="2153666"/>
                  </a:lnTo>
                  <a:lnTo>
                    <a:pt x="398767" y="2159889"/>
                  </a:lnTo>
                  <a:lnTo>
                    <a:pt x="401053" y="2162048"/>
                  </a:lnTo>
                  <a:lnTo>
                    <a:pt x="402831" y="2164588"/>
                  </a:lnTo>
                  <a:lnTo>
                    <a:pt x="403987" y="2167255"/>
                  </a:lnTo>
                  <a:lnTo>
                    <a:pt x="405498" y="2170430"/>
                  </a:lnTo>
                  <a:lnTo>
                    <a:pt x="406666" y="2173732"/>
                  </a:lnTo>
                  <a:lnTo>
                    <a:pt x="407428" y="2176780"/>
                  </a:lnTo>
                  <a:lnTo>
                    <a:pt x="408470" y="2180590"/>
                  </a:lnTo>
                  <a:lnTo>
                    <a:pt x="408584" y="2181352"/>
                  </a:lnTo>
                  <a:lnTo>
                    <a:pt x="427037" y="2181352"/>
                  </a:lnTo>
                  <a:close/>
                </a:path>
                <a:path w="614045" h="2401570">
                  <a:moveTo>
                    <a:pt x="470903" y="2249170"/>
                  </a:moveTo>
                  <a:lnTo>
                    <a:pt x="470649" y="2248154"/>
                  </a:lnTo>
                  <a:lnTo>
                    <a:pt x="470547" y="2247709"/>
                  </a:lnTo>
                  <a:lnTo>
                    <a:pt x="470496" y="2247519"/>
                  </a:lnTo>
                  <a:lnTo>
                    <a:pt x="470395" y="2247011"/>
                  </a:lnTo>
                  <a:lnTo>
                    <a:pt x="469887" y="2245995"/>
                  </a:lnTo>
                  <a:lnTo>
                    <a:pt x="469379" y="2244725"/>
                  </a:lnTo>
                  <a:lnTo>
                    <a:pt x="468871" y="2243582"/>
                  </a:lnTo>
                  <a:lnTo>
                    <a:pt x="468312" y="2242693"/>
                  </a:lnTo>
                  <a:lnTo>
                    <a:pt x="467601" y="2241677"/>
                  </a:lnTo>
                  <a:lnTo>
                    <a:pt x="467093" y="2240788"/>
                  </a:lnTo>
                  <a:lnTo>
                    <a:pt x="466458" y="2240153"/>
                  </a:lnTo>
                  <a:lnTo>
                    <a:pt x="465696" y="2239772"/>
                  </a:lnTo>
                  <a:lnTo>
                    <a:pt x="465061" y="2239391"/>
                  </a:lnTo>
                  <a:lnTo>
                    <a:pt x="464108" y="2239010"/>
                  </a:lnTo>
                  <a:lnTo>
                    <a:pt x="462521" y="2239010"/>
                  </a:lnTo>
                  <a:lnTo>
                    <a:pt x="461733" y="2239391"/>
                  </a:lnTo>
                  <a:lnTo>
                    <a:pt x="405117" y="2266061"/>
                  </a:lnTo>
                  <a:lnTo>
                    <a:pt x="418388" y="2226602"/>
                  </a:lnTo>
                  <a:lnTo>
                    <a:pt x="425310" y="2200275"/>
                  </a:lnTo>
                  <a:lnTo>
                    <a:pt x="425386" y="2199894"/>
                  </a:lnTo>
                  <a:lnTo>
                    <a:pt x="425500" y="2199386"/>
                  </a:lnTo>
                  <a:lnTo>
                    <a:pt x="425577" y="2199005"/>
                  </a:lnTo>
                  <a:lnTo>
                    <a:pt x="425678" y="2198497"/>
                  </a:lnTo>
                  <a:lnTo>
                    <a:pt x="425729" y="2198243"/>
                  </a:lnTo>
                  <a:lnTo>
                    <a:pt x="425818" y="2197862"/>
                  </a:lnTo>
                  <a:lnTo>
                    <a:pt x="426834" y="2190877"/>
                  </a:lnTo>
                  <a:lnTo>
                    <a:pt x="426948" y="2185035"/>
                  </a:lnTo>
                  <a:lnTo>
                    <a:pt x="427024" y="2181860"/>
                  </a:lnTo>
                  <a:lnTo>
                    <a:pt x="408635" y="2181860"/>
                  </a:lnTo>
                  <a:lnTo>
                    <a:pt x="408698" y="2195830"/>
                  </a:lnTo>
                  <a:lnTo>
                    <a:pt x="408419" y="2197862"/>
                  </a:lnTo>
                  <a:lnTo>
                    <a:pt x="408368" y="2198243"/>
                  </a:lnTo>
                  <a:lnTo>
                    <a:pt x="408266" y="2199005"/>
                  </a:lnTo>
                  <a:lnTo>
                    <a:pt x="408152" y="2199894"/>
                  </a:lnTo>
                  <a:lnTo>
                    <a:pt x="408038" y="2200783"/>
                  </a:lnTo>
                  <a:lnTo>
                    <a:pt x="406615" y="2207641"/>
                  </a:lnTo>
                  <a:lnTo>
                    <a:pt x="405371" y="2214118"/>
                  </a:lnTo>
                  <a:lnTo>
                    <a:pt x="403186" y="2221484"/>
                  </a:lnTo>
                  <a:lnTo>
                    <a:pt x="403085" y="2221865"/>
                  </a:lnTo>
                  <a:lnTo>
                    <a:pt x="400037" y="2231009"/>
                  </a:lnTo>
                  <a:lnTo>
                    <a:pt x="386448" y="2270125"/>
                  </a:lnTo>
                  <a:lnTo>
                    <a:pt x="386067" y="2271395"/>
                  </a:lnTo>
                  <a:lnTo>
                    <a:pt x="385559" y="2273579"/>
                  </a:lnTo>
                  <a:lnTo>
                    <a:pt x="385559" y="2278380"/>
                  </a:lnTo>
                  <a:lnTo>
                    <a:pt x="385940" y="2279396"/>
                  </a:lnTo>
                  <a:lnTo>
                    <a:pt x="386321" y="2280539"/>
                  </a:lnTo>
                  <a:lnTo>
                    <a:pt x="387464" y="2283079"/>
                  </a:lnTo>
                  <a:lnTo>
                    <a:pt x="388226" y="2284603"/>
                  </a:lnTo>
                  <a:lnTo>
                    <a:pt x="388861" y="2285746"/>
                  </a:lnTo>
                  <a:lnTo>
                    <a:pt x="389623" y="2286635"/>
                  </a:lnTo>
                  <a:lnTo>
                    <a:pt x="390258" y="2287524"/>
                  </a:lnTo>
                  <a:lnTo>
                    <a:pt x="391020" y="2288159"/>
                  </a:lnTo>
                  <a:lnTo>
                    <a:pt x="391782" y="2288413"/>
                  </a:lnTo>
                  <a:lnTo>
                    <a:pt x="392544" y="2288794"/>
                  </a:lnTo>
                  <a:lnTo>
                    <a:pt x="394512" y="2288794"/>
                  </a:lnTo>
                  <a:lnTo>
                    <a:pt x="395846" y="2288413"/>
                  </a:lnTo>
                  <a:lnTo>
                    <a:pt x="396862" y="2287905"/>
                  </a:lnTo>
                  <a:lnTo>
                    <a:pt x="443331" y="2266061"/>
                  </a:lnTo>
                  <a:lnTo>
                    <a:pt x="468998" y="2253996"/>
                  </a:lnTo>
                  <a:lnTo>
                    <a:pt x="469633" y="2253742"/>
                  </a:lnTo>
                  <a:lnTo>
                    <a:pt x="470141" y="2253361"/>
                  </a:lnTo>
                  <a:lnTo>
                    <a:pt x="470522" y="2252726"/>
                  </a:lnTo>
                  <a:lnTo>
                    <a:pt x="470801" y="2252345"/>
                  </a:lnTo>
                  <a:lnTo>
                    <a:pt x="470903" y="2249170"/>
                  </a:lnTo>
                  <a:close/>
                </a:path>
                <a:path w="614045" h="2401570">
                  <a:moveTo>
                    <a:pt x="506437" y="133858"/>
                  </a:moveTo>
                  <a:lnTo>
                    <a:pt x="505904" y="129032"/>
                  </a:lnTo>
                  <a:lnTo>
                    <a:pt x="505777" y="127889"/>
                  </a:lnTo>
                  <a:lnTo>
                    <a:pt x="505701" y="127127"/>
                  </a:lnTo>
                  <a:lnTo>
                    <a:pt x="496443" y="89408"/>
                  </a:lnTo>
                  <a:lnTo>
                    <a:pt x="487349" y="67856"/>
                  </a:lnTo>
                  <a:lnTo>
                    <a:pt x="487349" y="133858"/>
                  </a:lnTo>
                  <a:lnTo>
                    <a:pt x="487337" y="144780"/>
                  </a:lnTo>
                  <a:lnTo>
                    <a:pt x="487222" y="145923"/>
                  </a:lnTo>
                  <a:lnTo>
                    <a:pt x="487108" y="147066"/>
                  </a:lnTo>
                  <a:lnTo>
                    <a:pt x="486981" y="148336"/>
                  </a:lnTo>
                  <a:lnTo>
                    <a:pt x="486905" y="149098"/>
                  </a:lnTo>
                  <a:lnTo>
                    <a:pt x="486143" y="152019"/>
                  </a:lnTo>
                  <a:lnTo>
                    <a:pt x="486079" y="152273"/>
                  </a:lnTo>
                  <a:lnTo>
                    <a:pt x="486016" y="152527"/>
                  </a:lnTo>
                  <a:lnTo>
                    <a:pt x="483793" y="157353"/>
                  </a:lnTo>
                  <a:lnTo>
                    <a:pt x="483120" y="158750"/>
                  </a:lnTo>
                  <a:lnTo>
                    <a:pt x="481190" y="161290"/>
                  </a:lnTo>
                  <a:lnTo>
                    <a:pt x="478523" y="163449"/>
                  </a:lnTo>
                  <a:lnTo>
                    <a:pt x="475983" y="165735"/>
                  </a:lnTo>
                  <a:lnTo>
                    <a:pt x="472681" y="167386"/>
                  </a:lnTo>
                  <a:lnTo>
                    <a:pt x="463537" y="170307"/>
                  </a:lnTo>
                  <a:lnTo>
                    <a:pt x="458965" y="170561"/>
                  </a:lnTo>
                  <a:lnTo>
                    <a:pt x="450456" y="168783"/>
                  </a:lnTo>
                  <a:lnTo>
                    <a:pt x="427228" y="134899"/>
                  </a:lnTo>
                  <a:lnTo>
                    <a:pt x="416661" y="98171"/>
                  </a:lnTo>
                  <a:lnTo>
                    <a:pt x="415404" y="91948"/>
                  </a:lnTo>
                  <a:lnTo>
                    <a:pt x="434327" y="56642"/>
                  </a:lnTo>
                  <a:lnTo>
                    <a:pt x="437756" y="55499"/>
                  </a:lnTo>
                  <a:lnTo>
                    <a:pt x="440131" y="55118"/>
                  </a:lnTo>
                  <a:lnTo>
                    <a:pt x="446900" y="55118"/>
                  </a:lnTo>
                  <a:lnTo>
                    <a:pt x="460362" y="62738"/>
                  </a:lnTo>
                  <a:lnTo>
                    <a:pt x="462902" y="65278"/>
                  </a:lnTo>
                  <a:lnTo>
                    <a:pt x="478548" y="97409"/>
                  </a:lnTo>
                  <a:lnTo>
                    <a:pt x="478650" y="97663"/>
                  </a:lnTo>
                  <a:lnTo>
                    <a:pt x="486727" y="127889"/>
                  </a:lnTo>
                  <a:lnTo>
                    <a:pt x="486854" y="128524"/>
                  </a:lnTo>
                  <a:lnTo>
                    <a:pt x="486918" y="129032"/>
                  </a:lnTo>
                  <a:lnTo>
                    <a:pt x="487349" y="133858"/>
                  </a:lnTo>
                  <a:lnTo>
                    <a:pt x="487349" y="67856"/>
                  </a:lnTo>
                  <a:lnTo>
                    <a:pt x="483095" y="59563"/>
                  </a:lnTo>
                  <a:lnTo>
                    <a:pt x="479691" y="55118"/>
                  </a:lnTo>
                  <a:lnTo>
                    <a:pt x="478142" y="53086"/>
                  </a:lnTo>
                  <a:lnTo>
                    <a:pt x="447154" y="37846"/>
                  </a:lnTo>
                  <a:lnTo>
                    <a:pt x="439407" y="38481"/>
                  </a:lnTo>
                  <a:lnTo>
                    <a:pt x="430644" y="41275"/>
                  </a:lnTo>
                  <a:lnTo>
                    <a:pt x="421500" y="44069"/>
                  </a:lnTo>
                  <a:lnTo>
                    <a:pt x="414388" y="48260"/>
                  </a:lnTo>
                  <a:lnTo>
                    <a:pt x="404101" y="59055"/>
                  </a:lnTo>
                  <a:lnTo>
                    <a:pt x="400545" y="65532"/>
                  </a:lnTo>
                  <a:lnTo>
                    <a:pt x="398767" y="73025"/>
                  </a:lnTo>
                  <a:lnTo>
                    <a:pt x="396951" y="80137"/>
                  </a:lnTo>
                  <a:lnTo>
                    <a:pt x="396862" y="80518"/>
                  </a:lnTo>
                  <a:lnTo>
                    <a:pt x="396811" y="81495"/>
                  </a:lnTo>
                  <a:lnTo>
                    <a:pt x="396709" y="83820"/>
                  </a:lnTo>
                  <a:lnTo>
                    <a:pt x="396582" y="89916"/>
                  </a:lnTo>
                  <a:lnTo>
                    <a:pt x="397383" y="97155"/>
                  </a:lnTo>
                  <a:lnTo>
                    <a:pt x="397497" y="98171"/>
                  </a:lnTo>
                  <a:lnTo>
                    <a:pt x="398310" y="104140"/>
                  </a:lnTo>
                  <a:lnTo>
                    <a:pt x="398373" y="104521"/>
                  </a:lnTo>
                  <a:lnTo>
                    <a:pt x="398462" y="105244"/>
                  </a:lnTo>
                  <a:lnTo>
                    <a:pt x="409587" y="143764"/>
                  </a:lnTo>
                  <a:lnTo>
                    <a:pt x="430390" y="177038"/>
                  </a:lnTo>
                  <a:lnTo>
                    <a:pt x="434860" y="181102"/>
                  </a:lnTo>
                  <a:lnTo>
                    <a:pt x="436105" y="182118"/>
                  </a:lnTo>
                  <a:lnTo>
                    <a:pt x="442074" y="185039"/>
                  </a:lnTo>
                  <a:lnTo>
                    <a:pt x="448932" y="186182"/>
                  </a:lnTo>
                  <a:lnTo>
                    <a:pt x="455917" y="187452"/>
                  </a:lnTo>
                  <a:lnTo>
                    <a:pt x="494855" y="170561"/>
                  </a:lnTo>
                  <a:lnTo>
                    <a:pt x="506336" y="144780"/>
                  </a:lnTo>
                  <a:lnTo>
                    <a:pt x="506437" y="133858"/>
                  </a:lnTo>
                  <a:close/>
                </a:path>
                <a:path w="614045" h="2401570">
                  <a:moveTo>
                    <a:pt x="613905" y="104140"/>
                  </a:moveTo>
                  <a:lnTo>
                    <a:pt x="613321" y="98806"/>
                  </a:lnTo>
                  <a:lnTo>
                    <a:pt x="613194" y="97663"/>
                  </a:lnTo>
                  <a:lnTo>
                    <a:pt x="613143" y="97155"/>
                  </a:lnTo>
                  <a:lnTo>
                    <a:pt x="610616" y="89408"/>
                  </a:lnTo>
                  <a:lnTo>
                    <a:pt x="608952" y="83820"/>
                  </a:lnTo>
                  <a:lnTo>
                    <a:pt x="606285" y="78613"/>
                  </a:lnTo>
                  <a:lnTo>
                    <a:pt x="605955" y="78232"/>
                  </a:lnTo>
                  <a:lnTo>
                    <a:pt x="602729" y="74434"/>
                  </a:lnTo>
                  <a:lnTo>
                    <a:pt x="599389" y="70231"/>
                  </a:lnTo>
                  <a:lnTo>
                    <a:pt x="595109" y="66802"/>
                  </a:lnTo>
                  <a:lnTo>
                    <a:pt x="590156" y="64516"/>
                  </a:lnTo>
                  <a:lnTo>
                    <a:pt x="585330" y="62357"/>
                  </a:lnTo>
                  <a:lnTo>
                    <a:pt x="579742" y="61087"/>
                  </a:lnTo>
                  <a:lnTo>
                    <a:pt x="566407" y="61087"/>
                  </a:lnTo>
                  <a:lnTo>
                    <a:pt x="560311" y="62103"/>
                  </a:lnTo>
                  <a:lnTo>
                    <a:pt x="552323" y="64516"/>
                  </a:lnTo>
                  <a:lnTo>
                    <a:pt x="549389" y="65532"/>
                  </a:lnTo>
                  <a:lnTo>
                    <a:pt x="546595" y="66421"/>
                  </a:lnTo>
                  <a:lnTo>
                    <a:pt x="544055" y="67310"/>
                  </a:lnTo>
                  <a:lnTo>
                    <a:pt x="541642" y="68072"/>
                  </a:lnTo>
                  <a:lnTo>
                    <a:pt x="539229" y="69088"/>
                  </a:lnTo>
                  <a:lnTo>
                    <a:pt x="536943" y="70231"/>
                  </a:lnTo>
                  <a:lnTo>
                    <a:pt x="524751" y="31496"/>
                  </a:lnTo>
                  <a:lnTo>
                    <a:pt x="574027" y="16129"/>
                  </a:lnTo>
                  <a:lnTo>
                    <a:pt x="575297" y="15748"/>
                  </a:lnTo>
                  <a:lnTo>
                    <a:pt x="576059" y="14732"/>
                  </a:lnTo>
                  <a:lnTo>
                    <a:pt x="576567" y="11430"/>
                  </a:lnTo>
                  <a:lnTo>
                    <a:pt x="576186" y="9398"/>
                  </a:lnTo>
                  <a:lnTo>
                    <a:pt x="575424" y="6858"/>
                  </a:lnTo>
                  <a:lnTo>
                    <a:pt x="575043" y="5461"/>
                  </a:lnTo>
                  <a:lnTo>
                    <a:pt x="570090" y="0"/>
                  </a:lnTo>
                  <a:lnTo>
                    <a:pt x="569341" y="0"/>
                  </a:lnTo>
                  <a:lnTo>
                    <a:pt x="505828" y="19939"/>
                  </a:lnTo>
                  <a:lnTo>
                    <a:pt x="504431" y="20955"/>
                  </a:lnTo>
                  <a:lnTo>
                    <a:pt x="502907" y="24003"/>
                  </a:lnTo>
                  <a:lnTo>
                    <a:pt x="502907" y="25908"/>
                  </a:lnTo>
                  <a:lnTo>
                    <a:pt x="503669" y="28194"/>
                  </a:lnTo>
                  <a:lnTo>
                    <a:pt x="521195" y="84328"/>
                  </a:lnTo>
                  <a:lnTo>
                    <a:pt x="522084" y="86995"/>
                  </a:lnTo>
                  <a:lnTo>
                    <a:pt x="523100" y="88646"/>
                  </a:lnTo>
                  <a:lnTo>
                    <a:pt x="525386" y="89916"/>
                  </a:lnTo>
                  <a:lnTo>
                    <a:pt x="526910" y="89916"/>
                  </a:lnTo>
                  <a:lnTo>
                    <a:pt x="528434" y="89408"/>
                  </a:lnTo>
                  <a:lnTo>
                    <a:pt x="529310" y="89154"/>
                  </a:lnTo>
                  <a:lnTo>
                    <a:pt x="531139" y="88646"/>
                  </a:lnTo>
                  <a:lnTo>
                    <a:pt x="531291" y="88646"/>
                  </a:lnTo>
                  <a:lnTo>
                    <a:pt x="534403" y="87376"/>
                  </a:lnTo>
                  <a:lnTo>
                    <a:pt x="537451" y="85979"/>
                  </a:lnTo>
                  <a:lnTo>
                    <a:pt x="540372" y="84582"/>
                  </a:lnTo>
                  <a:lnTo>
                    <a:pt x="544055" y="83185"/>
                  </a:lnTo>
                  <a:lnTo>
                    <a:pt x="548373" y="81788"/>
                  </a:lnTo>
                  <a:lnTo>
                    <a:pt x="553656" y="80137"/>
                  </a:lnTo>
                  <a:lnTo>
                    <a:pt x="553097" y="80137"/>
                  </a:lnTo>
                  <a:lnTo>
                    <a:pt x="559930" y="78867"/>
                  </a:lnTo>
                  <a:lnTo>
                    <a:pt x="563054" y="78613"/>
                  </a:lnTo>
                  <a:lnTo>
                    <a:pt x="562216" y="78613"/>
                  </a:lnTo>
                  <a:lnTo>
                    <a:pt x="569455" y="78232"/>
                  </a:lnTo>
                  <a:lnTo>
                    <a:pt x="574687" y="78867"/>
                  </a:lnTo>
                  <a:lnTo>
                    <a:pt x="573963" y="78867"/>
                  </a:lnTo>
                  <a:lnTo>
                    <a:pt x="577202" y="80137"/>
                  </a:lnTo>
                  <a:lnTo>
                    <a:pt x="594093" y="107569"/>
                  </a:lnTo>
                  <a:lnTo>
                    <a:pt x="593902" y="109601"/>
                  </a:lnTo>
                  <a:lnTo>
                    <a:pt x="593801" y="110617"/>
                  </a:lnTo>
                  <a:lnTo>
                    <a:pt x="593712" y="111633"/>
                  </a:lnTo>
                  <a:lnTo>
                    <a:pt x="563054" y="138938"/>
                  </a:lnTo>
                  <a:lnTo>
                    <a:pt x="562914" y="138938"/>
                  </a:lnTo>
                  <a:lnTo>
                    <a:pt x="558342" y="139954"/>
                  </a:lnTo>
                  <a:lnTo>
                    <a:pt x="556907" y="139954"/>
                  </a:lnTo>
                  <a:lnTo>
                    <a:pt x="550913" y="140335"/>
                  </a:lnTo>
                  <a:lnTo>
                    <a:pt x="547484" y="140335"/>
                  </a:lnTo>
                  <a:lnTo>
                    <a:pt x="543191" y="139954"/>
                  </a:lnTo>
                  <a:lnTo>
                    <a:pt x="542518" y="139954"/>
                  </a:lnTo>
                  <a:lnTo>
                    <a:pt x="539483" y="139446"/>
                  </a:lnTo>
                  <a:lnTo>
                    <a:pt x="537108" y="138938"/>
                  </a:lnTo>
                  <a:lnTo>
                    <a:pt x="533387" y="138938"/>
                  </a:lnTo>
                  <a:lnTo>
                    <a:pt x="533006" y="139192"/>
                  </a:lnTo>
                  <a:lnTo>
                    <a:pt x="532498" y="139954"/>
                  </a:lnTo>
                  <a:lnTo>
                    <a:pt x="532345" y="140335"/>
                  </a:lnTo>
                  <a:lnTo>
                    <a:pt x="532244" y="143764"/>
                  </a:lnTo>
                  <a:lnTo>
                    <a:pt x="532498" y="144780"/>
                  </a:lnTo>
                  <a:lnTo>
                    <a:pt x="532752" y="145923"/>
                  </a:lnTo>
                  <a:lnTo>
                    <a:pt x="533133" y="147066"/>
                  </a:lnTo>
                  <a:lnTo>
                    <a:pt x="533514" y="148336"/>
                  </a:lnTo>
                  <a:lnTo>
                    <a:pt x="533768" y="149098"/>
                  </a:lnTo>
                  <a:lnTo>
                    <a:pt x="533895" y="149479"/>
                  </a:lnTo>
                  <a:lnTo>
                    <a:pt x="534657" y="151257"/>
                  </a:lnTo>
                  <a:lnTo>
                    <a:pt x="535038" y="152019"/>
                  </a:lnTo>
                  <a:lnTo>
                    <a:pt x="535800" y="153035"/>
                  </a:lnTo>
                  <a:lnTo>
                    <a:pt x="536054" y="153543"/>
                  </a:lnTo>
                  <a:lnTo>
                    <a:pt x="536435" y="153924"/>
                  </a:lnTo>
                  <a:lnTo>
                    <a:pt x="536816" y="154178"/>
                  </a:lnTo>
                  <a:lnTo>
                    <a:pt x="537324" y="154559"/>
                  </a:lnTo>
                  <a:lnTo>
                    <a:pt x="538378" y="155194"/>
                  </a:lnTo>
                  <a:lnTo>
                    <a:pt x="538721" y="155194"/>
                  </a:lnTo>
                  <a:lnTo>
                    <a:pt x="540118" y="155575"/>
                  </a:lnTo>
                  <a:lnTo>
                    <a:pt x="544563" y="156083"/>
                  </a:lnTo>
                  <a:lnTo>
                    <a:pt x="553707" y="156083"/>
                  </a:lnTo>
                  <a:lnTo>
                    <a:pt x="557390" y="155702"/>
                  </a:lnTo>
                  <a:lnTo>
                    <a:pt x="560641" y="155194"/>
                  </a:lnTo>
                  <a:lnTo>
                    <a:pt x="560463" y="155194"/>
                  </a:lnTo>
                  <a:lnTo>
                    <a:pt x="565391" y="154559"/>
                  </a:lnTo>
                  <a:lnTo>
                    <a:pt x="596976" y="140335"/>
                  </a:lnTo>
                  <a:lnTo>
                    <a:pt x="598893" y="138938"/>
                  </a:lnTo>
                  <a:lnTo>
                    <a:pt x="599059" y="138938"/>
                  </a:lnTo>
                  <a:lnTo>
                    <a:pt x="603872" y="133858"/>
                  </a:lnTo>
                  <a:lnTo>
                    <a:pt x="613041" y="112560"/>
                  </a:lnTo>
                  <a:lnTo>
                    <a:pt x="613143" y="111633"/>
                  </a:lnTo>
                  <a:lnTo>
                    <a:pt x="613270" y="110617"/>
                  </a:lnTo>
                  <a:lnTo>
                    <a:pt x="613740" y="105791"/>
                  </a:lnTo>
                  <a:lnTo>
                    <a:pt x="613867" y="104521"/>
                  </a:lnTo>
                  <a:lnTo>
                    <a:pt x="613905" y="104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200903" y="1610042"/>
            <a:ext cx="1377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29478" y="2713291"/>
            <a:ext cx="1377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18378" y="3584511"/>
            <a:ext cx="1377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6101" y="4948491"/>
            <a:ext cx="1377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43600" y="1533525"/>
            <a:ext cx="5610225" cy="436245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14375" y="1646491"/>
            <a:ext cx="14916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TREE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DIAGRAM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80104" y="2172652"/>
            <a:ext cx="25907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E1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dirty="0"/>
              <a:t>Practice</a:t>
            </a:r>
            <a:r>
              <a:rPr spc="-75" dirty="0"/>
              <a:t> </a:t>
            </a:r>
            <a:r>
              <a:rPr dirty="0"/>
              <a:t>Problems</a:t>
            </a:r>
            <a:r>
              <a:rPr spc="-70" dirty="0"/>
              <a:t> </a:t>
            </a:r>
            <a:r>
              <a:rPr spc="-50" dirty="0"/>
              <a:t>3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923925"/>
            <a:ext cx="11734800" cy="505777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Solution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104900"/>
            <a:ext cx="11887200" cy="489585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dirty="0"/>
              <a:t>Practice</a:t>
            </a:r>
            <a:r>
              <a:rPr spc="-75" dirty="0"/>
              <a:t> </a:t>
            </a:r>
            <a:r>
              <a:rPr dirty="0"/>
              <a:t>Problems</a:t>
            </a:r>
            <a:r>
              <a:rPr spc="-70" dirty="0"/>
              <a:t> </a:t>
            </a:r>
            <a:r>
              <a:rPr spc="-50" dirty="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981900"/>
            <a:ext cx="11520170" cy="15233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55600" marR="5080" indent="-343535" algn="just">
              <a:lnSpc>
                <a:spcPct val="152800"/>
              </a:lnSpc>
              <a:spcBef>
                <a:spcPts val="5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The</a:t>
            </a:r>
            <a:r>
              <a:rPr sz="2150" b="1" spc="229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chances</a:t>
            </a:r>
            <a:r>
              <a:rPr sz="2150" b="1" spc="254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that</a:t>
            </a:r>
            <a:r>
              <a:rPr sz="2150" b="1" spc="220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an</a:t>
            </a:r>
            <a:r>
              <a:rPr sz="2150" b="1" spc="16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academician,</a:t>
            </a:r>
            <a:r>
              <a:rPr sz="2150" b="1" spc="22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a</a:t>
            </a:r>
            <a:r>
              <a:rPr sz="2150" b="1" spc="220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business</a:t>
            </a:r>
            <a:r>
              <a:rPr sz="2150" b="1" spc="23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man</a:t>
            </a:r>
            <a:r>
              <a:rPr sz="2150" b="1" spc="24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and</a:t>
            </a:r>
            <a:r>
              <a:rPr sz="2150" b="1" spc="220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a</a:t>
            </a:r>
            <a:r>
              <a:rPr sz="2150" b="1" spc="220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politician</a:t>
            </a:r>
            <a:r>
              <a:rPr sz="2150" b="1" spc="23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becoming</a:t>
            </a:r>
            <a:r>
              <a:rPr sz="2150" b="1" spc="22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Vice</a:t>
            </a:r>
            <a:r>
              <a:rPr sz="2150" b="1" spc="21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Chancellor</a:t>
            </a:r>
            <a:r>
              <a:rPr sz="2150" b="1" spc="210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spc="-25" dirty="0">
                <a:solidFill>
                  <a:srgbClr val="EA3E25"/>
                </a:solidFill>
                <a:latin typeface="Calibri"/>
                <a:cs typeface="Calibri"/>
              </a:rPr>
              <a:t>of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an</a:t>
            </a:r>
            <a:r>
              <a:rPr sz="2150" b="1" spc="4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university</a:t>
            </a:r>
            <a:r>
              <a:rPr sz="2150" b="1" spc="6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are</a:t>
            </a:r>
            <a:r>
              <a:rPr sz="2150" b="1" spc="5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0.5,</a:t>
            </a:r>
            <a:r>
              <a:rPr sz="2150" b="1" spc="55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0.3</a:t>
            </a:r>
            <a:r>
              <a:rPr sz="2150" b="1" spc="55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and</a:t>
            </a:r>
            <a:r>
              <a:rPr sz="2150" b="1" spc="65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0.2</a:t>
            </a:r>
            <a:r>
              <a:rPr sz="2150" b="1" spc="6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respectively.</a:t>
            </a:r>
            <a:r>
              <a:rPr sz="2150" b="1" spc="55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The</a:t>
            </a:r>
            <a:r>
              <a:rPr sz="2150" b="1" spc="7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probability</a:t>
            </a:r>
            <a:r>
              <a:rPr sz="2150" b="1" spc="6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that</a:t>
            </a:r>
            <a:r>
              <a:rPr sz="2150" b="1" spc="6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research</a:t>
            </a:r>
            <a:r>
              <a:rPr sz="2150" b="1" spc="8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work</a:t>
            </a:r>
            <a:r>
              <a:rPr sz="2150" b="1" spc="6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will</a:t>
            </a:r>
            <a:r>
              <a:rPr sz="2150" b="1" spc="6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spc="-25" dirty="0">
                <a:solidFill>
                  <a:srgbClr val="EA3E25"/>
                </a:solidFill>
                <a:latin typeface="Calibri"/>
                <a:cs typeface="Calibri"/>
              </a:rPr>
              <a:t>be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promoted</a:t>
            </a:r>
            <a:r>
              <a:rPr sz="2150" b="1" spc="390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in</a:t>
            </a:r>
            <a:r>
              <a:rPr sz="2150" b="1" spc="39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the</a:t>
            </a:r>
            <a:r>
              <a:rPr sz="2150" b="1" spc="38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university</a:t>
            </a:r>
            <a:r>
              <a:rPr sz="2150" b="1" spc="39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by</a:t>
            </a:r>
            <a:r>
              <a:rPr sz="2150" b="1" spc="34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these</a:t>
            </a:r>
            <a:r>
              <a:rPr sz="2150" b="1" spc="430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3</a:t>
            </a:r>
            <a:r>
              <a:rPr sz="2150" b="1" spc="385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gentlemen</a:t>
            </a:r>
            <a:r>
              <a:rPr sz="2150" b="1" spc="35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are</a:t>
            </a:r>
            <a:r>
              <a:rPr sz="2150" b="1" spc="370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respectively</a:t>
            </a:r>
            <a:r>
              <a:rPr sz="2150" b="1" spc="41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are</a:t>
            </a:r>
            <a:r>
              <a:rPr sz="2150" b="1" spc="370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0.8,</a:t>
            </a:r>
            <a:r>
              <a:rPr sz="2150" b="1" spc="38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0.6</a:t>
            </a:r>
            <a:r>
              <a:rPr sz="2150" b="1" spc="38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and</a:t>
            </a:r>
            <a:r>
              <a:rPr sz="2150" b="1" spc="40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0.4.</a:t>
            </a:r>
            <a:r>
              <a:rPr sz="2150" b="1" spc="38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It</a:t>
            </a:r>
            <a:r>
              <a:rPr sz="2150" b="1" spc="380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spc="-25" dirty="0">
                <a:solidFill>
                  <a:srgbClr val="EA3E25"/>
                </a:solidFill>
                <a:latin typeface="Calibri"/>
                <a:cs typeface="Calibri"/>
              </a:rPr>
              <a:t>is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2479738"/>
            <a:ext cx="7782559" cy="1499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5080">
              <a:lnSpc>
                <a:spcPct val="154300"/>
              </a:lnSpc>
              <a:spcBef>
                <a:spcPts val="90"/>
              </a:spcBef>
            </a:pP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found</a:t>
            </a:r>
            <a:r>
              <a:rPr sz="2150" b="1" spc="8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Research</a:t>
            </a:r>
            <a:r>
              <a:rPr sz="2150" b="1" spc="8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work</a:t>
            </a:r>
            <a:r>
              <a:rPr sz="2150" b="1" spc="75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has</a:t>
            </a:r>
            <a:r>
              <a:rPr sz="2150" b="1" spc="8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been</a:t>
            </a:r>
            <a:r>
              <a:rPr sz="2150" b="1" spc="9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promoted</a:t>
            </a:r>
            <a:r>
              <a:rPr sz="2150" b="1" spc="75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by</a:t>
            </a:r>
            <a:r>
              <a:rPr sz="2150" b="1" spc="55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the</a:t>
            </a:r>
            <a:r>
              <a:rPr sz="2150" b="1" spc="7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spc="-10" dirty="0">
                <a:solidFill>
                  <a:srgbClr val="EA3E25"/>
                </a:solidFill>
                <a:latin typeface="Calibri"/>
                <a:cs typeface="Calibri"/>
              </a:rPr>
              <a:t>university.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academician</a:t>
            </a:r>
            <a:r>
              <a:rPr sz="2150" b="1" spc="80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has</a:t>
            </a:r>
            <a:r>
              <a:rPr sz="2150" b="1" spc="114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become</a:t>
            </a:r>
            <a:r>
              <a:rPr sz="2150" b="1" spc="14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the</a:t>
            </a:r>
            <a:r>
              <a:rPr sz="2150" b="1" spc="90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spc="-25" dirty="0">
                <a:solidFill>
                  <a:srgbClr val="EA3E25"/>
                </a:solidFill>
                <a:latin typeface="Calibri"/>
                <a:cs typeface="Calibri"/>
              </a:rPr>
              <a:t>VC?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25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Solution: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07426" y="2653347"/>
            <a:ext cx="3497579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What</a:t>
            </a:r>
            <a:r>
              <a:rPr sz="2150" b="1" spc="65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is</a:t>
            </a:r>
            <a:r>
              <a:rPr sz="2150" b="1" spc="85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the</a:t>
            </a:r>
            <a:r>
              <a:rPr sz="2150" b="1" spc="8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chance</a:t>
            </a:r>
            <a:r>
              <a:rPr sz="2150" b="1" spc="65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that</a:t>
            </a:r>
            <a:r>
              <a:rPr sz="2150" b="1" spc="75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spc="35" dirty="0">
                <a:solidFill>
                  <a:srgbClr val="EA3E25"/>
                </a:solidFill>
                <a:latin typeface="Calibri"/>
                <a:cs typeface="Calibri"/>
              </a:rPr>
              <a:t>an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3914775"/>
            <a:ext cx="9010650" cy="1066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5110" y="5178425"/>
            <a:ext cx="8283348" cy="877887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Conti..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5" y="1047750"/>
            <a:ext cx="8696325" cy="519112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dirty="0"/>
              <a:t>Practice</a:t>
            </a:r>
            <a:r>
              <a:rPr spc="-75" dirty="0"/>
              <a:t> </a:t>
            </a:r>
            <a:r>
              <a:rPr dirty="0"/>
              <a:t>Problems</a:t>
            </a:r>
            <a:r>
              <a:rPr spc="-70" dirty="0"/>
              <a:t> </a:t>
            </a:r>
            <a:r>
              <a:rPr spc="-50" dirty="0"/>
              <a:t>5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450" y="1076325"/>
            <a:ext cx="11458575" cy="527685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Solution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650" y="1028700"/>
            <a:ext cx="11944350" cy="475297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3966210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Practice</a:t>
            </a:r>
            <a:r>
              <a:rPr sz="2400" spc="-40" dirty="0"/>
              <a:t> </a:t>
            </a:r>
            <a:r>
              <a:rPr sz="2400" dirty="0"/>
              <a:t>Problems</a:t>
            </a:r>
            <a:r>
              <a:rPr sz="2400" spc="-110" dirty="0"/>
              <a:t> </a:t>
            </a:r>
            <a:r>
              <a:rPr sz="2400" spc="-50" dirty="0"/>
              <a:t>6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85457" y="1465770"/>
            <a:ext cx="11268075" cy="2315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50200"/>
              </a:lnSpc>
              <a:spcBef>
                <a:spcPts val="95"/>
              </a:spcBef>
            </a:pPr>
            <a:r>
              <a:rPr sz="2000" dirty="0">
                <a:latin typeface="Calibri"/>
                <a:cs typeface="Calibri"/>
              </a:rPr>
              <a:t>Seventy</a:t>
            </a:r>
            <a:r>
              <a:rPr sz="2000" spc="2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percent</a:t>
            </a:r>
            <a:r>
              <a:rPr sz="2000" spc="2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2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light</a:t>
            </a:r>
            <a:r>
              <a:rPr sz="2000" spc="25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aircraft</a:t>
            </a:r>
            <a:r>
              <a:rPr sz="2000" spc="2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2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disappear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while</a:t>
            </a:r>
            <a:r>
              <a:rPr sz="2000" spc="3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2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flight</a:t>
            </a:r>
            <a:r>
              <a:rPr sz="2000" spc="2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2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2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certain</a:t>
            </a:r>
            <a:r>
              <a:rPr sz="2000" spc="2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country</a:t>
            </a:r>
            <a:r>
              <a:rPr sz="2000" spc="2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2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subsequently </a:t>
            </a:r>
            <a:r>
              <a:rPr sz="2000" dirty="0">
                <a:latin typeface="Calibri"/>
                <a:cs typeface="Calibri"/>
              </a:rPr>
              <a:t>discovered.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aircraft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discovered,60%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emergency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locator,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whereas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90%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aircraft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discovered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locator. </a:t>
            </a:r>
            <a:r>
              <a:rPr sz="2000" dirty="0">
                <a:latin typeface="Calibri"/>
                <a:cs typeface="Calibri"/>
              </a:rPr>
              <a:t>Suppose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light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aircraft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disappeared.</a:t>
            </a:r>
            <a:endParaRPr sz="20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emergency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locator,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 not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discovered.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latin typeface="Calibri"/>
                <a:cs typeface="Calibri"/>
              </a:rPr>
              <a:t>(b)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doesn’t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locator,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discovered.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795" y="1579880"/>
            <a:ext cx="9587865" cy="275907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65"/>
              </a:spcBef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tree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diagram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below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shows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probability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four </a:t>
            </a:r>
            <a:r>
              <a:rPr sz="3200" dirty="0">
                <a:latin typeface="Calibri"/>
                <a:cs typeface="Calibri"/>
              </a:rPr>
              <a:t>disjoint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options;</a:t>
            </a:r>
            <a:endParaRPr sz="3200">
              <a:latin typeface="Calibri"/>
              <a:cs typeface="Calibri"/>
            </a:endParaRPr>
          </a:p>
          <a:p>
            <a:pPr marL="104775">
              <a:lnSpc>
                <a:spcPct val="100000"/>
              </a:lnSpc>
              <a:spcBef>
                <a:spcPts val="690"/>
              </a:spcBef>
            </a:pPr>
            <a:r>
              <a:rPr sz="3200" dirty="0">
                <a:latin typeface="Calibri"/>
                <a:cs typeface="Calibri"/>
              </a:rPr>
              <a:t>P(the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flight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discovered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locator)</a:t>
            </a:r>
            <a:endParaRPr sz="3200">
              <a:latin typeface="Calibri"/>
              <a:cs typeface="Calibri"/>
            </a:endParaRPr>
          </a:p>
          <a:p>
            <a:pPr marL="2408555">
              <a:lnSpc>
                <a:spcPct val="100000"/>
              </a:lnSpc>
              <a:spcBef>
                <a:spcPts val="740"/>
              </a:spcBef>
            </a:pPr>
            <a:r>
              <a:rPr sz="3200" dirty="0">
                <a:latin typeface="Calibri"/>
                <a:cs typeface="Calibri"/>
              </a:rPr>
              <a:t>=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P(discovered)P(locator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|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discovered)</a:t>
            </a:r>
            <a:endParaRPr sz="3200">
              <a:latin typeface="Calibri"/>
              <a:cs typeface="Calibri"/>
            </a:endParaRPr>
          </a:p>
          <a:p>
            <a:pPr marL="2408555">
              <a:lnSpc>
                <a:spcPct val="100000"/>
              </a:lnSpc>
              <a:spcBef>
                <a:spcPts val="740"/>
              </a:spcBef>
            </a:pPr>
            <a:r>
              <a:rPr sz="3200" dirty="0">
                <a:latin typeface="Calibri"/>
                <a:cs typeface="Calibri"/>
              </a:rPr>
              <a:t>=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(.7)(.6)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.42.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3966210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Practice</a:t>
            </a:r>
            <a:r>
              <a:rPr sz="2400" spc="-40" dirty="0"/>
              <a:t> </a:t>
            </a:r>
            <a:r>
              <a:rPr sz="2400" dirty="0"/>
              <a:t>Problems</a:t>
            </a:r>
            <a:r>
              <a:rPr sz="2400" spc="-110" dirty="0"/>
              <a:t> </a:t>
            </a:r>
            <a:r>
              <a:rPr sz="2400" spc="-50" dirty="0"/>
              <a:t>7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821372" y="1439481"/>
            <a:ext cx="10591800" cy="23145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50200"/>
              </a:lnSpc>
              <a:spcBef>
                <a:spcPts val="90"/>
              </a:spcBef>
            </a:pPr>
            <a:r>
              <a:rPr sz="2000" dirty="0">
                <a:latin typeface="Calibri"/>
                <a:cs typeface="Calibri"/>
              </a:rPr>
              <a:t>Two</a:t>
            </a:r>
            <a:r>
              <a:rPr sz="2000" spc="3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firms</a:t>
            </a:r>
            <a:r>
              <a:rPr sz="2000" spc="3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</a:t>
            </a:r>
            <a:r>
              <a:rPr sz="2000" spc="3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consider</a:t>
            </a:r>
            <a:r>
              <a:rPr sz="2000" spc="3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bidding</a:t>
            </a:r>
            <a:r>
              <a:rPr sz="2000" spc="3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road-</a:t>
            </a:r>
            <a:r>
              <a:rPr sz="2000" dirty="0">
                <a:latin typeface="Calibri"/>
                <a:cs typeface="Calibri"/>
              </a:rPr>
              <a:t>building</a:t>
            </a:r>
            <a:r>
              <a:rPr sz="2000" spc="3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job,</a:t>
            </a:r>
            <a:r>
              <a:rPr sz="2000" spc="3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3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may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3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may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3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awarded </a:t>
            </a:r>
            <a:r>
              <a:rPr sz="2000" dirty="0">
                <a:latin typeface="Calibri"/>
                <a:cs typeface="Calibri"/>
              </a:rPr>
              <a:t>depending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amounts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bids.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Firm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submits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bid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3/4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get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job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provided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firm</a:t>
            </a:r>
            <a:r>
              <a:rPr sz="2000" spc="3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</a:t>
            </a:r>
            <a:r>
              <a:rPr sz="2000" spc="3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does</a:t>
            </a:r>
            <a:r>
              <a:rPr sz="2000" spc="3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bid.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3/4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3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</a:t>
            </a:r>
            <a:r>
              <a:rPr sz="2000" spc="3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bid,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3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does,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get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job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1/3. (a)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what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 will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get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job?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(b)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V </a:t>
            </a:r>
            <a:r>
              <a:rPr sz="2000" dirty="0">
                <a:latin typeface="Calibri"/>
                <a:cs typeface="Calibri"/>
              </a:rPr>
              <a:t>gets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job,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what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bid?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Solution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" y="1847850"/>
            <a:ext cx="108204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2975" y="2234057"/>
            <a:ext cx="2686050" cy="2705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819900"/>
            <a:ext cx="12191999" cy="3809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372093" y="4505007"/>
            <a:ext cx="290131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b="0" dirty="0">
                <a:solidFill>
                  <a:srgbClr val="000000"/>
                </a:solidFill>
                <a:latin typeface="Calibri"/>
                <a:cs typeface="Calibri"/>
              </a:rPr>
              <a:t>Thank</a:t>
            </a:r>
            <a:r>
              <a:rPr sz="54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5400" b="0" spc="-25" dirty="0">
                <a:solidFill>
                  <a:srgbClr val="000000"/>
                </a:solidFill>
                <a:latin typeface="Calibri"/>
                <a:cs typeface="Calibri"/>
              </a:rPr>
              <a:t>you</a:t>
            </a:r>
            <a:endParaRPr sz="5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4850" y="790575"/>
            <a:ext cx="2857500" cy="1600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07BA72441AEE45A3CAE1ADD5070980" ma:contentTypeVersion="28" ma:contentTypeDescription="Create a new document." ma:contentTypeScope="" ma:versionID="8e86f45206d69f05d65aef40a1733e8e">
  <xsd:schema xmlns:xsd="http://www.w3.org/2001/XMLSchema" xmlns:xs="http://www.w3.org/2001/XMLSchema" xmlns:p="http://schemas.microsoft.com/office/2006/metadata/properties" xmlns:ns2="2723f1bc-7802-4c44-b827-a549654b530e" targetNamespace="http://schemas.microsoft.com/office/2006/metadata/properties" ma:root="true" ma:fieldsID="7466106287e23552aae4aa153fe08158" ns2:_="">
    <xsd:import namespace="2723f1bc-7802-4c44-b827-a549654b530e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23f1bc-7802-4c44-b827-a549654b530e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2723f1bc-7802-4c44-b827-a549654b530e" xsi:nil="true"/>
    <FolderType xmlns="2723f1bc-7802-4c44-b827-a549654b530e" xsi:nil="true"/>
    <LMS_Mappings xmlns="2723f1bc-7802-4c44-b827-a549654b530e" xsi:nil="true"/>
    <DefaultSectionNames xmlns="2723f1bc-7802-4c44-b827-a549654b530e" xsi:nil="true"/>
    <AppVersion xmlns="2723f1bc-7802-4c44-b827-a549654b530e" xsi:nil="true"/>
    <TeamsChannelId xmlns="2723f1bc-7802-4c44-b827-a549654b530e" xsi:nil="true"/>
    <IsNotebookLocked xmlns="2723f1bc-7802-4c44-b827-a549654b530e" xsi:nil="true"/>
    <CultureName xmlns="2723f1bc-7802-4c44-b827-a549654b530e" xsi:nil="true"/>
    <Students xmlns="2723f1bc-7802-4c44-b827-a549654b530e">
      <UserInfo>
        <DisplayName/>
        <AccountId xsi:nil="true"/>
        <AccountType/>
      </UserInfo>
    </Students>
    <Templates xmlns="2723f1bc-7802-4c44-b827-a549654b530e" xsi:nil="true"/>
    <Self_Registration_Enabled xmlns="2723f1bc-7802-4c44-b827-a549654b530e" xsi:nil="true"/>
    <Invited_Students xmlns="2723f1bc-7802-4c44-b827-a549654b530e" xsi:nil="true"/>
    <Teachers xmlns="2723f1bc-7802-4c44-b827-a549654b530e">
      <UserInfo>
        <DisplayName/>
        <AccountId xsi:nil="true"/>
        <AccountType/>
      </UserInfo>
    </Teachers>
    <Student_Groups xmlns="2723f1bc-7802-4c44-b827-a549654b530e">
      <UserInfo>
        <DisplayName/>
        <AccountId xsi:nil="true"/>
        <AccountType/>
      </UserInfo>
    </Student_Groups>
    <Teams_Channel_Section_Location xmlns="2723f1bc-7802-4c44-b827-a549654b530e" xsi:nil="true"/>
    <Owner xmlns="2723f1bc-7802-4c44-b827-a549654b530e">
      <UserInfo>
        <DisplayName/>
        <AccountId xsi:nil="true"/>
        <AccountType/>
      </UserInfo>
    </Owner>
    <Distribution_Groups xmlns="2723f1bc-7802-4c44-b827-a549654b530e" xsi:nil="true"/>
    <Math_Settings xmlns="2723f1bc-7802-4c44-b827-a549654b530e" xsi:nil="true"/>
    <Has_Teacher_Only_SectionGroup xmlns="2723f1bc-7802-4c44-b827-a549654b530e" xsi:nil="true"/>
    <Is_Collaboration_Space_Locked xmlns="2723f1bc-7802-4c44-b827-a549654b530e" xsi:nil="true"/>
    <Invited_Teachers xmlns="2723f1bc-7802-4c44-b827-a549654b530e" xsi:nil="true"/>
  </documentManagement>
</p:properties>
</file>

<file path=customXml/itemProps1.xml><?xml version="1.0" encoding="utf-8"?>
<ds:datastoreItem xmlns:ds="http://schemas.openxmlformats.org/officeDocument/2006/customXml" ds:itemID="{3DF29DB1-6236-48C0-90D8-5DCE12CA5FCE}"/>
</file>

<file path=customXml/itemProps2.xml><?xml version="1.0" encoding="utf-8"?>
<ds:datastoreItem xmlns:ds="http://schemas.openxmlformats.org/officeDocument/2006/customXml" ds:itemID="{856476A5-0DC2-47F2-8EF8-87EE16943E1B}"/>
</file>

<file path=customXml/itemProps3.xml><?xml version="1.0" encoding="utf-8"?>
<ds:datastoreItem xmlns:ds="http://schemas.openxmlformats.org/officeDocument/2006/customXml" ds:itemID="{B174AD4D-1C63-4B73-9FF8-5EC765630E1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</TotalTime>
  <Words>4272</Words>
  <Application>Microsoft Office PowerPoint</Application>
  <PresentationFormat>Widescreen</PresentationFormat>
  <Paragraphs>1028</Paragraphs>
  <Slides>73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6" baseType="lpstr">
      <vt:lpstr>Arial</vt:lpstr>
      <vt:lpstr>Arial Black</vt:lpstr>
      <vt:lpstr>Arial MT</vt:lpstr>
      <vt:lpstr>Calibri</vt:lpstr>
      <vt:lpstr>Cambria Math</vt:lpstr>
      <vt:lpstr>Courier New</vt:lpstr>
      <vt:lpstr>Georgia</vt:lpstr>
      <vt:lpstr>Lucida Sans Unicode</vt:lpstr>
      <vt:lpstr>Symbol</vt:lpstr>
      <vt:lpstr>Tahoma</vt:lpstr>
      <vt:lpstr>Times New Roman</vt:lpstr>
      <vt:lpstr>Wingdings</vt:lpstr>
      <vt:lpstr>Office Theme</vt:lpstr>
      <vt:lpstr>Introduction to Statistical Methods</vt:lpstr>
      <vt:lpstr>PowerPoint Presentation</vt:lpstr>
      <vt:lpstr>Revise</vt:lpstr>
      <vt:lpstr>Contact Session 4</vt:lpstr>
      <vt:lpstr>BAYE’S THEOREM:</vt:lpstr>
      <vt:lpstr>Proof:</vt:lpstr>
      <vt:lpstr>Proof:(Continuation)</vt:lpstr>
      <vt:lpstr>Proof:(Continuation)</vt:lpstr>
      <vt:lpstr>Example:1</vt:lpstr>
      <vt:lpstr>Solution:</vt:lpstr>
      <vt:lpstr>Example:2</vt:lpstr>
      <vt:lpstr>PowerPoint Presentation</vt:lpstr>
      <vt:lpstr>Example:3</vt:lpstr>
      <vt:lpstr>Solution:</vt:lpstr>
      <vt:lpstr>Bayes' Theorem for Hypothesis</vt:lpstr>
      <vt:lpstr>Example 4</vt:lpstr>
      <vt:lpstr>Example 4: Solution</vt:lpstr>
      <vt:lpstr>Baye’s Theorem</vt:lpstr>
      <vt:lpstr>PowerPoint Presentation</vt:lpstr>
      <vt:lpstr>Choosing hypothesis</vt:lpstr>
      <vt:lpstr>Bayes Theorem: Example : 5</vt:lpstr>
      <vt:lpstr>Steps to Apply Bayes Theorem</vt:lpstr>
      <vt:lpstr>continuation</vt:lpstr>
      <vt:lpstr>Bayesian Learning</vt:lpstr>
      <vt:lpstr>Naive Bayes Classifier</vt:lpstr>
      <vt:lpstr>Generative Model</vt:lpstr>
      <vt:lpstr>Conditional Independence</vt:lpstr>
      <vt:lpstr>Naïve Bayes assumes 𝑿𝒊 are conditionally independent given 𝒀</vt:lpstr>
      <vt:lpstr>PowerPoint Presentation</vt:lpstr>
      <vt:lpstr>Example 1:</vt:lpstr>
      <vt:lpstr>Example 1: Solution</vt:lpstr>
      <vt:lpstr>Example 1: Solution</vt:lpstr>
      <vt:lpstr>Example 1: Continued</vt:lpstr>
      <vt:lpstr>Example 1: Solution</vt:lpstr>
      <vt:lpstr>Example 1: Solution</vt:lpstr>
      <vt:lpstr>Example :2</vt:lpstr>
      <vt:lpstr>Example 2 Solution:</vt:lpstr>
      <vt:lpstr>Example 2 Solution:</vt:lpstr>
      <vt:lpstr>PowerPoint Presentation</vt:lpstr>
      <vt:lpstr>Example 3 Solution:</vt:lpstr>
      <vt:lpstr>Example 3 Solution:</vt:lpstr>
      <vt:lpstr>Naïve Bayes for Text Classification</vt:lpstr>
      <vt:lpstr>Example 4:</vt:lpstr>
      <vt:lpstr>Example 4 Solution: Apply Laplace smoothing</vt:lpstr>
      <vt:lpstr>Example 4 Solution:</vt:lpstr>
      <vt:lpstr>Example 4 Solution: Laplace smoothing</vt:lpstr>
      <vt:lpstr>Example 4 Solution: Apply Laplace smoothing</vt:lpstr>
      <vt:lpstr>Example 5:</vt:lpstr>
      <vt:lpstr>Example 5 Solution:</vt:lpstr>
      <vt:lpstr>Example 5 Solution:</vt:lpstr>
      <vt:lpstr>Example 5 Solution:</vt:lpstr>
      <vt:lpstr>Example 5 Solution:</vt:lpstr>
      <vt:lpstr>Example 5 Solution:</vt:lpstr>
      <vt:lpstr>Naïve Bayes Classifier Applications</vt:lpstr>
      <vt:lpstr>Practical Issues of Bayesian learning</vt:lpstr>
      <vt:lpstr>Practical Issues of Bayesian learning</vt:lpstr>
      <vt:lpstr>PowerPoint Presentation</vt:lpstr>
      <vt:lpstr>Practice Problems 1</vt:lpstr>
      <vt:lpstr>Solution</vt:lpstr>
      <vt:lpstr>Practice Problems 2</vt:lpstr>
      <vt:lpstr>Solution</vt:lpstr>
      <vt:lpstr>Conti..</vt:lpstr>
      <vt:lpstr>Practice Problems 3</vt:lpstr>
      <vt:lpstr>Solution</vt:lpstr>
      <vt:lpstr>Practice Problems 4</vt:lpstr>
      <vt:lpstr>Conti..</vt:lpstr>
      <vt:lpstr>Practice Problems 5</vt:lpstr>
      <vt:lpstr>Solution</vt:lpstr>
      <vt:lpstr>Practice Problems 6</vt:lpstr>
      <vt:lpstr>Solution</vt:lpstr>
      <vt:lpstr>Practice Problems 7</vt:lpstr>
      <vt:lpstr>Solution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krishna kumari</dc:creator>
  <cp:lastModifiedBy>krishna kumari</cp:lastModifiedBy>
  <cp:revision>1</cp:revision>
  <dcterms:created xsi:type="dcterms:W3CDTF">2026-08-16T09:56:05Z</dcterms:created>
  <dcterms:modified xsi:type="dcterms:W3CDTF">2026-08-23T11:45:27Z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2026-08-16T00:00:00Z</vt:filetime>
  </property>
  <property fmtid="{D5CDD505-2E9C-101B-9397-08002B2CF9AE}" pid="4" name="LastSaved">
    <vt:filetime>2026-08-16T00:00:00Z</vt:filetime>
  </property>
  <property fmtid="{D5CDD505-2E9C-101B-9397-08002B2CF9AE}" pid="5" name="ContentTypeId">
    <vt:lpwstr>0x0101008507BA72441AEE45A3CAE1ADD5070980</vt:lpwstr>
  </property>
</Properties>
</file>