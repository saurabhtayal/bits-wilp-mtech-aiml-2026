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54" r:id="rId2"/>
    <p:sldMasterId id="2147483775" r:id="rId3"/>
  </p:sldMasterIdLst>
  <p:notesMasterIdLst>
    <p:notesMasterId r:id="rId73"/>
  </p:notesMasterIdLst>
  <p:sldIdLst>
    <p:sldId id="462" r:id="rId4"/>
    <p:sldId id="492" r:id="rId5"/>
    <p:sldId id="826" r:id="rId6"/>
    <p:sldId id="827" r:id="rId7"/>
    <p:sldId id="829" r:id="rId8"/>
    <p:sldId id="828" r:id="rId9"/>
    <p:sldId id="830" r:id="rId10"/>
    <p:sldId id="832" r:id="rId11"/>
    <p:sldId id="834" r:id="rId12"/>
    <p:sldId id="835" r:id="rId13"/>
    <p:sldId id="836" r:id="rId14"/>
    <p:sldId id="837" r:id="rId15"/>
    <p:sldId id="839" r:id="rId16"/>
    <p:sldId id="840" r:id="rId17"/>
    <p:sldId id="841" r:id="rId18"/>
    <p:sldId id="842" r:id="rId19"/>
    <p:sldId id="847" r:id="rId20"/>
    <p:sldId id="849" r:id="rId21"/>
    <p:sldId id="850" r:id="rId22"/>
    <p:sldId id="851" r:id="rId23"/>
    <p:sldId id="856" r:id="rId24"/>
    <p:sldId id="857" r:id="rId25"/>
    <p:sldId id="858" r:id="rId26"/>
    <p:sldId id="860" r:id="rId27"/>
    <p:sldId id="861" r:id="rId28"/>
    <p:sldId id="862" r:id="rId29"/>
    <p:sldId id="863" r:id="rId30"/>
    <p:sldId id="864" r:id="rId31"/>
    <p:sldId id="866" r:id="rId32"/>
    <p:sldId id="867" r:id="rId33"/>
    <p:sldId id="868" r:id="rId34"/>
    <p:sldId id="870" r:id="rId35"/>
    <p:sldId id="869" r:id="rId36"/>
    <p:sldId id="872" r:id="rId37"/>
    <p:sldId id="871" r:id="rId38"/>
    <p:sldId id="873" r:id="rId39"/>
    <p:sldId id="874" r:id="rId40"/>
    <p:sldId id="875" r:id="rId41"/>
    <p:sldId id="876" r:id="rId42"/>
    <p:sldId id="877" r:id="rId43"/>
    <p:sldId id="878" r:id="rId44"/>
    <p:sldId id="882" r:id="rId45"/>
    <p:sldId id="883" r:id="rId46"/>
    <p:sldId id="884" r:id="rId47"/>
    <p:sldId id="885" r:id="rId48"/>
    <p:sldId id="886" r:id="rId49"/>
    <p:sldId id="889" r:id="rId50"/>
    <p:sldId id="892" r:id="rId51"/>
    <p:sldId id="891" r:id="rId52"/>
    <p:sldId id="893" r:id="rId53"/>
    <p:sldId id="894" r:id="rId54"/>
    <p:sldId id="895" r:id="rId55"/>
    <p:sldId id="897" r:id="rId56"/>
    <p:sldId id="819" r:id="rId57"/>
    <p:sldId id="901" r:id="rId58"/>
    <p:sldId id="899" r:id="rId59"/>
    <p:sldId id="900" r:id="rId60"/>
    <p:sldId id="898" r:id="rId61"/>
    <p:sldId id="903" r:id="rId62"/>
    <p:sldId id="904" r:id="rId63"/>
    <p:sldId id="902" r:id="rId64"/>
    <p:sldId id="905" r:id="rId65"/>
    <p:sldId id="843" r:id="rId66"/>
    <p:sldId id="844" r:id="rId67"/>
    <p:sldId id="852" r:id="rId68"/>
    <p:sldId id="853" r:id="rId69"/>
    <p:sldId id="879" r:id="rId70"/>
    <p:sldId id="887" r:id="rId71"/>
    <p:sldId id="575"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F64"/>
    <a:srgbClr val="150860"/>
    <a:srgbClr val="1C1573"/>
    <a:srgbClr val="283E84"/>
    <a:srgbClr val="211D71"/>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40BB07-AF00-4144-9F04-5131E2A7AA16}" v="1" dt="2026-09-06T06:05:32.4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8276" autoAdjust="0"/>
  </p:normalViewPr>
  <p:slideViewPr>
    <p:cSldViewPr>
      <p:cViewPr varScale="1">
        <p:scale>
          <a:sx n="82" d="100"/>
          <a:sy n="82" d="100"/>
        </p:scale>
        <p:origin x="691" y="77"/>
      </p:cViewPr>
      <p:guideLst>
        <p:guide orient="horz" pos="2208"/>
        <p:guide pos="3840"/>
      </p:guideLst>
    </p:cSldViewPr>
  </p:slideViewPr>
  <p:notesTextViewPr>
    <p:cViewPr>
      <p:scale>
        <a:sx n="100" d="100"/>
        <a:sy n="100" d="100"/>
      </p:scale>
      <p:origin x="0" y="0"/>
    </p:cViewPr>
  </p:notesTextViewPr>
  <p:sorterViewPr>
    <p:cViewPr varScale="1">
      <p:scale>
        <a:sx n="100" d="100"/>
        <a:sy n="100" d="100"/>
      </p:scale>
      <p:origin x="0" y="-69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customXml" Target="../customXml/item3.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customXml" Target="../customXml/item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notesMaster" Target="notesMasters/notesMaster1.xml"/><Relationship Id="rId78" Type="http://schemas.microsoft.com/office/2016/11/relationships/changesInfo" Target="changesInfos/changesInfo1.xml"/><Relationship Id="rId81"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na kumari" userId="e8c293e7a058df72" providerId="LiveId" clId="{C23EA179-D794-4125-99B8-B0414D97DF8E}"/>
    <pc:docChg chg="modSld">
      <pc:chgData name="krishna kumari" userId="e8c293e7a058df72" providerId="LiveId" clId="{C23EA179-D794-4125-99B8-B0414D97DF8E}" dt="2026-09-06T06:05:32.467" v="0"/>
      <pc:docMkLst>
        <pc:docMk/>
      </pc:docMkLst>
      <pc:sldChg chg="addSp">
        <pc:chgData name="krishna kumari" userId="e8c293e7a058df72" providerId="LiveId" clId="{C23EA179-D794-4125-99B8-B0414D97DF8E}" dt="2026-09-06T06:05:32.467" v="0"/>
        <pc:sldMkLst>
          <pc:docMk/>
          <pc:sldMk cId="2894336750" sldId="849"/>
        </pc:sldMkLst>
        <pc:inkChg chg="add">
          <ac:chgData name="krishna kumari" userId="e8c293e7a058df72" providerId="LiveId" clId="{C23EA179-D794-4125-99B8-B0414D97DF8E}" dt="2026-09-06T06:05:32.467" v="0"/>
          <ac:inkMkLst>
            <pc:docMk/>
            <pc:sldMk cId="2894336750" sldId="849"/>
            <ac:inkMk id="3" creationId="{2DB381A1-62D3-846B-1C06-517686A76D62}"/>
          </ac:inkMkLst>
        </pc:inkChg>
      </pc:sldChg>
      <pc:sldChg chg="addSp">
        <pc:chgData name="krishna kumari" userId="e8c293e7a058df72" providerId="LiveId" clId="{C23EA179-D794-4125-99B8-B0414D97DF8E}" dt="2026-09-06T06:05:32.467" v="0"/>
        <pc:sldMkLst>
          <pc:docMk/>
          <pc:sldMk cId="2514049503" sldId="850"/>
        </pc:sldMkLst>
        <pc:inkChg chg="add">
          <ac:chgData name="krishna kumari" userId="e8c293e7a058df72" providerId="LiveId" clId="{C23EA179-D794-4125-99B8-B0414D97DF8E}" dt="2026-09-06T06:05:32.467" v="0"/>
          <ac:inkMkLst>
            <pc:docMk/>
            <pc:sldMk cId="2514049503" sldId="850"/>
            <ac:inkMk id="3" creationId="{0C3630FC-E1C2-565D-9EC9-72F42B8A34D6}"/>
          </ac:inkMkLst>
        </pc:inkChg>
      </pc:sldChg>
      <pc:sldChg chg="addSp">
        <pc:chgData name="krishna kumari" userId="e8c293e7a058df72" providerId="LiveId" clId="{C23EA179-D794-4125-99B8-B0414D97DF8E}" dt="2026-09-06T06:05:32.467" v="0"/>
        <pc:sldMkLst>
          <pc:docMk/>
          <pc:sldMk cId="3561747329" sldId="851"/>
        </pc:sldMkLst>
        <pc:inkChg chg="add">
          <ac:chgData name="krishna kumari" userId="e8c293e7a058df72" providerId="LiveId" clId="{C23EA179-D794-4125-99B8-B0414D97DF8E}" dt="2026-09-06T06:05:32.467" v="0"/>
          <ac:inkMkLst>
            <pc:docMk/>
            <pc:sldMk cId="3561747329" sldId="851"/>
            <ac:inkMk id="3" creationId="{257817AA-153F-F373-3915-4E67A8D0F0E2}"/>
          </ac:inkMkLst>
        </pc:inkChg>
      </pc:sldChg>
      <pc:sldChg chg="addSp">
        <pc:chgData name="krishna kumari" userId="e8c293e7a058df72" providerId="LiveId" clId="{C23EA179-D794-4125-99B8-B0414D97DF8E}" dt="2026-09-06T06:05:32.467" v="0"/>
        <pc:sldMkLst>
          <pc:docMk/>
          <pc:sldMk cId="4123332902" sldId="858"/>
        </pc:sldMkLst>
        <pc:inkChg chg="add">
          <ac:chgData name="krishna kumari" userId="e8c293e7a058df72" providerId="LiveId" clId="{C23EA179-D794-4125-99B8-B0414D97DF8E}" dt="2026-09-06T06:05:32.467" v="0"/>
          <ac:inkMkLst>
            <pc:docMk/>
            <pc:sldMk cId="4123332902" sldId="858"/>
            <ac:inkMk id="4" creationId="{9338668E-B6CC-3984-3B45-7D0721682986}"/>
          </ac:inkMkLst>
        </pc:inkChg>
      </pc:sldChg>
      <pc:sldChg chg="addSp">
        <pc:chgData name="krishna kumari" userId="e8c293e7a058df72" providerId="LiveId" clId="{C23EA179-D794-4125-99B8-B0414D97DF8E}" dt="2026-09-06T06:05:32.467" v="0"/>
        <pc:sldMkLst>
          <pc:docMk/>
          <pc:sldMk cId="2719260722" sldId="860"/>
        </pc:sldMkLst>
        <pc:inkChg chg="add">
          <ac:chgData name="krishna kumari" userId="e8c293e7a058df72" providerId="LiveId" clId="{C23EA179-D794-4125-99B8-B0414D97DF8E}" dt="2026-09-06T06:05:32.467" v="0"/>
          <ac:inkMkLst>
            <pc:docMk/>
            <pc:sldMk cId="2719260722" sldId="860"/>
            <ac:inkMk id="3" creationId="{39A0CBC5-1C50-B5CB-A3B4-0F5E3A4D96C9}"/>
          </ac:inkMkLst>
        </pc:inkChg>
      </pc:sldChg>
      <pc:sldChg chg="addSp">
        <pc:chgData name="krishna kumari" userId="e8c293e7a058df72" providerId="LiveId" clId="{C23EA179-D794-4125-99B8-B0414D97DF8E}" dt="2026-09-06T06:05:32.467" v="0"/>
        <pc:sldMkLst>
          <pc:docMk/>
          <pc:sldMk cId="438367353" sldId="861"/>
        </pc:sldMkLst>
        <pc:inkChg chg="add">
          <ac:chgData name="krishna kumari" userId="e8c293e7a058df72" providerId="LiveId" clId="{C23EA179-D794-4125-99B8-B0414D97DF8E}" dt="2026-09-06T06:05:32.467" v="0"/>
          <ac:inkMkLst>
            <pc:docMk/>
            <pc:sldMk cId="438367353" sldId="861"/>
            <ac:inkMk id="3" creationId="{44E1C4DD-849F-D852-3AB0-FE89B2D6629F}"/>
          </ac:inkMkLst>
        </pc:inkChg>
      </pc:sldChg>
      <pc:sldChg chg="addSp">
        <pc:chgData name="krishna kumari" userId="e8c293e7a058df72" providerId="LiveId" clId="{C23EA179-D794-4125-99B8-B0414D97DF8E}" dt="2026-09-06T06:05:32.467" v="0"/>
        <pc:sldMkLst>
          <pc:docMk/>
          <pc:sldMk cId="347120206" sldId="863"/>
        </pc:sldMkLst>
        <pc:inkChg chg="add">
          <ac:chgData name="krishna kumari" userId="e8c293e7a058df72" providerId="LiveId" clId="{C23EA179-D794-4125-99B8-B0414D97DF8E}" dt="2026-09-06T06:05:32.467" v="0"/>
          <ac:inkMkLst>
            <pc:docMk/>
            <pc:sldMk cId="347120206" sldId="863"/>
            <ac:inkMk id="3" creationId="{D4A0E829-6E2E-EB71-7A1C-D4D7AB30B898}"/>
          </ac:inkMkLst>
        </pc:inkChg>
      </pc:sldChg>
      <pc:sldChg chg="addSp">
        <pc:chgData name="krishna kumari" userId="e8c293e7a058df72" providerId="LiveId" clId="{C23EA179-D794-4125-99B8-B0414D97DF8E}" dt="2026-09-06T06:05:32.467" v="0"/>
        <pc:sldMkLst>
          <pc:docMk/>
          <pc:sldMk cId="2214548448" sldId="864"/>
        </pc:sldMkLst>
        <pc:inkChg chg="add">
          <ac:chgData name="krishna kumari" userId="e8c293e7a058df72" providerId="LiveId" clId="{C23EA179-D794-4125-99B8-B0414D97DF8E}" dt="2026-09-06T06:05:32.467" v="0"/>
          <ac:inkMkLst>
            <pc:docMk/>
            <pc:sldMk cId="2214548448" sldId="864"/>
            <ac:inkMk id="7" creationId="{C92B5E6A-A65E-5CB1-D8DE-362358AA9BFE}"/>
          </ac:inkMkLst>
        </pc:inkChg>
      </pc:sldChg>
      <pc:sldChg chg="addSp">
        <pc:chgData name="krishna kumari" userId="e8c293e7a058df72" providerId="LiveId" clId="{C23EA179-D794-4125-99B8-B0414D97DF8E}" dt="2026-09-06T06:05:32.467" v="0"/>
        <pc:sldMkLst>
          <pc:docMk/>
          <pc:sldMk cId="4189907801" sldId="866"/>
        </pc:sldMkLst>
        <pc:inkChg chg="add">
          <ac:chgData name="krishna kumari" userId="e8c293e7a058df72" providerId="LiveId" clId="{C23EA179-D794-4125-99B8-B0414D97DF8E}" dt="2026-09-06T06:05:32.467" v="0"/>
          <ac:inkMkLst>
            <pc:docMk/>
            <pc:sldMk cId="4189907801" sldId="866"/>
            <ac:inkMk id="3" creationId="{ACC63160-ADA7-89FB-0EA5-329ABEB1F063}"/>
          </ac:inkMkLst>
        </pc:inkChg>
      </pc:sldChg>
      <pc:sldChg chg="addSp">
        <pc:chgData name="krishna kumari" userId="e8c293e7a058df72" providerId="LiveId" clId="{C23EA179-D794-4125-99B8-B0414D97DF8E}" dt="2026-09-06T06:05:32.467" v="0"/>
        <pc:sldMkLst>
          <pc:docMk/>
          <pc:sldMk cId="3666126576" sldId="867"/>
        </pc:sldMkLst>
        <pc:inkChg chg="add">
          <ac:chgData name="krishna kumari" userId="e8c293e7a058df72" providerId="LiveId" clId="{C23EA179-D794-4125-99B8-B0414D97DF8E}" dt="2026-09-06T06:05:32.467" v="0"/>
          <ac:inkMkLst>
            <pc:docMk/>
            <pc:sldMk cId="3666126576" sldId="867"/>
            <ac:inkMk id="3" creationId="{D72615B3-DCC3-C185-E12B-E66EBA5FAB71}"/>
          </ac:inkMkLst>
        </pc:inkChg>
      </pc:sldChg>
      <pc:sldChg chg="addSp">
        <pc:chgData name="krishna kumari" userId="e8c293e7a058df72" providerId="LiveId" clId="{C23EA179-D794-4125-99B8-B0414D97DF8E}" dt="2026-09-06T06:05:32.467" v="0"/>
        <pc:sldMkLst>
          <pc:docMk/>
          <pc:sldMk cId="3300836469" sldId="868"/>
        </pc:sldMkLst>
        <pc:inkChg chg="add">
          <ac:chgData name="krishna kumari" userId="e8c293e7a058df72" providerId="LiveId" clId="{C23EA179-D794-4125-99B8-B0414D97DF8E}" dt="2026-09-06T06:05:32.467" v="0"/>
          <ac:inkMkLst>
            <pc:docMk/>
            <pc:sldMk cId="3300836469" sldId="868"/>
            <ac:inkMk id="3" creationId="{FC545A61-1C39-33F7-2337-688FF5CBB3C4}"/>
          </ac:inkMkLst>
        </pc:inkChg>
      </pc:sldChg>
      <pc:sldChg chg="addSp">
        <pc:chgData name="krishna kumari" userId="e8c293e7a058df72" providerId="LiveId" clId="{C23EA179-D794-4125-99B8-B0414D97DF8E}" dt="2026-09-06T06:05:32.467" v="0"/>
        <pc:sldMkLst>
          <pc:docMk/>
          <pc:sldMk cId="736221970" sldId="869"/>
        </pc:sldMkLst>
        <pc:inkChg chg="add">
          <ac:chgData name="krishna kumari" userId="e8c293e7a058df72" providerId="LiveId" clId="{C23EA179-D794-4125-99B8-B0414D97DF8E}" dt="2026-09-06T06:05:32.467" v="0"/>
          <ac:inkMkLst>
            <pc:docMk/>
            <pc:sldMk cId="736221970" sldId="869"/>
            <ac:inkMk id="3" creationId="{51FB6622-F24B-60C9-EF1A-351D8C1EB8C6}"/>
          </ac:inkMkLst>
        </pc:inkChg>
      </pc:sldChg>
      <pc:sldChg chg="addSp">
        <pc:chgData name="krishna kumari" userId="e8c293e7a058df72" providerId="LiveId" clId="{C23EA179-D794-4125-99B8-B0414D97DF8E}" dt="2026-09-06T06:05:32.467" v="0"/>
        <pc:sldMkLst>
          <pc:docMk/>
          <pc:sldMk cId="136766843" sldId="872"/>
        </pc:sldMkLst>
        <pc:inkChg chg="add">
          <ac:chgData name="krishna kumari" userId="e8c293e7a058df72" providerId="LiveId" clId="{C23EA179-D794-4125-99B8-B0414D97DF8E}" dt="2026-09-06T06:05:32.467" v="0"/>
          <ac:inkMkLst>
            <pc:docMk/>
            <pc:sldMk cId="136766843" sldId="872"/>
            <ac:inkMk id="3" creationId="{9EC2D865-BC6C-4F62-BC8B-F623078978E2}"/>
          </ac:inkMkLst>
        </pc:inkChg>
      </pc:sldChg>
      <pc:sldChg chg="addSp">
        <pc:chgData name="krishna kumari" userId="e8c293e7a058df72" providerId="LiveId" clId="{C23EA179-D794-4125-99B8-B0414D97DF8E}" dt="2026-09-06T06:05:32.467" v="0"/>
        <pc:sldMkLst>
          <pc:docMk/>
          <pc:sldMk cId="2333351474" sldId="873"/>
        </pc:sldMkLst>
        <pc:inkChg chg="add">
          <ac:chgData name="krishna kumari" userId="e8c293e7a058df72" providerId="LiveId" clId="{C23EA179-D794-4125-99B8-B0414D97DF8E}" dt="2026-09-06T06:05:32.467" v="0"/>
          <ac:inkMkLst>
            <pc:docMk/>
            <pc:sldMk cId="2333351474" sldId="873"/>
            <ac:inkMk id="3" creationId="{5DD59794-1A56-44CA-B595-EF1A1B3171DA}"/>
          </ac:inkMkLst>
        </pc:inkChg>
      </pc:sldChg>
      <pc:sldChg chg="addSp">
        <pc:chgData name="krishna kumari" userId="e8c293e7a058df72" providerId="LiveId" clId="{C23EA179-D794-4125-99B8-B0414D97DF8E}" dt="2026-09-06T06:05:32.467" v="0"/>
        <pc:sldMkLst>
          <pc:docMk/>
          <pc:sldMk cId="2075426614" sldId="874"/>
        </pc:sldMkLst>
        <pc:inkChg chg="add">
          <ac:chgData name="krishna kumari" userId="e8c293e7a058df72" providerId="LiveId" clId="{C23EA179-D794-4125-99B8-B0414D97DF8E}" dt="2026-09-06T06:05:32.467" v="0"/>
          <ac:inkMkLst>
            <pc:docMk/>
            <pc:sldMk cId="2075426614" sldId="874"/>
            <ac:inkMk id="3" creationId="{E512B7DE-D196-80A7-01A1-A6B78412CF72}"/>
          </ac:inkMkLst>
        </pc:inkChg>
      </pc:sldChg>
      <pc:sldChg chg="addSp">
        <pc:chgData name="krishna kumari" userId="e8c293e7a058df72" providerId="LiveId" clId="{C23EA179-D794-4125-99B8-B0414D97DF8E}" dt="2026-09-06T06:05:32.467" v="0"/>
        <pc:sldMkLst>
          <pc:docMk/>
          <pc:sldMk cId="1346078219" sldId="875"/>
        </pc:sldMkLst>
        <pc:inkChg chg="add">
          <ac:chgData name="krishna kumari" userId="e8c293e7a058df72" providerId="LiveId" clId="{C23EA179-D794-4125-99B8-B0414D97DF8E}" dt="2026-09-06T06:05:32.467" v="0"/>
          <ac:inkMkLst>
            <pc:docMk/>
            <pc:sldMk cId="1346078219" sldId="875"/>
            <ac:inkMk id="3" creationId="{04BB6732-BDC7-06EE-C84E-CBB6363F05E3}"/>
          </ac:inkMkLst>
        </pc:inkChg>
      </pc:sldChg>
      <pc:sldChg chg="addSp">
        <pc:chgData name="krishna kumari" userId="e8c293e7a058df72" providerId="LiveId" clId="{C23EA179-D794-4125-99B8-B0414D97DF8E}" dt="2026-09-06T06:05:32.467" v="0"/>
        <pc:sldMkLst>
          <pc:docMk/>
          <pc:sldMk cId="2234901165" sldId="876"/>
        </pc:sldMkLst>
        <pc:inkChg chg="add">
          <ac:chgData name="krishna kumari" userId="e8c293e7a058df72" providerId="LiveId" clId="{C23EA179-D794-4125-99B8-B0414D97DF8E}" dt="2026-09-06T06:05:32.467" v="0"/>
          <ac:inkMkLst>
            <pc:docMk/>
            <pc:sldMk cId="2234901165" sldId="876"/>
            <ac:inkMk id="3" creationId="{F0F14680-8EE9-386A-8465-96F3F1EF4A48}"/>
          </ac:inkMkLst>
        </pc:inkChg>
      </pc:sldChg>
      <pc:sldChg chg="addSp">
        <pc:chgData name="krishna kumari" userId="e8c293e7a058df72" providerId="LiveId" clId="{C23EA179-D794-4125-99B8-B0414D97DF8E}" dt="2026-09-06T06:05:32.467" v="0"/>
        <pc:sldMkLst>
          <pc:docMk/>
          <pc:sldMk cId="3027825017" sldId="877"/>
        </pc:sldMkLst>
        <pc:inkChg chg="add">
          <ac:chgData name="krishna kumari" userId="e8c293e7a058df72" providerId="LiveId" clId="{C23EA179-D794-4125-99B8-B0414D97DF8E}" dt="2026-09-06T06:05:32.467" v="0"/>
          <ac:inkMkLst>
            <pc:docMk/>
            <pc:sldMk cId="3027825017" sldId="877"/>
            <ac:inkMk id="3" creationId="{0D8046C4-E754-755E-B089-BD4916E8831A}"/>
          </ac:inkMkLst>
        </pc:inkChg>
      </pc:sldChg>
      <pc:sldChg chg="addSp">
        <pc:chgData name="krishna kumari" userId="e8c293e7a058df72" providerId="LiveId" clId="{C23EA179-D794-4125-99B8-B0414D97DF8E}" dt="2026-09-06T06:05:32.467" v="0"/>
        <pc:sldMkLst>
          <pc:docMk/>
          <pc:sldMk cId="3748454650" sldId="878"/>
        </pc:sldMkLst>
        <pc:inkChg chg="add">
          <ac:chgData name="krishna kumari" userId="e8c293e7a058df72" providerId="LiveId" clId="{C23EA179-D794-4125-99B8-B0414D97DF8E}" dt="2026-09-06T06:05:32.467" v="0"/>
          <ac:inkMkLst>
            <pc:docMk/>
            <pc:sldMk cId="3748454650" sldId="878"/>
            <ac:inkMk id="3" creationId="{A4A60665-501E-7599-B833-56888E81DC8D}"/>
          </ac:inkMkLst>
        </pc:inkChg>
      </pc:sldChg>
      <pc:sldChg chg="addSp">
        <pc:chgData name="krishna kumari" userId="e8c293e7a058df72" providerId="LiveId" clId="{C23EA179-D794-4125-99B8-B0414D97DF8E}" dt="2026-09-06T06:05:32.467" v="0"/>
        <pc:sldMkLst>
          <pc:docMk/>
          <pc:sldMk cId="3239545175" sldId="882"/>
        </pc:sldMkLst>
        <pc:inkChg chg="add">
          <ac:chgData name="krishna kumari" userId="e8c293e7a058df72" providerId="LiveId" clId="{C23EA179-D794-4125-99B8-B0414D97DF8E}" dt="2026-09-06T06:05:32.467" v="0"/>
          <ac:inkMkLst>
            <pc:docMk/>
            <pc:sldMk cId="3239545175" sldId="882"/>
            <ac:inkMk id="3" creationId="{035DBD90-6EC5-EABD-B949-D16754E677FC}"/>
          </ac:inkMkLst>
        </pc:inkChg>
      </pc:sldChg>
      <pc:sldChg chg="addSp">
        <pc:chgData name="krishna kumari" userId="e8c293e7a058df72" providerId="LiveId" clId="{C23EA179-D794-4125-99B8-B0414D97DF8E}" dt="2026-09-06T06:05:32.467" v="0"/>
        <pc:sldMkLst>
          <pc:docMk/>
          <pc:sldMk cId="2584865681" sldId="883"/>
        </pc:sldMkLst>
        <pc:inkChg chg="add">
          <ac:chgData name="krishna kumari" userId="e8c293e7a058df72" providerId="LiveId" clId="{C23EA179-D794-4125-99B8-B0414D97DF8E}" dt="2026-09-06T06:05:32.467" v="0"/>
          <ac:inkMkLst>
            <pc:docMk/>
            <pc:sldMk cId="2584865681" sldId="883"/>
            <ac:inkMk id="3" creationId="{8BCB57DC-64D7-2C21-3CEA-E2B1FC9A1135}"/>
          </ac:inkMkLst>
        </pc:inkChg>
      </pc:sldChg>
      <pc:sldChg chg="addSp">
        <pc:chgData name="krishna kumari" userId="e8c293e7a058df72" providerId="LiveId" clId="{C23EA179-D794-4125-99B8-B0414D97DF8E}" dt="2026-09-06T06:05:32.467" v="0"/>
        <pc:sldMkLst>
          <pc:docMk/>
          <pc:sldMk cId="7786693" sldId="884"/>
        </pc:sldMkLst>
        <pc:inkChg chg="add">
          <ac:chgData name="krishna kumari" userId="e8c293e7a058df72" providerId="LiveId" clId="{C23EA179-D794-4125-99B8-B0414D97DF8E}" dt="2026-09-06T06:05:32.467" v="0"/>
          <ac:inkMkLst>
            <pc:docMk/>
            <pc:sldMk cId="7786693" sldId="884"/>
            <ac:inkMk id="3" creationId="{DD476946-83E3-D656-1746-F8A3C35919EC}"/>
          </ac:inkMkLst>
        </pc:inkChg>
      </pc:sldChg>
      <pc:sldChg chg="addSp">
        <pc:chgData name="krishna kumari" userId="e8c293e7a058df72" providerId="LiveId" clId="{C23EA179-D794-4125-99B8-B0414D97DF8E}" dt="2026-09-06T06:05:32.467" v="0"/>
        <pc:sldMkLst>
          <pc:docMk/>
          <pc:sldMk cId="2669604674" sldId="885"/>
        </pc:sldMkLst>
        <pc:inkChg chg="add">
          <ac:chgData name="krishna kumari" userId="e8c293e7a058df72" providerId="LiveId" clId="{C23EA179-D794-4125-99B8-B0414D97DF8E}" dt="2026-09-06T06:05:32.467" v="0"/>
          <ac:inkMkLst>
            <pc:docMk/>
            <pc:sldMk cId="2669604674" sldId="885"/>
            <ac:inkMk id="2" creationId="{18E76FEF-0A8D-7DD3-16E5-FFC86FE7F305}"/>
          </ac:inkMkLst>
        </pc:inkChg>
      </pc:sldChg>
      <pc:sldChg chg="addSp">
        <pc:chgData name="krishna kumari" userId="e8c293e7a058df72" providerId="LiveId" clId="{C23EA179-D794-4125-99B8-B0414D97DF8E}" dt="2026-09-06T06:05:32.467" v="0"/>
        <pc:sldMkLst>
          <pc:docMk/>
          <pc:sldMk cId="1176933219" sldId="886"/>
        </pc:sldMkLst>
        <pc:inkChg chg="add">
          <ac:chgData name="krishna kumari" userId="e8c293e7a058df72" providerId="LiveId" clId="{C23EA179-D794-4125-99B8-B0414D97DF8E}" dt="2026-09-06T06:05:32.467" v="0"/>
          <ac:inkMkLst>
            <pc:docMk/>
            <pc:sldMk cId="1176933219" sldId="886"/>
            <ac:inkMk id="3" creationId="{5EA9F724-B96F-DD29-D8EB-5DE4DA26064B}"/>
          </ac:inkMkLst>
        </pc:inkChg>
      </pc:sldChg>
      <pc:sldChg chg="addSp">
        <pc:chgData name="krishna kumari" userId="e8c293e7a058df72" providerId="LiveId" clId="{C23EA179-D794-4125-99B8-B0414D97DF8E}" dt="2026-09-06T06:05:32.467" v="0"/>
        <pc:sldMkLst>
          <pc:docMk/>
          <pc:sldMk cId="2600728841" sldId="891"/>
        </pc:sldMkLst>
        <pc:inkChg chg="add">
          <ac:chgData name="krishna kumari" userId="e8c293e7a058df72" providerId="LiveId" clId="{C23EA179-D794-4125-99B8-B0414D97DF8E}" dt="2026-09-06T06:05:32.467" v="0"/>
          <ac:inkMkLst>
            <pc:docMk/>
            <pc:sldMk cId="2600728841" sldId="891"/>
            <ac:inkMk id="3" creationId="{9FC457F6-6062-0888-0EEE-073FD597ECFF}"/>
          </ac:inkMkLst>
        </pc:inkChg>
      </pc:sldChg>
      <pc:sldChg chg="addSp">
        <pc:chgData name="krishna kumari" userId="e8c293e7a058df72" providerId="LiveId" clId="{C23EA179-D794-4125-99B8-B0414D97DF8E}" dt="2026-09-06T06:05:32.467" v="0"/>
        <pc:sldMkLst>
          <pc:docMk/>
          <pc:sldMk cId="1236147353" sldId="894"/>
        </pc:sldMkLst>
        <pc:inkChg chg="add">
          <ac:chgData name="krishna kumari" userId="e8c293e7a058df72" providerId="LiveId" clId="{C23EA179-D794-4125-99B8-B0414D97DF8E}" dt="2026-09-06T06:05:32.467" v="0"/>
          <ac:inkMkLst>
            <pc:docMk/>
            <pc:sldMk cId="1236147353" sldId="894"/>
            <ac:inkMk id="3" creationId="{B195B1DA-AC0B-7DED-306D-15B43EB3447A}"/>
          </ac:inkMkLst>
        </pc:inkChg>
      </pc:sldChg>
      <pc:sldChg chg="addSp">
        <pc:chgData name="krishna kumari" userId="e8c293e7a058df72" providerId="LiveId" clId="{C23EA179-D794-4125-99B8-B0414D97DF8E}" dt="2026-09-06T06:05:32.467" v="0"/>
        <pc:sldMkLst>
          <pc:docMk/>
          <pc:sldMk cId="3521208255" sldId="897"/>
        </pc:sldMkLst>
        <pc:inkChg chg="add">
          <ac:chgData name="krishna kumari" userId="e8c293e7a058df72" providerId="LiveId" clId="{C23EA179-D794-4125-99B8-B0414D97DF8E}" dt="2026-09-06T06:05:32.467" v="0"/>
          <ac:inkMkLst>
            <pc:docMk/>
            <pc:sldMk cId="3521208255" sldId="897"/>
            <ac:inkMk id="3" creationId="{F3FE1140-9723-4757-AE75-ED4D4B1F0AD1}"/>
          </ac:inkMkLst>
        </pc:ink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1:50:58.731"/>
    </inkml:context>
    <inkml:brush xml:id="br0">
      <inkml:brushProperty name="width" value="0.05292" units="cm"/>
      <inkml:brushProperty name="height" value="0.05292" units="cm"/>
      <inkml:brushProperty name="color" value="#FF0000"/>
    </inkml:brush>
  </inkml:definitions>
  <inkml:trace contextRef="#ctx0" brushRef="#br0">22615 8239 652 0,'0'0'689'0,"-4"-5"-150"0,4 5-109 0,0 0-111 15,0 0-53-15,-14 1-49 0,14-1-17 0,-9 8 15 16,7-4 1-16,-1 0 18 0,1 3-33 0,0 1-6 16,2 0-37-16,0-1 7 0,0 3-8 0,3-2-10 15,-1 0-14-15,2 1-7 0,3-1-12 0,-2-1 10 16,0-1 6-16,3 0 10 0,-1-2 14 0,3-1 5 0,-2-2 10 15,-8-1 1-15,23 0 3 0,-11-2-15 0,3-4-23 16,0 0-12-16,6-3-24 0,-3-3-18 16,6-3-18-16,0-1 13 0,6-5-42 0,0-2 20 0,2-3-41 15,0-1 23-15,8-8-37 0,3-1 27 0,-1 0-19 16,4-2-44-16,-2 1-63 0,-1 1-76 0,1 1-88 16,-3 3-82-16,-8 7-177 0,-4 3-148 0,-6 4-268 15,-6 4-472-15,-2 1-1017 0</inkml:trace>
  <inkml:trace contextRef="#ctx0" brushRef="#br0" timeOffset="1218.65">26311 9310 505 0,'0'0'752'15,"0"0"-186"-15,0 0-111 0,9-3-109 0,-9 3-68 16,0 0-4-16,8 6 13 0,-8-6-22 0,7 9 14 16,-3-2-26-16,0 2-60 0,2-3-1 0,-1 4-6 15,2-1-20-15,-1 2-5 0,-2-3-13 0,4 2 1 16,-2-2 1-16,1 0 34 0,-1-1-33 0,-1 0 50 16,5 0-25-16,-3-1 28 0,2-4-16 0,3 0 37 15,1-2-44-15,4-3 5 0,3-4-74 0,7-7 14 16,6-4-51-16,3-3 35 0,10-8-55 0,0-5-12 15,3-1-2-15,3-6-11 0,-1-5-4 0,4-2 36 16,13-14-61-16,0-1 27 0,2-4-71 0,-1 3-12 16,-3-2-81-16,-9 16-64 0,-4 1-79 0,-3 2-67 15,-1 4-110-15,-7 7-128 0,-4 1-136 0,-8 7-923 16,-3 4-1304-16</inkml:trace>
  <inkml:trace contextRef="#ctx0" brushRef="#br0" timeOffset="2349">28790 10490 1014 0,'-5'-6'761'0,"1"1"-117"0,4 5-159 0,-6-8-96 0,6 8-75 15,0 0-57-15,0 0-34 0,-9 3-4 0,7 2-20 16,0 3-21-16,2 1-16 0,0 2-25 16,0 1-9-16,0 1-18 0,2 2-20 0,0 1-4 0,1-1 15 15,1 3-21-15,-1-4 41 0,4 0-12 0,-2-1 55 16,1 0 5-16,2-3 67 0,-2-1-5 0,3-3 60 16,0-3-50-16,5-2-30 0,2-4-28 0,5-3-32 15,1-7-26-15,6-1-28 0,4-7 26 16,6-2-69-16,5-12 29 0,0 0-64 0,4-3-13 15,-1-4-6-15,4-1 0 0,2-6 0 0,1 0 0 0,2-1 0 16,1-2-45-16,11-7-63 0,-10 8 6 0,2 4-14 16,-2 1-17-16,0 3-25 0,-5 7 4 0,-1 3-74 15,-5 4 3-15,-8 7-101 0,-3 4-104 0,-10 5-148 16,-4 5-82-16,-6 2-180 0,-4 4-455 0,-11 2-897 16</inkml:trace>
  <inkml:trace contextRef="#ctx0" brushRef="#br0" timeOffset="12773.08">31694 12833 56 0,'-4'-8'367'0,"4"-2"-91"0,-1 3-29 0,0 0-28 0,-1-1-35 0,2 2-18 0,0 0-11 16,0 6 9-16,0-12-2 0,0 12-19 0,0-11-11 15,0 11-16-15,0-8-16 0,0 8-15 16,0 0-16-16,0-11-6 0,0 11 10 0,0 0 54 0,0 0-4 16,0 0 15-16,-9 7-8 0,4-3 11 0,0 2-18 15,0 4-21-15,-3 1-16 0,3 1-7 0,-4 0-18 16,4-1-3-16,-1 4-16 0,2-3 17 0,1-1 47 16,-1 3 3-16,3-4 1 0,-1 0 26 0,-1 0 4 15,3-1 15-15,-2-3 22 0,0 1 32 0,2-7 10 16,2 11-22-16,-2-11-34 0,0 0-31 0,19-5-27 15,-9-2-1-15,7-5-43 0,-1-2-1 0,2-4-26 16,3-2 10-16,-1-6-24 0,3-3 9 0,-3-2-21 16,2-3 13-16,-1-2-17 0,2-1 11 15,0-2-20-15,2-8 20 0,2 1-25 0,3-2 16 16,0 3-17-16,2-1-3 0,0 0 12 0,1 4-41 16,-1 1-4-16,5 2-54 0,-9 9-6 0,1 2-95 15,0 3-57-15,-5 8-66 0,-1 2-63 0,-4 6-43 16,-2 3-30-16,-3 2-45 0,-4 3-30 0,-10 1-397 15,14 6-510-15</inkml:trace>
  <inkml:trace contextRef="#ctx0" brushRef="#br0" timeOffset="16031.83">30058 11675 180 0,'0'0'158'0,"0"0"-25"0,0 0 0 0,-4 4-9 0,4-4 2 15,0 0-7-15,-7 6-18 0,7-6-4 0,-9 5-25 0,9-5 6 16,-8 7-12-16,8-7 1 0,-8 6-9 16,8-6 8-16,-9 5-13 0,9-5 28 0,-7 6-6 0,7-6 29 15,0 0 2-15,-7 4 30 0,7-4-3 0,0 0 17 16,-7 3 23-16,7-3 18 0,0 0-19 0,0 0-35 16,0 0-27-16,-2-7-24 0,4 1-15 0,2-2-14 15,1 0 3-15,1-3 21 0,4-1 0 16,-1 0-14-16,0-4-11 0,4 0-7 0,0-1-6 15,-2 1-5-15,6-4-6 0,1 1-5 0,-2-1-8 16,2-1-6-16,0 2-3 0,3-3-6 16,0 1 3-16,-1-1-4 0,0 1-2 0,0 1 4 0,1-1-4 15,-1 2 4-15,-1 0-8 0,-2 0 7 0,-2 5-6 16,-2 1 7-16,-4 2-7 0,1 2 5 0,-1 0-6 16,-1 2 0-16,-3 0-18 0,3 0-21 0,-5 3-51 15,1-2-50-15,-4 6-27 0,0 0-43 0,-1-6-8 16,1 6-41-16,0 0-18 0,-18 2-35 0,9 1-71 15,-1-1-199-15,-3 1-97 0</inkml:trace>
  <inkml:trace contextRef="#ctx0" brushRef="#br0" timeOffset="16380.72">30173 11264 264 0,'-6'-5'305'0,"6"5"-41"0,-12-5-40 15,12 5-26-15,-11-6-42 0,11 6-2 0,-12-4-36 16,12 4 10-16,-7-7-21 0,7 7 19 0,-7-2-33 15,7 2 6-15,-6-3-27 0,6 3 5 0,0 0-1 16,0 0 32-16,0 0-7 0,7-3-5 0,-7 3-22 0,21-3-2 16,-8 3-17-16,3-3 1 0,2-1-8 0,3 1 9 15,2-1-8-15,-3-1-9 0,6-3-8 16,-3 3-1-16,1-2-3 0,-2-2-5 0,1 2-5 16,0-2 0-16,-4 0 3 0,1 1 41 0,-4 2 2 15,-2 0-11-15,0-1 1 0,-3 3-16 0,-2 0-3 16,0 0-15-16,1 0-4 0,-10 4-3 0,12-3 6 0,-12 3-13 15,0 0-1-15,8 7-4 0,-8-7 5 16,3 11-4-16,-4-3 2 0,-1 2-3 0,0 0 4 0,2 1-1 16,0 0 4-16,0 1 1 0,0-2 3 15,0 3-4-15,2-2-3 0,-2 0-2 0,3 2 3 16,-1-2-1-16,0 1-4 0,2-2-15 0,-1 1-63 16,-1 0-50-16,3 0-93 0,-2 0-70 0,-2-3-70 0,2 3-82 15,-3-5-298-15,1 4-242 0</inkml:trace>
  <inkml:trace contextRef="#ctx0" brushRef="#br0" timeOffset="18697.72">30955 10899 324 0,'0'0'515'0,"0"0"-136"0,0 0-76 0,9-2-51 0,-9 2-4 16,0 0-48-16,5 4-4 0,-5-4-31 0,3 8-3 16,-3-8-11-16,2 10-17 0,0-1-16 0,-1-2-22 0,0 1-19 15,-1 0-9-15,2 0-1 0,-2 0-7 0,1-1-8 16,-1-7 5-16,0 13 27 0,0-13 23 0,0 9 35 16,0-9 13-16,0 9-2 0,0-9-35 0,0 0 4 15,-7 3-18-15,7-3 8 0,-12-8-17 0,5 0-8 16,-2-2-26-16,2-3-12 0,-5-5-13 0,3-1-9 15,-2-6-18-15,-1 0-6 0,2-1 4 0,0-2-8 16,0 1 7-16,3-3-2 0,-2 2 0 16,5-2 0-16,-1 7 6 0,3 1-9 0,1 3 13 0,1 1-17 15,3 0 9-15,2 4-9 0,3 1 6 16,2 3-7-16,4 2 6 0,2 2-9 0,3 3 13 16,0 3-11-16,7 2 10 0,-1 1-6 0,1 4-2 0,0 2 6 15,1 1 0-15,-2 3 2 0,0 3 5 0,-2 0-6 16,-1 0 0-16,-3 2 2 0,-1 0-3 0,-4-4-1 15,-1 4-2-15,-2-4-1 0,-2 3 2 0,0-2-52 16,-4-4-60-16,2 2-99 0,-3-2-120 0,0-4-83 16,-1 4-129-16,1-7-557 0,-4-4-717 0</inkml:trace>
  <inkml:trace contextRef="#ctx0" brushRef="#br0" timeOffset="19180.41">30966 10812 131 0,'0'0'531'16,"-5"-8"-144"-16,5 8-38 0,-2-10-35 0,2 10-34 16,0-12-16-16,5 6-50 0,0-2-35 0,0 0-28 0,2-1-24 15,3 1-6-15,0-3 13 0,1 3-17 0,0-3-9 16,2 1-10-16,-2 0-8 0,3 1-17 0,-2 0-6 16,-2 1-18-16,4-2 12 0,-4 3-32 15,1 0 0-15,1-1-9 0,-3 4 1 0,0-2-15 0,1 0 6 16,1 3-4-16,0 2 14 0,1-1 3 15,-1 1 13-15,3 2-6 0,-2 2 21 0,-1-1-6 16,3 2-8-16,-1 2-5 0,2 0 1 0,-2 0 18 16,0 3-6-16,-3-2-2 0,2 2-11 0,-1-2-9 15,-3 0-2-15,0 1-4 0,-1-2 1 0,0 0 10 0,-2 1-6 16,-1-2 16-16,-2 1-20 0,2-1 3 16,-4-5-7-16,3 6 9 0,-3-6-15 0,0 0 7 0,-4 6-8 15,4-6 2-15,0 0 5 0,-12-4-2 0,8 0 1 16,-3-2-1-16,2-2 6 0,-2-1-1 0,3 0-3 15,-1-3-3-15,1 0 6 0,-2-1-8 0,5 0 4 16,0 1-10-16,1-2 13 0,0 2-16 0,2 0 8 16,4-1-11-16,-1 2 10 0,3 0-11 0,1 2 7 15,-2 1-11-15,3 3 10 0,1 0-8 0,-2-1 7 16,4 5-9-16,-1 0 11 0,-12 1-11 0,22 1 13 16,-10 0-16-16,-2 4 10 0,0-2-5 0,-1 3 7 0,0-1-10 15,-1 1 11-15,-2 1-11 0,0 0 2 16,-1 2-8-16,0-2-18 0,-3 1-50 0,2 0-83 15,-3-2-84-15,1 1-88 0,-2-7-75 0,2 11-62 0,-2-11-92 16,2 7-272-16,-2-7-380 0</inkml:trace>
  <inkml:trace contextRef="#ctx0" brushRef="#br0" timeOffset="19481.12">31622 10466 82 0,'0'0'496'0,"4"-9"-142"0,-4 9-42 0,0 0-21 0,0 0-17 0,0 0 8 0,0 0-33 15,0 0-7-15,-5 6-3 0,5-6-8 0,-3 12-18 0,2-3-35 16,1 0 4-16,1 1-33 0,1 0-15 16,0 1-30-16,2-1-10 0,-1-1-22 0,1 1-5 0,1-2-13 15,0 1-5-15,1-1-14 0,2-4 27 0,0 2-11 16,-1-1 1-16,5-4-18 0,-12-1 2 16,20 0-11-16,-6-1-3 0,-3-4-7 0,1-1 8 0,-2-1-13 15,1-1 11-15,-1-2-13 0,-2-1 3 0,-1 0-3 16,-3 0 17-16,1-1-19 0,-2 1-2 0,-2 1 0 15,-1 1-6-15,-4-2 5 0,2 1-2 0,-3 0 1 16,-2 3-4-16,-2 1-1 0,0 0 2 0,-2 3 4 16,-1 0-3-16,-2 2-1 0,1 2-11 0,-2 2-23 15,4-1-45-15,-1 3-76 0,1 1-111 0,2-1-101 16,2 1-93-16,3-2-137 0,4-4-290 0,-3 9-446 16</inkml:trace>
  <inkml:trace contextRef="#ctx0" brushRef="#br0" timeOffset="19763.4">31804 10384 98 0,'0'0'637'0,"6"-9"-169"0,-6 9-101 0,4-5-44 15,-4 5-52-15,5-5-16 0,-5 5-15 0,0 0-9 16,0 0 21-16,15 3-32 0,-7 0-34 0,0 2-36 16,0 1-26-16,2 0-26 0,1 1-17 0,-2-1-7 15,1 1-17-15,-1-2-11 0,-1 1-8 0,2-1-7 16,-3 0-3-16,0-2 4 0,-7-3 65 0,9 7 19 15,-9-7 18-15,9 4-17 0,-9-4-13 0,0 0-29 0,12-4-10 16,-12 4-20-16,4-7-6 0,-2 1-2 16,-2-1-7-16,2-1-4 0,-2 0-6 0,0-3-2 0,-2 1-7 15,2-1-3-15,-2-3 3 0,0 4-3 0,0-2-2 16,-2 2-5-16,1 0-4 0,-2-1-10 0,1 3-23 16,1-2-61-16,-1 3-104 0,-1 0-113 0,1 2-78 15,4 5-84-15,-7-6-83 0,7 6-436 0,0 0-593 16</inkml:trace>
  <inkml:trace contextRef="#ctx0" brushRef="#br0" timeOffset="20164.3">32206 10156 485 0,'8'-11'490'16,"0"0"-72"-16,-2 3-34 0,-1-3-22 0,-2 3-26 15,1-2-42-15,-2 1-16 0,-2 2-13 0,2-2-33 0,-4 3-24 16,0 0-7-16,-1 0-21 0,-3 2-18 0,6 4-20 15,-18-3-14-15,8 5-33 0,-2-1-6 0,-2 5-20 16,-1 0-9-16,3 3-13 0,-2-1-12 0,4 3-6 16,1 0-4-16,3 1-5 0,-1 1 5 0,5-1-13 15,-1-1 0-15,4 2-3 0,3-1-2 0,1-1 16 16,2 1-7-16,2-2 2 0,0 1 2 0,2-3 6 0,1 1-1 16,0-2 8-16,-3-4 9 0,2 1-16 15,1-2-1-15,-12-2 7 0,20-2-7 0,-8-2-6 0,-3-1-5 16,0-3-1-16,1-2-2 0,-3-2-18 0,-1 1 20 15,-2-4-23-15,-3-1 22 0,-1 2-22 0,0-2 28 16,-5 0-22-16,3 1 15 0,-4 0-22 0,1 1 29 16,-3 4-28-16,2-2 25 0,0 5-27 0,-2-1 23 15,2 4-23-15,6 4 20 0,0 0-16 0,-15 1 21 16,11 5-21-16,0 3 19 0,1 1-20 0,3 2 24 16,0 1-3-16,3 3-8 0,1 0 2 0,1 1-2 15,1 1-1-15,3 1-2 0,3 0 2 0,-1-3-23 16,3 1 17-16,-1-1-22 0,2-4-37 0,1 1-115 15,0-4-151-15,0-3-122 0,0 0-130 0,2-2-650 16,-3-4-838-16</inkml:trace>
  <inkml:trace contextRef="#ctx0" brushRef="#br0" timeOffset="20696.32">32654 9926 98 0,'-3'-13'463'0,"-1"1"-83"0,-3-1-55 0,-2-1-43 0,-4-3-43 0,-1 2-22 16,-5-5 15-16,-4 2-29 0,-4-4-13 0,-4 0-39 16,-2-1 16-16,-4 3-9 0,-3-1 30 15,-4 1-26-15,-8 0 35 0,5 1-25 0,-11 3-37 0,7 1-18 16,-2 5-30-16,-5 1-14 0,0 3-8 16,-2 4-10-16,-2 3-8 0,-12 4 3 0,-3 6-3 15,3 3-1-15,-4 5-11 0,0 8-1 0,-18 7-9 16,4 7-3-16,2 6 4 0,3 6 3 0,3 4-2 15,2 6 3-15,2 4 48 0,6 2-23 0,3 1 32 16,4 1-25-16,5 1 35 0,6 2-34 0,6 1 1 0,13-8 9 16,2 0-33-16,8 4 10 0,7 0-7 15,3 1-5-15,8-2-10 0,9 0-22 0,5-4 25 0,8-1-29 16,6-1 15-16,7-3 13 0,8-3 54 0,6-3-45 16,9-4 35-16,5-7-16 0,8-3-7 0,6-7 19 15,4-6 26-15,8-6 1 0,1-4-3 0,3-11-12 16,2-2 21-16,1-7 4 0,3-5-24 0,2-6-11 15,0-5-15-15,17-7-6 0,-4-8-13 0,-5-4 3 16,-3-5-19-16,-5-7 7 0,-2-5-25 0,-5-3 12 16,-3-4 1-16,-5-6-22 0,-5 0 18 0,-6-4-21 15,-5 1 25-15,-15 11-20 0,-5 0 30 0,-8-5 6 16,-3 4-6-16,-6-3-1 0,-6 4-8 0,-10 8 16 16,-6-2 5-16,-6 4-4 0,-8-1-22 0,-8-4 15 15,-6 2-21-15,-8 5 16 0,-3 2-18 0,-7 3 14 0,-6 4-20 16,-7 5 18-16,-3 4-19 0,-2 4 11 15,-2 6-27-15,1 3 1 0,8 4-56 0,4 7-46 0,3-1-48 16,8 6-68-16,8 0-62 0,5 4-51 0,4 3-126 16,3 1-110-16,4 4-78 0,4 2-736 0,5-1-1003 15</inkml:trace>
  <inkml:trace contextRef="#ctx0" brushRef="#br0" timeOffset="20830.84">32088 10279 224 0,'0'0'640'0,"10"5"-155"16,-10-5-111-16,0 0-61 0,4 5-41 0,-4-5-82 0,0 0-40 16,0 0-28-16,-5 5-41 0,5-5-79 0,0 0-139 15,-9 5-167-15,9-5-461 0,-11 6-281 0</inkml:trace>
  <inkml:trace contextRef="#ctx0" brushRef="#br0" timeOffset="25667.4">31748 10119 573 0,'0'0'540'0,"-14"-4"-110"0,14 4-82 0,-11-2-70 0,11 2-49 15,-11-2-21-15,11 2-1 0,-10-2 19 0,10 2 15 0,-11-2 7 16,11 2-22-16,-11-1-11 0,11 1-24 16,-15-6-16-16,6 1-8 0,0 0 3 0,-3-3-8 0,1-2-2 15,-3-5-22-15,1 1 50 0,1-3-85 0,-3-3-8 16,1-3 45-16,0-1-62 0,1 0 38 16,-1-2-8-16,4-1-17 0,-2 0-18 0,2 0-15 0,1 0-10 15,-1-2-10-15,0 1-8 0,1-1-2 16,2 3-8-16,-3-1-5 0,3 0 2 0,-1 4 0 15,1 0-4-15,0 2-4 0,-1 2-2 0,0 1 1 0,3 4 1 16,0 0-9-16,1 4-2 0,-1-1-5 16,2 3-7-16,0 2-2 0,3 6 2 0,-5-5 3 15,5 5 6-15,0 0 0 0,-5 9-2 0,3-3 3 0,1 4 1 16,0 1 1-16,-1 0 0 0,1 4-1 0,1-4 3 16,0 2 0-16,-1-1-3 0,0-3 3 0,-1 2 3 15,2-1 1-15,-2-2 3 0,1-1 12 0,1 0 0 16,0-7 7-16,-3 12-5 0,3-12 3 0,0 12 3 15,0-12 9-15,-1 6 5 0,1-6-5 0,0 0-8 16,0 0-3-16,-5 6-5 0,5-6-6 0,-4-6-8 16,4 6 3-16,-7-8-3 0,2 1 1 0,0 1-4 15,-1-1-1-15,-2-1-1 0,0 2-2 0,-2 1-1 16,-1-2 2-16,-1 3-1 0,-2 0-1 0,-1 1 3 16,0 1-4-16,0 2 1 0,0 0 1 0,1 3-1 15,-2-1 1-15,1 2-2 0,3 0 1 0,-1 4 4 16,3-2-1-16,-1-2 1 0,4 4 5 0,0-2-1 15,1-1 2-15,0 1 3 0,2 0 1 0,4-6 6 16,-4 12-1-16,4-12-1 0,-1 10 4 0,1-10 4 16,4 10-3-16,-4-10-1 0,10 6-1 0,-10-6-5 15,11 2-1-15,-11-2 1 0,14-2-5 0,-4 1-3 16,1-3 1-16,-2-2-2 0,3 0-4 0,1-3 0 16,-1-1 4-16,-1-5-4 0,3 0-2 0,-2-2 0 15,-1-2 3-15,1 0-4 0,-2-5 4 0,-2 2-2 16,-1 1-2-16,2 1 2 0,-4 1 2 0,-1 1 0 0,1 2 0 15,1 2 2-15,-3 5-1 0,-1-2-2 0,3 2-4 16,-3 0-3-16,-1 3 3 0,3-1-6 16,-4 7 1-16,3-7 2 0,-3 7 2 0,0 0-1 0,9 6 1 15,-7 1 3-15,5 0-2 0,-2 6 4 16,1-1-2-16,2 1-1 0,-2 3 1 0,4 2-2 16,-1-2 6-16,2 2-4 0,-1 0 4 0,0-2 1 0,2-1-5 15,0-1 1-15,1 1 1 0,0-4-33 0,-2-2-52 16,2 0-56-16,3-3-87 0,-4-2-127 0,2-2-192 15,-1-2-119-15,-13 0-234 0,23-2-366 16,-14-2-873-16</inkml:trace>
  <inkml:trace contextRef="#ctx0" brushRef="#br0" timeOffset="26413.55">31086 8644 61 0,'9'-9'547'0,"-3"0"-119"0,-1 4-98 16,0-3-41-16,-1 1-46 0,1 0 9 0,0-1-18 15,-2 2 2-15,-1-1 14 0,1 1 3 0,-3 6-13 16,1-12-29-16,-1 12-20 0,0-13-19 0,-2 9-11 15,2 4-26-15,-8-8-7 0,8 8-22 0,-17-3-6 0,6 4-13 16,-4 3-4-16,-3 4-22 0,-3 2 4 16,-2 4-23-16,0 4 32 0,-2 5-20 0,-1 1 3 15,3 2-23-15,5-3 8 0,2 0-22 0,3 1-3 16,1 0 1-16,5-2-4 0,1-2 19 0,4-2 18 16,3-1 12-16,4-2 2 0,2 0-7 0,4 0-4 15,5-1-13-15,4-5-3 0,2-1-19 0,5-2-17 16,2-4-58-16,0-4-120 0,6-1-179 0,-2-3-159 15,-1-4-241-15,-1 1-442 0,-3-4-808 0</inkml:trace>
  <inkml:trace contextRef="#ctx0" brushRef="#br0" timeOffset="26863.82">31539 8439 788 0,'7'-8'672'0,"-2"1"-123"0,1 1-79 0,-2 0-65 0,-4 6-41 16,5-11-34-16,-5 11-35 0,7-7-33 16,-7 7-32-16,4-7-35 0,-4 7-36 0,0 0-33 15,0 0-22-15,-11-2-20 0,3 5-16 0,-4 2-14 16,-2 3-9-16,-7 2-9 0,-2 3-8 0,0 1-5 16,0 1 14-16,2 0-26 0,1-1 21 0,1 1-29 15,3 0 19-15,3-2-24 0,1 1 18 0,1 0-15 16,3-1 9-16,2-1-16 0,4 0 16 0,2-3-16 15,3 1 17-15,3-1-18 0,2-1 14 0,5-2-14 16,0 0 18-16,2 0-22 0,2-3 19 0,0 0-19 0,0-2 18 16,2-1-15-16,2 2 18 0,-2-2-20 15,0 0 18-15,0 0-17 0,0 0 23 0,-1 0-28 0,-1 1 18 16,-1 1-15-16,0 1 21 0,-2 1-24 0,-1 1 25 16,-1 1-18-16,-3 1 15 0,-2 0-20 0,-1 1 22 15,-3 2-15-15,-2 1 22 0,-2-2-23 0,-2 3 35 16,-1 1-33-16,-3-1 34 0,-2 1-28 0,-3-1 27 15,-1 0-30-15,-2 0 5 0,-2-3 4 16,0 1-1-16,-3-3 4 0,0-1-1 0,1-1 8 0,0-4-4 16,-2-1-10-16,1-1 0 0,2-3 13 0,-1 0-51 15,3-1-17-15,2-1-54 0,0-3-51 16,5 1-98-16,2-1-97 0,1 0-35 0,5-2-94 16,0 2-72-16,2-4-457 0,-1 1-613 0</inkml:trace>
  <inkml:trace contextRef="#ctx0" brushRef="#br0" timeOffset="27780.04">32057 8304 297 0,'0'0'275'0,"1"-10"-42"0,-1 10-24 0,0-6-23 0,0 6-23 15,0 0-14-15,1-9-14 0,-1 9-14 0,0 0-17 16,2-7-19-16,-2 7-16 0,0 0-7 0,0 0 55 15,0 0 23-15,0 0 16 0,4 7 6 0,-2-1 4 16,-2 2-13-16,2 0 26 0,-1 4 33 0,1 0-29 0,0 1-5 16,1 2-5-16,-1 1-30 0,0 1-27 15,1-2-10-15,1 3 4 0,-2-1-21 0,3 0-17 16,-1-1-10-16,1 3-17 0,3 0-5 0,-3-1-9 16,1 0-6-16,1 0-4 0,-1-1-1 0,0-2-9 15,0-1-6-15,-1 1-5 0,1-2-47 0,-1-1-138 0,-2-2-128 16,1 0-77-16,-2-2-127 0,1-2-527 0,-3-6-662 15</inkml:trace>
  <inkml:trace contextRef="#ctx0" brushRef="#br0" timeOffset="27998.49">32272 8269 742 0,'6'-8'698'0,"-6"8"-145"0,0 0-71 0,0 0-59 0,8 6-38 15,-8-6-41-15,1 13-24 0,0-2-55 0,1-2-29 16,1 4-43-16,-3 3-7 0,3 2-55 16,-1 4-6-16,2 0-44 0,0 0 6 0,1 1-42 0,2 1 16 15,0 0-36-15,0-1 17 0,0 5-15 16,1-7-39-16,2-1-107 0,-1 0-182 0,2-3-205 0,-1 1-264 16,-3-5-407-16,0-3-788 0</inkml:trace>
  <inkml:trace contextRef="#ctx0" brushRef="#br0" timeOffset="29192.08">32605 8035 242 0,'3'-11'450'0,"-1"0"-99"0,0 4-71 0,-2 7-45 0,1-9-22 0,-1 9 1 0,0 0 24 0,0 0-21 15,-7 9 10-15,4 0-13 0,0 5 21 0,-2 3-72 16,3 2 35-16,-2 2-37 0,2 6 3 16,0 1-20-16,-1 5-26 0,3 0-18 0,-1 2-15 0,0 1-18 15,1-1 44-15,0 2-50 0,1-1 22 0,-1 0-50 16,1-2 27-16,-1 1-46 0,0-6 29 0,0 0-38 15,0-2 28-15,0 1-39 0,0-4 21 0,0-5-111 16,0 0-88-16,0-3-135 0,0-2-89 16,3-4-146-16,-2-4-448 0,-1-6-602 0</inkml:trace>
  <inkml:trace contextRef="#ctx0" brushRef="#br0" timeOffset="29381.17">32789 8225 631 0,'7'-6'499'0,"-7"6"-53"0,0 0-61 0,0 7 10 0,-2 1-90 16,1 2-14-16,-2 1-32 0,2 4-19 0,-1 1-42 15,0 2-29-15,2 0 4 0,-2 3-61 0,4-1 8 16,-2 4-52-16,0 0 14 0,3 1-48 0,-2-1 20 16,2-2-51-16,-1-3-83 0,2 0-165 0,-1-3-89 15,1-1-91-15,-2-4-126 0,3-1-338 0,0-4-450 16</inkml:trace>
  <inkml:trace contextRef="#ctx0" brushRef="#br0" timeOffset="29664.33">32912 8305 631 0,'4'-8'471'0,"-4"8"-99"0,2-9-83 16,-2 9 23-16,7-3-8 0,-7 3 20 0,0 0-40 15,11 3 2-15,-11-3-65 0,10 6-3 0,-4 0-66 16,-1 2-21-16,0 0-4 0,-1 1-10 0,2 1-22 15,-2-1 15-15,-2 3-58 0,1-1 22 0,-2-2-46 16,-1 3 25-16,-1-1-36 0,-2 0 45 0,-2 1-34 16,-2-1 57-16,-2 0-47 0,0 0 47 0,0-3-44 15,-3 1 13-15,5-3 3 0,-1 0 16 16,0 0 11-16,2-3-6 0,6-3-16 0,-10 4-13 0,10-4-8 16,0 0-9-16,-7-7-3 0,11 1-11 0,1 0-4 15,4-4-4-15,4 2-30 0,4-3 26 16,3-1-27-16,4-1 18 0,1-1-16 15,0 1-63-15,3 1-100 0,-2-1-107 0,-3 4-152 0,-3 0-144 0,-2 4-669 16,-4 0-863-16</inkml:trace>
  <inkml:trace contextRef="#ctx0" brushRef="#br0" timeOffset="29963.75">31040 9488 831 0,'-31'9'837'0,"7"0"-161"0,5-5-176 0,3 1-94 15,5-1-87-15,-1-2-56 0,12-2-55 0,-9 3-22 16,9-3 1-16,9-5-13 0,5-2-26 0,14-2-8 16,11-4-36-16,6-3-12 0,16-5 5 0,5-2-1 15,10-2-2-15,5-1-13 0,22-4-2 0,4-3 11 16,4 2 3-16,3-3-14 0,1 5-12 0,0-2 2 0,0 1-36 15,-4 2 15-15,-3 2-15 0,-24 7-8 16,-9 2-6-16,-7 3-5 0,-17 3-6 0,-9 2-38 16,-6 0-60-16,-13 3-57 0,-2 2-36 0,-10-1-50 0,-11 5-63 15,8-3-123-15,-8 3-34 0,-16-2-104 0,-3 5-71 16,-8-1-330-16,-12 3-543 0</inkml:trace>
  <inkml:trace contextRef="#ctx0" brushRef="#br0" timeOffset="30195.84">31130 9536 148 0,'-21'11'601'0,"5"0"-159"0,6-2-56 16,1-2-15-16,8 0 32 0,1-7 21 0,8 6-7 15,4-5-17-15,6-3-59 0,10-2-17 0,13-4-63 16,7-5-26-16,14-4-17 0,9-3-9 0,6-3 11 16,8-2-31-16,20-2 9 0,3-5-26 0,3 2-6 15,2 0-36-15,3-1-21 0,-1 4-36 0,3-2-3 16,-1 5-30-16,-2-1 7 0,-5 3-29 0,-18 3 12 15,-5 5-18-15,-3-1 10 0,-7 2-17 0,-8 3-27 0,-15 1-50 16,-6 3-68-16,-12 1-118 0,-8 0-92 0,-7 3-166 16,-10 1-99-16,-11 1-183 0,0 0-435 0,0 0-843 15</inkml:trace>
  <inkml:trace contextRef="#ctx0" brushRef="#br0" timeOffset="31250.27">31772 11003 595 0,'0'0'537'0,"0"0"-167"0,0 0-143 0,0 0-225 0,0 0-220 0,0 0-257 0,0 0 38 0</inkml:trace>
  <inkml:trace contextRef="#ctx0" brushRef="#br0" timeOffset="31465.59">32039 11114 674 0,'0'0'742'0,"0"0"-191"15,0 0-197-15,0 0-255 0,-8-2-224 0,8 2-238 16,0 0-243-16,0 0-119 0</inkml:trace>
  <inkml:trace contextRef="#ctx0" brushRef="#br0" timeOffset="31663.14">32072 11212 567 0,'0'0'830'0,"-9"-2"-212"0,9 2-136 0,-11-3-199 0,11 3-200 16,-13 0-151-16,13 0-134 0,0 0-80 0,-10 2-131 15,10-2-182-15,0 0-107 0</inkml:trace>
  <inkml:trace contextRef="#ctx0" brushRef="#br0" timeOffset="32485.41">31562 11168 376 0,'0'0'626'0,"0"-13"-118"0,-1 5-101 0,0 3-51 15,1 5-79-15,-3-14-51 0,1 8-5 0,0 2 11 0,-3-2 1 0,3 0-12 16,-1 1-4-16,-2 0 0 0,1 0-17 0,-2 1-25 15,-2 1-22-15,8 3-21 0,-11-6-17 0,11 6-14 16,-14-2-2-16,14 2 1 0,-20 5 0 0,10-1-7 16,-1 1 17-16,-1 3-63 0,3 0 38 0,-2 1-61 0,2 1 53 15,0 1-44-15,1 0 63 0,3 1-43 0,-1 1 39 16,3 2-61-16,-1-3 54 0,3 3-29 16,0-3 31-16,1 1-52 0,2 1 36 0,0 0-41 0,0-1 18 15,3 1 7-15,-1 0 6 0,4 0-8 0,-1-2 12 16,2 1-5-16,-1-1-9 0,5-3-6 15,-2-1-4-15,3 0 28 0,-1-3-47 0,1 0 33 0,3-3-47 16,-2-1-7-16,2-2 13 0,1-1-68 0,-2-2-27 16,2-1-95-16,-2-1 14 0,-1-1-67 15,-2 0-26-15,-1-1-40 0,-1-2-33 0,-4 4-40 0,0-3-32 16,-3 2 7-16,-1 1-21 0,-3 6-15 0,0-12 11 16,0 12 0-16,-8-10-14 0,4 5-263 0,-3 2-202 15</inkml:trace>
  <inkml:trace contextRef="#ctx0" brushRef="#br0" timeOffset="32663.99">31458 11287 231 0,'-13'2'552'16,"1"-1"-118"-16,2 1-42 0,10-2-95 0,-15 2-14 0,15-2-59 16,-13 3 17-16,13-3-5 0,-8 4 22 0,8-4 8 15,0 0-23-15,0 0-28 0,0 0-27 0,0 0-31 16,9 2-31-16,-9-2-28 0,22-6-19 0,-7 2-17 16,2-2-13-16,5-3-10 0,1 2-11 15,2-3-7-15,1-1-31 0,-1-2-55 0,-2 2-87 16,-2-1-108-16,-3-1-76 0,-2 2-17 0,1-3-49 15,-2 0-33-15,-3 2-46 0,-1-2-225 0,-1 0-212 0</inkml:trace>
  <inkml:trace contextRef="#ctx0" brushRef="#br0" timeOffset="32912.47">31780 10928 656 0,'1'-12'491'0,"-1"12"-91"0,0-9-56 0,0 9-43 15,-1-8-33-15,1 8-12 0,0 0 13 0,-4-5 20 16,4 5 10-16,-7 5-1 0,0-1-19 0,0 3-20 15,-2 1-33-15,-1 5-20 0,1-1-7 0,-2 2-33 16,-1 3-23-16,3-1 9 0,-1 1-2 16,1 1-14-16,-1 0-3 0,2-1-16 0,-1 1-8 0,5-3-1 15,-3-1-12-15,4 1-3 0,-1 0 26 0,3-3-29 16,1 0 26-16,1 1-49 0,3-3 30 0,0 2-54 16,4-1 31-16,-1-2-48 0,4 0 28 0,1-2-54 15,1-2 21-15,4-2-74 0,-2 1-21 0,-1-4-85 0,5-1-90 16,-2-3-120-16,0 0-145 0,0-2-87 15,-2-2-112-15,1-1-692 0,-4-2-1007 0</inkml:trace>
  <inkml:trace contextRef="#ctx0" brushRef="#br0" timeOffset="33780.08">32117 10853 644 0,'-1'-9'569'0,"-1"2"-131"0,2-2-81 16,0 2-57-16,0 0-58 0,0-1 15 0,2 1 16 16,-1-2-11-16,0 1-23 0,4 0-10 0,-1-1-28 0,0 0-35 15,4 0-2-15,1-1-29 0,0 1-23 0,1-1-10 16,1 1-1-16,2 1-12 0,-1 1 7 0,-1 1 7 16,-1 0-12-16,2 2-16 0,-1 1-11 0,-3 0-11 15,-8 3-2-15,17-1 0 0,-17 1-14 0,13 5 46 16,-8 1-3-16,0 4 14 0,-3-1-16 0,-1 3-16 15,-3 3-11-15,-1 0-6 0,-3 2-9 0,-2 2 12 16,1 2-30-16,-2-3 16 0,-3 0-27 0,3-1 18 16,0-2-22-16,-1-3 21 0,2 1-6 0,3-3 59 0,-1-1-3 15,0-3 36-15,1 2-4 0,1-3-3 0,4-5-35 16,-7 4 1-16,7-4-33 0,0 0-6 16,3-6-9-16,1 1-7 0,1-1-5 0,5 0-1 0,-1-3-3 15,2 0-1-15,3 2-3 0,-1 0-2 0,1 2 3 16,2 1-5-16,0-2 4 0,-2 5 11 0,2-1-19 15,-4 2 15-15,1 2-18 0,1 1 21 0,-2 2-23 16,-1-1 17-16,-2 2-15 0,0 5 19 0,0-5-20 16,-3 4 18-16,-2-1-10 0,-1 2 25 0,-2 0-9 0,-1 0 26 15,-4 0-1-15,0 1 41 0,-3 0-2 16,-3-2-9-16,-1 2 1 0,-4-1-19 0,0-2-9 0,-3 3-5 16,0-4-10-16,-3-3-9 0,4 2-39 0,0-3-57 15,-1-2-79-15,3 0-87 0,1-4-104 0,1 1-134 16,3-2-163-16,0-3-102 0,2-1-770 0,3-1-1148 15</inkml:trace>
  <inkml:trace contextRef="#ctx0" brushRef="#br0" timeOffset="33929.91">32401 10907 1326 0,'6'5'1253'0,"4"-2"-240"0,-10-3-195 0,9 4-193 16,-9-4-127-16,8 5-112 0,-8-5-74 0,6 2-109 0,-6-2-77 15,0 0-143-15,9 5-131 0,-9-5-260 0,0 0-344 16,0 0-904-16,0 0-1322 0</inkml:trace>
  <inkml:trace contextRef="#ctx0" brushRef="#br0" timeOffset="36951.68">23986 7979 563 0,'2'-7'433'0,"0"-2"-82"0,-2 9-42 0,0-12-53 0,-1 5 7 0,0 1-51 0,-1 0 1 0,-2-1-35 0,2 0-3 16,-4 0-29-16,1 0 5 0,-2 2-18 0,1-1-6 15,-1 1-7-15,-3 2-1 0,1 0 2 0,9 3-4 16,-19 3-17-16,7 2-6 0,0 4 8 0,-4 2-16 16,2 4-12-16,0 2-4 0,0 4 9 0,0 2-18 15,3-1-7-15,3 1-14 0,2 0 8 0,1 1-5 16,3-1 3-16,2-2-2 0,3 1 13 0,4-1 13 16,0-1-23-16,3-2 6 0,3-1-18 0,0-3 2 15,4-1-15-15,0-5 4 0,3-1-14 0,-2-2 7 16,4-4-19-16,2-1-16 0,3-4-31 0,1-2-51 15,-1-2-82-15,0-3-78 0,-1-2-64 16,-3 0-7-16,-7 0-38 0,-2-2 5 0,-3 2 5 16,-3-2-2-16,-4 1-13 0,-4 1-339 0,0 1-216 15</inkml:trace>
  <inkml:trace contextRef="#ctx0" brushRef="#br0" timeOffset="37113">23793 8142 351 0,'-7'5'487'0,"7"-5"-78"0,-8 7-29 0,8-7-64 16,0 0-9-16,0 0-51 0,15-1-23 0,-6-3-52 0,4-1-34 16,6-1-3-16,2-2-10 0,4-2-30 15,5-2-26-15,-1 3-14 0,3-5-17 0,0 4-32 16,-1-2-74-16,-2 0-95 0,-2 4-83 0,-4-3-123 16,-3 3-146-16,-2-1-237 0,-3 2-250 0</inkml:trace>
  <inkml:trace contextRef="#ctx0" brushRef="#br0" timeOffset="37530.37">24427 7803 61 0,'4'-6'435'0,"-4"6"-105"0,3-7-41 16,-3 7-31-16,0 0-26 0,2-8-13 16,-2 8-37-16,0 0 7 0,-5-4-39 0,5 4 7 0,-9-3-27 15,9 3 21-15,-11 3-11 0,1-2 28 0,-1 2 0 16,-2 3 5-16,-1 3 6 0,0 1-3 15,-2 3-13-15,0 2-4 0,0 0-8 0,3 3-30 0,0-2-17 16,0 3-11-16,3-3-5 0,3 3-18 0,0-3-9 16,6 0-14-16,0-1 5 0,3-1 5 0,3-2 4 15,2 2-24-15,4-3 5 0,1-1-19 0,3-3 10 16,0 0-20-16,3-2 11 0,0-2-17 0,4-2 9 16,-1-2-14-16,0-2 7 0,3-1-23 0,-1-3 2 15,0 0-57-15,-3-2-81 0,-1-1-106 0,-4-2-109 16,-1 1-98-16,-4-1-97 0,-2-1-478 0,-2 1-654 15</inkml:trace>
  <inkml:trace contextRef="#ctx0" brushRef="#br0" timeOffset="37971.74">24859 7710 971 0,'-4'-6'842'0,"2"-1"-173"0,-1 1-141 16,1-2-89-16,-1 1-73 0,2 0-64 0,1-1-14 15,1 0-69-15,2 2-21 0,1-3-31 0,2 2-32 0,2-2-9 16,4 3-32-16,1 0-14 0,2 2-16 16,2 1-8-16,-3 3-16 0,0 1-9 0,3 2-7 15,-2 3 2-15,-1 0-6 0,0 6-2 0,-3-3-5 16,-1 4 7-16,-4 2-12 0,1 0-2 0,-5 1 1 15,-2 3 43-15,-2-2-52 0,-4 5 46 0,1-1-57 16,-4-2 53-16,-1 0-57 0,1-2 52 0,-2-1-50 0,1 0 52 16,1-3-48-16,1-3 52 0,0 1-45 0,3-3 50 15,-1 0-26-15,1-1 78 0,2-1-37 16,3-6 32-16,0 0-45 0,0 0 31 0,5 4-46 16,4-5 31-16,4-4-51 0,2 1 33 0,2-3-43 0,3-1 35 15,3 0-42-15,4-3 33 0,1 0-38 0,2-3 35 16,0 1-37-16,4-1 4 0,-4 0 0 15,2-1 5-15,-2 5 3 0,-2-5-2 0,-3 4-1 16,-4 3 2-16,-1-2-2 0,-3 4-8 0,-3-1-8 0,-1-1-24 16,-2 4-64-16,-3 0-63 0,-2-2-49 15,-6 6-49-15,8-7-64 0,-8 7-67 0,0 0-69 0,-8-4-89 16,8 4-104-16,-18 1-385 0,7 2-662 0</inkml:trace>
  <inkml:trace contextRef="#ctx0" brushRef="#br0" timeOffset="38579.82">25877 8683 567 0,'2'-17'539'0,"-2"1"-148"0,1 3-39 0,1 0-32 0,-1 1 4 0,-1 0-30 0,1 3-7 15,-1-1-27-15,0 3-30 0,-2-1-23 0,-1 0-23 16,-1 4-29-16,-1 0-17 0,-4 1-1 0,9 3-10 16,-23 4 8-16,10 2-20 0,-6 4-16 0,0 2 3 0,-3 5-16 15,3 0 4-15,-1 4 1 0,2 1-18 0,1 1-9 16,3 1-10-16,3-2 20 0,2-1-14 0,4 1 29 16,2 0 13-16,3-2-8 0,3 1 11 15,2 1-8-15,4-3-39 0,2-1 16 0,3-1-40 0,7-2 23 16,0-2-39-16,1-2 29 0,2-4-14 0,3 0-9 15,1-5-20-15,0-1-27 0,2-2-49 0,-1-4-58 16,-2 1-50-16,0-4-78 0,-1-3-88 0,-5 2-65 16,-2-4-49-16,-6 0-89 0,-1-3-74 0,-3 4-418 15,-4-3-656-15</inkml:trace>
  <inkml:trace contextRef="#ctx0" brushRef="#br0" timeOffset="38762.6">25727 8801 384 0,'-8'3'655'0,"8"-3"-173"0,-11 3-61 16,11-3-47-16,0 0-20 0,0 0-7 0,0 0-17 16,5-6-28-16,1 2-50 0,3 1-40 0,5-4-46 15,2 1-28-15,4-1-37 0,4-4-9 0,3 2-27 16,4-2-11-16,5-4-13 0,-2 1-10 0,2 1-6 16,-8 0-8-16,1 1-26 0,-2 0-117 0,-2-1-137 0,-5-1-140 15,-1 1-173-15,-1 1-506 0,-4-1-701 0</inkml:trace>
  <inkml:trace contextRef="#ctx0" brushRef="#br0" timeOffset="39012.1">26298 8375 124 0,'2'-7'828'15,"-2"7"-194"-15,-4-6-97 0,4 6-87 0,-7-5-50 0,7 5-19 16,-10-1-26-16,10 1-15 0,-11 4-35 15,2-1-52-15,-1 4-33 0,-2 1-41 0,0 2-26 0,-2 3-4 16,3 2-13-16,-2 0-26 0,2 3-16 16,2 1-19-16,-2 0-20 0,6 0-4 0,0 1-1 15,3 1 11-15,2-2 9 0,2 0-6 0,3 0-12 0,4 1-8 16,0-1-6-16,4-3-10 0,2-1-24 16,-1-2-30-16,4-1-52 0,2-3-59 0,0-1-96 15,0-3-148-15,-2-4-101 0,3-1-128 0,-3-1-754 0,1-3-964 16</inkml:trace>
  <inkml:trace contextRef="#ctx0" brushRef="#br0" timeOffset="39213.64">26573 8378 526 0,'1'-9'690'0,"2"3"-165"0,-2 0-68 16,-1 6-65-16,3-10-39 0,-3 10-14 0,2-9-19 0,-2 9-31 15,2-6-38-15,-2 6-43 0,0 0-52 16,2-8-30-16,-2 8-24 0,0 0-21 0,1-8-19 15,-1 8-12-15,0 0-13 0,0 0-7 0,0 0-18 16,7-4-3-16,-7 4-68 0,0 0-84 0,0 0-78 16,0 0-38-16,0 0-38 0,11 1-28 0,-11-1-60 15,0 0-78-15,0 0-436 0,0 0-464 0</inkml:trace>
  <inkml:trace contextRef="#ctx0" brushRef="#br0" timeOffset="39629.41">26533 8406 806 0,'0'0'622'0,"0"-12"-75"0,0 12-49 0,0-12-60 16,2 6-45-16,0-1-26 0,1-2-21 0,1 0-26 15,-2 1-64-15,5 0-42 0,-1-1-36 0,3 1-24 0,0 0-19 16,1 2-12-16,3-1-16 0,-3 3-22 0,0-1-14 16,2 3-17-16,-2 1-8 0,-10 1-9 0,19 2 0 15,-10 2-7-15,0 1-3 0,-4 2-7 0,3-2 16 16,-2 5-21-16,-3 1 18 0,-2 1 5 0,2 0 39 16,-3 2-11-16,-3 1-9 0,2 0-9 0,-2 0-4 15,1 1 18-15,-1-3 19 0,-1 0-2 0,2-2 12 16,-2-1 21-16,1-1 26 0,2 0 71 0,-1-2 72 15,0 0-1-15,0-1 91 0,2-6-209 0,0 7-162 16,0-7 0-16,0 0 0 0,19-3 0 0,-4-4 0 16,6-2 0-16,7-2 0 0,8-5 0 0,3-1 0 15,2-2 0-15,0 0 0 0,1-1 0 0,7-5 0 16,-8 2 0-16,1 0 0 0,-3 0 0 0,-3-1 0 16,0-1 0-16,-4 1 0 0,-4 2 0 0,-8 2-555 15,-3 1-389-15,-7 2-284 0,-7 4-499 0,-4-2-1409 16</inkml:trace>
  <inkml:trace contextRef="#ctx0" brushRef="#br0" timeOffset="48653.99">28338 9791 470 0,'1'-6'357'0,"-2"-1"-55"0,1 7-17 0,-1-10-51 16,-2 2 9-16,1 2-41 0,-2-1 24 0,0 0-41 16,-4-1 10-16,2 2-14 0,-2-1 6 0,-1 1-15 0,-2 0-2 15,2 0-14-15,-3 2-3 0,2 0-15 0,-1 0-11 16,0 1-13-16,-1 0-15 0,-1 3 3 15,0 2 2-15,0 0-2 0,-2 4-12 0,0 1-13 0,-2 5 15 16,0 1 3-16,-2 5-18 0,4 2 2 0,-2 4 1 16,3-1-1-16,0 4-12 0,4 0-18 15,2 2-5-15,4 0-2 0,-1-4-7 0,4 0-6 0,2 0-3 16,3 0 21-16,1-1 3 0,3-2-1 0,3 2-11 16,5-5-6-16,2-1-5 0,3-3-9 0,4-3-2 15,-1-4-23-15,3-4-34 0,0-1-73 0,3-5-96 16,-2 1-120-16,6-5-121 0,-4-2-140 15,0-3-672-15,-5-1-871 0</inkml:trace>
  <inkml:trace contextRef="#ctx0" brushRef="#br0" timeOffset="48863.58">28031 10013 872 0,'0'0'835'0,"-9"1"-188"15,9-1-160-15,0 0-102 0,0 0-76 0,0 0-60 16,0 0-47-16,14-3-32 0,-2 0-31 0,-1 0-34 16,7-1-20-16,0 2-15 0,4-2-18 0,3 1-12 15,2-3-8-15,1 2-10 0,6-2-37 0,-4 1-113 16,-2-1-136-16,-3 0-163 0,-2 0-217 16,-3-2-363-16,-6 0-608 0</inkml:trace>
  <inkml:trace contextRef="#ctx0" brushRef="#br0" timeOffset="49147.24">28512 9738 1031 0,'0'0'800'16,"4"-5"-143"-16,-4 5-143 0,0 0-79 0,0 0-80 15,2-5-30-15,-2 5-50 0,0 0-36 0,-11 3-19 0,2 1-19 16,0 2-29-16,-3 2-24 0,0 0-26 16,-3 4-23-16,0 1-39 0,2 1 12 0,-1 3-22 0,1-1 0 15,3 2-13-15,-1 2-8 0,3-1-4 0,0 2-6 16,4-4 15-16,2 0 0 0,1-1 1 16,2 1-10-16,3-2-1 0,2-1-19 0,2-3-28 15,3 0-46-15,3-4-46 0,4-1-94 0,0-3-138 0,4-1-93 16,0-4-94-16,1-2-142 0,1-3-479 0,0-1-768 15</inkml:trace>
  <inkml:trace contextRef="#ctx0" brushRef="#br0" timeOffset="49581">28734 9710 89 0,'0'0'888'0,"-4"-9"-206"0,4 9-119 16,-5-6-75-16,5 6-42 0,-4-6-25 0,4 6 0 15,-2-7-83-15,2 7-61 0,-3-6-36 0,3 6-39 16,3-8-35-16,-3 8-32 0,6-8-26 0,-6 8 26 16,12-6-72-16,-5 3-8 0,3-1-3 0,1 3-5 15,-1-1-5-15,-10 2-10 0,19 0-5 0,-8 3-2 16,-1 0 3-16,-1 0 4 0,-2 1-2 0,0 1 3 16,-1 1 1-16,-2 2 1 0,-3-2-8 0,0 2-5 15,-4 2 1-15,-1 1-2 0,-4 0-25 0,-1 2 27 16,0-1-11-16,-2-2-3 0,2 1 1 0,1-3-5 15,0 1-22-15,1-1 24 0,0-1-3 0,2-1 0 16,1-2-29-16,-1 3 32 0,5-7-18 0,-1 9 22 16,1-9-29-16,6 9 28 0,1-4-23 0,2 0 24 15,2-1-29-15,2 2 28 0,-1 0-27 16,2-2 29-16,-3 2-29 0,2-3 31 0,-3 2-28 0,-1-1 22 16,1-1-26-16,-1 1 28 0,-9-4-24 0,12 6 10 15,-5-3-25-15,-7-3 25 0,4 7-22 0,-4-7 30 16,-4 7-25-16,-3-2 30 0,-1-1-4 0,-4 0-5 15,-1 1 1-15,-2 1 2 0,0-3 1 0,1 1-10 16,-1 1-19-16,3-3-39 0,1 1-32 0,-1 0-41 16,3-3-76-16,9 0-140 0,-19 0-150 0,9-3-189 15,1 0-594-15,0-2-891 0</inkml:trace>
  <inkml:trace contextRef="#ctx0" brushRef="#br0" timeOffset="51362.09">28893 9721 98 0,'0'0'428'0,"-7"5"-89"0,7-5-68 0,0 0-54 0,0 0-37 0,-6 4-18 0,6-4-11 15,0 0-34-15,0 0 1 0,0 0-37 0,0 0 7 16,-7 3-36-16,7-3-3 0,0 0 7 0,0 0 19 15,0 0-21-15,0 0 27 0,-10 3-28 0,10-3 30 16,0 0-23-16,0 0 32 0,-11 0-19 0,11 0 15 16,-8-4-23-16,8 4 8 0,-9-6-24 0,4 2-1 15,1-3 3-15,0 0-7 0,-1-2-3 0,3-1 8 16,0-1 5-16,1-2-7 0,1 1 6 0,1-4-6 16,3 1 2-16,1-1-8 0,-1 3 0 0,3-2 4 15,0 1-6-15,0 1-8 0,2 1-2 0,-2 1-6 16,3 1-4-16,-3 2 1 0,0 2-1 0,1 1 0 15,2 0-2-15,-10 5-4 0,13-1 8 0,-13 1 10 16,9 8 10-16,-4 1 10 0,-2 3 12 0,-6 3 8 16,1 3 4-16,-3 6 10 0,-4 4-9 0,-5 6-6 15,-2 1 12-15,-3 4-2 0,0 0-11 16,-3 0-1-16,-1 0-7 0,1-2 1 0,-3 0-24 16,2-3 17-16,0-4-22 0,2-3 24 0,5-5-31 15,3-4 31-15,0-2-10 0,4-4 14 0,0-1 14 0,0 0 5 16,4-3 14-16,-1 0 57 0,1-2-37 15,0 0 37-15,5-6-59 0,-2 7 16 0,2-7-60 0,0 0 22 16,18 2-46-16,-5-5 31 0,4 0-49 0,2-1-1 16,0 1-4-16,4-2-2 0,1 0 0 0,-1-2-10 15,3 0-16-15,3-1-49 0,-1 1-61 0,2-3-39 16,-1-2-63-16,1-1-113 0,0 1-115 0,2-5-57 16,0-1-143-16,-2-1-552 0,-2-2-829 0</inkml:trace>
  <inkml:trace contextRef="#ctx0" brushRef="#br0" timeOffset="51604.83">29202 9435 37 0,'-5'-22'703'0,"1"1"-139"0,1 4-108 0,-2 1-64 16,4 0-59-16,-2 5-46 0,0 1-47 0,0 1-26 16,3 9 52-16,-2-9 30 0,2 9-14 0,-4 4-24 15,1 6-14-15,1 4-37 0,0 5 15 0,0 8-32 16,0 7 15-16,-1 3-81 0,1 7 58 0,0 2-59 15,-1 0-14-15,3 3-10 0,-1-1-24 0,1 1-12 16,-1-1-13-16,2-1 30 0,0 1-54 0,-1-3 31 16,0-7-48-16,3 0 33 0,-2-3-50 0,0-2 11 15,2-4-101-15,-2-4-37 0,2-2-100 0,-1-4-105 16,0 0-139-16,-1-4-84 0,0-4-171 0,2-5-478 16,-3-6-821-16</inkml:trace>
  <inkml:trace contextRef="#ctx0" brushRef="#br0" timeOffset="52029.9">29323 9741 132 0,'12'-26'784'0,"-2"1"-185"0,-1 6-123 0,0-1-95 15,2 4-56-15,-2 0-8 0,0 3 11 0,3 3-2 0,-1-1-25 16,0 2-34-16,1 0-25 0,-1 2-76 16,1 1-18-16,0 1-41 0,-2 1-1 0,3 2-35 15,-2 1-3-15,-11 1-11 0,19 2-28 0,-11 1 16 16,1 1 18-16,-1 3-60 0,-2 0 18 0,-2 2-18 15,-3 0 16-15,-2 1-22 0,-2 2 22 0,-4 2-24 16,-3 2 21-16,-3 0-23 0,-2 0 22 0,-5 2-18 16,1-2-1-16,1-2 0 0,2-1 1 0,0-3 3 15,3 1 0-15,3-4 1 0,-1 2 2 16,3-2 2-16,0-3 22 0,8-4-3 0,-6 8-5 0,6-8 0 16,0 0-3-16,10 1-7 0,1-2-7 15,1-1-1-15,2 2 3 0,3 0 1 0,0 0-5 16,0 0 0-16,0 0 2 0,2 2-3 0,-5 1 1 0,3-2 2 15,-4 4 5-15,-1-1-6 0,-1 2 19 0,-5 0-24 16,2 0 0-16,-5 3 3 0,0-1 1 0,-4 0 4 16,-2 1 0-16,-6 1 4 0,-1 0 12 0,-4 2 19 15,-5-2-8-15,-3 0 0 0,-5 1 4 0,-1-2 0 16,-2-1-6-16,-2 0-4 0,0-2-4 0,0 0-4 16,4-4-5-16,1 1 5 0,0 0-16 0,3-3-17 15,2 0-23-15,1-1-51 0,1-1-79 0,1-1-92 16,2-2-126-16,1 0-124 0,1 1-228 0,2-2-416 15,0 0-768-15</inkml:trace>
  <inkml:trace contextRef="#ctx0" brushRef="#br0" timeOffset="52212.97">28486 10450 2125 0,'-4'-6'1090'0,"4"6"-222"0,-5-5-203 0,5 5-147 16,0 0-118-16,0 0-97 0,0 0-100 0,0 0-96 16,0 0-130-16,0 0-118 0,0 0-215 15,3-5-263-15,-3 5-1008 0,0 0-1285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1:53:04.606"/>
    </inkml:context>
    <inkml:brush xml:id="br0">
      <inkml:brushProperty name="width" value="0.05292" units="cm"/>
      <inkml:brushProperty name="height" value="0.05292" units="cm"/>
      <inkml:brushProperty name="color" value="#FF0000"/>
    </inkml:brush>
  </inkml:definitions>
  <inkml:trace contextRef="#ctx0" brushRef="#br0">7261 9839 367 0,'-20'0'578'0,"3"-2"-91"0,3 1-127 0,4 1-47 0,-3-1-93 0,13 1-29 15,-13 1-59-15,13-1-4 0,0 0-37 0,0 0 13 0,12 4-19 16,3-2 9-16,8 0-26 0,9-1-9 15,10-1 7-15,14-1 30 0,21-1-7 0,6-2-10 16,8-1-16-16,5 0-8 0,1 1-2 0,3-5 12 0,-1 3-12 16,-2-2-10-16,-1 0-9 0,-4 0-6 0,-2-1-2 15,-7 1-9-15,-8-1 0 0,-4 3-6 0,-18 0-4 16,-3 0-20-16,-13 2-15 0,-9 0-38 0,-1 2-68 16,-10 0-46-16,-6 1-98 0,-11 1-59 0,0 0-69 15,0 0-426-15,0 0-372 0</inkml:trace>
  <inkml:trace contextRef="#ctx0" brushRef="#br0" timeOffset="184.09">7251 9929 626 0,'-44'3'450'0,"11"0"-65"16,8-1-106-16,8 1-32 0,8 1-70 0,9-4-12 16,8 6-62-16,10-3 14 0,14-2-53 15,17 2 24-15,13-3-23 0,17-3 36 0,13 0-20 0,10-3 15 16,2-1-27-16,18-2 5 0,-18 1-12 0,-1-1-10 15,-3 0-9-15,-1-1-26 0,-7 0 12 0,-5 2-56 16,-12 0-80-16,-15 3-199 0,-8 1-620 0,-14 1-497 16</inkml:trace>
  <inkml:trace contextRef="#ctx0" brushRef="#br0" timeOffset="2315.73">11030 15134 85 0,'-1'-5'263'0,"-2"-2"-60"0,2 1-1 0,-3 1-19 0,1-1-19 0,1 0-27 16,2 6 7-16,-4-11-7 0,-1 7 6 0,5 4-16 15,-4-9 8-15,4 9-28 0,-2-9 18 0,2 9-35 16,-4-5-12-16,4 5-15 0,-3-6-6 0,3 6-7 15,0 0-11-15,-4-8-12 0,4 8 5 0,0 0 7 16,-2-6-5-16,2 6-4 0,0 0-5 0,0 0-8 16,0 0 1-16,-4-5 5 0,4 5 25 0,0 0 23 15,0 0-1-15,5 8 20 0,0-2 17 0,-1 2 4 16,5 0-1-16,1 5 26 0,2 1 19 0,2 2 3 16,1 4-18-16,3 0-10 0,-1 3-11 0,0-1-20 15,0 3-21-15,2-1-17 0,-2 6-11 0,-1-5 1 0,1 0-5 16,-3 0-2-16,-2 0-12 0,-1 0-7 15,-1-2-11-15,-2-1 2 0,1-3-29 0,-4 2-29 16,0-5-75-16,-2 0-107 0,-2-2-79 0,2-2-102 16,-3-2-118-16,0-2-450 0,-3-1-564 0</inkml:trace>
  <inkml:trace contextRef="#ctx0" brushRef="#br0" timeOffset="2631.65">11100 15056 465 0,'-1'-15'510'0,"0"1"-120"16,1 3-78-16,0 0-44 0,1 1-36 0,3 0-27 15,0-1-23-15,1 2-4 0,2-2-15 0,4 1-7 16,1 2-11-16,3-1-22 0,1 3-21 0,3-2-24 16,0 4-10-16,2 3-17 0,-3-1-7 0,2 4-13 15,-2-1-6-15,0 5-7 0,1 1 2 0,-6 2-5 16,-4 3 2-16,0 3-10 0,-5 0 5 0,-6 2-7 15,-3 4-4-15,-5 1 2 0,-4 1 2 0,-8 4 0 16,-2-2 6-16,0-1-9 0,-4-2 4 0,3-5 1 16,1-2 1-16,0-1 7 0,3-5 9 15,2 0 30-15,4-3-9 0,-1-1-8 0,6-4-10 0,10-1-7 16,-16-3-6-16,16 3-4 0,-3-11-9 0,8 3-16 16,7-6-109-16,3 0-103 0,5-5-86 0,5 1-100 15,2-2-100-15,1 1-282 0,-1 2-321 0</inkml:trace>
  <inkml:trace contextRef="#ctx0" brushRef="#br0" timeOffset="2916.27">11574 14854 544 0,'0'0'533'0,"0"0"-116"0,-5-6-72 0,5 6-46 0,0 0-4 16,0 0 3-16,0 0-14 0,3 7-12 0,1 0-28 15,-1 1-17-15,3-1-30 0,0 5-20 0,4 1-33 16,-1-2-29-16,3 6 5 0,2-1-21 0,-3 0-19 16,3 1-15-16,-1-1-13 0,-1 1-9 0,2 1-11 15,-3-2-11-15,2 0 1 0,-3 1-8 0,-1-2 0 16,1 0-7-16,-2-1 4 0,-2 0-7 0,2-2 1 16,-2 1-6-16,-1-1 2 0,1-2-6 0,-4 0-4 15,2 0-29-15,0-2-56 0,-1-1-67 16,-1-1-92-16,-2-6-74 0,0 10-99 0,0-10-72 0,-5 5-51 15,5-5-278-15,-13 0-365 0</inkml:trace>
  <inkml:trace contextRef="#ctx0" brushRef="#br0" timeOffset="3569.61">11554 15175 403 0,'-17'-5'398'0,"1"0"-51"0,4 2-25 16,0-1-59-16,1 2-45 0,3-2-44 0,8 4-15 16,-8-6 0-16,8 6 2 0,1-9 4 0,8 5-18 15,0 0-18-15,6-3-14 0,3-2-13 0,4 3-20 16,4-5-15-16,4 0 0 0,4-3 16 0,4-2-15 15,1-2-14-15,1 1-6 0,-2-1-13 0,2-1 0 16,-2-1-12-16,-3 1 3 0,0-1-13 0,-4 1-1 16,-8 2-9-16,0-1-1 0,-1 2-5 0,-7-1-9 15,2 4-1-15,-6 0-6 0,-1 1-4 0,-2 2 2 16,-2 0 2-16,0 0-3 0,-4 3-2 0,1 0 5 16,-3 7 4-16,1-14 0 0,-1 14 6 0,-2-8-1 15,2 8 3-15,-7-9 3 0,7 9-4 0,-8-2 6 0,8 2 4 16,-14 0-5-16,14 0 6 0,-16 1 7 0,3 3 7 15,0 0 1-15,0 1 16 0,-3-1 12 16,-2 1 11-16,3 2 4 0,-2-1-2 0,0 0 0 0,1 2 0 16,0-3 1-16,1 2-11 0,2-1 5 0,4-2-9 15,-3-1 4-15,4 4-4 0,0-3 2 0,2 2 1 16,-2-2-3-16,6 5-2 0,0-3-8 16,1 2-5-16,4-1-7 0,-1 0-3 0,2 3-2 0,2-3-2 15,1 1-3-15,0-1-3 0,1-1 1 0,2-2-3 16,-1 1 0-16,3-1 1 0,-2-2-2 0,0-1-4 15,2 1 1-15,-12-2 1 0,20-2 22 0,-11 1 6 16,2-2-4-16,0-2-7 0,-2-2-2 0,2 2-3 16,-2-3 1-16,0-2-3 0,-1 1 0 0,-2-1 2 15,1 2 6-15,-1-1 3 0,-1 1 7 0,-1 0 0 16,2 1-6-16,-3 3-7 0,1-3-3 0,-4 7-8 16,6-6 1-16,-6 6 0 0,0 0 1 0,12 5 7 15,-6 4 1-15,-1 1-5 0,3 4-1 0,1 2 0 16,0 2 3-16,0 3 27 0,0 0-2 0,3 1 7 15,-1 3-10-15,0-1-15 0,2 1 29 0,-4-7-28 16,0 3 21-16,1-3-39 0,-1 0 29 0,-3-4-35 16,1 0 28-16,0-5-33 0,-2 4 34 0,1-5-35 15,-4 0 105-15,2-1-18 0,1-1 95 0,-2 0-2 16,-3-6 28-16,7 7-82 0,-7-7 8 0,0 0-56 0,7-6 16 16,-5-1-53-16,0 0 31 0,-1-4-20 0,0 0-9 15,0-3-8-15,1-4-10 0,-1 1-9 16,0-2-1-16,-1-1-12 0,2-3-16 0,-1 0-15 15,0-1-29-15,0 4-28 0,1-1-33 0,0 3-80 0,1-1-50 16,-1 0-100-16,1 3-123 0,-2 1-68 0,4 2-94 16,-2 1-718-16,2 3-957 0</inkml:trace>
  <inkml:trace contextRef="#ctx0" brushRef="#br0" timeOffset="3832.84">12667 14723 170 0,'0'0'827'0,"-9"-1"-168"0,9 1-101 0,0 0-88 0,-1-8-87 0,1 8-47 16,0-9-71-16,0 9-49 0,5-12-44 0,0 5-29 0,3 0-34 15,1-4-19-15,1 2-27 0,5-3-4 16,2 1-16-16,1-1-2 0,1 0-15 0,4 0-2 0,-1 1-10 15,3-2 1-15,-3 2-12 0,1 0 1 0,-1 2-12 16,-4-1-46-16,1 2-59 0,-3-1-63 0,-4 5-60 16,-2-2-68-16,-1 1-54 0,-9 5-37 0,6-4-31 15,-6 4-401-15,0 0-365 0</inkml:trace>
  <inkml:trace contextRef="#ctx0" brushRef="#br0" timeOffset="3999.84">12686 14876 372 0,'0'0'541'16,"0"0"-101"-16,8 3-72 0,-8-3-25 0,18-8-41 16,-7 2-32-16,7-5-32 0,0 0-41 0,5-5-38 0,9-3-31 15,0-3-24-15,3 0-20 0,0-2-18 0,4 0-11 16,-2 1-9-16,0-2-15 0,-1 3-8 0,-2-2-105 16,-3-1-103-16,-2 1-130 0,-3 0-87 15,-6 3-78-15,-2-2-252 0,-1-1-238 0</inkml:trace>
  <inkml:trace contextRef="#ctx0" brushRef="#br0" timeOffset="4165.09">13242 14252 65 0,'-6'-11'495'0,"-2"4"-124"16,3 1-89-16,1 0-29 0,4 6-7 0,-7-3 34 0,7 3 5 15,-6 5 11-15,6-5-4 0,-1 12 42 0,4-1-39 16,-1 0-23-16,2 3 15 0,4 1-53 0,2 3-43 16,0-1-18-16,3 2-2 0,4 1-27 15,-2 2-30-15,3-2-20 0,1 0-18 0,-2 0-14 0,-1 1-23 16,0-2-29-16,-3-3-63 0,-1 1-132 0,0 1-178 15,-2-1-159-15,-4-2-823 0,-2 2-947 0</inkml:trace>
  <inkml:trace contextRef="#ctx0" brushRef="#br0" timeOffset="4584.42">11758 16629 364 0,'-15'-36'449'0,"1"2"-93"0,4 6-30 15,0 3-41-15,3 5-22 0,1 1-44 0,1 3-55 16,1 5-19-16,3 1 14 0,1 10 12 0,3-7 25 16,-3 7-15-16,11 3 14 0,-2 5-23 0,5 6-10 15,1 5-1-15,3 1-31 0,1 10-31 0,3 1 7 16,-1 0-6-16,0 2-14 0,1 2 0 0,-2-1-9 15,-2 2-22-15,1-3-4 0,-2-2-12 0,-6-2-9 16,2-3-8-16,-3 0-6 0,1-7-10 0,-4 1-27 16,-2-4-92-16,2-3-71 0,-5-1-128 0,1-4-90 0,-3-8-91 15,-2 11-55-15,2-11-332 0,0 0-437 16</inkml:trace>
  <inkml:trace contextRef="#ctx0" brushRef="#br0" timeOffset="4832.7">11678 16531 324 0,'-5'-18'447'16,"2"3"-110"-16,1-2-65 0,0 4-5 0,4 1 5 16,2-2 28-16,-2-1-22 0,6 1-20 0,1 3-20 15,2-3-20-15,1 1-7 0,3 3-31 0,2 0-26 16,-1 3-38-16,0 2-15 0,0 2-21 0,-2 3-14 16,2 2-17-16,-1 2-10 0,0 2-9 0,-2 1-7 15,1 5 0-15,-5 0-8 0,0 1 20 0,-3 2-10 16,-3 3-6-16,-3 1-2 0,-4 1-7 0,-5 3 1 15,0 1-6-15,-6-1 1 0,1-1-1 0,-4-1-9 16,3-1 7-16,-3 0-9 0,5-7 6 0,-2 1-6 16,3-6-17-16,2-1-115 0,1-3-134 0,9-4-92 15,-13 0-148-15,13 0-460 0,-2-12-564 0</inkml:trace>
  <inkml:trace contextRef="#ctx0" brushRef="#br0" timeOffset="5050.62">12208 16097 79 0,'9'-3'590'0,"-9"3"-118"0,12 2-54 0,-12-2-14 15,9 8-30-15,-2-3-50 0,-3 3-35 0,3 2-28 0,-1 2 2 16,3 3-53-16,2 4-8 0,1-2-35 0,3 5-31 16,-1 1-27-16,4 0-25 0,-1-1-16 15,1 3-13-15,0-3-10 0,1 1-13 0,0-1-8 0,-2-1-7 16,0-1-8-16,-1 1-11 0,-4-4-102 0,-1 0-134 15,-2-1-103-15,-3-2-113 0,-2-2-104 0,-4-1-363 16,-1-2-492-16</inkml:trace>
  <inkml:trace contextRef="#ctx0" brushRef="#br0" timeOffset="5217.51">12208 16512 149 0,'-5'-8'425'0,"3"1"-118"0,2-3-50 0,2 4-13 0,3-2-5 0,4-3-27 16,1 1-8-16,6-2-26 0,0 1-35 0,6-6-6 15,2 3-7-15,1-3-13 0,7-2-11 0,1-1-16 16,1-2-20-16,2 0-11 0,1 1-14 0,0-1-7 16,0 1-10-16,2 0-4 0,-5 2-7 0,-2 2-9 15,-6 2-70-15,-3 1-115 0,-3 0-156 0,-1 1-504 16,-6 2-380-16</inkml:trace>
  <inkml:trace contextRef="#ctx0" brushRef="#br0" timeOffset="5531.52">13296 15636 363 0,'0'-17'726'0,"-3"3"-163"0,1 2-104 16,-3 3-81-16,0 2-55 0,-2 3-31 0,7 4-15 0,-14 3-27 15,1 3-17-15,-1 7-7 0,-5 4-19 0,-1 12-43 16,-1 1-14-16,-1 4-22 0,3 4-11 0,4 0-27 16,0 2-13-16,6 1-12 0,2 1-13 0,6-8 9 15,2 2-29-15,4-1 9 0,6 2-27 0,5-3 10 16,2-2-11-16,5-2 9 0,4-7-16 16,5-1 15-16,1-7-20 0,7-2 6 0,-6-7-14 0,5-4 10 15,-1-3-32-15,8-5-58 0,-4-4-96 0,2-3-92 16,-2-3-65-16,-5-3-62 0,0-4-51 0,-4-2-61 15,-2-5-455-15,-3-3-556 0</inkml:trace>
  <inkml:trace contextRef="#ctx0" brushRef="#br0" timeOffset="5719.92">13769 15536 227 0,'-16'-20'517'0,"2"4"-100"0,3 2-70 0,-2 3-36 16,4 2-8-16,0 5-21 0,9 4-10 0,-13-4 11 15,13 4-11-15,-7 7-12 0,4 1-7 0,4 2-44 16,2 1 7-16,2 6-3 0,5 1-17 0,-1 1-51 15,4 4-12-15,4 1-38 0,-2-1 1 0,2 0-20 16,-2-1 2-16,2 2-33 0,-3-2 5 0,2-1-18 0,-4-2 0 16,-1-2-31-16,-1 1-12 0,1 0-60 15,-4-4-96-15,0 0-130 0,-1-1-105 0,-2-2-117 16,-1-3-135-16,-1 0-357 0,-2-2-617 0</inkml:trace>
  <inkml:trace contextRef="#ctx0" brushRef="#br0" timeOffset="6316.23">13929 15646 478 0,'2'-9'484'0,"2"2"-89"0,2 0-30 0,-2-2-18 15,4 1-26-15,0 0-32 0,3-3-37 16,0 3-27-16,6-3-29 0,0 1-28 0,3-2-39 16,4-1-15-16,1-1-27 0,0 3-20 0,1-3-14 15,-1 3-9-15,0-1-10 0,-5 0-9 0,-1 2-4 16,-2-2-6-16,-1 4-30 0,-4-3-85 0,1 2-68 15,-4-2-29-15,-3 0-35 0,-3 3 26 0,-2-3 31 0,-1 1 40 16,-4 0 27-16,-1-1 20 0,0 4 20 0,-3-3 13 16,1 2 25-16,0 1 29 0,-1 0 30 0,2-1 21 15,2 2-1-15,-3 1 22 0,7 5 9 0,-7-9 8 16,7 9 30-16,-6-5 43 0,6 5 17 0,0 0 12 16,0 0 16-16,4 9-15 0,1 0 11 0,2 1-6 15,2 2-31-15,4 1-5 0,0 5-18 0,1 1 0 16,5 1-11-16,-2 1-11 0,1-1-9 0,-2 1-27 15,2 0-18-15,-1-2-6 0,-4-3-10 0,-2 0-10 16,0-2-12-16,-2-2-6 0,1-1-2 0,-2-2-5 16,-3 0 0-16,2-2-4 0,-3-1 2 0,-4-6-6 15,4 9 1-15,-4-9-3 0,0 0 1 0,0 0 5 0,-13-3-5 16,6-3 9-16,-5-3-10 0,-1-5-1 16,-5 0 0-16,1-7 0 0,-7-5-29 0,0-1 38 15,0-2-29-15,2 0 1 0,0-2 36 0,4-2-37 16,4 7 34-16,4 1 1 0,4 2-6 0,4 1-11 15,2 4 7-15,2 0-8 0,3 0-2 0,6 3-1 16,-1 0 1-16,6 2 0 0,-2 1 2 0,2 5-28 16,0 1 37-16,0 2-7 0,1 0-4 0,-2 4 2 0,1 0-1 15,-2 2 5-15,0 1-31 0,1 3 30 0,-5-2-28 16,2 0 35-16,-3 4-33 0,-3-1 38 0,-1-1-34 16,-2 2 34-16,-5 0-34 0,1 1 8 0,-4-1-2 15,-1 3 1-15,-3-2 3 0,-2 1 2 0,1-2-3 16,0-1 3-16,0 1 0 0,0-3 38 0,-1 1-51 15,2-1 6-15,0-2-64 0,9-3-41 0,-16 3-89 16,16-3-113-16,-14-1-65 0,7-3-103 16,1 0-116-16,4-4-488 0,-2-1-708 0</inkml:trace>
  <inkml:trace contextRef="#ctx0" brushRef="#br0" timeOffset="6533.18">14518 14805 414 0,'14'0'433'0,"-1"0"-10"0,2 4-28 0,2-1-1 0,4 3-19 16,2 5-11-16,5-2-24 0,-3 5-14 0,3 0-23 16,-3 3-22-16,6 2-34 0,-3 1-35 0,-4-2-33 0,-2 2-26 15,-3 0-10-15,0 2-30 0,-2-1-35 16,0 3 0-16,-5 0-34 0,1-2 11 0,-5 0-26 16,-2 0 9-16,-3-1-25 0,-2 0 13 0,0-2-23 15,-2 1 10-15,-1-2-10 0,-4 3-21 0,1-5-40 16,0-2-103-16,-1 3-95 0,-2-5-105 0,-1 1-91 15,4-5-101-15,0-2-580 0,0-1-749 0</inkml:trace>
  <inkml:trace contextRef="#ctx0" brushRef="#br0" timeOffset="6767.15">15242 14909 598 0,'0'0'754'0,"0"-9"-136"16,0 9-95-16,3-11-93 0,1 5-66 0,0-3-60 0,2 3-55 16,3-5-43-16,0 1-33 0,4-2-33 0,3-2-33 15,2 1-21-15,3-4-18 0,3 3-14 0,0-4-11 16,5 0-12-16,2-1-10 0,0 1-14 0,-2-1-27 16,-6 3-88-16,2 2-77 0,-6 0-44 0,-4 3-43 15,2 2 13-15,-6 0-41 0,-1 2-41 0,-5 2-30 16,-5 5-34-16,7-7-321 0,-7 7-233 0</inkml:trace>
  <inkml:trace contextRef="#ctx0" brushRef="#br0" timeOffset="6935.23">15353 14946 373 0,'7'3'411'0,"-7"-3"-78"0,14-5-81 15,-3-1-30-15,2-2-56 0,5-1-18 0,0-4-43 16,6-4-6-16,6-2-34 0,0-1 3 15,2 0-31-15,1-2 8 0,1-1-9 0,0 0-10 0,0-1-62 16,-4 0-129-16,0 1-192 0,-2-2-213 0,-3 0-87 16</inkml:trace>
  <inkml:trace contextRef="#ctx0" brushRef="#br0" timeOffset="7133.64">16023 14148 102 0,'0'0'621'0,"0"-7"-152"15,0 7-33-15,0 0-3 0,0 0 2 0,10 7-22 0,-7 3-5 16,3 0-4-16,2 2-33 0,5 5 18 0,1 4-92 16,4 2-4-16,2 6-68 0,4-1 9 0,3 1-18 15,0 3-28-15,1-1-39 0,0 1 2 16,-2 1-69-16,2-1 14 0,-1-1-71 0,-3 2-28 16,-1-3-107-16,-2 0-66 0,-5-5-167 0,-3 0-238 15,-3 0-279-15,-3-3-527 0,-7-3-989 0</inkml:trace>
  <inkml:trace contextRef="#ctx0" brushRef="#br0" timeOffset="10668.7">25306 9024 316 0,'0'0'594'0,"-5"-10"-175"0,5 10-76 0,-6-4-89 0,6 4-17 16,0 0-38-16,-10 6 46 0,10-6-1 0,-4 10-7 15,3-4-10-15,-1 3-11 0,2-3-12 0,2 4-1 16,0-2-21-16,0 1-9 0,0-2-2 0,1 1-19 16,1-1 3-16,1-2-17 0,1 4-8 0,0-5-12 15,1 0-5-15,2-2-2 0,-9-2-18 0,20 1 9 0,-8-2-30 16,4-2-10-16,1-3-25 0,3-4 5 16,5-3-16-16,5-7-2 0,2-1-6 0,3-4-6 15,11-12-6-15,1-4 41 0,7-7-77 0,12-13-16 16,6-8-61-16,4-1-80 0,1-2-91 0,6-5-107 15,0-2-106-15,7 2-151 0,0-1-539 0,-1 4-793 0</inkml:trace>
  <inkml:trace contextRef="#ctx0" brushRef="#br0" timeOffset="20700.87">21281 12573 420 0,'0'0'514'0,"-3"7"-142"0,3-7-68 0,0 0-78 0,-2 9-13 0,2-9-49 16,-2 7-7-16,2-7-39 0,-1 7 30 0,1-7-38 16,0 8 7-16,0-8-14 0,-1 8 3 0,1-8 10 0,0 0 18 15,0 9 10-15,0-9 10 0,0 0 10 16,1 8-3-16,-1-8 3 0,0 0-13 0,7 4-7 16,-7-4-20-16,10-3-22 0,0-1-2 0,0-4-19 15,3-1 6-15,4-2-15 0,-2-3-9 0,8-4-10 16,-1-1-13-16,3-6-6 0,3 0-6 0,-3-2-4 15,2-3-9-15,1-1-5 0,6-8 13 0,4-1-16 16,-2-4-5-16,5-2-7 0,0-4-7 0,5-1-52 16,-1-4-113-16,3 0-130 0,3-2-90 0,11-10-122 0,-11 14-85 15,1 4-391-15,-1 1-593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1:59:36.304"/>
    </inkml:context>
    <inkml:brush xml:id="br0">
      <inkml:brushProperty name="width" value="0.05292" units="cm"/>
      <inkml:brushProperty name="height" value="0.05292" units="cm"/>
      <inkml:brushProperty name="color" value="#FF0000"/>
    </inkml:brush>
  </inkml:definitions>
  <inkml:trace contextRef="#ctx0" brushRef="#br0">21922 8609 337 0,'-12'-6'635'0,"0"-3"-158"0,-1 2-84 0,-1-2-77 0,0 0-36 0,2 0-45 0,1-1-26 0,1-1-9 16,0 1-29-16,2-1-20 0,4 0-21 15,0 1-27-15,3 0-18 0,1-1-14 0,5 3-15 16,-1-1-16-16,4 1-7 0,3 3-2 0,1 2-5 16,1 1-4-16,3 2-3 0,1 3-3 0,-2 4-3 0,4 4-5 15,-1 1 7-15,3 5 6 0,-5 1 5 16,2 2 3-16,-4 2-5 0,0 1 6 0,-2 0 21 16,-2-2 3-16,-4 1-5 0,1-2 0 0,-3-4 2 15,-2 1 5-15,2-3 8 0,-3 0 9 0,2-4 9 16,-3 0 2-16,-4-2-3 0,3-1 2 0,1-7-3 15,-5 4-1-15,5-4-12 0,-7-3-9 0,3-1-8 16,0-6-14-16,2-1-4 0,-1-3-8 0,0-3 14 16,0-3-28-16,3-4-4 0,0-2 8 0,3-1-9 0,0-1 0 15,0 3 1-15,3-1-14 0,-2 2 12 16,4 1 3-16,1 1-11 0,0 3 5 0,0 2-8 16,0 4 4-16,2 3 0 0,-1 1 0 0,1 3-3 15,1 5 11-15,-12 1-5 0,23 1 5 0,-11 6 0 0,-2 3 3 16,4-1-10-16,-2 7 1 0,0-1 1 15,-3 3 0-15,0 0 0 0,-1 1-4 0,2 1-11 16,-3-1-13-16,0 1-32 0,-3-5-64 0,0 0-91 16,4 1-87-16,-6-2-46 0,3 1-109 0,-1-2-128 0,0-3-458 15,0-1-662-15</inkml:trace>
  <inkml:trace contextRef="#ctx0" brushRef="#br0" timeOffset="347.32">22623 8972 680 0,'0'0'769'16,"-8"7"-181"-16,8-7-121 0,-9 3-101 0,9-3-44 0,-10 3-18 0,10-3-21 0,0 0-29 15,-15 1-11-15,15-1-21 0,-12 0-30 16,12 0-26-16,-15 2-20 0,7 1-18 0,0 1-23 15,-1 0-15-15,-2 1-17 0,-1 2-14 0,2 1 9 16,-1 1-13-16,-1 1 11 0,2 1-29 0,0 2 6 16,1-1-16-16,-1-1 2 0,2 3-14 0,0 0 7 15,2-1-14-15,1 0 42 0,-2 1-6 0,4-1 33 16,1-3-2-16,0 2 2 0,2-1 0 0,-2-3-7 0,4 0-10 16,0 1-7-16,1-4-8 0,1 0-20 0,3 0-19 15,-7-5-45-15,13 3-45 0,-13-3-65 0,19-3-52 16,-10-1-52-16,0 1-77 0,1-1-63 0,-3 0-30 15,-1-2-56-15,-1 1-26 0,-5 5-28 0,5-9-436 16,-5 9-558-16</inkml:trace>
  <inkml:trace contextRef="#ctx0" brushRef="#br0" timeOffset="765.33">22448 9212 213 0,'-7'3'442'0,"7"-3"-95"0,-11 7-62 15,3-3-34-15,0-1-43 0,1 0-3 0,-2 4-22 0,0-3-17 16,1 0-19-16,-2 0-15 0,2-1-8 0,1 3-12 15,-1-3 2-15,-1-1 5 0,9-2-3 16,-13 5 17-16,13-5 19 0,-9 4-17 0,9-4-10 0,-10 2-16 16,10-2-15-16,-9-4-1 0,9 4 10 0,-4-7-3 15,4 7-7-15,-2-12-12 0,2 6-11 0,2-2 11 16,0 0-20-16,-1-1 19 0,3 0-27 0,-2 2 15 16,2-3-18-16,1 2 15 0,0-1-25 0,0 2 14 15,-1 0-18-15,1-1 18 0,-1 4-24 0,-4 4 8 16,7-11-20-16,-7 11 9 0,7-7-9 0,-7 7 9 15,8-5-7-15,-8 5 6 0,0 0-11 0,13-1 11 16,-13 1-12-16,10 3 18 0,-10-3-2 0,10 9 8 16,-5-1-7-16,-1-2 0 0,4 4-2 0,-3 1-13 15,0 3 6-15,-1 0-3 0,1 0-3 0,-2 2-4 16,0 0-3-16,2 1-1 0,-3 1 3 16,0-2 2-16,-2 2 4 0,3-2-1 0,-3-1 2 0,-2-2 7 15,2 0 6-15,0-2 24 0,-1 1-8 0,1-1 9 16,0-2-5-16,-2 1-7 0,0-3-3 0,-1 1-8 0,0-1-8 15,2-2-2-15,1-5-11 0,-5 12-21 16,5-12-54-16,-5 6-54 0,5-6-71 0,0 0-74 16,0 0-91-16,-12-2-42 0,12 2-71 0,-9-9-74 15,7 3-64-15,-2 0-386 0,0-2-586 0</inkml:trace>
  <inkml:trace contextRef="#ctx0" brushRef="#br0" timeOffset="1348.35">22234 9360 530 0,'-4'-3'808'0,"4"3"-186"0,-12-8-115 0,8 2-98 0,-1 3-45 16,1-5-38-16,1 2-36 0,-1 1-41 0,3-3-23 16,1 0-52-16,1-1-14 0,3-2-44 0,3-4-7 15,2 5-27-15,3-5-3 0,3 1-13 0,1-1 6 0,1 3-11 16,2-1-1-16,0 2-17 0,0 0 2 0,-1 3-12 15,-4 1-5-15,3 2-6 0,-2-1-6 16,-1 4 3-16,-2 0-6 0,2 2 0 0,-3 4 5 16,0 2 17-16,0-1 3 0,-1 4 6 0,-1 2-25 0,-1 0 13 15,-2 3-12-15,-1 0 7 0,-1-1-9 16,1 4 0-16,-3-2-5 0,-1 1-1 16,0-2 0-16,-2 1 5 0,0-2 18 0,-1 2 29 0,-3-3-1 15,1 2 7-15,-1-5 7 0,1 1 9 0,-1-1 1 16,0 0 5-16,1-3 7 0,-2 0-5 0,2 0 1 0,4-6 3 15,-8 5-8-15,8-5-8 0,0 0 1 0,0 0-8 16,-15-3-10-16,15 3-13 0,0-11-11 0,1 5-7 16,3-2-11-16,0-3-31 0,4-2 28 0,-1-1-32 15,2-2 28-15,0-1-26 0,1-2 25 0,1 0-29 16,-2-1 6-16,2 0 21 0,-3 1-25 0,0-1 25 16,0-1-26-16,0 2 27 15,-3 0-2-15,2 3 0 0,-4 1-4 0,1 0 1 0,1 1 1 16,-3 3-4-16,0 0 3 0,-2 0-4 0,3 3 1 15,-3 1-3-15,-2-1 0 0,1 3-5 0,1 5 0 16,-6-7 6-16,6 7-8 0,-14 4 2 0,5 2-27 16,-3 1 33-16,2 5-25 0,-2 4 7 0,1 3 26 15,2 2-28-15,0 0 43 0,3 2-43 0,-2 0 27 16,4-1-2-16,0 0 0 0,3-3 2 0,1 2 5 0,4-3 5 16,-1-1 3-16,3-1 4 0,3-2-6 0,0-3-3 15,1 1-15-15,7-4-26 0,-2-3-52 0,4-2-60 16,2-1-86-16,-3-4-75 0,6-3-65 0,-3-3-131 15,0-1-98-15,-2-1-112 0,0-5-789 0,-2-3-1115 16</inkml:trace>
  <inkml:trace contextRef="#ctx0" brushRef="#br0" timeOffset="1615.68">22402 8340 194 0,'-4'-12'714'0,"1"5"-172"0,3-1-145 0,0 8-61 0,4-9-24 0,-4 9 16 0,17-1 10 0,-4 2-1 0,6 3-9 15,4 6-30-15,7 4-6 0,3 5-57 0,3 5-28 16,5 7-34-16,1 6-31 0,-3 4-27 0,-3 4-11 16,-2 4-8-16,-1 2-17 0,-6 3-19 0,1 1-20 15,-7 2 7-15,-3 1-14 0,-4-1-9 0,-5-5-6 16,-4 0-34-16,-3 0-31 0,-3 0-26 0,-4-2-29 15,-3-2-30-15,-2-1-45 0,-3-5-38 0,0-3-33 16,-6-2-58-16,0-5-18 0,4-9-68 0,-4-2-72 16,1-4-121-16,-3-7-268 0,3-4-401 0</inkml:trace>
  <inkml:trace contextRef="#ctx0" brushRef="#br0" timeOffset="1865.98">21886 8610 612 0,'0'0'831'0,"-11"-1"-166"0,2 5-138 16,0 9-85-16,-5 10-66 0,0 11-27 0,-4 7-1 15,4 3-17-15,-2 14-51 0,3 6-16 0,0 2-1 16,7 4-43-16,3 5 19 0,6-1-38 0,3 1-18 16,9-3-17-16,3-1-43 0,5-7 6 0,4 0-37 0,4-5-14 15,3-2-14-15,5-9-21 0,4-4-19 0,3-8-20 16,5-6-21-16,5-7-2 0,6-8-65 15,-5-6-35-15,4-7-11 0,16-7-26 0,-1-5-51 0,-1-4-77 16,2-4-107-16,-6-5-109 0,-3-5-158 16,-3-7-704-16,-5-6-964 0</inkml:trace>
  <inkml:trace contextRef="#ctx0" brushRef="#br0" timeOffset="2448.46">23584 8507 680 0,'-4'-16'788'0,"1"0"-95"0,-3 3-126 0,2 0-85 16,-1 1-82-16,2 3-75 0,2 0-63 0,-3 3-40 15,4 6 9-15,0 0-12 0,0 6-30 0,0 4 2 16,4 7-23-16,1 5-24 0,4 10-27 0,5 6-21 16,0 3-14-16,4 4-14 0,3 3-16 15,-3-3-2-15,1-3-37 0,-1 0 27 0,0 0-29 0,-2-2 2 16,0-1-2-16,-2-4-6 15,-3-5 25-15,-2-3-38 0,-2-4 30 0,0-4-21 0,-3-3 20 16,-3-4-28-16,-1 0 32 0,-1-5-32 0,-2 0 28 16,3-7-30-16,-12 0 3 0,5-6 0 0,-2-3 22 15,-2-7-22-15,1-3 14 0,-1-7-8 0,-3-11-4 16,3-4-2-16,-1-6-4 0,5-1 6 0,1-1-1 16,5 0 4-16,1 3-21 0,0 7 34 0,5 5-22 0,-1 2 28 15,5 3-26-15,-4 7 26 0,4 3-36 16,0 2 32-16,4 6-26 0,-3 1 27 0,5 5-30 0,-4 3 26 15,2 2-24-15,-1 4 19 0,0 4 3 0,-1 2-6 16,1 4-2-16,-2 0 2 0,-2 3 1 0,-2 0-1 16,-4 1 2-16,0-1-2 0,-4-1 4 0,0 3-7 15,-7 0 4-15,0-1 3 0,-2-1-4 0,-5 0 2 16,0-3 1-16,-5-3-2 0,2-1 1 0,-2-2 0 16,1-2-2-16,0-3-9 0,2-3-23 15,0-3-50-15,1-3-64 0,3-2-63 0,-1-5-93 16,2-2-121-16,5-4-108 0,3-3-165 0,3-3-523 15,2-3-824-15</inkml:trace>
  <inkml:trace contextRef="#ctx0" brushRef="#br0" timeOffset="2865.51">23650 8101 670 0,'-2'-16'735'0,"-1"3"-105"0,3 1-104 15,-1 1-75-15,-2 0-21 0,3 1-31 0,0 0-23 16,0 0-65-16,0 1-52 0,4 1-35 0,1-2-39 0,2 3-35 15,5 0-30-15,0 1-24 0,1 5-17 16,3 1-24-16,2 3-3 0,5 4-17 0,-2 2-1 16,3 4-3-16,-4 2-8 0,2 3-7 0,-3 0-2 15,-2 2 4-15,-3-4-6 0,-4 2-2 16,0 2 3-16,-1-2-5 0,-5-3-15 0,-3 1 17 16,-1-3-14-16,-1 1 19 0,-1-4-16 15,-6 0 13-15,4-1-13 0,-4 0 27 0,2-6-29 0,-2 1 26 0,8-4-25 16,-16 0 15-16,9-4-2 0,0-1-2 0,-1-4-6 15,2-1 1-15,1-4-5 0,2-3 3 0,0-1-3 16,2-2-3-16,2-5 2 0,2-3 1 0,-2 1-4 16,3 0 0-16,-1 1 2 0,-1 3 1 0,1-1 2 15,-2 7 1-15,2 1-1 0,0 3 0 0,-3 1-4 16,2 0-2-16,0 1 4 0,-2 11-5 0,0-11 10 16,0 11 0-16,0 0 6 0,0 0-1 0,-1 13 0 15,0-2-3-15,1 2 3 0,0-1-1 0,2 6-4 16,-2 0 5-16,5 3-7 0,-1 0 5 0,4 1-2 15,0-2 2-15,4 5-2 0,1-3-2 16,4 1-21-16,1 0-53 0,2-1-68 0,4-3-142 0,-1-1-165 16,0-1-155-16,4 0-844 0,-1-2-1060 0</inkml:trace>
  <inkml:trace contextRef="#ctx0" brushRef="#br0" timeOffset="3401.75">24861 8347 512 0,'15'-6'799'0,"-5"0"-175"0,-2 0-77 0,-1 1-79 0,-3-4-52 16,1 0-37-16,-3-1-37 0,0-1-33 0,-3 0-14 15,-2-3-31-15,-2 1-21 0,-1-2-32 0,-2 1-10 16,1-1-27-16,-1 3-11 0,-1-1-31 0,0 3-26 16,0 0-24-16,1 2 13 0,-2 2-48 0,1 3-14 15,9 3-4-15,-18 0-6 0,8 2-6 0,2 4 0 0,-1 2-3 16,-1 3 0-16,1 2 7 0,3 0-27 15,-2 0 31-15,3 2-27 0,3 1 30 0,0-3-29 16,2 3 27-16,0-4-30 0,2 2 27 0,0-3-30 16,2 0 30-16,2-1-9 0,-2-3 0 0,3 2-5 15,0-3-1-15,3-2-31 0,-1-2 32 0,-9-2-29 16,17 1 29-16,-7-4-24 0,2-1 28 0,-2 0-30 16,0-2 41-16,-1-2-15 0,0 0-5 0,1 0-1 15,-3 0 0-15,-1 0-1 0,-1 2 0 0,0 0-2 16,2 1-5-16,-4 0-1 0,-3 5 0 0,0 0 4 0,0 0 1 15,13 5 11-15,-9 6-27 0,-3 3 41 16,3 5-4-16,3 4-4 0,-2 6-1 0,2 5-3 16,4 5-1-16,1 0 0 0,0-2 2 0,2 1 0 15,-1-2 9-15,2-3 27 0,-3-5 21 16,-1-2 10-16,3-2 10 0,-4-6 0 0,1-2 16 0,0-1 2 16,-2-6-47-16,0-1 22 0,1-3-50 0,-10-5 24 15,18-3-11-15,-9-1-13 0,0-7-1 0,-1-3-3 16,-2-5-18-16,4-4-7 0,-5-6-43 0,-1-2 34 15,-1-3-39-15,-2-3 33 0,-1-1-39 0,-2-6 29 16,0 0-8-16,-2 1-12 0,-1 8 7 0,4 1-14 16,-3 3-12-16,0 7-34 0,3 2-24 0,-1 4-111 0,0 1-63 15,1 4-58-15,0 0-65 0,-2 3-35 0,3 2-39 16,-2 2-21-16,2 6-129 0,-4-10-583 16,4 10-829-16</inkml:trace>
  <inkml:trace contextRef="#ctx0" brushRef="#br0" timeOffset="3842.09">24774 7756 413 0,'-16'-20'848'0,"5"2"-168"0,-1 3-120 0,5 1-97 0,-1 0-45 0,2 2-46 15,3 2-47-15,2-2-43 0,2 3-55 16,5 1-23-16,1-1-31 0,4 3-21 0,3-1-20 15,-1 4-20-15,6 1-19 0,-1 2-6 0,3 2-15 16,2 3 3-16,-3 2-14 0,2 1-13 0,-2 4-8 16,-2-3-6-16,-1 2-5 0,-3 1 0 0,-3-3 6 0,0 2-15 15,-4-1-2-15,-3 1 7 0,2-4-3 16,-6 1 44-16,0 1-60 0,-3-5 49 0,-2 2-53 16,-2-3 1-16,7-3 5 0,-18 2-1 0,9-7 3 15,-2 0 0-15,-3-1 10 0,2-3-1 0,3-1 8 16,-3-3-3-16,3 0-29 0,2-1 35 0,1-1 0 0,1-4-6 15,2 1-7-15,3-1-1 0,1 0 29 16,6-2-49-16,0 2 38 0,1 3-46 0,4 0 38 0,0 1-42 16,1 6 38-16,1 3-38 0,0 2 57 0,1 3-24 15,2 2 12-15,0 5 3 0,1 0 11 0,0 4 0 16,-2 2-2-16,1 2-38 0,-1 2 31 16,-3 1-4-16,0-1-8 0,0 3-4 0,-3-1-4 0,0 0-7 15,-2-1-41-15,-2-2-60 0,-2 1-72 0,1-3-69 16,-1-3-86-16,-4 2-134 0,1-3-129 15,-1-1-191-15,0-8-559 0,-1 9-938 0</inkml:trace>
  <inkml:trace contextRef="#ctx0" brushRef="#br0" timeOffset="4024.28">25253 7619 861 0,'0'0'879'0,"6"-1"-153"0,-6 1-126 0,0 0-64 16,9-5-65-16,-9 5-95 0,5-4-84 0,0-1-64 15,2 0-33-15,1-2-52 0,4 0-18 0,0 0-33 16,6-4-10-16,-2 2-36 0,2-2-42 0,0 3-69 16,1-3-90-16,0 2-143 0,-3-1-115 0,0 0-120 15,-4-1-155-15,-2 1-407 0,0-3-713 16</inkml:trace>
  <inkml:trace contextRef="#ctx0" brushRef="#br0" timeOffset="4397.2">25478 7356 297 0,'-3'-7'635'0,"1"0"-127"0,2 7-104 0,0-11-27 0,0 11-49 15,4-14-14-15,-1 8-9 0,5-1-13 0,0 2-4 0,1-1-21 16,2 1-9-16,1 0-47 0,2 3-13 0,0 0-33 16,1 2 28-16,4 2-60 0,-3 0 36 0,0 3-66 15,3 1 32-15,-5 2-68 0,3 0 28 16,-3 1-62-16,1 1 43 0,-4 1-61 0,-2 2-5 0,0-2 1 16,-2 1-1-16,-2 3-6 0,-1-4 5 15,-4-2 0-15,0 4 5 0,0-4-1 0,0 1 10 0,-4 0 15 16,2-2 11-16,-1-1 18 0,1-1 17 0,-3 1-1 15,5-7-2-15,-7 5-7 0,7-5-9 0,0 0-9 16,-14-1-8-16,14 1-1 0,-8-11-9 16,5 3 37-16,0-2-44 0,2-2 27 0,1-4-46 0,0-2 32 15,1-1-44-15,2-5 34 0,2-2-39 16,-3 1 34-16,3 1-41 0,-1 1 39 0,-1 1-31 16,-1 6 46-16,0 0-37 0,0 2 36 0,1 1-40 0,-2 4 39 15,-1 9-32-15,0-11 42 0,0 11-36 0,0 0 40 16,0 0-47-16,-8 11 38 0,6-2-42 0,-1 2 36 15,3 0-38-15,0 4 34 0,0 1-42 0,4 0 40 16,1 2-42-16,4 0 4 0,1 0 1 0,3-1 4 16,5 2 0-16,1-5-2 0,4 1-17 0,3-2-37 15,1-3-93-15,-3-2-125 0,1-2-107 0,-1 0-254 16,-2-1-197-16,-1-4-762 0,-2-1-1244 0</inkml:trace>
  <inkml:trace contextRef="#ctx0" brushRef="#br0" timeOffset="4547.22">26118 7304 1278 0,'0'0'981'0,"-8"-7"-239"0,8 7-67 16,-7-6-130-16,7 6-17 0,-7-8-85 0,7 8-13 0,-5-4-93 15,5 4-23-15,-4-5-108 0,4 5-7 0,0 0-105 16,-5-5-123-16,5 5-245 0,-6-3-244 16,6 3-260-16,-15 0-859 0,2 0-1298 0</inkml:trace>
  <inkml:trace contextRef="#ctx0" brushRef="#br0" timeOffset="6064.98">22450 10179 502 0,'0'0'558'0,"9"-3"-109"0,-9 3-123 0,4-5-39 0,-4 5-83 0,6-5-26 16,-6 5-58-16,2-5-7 0,-2 5-42 0,0 0 7 15,0-10-47-15,0 10-23 0,0 0-97 0,-2-7-96 16,2 7-112-16,0 0-451 0,-6-6-257 0</inkml:trace>
  <inkml:trace contextRef="#ctx0" brushRef="#br0" timeOffset="6464.71">22664 10106 394 0,'0'0'596'0,"0"0"-121"0,0 0-127 15,-11-5-53-15,11 5-76 0,-6-4-34 0,6 4-66 16,0 0-19-16,-8-3-93 0,8 3-56 15,0 0-101-15,0 0-91 0,0 0-157 0,0 0-197 16,-9 2-109-16</inkml:trace>
  <inkml:trace contextRef="#ctx0" brushRef="#br0" timeOffset="12416.69">22690 10912 331 0,'-2'-6'628'0,"2"6"-117"0,-3-10-108 0,3 10-86 0,-6-5-30 0,6 5-45 15,0 0 6-15,-8 8-15 0,6-1-31 0,-1 3 10 16,-1 0-33-16,2 1-22 0,-1 5 7 0,2 0-22 15,0 1-26-15,1 0-25 0,0 2-12 0,0-2-20 16,1 1-10-16,0 0-7 0,3-2-8 0,-1 2-6 16,-1-2-5-16,3 1-5 0,-1-3-4 15,0 1-12-15,2-3-23 0,-2 2-57 0,-1-4-81 0,1 1-89 16,-2-3-95-16,3 0-99 0,-3-3-119 16,0 1-367-16,-2-6-502 0</inkml:trace>
  <inkml:trace contextRef="#ctx0" brushRef="#br0" timeOffset="12866.07">22933 11647 659 0,'0'0'488'0,"0"0"-120"0,5-6-75 0,-5 6-31 16,3-6 4-16,-3 6-16 0,1-7-4 0,-1 7 2 15,0-7 5-15,0 7 10 0,-1-7-49 0,1 7 7 16,-5-6-36-16,5 6-4 0,0 0-35 0,-13 0 4 16,4 3-25-16,3 4 0 0,-6 1-15 0,3 5-15 0,0-1-15 15,0 3-4-15,-1 2 5 0,2 1-6 16,3-1-18-16,3-1 12 0,-1 1-7 0,4 0 20 0,3-1-17 15,0 0 24-15,0-2-20 0,5-2 20 0,1 1-32 16,4-4 10-16,0-2-40 0,2-3 23 0,0 1-36 16,4-5 24-16,0-5-8 0,2 1-6 15,-2-4-3-15,2 0-8 0,-2-5-2 0,-4-1-3 16,0-1-4-16,-3-1 2 0,-3-3-25 0,-1 0 32 16,-4 0-32-16,-2 3 31 0,-3-3-31 0,-4-2 34 15,-4 0-33-15,-2 2 5 0,-3 3 1 0,-2 1 1 16,-2 1 7-16,-6 0 3 0,3 4-5 0,-2 2-2 15,-1 4 26-15,3 1-49 0,0 3-2 0,0 2-59 16,1 2-39-16,2 2-32 0,-2 2-87 0,6 0-104 16,1 3-116-16,1-2-154 0,8-2-705 0,-1 0-933 0</inkml:trace>
  <inkml:trace contextRef="#ctx0" brushRef="#br0" timeOffset="13131.47">22940 11043 730 0,'-2'-18'714'0,"0"2"-131"0,2 4-124 15,0 4-105-15,2-3-70 0,2 5-1 0,3 2-7 0,5 3 1 16,2 2-4-16,12 2-17 0,7 5-26 0,8 6-21 16,4 4-11-16,6 10-18 0,0 1-23 0,-1 6-24 15,-8 4-47-15,-1 0 3 0,-6 6-36 0,-5 1-5 16,-4 6 13-16,-6 0-33 0,-7-5 11 0,-4 4-28 0,-5 1 8 15,-7 0-19-15,-1 1-40 0,-6-3-21 16,-5 6-17-16,-4-3-28 0,-2-4-20 0,2-10-49 16,-3-3-36-16,-1-6-75 0,0-2-58 0,3-6-76 15,-2-7-156-15,3-3-554 0,-2-5-746 0</inkml:trace>
  <inkml:trace contextRef="#ctx0" brushRef="#br0" timeOffset="13367.56">22430 11101 975 0,'-7'-3'818'0,"7"3"-153"0,-19 3-146 0,3 10-63 16,-5 3-63-16,-2 11-42 0,-4 7-36 0,-1 9-30 16,1 7-26-16,3 6-15 0,2 2 5 0,8 3-56 15,0 5 4-15,9-2-56 0,5-7 39 0,8 8-61 16,6-2 4-16,6-4-46 0,8-1-17 0,7-6-12 0,4-5-20 15,6-4-29-15,5-5-4 0,1-8-83 0,2-4-49 16,4-7-39-16,-8-7-53 0,4-4-91 0,-3-2-113 16,4-6-77-16,-2-3-117 0,-2-2-695 0,1-6-924 15</inkml:trace>
  <inkml:trace contextRef="#ctx0" brushRef="#br0" timeOffset="14649.34">24248 10738 519 0,'-10'-26'694'0,"1"1"-102"0,0 3-68 0,4 3-97 0,-1 4-77 0,1 0-66 16,1 4-55-16,0 3-16 0,4 8 6 0,0 0 3 15,0 0-12-15,10 2-10 0,-1 11-27 0,4 4-33 16,2 5-8-16,6 9-27 0,-2 4-16 0,1 1-15 15,1 1-12-15,-2 1-6 0,0 1-19 0,0-3-6 16,-3 2-7-16,0-3-6 0,0 3-3 0,0-4-6 16,-4-6-1-16,0-1-10 0,0-2-23 0,-2 0-49 15,0-6-74-15,-1-2-97 0,-4-3-90 0,3-1-74 16,-4-4-141-16,1-2-138 0,-5-7-306 0,3 5-591 16</inkml:trace>
  <inkml:trace contextRef="#ctx0" brushRef="#br0" timeOffset="14883.83">24317 10779 83 0,'-14'-36'632'0,"5"4"-138"0,4 3-150 16,3 4-39-16,2 3-66 0,2 3 19 0,3 0-41 15,4 2 13-15,4 1-22 0,0 3-2 0,5 5-6 16,-3 2-7-16,5 1-9 0,0 5-27 0,0 0-24 16,1 3-28-16,-1 2-16 0,3 2-16 0,-4 2-17 15,-1-1-9-15,-1 3 7 0,-4 1 9 16,-3 0 7-16,-3 1-30 0,-1 0-5 0,-5-1-11 15,-4 5-4-15,-1-1-2 0,-6 2 0 0,-1 0-5 0,-5 2-4 16,-2-2 1-16,-2 0-3 0,3-1-7 16,-2-5-12-16,1 1-36 0,-1-5-70 0,5 0-101 0,-1-4-112 15,3-2-88-15,0-3-143 0,3-3-415 0,2-3-570 16</inkml:trace>
  <inkml:trace contextRef="#ctx0" brushRef="#br0" timeOffset="15264.88">24643 10015 102 0,'-1'-11'673'0,"-3"1"-153"16,2 2-112-16,-2 3-60 0,4 5-41 0,-9-5-40 15,9 5-20-15,-12 8-27 0,7 1-14 0,3 2-37 16,-2 3-21-16,1 5-28 0,3-2-21 0,3 1-23 15,1 2-10-15,1 0 6 0,1-1 15 0,4-1 7 16,-1-3-2-16,2-3-15 0,1-1-10 0,-1-4-19 16,0-2-4-16,2-4-3 0,-2-2-2 0,3-1-9 15,-1-7 0-15,-3 1-11 0,2-4 1 0,-2-3-3 16,-1-2-6-16,0-2-3 0,-5-1-3 0,-2 1 3 16,0 0 2-16,-2 0-3 0,-3-2 2 0,-1 1 4 15,-2 1 0-15,-2 1 2 0,2 2-8 0,-3 4 4 16,-4 0-7-16,3 5 3 0,-5 2-3 15,2 2-1-15,-3 6 0 0,-3 5 16 0,-1 3-17 16,-1 6 1-16,2 4-1 0,1 1 10 0,6 2-12 16,1-2 8-16,6-1-15 0,1-2-7 0,6 0-27 15,0-2-80-15,8 1-129 0,-1-3-137 0,7-2-173 0,-2-2-553 16,4-5-730-16</inkml:trace>
  <inkml:trace contextRef="#ctx0" brushRef="#br0" timeOffset="16349.72">25654 10159 305 0,'0'0'447'0,"0"-10"-126"0,0 10-37 0,1-7-45 0,-1 7 7 15,0-11-51-15,0 11 6 0,0-9-59 0,0 9 13 16,0-10-27-16,0 10 18 0,-1-11 1 0,1 11-10 15,0-9-14-15,0 9 7 0,-4-10-5 0,-1 4-5 16,5 6-4-16,-10-8-3 0,4 5 7 16,-2 0-3-16,-2 1-5 0,-2 2-11 0,-1 2 6 15,-2 2-16-15,-3 1-11 0,0 3-2 0,-1 5 7 0,-3 2-16 16,1 2-13-16,0 2 21 0,5 0-5 16,-1 3 1-16,3-2 3 0,2 0 5 0,2-2-11 0,4-1-2 15,2 2-2-15,0-4 3 0,4-1 1 0,3 0-1 16,1-1 0-16,1-1-5 0,2-1-8 0,5-3-12 15,-1-2-24-15,6-3 11 0,-2-2-8 0,3-4-6 16,3-1-3-16,0-4-7 0,2-1 0 0,-5-5-1 16,4 1-4-16,-6-3-1 0,0 1 2 0,-3-2-2 15,-3 0 6-15,-1 2-1 0,-4 0 1 0,1 2 12 16,-2 1 5-16,-1 2 3 0,-1 1 1 0,0 2-4 16,-2 7-10-16,-2-7-7 0,2 7-1 0,-2 8 0 15,-1 1 9-15,3 9 1 0,-1 2 1 0,1 5 18 16,1 8 9-16,4 2 6 0,-1 5-31 0,5 2 27 15,1 0-23-15,1-1 41 0,0-3-27 0,2-2 38 16,-3-6-30-16,0-2 36 0,3-4 4 0,-4-5-21 16,-1-2 43-16,1-1 6 0,-3-5 83 0,-1-3-60 15,2-4 18-15,-7-4-73 0,12-2-19 0,-7-3-12 16,2-3-5-16,-1-4-13 0,-2-4-8 0,4-5 40 16,-3-2-59-16,-1-4 38 0,-2-4-47 0,-1-4 19 15,1 0 1-15,-4-6-44 0,1-3 25 0,-3 0-47 16,-1-1 3-16,1 2-66 0,-4 3-30 0,0 1-75 15,1 9-15-15,0 0-81 0,-2 4-93 0,1 4-121 16,-1 4-103-16,-2 3-73 0,-1 5-757 0,1 1-1080 16</inkml:trace>
  <inkml:trace contextRef="#ctx0" brushRef="#br0" timeOffset="17563.09">25635 9451 429 0,'-1'-15'534'0,"-2"1"-92"0,2 4-29 0,0-1-86 0,-1 3-57 16,1-1-73-16,0 3-22 0,-1-1-49 0,2 7 12 15,-1-6 14-15,1 6-3 0,0 0-6 0,3 7-16 16,-1 0 2-16,1 3-10 0,1 2-14 0,0 5 22 0,3 0-11 16,0 1-24-16,2 3-20 0,-2-2-13 15,3 3-12-15,1 3-7 0,1-1-13 0,-3-1 0 16,0-1-11-16,0 0 8 0,0-2-14 0,0 0-5 16,0-2-13-16,-1 0-56 0,-2-3-92 0,3-2-82 15,0 1-92-15,1-6-148 0,-1 0-570 0,2-2-666 16</inkml:trace>
  <inkml:trace contextRef="#ctx0" brushRef="#br0" timeOffset="17765.08">25981 9547 126 0,'0'0'678'15,"-2"-8"-155"-15,2 8-103 0,-3-10-11 0,3 10-16 16,-4-8-70-16,4 8-51 0,2-14-29 0,0 6-44 15,3-1-38-15,0-3-31 0,2 0-28 0,2 0-20 16,5-3-22-16,-1 2-10 0,3 0-13 0,2-1-5 16,0 0-12-16,1 4-8 0,-1-3-38 0,2 2-163 15,0 0-86-15,-1 0-150 0,-1 3-621 0,-3-3-664 16</inkml:trace>
  <inkml:trace contextRef="#ctx0" brushRef="#br0" timeOffset="18097.25">26422 9078 996 0,'0'0'719'0,"-9"4"-124"0,2 1-114 0,0 2-66 16,-2-1-59-16,0 5-48 0,-1-2-49 0,2 4-26 16,2 1-50-16,0 0-34 0,-2 5-24 0,6 0-9 15,0 0-36-15,2 2-1 0,3 2-30 0,3 0 15 16,0-3-21-16,3 0 17 0,3-1-27 0,1-1 25 15,0-4-29-15,3 0 24 0,-2-4-35 0,3-4 29 16,-2-1-40-16,-1-4 27 0,2-2-33 0,-1-5 32 16,0-2-40-16,0-5 4 0,0-1 0 0,-3-5 1 15,-1-1 2-15,-4-3 0 0,0 0 2 16,-2-1-4-16,-4-2 1 0,-2 1 2 0,-3 3-3 16,-2-3-1-16,-2 5 30 0,-2 1-37 0,-4 3 36 15,1 2-40-15,-4 2 6 0,-1 8 0 0,-1 1-1 16,-1 4 4-16,-2 2-15 0,-2 7-35 0,-1 2-22 0,4 6-60 15,1 2-60-15,4 3-105 0,4 3-102 0,3 1-134 16,3-2-683-16,6 0-829 0</inkml:trace>
  <inkml:trace contextRef="#ctx0" brushRef="#br0" timeOffset="18382.02">26926 9968 1602 0,'-4'-21'917'0,"1"8"-194"0,2 1-163 0,2 3-90 16,3 0-124-16,1 2-57 0,5-3-75 0,3 1-16 15,3-2-34-15,2-1-18 0,7-4-13 0,8-3-27 16,7 0-23-16,5-3-13 0,11-1 25 0,3 2-65 15,3-1 38-15,0 2-53 0,0-1 33 0,-5 3-56 16,-9 4 25-16,-2-2-87 0,-6 2-40 0,-6-2-127 16,-6 2-136-16,-6-1-135 0,-8 1-110 0,-6 2-168 15,-7-1-337-15,-1-1-737 0</inkml:trace>
  <inkml:trace contextRef="#ctx0" brushRef="#br0" timeOffset="18564.75">27225 9401 50 0,'-12'7'673'0,"2"-1"-158"0,1 1-108 0,5 3-5 16,-1 3-31-16,3 1-20 0,0 4 5 0,4 3 4 16,0 3-11-16,3 1-46 0,2 5-14 0,0 1-38 15,7 6-32-15,-1 4 4 0,1-1-53 0,2 3-16 16,-1-2-28-16,2 1-20 0,0 1-33 0,-1 0-13 16,0-4-14-16,-1 0-44 0,1-1-54 0,-2-4-68 15,-2-8-105-15,-2-1-158 0,-1-5-160 0,0-4-283 16,-4-3-338-16,-1-3-778 0</inkml:trace>
  <inkml:trace contextRef="#ctx0" brushRef="#br0" timeOffset="19647.86">28721 8674 494 0,'0'-7'745'0,"-2"0"-123"16,-1 1-96-16,3 6-111 0,-5-9-72 0,5 9-62 15,-1-8-45-15,1 8-34 0,-3-8-25 0,3 8 34 16,0 0-25-16,0 0-40 0,0 0-13 0,4 8-21 15,0-1-22-15,2 0-12 0,1 6-21 0,2-1-7 16,1 5 1-16,1 1-34 0,4 2 8 0,-2 2-18 16,0 1 7-16,3-2-19 0,-4 2-48 15,1-1-147-15,-1-3-134 0,-1 0-123 0,-1 0-242 0,1 0-385 16,-2-5-701-16</inkml:trace>
  <inkml:trace contextRef="#ctx0" brushRef="#br0" timeOffset="19832.29">29089 9256 957 0,'5'7'912'0,"1"-2"-180"0,-6-5-141 0,7 8-135 0,-7-8-73 16,7 7-94-16,-7-7-27 0,7 10-58 0,-4-3-37 16,-1 0-31-16,2 4 11 0,-1 0-64 0,1 4 19 15,0 1-55-15,1 2 27 0,2 1-58 0,-2 1-4 16,3 0-94-16,1-2-81 0,1 1-133 0,-1-3-131 15,0-5-156-15,3 0-687 0,-5-3-878 0</inkml:trace>
  <inkml:trace contextRef="#ctx0" brushRef="#br0" timeOffset="20075.97">29141 8517 134 0,'3'-30'777'15,"4"5"-166"-15,-1 2-134 0,1 3-104 0,0 2-75 16,7 5 23-16,0 1 9 0,3 8-2 0,2 1-11 16,9 4-49-16,7 5-16 0,7 10-13 0,9 9-31 15,0 7 4-15,0 7-74 0,-1 6 23 0,-3 7-72 16,-6 3 27-16,-1 4-61 0,-4-1-13 0,-7 4-10 16,-6 2-24-16,-4 0-24 0,-8 0-52 0,-6 0-22 15,-5-10-58-15,-5-1-64 0,-6 7-61 0,-7-3-59 16,-1-6-30-16,-6-4-104 0,2-11-100 0,-4-3-449 15,-3-6-622-15</inkml:trace>
  <inkml:trace contextRef="#ctx0" brushRef="#br0" timeOffset="20313.59">28581 8721 1203 0,'0'0'849'15,"-7"3"-146"-15,1 9-147 0,-4 9-46 0,-2 15-120 16,1 6-73-16,-1 6-27 0,2 16-33 0,2 3-12 16,5 4 20-16,6 2-56 0,4 1 9 0,6-2-72 15,6 0-26-15,6-5-25 0,6-1-16 0,6-3-35 16,5-7 16-16,9-6-53 0,7-4-4 0,7-10-54 16,7-6-75-16,9-8-61 0,6-6-41 0,1-7-61 15,2-4-84-15,-2-7-76 0,2-6-130 0,-5-5-782 16,-8-5-961-16</inkml:trace>
  <inkml:trace contextRef="#ctx0" brushRef="#br0" timeOffset="20915.23">30242 8407 529 0,'-2'-15'588'0,"-1"1"-77"0,0 3-57 0,1 0-70 15,1 2-74-15,-1 0-56 0,2 9-26 0,-3-10 41 16,3 10 21-16,0 0-16 0,7 6-3 0,-2 3-47 15,3 5-1-15,5 10-48 0,0 2 8 0,3 10-24 16,5 0-30-16,0 4-26 0,1-1-21 0,1 8-17 16,4-1-10-16,-5-6-4 0,-1-2-60 0,-3 1 50 15,1-4-50-15,-2 0-7 0,-2-2-8 0,-2-7-69 16,-1-2-87-16,-5-5-130 0,0-3-113 16,-3-3-42-16,-2-2-144 0,-1-5-557 0,-1-6-781 0</inkml:trace>
  <inkml:trace contextRef="#ctx0" brushRef="#br0" timeOffset="21146.07">30365 8568 102 0,'-13'-40'656'0,"0"5"-129"0,7 5-94 0,2 6-63 15,3 4-54-15,2 1-37 0,4 1-19 0,2 1-19 16,5 3-14-16,1 6-10 0,1-1-15 0,5 3-11 16,-1 4-8-16,3 4-18 0,2 2-27 0,1 2-31 15,-2 3-8-15,1 4-19 0,0 1-7 0,-5-1-16 16,-3 1-9-16,-1 3-9 0,-4 0-6 0,-3-3-9 15,-2 2-4-15,-4 0-2 0,-2 0 2 0,-4-1-8 16,-2-1 1-16,-4 2-5 0,-3-2 0 0,0-1-4 16,-4-1 1-16,2-2-4 0,-1-4-6 0,1 0-21 0,0-3-41 15,0-3-62-15,3-1-90 0,2-1-80 16,0-2-77-16,0-4-119 0,2-2-619 0,5-2-731 16</inkml:trace>
  <inkml:trace contextRef="#ctx0" brushRef="#br0" timeOffset="21381.51">30458 7625 384 0,'-9'-9'806'0,"4"3"-131"16,-1 0-124-16,1 2-128 0,5 4-66 0,-7-4-22 0,7 4-42 15,-6 3-41-15,6-3-28 0,-2 12-39 0,5-2-4 16,1 4-26-16,2 4-14 0,3 3-30 0,5 4-12 15,-1 3-26-15,2 4-15 0,2 1-12 0,2 0-8 16,0 0-6-16,-3 2-12 0,0-3-6 0,-4-5-42 16,-2 0-106-16,4-1-175 0,-5-6-152 0,-1 1-219 0,-1-4-530 15,-3-2-820-15</inkml:trace>
  <inkml:trace contextRef="#ctx0" brushRef="#br0" timeOffset="22281.05">31502 8101 104 0,'0'0'338'0,"0"0"-56"0,-4-4-29 0,4 4-40 0,0 0-17 15,2-5-8-15,-2 5-5 0,2-7-2 0,-2 7-8 16,3-7 0-16,-3 7-32 0,1-12 0 0,-1 12-5 0,0-12 11 16,0 12-5-16,0-11-1 0,-1 4-13 0,1 7-3 15,-4-11-9-15,1 4-13 0,-2 2-2 16,-4 0-3-16,2 2-5 0,-2-1 27 0,-4 3-3 0,0 2 4 16,-6 2-3-16,2 1-10 0,-3 3-9 0,-2 2-24 15,3-2 8-15,-1 5-22 0,2-2-2 16,1 2-20-16,1-1 6 0,3 4-14 0,1-5 27 15,3 3 6-15,3-1-4 0,1 1 1 0,2-2 3 16,1 0 0-16,2 0 6 0,2-1 0 0,1-1-5 0,3 0-7 16,1-2-15-16,3-1-9 0,1-1-5 15,-2-1-3-15,5-2-7 0,-2-2-3 0,-1 0-2 16,3-4-3-16,0-1-8 0,-1-3-1 0,-1 0-1 16,2-3-1-16,-3-2 25 0,1 1-29 0,-3-4 25 0,-2 2-35 15,-1-1 34-15,-1-2-30 0,0 4 29 0,-3 1-26 16,1 1 25-16,-2 0-30 0,0 1 30 0,2 1-35 15,-2 3 26-15,-1 6-26 0,0 0 39 0,0 0-32 16,0 0 25-16,-2 17-21 0,0-3 25 0,2 5-23 16,2 5 6-16,0 9 6 0,1 2-32 0,1 7 62 15,2 1 3-15,2 0 15 0,-1 1-9 0,2-2 15 16,0-3-17-16,1-1 26 0,-1-7-24 0,0-2 28 16,1-4-16-16,-2-5 35 0,1-1-1 0,-4-6 27 15,4 0-11-15,-2-7 25 0,0 0-38 0,-7-6-6 16,17 0-34-16,-8-3-9 0,1-5-12 0,1-1-4 0,-1-4-9 15,0-4-9-15,1-3-7 0,-2-1-9 16,-4-3-54-16,4-4 28 0,-4-2-38 0,0-2-41 0,-1-1 0 16,-4-2-44-16,0 2 13 0,-1-3-58 0,-2 3-10 15,-3-1-54-15,-3 3-44 0,0 1-92 0,-2 1-79 16,-3 5-28-16,-2 1-119 0,0 2-549 0,-5 2-784 16</inkml:trace>
  <inkml:trace contextRef="#ctx0" brushRef="#br0" timeOffset="22847.83">31263 7379 248 0,'4'-7'644'0,"-2"-1"-129"0,-2 8-114 16,3-11-71-16,-3 11-55 0,4-6-19 0,-4 6 25 15,0 0 4-15,0 0-37 0,0 0-10 0,6 9-5 16,-2-2-52-16,-1 2-32 0,3 4-32 0,-2-1-21 16,4 4-23-16,1 2-16 0,-2 1-8 0,2 2-10 0,1-2-8 15,-1 1-7-15,1-1 2 0,0 2-16 16,-3-3-18-16,1 0-130 0,-3-2-172 0,0-3-138 15,2 0-194-15,-4-3-375 0,0-1-625 0</inkml:trace>
  <inkml:trace contextRef="#ctx0" brushRef="#br0" timeOffset="23062.95">31598 7490 94 0,'0'0'803'0,"5"-8"-174"0,-5 8-80 15,4-6-61-15,-4 6-45 0,4-8-42 16,-4 8-39-16,5-7-74 0,-5 7-47 0,6-9-57 16,0 3-4-16,0-2-51 0,3 2-11 0,5-1-37 15,1-1-6-15,3-1-28 0,6 1 3 0,3 0-14 16,1-2-16-16,-1 0-27 0,0 1-36 0,-4 0-67 0,-1 2-103 16,-2-2-109-16,-2 0-72 0,-4-1-86 15,-2 4-49-15,-3-3-447 0,-4 2-567 0</inkml:trace>
  <inkml:trace contextRef="#ctx0" brushRef="#br0" timeOffset="23301.92">32007 7066 628 0,'0'-7'677'0,"0"7"-126"16,-2-9-73-16,2 9-75 0,-2-9-14 0,2 9-6 15,0 0-24-15,0 0-42 0,0 0-3 0,2 9-61 0,1 0 1 16,4 1-72-16,0 3-9 0,2 4-33 16,3 1-29-16,3 6-18 0,-1-2-43 0,4 1 13 15,-4 1-34-15,3 1 15 0,-3-2-28 0,1 0 8 16,-2 0-43-16,-2-3-35 0,1-2-123 0,-3 1-122 16,0-1-169-16,-3-2-87 0,1 0-222 0,-2-3-345 0,-1-2-737 15</inkml:trace>
  <inkml:trace contextRef="#ctx0" brushRef="#br0" timeOffset="23412.92">32300 7405 813 0,'-2'-10'699'0,"2"4"-129"0,-2-1-110 0,1 0-84 15,-1 2-68-15,-3-1-62 0,2-1-50 0,-3 4-40 16,0 0-67-16,-4 1-207 0,-4 0-306 16,-7 4-627-16,-1-2-668 0</inkml:trace>
  <inkml:trace contextRef="#ctx0" brushRef="#br0" timeOffset="26982.78">24057 12785 515 0,'-4'-11'706'0,"1"2"-156"0,-1-1-62 0,2 2-124 0,-1 0-76 0,1 2-50 0,2 6-18 0,0 0-20 16,0 0-7-16,0 0-11 0,1 7-18 0,1 5-30 16,4 2-19-16,-1 3-24 0,1 3 5 0,6 6 19 15,-1 4-34-15,2 5-13 0,4 0-9 0,-1 1-8 16,1-1-10-16,1-1-11 0,-3 1-8 0,3-2-19 15,-1-2-68-15,-3-5-117 0,-3-1-122 0,3-1-158 16,-4-3-237-16,-2-3-330 0,-3-1-643 0</inkml:trace>
  <inkml:trace contextRef="#ctx0" brushRef="#br0" timeOffset="28046.59">24598 12877 632 0,'0'0'484'0,"8"-6"-96"0,-8 6-84 0,3-5-9 0,-3 5-53 0,2-5-23 16,-2 5-52-16,0 0-16 0,4-10-35 15,-4 10-15-15,3-5-33 0,-3 5-2 0,5-5-26 0,-5 5-1 16,0 0-24-16,9-4-14 0,-9 4-119 0,7-3-142 16,-7 3-190-16,11-1-342 0,-11 1-315 0</inkml:trace>
  <inkml:trace contextRef="#ctx0" brushRef="#br0" timeOffset="28279.67">25033 12412 1233 0,'0'0'835'0,"4"-10"-180"16,-4 10-144-16,0 0-91 0,0 0-74 0,0 0-67 15,10 9-52-15,-5-1-35 0,1 6-36 0,0 0-24 16,0 5-21-16,3 0-34 0,1 4-13 0,-1 3-14 16,2 4-11-16,0-1-5 0,2 5-10 0,1 0-3 15,-1 1-10-15,-1-1-28 0,0-6-58 0,-1 1-115 16,0 0-139-16,1-2-104 0,-3-2-208 0,-1-4-532 0,0-1-785 16</inkml:trace>
  <inkml:trace contextRef="#ctx0" brushRef="#br0" timeOffset="29263.81">26209 12343 318 0,'4'-6'336'0,"1"-3"-50"0,2-1-13 0,-3 0 18 16,4-3-4-16,-2 1-12 0,-2-5-24 0,1 3-34 16,0-1-15-16,-1-1 11 0,-1 1-11 0,-1-1-1 0,-2-2-10 15,-1 4-6-15,-3-3-1 0,2 4-25 0,-6-1-10 16,2 2-21-16,-5 1-19 0,-3 3-13 16,0 2-8-16,-5 1-21 0,0 5-1 0,-7 2-21 15,1 3 0-15,-3 3-11 0,2 3-1 0,-1 3-9 16,7 1-2-16,-2 3-2 0,7 1-3 0,3 0-4 15,3 1-6-15,3-1 13 0,3 0 32 0,5 0 13 16,0-1-27-16,5 3 16 0,0-4-22 0,6 0 16 16,0-1-26-16,3-3 17 0,-2 0-28 0,4-5-3 15,-2-2 3-15,0-2-6 0,0-3-6 16,0-4-1-16,0-1-2 0,0-2-9 0,-2-2 7 0,3-3 0 16,-3-2 2-16,-1-2 8 0,-2 2-9 0,-3-2 10 15,-3 2-8-15,3 0 15 0,-5-1-15 0,1 4 1 16,-2-1-2-16,0 1 0 0,1 3 3 0,-1 0-4 15,-2 7 0-15,2-6 3 0,-2 6 8 0,2 10-2 16,0-2-4-16,0 7 0 0,4 3 0 0,-2 5 0 16,5 7 3-16,-1 1-2 0,3 4 24 0,2 0-27 15,2 0 11-15,-4-6 7 0,2-4 1 0,-1-1 6 16,-3-5 11-16,0-2 24 0,1-3 26 0,-3 0 64 16,-1-5 40-16,-1-1-30 0,-5-8-24 0,13 2-22 15,-13-2-20-15,13-11-20 0,-5 2-10 16,0-4-11-16,-1-2-12 0,0-5-6 0,1 1-7 15,-3-2-6-15,3-1-5 0,-3-2-1 0,-1 1-4 0,-2-1-31 16,1 2 28-16,-2-2-31 0,-1 4 7 0,0 2-91 16,0 1-57-16,-2-1-60 0,-1 3-76 0,1 0-107 15,-1 5-83-15,-2 0-76 0,0 1-108 0,-2 1-537 16,1 4-822-16</inkml:trace>
  <inkml:trace contextRef="#ctx0" brushRef="#br0" timeOffset="29484.6">26165 11437 727 0,'-7'-23'726'0,"3"1"-140"0,0 3-121 0,0 3-106 0,0 2-76 0,2 2-50 16,-1 3-25-16,3 5-16 0,0 4-2 15,0 0-27-15,0 0-33 0,0 0-23 0,3 6-29 16,1 2-15-16,1 4-12 0,1 3-8 0,4 2-7 15,1 3-11-15,0 3-8 0,4 0-15 0,-2 1-50 0,1 0-144 16,-1 0-109-16,-1-3-145 0,0 0-200 16,-1-4-309-16,-1 2-540 0</inkml:trace>
  <inkml:trace contextRef="#ctx0" brushRef="#br0" timeOffset="29914.27">27461 11984 568 0,'0'0'808'0,"-11"5"-131"0,11-5-120 0,-7 2-117 15,7-2-60-15,0 0-74 0,-5 5-37 0,5-5-30 16,0 0-22-16,9-2-40 0,3-1 11 0,4-1-54 0,7 0-1 15,8-3-53-15,2-1 7 0,11-1-37 0,2 0 10 16,0-2-34-16,0 0 24 0,0-1-27 0,2-1 26 16,-3 1-32-16,0-1 28 0,-2 0-36 15,-2-1 29-15,-5 2-41 0,-7-1 21 0,-4 2-62 0,-4 0-45 16,-4 0-97-16,-6 0-115 0,-3 1-102 16,-2 0-67-16,-6 1-131 0,-3-1-509 0,-2 0-727 0</inkml:trace>
  <inkml:trace contextRef="#ctx0" brushRef="#br0" timeOffset="30099.18">27678 11537 301 0,'-6'-3'678'0,"6"3"-174"0,0 0-46 16,-11 1-46-16,11-1-57 0,2 13-4 0,2 0-30 0,4 4-1 16,-1 4-35-16,6 6-13 0,2 9-73 0,2-1-28 15,2 5-46-15,0 1-10 0,1 0-38 0,1 9-5 16,-3-9-23-16,1-1-14 0,-1 0 7 0,-1 0-27 15,-2-1-27-15,-1-1-100 0,-1-4-148 16,-5-3-149-16,-2-4-190 0,-2-4-585 0,-3-2-796 16</inkml:trace>
  <inkml:trace contextRef="#ctx0" brushRef="#br0" timeOffset="31864.33">29107 11247 337 0,'-1'-10'706'0,"0"2"-130"0,-2-2-82 0,1 3-103 0,0-2-67 15,1 3-55-15,-2 0-49 0,2-1-39 0,1 7 27 16,0 0-8-16,0 0 5 0,0 0-23 16,1 7-26-16,3 2-30 0,3 6 23 0,1 2-32 0,3 2-23 15,2 5-18-15,1 4-13 0,1 1-14 0,4 3-7 16,-1-1-7-16,-1 0-6 0,-2 1 7 0,0-3-23 15,-4-1 8-15,-2 0-3 0,1-1-66 0,-4-3-69 16,-2 0-88-16,1-1-81 0,-5-2-93 16,0-2-100-16,0-3-110 0,0 1-415 0,-1-5-605 15</inkml:trace>
  <inkml:trace contextRef="#ctx0" brushRef="#br0" timeOffset="32096.88">29900 11347 1546 0,'-7'-12'867'0,"-3"3"-194"0,5 5-129 0,-3 0-115 16,8 4-87-16,-7-4-79 0,7 4-55 0,0 0-40 15,-7-5-35-15,7 5-32 0,0 0-22 0,0 0-42 16,0 0-45-16,0 0-74 0,0 0-139 0,0 0-190 15,4 9-204-15,-4-9-667 0,10 4-888 0</inkml:trace>
  <inkml:trace contextRef="#ctx0" brushRef="#br0" timeOffset="32519.05">30619 10739 1091 0,'-5'-13'797'0,"0"1"-113"0,1 4-148 0,0-2-100 16,2 4-96-16,2 6-47 0,-7-6-62 0,7 6-53 15,-1 6-24-15,0 1-18 0,1 5-4 16,1 4-44-16,0 5 2 0,3 2-34 0,2 9 5 15,2 1-14-15,1 7-8 0,1 1-8 0,2-2-4 0,-2 2-25 16,3-2 12-16,-3 0-44 0,0-2-18 0,-1-4-51 16,0-4-86-16,0-2-113 0,-4-4-110 0,3-2-158 15,-4-5-640-15,0-3-816 0</inkml:trace>
  <inkml:trace contextRef="#ctx0" brushRef="#br0" timeOffset="32763.9">30622 10828 545 0,'-3'-21'712'0,"-1"5"-155"0,2 0-109 0,1 1-85 15,-1 2-66-15,2-1-47 0,0 5-26 0,4-3-29 16,1 1-19-16,0 4-25 0,4 0-29 0,1 1-18 16,3 1-18-16,1 5-12 0,-1 0 6 0,5 3-7 15,-4 4-8-15,3 0-8 0,-3 5-13 0,0 0-7 16,-3 1-12-16,1 3 0 0,-5-2-6 0,-1 0-4 15,-3 1-1-15,1 0-4 0,-4 2-2 0,-1-1-2 0,-3 0 1 16,-2-1-6-16,-1 1 0 0,-5-1-8 16,3 0-36-16,-2-5-60 0,0 0-76 0,-1-3-95 15,3-1-85-15,-3-2-134 0,12-4-546 0,-21-1-654 16</inkml:trace>
  <inkml:trace contextRef="#ctx0" brushRef="#br0" timeOffset="36196.53">31309 10762 172 0,'0'0'768'0,"0"0"-166"0,0 0-104 0,-10-3-69 0,10 3-54 0,0 0-25 16,-6-6-51-16,6 6-50 0,0 0-49 0,-5-4-40 16,5 4-34-16,0 0-23 0,0 0-29 15,-4-5-23-15,4 5-62 0,0 0-161 0,0 0-143 16,6-5-177-16,-6 5-590 0,13-2-701 0</inkml:trace>
  <inkml:trace contextRef="#ctx0" brushRef="#br0" timeOffset="36407.43">31731 10242 1209 0,'5'-10'931'15,"-5"10"-208"-15,5-6-131 0,-5 6-123 0,9 6-31 16,-4 4-108-16,4 2-29 0,1 6-76 0,5 7-13 16,4 6-53-16,1 1-13 0,1 3-47 0,2 3-20 15,3 10-14-15,1-3-10 0,-2 7-34 0,2-2-55 16,-1-2-139-16,0 4-158 0,-1-2-241 0,-7-9-288 16,0 1-433-16,-4-4-897 0</inkml:trace>
  <inkml:trace contextRef="#ctx0" brushRef="#br0" timeOffset="37314.58">27514 13291 1220 0,'-12'0'831'0,"3"-1"-185"0,0 0-134 16,9 1-110-16,-14-5-69 0,14 5-74 0,-9-5-46 16,9 5-58-16,5-10-18 0,4 1-31 0,8 0-6 0,7-5-29 15,3-1-2-15,13-1-26 0,2-1-8 0,3-1 4 16,10-3-21-16,-6 4-9 0,-3 2-9 0,2-1-50 16,-5 1-112-16,-1 2-120 0,-3 3-89 0,-9 1-147 0,-7 3-106 15,-7 3-373-15,-4 1-596 0</inkml:trace>
  <inkml:trace contextRef="#ctx0" brushRef="#br0" timeOffset="37479.83">27717 13371 263 0,'-8'5'661'0,"4"-1"-168"0,4-4-106 0,-7 4-50 16,7-4-58-16,0 0-40 0,11-2-33 0,1-2-37 0,4-2-31 15,5-1-25-15,8-6-19 0,8-2-14 0,5-1-22 16,3-2-2-16,15-2-24 15,0-3-8-15,4 0-12 0,0 1-61 0,1-2-44 0,-1 1-106 16,-5 1-132-16,-3-1-153 0,-11 3-303 0,-7 0-310 16</inkml:trace>
  <inkml:trace contextRef="#ctx0" brushRef="#br0" timeOffset="37679.07">28631 12639 209 0,'-3'-14'684'0,"-1"5"-139"16,4-1-122-16,0 10-77 0,-2-7-22 0,2 7-8 15,0 0-27-15,2 16-8 0,1-4-22 0,1 4-13 16,2 7-29-16,2 6-36 0,2 3-45 0,4 5-27 16,0 2-21-16,3 2-11 0,2 1-23 0,-1-1-5 15,1 1-15-15,0 0 0 0,1-3-14 0,2 1 0 16,-4-2-16-16,1-2-10 0,-2-4-91 16,-2-7-112-16,-4-3-88 0,0-1-56 0,-5-7-57 0,-1-1-64 15,-1-2-76-15,-4-5-256 0,0-6-336 0</inkml:trace>
  <inkml:trace contextRef="#ctx0" brushRef="#br0" timeOffset="37929.71">28752 13072 316 0,'-19'-39'396'0,"1"-5"-71"0,1-1-28 0,2 4-20 15,5 0-28-15,1 4-27 0,5 3-6 0,4 9-17 16,1 2-6-16,7 1-23 0,1 3-25 0,4 3-4 16,1 3 6-16,4 4 9 0,0 4 1 0,1 2 2 15,2 3 1-15,-1 3-13 0,3 2-27 0,0 4-17 16,-4 2-11-16,2 3 24 0,-1 3-47 0,-6-1-6 15,0 0-15-15,-5 2-6 0,-3 1-9 0,-1-3-7 0,-2 2 1 16,-3-3-11-16,-3 3-1 0,-1-1-1 16,-1 2-3-16,-4-1 2 0,-1-1-6 0,-3 1 0 0,1-4-2 15,-3 0 5-15,3-3-9 0,-1-1 2 16,1-2-9-16,-2-2-6 0,4-1-38 0,1-2-72 0,9-3-90 16,-16 0-98-16,16 0-69 0,-11-9-112 0,9 3-547 15,2-3-654-15</inkml:trace>
  <inkml:trace contextRef="#ctx0" brushRef="#br0" timeOffset="38162.24">29441 12401 865 0,'18'2'768'0,"-18"-2"-122"0,11 4-112 0,-11-4-52 16,8 9-53-16,-4 0-19 0,0 2-79 0,1 5-3 15,-2 1-81-15,4 5 8 0,-1 1-74 0,3 7 1 16,0-2-79-16,4 6 24 0,1 1-66 0,0 1 32 16,0-2-57-16,4 1-4 0,0-3-6 0,-1 0-1 15,0-1-19-15,0-6-42 0,-2-1-61 0,-2 1-72 16,0-6-83-16,-3-1-163 0,-1-2-102 0,-4-3-144 0,2-1-610 16,-5-4-877-16</inkml:trace>
  <inkml:trace contextRef="#ctx0" brushRef="#br0" timeOffset="38346.56">29514 12883 372 0,'-3'-6'705'0,"3"-2"-156"0,-1 3-103 16,1 5-72-16,1-16-42 0,3 8-24 0,2 0-21 16,3-2-42-16,2 0-42 0,5-1-13 0,1 0-33 15,6-4-32-15,2 4-28 0,3-3-21 0,2 3-17 16,6-5-15-16,1 4-20 0,1-2-45 0,0 0-146 0,1 1-125 15,-2-1-82-15,1-1-139 0,-1-2-494 0,0 1-611 16</inkml:trace>
  <inkml:trace contextRef="#ctx0" brushRef="#br0" timeOffset="38829.37">30621 12207 116 0,'-4'-8'739'0,"-3"0"-116"0,-2 4-101 15,-7-2-56-15,0 2-51 0,-3-1-16 0,-4 5-38 16,0-1-45-16,-1 2-19 0,-3-1-57 0,0 3-41 16,2 3-29-16,2 0-40 0,2 1-25 0,1 5-19 15,4-2 60-15,1 3-51 0,3 2 47 0,4-1-51 16,4-1 41-16,3 2-18 0,3 1-17 0,2-3-8 16,5 0-24-16,1 2-13 0,5-1-11 0,-2-6-13 15,1 0-5-15,3-2-15 0,-2-2-46 0,3-3 51 0,-1-1-45 16,-1-2 43-16,2-3-43 0,0-4 46 15,1 0-45-15,-1-4 50 0,-1 0-45 0,-2 2 4 16,-3-3 7-16,-2 3 4 0,0 1 12 0,-2 1 9 16,-2 0-4-16,1 4 0 0,-2-2-2 0,1 2 5 0,-6 5 18 15,6 4 13-15,-3 4 1 0,-2 4 36 0,1 6-48 16,0 6 32-16,-1 8-14 0,3 3-7 0,-1 7-5 16,2 2-6-16,1-1-2 0,1 0-2 0,2-1-39 15,-2-1 38-15,5-3-38 0,-5-7 39 0,2-1-42 16,3-3 39-16,-3-2-35 0,0-5 94 15,2-2 17-15,-3-4 83 0,0-2-48 0,1-3 11 16,1-4 11-16,-1 0-24 0,-9-5-25 0,21-4-16 0,-13 0 24 16,5-4-60-16,-2-4 23 0,2-5-48 0,-1-1 37 15,-1-4-65-15,-2-5 44 0,3-2-51 0,-5-3 14 16,0-3-8-16,-3 2 0 0,-2-3 0 16,-2 0 0-16,0 0-43 0,-2 1-65 0,-4 3-64 0,0 1-73 15,-2 2-106-15,-3 6-62 0,-1 4-146 0,-2 3-175 16,-1 3-247-16,-5 7-475 0,-1 0-1072 0</inkml:trace>
  <inkml:trace contextRef="#ctx0" brushRef="#br0" timeOffset="39829.68">31637 12116 557 0,'-11'-4'624'0,"2"-1"-112"0,0 0-89 0,4 1-39 0,5 4-36 15,-11-7-8-15,11 7-36 0,-10-4-19 16,10 4-46-16,-5-8-26 0,5 8-40 0,0 0-26 16,5-8-32-16,-5 8-14 0,14-7-28 0,-3 5-4 0,0-2-27 15,6-1 3-15,0 1-16 0,3-2 4 16,3 2-14-16,3-2 4 0,-1-2-17 0,5 1-3 16,0-2-27-16,-3 1-16 0,-4 1-34 0,-1 0-61 15,-4 1-81-15,-4 0-88 0,-1-1-77 0,-7 1-47 0,-6 6-26 16,4-6-35-16,-4 6-321 0,-8-5-341 0</inkml:trace>
  <inkml:trace contextRef="#ctx0" brushRef="#br0" timeOffset="39996.3">31592 12209 428 0,'-5'5'595'0,"5"-5"-108"0,-7 7-72 0,7-7-42 16,0 0-53-16,0 0-34 0,19-3-36 0,-7 1-26 15,5-2-33-15,2 1-36 0,3-3-23 0,3 2-36 16,4-4-14-16,5 3-24 0,0-3-8 0,1 1-18 15,5-3-5-15,0 1-22 0,-7-2-72 16,-1 3-112-16,-4-3-80 0,-1 1-93 0,-3-4-95 16,-2 0-464-16,-5 1-479 0</inkml:trace>
  <inkml:trace contextRef="#ctx0" brushRef="#br0" timeOffset="40179.44">32219 11491 649 0,'2'-13'677'15,"0"7"-120"-15,-2 6-57 0,0 0-48 0,0 0-23 16,13 8 12-16,-7 6-33 0,3 7 4 0,3 6-38 16,2 9-11-16,2 4-67 0,2 4 15 0,5 8-45 0,0 2-34 15,5 3-57-15,-2-1-18 0,2 0-41 16,2 1-9-16,-1-2-41 0,0-1-37 0,-2 1-131 16,-3-1-103-16,-1-2-110 0,-7-10-237 0,-5 2-229 15,-1-1-822-15,-6-2-1255 0</inkml:trace>
  <inkml:trace contextRef="#ctx0" brushRef="#br0" timeOffset="43928.75">22106 8722 503 0,'0'0'386'0,"0"0"-77"0,0 0-82 15,0 0-37-15,0 0-50 0,0 0-19 0,0 0-32 16,0 0-6-16,0 0-29 0,0 0-2 0,4 6-23 16,-4-6-2-16,0 0-65 0,0 0-132 0,11 1-195 15,-11-1-147-15,0 0-12 0</inkml:trace>
  <inkml:trace contextRef="#ctx0" brushRef="#br0" timeOffset="44112.67">22041 8696 577 0,'14'-3'578'0,"-14"3"-195"16,0 0-176-16,8-4-234 0,-8 4-263 0,0 0-160 16,0 0 73-16</inkml:trace>
  <inkml:trace contextRef="#ctx0" brushRef="#br0" timeOffset="45886.53">22317 8586 134 0,'0'0'492'0,"13"1"-247"0,-13-1-223 0,12 3-301 0,-12-3 266 0</inkml:trace>
  <inkml:trace contextRef="#ctx0" brushRef="#br0" timeOffset="49346.09">22253 9688 185 0,'0'0'638'0,"0"0"-174"0,-8-6-141 0,8 6-122 0,-2-6-141 0,2 6-136 15,0 0-143-15,-2-6-275 0,2 6 13 0</inkml:trace>
  <inkml:trace contextRef="#ctx0" brushRef="#br0" timeOffset="50236.37">28678 10221 322 0,'-12'0'-36'0,"-2"0"-63"0,2 0 35 0</inkml:trace>
  <inkml:trace contextRef="#ctx0" brushRef="#br0" timeOffset="50529.16">22789 11554 134 0,'15'-6'73'0,"6"0"-145"0,0-2 26 0</inkml:trace>
  <inkml:trace contextRef="#ctx0" brushRef="#br0" timeOffset="53299.92">25522 9010 104 0,'2'-11'-36'0,"-2"11"13"0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1:54:40.834"/>
    </inkml:context>
    <inkml:brush xml:id="br0">
      <inkml:brushProperty name="width" value="0.05292" units="cm"/>
      <inkml:brushProperty name="height" value="0.05292" units="cm"/>
      <inkml:brushProperty name="color" value="#FF0000"/>
    </inkml:brush>
  </inkml:definitions>
  <inkml:trace contextRef="#ctx0" brushRef="#br0">13610 7482 595 0,'0'0'667'0,"0"0"-142"0,0 0-93 0,0 0-108 15,0 0-67-15,-5-4-61 0,5 4-60 0,0 0-42 16,0 0-22-16,0 0-34 0,0 0 7 0,0 0-2 16,3-7-32-16,-3 7 13 0,0 0-32 0,0 0-13 15,0 0-55-15,0 0-47 0,0 0-53 0,0 0-87 16,0 0-66-16,0 0-452 0,0 0-300 0</inkml:trace>
  <inkml:trace contextRef="#ctx0" brushRef="#br0" timeOffset="499.83">16865 7499 756 0,'0'0'645'0,"0"0"-135"0,-10 2-106 15,10-2-109-15,0 0-85 0,0 0-96 0,0 0-83 16,0 0-69-16,0 0-83 0,0 0-70 0,-11-1-144 0,11 1-389 16,0 0-231-16</inkml:trace>
  <inkml:trace contextRef="#ctx0" brushRef="#br0" timeOffset="1483.56">15021 5903 883 0,'1'-7'557'0,"-1"7"-117"0,4-10-101 0,-4 10-111 0,0-9-141 0,0 9-38 0,0 0-60 0,-6-6-10 16,6 6-39-16,0 0-21 0,0 0-27 0,-13 3-28 15,13-3-27-15,-8 5-41 0,8-5-57 16,-2 6-222-16,2-6 29 0</inkml:trace>
  <inkml:trace contextRef="#ctx0" brushRef="#br0" timeOffset="1784.03">16132 5738 342 0,'0'0'462'0,"0"0"-114"0,-4-4-63 15,4 4-79-15,0 0-25 0,0 0-54 0,0 0-9 16,-3-7-41-16,3 7-2 0,0 0-27 0,0 0-27 16,0 0 12-16,0 0 4 0,0 0-29 0,0 0-39 15,0 0-103-15,0 0-140 0,0 0-332 0,0 0-116 16</inkml:trace>
  <inkml:trace contextRef="#ctx0" brushRef="#br0" timeOffset="2016.36">15916 5913 459 0,'-5'6'495'0,"5"-6"-112"0,0 0-90 0,-8 6-65 15,8-6-46-15,0 0-34 0,-4 4-39 0,4-4-22 16,0 0-20-16,0 0-21 0,-5 5-22 0,5-5-34 16,0 0-51-16,0 0-56 0,0 0-68 0,-4 7-88 15,4-7-314-15,0 0-100 0</inkml:trace>
  <inkml:trace contextRef="#ctx0" brushRef="#br0" timeOffset="2567.56">15774 7160 472 0,'0'0'384'0,"0"0"-143"0,3 6-141 0,-3-6-102 0,0 0-96 0,0 0-105 16,0 0-77-16,-2 8 267 0</inkml:trace>
  <inkml:trace contextRef="#ctx0" brushRef="#br0" timeOffset="2866.5">16793 7275 893 0,'0'0'668'0,"11"-1"-135"0,-11 1-160 0,0 0-132 16,0 0-147-16,5-7-89 0,-5 7-55 0,0 0-48 16,0 0-40-16,0 0-19 0,0 0-26 0,0 0-1 15,0 0-29-15,0 0-23 0,0 0-250 0,10 0 25 16</inkml:trace>
  <inkml:trace contextRef="#ctx0" brushRef="#br0" timeOffset="3126.51">18242 7315 268 0,'11'2'730'0,"-11"-2"-173"0,0 0-139 0,0 0-73 16,0 0-108-16,14 0-47 0,-14 0-65 0,0 0-15 16,0 0-38-16,0 0-3 0,0 0-28 0,0 0-3 0,0 0-28 15,14 0-20-15,-14 0-35 0,0 0-50 0,0 0-64 16,0 0-99-16,0 0-109 0,0 0-356 0,0 0-229 16</inkml:trace>
  <inkml:trace contextRef="#ctx0" brushRef="#br0" timeOffset="5017.85">13442 8120 21 0,'0'0'445'0,"0"0"-140"0,0 0-157 0,-3 6-96 0,3-6-112 0,0 0-225 0,-4 7 260 0</inkml:trace>
  <inkml:trace contextRef="#ctx0" brushRef="#br0" timeOffset="7336.84">15439 8759 530 0,'0'0'431'0,"0"0"-61"0,0 0-109 0,-9-2-23 0,9 2-65 0,0 0-2 0,0 0-53 0,0 0 8 15,0 0-36-15,0 0 33 0,0 0-37 0,-6 5 18 16,6-5-37-16,0 0 13 0,0 6-45 0,0-6 42 16,2 7 9-16,-2-7 18 0,3 4 11 0,-3-4 10 15,5 3-1-15,-5-3-12 0,15 0-4 0,-3-3-24 16,4-1-15-16,4-5-16 0,6-4-10 0,10-4-11 15,1-5-5-15,13-6-11 0,5-4-6 0,1-1-10 16,4-5-59-16,4-1-110 0,4-2-124 0,14-8-190 16,-2 0-512-16,1 0-593 0</inkml:trace>
  <inkml:trace contextRef="#ctx0" brushRef="#br0" timeOffset="11648.98">19596 10003 224 0,'7'-6'274'0,"-7"6"-49"16,6-8-25-16,-1 1-32 0,-2 0-26 0,1 0-22 0,0-1 19 15,-2 1-17-15,1-1-26 0,-2 0-16 0,0 0 2 16,2 1 0-16,-3 0-12 0,-3-1-1 0,2-2-19 15,0 0 9-15,-2 1-11 0,1-2 8 0,-2 0-28 16,-1-2 6-16,-2-2-4 0,1 0 11 0,-4-3-15 16,-1-1 25-16,-4-3-21 0,2-1 30 0,-2-1-23 15,-2-1 17-15,-3-1-28 0,2 2 23 0,-5-1-15 16,1 5 21-16,-6-2-36 0,3 7 21 16,-4 2-35-16,-5 4 28 0,-2 3-31 0,-5 5 22 0,-10 6-26 15,-4 5 22-15,-11 8-31 0,-1 4 31 0,1 6-29 16,-1 3 28-16,1 4-19 0,2 3 30 0,3 4 30 15,4 3 6-15,5 2-13 0,7-1-14 0,6 4 12 16,4 0 3-16,7-1 9 0,11-4-13 0,5-2 13 16,7 0-4-16,5-4 3 0,7 3-2 15,9 1-7-15,5-3 1 0,7 6-6 0,6-3 1 0,5-1-14 16,5-2 2-16,4-3-19 0,5-5-5 0,-1-1-5 16,8-6 1-16,0-4 3 0,0-7 3 0,-7-3-2 15,0-6 1-15,1-2 2 0,0-6 12 0,-1-2-4 16,1-4 20-16,-3-5-20 0,7-3-5 0,-3-5-9 15,-4-2 1-15,-4-2-1 0,-10 1 1 0,-4-5-7 16,-2-1 3-16,-5-2-6 0,-5-3 5 0,-5-3-6 0,-5 0 8 16,-6 4-4-16,-5-2 2 0,-5-5 1 0,-3 1-1 15,-7 1 13-15,-4 1-20 0,-4 3 4 16,-4 1-3-16,-9-1-7 0,-6 2 2 0,5 9-2 0,-4 3-17 16,-3 3-33-16,1 5-72 0,-4 3-94 0,11 5-62 15,-1 4-121-15,6 3-603 0,2 2-614 0</inkml:trace>
  <inkml:trace contextRef="#ctx0" brushRef="#br0" timeOffset="13433.81">7195 13112 344 0,'0'0'265'0,"0"0"-48"0,-10-2-45 0,10 2-16 0,0 0-34 0,0 0-10 15,0 0-32-15,-11-2 17 0,11 2-8 0,0 0-5 16,0 0-1-16,0 0 11 0,0 0-4 0,0 0-4 16,8-3 1-16,-8 3-19 0,20-2-8 0,-4 0-13 15,4-2-10-15,4 0-8 0,3 1-4 0,6-2-8 16,2-2 15-16,9 0-19 0,0-2 10 0,4 0-14 16,-1-1 6-16,-1 1-15 0,1 0 17 0,-2 0-28 15,-3 1 27-15,-6 2-25 0,-4 0 16 0,-7 3-31 16,1-1-35-16,-7 1-52 0,-1 0-43 0,-4 2-39 15,-14 1-39-15,19 1-56 0,-19-1-187 0,5 6 39 16</inkml:trace>
  <inkml:trace contextRef="#ctx0" brushRef="#br0" timeOffset="13598.51">7287 13257 318 0,'-14'1'336'0,"14"-1"-75"0,-13 1-61 0,13-1-36 16,0 0-45-16,8-4-13 0,3 3-29 0,7-2-3 0,5-2-21 15,0 0-5-15,11-1-15 0,2-1 5 0,6-2-14 16,4 1 6-16,2-1-20 0,0-2 10 0,1 0-14 16,-1 2 10-16,0-1-21 0,-5 2-46 0,-6 1-150 15,-10 2-323-15,-8 3-27 0</inkml:trace>
  <inkml:trace contextRef="#ctx0" brushRef="#br0" timeOffset="16666.25">13820 13658 425 0,'0'0'308'0,"-13"-4"-66"0,13 4-55 0,-10-2-38 0,10 2-35 16,-9-5-26-16,9 5-19 0,0 0-15 0,-12-1-7 16,12 1-9-16,0 0-8 0,0 0-9 0,0 0 0 15,0 0-14-15,0 0 4 0,0 0-64 0,0 0-105 16,0 0-131-16,0 0-126 0,0 0 120 0</inkml:trace>
  <inkml:trace contextRef="#ctx0" brushRef="#br0" timeOffset="17140.46">15824 13712 417 0,'0'0'450'0,"0"-10"-120"0,0 10-79 0,0-8-51 0,0 8-38 15,0 0-64-15,-3-7-54 0,3 7-35 0,0 0-27 16,0 0-33-16,0 0-31 0,0 0-30 0,0 0-28 16,0 0-62-16,0 0-227 0,0 0 103 0</inkml:trace>
  <inkml:trace contextRef="#ctx0" brushRef="#br0" timeOffset="20216.37">15706 15409 187 0,'0'0'426'0,"-5"-10"-89"15,5 10-46-15,-5-5-71 0,5 5-35 0,0 0-27 16,-6-6-17-16,6 6-34 0,0 0-15 0,-4-5-23 16,4 5-11-16,0 0 13 0,0 0 18 15,-4-4 2-15,4 4-2 0,0 0 4 0,0 0-1 16,3-11-8-16,2 6-14 0,3 1-1 0,4-5-15 0,5-2 7 15,3-4-26-15,6-1-5 0,6-3-8 16,2-2-5-16,15-9-7 0,-1 0-55 0,9-7-107 16,5-1-181-16,19-15-524 0,2-5-403 0</inkml:trace>
  <inkml:trace contextRef="#ctx0" brushRef="#br0" timeOffset="27023.55">15208 17133 15 0,'4'-6'-6'0,"-4"6"2"0</inkml:trace>
  <inkml:trace contextRef="#ctx0" brushRef="#br0" timeOffset="29192.22">12438 17361 137 0,'0'0'168'0,"-9"-5"-44"0,9 5-38 0,-8-6-5 16,8 6-18-16,-8-3-17 0,8 3-2 15,-5-5-11-15,5 5-6 0,0 0-1 0,-7-5-7 0,7 5-1 16,0 0 1-16,-7-3-7 0,7 3 1 16,0 0 6-16,0 0 42 0,0 0-9 0,5-8-10 0,-5 8-4 15,15-8-10-15,-3 2-5 0,4-1 0 0,6-2-3 16,1-4-4-16,5-2 9 0,8-3-14 0,-2 2 15 15,1-2-21-15,-2 0 7 0,2 1-8 0,-7 3 13 16,-3 1-15-16,-4 2 11 0,-1 2-16 0,-2 1 17 16,-5 1-17-16,0 0 27 0,-2 3-9 0,-3 0 20 15,-8 4-20-15,10-5 8 0,-10 5-16 0,0 0 14 16,-6 10-24-16,-6-2 19 0,-3 4-20 0,-5 4 16 16,-2 1-10-16,-8 5-8 0,1-1 9 0,-2-1-2 15,-1 0-1-15,3 0 3 0,3-5 2 0,1 1 0 16,3-1 3-16,0-5 4 0,3 2-10 0,4-3 4 0,1-1-7 15,1-2 5-15,1 3 6 0,3-5 2 16,3 1 8-16,6-5 4 0,-5 6 23 0,5-6-22 16,0 0 6-16,10 1-14 0,0-3 8 15,2-2-15-15,2-2 13 0,6-2-17 0,2-2 7 0,0 1-11 16,2-4 12-16,0-1-12 0,3 0 12 0,-4 0-15 16,0 1 13-16,-2 2-14 0,-2 2 12 0,-6 2-13 15,1 0 10-15,-3 1-1 0,-2 1 16 0,1 0-12 16,-3 0 16-16,-7 5-13 0,9-3 7 0,-9 3-16 0,0 0 7 15,0 0-11-15,-9 7 12 0,2-1-16 0,-3 0 13 16,-1 1-13-16,0 1 15 0,-4 0-15 0,3 0 9 16,1-1-13-16,0 0 17 0,1-1-18 0,2 0 12 15,-1-2-10-15,1 1 11 0,3-2-12 0,-3 1 3 16,8-4 0-16,-10 6 14 0,10-6-14 0,-6 6 15 16,6-6-18-16,-7 5 11 0,7-5-15 0,0 0 21 15,-2 6-11-15,2-6 9 0,0 0-12 16,0 8 13-16,0-8-11 0,0 0 13 0,2 6-23 15,-2-6 20-15,4 5-18 0,-4-5-41 0,5 6-113 0,-5-6-73 16,4 10-247-16,-4-10 27 0</inkml:trace>
  <inkml:trace contextRef="#ctx0" brushRef="#br0" timeOffset="30948.22">15313 8703 322 0,'-7'4'308'0,"7"-4"-63"0,0 0-19 15,-9 3-31-15,9-3-18 0,0 0-20 0,0 0-4 0,0 0-20 16,-12 0 10-16,12 0-24 0,0 0 21 0,0 0-37 16,-8-5 28-16,8 5-48 0,0 0 41 0,-3-9-18 15,3 9 26-15,0-8-16 0,0 8 12 0,0-7-4 16,0 7-16-16,0-10-12 0,0 10-2 0,5-9-5 16,-1 0-7-16,3 3-4 0,0-1 1 0,3-2-10 15,2-1-5-15,7-2-4 0,7-3-6 0,6-1 3 16,5-2 6-16,5-1 19 0,12-5-16 0,3 0-15 15,6-1 11-15,1 1-26 0,2 0-2 0,3-2-63 16,-1 0-192-16,-2 1-226 0,-2-5-814 0,-4 2-869 16</inkml:trace>
  <inkml:trace contextRef="#ctx0" brushRef="#br0" timeOffset="34565.4">20917 16631 497 0,'0'0'388'0,"0"0"-82"0,-7-5-77 0,7 5-46 0,0 0-35 0,0 0-33 0,-6-4-14 16,6 4 1-16,0 0-10 0,0 0-4 16,0 0 2-16,0 0-13 0,0 0 9 0,0 0-12 0,0 0 27 15,0 0 1-15,0 0 3 0,0 0-5 0,13-4 13 16,-13 4 8-16,19-3-26 0,-5-1-10 0,6-5 4 16,6-1-5-16,8-6-14 0,5-5-4 0,9-5 8 15,6-5-6-15,5-5-14 0,2-3-7 0,18-13-16 16,-2-4 5-16,6-3-6 0,-1-3-9 0,2-3-9 15,1-8-20-15,3-2-114 0,0-2-131 0,-1-1-98 16,-2 1-79-16,-1 2-485 0,-8 5-485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1:56:42.008"/>
    </inkml:context>
    <inkml:brush xml:id="br0">
      <inkml:brushProperty name="width" value="0.05292" units="cm"/>
      <inkml:brushProperty name="height" value="0.05292" units="cm"/>
      <inkml:brushProperty name="color" value="#FF0000"/>
    </inkml:brush>
  </inkml:definitions>
  <inkml:trace contextRef="#ctx0" brushRef="#br0">22073 7032 218 0,'70'-7'175'15,"5"6"-83"-15,3-1-60 0,-2 4-194 0,2 2 41 0</inkml:trace>
  <inkml:trace contextRef="#ctx0" brushRef="#br0" timeOffset="17536.2">24186 8674 97 0,'0'0'465'0,"-8"-7"-128"0,8 7-51 16,-4-7-53-16,4 7-40 0,-6-6-19 0,6 6-29 0,0 0-27 15,-5-5-31-15,5 5-12 0,0 0-10 0,-7-5-12 16,7 5-13-16,0 0-19 0,0 0 4 15,-3-6-11-15,3 6-14 0,0 0-47 0,0 0-60 16,0 0-82-16,0 0-77 0,0 0-302 0,0 0-82 16</inkml:trace>
  <inkml:trace contextRef="#ctx0" brushRef="#br0" timeOffset="18085.46">24083 7482 175 0,'0'0'446'0,"-2"4"-126"0,2-4-67 0,0 0-63 16,-5 6-46-16,5-6-21 0,0 0-21 0,0 0-16 16,-3 8-19-16,3-8-12 0,0 0-15 0,0 0-4 15,-2 4-9-15,2-4-5 0,0 0 1 0,0 10-8 16,0-10-22-16,0 0-61 0,1 10-71 0,-1-10-76 16,1 7-316-16,-1-7-32 0</inkml:trace>
  <inkml:trace contextRef="#ctx0" brushRef="#br0" timeOffset="18282.52">24145 7485 459 0,'0'0'374'16,"-10"3"-83"-16,10-3-67 0,-9 2-52 0,9-2-37 15,0 0-31-15,-11 2-15 0,11-2-19 0,-5 5-23 16,5-5-85-16,0 0-119 0,-5 6-396 16,5-6-63-16</inkml:trace>
  <inkml:trace contextRef="#ctx0" brushRef="#br0" timeOffset="66332.7">5206 8332 482 0,'70'-14'338'0,"6"-1"-93"0,1-1-66 0,3 3-68 16,-2 3-74-16,4 3-64 0,-2 1-86 16,-3 4-285-16,1 0 145 0</inkml:trace>
  <inkml:trace contextRef="#ctx0" brushRef="#br0" timeOffset="66883.84">7296 8261 424 0,'-9'-11'492'0,"0"0"-57"0,0 3-52 16,-2-3-32-16,0 4-21 0,3 0-29 0,1 1-25 15,-1 0-41-15,-1 2-43 0,4-2-39 0,5 6-19 16,-10-5-7-16,10 5-20 0,0 0-15 0,-14 5-10 0,11 1-2 15,2 0-7-15,1 2-13 0,0 3 8 0,3-1 4 16,-1 0-5-16,6 2-2 0,-2-1 1 0,6 1 9 16,2-2-4-16,1-1-5 0,8-1-4 15,2-4-9-15,6-2-7 0,9-5-8 0,12-4-12 0,17-7 11 16,9-5-15-16,8-6 3 0,21-7-7 16,2-3-2-16,2-5-16 0,5-4 15 0,-2-2-19 0,6-1 14 15,-1 0-27-15,-4 2-23 0,-6 2-99 0,-8 4-129 16,-26 8-84-16,-6 5-130 0,-6 2-165 0,-15 7-381 15,-7 4-639-15</inkml:trace>
  <inkml:trace contextRef="#ctx0" brushRef="#br0" timeOffset="67405.77">10321 8985 590 0,'0'0'503'0,"-8"2"-146"0,8-2-42 0,0 0-86 0,-10 5 4 0,10-5-58 16,0 0 2-16,-8 3-30 0,8-3 9 0,0 0-20 16,0 0 9-16,0 0-3 0,0 0 3 0,3 8-4 15,-3-8-18-15,15 0-19 0,-2-2-16 0,5 0 8 16,5-2-7-16,0-3 9 0,7-1 8 0,9-5-17 16,-2-3-20-16,1-3-3 0,3-3-11 0,6-8-7 15,1-1-11-15,0-9-10 0,3-1-5 0,0-3-5 16,3-4-5-16,4 0-7 0,-1-2-8 0,12-11-39 15,0 1-66-15,-11 9-82 0,8-9-101 0,-11 8-63 16,0 3-126-16,-3 1-541 0,-3 1-631 16</inkml:trace>
  <inkml:trace contextRef="#ctx0" brushRef="#br0" timeOffset="69282.43">12566 9753 290 0,'0'0'460'0,"-8"2"-72"0,8-2-108 16,0 0-51-16,-11 4-54 0,11-4-20 0,0 0-47 0,0 0-6 0,-8 4-30 0,8-4 22 15,0 0-41-15,0 0 31 0,0 8 17 0,0-8-1 16,7 5 8-16,-7-5-4 0,12 3-1 0,-1-1-5 16,-11-2 12-16,27 0-12 0,-7-3-14 0,3-1-6 15,10-4-6-15,8-4-8 0,5-5-11 0,13-6-11 16,4-5-19-16,3-7 3 0,20-12-10 0,-1-6-2 15,5 1-11-15,2-8-5 0,2 0-31 0,2 0-47 0,0-3-85 16,1 0-41-16,-5 0-102 0,-5-4-116 16,0 3-388-16,-7-3-344 0</inkml:trace>
  <inkml:trace contextRef="#ctx0" brushRef="#br0" timeOffset="78682.73">11181 14478 113 0,'-3'-6'248'0,"3"6"-31"16,-2-8-11-16,2 8 7 0,-3-6-22 0,3 6-19 0,-4-6-7 15,4 6-14-15,-6-9-26 0,6 9-22 0,0 0-23 16,-4-4-17-16,4 4-8 0,0 0-5 0,0 0-8 16,0 0 26-16,-8 2-14 0,8-2 1 0,-2 11-17 15,1-5 8-15,-1 1-11 0,4 2 43 0,-2-2-36 16,1 2 20-16,0-2-14 0,3 3 49 0,1-5 1 16,4 1 27-16,1-3 9 0,2-2-21 0,8-2-19 15,6-4-6-15,8-3-22 0,7-6-7 0,9-2-18 0,10-4-4 16,3-5-12-16,1-3-3 0,3 0-2 15,4-5-6-15,0 1-5 0,2-4-2 0,14-7-1 16,-17 4-1-16,-1 1-9 0,0-3-10 0,0 0-19 16,-6 0-69-16,-2-1-23 0,-1 3-46 0,-5 2-53 15,-5 2-70-15,-1 2-80 0,-12 8-400 0,-4 2-290 16</inkml:trace>
  <inkml:trace contextRef="#ctx0" brushRef="#br0" timeOffset="81631.95">24809 8412 134 0,'0'0'432'0,"-12"-6"-107"0,5 1-49 0,1 3-46 0,-1 0-7 0,0-3-35 15,7 5-5-15,-12-5-36 0,12 5-27 0,-11-5-34 16,11 5-14-16,-12-3-14 0,12 3-9 0,-9-3-10 16,9 3-9-16,0 0-2 0,-15 2-9 15,15-2-18-15,0 0 18 0,-8 3-16 0,8-3 27 16,0 0-27-16,0 0 24 0,0 0-20 0,6 7 20 16,-6-7-26-16,21 0 18 0,-7 0-23 0,5 0 19 0,4-1-26 15,4 0 31-15,4 0-31 0,-1 1 24 16,8-3-24-16,-3 3 0 0,3 0-120 0,-6 0-113 15,-1 0-128-15,1 0-268 0,2-1-148 0</inkml:trace>
  <inkml:trace contextRef="#ctx0" brushRef="#br0" timeOffset="81949.64">25691 8399 393 0,'-17'0'579'0,"17"0"-166"0,-15-2-70 0,15 2-90 0,-15-3-32 15,15 3-48-15,-15-2-51 0,15 2 2 0,-12-1-29 16,12 1 1-16,-11-2-20 0,11 2-35 0,0 0 14 16,0 0-30-16,-9-2 11 0,9 2-22 0,0 0 10 15,0 0-20-15,17 0 9 0,-17 0-16 0,20 0 23 16,-8-1-21-16,1 1 19 0,1-1-26 0,0-2 24 15,2 3-23-15,-2-1 18 0,1-1-21 0,-1-1 17 16,0 2-18-16,0 0 23 0,-1-1-21 0,-2 0 22 16,0 0-26-16,-11 2 17 0,16-3-48 15,-16 3-3-15,13 0-49 0,-13 0-13 0,0 0-37 16,0 0-33-16,0 0-27 0,-2 7-54 0,-6-4-28 16,-5 0-263-16,-2 1-61 0</inkml:trace>
  <inkml:trace contextRef="#ctx0" brushRef="#br0" timeOffset="82199.42">24905 8541 170 0,'-23'2'302'0,"0"2"-73"0,5-2-45 0,-1-1-14 16,5 2-7-16,0-3-9 0,1 1-12 0,2 0-18 16,1 0-23-16,10-1-17 0,-16 1-19 0,16-1-8 15,-9-2-24-15,9 2-16 0,0 0 10 0,-1-6 0 16,1 6-1-16,8-7-3 0,-1 2-2 15,2 1-2-15,0-1-8 0,3-1 7 0,-1 3-15 0,3-2 2 16,3 1-2-16,-3 1-7 0,1-1 6 16,-2 2 2-16,2 1-4 0,-2-2-1 0,1 3-4 0,0 0-40 15,-2-3-27-15,-1 2-27 0,1 1-16 16,-12 0-21-16,20-2-28 0,-20 2-71 0,16-3-180 0,-16 3 123 16</inkml:trace>
  <inkml:trace contextRef="#ctx0" brushRef="#br0" timeOffset="82384.14">24560 8560 530 0,'0'0'421'0,"-16"1"-92"0,16-1-84 16,0 0-48-16,0 0-41 0,0 0-32 0,0 0-33 15,0 0-8-15,7-6-25 0,2 4-4 0,9-2-12 16,5-1 3-16,9-1-27 0,4 0-62 0,12-4-79 15,4 1-73-15,14-3-84 0,4-1-266 0,-1-1-57 16</inkml:trace>
  <inkml:trace contextRef="#ctx0" brushRef="#br0" timeOffset="82582.93">25531 8438 503 0,'0'0'548'16,"-10"1"-156"-16,10-1-64 0,-11 2-95 0,11-2-18 16,0 0-76-16,-12 0-11 0,12 0-42 0,0 0 8 15,0 0-46-15,0 0 18 0,0 0-40 0,0 0 22 0,23 0-39 16,-5-3 21-16,10 1-55 0,8-3-99 16,11-1-159-16,6-1-497 0,-1-3-300 0</inkml:trace>
  <inkml:trace contextRef="#ctx0" brushRef="#br0" timeOffset="88686.7">16373 11725 45 0,'-5'-19'647'0,"3"2"-171"0,-1-1-98 0,1 4-48 0,-1 0-53 15,0 3-47-15,2 0-52 0,-1 1-19 0,0 2 4 16,2 8 28-16,0-6 15 0,0 6-3 0,2 6-26 16,0 3 6-16,2 4-28 0,0 5-15 0,1 5-9 15,2 5-24-15,1 2-24 0,0 4-17 0,1 4 2 16,1-1 10-16,0 2-17 0,2-2 1 0,-1 0-23 15,-2-1 6-15,4 0-24 0,-4-5 8 0,1-1-18 16,-2-1 3-16,3-1-32 0,0-3-16 0,0-2-24 16,-1-1-47-16,-1-6-65 0,3-1-73 0,-1-4-71 15,0-1-60-15,1-4-37 0,-3-4-39 0,3 0-23 16,-1-4-259-16,1-2-238 0</inkml:trace>
  <inkml:trace contextRef="#ctx0" brushRef="#br0" timeOffset="88994.5">16773 11979 365 0,'4'-17'464'15,"-3"1"-88"-15,3 3-39 0,-4 1-44 0,3 3-52 0,-2 0 28 16,-1 9-15-16,3-7 6 0,-3 7-11 0,0 0-20 16,2 5-19-16,0 2-17 0,-1 1-23 0,0 2-22 15,3 3-36-15,2-1-18 0,-2 3-17 0,1 1-16 16,2-2 1-16,0 2 17 0,2-4 4 0,0 3-16 16,0-5 13-16,0 1-29 0,0-3 15 0,-1 0-12 15,2-5-19-15,0 0 11 0,-10-3-19 0,17 0 10 16,-6-4-22-16,-2-2 8 0,1-4-14 15,1 1-4-15,-2-3 0 0,-2-1-2 0,-3-1 0 0,0-2 2 16,1 1-4-16,-4-2 9 0,-1 2 0 0,-6-1 3 16,2 2-5-16,-4 1 1 0,-2-1-3 0,-3 4 0 15,-1 2-3-15,-3 4 3 0,-3 0-8 0,0 4 5 16,-2 0-2-16,3 4-2 0,-3 0-2 0,1 4-14 16,2 1-20-16,3 1-39 0,3 2-71 0,3-2-99 15,1 2-72-15,5-2-88 0,4 0-98 16,0-2-134-16,4-1-254 0,1-1-453 0</inkml:trace>
  <inkml:trace contextRef="#ctx0" brushRef="#br0" timeOffset="89685.54">17144 11778 150 0,'22'-27'735'0,"-2"4"-181"0,-3 3-97 0,-5 4-55 16,0 0-63-16,-2 2-44 0,-1-1-34 0,-2 5-39 15,-4 1-18-15,0-1-21 0,-3 1-21 16,0 3-9-16,-4 0-46 0,-2 1-5 0,-3 2-37 0,-4 3-15 15,1-2-12-15,-2 4-9 0,-2-1 1 0,-2 2-7 16,3 1-6-16,-1 0-4 0,2 0-2 0,4-1-2 16,-1 1-5-16,2 2-1 0,1-2 2 0,0 2 1 15,6 0-2-15,-1 0-1 0,3-6-3 0,4 10 2 16,5-4-3-16,0-2 1 0,1 1 4 0,7-1-1 16,-1-1-1-16,5 1 0 0,-1-2 2 0,2 2-2 15,4-1-8-15,-2 1 9 0,-1-1 0 0,0 1-3 16,-4 0 1-16,0-1-2 0,-2 2 1 0,-1 1-3 15,-2 0 4-15,0 0 0 0,-2 2-6 0,-4 1 8 16,-1 1 1-16,-7 1-2 0,0 0-1 0,-4 1 2 16,-3 2 0-16,-3 1-1 0,-2 0 3 0,-5-1 0 15,2-1 5-15,-3 1 3 0,-1-3 0 0,1-1 1 16,0 0-3-16,0-1-1 0,-1-5-2 0,5 2-4 16,0-3-2-16,1-2-2 0,13-1 0 0,-16-2-9 0,16 2-35 15,-8-9-42-15,7 2-57 0,5-5-65 0,1-1-26 16,5-5-45-16,3 0-24 0,2-3-15 15,4-4 13-15,3-1 33 0,1-2 42 0,4 2 50 16,0-1 47-16,1-1 60 0,0 1 54 0,1 0 52 16,-1 2 37-16,2 0 31 0,-5 2 25 0,-3 4 19 0,-3 2 7 15,-2 4 17-15,-3 1 6 0,-4 0-6 16,1 4 10-16,-1-1-18 0,-3 2 2 0,-3 1-26 16,-4 6 0-16,3-8-33 0,-3 8 11 0,-7-5-18 0,7 5 2 15,-15 2-26-15,3 1 2 0,1 2-30 16,-2 1 11-16,-1-2-23 0,1 2 7 0,1 1-19 0,2-2-3 15,0 3-4-15,3-1-4 0,0 1 1 0,2 1 1 16,4-3-3-16,1 3 11 0,1 1 6 0,4-2-2 16,2 1-2-16,3 2-4 0,0-1 5 0,2-1-1 15,0-1-2-15,1 2-4 0,4 0-3 0,-3 0-7 16,0-2 2-16,-1 2-3 0,1-3 3 0,-3 4-3 16,1-3 0-16,-1 2-2 0,-2-2-2 0,-2 0 5 15,-1 1-3-15,-2-1 12 0,-2 0 2 0,-2 2 5 16,-2-3 0-16,-3 2-4 0,-2 0-1 0,0 1-2 15,-4-3-4-15,-1 1-4 0,-1-1 0 0,-2 0 0 16,0-3 0-16,0 2-5 0,-2-1 7 0,2-2-8 16,2-1-6-16,1 0-12 0,0-2-40 0,12 0-90 15,-15-2-94-15,15 2-68 0,-10-8-105 0,10 8-102 16,-2-12-544-16,6 2-678 0</inkml:trace>
  <inkml:trace contextRef="#ctx0" brushRef="#br0" timeOffset="90357.87">17843 11494 285 0,'10'-3'663'0,"-1"1"-150"0,-9 2-98 0,12-4-32 15,-12 4-55-15,12-5-11 0,-12 5-34 0,13-6-15 0,-5 3-41 16,1-2-32-16,0 0-47 0,0 0-18 16,2 0-38-16,-1 0 9 0,2-2-32 0,1 1 8 15,-2-4-25-15,1 4 2 0,-1-3-19 0,0 1-8 16,-1-3 1-16,0 1-4 0,-2-1-2 0,-2 2 0 0,0-3 3 15,-2 4 2-15,-1-3 8 0,-2 2 5 0,-2 1-6 16,-1 0 11-16,-1 0-2 0,-5 3 4 0,2 1-7 16,-2 0-5-16,8 4-5 0,-22 0 3 0,11 5-16 15,-2 1 8-15,0 2-17 0,2 3 13 0,-1 3-10 16,2 3 3-16,2 0-7 0,4-1-8 16,4 1 14-16,2-2-7 0,4 5 13 0,3-4-8 15,6 1 14-15,3 0-5 0,7-2 0 0,0-5-10 0,6-1 7 16,2-5-14-16,3-2 10 0,2-2-13 0,7-4 7 15,2-2-6-15,2-5 7 0,-2-2-1 0,3 0-2 16,0-5 6-16,-4 2-7 0,0-2-8 0,-3-1 7 16,-3 0-6-16,-4-2 7 0,-1 0-9 0,-5 0 7 15,-8 4-5-15,-3 0-1 0,-5 2 5 0,-3 0 4 16,-3 4 6-16,-4 0 1 0,-4 2-1 0,-4 2 3 16,-3 0-3-16,-3 2-2 0,-1 4 4 0,-3 1-7 15,-4 3 1-15,-4 3-3 0,1 0-1 0,1 5-4 16,0-1 4-16,2 2 1 0,1 2-10 0,3-1 8 15,1 1 0-15,6-3 4 0,0 2 0 0,5-3-5 16,-1 1 1-16,4-4 5 0,2 0 3 0,1-1 4 16,-4-6-7-16,13 5 1 0,-13-5-8 0,20-3 4 15,-7-2 2-15,0-3 2 0,0-1 10 0,-1-6-9 16,1-1 4-16,-3-1-6 0,2-4 0 0,-5-5-14 16,0-4 17-16,0-1-9 0,-4-3 8 0,-2 1-11 15,-2-5 9-15,-4-6-3 0,0 4-7 0,-3-2 5 16,2 4-1-16,-2 4 3 0,-1 5 4 0,0 6 13 0,5 1 4 15,-2 5-8-15,2 2-4 0,-1 7-1 0,5 8 5 16,-5-5 12-16,5 5-10 0,-4 12 26 0,3 4-31 16,1 4 16-16,1 10-24 0,3 4 22 0,1 7-22 15,4 0 24-15,1 0-29 0,2-1 26 0,2 2-36 16,0-4 6-16,2-5-47 0,1 1-26 0,1-3-49 16,-4-6-67-16,1-1-116 0,-4-7-105 0,1 0-86 15,-5-4-153-15,-2-3-536 0,-1-3-798 16</inkml:trace>
  <inkml:trace contextRef="#ctx0" brushRef="#br0" timeOffset="90552.43">16366 11539 777 0,'-27'11'778'0,"5"-3"-167"0,8-1-148 0,5-2-96 0,9-5-72 0,0 0-59 15,5 3-49-15,9-4-36 0,8-4-35 16,14-4-27-16,8-5-6 0,15-4-40 0,1-4-27 16,2 2-139-16,-2-3-147 0,-3 1-206 0,-4 0-566 15,-10 1-658-15</inkml:trace>
  <inkml:trace contextRef="#ctx0" brushRef="#br0" timeOffset="92149.4">16138 11739 233 0,'0'0'247'0,"0"0"-49"15,0-11-47-15,0 11-31 0,0-6-24 0,0 6-16 0,0-7-25 0,0 7-3 0,4-9-13 0,-4 9-22 16,3-10 1-16,-1 3-15 0,1 2 8 0,2-3-15 15,-3 1 7-15,2 0-11 0,1-2 12 0,-2 2-10 16,1 0 12-16,-2-4-7 0,1 5 13 16,1-4-6-16,1 1 18 0,-3 0-7 0,2-1 17 0,0 1 0 15,-2-1 4-15,1-1 5 0,1 1-4 0,-1-2 7 16,-1 0-8-16,3 1-4 0,-2-2 9 16,0-2 9-16,1 2-5 0,0-2 10 0,1 1-10 15,0-2-8-15,3 2-8 0,-3 0 1 0,2 0-1 0,0-1 18 16,-3 2-8-16,4 1 9 0,-2-1-14 15,-1 1 16-15,-1 2-11 0,1-1 15 0,-1 5-14 0,1-5 20 16,-2 4-19-16,-1 1 10 0,1 0-29 16,-1 1 20-16,-2 5-29 0,5-9 20 0,-5 9-19 0,8-5 12 15,-8 5 6-15,12 2 72 0,-5 1 8 0,0 3 26 16,3 2-13-16,0 3 22 0,2 3-1 0,-3 5-11 16,2 4 21-16,-1 4-35 0,-1 4-9 0,0 2-24 0,-1 6-17 15,-3 2-11-15,0 1-18 0,0 3-7 16,0-1-11-16,-2 3-4 0,-2-2-6 0,2 1-6 15,-2-2-18-15,0-6-44 0,1 1-76 0,-1-4-99 16,0 2-123-16,3-5-140 0,-1-1-516 0,2-6-607 16</inkml:trace>
  <inkml:trace contextRef="#ctx0" brushRef="#br0" timeOffset="92665.03">14060 12791 75 0,'-5'-8'666'0,"4"-1"-180"15,0 3-97-15,-1 0-105 0,2 6-30 0,-4-7-55 0,4 7-3 16,0 0-28-16,-1 10 23 0,4-3-15 16,1 7-28-16,3 2 11 0,-1 5-30 0,6 6-9 0,3 7-34 15,2 3-20-15,2 0-2 0,0 2-8 16,3 1-15-16,4 7-6 0,-5-9-3 0,1 1-11 15,1-3-3-15,0 0-17 0,1-1-20 0,-2-5-39 0,1 0-108 16,-1-3-81-16,-4-7-135 0,1-2-147 16,-5-4-310-16,2-5-380 0</inkml:trace>
  <inkml:trace contextRef="#ctx0" brushRef="#br0" timeOffset="93248.76">14985 12786 252 0,'17'-31'693'16,"-2"4"-124"-16,-4 1-110 0,-4 6-57 0,0-1-80 15,-2 4-36-15,-3 3-24 0,1-1-32 0,-2 3-28 16,-2-1-30-16,-2 3-14 0,1 0-18 0,-6 4-19 16,2 0-16-16,-3 2-16 0,-4 3-5 0,-2 5-4 15,-6 3-23-15,1 1-2 0,-6 7-13 0,-6 6-6 16,3 2-6-16,-2 4-6 0,4 1-3 0,-1 2 9 15,7 1 13-15,1 0-24 0,4 2 10 0,7-3-16 16,2-1-1-16,6-2-6 0,4-2 12 0,4 5 0 16,6-5 1-16,5-2-1 0,4-1 1 0,6-3-5 15,-1-5-3-15,2-3-1 0,3-5 0 0,0-1-2 16,0-5-2-16,4-5 12 0,5-2-14 0,-2-5 13 16,3-2-20-16,-5-1 18 0,-1-3-15 0,-1-2 11 0,-5-2-14 15,-3-1 10-15,-1 0-11 0,-10 1 1 16,0-3 2-16,-3 0-1 0,-3 0 1 0,-4 1 0 15,-2 2-2-15,-3 0 2 0,-1 3 0 0,-2 1-3 16,-2 2 0-16,-3 2 6 0,0 3-2 0,-2 1-2 0,0 5 1 16,-3 3 1-16,12 2-4 0,-19 1 3 0,9 4 0 15,0 4-1-15,2 1 2 0,-2 3-2 0,5 2 2 16,2 1 0-16,-1-3 10 0,3 2-12 0,4-1 13 16,-1 1-14-16,3-2 12 0,4 0-13 0,-1-2 15 15,2-1-15-15,0-2 16 0,1-3-15 0,0-2 13 16,1-2-12-16,-12-1 14 0,21-1-16 0,-9-2-1 15,-3-2 0-15,1-3 2 0,0-1 1 0,-3-2 1 16,-1 0 0-16,-1-3-1 0,-4 0 2 0,1 0-2 16,-2 2 1-16,-3-3 0 0,1-1-1 0,-4 2 2 15,0 2-3-15,-2-1 0 0,0 1-1 0,-3 4 0 16,1-1 0-16,-3 5 0 0,3 2-10 0,-4 2-18 16,4 0-35-16,-1 3-70 0,0 2-98 0,1 3-92 15,2-1-125-15,3 1-137 0,-1-1-464 0,3 0-670 16</inkml:trace>
  <inkml:trace contextRef="#ctx0" brushRef="#br0" timeOffset="93424.08">15525 12590 885 0,'4'-7'679'0,"-2"2"-141"0,2-1-107 0,-4 6-81 15,5-6-52-15,-5 6-34 0,0 0-49 16,0 0-35-16,10 3-35 0,-10-3-24 0,7 11-29 0,-3-4-16 15,1 2-17-15,1 0-13 0,-1 2-10 0,1 0-13 16,2 2-20-16,-3-1-25 0,3-2-51 16,-3 3-100-16,0-4-107 0,-1 1-94 0,-3-3-97 15,2 1-484-15,-3-8-537 0</inkml:trace>
  <inkml:trace contextRef="#ctx0" brushRef="#br0" timeOffset="93565.72">15453 12468 693 0,'-6'-16'524'0,"-2"0"-130"0,2 2-69 16,1 3-41-16,1 0-59 0,0 1-51 0,0 2-39 16,-1 1-26-16,1 0-27 0,4 7-10 0,-2-8-18 15,2 8-12-15,0 0-29 0,0 0-61 0,0 0-125 16,5 4-127-16,2 1-522 0,-3 1-360 0</inkml:trace>
  <inkml:trace contextRef="#ctx0" brushRef="#br0" timeOffset="93914.93">15631 12491 227 0,'0'0'675'0,"14"0"-201"0,-14 0-75 0,14 2-24 16,-4 1-31-16,-1 3-43 0,-1 0-30 0,3 1-6 16,-2 3-31-16,0-1-33 0,3 3-18 0,-1 3-29 15,-1-1-30-15,2 1-13 0,-2 0-14 0,-2-1-14 16,2 0-5-16,-4-3-12 0,2 3-10 0,-3-6-8 0,0 2 2 15,2-3 14-15,-4 1 17 0,1-3 3 16,-4-5-1-16,2 7-9 0,-2-7-6 0,0 0-5 16,0 0-7-16,-11-2-7 0,4-3-6 0,0-2-5 15,1-4-9-15,-2-2-7 0,1-1-3 0,0-6 1 16,1 0-9-16,1-2-3 0,2 1-1 16,2 3-3-16,2-1-1 0,2 2 1 0,1 0 1 0,1 4 3 0,4 1-8 15,2 2 0-15,1 1 1 0,2 5-2 0,-3 2 0 16,2 0 1-16,2 4 0 0,-2 4-2 0,1-1 2 15,0 3 4-15,0 3-2 0,-1 2-1 0,0 0-2 16,-2-1-4-16,-2 2-18 0,-1 0-71 0,2-3-136 16,-5 3-174-16,2-1-181 0,-5-3-788 0,1 2-974 15</inkml:trace>
  <inkml:trace contextRef="#ctx0" brushRef="#br0" timeOffset="94932.08">16303 13635 488 0,'-4'-10'436'0,"-1"1"-39"0,1 1-86 0,-1-3 14 15,1 3-43-15,-2 0-15 0,2 2-62 0,2 0-24 16,-1-1-30-16,3 7-16 0,-5-7-3 0,5 7 32 16,0 0 13-16,0 0-38 0,8 13-21 0,-2-3-15 0,4 2-8 15,4 4-24-15,3 5-8 0,-2-1-12 16,6 4 13-16,0 2-10 0,1 1-4 0,-3 1-17 0,0-3-2 15,-3-3-8-15,0 1-5 0,-3-2-7 16,-1-2-7-16,-1-3-24 0,-2-3-80 0,0-1-91 16,-1 0-77-16,-2-5-73 0,-1-2-107 0,-5-5-111 15,0 0-277-15,9-3-379 0</inkml:trace>
  <inkml:trace contextRef="#ctx0" brushRef="#br0" timeOffset="95114.09">16598 13433 580 0,'0'-12'467'0,"3"5"-127"0,-3 7-68 0,5-6 3 16,-5 6 15-16,8 6-44 0,-1 2-6 0,1 3-30 16,0 2-37-16,3 5-3 0,-1 1-34 0,3 3-31 15,0 3-15-15,-2 0-17 0,3 1-20 0,-1 1-2 16,-1-1-15-16,-1-1-5 0,2 1-15 0,-4-2-5 16,1-3-39-16,-3-1-63 0,-2-1-102 0,-3-1-59 15,-2-1-84-15,-2-1-80 0,-3-2-390 0,-6-2-336 16</inkml:trace>
  <inkml:trace contextRef="#ctx0" brushRef="#br0" timeOffset="95248.39">16459 13869 364 0,'-13'-7'449'0,"2"-1"-75"0,2 2-103 15,1-1-36-15,5 0-60 0,2 0-19 0,4 0-19 16,3-2 9-16,4 1-28 0,2-2-29 0,6 0-14 16,0-1-29-16,7 0 8 0,2-3-30 0,1 0 18 15,5 0-28-15,3-3 15 0,-1 0-33 0,1-2 14 0,-1 0-72 16,2-1-59-16,-2 1-78 0,-1-3-98 0,-2-2-375 15,-2 2-180-15</inkml:trace>
  <inkml:trace contextRef="#ctx0" brushRef="#br0" timeOffset="95881.06">17596 13268 219 0,'-5'-8'612'0,"-1"1"-121"0,-3 2-118 0,-4 0-11 0,3 3-37 0,-3 2-25 0,-2 2-40 15,-1 5-10-15,-1 0-6 0,-1 4-35 0,2 0-20 16,-1 5-34-16,2 3-24 0,3-2-34 16,0 2-13-16,3 2-22 0,4 1-9 0,0-1-16 15,2-2-1-15,3-2-15 0,3 1 4 0,3-2-10 0,-2 0 4 16,3-1-8-16,0-3 0 0,1-2-1 0,1 0 20 15,-2-3-4-15,3-2-2 0,-10-5-4 0,15 2 6 16,-6-5-9-16,-3-2 1 0,4-2-7 0,-6-2 1 16,3-3-6-16,-2-2 5 0,-3 0-10 0,0-3 6 15,-2 1-3-15,-2-3 4 0,-2 1-7 0,-1 1 4 16,-4 0-6-16,-1 0 8 0,1 3-9 0,-2 4 5 16,-2-1-4-16,-1 6 1 0,-3 0-3 0,0 2-5 15,2 5-28-15,-3 1-23 0,0 0-61 0,4 5-119 16,-2 0-94-16,4 1-130 0,0 2-136 0,3 0-334 15,1-1-507-15</inkml:trace>
  <inkml:trace contextRef="#ctx0" brushRef="#br0" timeOffset="96215.6">17348 13364 42 0,'9'-12'657'0,"0"1"-143"0,0 0-125 0,0-1 2 16,7 2-43-16,-2-4-19 0,5 0-25 0,5 3-27 0,0-1-9 15,4 2-36-15,1 2-37 0,-4 3-34 16,2 4 0-16,0 2-27 0,0 2-28 0,-3 3-11 16,3 6-28-16,-3 1-10 0,-1 2-17 0,-3 0-1 15,-2 2-14-15,-1-1-1 0,-5 0-8 0,0 1 0 0,-5-4-8 16,-1 1 3-16,-3 0-7 0,-1 0 12 16,-2-3-6-16,-4 0 4 0,-1 0-3 0,1-2 3 15,-1-2 8-15,-4 0-7 0,2-2 6 0,-2-2-11 16,1 0 6-16,8-3-13 0,-19-3 11 0,10-2-12 0,0 1 10 15,1-4-7-15,2-2 4 0,1-2-10 0,1-2 11 16,1-4-11-16,3 1 8 0,3-3-7 0,1-3-2 16,2-2 0-16,1-2 0 0,2-1-5 15,2-1 13-15,-1 2-14 0,3 2 10 0,-1 2-24 16,-3 3-46-16,2 4-115 0,-1 0-99 0,-2 4-86 0,0 1-115 16,0 3-78-16,0 0-421 0,1 3-574 0</inkml:trace>
  <inkml:trace contextRef="#ctx0" brushRef="#br0" timeOffset="96552.27">18522 12889 701 0,'0'0'710'0,"7"-6"-160"0,-7 6-86 0,7-5-86 16,-7 5-39-16,0 0-33 0,6-3-19 0,-6 3-41 16,0 0-39-16,0 0-28 0,7 3-25 0,-7-3-27 0,3 8-17 15,2-3-11-15,-2 4-28 0,1-1-5 0,1 2-22 16,0 4-3-16,0-3-13 0,5 3-10 0,-5 0-3 15,2-1-3-15,-1 1-4 0,1 2-2 16,0-2-9-16,-2-3-12 0,1 3-74 0,-3-2-86 0,1-2-82 16,-2 1-50-16,-2-1-78 0,-3-2-62 0,-1 0-65 15,-2 0-421-15,-1-3-509 0</inkml:trace>
  <inkml:trace contextRef="#ctx0" brushRef="#br0" timeOffset="96766.6">18317 12994 508 0,'-10'-7'542'0,"2"-1"-95"16,1 4-68-16,0-1-39 0,3 0-36 0,-2 0-22 0,6 5 2 16,0-13-9-16,4 6-20 0,1-1-25 0,5-5-27 15,3 0-26-15,7-3-21 0,5 1-3 0,5-5-34 16,2-1-11-16,4-1-11 0,4 1-10 0,8-5-16 16,2 0-14-16,-8 5 2 0,-1 0-26 0,-4 2 7 15,0 1-21-15,-9 4 7 0,-6 3-32 0,-1 0-45 16,-7 3-105-16,-6 3-178 0,-8 5-126 0,3-6-215 15,-3 6-442-15,-14 0-734 0</inkml:trace>
  <inkml:trace contextRef="#ctx0" brushRef="#br0" timeOffset="97885.95">21749 12272 253 0,'-3'-16'469'0,"-1"1"-100"0,2 1-67 0,-4-1-57 0,3 6 5 0,-2-3-60 0,2 4-20 0,1-1-63 15,0 4 31-15,2 5-40 0,-5-5 4 16,5 5-12-16,0 0 6 0,-1 11-27 0,2 1-1 16,0 4-29-16,3 2 9 0,0 6-31 0,2 6 4 15,1 0-10-15,-1 2 2 0,3 2-6 0,-1-2-2 0,1 5-6 16,0-5 2-16,0 0-27 0,1-4-73 15,-2-1-86-15,-1-3-91 0,3-4-100 0,-3-4-326 0,-1-4-210 16</inkml:trace>
  <inkml:trace contextRef="#ctx0" brushRef="#br0" timeOffset="98199.57">22045 12293 512 0,'1'-10'430'0,"-2"0"-104"16,0 3-64-16,1 7-66 0,-3-6-8 0,3 6-9 15,0 0 10-15,-7 6-45 0,5 3 34 0,1 0-38 16,1 3-1-16,0 1-11 0,1 6-14 0,3-1-32 16,0 2-15-16,1 3-13 0,0-1-11 0,3-2-7 15,1-2-7-15,-2-1-10 0,1-3-1 0,1-3 3 16,1 1-3-16,-1-4 0 0,0-1 0 0,-1-3-1 16,-8-4 6-16,16-1 0 0,-6-4-1 0,-2-1 2 0,1-5-9 15,-1-2 9-15,-3-1-8 0,0-3 2 16,0-1-7-16,-4-3 2 0,1 2 3 0,-5-3 0 15,1-1-2-15,-6-1-8 0,2 2 4 0,-3 0-2 16,-3 3 2-16,1 0-8 0,-2 2 3 16,-2 3-1-16,-1 2-5 0,-3 5-6 0,4 2 0 0,-3 3-9 15,0 3-1-15,1 2-20 0,0 7-22 0,1 1-97 16,2 4-27-16,5 2-88 0,5 2-76 0,4-1-518 16,2 1-413-16</inkml:trace>
  <inkml:trace contextRef="#ctx0" brushRef="#br0" timeOffset="98765.92">23078 12071 414 0,'11'-18'607'0,"-2"1"-147"0,-4 0-103 0,-1 3-73 0,-4 0-57 15,0 2-1-15,-4 2 0 0,0 0-39 0,-1 2 25 16,-2 1-35-16,-3 3-15 0,-1 1-3 0,11 3-27 15,-23 2-26-15,9 3-15 0,0 2-12 0,-1 7 1 16,-2 4 4-16,-1 2-17 0,4 2-16 0,1 3-6 16,-1 3-13-16,4 0-7 0,4 0 0 0,1 2-9 15,3-3 0-15,2 0-6 0,2-1 2 0,0-1-6 16,5-3 2-16,2 1-5 0,2-4 4 0,0-2-6 16,6-2 5-16,-3-2-10 0,5-4 9 15,-2-2-2-15,1-4-5 0,-1-2 7 0,2-1-6 16,-3-2 4-16,2-1-6 0,1-6 2 0,-3 1 0 0,0-3 3 15,-3-1-8-15,1-2 3 0,-4-3-1 0,-3 3 4 16,-1 1 0-16,-2-1-3 0,0-1 4 0,-2 3-7 16,-2 2 7-16,0-1-5 0,0 4 5 0,-1-1-3 15,-3 2 5-15,4 6-8 0,-5-5 5 0,5 5-8 16,-9 3 6-16,9-3 4 0,-6 12 0 0,3-2 0 16,2 1-3-16,1-1 5 0,0 3-6 15,1-1 5-15,2 0-9 0,3 1 10 0,-2 0-2 16,1-1 1-16,3-3-1 0,-2 0 2 0,2-1-1 15,0-2-1-15,-1-2 0 0,5 0 1 0,-3-3-3 16,-9-1 3-16,20-1-7 0,-10-2 9 0,-2 0-8 0,2-3 5 16,-2-3-1-16,0 2-1 0,-3-3 0 15,1 1 1-15,-4-4 1 0,0 4 0 0,-2-3 1 0,-3 1-2 16,-2 0 2-16,0-1-7 0,-4 3 4 0,0-2-5 16,-4 4 6-16,1-1-4 0,-5 2 6 0,4 2-6 15,-5-1-1-15,4 5-6 0,0-1-7 0,3 2-9 16,0-1-35-16,3 5-80 0,1-1-93 0,7-4-71 15,-2 9-82-15,2-9-54 0,7 11-58 0,3-6-286 16,2-1-307-16</inkml:trace>
  <inkml:trace contextRef="#ctx0" brushRef="#br0" timeOffset="98965.02">23494 12193 67 0,'11'-10'569'0,"-1"-1"-148"0,-3 3-29 0,0-3-72 0,-2 3-11 15,-1 0-42-15,-2-1-43 0,0 2-47 0,0 2-17 16,-2 5-32-16,-2-10 13 0,2 10-29 0,-4-5 16 15,4 5 10-15,0 0-18 0,-12 6-14 0,7-1-2 0,1 1-11 16,-1 2-21-16,1 2-10 0,3-1-14 0,-1 2-11 16,0 1-2-16,2-2-12 0,2 3 1 15,0-1-9-15,-1-1-1 0,3 1-5 0,1-3-1 16,-2 1-4-16,3-2-2 0,-2 3-22 0,1-6-166 16,2 1-126-16,-7-6-141 0,10 8-593 0,-10-8-665 0</inkml:trace>
  <inkml:trace contextRef="#ctx0" brushRef="#br0" timeOffset="99117.93">23577 11979 408 0,'-1'-13'476'0,"-1"3"-73"16,0 1-84-16,1 1-52 0,1 0-51 0,-1 1-36 0,1 7-47 16,-1-12-38-16,1 12-17 0,0-11-13 0,0 11-10 15,0 0-15-15,0 0-56 0,0 0-111 0,0 0-105 16,5 5-180-16,-2 1-200 0,-3-6-123 0</inkml:trace>
  <inkml:trace contextRef="#ctx0" brushRef="#br0" timeOffset="99764.33">23650 12072 252 0,'0'0'469'16,"9"6"-112"-16,-9-6-17 0,10 6-48 0,-6-3 8 15,5 1-24-15,-4 1-2 0,3-1-42 0,1 0-32 16,-3 1-16-16,2 1-25 0,-2-1-27 0,3 2-26 15,-2 0-19-15,-1 2-17 0,-1 0-15 0,-1 0-10 16,0 1-7-16,-2 0-12 0,0 0 0 0,-1-2-2 16,0 1 2-16,-1-3 7 0,0 2 32 0,0-8 25 15,0 10 1-15,0-10-17 0,-2 7-17 0,2-7-8 16,0 0-11-16,-8-4-5 0,8 4-3 0,-4-9 0 16,2 1-11-16,0-1-1 0,1-1-1 0,1-2-2 15,0-1-7-15,0 1 3 0,1-2-8 0,1 2 8 16,0-2-7-16,0 4 10 0,-1-1-5 0,0 1 4 15,0 2-8-15,2 2 0 0,-3 6-5 0,7-9 7 16,-7 9-6-16,0 0 4 0,17 1-5 0,-8 4 3 16,-1 0-2-16,-1 3-6 0,4 1 7 0,-1 1-2 0,0-1 3 15,-1 2 3-15,4 0-2 0,-4-2-3 16,0 1 3-16,1-1-3 0,-2-2 1 0,-1 2-1 16,0-3-1-16,2-2 0 0,-2 1-2 0,0-2 5 15,-7-3-4-15,16 1 1 0,-8-4 4 0,2 0-2 16,0 0-4-16,2-5 2 0,-2 0 0 0,4-1-2 0,-2 1 9 15,2-5-12-15,-3-1 5 0,1-1-7 0,-1 0 9 16,1-1-1-16,-3 0 3 0,0 2-5 16,-3-1 2-16,-1 0-1 0,0 2-1 0,-2 2 1 15,-2-1 0-15,2 1-2 0,-3 2-1 0,0 2 1 16,-3-1 1-16,-1 2-3 0,-3 2 2 0,-2 1 2 0,9 3 0 16,-23 0-2-16,12 3 0 0,-4 3 1 0,2 0 1 15,2 0-2-15,2-2-4 0,1 5 4 16,2-2-3-16,2 0 4 0,3 0-11 0,1-7 10 15,2 15-2-15,5-8 5 0,0 0-3 0,1 1 3 16,1-2-1-16,4-2 0 0,-2 3-1 0,1-2 7 16,-1 0-8-16,0-1 2 0,-1 0-3 0,-1 0 6 15,-2-2-6-15,1 2 3 0,-8-4-7 0,13 5 11 16,-13-5-9-16,6 7 9 0,-6-7-4 0,3 7 4 16,-3-7-4-16,-4 10 3 0,-1-5-1 0,0-1-4 0,-4 1 5 15,2 0-7-15,-2 0 2 0,0 0-4 16,-1-2-20-16,1 2-58 0,0-2-81 0,-1 0-94 15,1 0-71-15,-1-1-83 0,-3-2-98 0,13 0-400 16,-18 1-481-16</inkml:trace>
  <inkml:trace contextRef="#ctx0" brushRef="#br0" timeOffset="100767.71">25038 11956 54 0,'-4'-9'487'0,"-1"-1"-121"0,-2-2-46 15,0-1-73-15,-1 0-14 0,2-2-29 0,-2 0-14 16,-2-3-25-16,0 3-20 0,0-1-7 0,-2 2-8 15,5 0-3-15,-4 3-21 0,1 1-22 0,-1-2-17 16,-2 6-14-16,0 0-7 0,1 2 3 0,-1 4 22 16,-3 3-12-16,-2 1-7 0,0 4-8 0,-1 3-9 0,-1 3-5 15,2 1-2-15,1 2-2 0,3 0-3 16,3 1-3-16,2 0 0 0,2 0 4 0,2-3 15 16,1 2 29-16,4-3 4 0,0 0-10 0,4 0-5 15,1 1-12-15,4-3-5 0,-1-1-12 0,5-1 0 16,0 0-6-16,1-4-5 0,0 0-4 0,2-3-2 15,-3 0-4-15,2-5 1 0,-2 1-4 0,4-2 1 0,-4-3-3 16,-2-2-1-16,3 0 0 0,-5-3 0 16,0 0 1-16,1-4-1 0,-5 2-1 0,-1-2 1 15,0 0 2-15,-1 1 7 0,-3 1 2 0,1 1 1 16,-1 1 1-16,-1 1-4 0,1 0-1 0,0 3-3 0,0 7-2 16,-2-10 2-16,2 10-3 0,0 0 2 0,-6 4-1 15,6-4 1-15,-3 13-4 0,1-3 3 16,2 0 0-16,1 3 1 0,2 2 0 0,-1-2-4 15,3 1 6-15,0 0-2 0,2-2 2 0,-1 0-5 16,-1-1 4-16,-1-3-3 0,1 0 5 0,-1 0 0 16,1 0 8-16,0-3 7 0,-5-5 1 0,11 5-11 0,-11-5 4 15,15-2-3-15,-6 1-4 0,1-5-3 16,-1-1 1-16,4-3-4 0,-3 1-3 0,0-2 3 16,2-3-2-16,-1-2 0 0,1 1-1 0,-1-2-1 15,0 0 1-15,0 1-1 0,-1-1 2 0,-3 2-1 16,0 4-1-16,2 0 1 0,-4 2-1 0,-1 1 1 0,3 0-2 15,-1 2 1-15,-6 6 0 0,15-4 5 16,-15 4-3-16,16 4-4 0,-4 1 2 0,-1 2-1 16,1 2 0-16,1 0-3 0,0 2 4 0,2-2 4 15,-2 2-4-15,2-1 1 0,-2-1 0 0,-1 0 1 16,-1-2-1-16,-2 0 0 0,1 0 1 0,-2-3 1 0,-2 0 1 16,2 1 4-16,-8-5-2 0,15 1-1 15,-15-1-6-15,13-1 6 0,-3-2 1 0,-3-3-2 16,-1 2-1-16,1-4 2 0,-2-1 1 0,1 2-2 15,-2-2-2-15,0-1 1 0,-2 0 1 0,0-1-1 16,-1 1-5-16,-1-2 5 0,-1 2 1 0,-1 1-1 0,-2-1-2 16,1 2 1-16,-4 2 0 0,2-1-2 0,-4 4-1 15,9 3 1-15,-13-3 1 0,13 3-1 16,-19 6 0-16,10-2-1 0,2 2 0 0,0 2 0 16,1-1 0-16,3 2 2 0,1-1 0 0,2 0-1 15,2 2-1-15,2-2 1 0,4 2-1 0,3-2-2 16,3 0-16-16,2-2-83 0,0 0-138 0,3-1-98 0,1-4-111 15,0 2-138-15,2-3-308 0,-3-1-460 16</inkml:trace>
  <inkml:trace contextRef="#ctx0" brushRef="#br0" timeOffset="102700.71">25960 11929 41 0,'0'0'728'0,"-2"6"-205"0,2-6-124 0,0 0-62 0,-2 6-44 0,2-6-64 0,0 0-32 0,0 0-11 15,-3 9-3-15,3-9-6 0,0 0-8 16,0 0-31-16,0 0-26 0,0 0-24 0,0 0-16 16,8-7-17-16,-4-1-11 0,2 1-9 0,2-6-8 15,-1-1-3-15,0-3 3 0,2-2-1 0,-2-2-5 16,1-3 5-16,-3 0 2 0,2-5 6 0,-3-1-4 15,-2-1 1-15,-1 3 15 0,-1-3-2 0,-1-1-4 16,-1-2 3-16,-2 0-1 0,-3-1 1 0,3 1-5 16,-3 2-4-16,-1 0 1 0,2 0 15 0,-1 3-7 15,1 4-4-15,1 4-1 0,-2 4-10 0,4 0-6 16,-1 5-6-16,0 2-4 0,-1 3-2 16,5 7-3-16,-13-2 11 0,7 7 1 0,-1 5 8 0,-2 5 10 15,2 6-1-15,0 8 21 0,2 6-15 0,1 8 10 16,2 1-16-16,2 3 8 0,2-1-14 0,3 0 1 15,3-1-17-15,2-3 14 0,-1 0-23 0,4-5 16 16,2-2-22-16,-2-7 16 0,1-3-18 0,0-4 14 0,3-1-12 16,-3-5 16-16,1-2-22 0,1-3 18 15,-1-4-22-15,0 0 18 0,-1-5-15 0,-1-1 16 16,2-3-18-16,-1-1 18 0,-1-2-19 0,1-2 19 16,-5-3-17-16,0 1 16 0,1-5-18 0,-3 1 19 15,-2 1-20-15,-1-1 23 0,0-1-22 16,-1 2 19-16,-1 3-18 0,0 0 17 0,-2 1-20 0,3 1 21 15,-3 8-16-15,1-8 14 0,-1 8-18 0,0 0 21 16,0 0-18-16,0 0 15 0,-3 10-16 0,5-4 19 16,-1 3-21-16,0 1 22 0,3-2-20 0,-1 3 23 15,3-1-22-15,-2 0 21 0,2-2-21 0,1 2 18 16,-1-2-18-16,1-1 20 0,-1 0-18 0,0-1 16 16,3-1-17-16,-2-2 18 0,-7-3-13 0,15 3 16 0,-15-3-16 15,13 0 9-15,-13 0-20 0,13-5 22 16,-7 1-18-16,-1-2 19 0,-1 0-22 0,-2-1 17 15,1-3-12-15,-2 2 18 0,-1-1-19 0,-1-2 30 16,-2 2-33-16,0-2 21 0,-4 0-20 0,-3 1 16 16,0 0-16-16,-2 0 19 0,-2 4-15 0,-3-1 12 15,1 2-17-15,-1 1 22 0,-2 3-19 0,4 1 19 16,1 0-7-16,2 0 0 0,0 4-2 0,3-3 0 16,0 2 2-16,2 3-2 0,7-6 2 0,-5 9-6 15,5-9 11-15,8 7-7 0,-2-2 4 0,3-1-12 16,0-1 8-16,6-1-15 0,-3-2 18 0,3 0-17 15,-1-1 19-15,2-3-15 0,0-2 15 0,2 1-21 16,0-4 23-16,1-2-19 0,-1 1 26 0,-1-5-28 16,-1 1 20-16,-3-2-18 0,1-1 16 0,-2 0-15 15,-1-2 2-15,-2 1 2 0,-4 0 2 0,2 1-2 16,-5 2-3-16,3 2 9 0,-3 1-2 0,0 0 1 16,-1 3-3-16,2 0 0 0,-2 3 0 0,-1 6 3 15,0 0 1-15,0 0 0 0,0 0 1 0,0 0 0 16,-5 11 15-16,8 1-19 0,-1 1 18 0,3 5-19 15,-1 1 15-15,4 1-4 0,0-1-1 0,-1 2-1 16,3 1-3-16,-1-3 1 0,2 2 2 0,-3-4-2 16,1 4-1-16,1-6 0 0,-3-1-2 15,-2-1 3-15,2 0 8 0,-4-2-10 0,1-1-4 0,-1-1 2 16,-3-1-1-16,-1 0 2 0,-3-2 2 0,-3 0-1 16,0 0 1-16,-3-2-17 0,-1 0 19 0,0-2-16 15,-1-2 24-15,-1 2-23 0,1-2 19 0,0-2-17 16,2 2 18-16,-3-2-17 0,4-2 19 0,3 2-23 15,1-4 22-15,2-1-22 0,-1 2 19 0,8-4-18 16,0-2 22-16,2 0-23 0,3-1 16 0,5-4-14 16,2-3 14-16,0 0-17 0,4-2 22 0,-1 1-21 15,-1 1 19-15,1-2-17 0,0 0 18 0,-1 2-16 16,-3 3 0-16,-1 1 1 0,-1-1 3 0,-3 2-1 16,-1 0 0-16,1 1 7 0,-3 1-4 0,-1 0 1 15,-1 3 0-15,-2-1-4 0,-2 2 2 0,-1 0 2 16,0 8 1-16,0-10-2 0,0 10 0 0,-6-9 1 15,6 9-2-15,0 0 2 0,0 0 3 0,-13 7-1 16,12-1-1-16,-1 3 16 0,2 3-20 0,0 0 20 16,3 2-20-16,-2 3 14 0,4-2-2 0,-1 3-4 15,3 2 1-15,0-3-1 0,1 2-1 0,-1 0 3 16,1-2-3-16,-1-2-2 0,0-1 1 0,1-2 2 16,-2 1-2-16,-2-5-5 0,1 2 1 0,0-2-2 15,-1-1 4-15,0 0 2 0,-1-1-1 0,-1-1-3 16,-2-5 4-16,3 10 1 0,-3-10-2 0,-7 10-1 15,7-10 4-15,-11 7-4 0,3-3-2 0,-1-1 7 16,3 1-8-16,-1-2 1 0,7-2 2 0,-12 5 0 16,12-5 3-16,-11 4-1 0,11-4 0 0,-7 2 2 15,7-2 1-15,0 0 8 0,0 0-17 0,0 0 1 16,0 0-1-16,2-8 2 0,7 2 2 16,2-2-4-16,1 1 2 0,5-2 0 0,1-1-18 0,0-3 22 15,1 4-16-15,-1-2 22 0,2 0-20 0,-1-2 17 16,2 3-15-16,-3-1 16 0,1 1-14 0,-2 1 15 15,-2 0-16-15,-2 2 17 0,-1-1-17 16,-3 4 14-16,0 0-17 0,-2 0 22 0,0 0-22 0,-7 4 20 16,13-2-18-16,-13 2 14 0,0 0-11 15,14-1 12-15,-14 1-16 0,0 0 19 0,10 2-21 0,-10-2 16 16,0 0-13-16,0 0 18 0,11 1-18 0,-11-1 16 16,0 0-13-16,0 0 14 0,12-1-13 0,-12 1 15 15,9-2-14-15,-9 2 13 0,12-4-18 16,-6-2 20-16,-6 6-16 0,14-7 23 0,-7 3-24 15,-1-1 16-15,-6 5-14 0,10-9 14 0,-10 9 5 16,9-5-9-16,-9 5-15 0,8-8 16 0,-8 8-16 0,5-6-4 16,-5 6 26-16,0 0-22 0,1-6 4 0,-1 6 1 15,0 0 14-15,-13-1-17 0,13 1 18 0,-17 2-15 16,6 3 22-16,1 0-21 0,-1 1 18 0,0-2-23 16,1 3 24-16,1 1-20 0,2-1 23 0,0 0-19 15,1 3 14-15,1-2-21 0,0-1 19 16,2 4-1-16,3-3-2 0,3 1 0 0,0-1-16 15,4-1 18-15,-1 1-20 0,6-1 18 0,2-1-15 0,1 0 28 16,2-3-37-16,-2-1 25 0,4 1-1 0,0-3-3 16,-1-1-1-16,1-2 0 0,-1-1-1 15,5-4 1-15,-4 0-23 0,1 0 31 0,-1-4-24 0,0-1 24 16,-4-4-24-16,3 0 25 0,-4-1-26 16,-2-1 2-16,-2 0 4 0,-2-1 7 0,-2-3-5 15,-1 2 24-15,-1-3-27 0,-4 0 20 0,-1 0-17 0,-2 0 19 16,-2 0-8-16,-3-4-9 0,1 2 10 15,-2-2-2-15,-3 3 3 0,3 0-2 0,0 3 0 16,-1 3-5-16,1 1-2 0,3 4 6 0,-2 0-2 0,3 3 0 16,1 0-5-16,-1 2 3 0,1 1-6 15,0-2 0-15,2 5 4 0,-1-1-5 0,3 6 6 16,-5-8-3-16,5 8 0 0,-5-4 2 0,5 4 4 0,0 0-1 16,0 0-22-16,0 0 19 0,0 0-15 15,0 0 18-15,-9 4-14 0,9-4 17 0,-2 10-6 16,2-4 34-16,1 7-7 0,0 2 54 0,2 3-21 15,2 6-23-15,1 6 9 0,4 11 23 0,1 1 15 16,0-1-17-16,3 6 25 0,-2-1-57 0,3-1 34 16,-1 1-52-16,0-5 40 0,0 2-15 0,3-5-47 0,-2-2 40 15,-1-1-54-15,0-8 26 0,-3-2-129 16,-1-4-104-16,-3-3-205 0,-1-4-174 0,-5-3-224 16,-4-1-450-16,-2-4-886 0</inkml:trace>
  <inkml:trace contextRef="#ctx0" brushRef="#br0" timeOffset="102899.04">25650 11616 728 0,'-25'-1'710'0,"6"0"-154"0,5-1-111 15,3-1-104-15,11 3-70 0,-7-6-50 0,12 0-40 16,6-2-35-16,10-3-36 0,14 0-18 0,10-3-20 15,15 0-15-15,4-3-14 0,0 4-11 0,0 0-23 16,-9 1-156-16,-4 0-201 0,-5 2-255 0,-6-2-312 16,-10 2-485-16</inkml:trace>
  <inkml:trace contextRef="#ctx0" brushRef="#br0" timeOffset="104248.33">23415 13964 119 0,'19'-18'616'0,"-6"4"-142"0,-3 0-141 0,-2 4-47 0,-7 1-75 16,-1 9-31-16,-4-13-51 0,-5 8 2 0,-5 2-9 16,-2 3-14-16,-7 2 17 0,-7 1-12 0,-4 1-23 15,-11 3-7-15,2 1 10 0,-6 2-1 16,2 0-5-16,-2 2 7 0,-1 0-2 0,1-1-17 0,-2 0-10 15,1-2-9-15,0 3-10 0,1-6-9 0,3 2-2 16,3 0-10-16,6-5 1 0,9 2 5 0,2-3 61 16,4-1-17-16,2 1-15 0,3-4-11 15,1-1-11-15,5-2-9 0,2-3-3 0,3-2-7 0,5-2-4 16,2-1-4-16,2-4-2 0,4-4-8 16,1 0 9-16,0-2-5 0,3-2 0 0,-1 0-4 15,-1 0 4-15,-1 2-2 0,1 1 2 0,-3 2-2 16,1 1-3-16,-1 3 2 0,-1 0 6 0,0 4-4 0,-2 0 0 15,1 3-4-15,-2 1 0 0,-2 8 0 0,7-7 35 16,-7 7 18-16,6 5-6 0,2 5 9 0,-1 3-9 16,2 7-4-16,5 8-11 0,-1 7-1 0,6 1-8 0,-2 6-5 15,2-1 0-15,-1 1-6 0,6 8-3 16,-5-8 1-16,4 8-4 0,-3-10 0 0,-1 0-1 16,-3-1-9-16,4 0 11 0,-4-3-11 0,1-1 2 15,-1-1-4-15,-3-8-14 0,0 0-81 0,1-2-116 16,-4-5-102-16,-1-1-133 0,0-5-101 0,0-2-456 15,0-1-614-15</inkml:trace>
  <inkml:trace contextRef="#ctx0" brushRef="#br0" timeOffset="107347.7">24243 13222 371 0,'0'0'424'0,"-2"-6"-84"0,2 6-79 0,0 0-39 0,-7-2-24 15,7 2-37-15,-6 5 18 0,3 2-20 16,-2 3-25-16,3 5-8 0,-1 2 11 0,3 4-20 16,0 4-9-16,0 2 6 0,1 8-6 0,2 1-8 15,5 4 5-15,-1 2-16 0,2 0 4 0,0-1-9 16,1-2-16-16,1 0-8 0,-1-1 4 0,-1-9-11 0,-3-1-6 15,2-4-8-15,-3-4-8 0,1-3-2 16,-2-2 24-16,0-1 23 0,-1-2 15 0,-1-3-7 16,1-4-17-16,-3-5-16 0,0 0-10 0,0 0-8 0,6-2-5 15,-3-4-12-15,-1-5 2 0,1-1-8 16,-1-2 2-16,2-3-1 0,1-1-9 0,0-3 6 16,3-3-4-16,1-2 0 0,1 1-2 0,-1 1 0 15,1 4-3-15,1 1 3 0,0 1-2 0,2 4-1 16,1 2 0-16,1 4 1 0,-2 2-1 0,2 2 0 15,-1 3-1-15,2 1 1 0,-1 4 2 0,3 1-4 0,-4 2 3 16,5 2-1-16,-2-1-3 0,-1 3 4 0,1-1-3 16,0-1 4-16,-3 0-2 0,1-1 5 0,-1 0-7 15,0-2 7-15,0 0-5 0,2-2 5 16,-2 0-4-16,1-4 2 0,-1 0-4 0,3-3 6 16,-2 0-8-16,2-3 4 0,-1 0 0 0,1-4 1 0,-2-1-2 15,2-3-1-15,-4 1-2 0,-1-3-1 16,-1 1 1-16,-2-2 0 0,-2 2 0 0,-2-1-1 0,0 0 0 15,-2 2 2-15,-2 0 2 0,-1 3-1 0,0 0 1 16,-2-1 1-16,-2 4-2 0,-1 0 10 16,-4 3-11-16,-1 3 2 0,-1 1-1 0,-4 2 2 0,0 3 1 15,-2 3-2-15,2 1 0 0,-2 3 0 0,4 1 0 16,1 3 2-16,3-1 0 0,2 0 0 0,5 1-7 16,0-1 9-16,5 1-4 0,3 0 8 0,5 1-8 15,4-2 1-15,2 0-1 0,4-4 4 0,2 1-4 16,0-3 0-16,4-1 1 0,-1-2 1 0,0 0-2 15,3-1 4-15,1-4-5 0,-2-2 4 0,2-2-5 16,3 0 6-16,-4-3-1 0,1-3 2 0,-3 1-1 16,-2-3-1-16,0 1 3 0,-4-3-7 0,2 1 4 15,-5-1-2-15,-1 1 0 0,-2-2 0 0,0 0 1 16,-3 1 1-16,-1-2 9 0,-2 5-10 0,-2-3 3 16,-1 4-4-16,-2-1 3 0,0 0 2 0,-2 3-1 15,-2 0-2-15,-5-1-1 0,0 2 0 0,-1 0 0 16,-3 2 0-16,-4 1-1 0,3 1-1 0,-3 2 2 15,-1-1-1-15,1 2 0 0,-1 2-2 0,3-1 2 16,-1 2-1-16,-2 2 2 0,1 0 0 0,1 3-3 16,0 0-1-16,2 1 5 0,0 1 0 0,2 0 0 15,1 1-2-15,2 1 2 0,0-1-1 0,3 0 1 16,-1 0-1-16,3-1-1 0,-1-1 1 0,0 1 1 16,1-1-3-16,0-1 1 0,0 0 1 0,-2-1-1 0,2-7 1 15,0 12 1-15,0-12-1 0,0 10 4 16,0-10 1-16,0 9 7 0,0-9 20 0,0 6-3 15,0-6-4-15,0 0-2 0,0 0-4 0,-1 7-7 16,1-7-1-16,0 0-2 0,0 0-4 0,0 0-1 16,0 0-2-16,8-3-1 0,-8 3 0 0,14-2 1 0,-4 2 3 15,3-3-8-15,0 2 1 0,4-2 0 16,0 2 1-16,2-1-1 0,3-1 0 0,4 2-1 16,3-2 4-16,4-2-2 0,2 1 0 0,0 1 1 15,0-3-2-15,-1 1-1 0,-2 0 5 0,-5 0-3 16,1-1 0-16,-3 1 5 0,0-2-6 0,-2 1 1 15,-1-1-1-15,-3 0 7 0,2-2-9 0,-4 0 11 16,-4 1-9-16,1 0 7 0,-1-3-8 0,-3 0 9 16,-2 1-4-16,-1-3-6 0,-1-1 1 0,-2 0 0 15,-2-1 1-15,-1 0 1 0,-1 0 0 0,-1-1 0 0,0 0-1 16,-2-1 6-16,-2 3-2 0,0-2 1 16,-3 3-1-16,2 1-3 0,-2 0 0 0,-1 4 3 15,-1 2-4-15,1 1 2 0,9 5 1 0,-20 2 0 16,10 2 0-16,-3 4-2 0,-1 3 0 0,0 3 0 15,0 1-1-15,2 0 0 0,-1 2 3 0,3 0-5 0,1-1 10 16,1-2-9-16,1-3 4 0,0 2-4 0,4-2 3 16,-1-1 0-16,0-2 2 0,2-1 1 15,2 0-3-15,0-7 0 0,7 9 4 0,-7-9-5 16,13 3 1-16,-13-3 1 0,20-1-1 0,-9-2-1 16,1-4 3-16,2-2-5 0,2-1 1 0,-2-3 0 0,0-2-2 15,-1-2 5-15,-2-1-3 0,0-7 0 0,-3 0 1 16,0-2-1-16,-4 0-4 0,-4-1 7 15,0-6-3-15,-3 0 6 0,-1-2-8 0,-1-4 6 16,-4-3 4-16,0 2-6 0,0 1-1 0,0 1 2 16,-1 1-2-16,1 8 3 0,4 7-4 0,-1 2-2 0,1 3 2 15,1 4-6-15,0 3 6 0,0 5-2 0,4 6 1 16,0 0-1-16,-4 6-2 0,4 6 6 16,2 6-4-16,-1 7-6 0,0 6 8 0,2 6 5 0,2 8-2 15,0 0 2-15,1 3 1 0,-2-4-1 16,5-2-1-16,1 3 2 0,-1-7-7 0,2-1 2 0,-1-10 1 15,-1 2 2-15,0-6-1 0,-2-4 1 0,1-1 1 16,0-4 5-16,-2-3-1 0,3-1 1 16,0-4-1-16,0-2-5 0,-9-4 0 0,19 0 0 0,-9-4 2 15,1-2-4-15,1-4 1 0,-3-2-3 16,5-3 1-16,-2-2 1 0,-1-1 1 0,3-5-2 0,-1 0-1 16,1 2-6-16,-1-2 10 0,-2 6-10 0,3-1 13 15,1 3-8-15,0 1 2 0,0 0-4 16,4 0 4-16,-3 6-9 0,3-2 11 0,-4 6-6 0,3 0 6 15,0 3-6-15,-3 1 6 0,3 2-9 16,-2 3 10-16,1 1-1 0,-2 2-2 0,-2 1-2 0,0 0 2 16,-4 0 0-16,0 3-2 0,-2-1 2 0,-5-1-2 15,1 2-4-15,-5-3-2 0,1 2 2 0,-7 1-6 16,-2 0-10-16,-1-3-35 0,-3 2-59 16,-4 0-62-16,-3-3-85 0,2 1-59 0,1-1-52 0,-3-1-67 15,5-1-83-15,0-1-308 0,3-2-372 16</inkml:trace>
  <inkml:trace contextRef="#ctx0" brushRef="#br0" timeOffset="107497.6">26342 13184 521 0,'14'-7'548'0,"-3"-1"-106"0,-3 3-17 0,1-1-43 0,-1 1-56 16,-1-1-40-16,-3 2-43 0,4 0-54 15,-8 4-36-15,9-7-35 0,-9 7-34 0,7-5-60 16,-7 5-132-16,0 0-186 0,0 0-241 0,-7 5-346 15,-2 0-441-15</inkml:trace>
  <inkml:trace contextRef="#ctx0" brushRef="#br0" timeOffset="108548.05">22587 15420 50 0,'-6'-19'621'0,"0"0"-129"0,1 3-64 0,0 2-35 0,1 1-66 0,-1 3-55 16,2-1-40-16,0 4-3 0,-1 2-21 16,4 5 12-16,0 0-32 0,-13 6-36 0,6 4 15 0,2 4-16 15,-1 6-7-15,3 4-33 0,-1 8 3 0,1 2-17 16,3 3 5-16,0 2-24 0,5 4-2 0,-2 1-14 15,3 1 9-15,-2-3-24 0,5-1-11 0,-3-1-7 16,1 1-8-16,-1-8-13 0,-2 0-59 0,4-3-62 16,-1-1-78-16,-3-5-123 0,4-3-119 0,-3 0-127 15,4-7-522-15,-3-3-699 0</inkml:trace>
  <inkml:trace contextRef="#ctx0" brushRef="#br0" timeOffset="108898.24">22863 15486 394 0,'-2'-7'655'0,"0"1"-133"0,2 6-96 15,-6-11-56-15,6 11-51 0,0 0-37 16,-12 0-24-16,12 0-43 0,-10 11-49 0,8-1-24 0,-4 1-28 16,3 4-15-16,1 2-18 0,0 0 25 15,0 2-10-15,4 2-15 0,0 2-21 0,1 0-5 16,2-2-7-16,0 1 15 0,3-3-14 0,-1 0-1 0,-2-3-6 15,3-3 6-15,-1 0-5 0,0-3 13 0,1-1-8 16,0-5 5-16,-1 0-7 0,-7-4-8 0,18-2-16 16,-9-3 4-16,4-5-15 0,-4 0 5 0,1-5-10 15,-1-4 12-15,-1 0-18 0,-3-1 10 0,0-4-12 16,-4 0 2-16,2-1 4 0,-5 1-4 0,1-1 0 16,-3 2 2-16,-2 1-8 0,-2 1 6 0,-3 4-4 15,-1 2 5-15,-4 2-10 0,0 4 9 0,-2 2-4 16,2 3-19-16,-2 2-31 0,1 5-80 0,-2 0-84 15,1 4-98-15,3 4-72 0,0 3-102 0,3 1-108 16,4 1-311-16,3 0-474 0</inkml:trace>
  <inkml:trace contextRef="#ctx0" brushRef="#br0" timeOffset="109398.4">23810 15343 412 0,'5'-13'333'0,"-2"1"-49"0,-1 0-28 0,3-1-27 15,-3 3 15-15,0-3-9 0,-2 2-9 0,3 0-8 0,-3 0-4 16,1 1-27-16,-1 2-9 0,0 0-29 0,-1 1-1 15,-3 2-7-15,4 5 9 0,-13-5 0 0,13 5 24 16,-19 6-32-16,4 2-21 0,-1 3 40 16,-4 6-18-16,-1 5 12 0,2 3-6 0,-1 4-6 0,1 2-13 15,5 0-25-15,2-1-11 0,3-1 10 0,1 0-6 16,6-1 41-16,2-2-35 0,1-1 1 0,4 0-15 16,4 0 3-16,4-1-11 0,0-1-13 0,5-2-13 15,2-3-11-15,1-4-9 0,4-1-9 0,3-3-13 16,-2-4-12-16,1 0-25 0,-1-2-46 0,-1-3-48 15,-2-1-72-15,-3-2-89 0,-2-3-100 0,1 1-59 16,-5-1 2-16,2-4-64 0,-5 1-61 0,1-2-484 0,-3 1-661 16</inkml:trace>
  <inkml:trace contextRef="#ctx0" brushRef="#br0" timeOffset="109821.97">24144 15497 241 0,'-9'3'767'0,"9"-3"-167"16,-9 2-100-16,9-2-51 0,0 0-61 0,-9 4-36 0,9-4-50 16,0 0-41-16,-7 4-19 0,7-4-14 0,-5 6-41 15,3 1-28-15,0 0-40 0,1 4-16 0,1 2-6 16,1-1 2-16,1 5-22 0,0 0-10 0,3 1-8 16,0 0 19-16,3 1-31 0,1-1-4 0,-1-1-2 15,-2-2 1-15,3-2 1 0,1 0-7 0,-1-3-4 16,3 1 4-16,-1-5 9 0,1-2-14 0,-2-1-8 15,5-2-1-15,-4-3-4 0,1-1-4 0,1-4-2 16,-1-4 0-16,0-2 5 0,1-5-7 0,-3 1-3 16,-2-4-1-16,-3 1 2 0,2-3 0 0,-4 3 7 15,1 2-9-15,-1 1 6 0,-1 0 5 16,-2 4 5-16,1 0 0 0,1 2-6 0,-2 1-6 0,1 2 1 16,-1 8-1-16,0-11 1 0,0 11 11 0,0 0 2 15,-1 13 0-15,1 0 8 0,-2 5 0 0,2 6 7 16,2 2-19-16,-1 9 14 0,3-1-27 0,-1 1-1 15,-1 3 5-15,5 2-2 0,-2 1-2 0,2 0 1 16,-4-6-1-16,1 0-3 0,-2-2-3 0,3-1-1 16,-3-4 1-16,0-2-23 0,-2 0-17 0,0-5-82 15,0-2-50-15,-2-1-59 0,0-2-105 0,-3-2-110 16,1 0-52-16,-3-3-101 0,-1-4-120 0,0-3-280 0,8-4-595 16</inkml:trace>
  <inkml:trace contextRef="#ctx0" brushRef="#br0" timeOffset="112279.35">25509 14759 172 0,'1'-9'623'0,"-1"0"-173"0,1 4-110 0,-1 5-72 0,0 0-48 16,0 0-51-16,3 7-21 0,-1 2-24 0,-1 1-26 16,-1 5-18-16,2 2-11 0,-1 4-17 0,0 0-10 15,3 5-5-15,-1-2-5 0,-1-1-10 0,3 2-2 16,-1-2-6-16,0-1-4 0,2-3-7 0,-2-2 3 15,1-2-6-15,-1-2-77 0,3-4-136 0,-2-3-132 16,-5-6-406-16,11 3-261 0</inkml:trace>
  <inkml:trace contextRef="#ctx0" brushRef="#br0" timeOffset="112463.98">25730 14721 4 0,'0'0'439'0,"0"0"-85"16,7 8-31-16,-4 3-3 0,-2 5-25 0,0 5-26 15,-1 6-16-15,0 7-20 0,-1 5-28 0,-2 9-7 16,2 1-24-16,1 6 8 0,0 1-35 0,-1 2-29 16,2 11-8-16,-1-11-15 0,0 1-25 0,3-3-8 15,-1-2-19-15,0-2-4 0,0-3-22 0,1-5-20 16,1-7-46-16,-2-4-132 0,1-7-77 0,2-2-115 0,-1-2-87 16,-2-7-370-16,3-2-365 0</inkml:trace>
  <inkml:trace contextRef="#ctx0" brushRef="#br0" timeOffset="112749.98">25845 15368 97 0,'7'-12'695'0,"-2"2"-172"0,-1 1-147 0,3 2-75 16,-2 1 9-16,1 0-25 0,2 3 17 0,-8 3-27 16,14-3-46-16,-14 3-44 0,16 0-33 0,-7 3-29 15,-1 2-21-15,-1-1-18 0,1 3-9 0,-1-1-16 16,-1 1-8-16,-2 1-9 0,0 1 0 0,-3 1-14 15,0-2-1-15,-2 1-7 0,1 1 2 0,-4 0-9 16,-1 0 9-16,1-1-4 0,-3 0 6 0,-1-2 1 16,4 2 7-16,-2-3 8 0,1 1 17 0,1-1-8 15,0-2 12-15,4-4-19 0,-8 8 4 0,8-8-18 16,0 0 1-16,0 0-11 0,0 0 1 0,25-4-10 16,-9-3 0-16,5-3-6 0,7-1-1 0,5-4 0 15,3-3-3-15,-2 2-9 0,-2 0-14 0,-4 1-42 16,-3 2-88-16,-1-2-111 0,-4 3-117 0,-4-1-112 15,0 1-119-15,-5 1-311 0,-4 0-495 0</inkml:trace>
  <inkml:trace contextRef="#ctx0" brushRef="#br0" timeOffset="113017.87">25999 14724 69 0,'12'-13'615'0,"-2"0"-172"0,2 2-76 0,4 6-73 16,-1 2 38-16,6 3-12 0,4 5-10 0,3 6-24 16,8 8-6-16,1 4-34 0,9 12-29 15,-5 3-8-15,2 6-43 0,-3 4-33 0,-3 2-29 0,-5 6-25 16,-2 2-14-16,-5 5-9 0,-7-1-12 0,-4 4-4 16,-5-1-12-16,-6-8-1 0,-6-2-18 15,-6 9-7-15,-3-3-17 0,-8-4-32 0,-1-1-37 16,-5-5-39-16,-3-5-27 0,-2-3-52 0,-4-1-49 0,5-13-41 15,-3-1-49-15,-2-4-48 0,-1-5-72 0,-2-5-297 16,5-5-269-16</inkml:trace>
  <inkml:trace contextRef="#ctx0" brushRef="#br0" timeOffset="113248">25232 14854 1112 0,'-5'-8'781'0,"0"3"-179"16,5 5-143-16,0 0-77 0,-11 11-61 0,4 5-56 16,2 12-48-16,-1 6-8 0,1 12-50 0,2 5-30 0,2 8-23 15,3 13-18-15,2 3-17 0,3 3-11 16,5-2 4-16,2-1 0 0,6-2-29 0,1-3-6 16,6-6-6-16,5-2-11 0,1-6 0 0,8-6-16 15,0-6-22-15,5-8-70 0,1-9-159 0,-2-10-120 0,1-5-85 16,3-9-100-16,1-5-509 0,-2-6-685 15</inkml:trace>
  <inkml:trace contextRef="#ctx0" brushRef="#br0" timeOffset="115468.02">26275 14091 507 0,'-2'-9'460'0,"-1"-1"-94"15,2 3-91-15,-2 0-54 0,3 7-18 0,-4-8-19 0,4 8-3 0,0 0-28 0,-11 5 12 0,6-1-20 16,0 5-2-16,-2 2-28 0,1 3-18 0,-3 1-17 0,4 4-13 15,-1 1-10-15,2 2-12 0,0 0 18 0,1 2-6 16,3-5-10-16,1 1-10 0,3-1-7 16,0 1 0-16,3-1 3 0,2-3 5 0,5-1-7 0,1-3-4 15,4-3-7-15,5-4-3 0,1-2-12 0,4-4 0 16,-1-2-6-16,7-3-8 0,-3-4-84 0,-2-1-78 16,-4-3-56-16,-2-2-63 0,-3-2-50 15,-3-2-57-15,-3-1-358 0,-6-1-265 0</inkml:trace>
  <inkml:trace contextRef="#ctx0" brushRef="#br0" timeOffset="115646.19">26431 14037 281 0,'-1'16'416'16,"0"2"-61"-16,-1 2-21 0,4 4-31 0,0 1-40 16,2 7-18-16,5-2-31 0,-1 3-34 0,3 5-2 15,2 1-39-15,0 1-8 0,3 1-35 0,-3 2-20 16,4-2-14-16,-3 3-13 0,-3-1-14 0,3-2-23 15,-3-2-60-15,-1 0-115 0,-3-7-138 0,0-2-167 16,-1-4-291-16,-2-4-270 0</inkml:trace>
  <inkml:trace contextRef="#ctx0" brushRef="#br0" timeOffset="115898.13">27787 14202 1056 0,'9'-13'718'0,"-3"4"-135"16,1 1-152-16,-3 2-80 0,1 2-68 16,-5 4-37-16,0 0-54 0,0 0-33 0,14 4-38 0,-10 4-19 15,0 1-22-15,-1 2-14 0,3 3-17 0,-1 0-5 16,2 1-13-16,0 3-12 0,0 0-25 15,2-1-66-15,-1-2-105 0,-2-2-97 0,1-1-47 0,-1-1-81 16,-1-5-76-16,0-1-402 0,-5-5-440 0</inkml:trace>
  <inkml:trace contextRef="#ctx0" brushRef="#br0" timeOffset="116103.08">27957 14058 149 0,'3'-17'454'0,"-1"4"-107"0,1 3-91 0,-2 0-43 16,0 4-19-16,-1 6 45 0,0 0 15 0,0 0-15 15,11 9 11-15,-6 5-20 0,-3 8 23 0,1 3-10 16,-1 10-10-16,0 3-16 0,0 10-28 0,-2 3-27 16,0 4-34-16,-2 4-23 0,2 9-26 0,-2 3-14 15,2-13-17-15,0 1-5 0,0-2-14 0,2-1-8 16,0-3-8-16,1-4-13 0,-1-4-143 0,2-3-144 16,1-7-91-16,2-6-120 0,-2-5-114 0,1-3-250 0,2-6-410 15</inkml:trace>
  <inkml:trace contextRef="#ctx0" brushRef="#br0" timeOffset="116401.63">28183 14697 355 0,'6'-20'530'0,"-1"3"-86"0,1 1-58 16,-1 1-32-16,0 0-29 0,2 5-34 0,0-1-12 0,1 1-44 16,0 1-22-16,-1 5-20 0,3-1-16 0,-10 5-26 15,16-1-24-15,-16 1-23 0,18 4-15 0,-9 1-15 16,-2 3-13-16,0 0-4 0,0 0-2 0,-2 3-14 15,-2 2 19-15,-2-1-16 0,-1 2-4 0,-2 0-13 16,-2 2 1-16,-1-2-10 0,-3 0 4 0,2 1-12 16,-1-2 8-16,0-3-14 0,0-1 8 0,2 1-5 15,1-3 36-15,-1 1 8 0,3-2 19 0,-2-2-22 16,4-4 4-16,0 0-29 0,0 0 6 0,9-2-14 16,1-3 7-16,5-3-12 0,3-5-7 0,5-1 1 15,3 0-7-15,4-3-2 0,1-4-5 0,1 2-10 16,1 0-17-16,-2-2-30 0,0 1-90 0,-1 1-96 15,-5 3-71-15,-1 1-74 0,-4-3-104 0,0 1-567 16,-5 3-686-16</inkml:trace>
  <inkml:trace contextRef="#ctx0" brushRef="#br0" timeOffset="116631.52">28500 14006 383 0,'-5'-13'540'0,"-1"2"-128"0,1 2-88 0,5 9-67 0,-4-7-47 15,4 7 8-15,0 0 3 0,6 13 5 0,3 1-20 16,4 7-11-16,5 11-3 0,4 1-26 0,-1 7-34 16,7 7-16-16,-1 3-21 0,0 3-11 0,-1 2-19 15,-3 1-12-15,-4 3-9 0,-5-1-15 0,-5-4 3 16,-4-3-16-16,-4 2 7 0,-5-1-10 0,-2 0-3 16,-7 7-4-16,-6-4 2 0,-4-1-23 0,-4-2-28 15,-2-6-25-15,-2 0-37 0,-3-7-33 0,4-8-30 16,0-4-34-16,1-5-42 0,-1-3-62 0,3-5-111 15,3-7-395-15,-1-4-345 0</inkml:trace>
  <inkml:trace contextRef="#ctx0" brushRef="#br0" timeOffset="116850.96">27498 14233 402 0,'-12'1'754'0,"1"2"-187"15,-2 4-89-15,-3 6-72 0,-2 6-44 0,-5 10-61 0,1 3-63 16,3 7-33-16,1 3-37 0,0 15-21 0,7 3-24 16,4 2-20-16,7-5-5 0,4 7-25 0,9 1-15 15,6-3-10-15,9-2 4 0,7-3-9 0,6-3-11 16,6-4-4-16,5-5-5 0,2-7-9 0,6-4-11 16,2-6-10-16,0-7-56 0,1-6-92 0,-8-8-123 15,0-4-103-15,-2-6-115 0,-3-5-547 0,-1-6-659 16</inkml:trace>
  <inkml:trace contextRef="#ctx0" brushRef="#br0" timeOffset="117081.37">28565 13665 46 0,'-16'-24'662'0,"3"7"-161"0,2 1-125 16,2 3-56-16,1 1-41 0,2 5-21 0,2 2-32 15,4 5-1-15,0 0-25 0,0 0 24 0,11 9-37 16,-2 4-35-16,5 3-28 0,3 8-15 0,3 5-25 0,-2 3-19 16,0 4-9-16,-1 0-18 0,1 2-5 15,-3 1-13-15,0-2 2 0,-2-1-16 0,0-6-1 16,-4-3-125-16,-2-1-146 0,0-4-74 0,-3-4-78 16,-2-7-92-16,-2-2-300 0,0-9-343 0</inkml:trace>
  <inkml:trace contextRef="#ctx0" brushRef="#br0" timeOffset="117396.72">28805 13644 141 0,'5'-16'527'15,"1"4"-165"-15,-2 4-36 0,-2 2-32 0,-2 6 8 0,5-5-7 16,-5 5-19-16,8 5-23 0,-5 1-22 16,2 2-9-16,0 3-38 0,0 1 5 0,0 3-14 15,2 0-31-15,1 0-23 0,-1 0-25 0,-1 0-19 16,1-1-14-16,-1-1-12 0,0-2-13 0,-1 1-6 15,1-4-3-15,-1 0-3 0,1-2-5 0,-6-6-6 0,12 4 1 16,-12-4-5-16,15-4-2 0,-7-1-2 0,2-4 1 16,-2-1-3-16,1-3-3 0,-1 0-1 15,-3-5-1-15,1-2 4 0,-4 1-6 0,1-1 7 16,-2 0-8-16,-4-3 5 0,2 1-4 0,-4 1 6 16,-1 1-8-16,-2 3 4 0,0 3-3 0,-1 1 7 15,-3 3-8-15,-1 4 5 0,-1 2-4 0,-2 4 3 16,2 2-8-16,-4 4 0 0,1 4-51 0,3 2-136 15,2 3-99-15,1 2-83 0,4 0-108 0,7-2-492 16,0 2-567-16</inkml:trace>
  <inkml:trace contextRef="#ctx0" brushRef="#br0" timeOffset="117580.52">29291 13690 116 0,'16'-8'704'0,"-5"0"-134"0,1 0-98 0,2-1-38 0,1-1-56 16,6-2-59-16,3-1-34 0,3-1-60 0,6-3-39 16,1 3-41-16,2-1-25 0,0 1-29 0,-5 3-11 15,1 1-28-15,-2-1-1 0,2 3-21 0,-4-1-2 16,0 1-16-16,-2 1-80 0,-3 0-159 0,-4 2-117 16,-2-1-130-16,-2 2-521 0,-2-2-594 0</inkml:trace>
  <inkml:trace contextRef="#ctx0" brushRef="#br0" timeOffset="118017.75">30525 13372 98 0,'12'-4'749'0,"-3"1"-180"15,-9 3-122-15,13-4-7 0,-13 4-72 0,0 0 11 0,0 0-26 16,0 0-39-16,-19 4-28 0,-3 2-65 0,-7 2-36 15,-11 4-42-15,-6 4-19 0,-11 3-30 0,-5 1-11 16,2 0-20-16,-1 3-12 0,3-3-11 0,2 0-7 16,10-4-6-16,1 0 0 0,2-2-10 0,5 0-3 15,6-4 0-15,2-1-1 0,2-1-7 0,8 1 1 16,-1-3 1-16,5-1 2 0,2 0 0 0,1 0 56 16,3-4-22-16,10-1 4 0,-15 0-25 0,15 0 14 15,-3-11-12-15,5 2-4 0,1-2-6 0,3-5-1 16,1-3-6-16,5-7-3 0,1-2 0 0,1-8-2 15,4 0-2-15,-1-4 0 0,-1 1-1 0,2 0 5 16,0 4-2-16,-3 2 4 0,-2 5-17 16,0 5 13-16,-4 4-14 0,-1 3 9 0,-2 4-11 0,4 5 49 15,-10 7-9-15,17 0 49 0,-4 10 28 0,1 6-1 16,6 10 8-16,-1 8-3 0,4 3 26 0,2 10-27 16,0 4 6-16,3 1-23 0,-3 2-11 15,3 1-52-15,0 2 31 0,0 2-14 0,0-1-10 0,-1-1-13 16,-2 0-13-16,0-2-114 0,-5-5-100 15,-1-9-157-15,-6 0-177 0,0-4-131 0,-7-8-163 0,-2-5-447 16,-4-6-888-16</inkml:trace>
  <inkml:trace contextRef="#ctx0" brushRef="#br0" timeOffset="118134.05">30287 13991 390 0,'4'-18'649'0,"-2"5"-95"0,1 2-83 15,-1-1-46-15,0 3-57 0,0 0-48 0,-2 2-63 16,2 0-54-16,-1 1-45 0,-1 6-55 0,2-9-110 15,-2 9-235-15,0 0-387 0,0 0-317 0,-21 4-527 16</inkml:trace>
  <inkml:trace contextRef="#ctx0" brushRef="#br0" timeOffset="127363.81">16005 15416 233 0,'0'-12'456'0,"0"-1"-105"0,1 5-74 0,-1 0-68 0,0 8-40 0,2-9-10 0,-2 9 5 0,0 0-20 0,0 0 8 0,2 5-15 0,0 4-16 16,0 2-1-16,2 6-29 0,1 4-15 0,-1 2-10 15,5 5-12-15,0 2-18 0,1 0-2 0,3 4-7 16,0 0-1-16,1 1-12 0,0-1 5 0,1-1-7 16,-3-6 1-16,-1 2-8 0,0-1 3 0,0 0-4 15,-2-2-38-15,-4-3-114 0,1-1-144 0,-2-3-137 16,-4 0-294-16,-4-2-227 0</inkml:trace>
  <inkml:trace contextRef="#ctx0" brushRef="#br0" timeOffset="128513.79">16069 15451 352 0,'-10'-14'418'0,"5"0"-89"0,0 1-62 0,0-1-30 0,1 0 2 0,1 1-60 0,3 0-3 16,3 0-53-16,1-1-8 0,2 0-34 0,4-2-12 0,4 3-5 15,2 0-5-15,0 0-16 0,6 2 4 16,-2 3 22-16,5 0-13 0,0 4 13 0,1 0-14 0,-3 4-9 15,1 2 4-15,0 4 7 0,-1 2-7 0,-2 3-7 16,-3 2-8-16,-3 2-5 0,-3 3 2 0,-5 2 10 16,-4 1-8-16,-2 0-3 0,-5 2 2 15,-6 4-7-15,-8 4 6 0,-1-1 17 0,-5-3-4 0,-2-1 27 16,-3-2-7-16,-2-4-2 0,0-1-18 16,-2-1 1-16,5-5-9 0,1-2-6 0,-2-2-15 15,3-3 6-15,3 0-12 0,0-1 6 0,4-1-15 16,2-3-7-16,2 0-45 0,15-1-107 0,-19-1-61 15,19 1-79-15,-9-6-54 0,9 6-56 0,4-8-417 16,2 2-363-16</inkml:trace>
  <inkml:trace contextRef="#ctx0" brushRef="#br0" timeOffset="128930.06">16907 15375 388 0,'0'0'484'0,"-10"-1"-85"0,10 1-39 0,0 0-5 15,-12-1-7-15,12 1-31 0,0 0-18 0,-9-2-28 0,9 2-43 16,0 0-44-16,-6-6-36 0,6 6-29 0,3-7-21 16,-3 7-24-16,9-10-16 0,-3 3-10 0,3 2-11 15,4-2-3-15,1-2-10 0,3 0-2 0,3-1-8 16,6-4-2-16,-1 3-3 0,5-3-2 0,3-1-4 15,3 0-1-15,-7 1-21 0,-3 2-61 0,-6 3-53 16,0-1-71-16,-5 4-35 0,-1 0-59 16,-7 2-32-16,-7 4 10 0,0 0 0 0,0 0-36 0,0 0-288 15,-9 6-154-15</inkml:trace>
  <inkml:trace contextRef="#ctx0" brushRef="#br0" timeOffset="129081.3">16837 15541 153 0,'-4'11'459'0,"-1"-4"-91"0,5-7-28 15,5 9-58-15,-5-9-14 0,13 0-54 0,-4-2-20 16,5-2-33-16,3 1-28 0,3-2-23 0,4-3-19 16,5-1-32-16,1 1-4 0,3-3-10 0,7-1-4 15,1-1-11-15,4 3-8 0,-2-5 0 0,-1 3-15 16,-1-1-96-16,-2 3-127 0,-9 0-165 0,-3-1-371 16,-5 3-263-16</inkml:trace>
  <inkml:trace contextRef="#ctx0" brushRef="#br0" timeOffset="130548.75">17843 14731 67 0,'-1'-17'457'0,"0"4"-96"0,1 1-57 0,-2 2-56 0,1-3-17 0,0 5-43 16,-1-1-11-16,1 1-40 0,1 1 4 0,-1 2-48 0,1 5 13 15,-2-13-35-15,2 13 23 0,-1-8-24 16,1 8 25-16,0-9-7 0,0 9 22 0,-1-6-6 16,1 6 15-16,-1-7-3 0,1 7 4 0,0 0 9 0,-2-9-9 15,2 9 2-15,0 0-14 0,0 0-6 16,-1-7-26-16,1 7-4 0,0 0-20 0,0 0-3 15,0 0-15-15,0-6-1 0,0 6-14 0,0 0 2 16,0 0-10-16,0 0 1 0,0 0-3 0,0 0 0 0,-1-7-7 16,1 7 4-16,0 0-7 0,0 0 7 0,0 0-7 15,0 0 5-15,0 0-6 0,0 0 7 0,0 0-8 16,0 0 6-16,0 0-6 0,0 0 4 0,0 0-8 16,0 0 10-16,0 0-8 0,0 0 4 0,0 0-7 15,-2-6-1-15,2 6-7 0,0 0-2 0,0 0-13 16,0 0 0-16,0 0-17 0,0 0-13 0,0 0-17 15,0 0-20-15,0 0 2 0,0 0 1 0,0 0 28 16,0 0 0-16,0 0 26 0,0 0-6 0,0 0 17 16,0 0 0-16,3 4 15 0,-3-4-12 0,0 0 19 15,0 0-11-15,0 0 16 0,3 9-15 0,-3-9 18 16,0 0-9-16,0 0 13 0,0 0-14 0,0 0 16 16,0 0-14-16,0 0 13 0,0 0-14 0,0 0 12 15,2 4-9-15,-2-4 13 0,0 0-13 0,0 0 13 16,0 0-12-16,0 0 10 0,0 0-9 0,0 0 7 15,0 0-10-15,0 0 13 0,0 0-8 0,0 0 11 16,0 0-12-16,0 0 8 0,0 0-9 0,0 0 10 16,0 0-14-16,0 0 18 0,0 0-20 0,0 0 20 15,0 0-20-15,0 0 23 0,0 0-14 0,0 0 9 0,0 0-7 16,0 0 11-16,0 0-12 0,0 0 13 0,0 0-17 16,0 0 13-16,0 0-8 0,0 0 6 0,-9-3-7 15,9 3 8-15,0 0-6 0,0 0 14 16,-7-5-5-16,7 5 6 0,0 0-11 0,0 0 7 0,-5-5-9 15,5 5 7-15,0 0-8 0,0 0-1 0,0 0 0 16,0 0 5-16,0 0-11 0,-6-3 10 16,6 3-10-16,0 0 8 0,0 0-10 0,0 0 8 0,0 0-3 15,0 0 26-15,0 0 4 0,-5 6 4 0,5-6-7 16,-4 12 1-16,3-2 8 16,-2-1-2-16,2 2-6 0,-1 1-12 0,2 1 10 0,-3 2-8 15,6 0 0-15,-3 2-4 0,2 0-1 0,-2 1-1 16,4-2-5-16,0 4-1 0,0-4 0 0,0 2 1 15,0-4-1-15,-1 3-3 0,4-3 1 0,-5-1-4 16,2-1-5-16,0-2-11 0,-2-1-79 0,1-1-68 0,0 1-56 16,-3-9-56-16,2 7-58 0,-2-7-37 0,0 0-56 15,0 0-246-15,0 0-182 0</inkml:trace>
  <inkml:trace contextRef="#ctx0" brushRef="#br0" timeOffset="130763.62">17981 14591 485 0,'5'-8'385'0,"-1"-2"-78"0,-1 5-85 0,-3 5-12 16,5-4 33-16,-5 4 24 0,2 6-14 0,1 1 24 16,-3 7 1-16,0 6-25 0,0 8 4 0,-3 6-31 0,3 5 17 15,-1 10-45-15,1 1 8 0,0 3-40 16,0 2-37-16,0 2-8 0,4 1-39 0,-4-1-6 16,2 1-16-16,-2-1-12 0,0-2 2 0,3-2-23 15,-2-4 4-15,2-2-16 0,1-3 4 0,-2-11-36 16,3-1-42-16,-2-6-131 0,1-3-136 0,-1-4-61 15,-1-4-107-15,0-3-59 0,1-4-419 0,-3-8-563 16</inkml:trace>
  <inkml:trace contextRef="#ctx0" brushRef="#br0" timeOffset="131064.38">18182 15259 126 0,'16'-22'557'0,"-3"4"-154"0,0 4-63 0,2-1-31 15,-1 4-10-15,2 0 10 0,-1 4-42 0,-1 2-25 16,0 1-35-16,-2 3 6 0,-1 1-14 0,2 3-25 15,-2 1-19-15,3 0-16 0,-5 4-26 0,2 1-21 16,-1-1-21-16,-4 4-6 0,1 1-14 0,-4 0-11 16,0 0-6-16,-4 1 28 0,-2 2-12 15,-2 3-10-15,-3 0-9 0,-4-1 1 0,-4 2-12 0,-2-1 2 16,2 0-8-16,-1-3 2 0,4-4 18 0,1-2 80 16,1-1 24-16,2-1 36 0,0 0-5 0,9-8-34 15,-7 3-26-15,7-3-22 0,6-5-18 0,4-4-8 16,6-2-56-16,7-3 40 0,7-4-53 15,5-2 8-15,2-2-1 0,5-2-4 0,8-3 44 0,4-3-58 16,3 2 34-16,3-3-12 0,0 3-30 0,-2 1-28 16,-4 0-59-16,-11 7-49 0,-5 0-86 0,-5 5-111 15,-6 2-91-15,-10 6-116 0,-2 2-115 0,-15 5-314 16,7-4-595-16</inkml:trace>
  <inkml:trace contextRef="#ctx0" brushRef="#br0" timeOffset="131395.76">16405 16599 634 0,'-6'-7'568'0,"1"1"-108"0,0-1-92 0,1 2-60 16,4 5-39-16,-5-6 4 0,5 6 8 0,0 0-12 15,0 0-31-15,9 2-9 0,-4 2-28 0,4 2-39 16,-2 4-23-16,4 1-37 0,1 5-32 0,-1-2-9 16,0 5-13-16,4 2-2 0,-2 0-14 0,1 2 2 15,-2-1-16-15,-1 3 6 0,-2-6-15 0,0 4 4 16,-1-3 7-16,-3 1-16 0,4-1-19 0,-5-4-104 15,2-1-105-15,-2 0-97 0,0-2-70 0,-2-3-100 16,3-1-91-16,-1-2-280 0,-4-7-412 0</inkml:trace>
  <inkml:trace contextRef="#ctx0" brushRef="#br0" timeOffset="131600.99">16694 16772 20 0,'4'-7'706'0,"-1"3"-195"0,-3 4-112 0,5-10-58 15,-5 10-24-15,7-9-40 0,0 4-26 0,0-2-25 0,5 1-29 16,2 0-30-16,0-2-19 0,8 0-40 0,1-1-19 16,5 0-18-16,1-1-13 0,3-1-16 0,1 0-7 15,4 1-10-15,1-2-4 0,-7 0-15 0,0 3-43 16,-3-1-100-16,-5 1-84 0,-1-1-65 0,-3 1-60 16,-5-2-39-16,-1 2-38 0,-4-4-267 0,0 0-199 15</inkml:trace>
  <inkml:trace contextRef="#ctx0" brushRef="#br0" timeOffset="131779.94">17208 16367 385 0,'-3'-12'389'0,"-1"3"-47"0,1 0-43 16,0 3-65-16,3 6-19 0,-2-13-30 0,2 13 52 16,0 0 2-16,0 0-2 0,0 0-4 0,6 6 22 15,0 1-8-15,-2 6-16 0,2 1-14 0,2 5-1 16,-1 2-25-16,1 1-44 0,0 4-38 0,1 1-11 16,1 0-27-16,-3-1-5 0,0 2-21 0,1-3 5 15,-4-3-24-15,2 2-8 0,1-1-12 0,-2-3-6 16,-1 0-31-16,0-3-40 0,-2-2-75 0,4-1-55 0,-4-2-60 15,0-2-60-15,-2-2-26 0,0 0-41 16,0-8-12-16,0 7 13 0,0-7-10 0,0 0-245 0,0 0-153 16</inkml:trace>
  <inkml:trace contextRef="#ctx0" brushRef="#br0" timeOffset="132012.79">17298 16668 731 0,'-6'-24'175'0,"1"-6"18"16,-4-1 12-16,3-1-4 0,-3-6-8 16,1 6 21-16,0-1-8 0,3 3 17 0,0-1-48 0,1 6 7 15,1 0-6-15,0 5-6 0,2 1-5 0,1 1-11 16,0 5-23-16,1 0-19 0,5 2-17 0,-2 2 12 15,3 0-7-15,2 5 12 0,2 0-15 0,1 4-15 16,0 1-22-16,5 2-7 0,-3 2-15 0,3 3-5 16,-5 0-7-16,2 2-4 0,-1-1-5 0,-5 3-2 15,2-2-4-15,-3 0 10 0,-4 2 19 0,-1-2-8 16,-2 1-9-16,-4 0-1 0,-4 0-4 0,-2-1-5 16,-3 1-3-16,-2-1 2 0,-3-1-5 0,-2 0 2 15,0-2-5-15,2-2 2 0,3-2-7 0,-3 2-3 16,5-4-18-16,-1 1-32 0,14-2-83 0,-20 0-102 15,20 0-71-15,-13-3-58 0,13 3-83 0,-1-9-520 16,3 3-562-16</inkml:trace>
  <inkml:trace contextRef="#ctx0" brushRef="#br0" timeOffset="132268.53">17846 16448 962 0,'-12'-3'840'0,"12"3"-175"0,-9-9-161 0,5 3-99 15,4-1-87-15,0 2-26 0,5-5-41 16,6 0-19-16,3-3-55 0,7-1-17 0,6-3-42 0,9-1-9 16,5 0-37-16,1-1 1 0,4 0-35 0,-1 1-13 15,0 3-28-15,-2 1-25 0,-3-1-64 16,-10 3-73-16,-2 4-84 0,-6 0-68 0,-4 2-43 0,-4 2-26 15,-5 1-20-15,-9 3-7 0,0 0-33 16,0 0-309-16,0 0-265 0</inkml:trace>
  <inkml:trace contextRef="#ctx0" brushRef="#br0" timeOffset="132397.76">18018 16443 290 0,'-6'8'455'0,"2"-1"-59"0,4-7-56 15,0 9-31-15,0-9-35 0,9 3-43 0,-9-3-36 16,20-2-40-16,-7 2-24 0,6-4-31 0,3-2-7 0,4-1-33 15,4-1-15-15,2-4-41 0,-2 2-82 16,4-5-123-16,-5 2-132 0,2-5-449 0,-4 2-301 16</inkml:trace>
  <inkml:trace contextRef="#ctx0" brushRef="#br0" timeOffset="132763.29">18564 15705 305 0,'0'-10'628'0,"1"1"-142"0,-1 9-70 15,3-6-1-15,-3 6-26 0,2 6-33 16,2 3-50-16,1 0-22 0,3 5-40 0,-1 4-7 16,4 1-39-16,3 1-29 0,1 3-34 0,2 0-23 15,1-1-25-15,2-3-17 0,-2 0-14 0,1 0-6 16,0-7-18-16,-3 3-5 0,0-5-9 0,-3-3-15 16,2 1-61-16,-3-6-87 0,-12-2-70 0,20 0-35 0,-11-5-15 15,0-2 12-15,-2-4 56 0,-1-1 25 16,0-2 46-16,-2-4 6 0,0-1 32 0,1-4 12 0,-1-1 28 15,1-3 11-15,-2 2 29 0,-1-1 18 0,3 4 59 16,-3 3 42-16,0 2-3 0,-1 1-17 0,2 3-20 16,-2 4 35-16,3 3 45 0,-4 6 46 0,0 0 14 15,10 11 15-15,-6 3-23 0,1 7 21 0,-1 10-40 16,-1 3 2-16,-1 8-11 0,0 7-41 16,-2 1 35-16,0 3-36 0,-2 0-5 0,0 3-50 0,-1-1 4 15,1-1-35-15,0-1 8 0,-2-2-22 0,2-1 0 16,-1-1-41-16,1-5-22 0,-2-7-101 0,3-2-83 15,-2-1-126-15,1-8-178 0,-1 2-154 0,-1-3-683 16,3-3-956-16</inkml:trace>
  <inkml:trace contextRef="#ctx0" brushRef="#br0" timeOffset="133114.22">19198 16375 987 0,'1'-16'881'0,"-1"3"-178"0,4-2-154 16,-2 2-104-16,3 1-84 0,4-1-69 0,3-1-51 16,6 0-17-16,2 3-21 0,2-1-17 0,4 5-37 0,-1 1 26 15,3 2-19-15,2 4-4 0,0 5-27 16,0 2-27-16,0 5-20 0,-4 2 2 0,-4 4-36 16,-3 3 9-16,-6 2-26 0,-3-1 11 0,-6 0-24 0,-4 2 13 15,-7 3-22-15,-3 1 21 0,-5 4-19 0,-6-2-5 16,-4 0 1-16,-1-2 1 0,-3-3 0 15,2-3 15-15,-1-1 30 0,3-6 16 0,4 0 16 16,4-4 15-16,2-1 21 0,3-2 36 0,1 1 47 0,2-5-42 16,9-4 11-16,0 0-71 0,0 0 28 0,6-6-75 15,12-4 32-15,5-3-20 0,9-5-12 0,4-3-57 16,12-7 26-16,0-3-24 0,7-1-44 0,2-4-49 16,3-2-47-16,3-3-53 0,-1-2-62 0,1-2-90 15,0-2-167-15,-6 2-187 0,-4-3-147 0,-4 3-662 16,-5-1-1140-16</inkml:trace>
  <inkml:trace contextRef="#ctx0" brushRef="#br0" timeOffset="133730.19">20221 15279 595 0,'-23'-52'474'0,"-1"0"-92"0,-1 1-61 0,-2-1-32 15,2 2-15-15,-3-2-33 0,-2 1-15 0,-1 0-15 16,-4-1-10-16,-3 2 0 0,-3 2-35 0,-6-2-26 15,-2 3-7-15,-8-1-5 0,-17-6-10 0,-11 7-4 16,-8-2-22-16,-12 6-19 0,-3 4-13 0,-10 3-3 16,-10 3 8-16,-11 4-13 0,-7 2-15 0,-7 8-5 15,-6 0-6-15,-11 5-8 0,-6 3 3 0,-5 4-6 0,0 5 3 16,-9 4-6-16,-2 7 4 0,3 4-9 16,1 5 3-16,2 8 5 0,-1 6-4 0,-32 15 5 15,14 9-5-15,45-1 10 0,-28 20 3 0,13 10-9 16,38-11-5-16,-22 26 3 0,40-17-11 0,6 10-4 0,6 7 2 15,14 6 4-15,8 3 5 0,6 5-9 0,15 4 4 16,9 5 0-16,12 3 2 0,12 3 13 16,12 3-8-16,13-1 20 0,13 0-9 0,16 1 23 0,12-1 12 15,13-1 10-15,11-6-8 0,13-4 3 0,7-4 1 16,12-8-34-16,8-1 26 0,9-7-8 0,8-4 41 16,31 14 53-16,-26-28-61 0,7-9 20 0,9-6-51 15,6-8 26-15,5-10-18 0,4-5 22 0,2-8-44 16,4-6 28-16,3-6-44 0,2-4 28 0,-4-5-40 15,2-7 35-15,-2-5-38 0,-1-6 28 16,3-5-38-16,-2-7 34 0,-2-7-43 0,1-6 5 0,-1-5-2 0,1-6 4 16,-5-3-8-16,-1-3-19 0,-6-5 31 15,-3-1-16-15,-2-4 15 0,-8-5 2 0,-6 0-4 16,-4-4 2-16,-7-3 5 0,-8-2-17 0,-6-4 27 0,-9-3-18 16,-5 1 10-16,-7-4 1 0,-6-3 20 0,-8-3-12 15,-6-4 30-15,-7-4-14 0,-8-1 16 0,-9-3-18 16,-6-1-33-16,-11 14 37 0,-8-6-8 0,-6-3-7 15,-9-4-3-15,-7-16 0 0,-9 1-41 0,-7 4-5 16,-13 3 45-16,-10 5-45 0,-11 2 47 0,-14 5-4 16,-9 6-2-16,-13 5-2 0,-9 6-41 15,-12 8 44-15,-12 7-40 0,-13 8 42 0,-9 9-53 16,-11 9-16-16,-11 10-20 0,-12 9-30 0,-7 9-37 0,-10 11-30 16,-51 12-75-16,3 12-94 0,0 12-104 0,-1 8-125 15,0 12-193-15,5 5-316 0,3 5-701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2:01:27.001"/>
    </inkml:context>
    <inkml:brush xml:id="br0">
      <inkml:brushProperty name="width" value="0.05292" units="cm"/>
      <inkml:brushProperty name="height" value="0.05292" units="cm"/>
      <inkml:brushProperty name="color" value="#FF0000"/>
    </inkml:brush>
  </inkml:definitions>
  <inkml:trace contextRef="#ctx0" brushRef="#br0">10282 9472 627 0,'-6'-16'695'0,"-3"4"-107"0,4 0-123 0,-2 2-81 16,2 2-77-16,1 0-19 0,1 1-58 0,-2 2-24 15,5 5-55-15,-5-10-8 0,5 10-42 0,0 0 39 0,0 0 15 16,-3 6 29-16,6 3-24 0,2 4-10 0,1 4-3 16,2 4-2-16,3 7-19 0,3 4-27 0,2 4-6 15,0 0-12-15,1 1-5 0,1 1-14 0,-3 0-12 16,4 0-12-16,-2 0 0 0,-2-2-19 0,2-1 2 16,-2-3-17-16,-3-6 10 0,-1-1-7 0,-1-5-16 15,-2-2-68-15,2-5-68 0,-3 0-58 0,-1-2-91 16,-1-3-63-16,-2-2-96 0,-3-6-146 0,6 5-617 0,-6-5-824 15</inkml:trace>
  <inkml:trace contextRef="#ctx0" brushRef="#br0" timeOffset="381.97">10281 9513 38 0,'-15'-1'757'0,"1"1"-153"0,0-3-127 0,1 1-78 0,1 1-94 0,0-2 13 0,3 0-28 0,1 0-8 16,-1-1-68-16,5-1-17 0,3-1-59 0,2-2-4 16,3 2-42-16,5-6 1 0,4 3-42 0,3-3 9 15,2-1-32-15,9 2 15 0,1-1-35 0,4 1 28 16,0 1-25-16,0 2 34 0,0 1-25 0,-4 3 23 15,0 2-25-15,-6 2 11 0,-2 2-15 0,0 2 25 16,-3 1-20-16,-4 2 22 0,0 0-24 0,-4 6 22 16,-7-2-26-16,-3 1 23 0,-1 3-23 0,-8 3 25 15,-6 2-25-15,-4-1 18 0,-2 0-19 0,-1 0 34 16,-1-2-13-16,-4 2-2 0,2-4-8 0,-1-3-2 16,7-3-8-16,-1-2-4 0,3 1-3 0,3-4-1 15,0-1-4-15,3-1-52 0,12-2-112 0,-14-2-118 16,14 2-52-16,-5-10-76 0,10 1-68 0,-1-1-161 15,5-3-270-15,1-3-474 0</inkml:trace>
  <inkml:trace contextRef="#ctx0" brushRef="#br0" timeOffset="613.08">10857 9209 541 0,'8'4'745'0,"-8"-4"-201"0,3 8-88 15,-3-8-103-15,1 11 19 0,-1-1-40 0,1-1 16 0,-1 4-32 16,1 1 12-16,2 1-60 0,1 0-19 0,1 6-5 16,3 0-35-16,-2 1-35 0,3 2-33 0,1 1-29 15,3 3-23-15,-1-3-16 0,0 1-16 0,0 0-10 16,-1-2-7-16,2 1-13 0,-1 0-15 16,-2-4-62-16,-3-1-35 0,1-2-83 0,1-1-93 0,-5 0-74 15,2-4-61-15,-3-2-79 0,-2 0-108 0,-1-4-588 16,0 1-781-16</inkml:trace>
  <inkml:trace contextRef="#ctx0" brushRef="#br0" timeOffset="800.02">10750 9583 532 0,'-8'-7'648'16,"2"0"-165"-16,0 1-76 0,2 1-98 0,1-2-38 16,3 7-16-16,3-8 6 0,1 1-40 0,4-1 14 15,4 1-56-15,5-4-7 0,2 2-43 0,6-4-1 16,5-1-23-16,3-2 2 0,4 1-51 0,1-2 8 15,1 1-27-15,-2 0 10 0,-3-2-44 0,1 2-92 0,-7 2-50 16,-2-1-104-16,-2 0-48 0,-4-1-70 16,1 1-96-16,-5-2-504 0,-4 0-546 0</inkml:trace>
  <inkml:trace contextRef="#ctx0" brushRef="#br0" timeOffset="1000.31">11246 9069 260 0,'0'0'869'0,"0"0"-223"15,0 0-135-15,0 0-123 0,-4 7-74 0,4-7-5 0,7 11-10 16,-4-2 20-16,5 3-7 0,-2 1-20 0,2 5 12 16,1 1 1-16,4 8-33 0,-2-2-20 0,3 5-48 15,-1 4-37-15,0 2-33 0,2 0-24 0,-2 0-24 16,1-1-19-16,0 1-11 0,3-2-14 0,-4-2-7 16,-1-5-11-16,0-1-39 0,-2-1-71 0,0-6-85 15,-1-3-89-15,-2-2-93 0,-2-1-70 0,1-2-45 16,-2-3-108-16,-2-3-109 0,-2-5-423 0,0 0-723 15</inkml:trace>
  <inkml:trace contextRef="#ctx0" brushRef="#br0" timeOffset="1274.57">11341 9242 626 0,'-3'-16'683'0,"-1"3"-144"0,3 4-101 0,0-2-90 0,1 5-37 15,0-3-16-15,1 3-7 0,0-1-26 0,4-1-30 16,2 2-25-16,0 1-27 0,2 0-35 0,2 2 13 15,0 1-14-15,2-1-40 0,-3 0 1 0,4 3-33 16,0 0 3-16,-1 2-29 0,1 4 13 0,0 2-30 16,-3-1 12-16,1 2-21 0,-1 1-4 0,-2-1 0 0,-1 1-1 15,0 2-24-15,-4-2 21 0,-2 1 0 16,-2-3-5-16,-1 5-1 0,-2-5 2 0,-4 3-5 16,2-1-6-16,-2-1 6 0,1 0 1 0,-1-1-1 15,-1-2 1-15,-3-1-3 0,2 0-30 0,-1-3-44 16,10-2-81-16,-15 0-62 0,7-3-88 0,-1-2-73 15,4-1-115-15,1-1-144 0,3-3-372 0,1-1-607 16</inkml:trace>
  <inkml:trace contextRef="#ctx0" brushRef="#br0" timeOffset="1499.37">11848 9006 614 0,'9'-3'841'0,"-1"0"-120"0,-8 3-173 0,12-3-118 15,-12 3-71-15,9 2-19 0,-9-2 0 0,9 6 1 16,-5 2-18-16,4 3 12 0,-5 2-12 0,4 1-43 16,-2 7-27-16,3 1-55 0,2 3-33 0,0 3-31 15,2-1-28-15,0 2-20 0,3 3-18 0,-2-3-15 16,0-3-13-16,1 2-18 0,-1-3-31 0,0-2-89 16,-3-2-96-16,0-3-53 0,-1-3-87 0,0 0-120 15,-2-3-43-15,-2-3-66 0,-3 0-161 0,-2-9-472 16,2 9-807-16</inkml:trace>
  <inkml:trace contextRef="#ctx0" brushRef="#br0" timeOffset="1679.76">11815 9341 413 0,'-8'-4'669'0,"2"-1"-134"0,2-1-103 0,4 6-41 0,-5-8-61 16,5 8-5-16,2-10-30 0,1 5-18 15,3 1-45-15,3-5-25 0,3 2-30 0,0-1-31 16,8-2-39-16,0 1-17 0,1 0-12 0,3 1-13 0,3-3-15 15,-2 1-10-15,1 2 4 0,-5 1-44 0,2-2-72 16,-1 3-55-16,-3-3-64 0,3 2-58 0,-3 0-76 16,0-3-52-16,1 4-85 0,0-6-507 0,-5 5-561 15</inkml:trace>
  <inkml:trace contextRef="#ctx0" brushRef="#br0" timeOffset="1896.75">12925 9142 1212 0,'0'0'838'0,"9"-3"-201"0,-9 3-125 16,0 0-112-16,4-4-62 0,-4 4-38 0,0 0-31 16,5-6-40-16,-5 6-39 0,4-5-36 0,-4 5-32 15,0 0-36-15,10-6-20 0,-10 6-63 0,12-2-113 16,-12 2-117-16,16-3-98 0,-5 1-172 0,0-1-245 15,2-1-337-15,-3 0-696 0</inkml:trace>
  <inkml:trace contextRef="#ctx0" brushRef="#br0" timeOffset="2062.33">13410 9035 853 0,'14'0'825'0,"-14"0"-162"0,0 0-184 0,14-1-74 15,-14 1-83-15,0 0-59 0,14-2-56 0,-14 2-41 0,0 0-29 16,10-1-39-16,-10 1-15 0,13-1-29 0,-13 1-83 16,15-1-120-16,-15 1-173 0,19-5-270 0,-10 2-489 15,2-2-700-15</inkml:trace>
  <inkml:trace contextRef="#ctx0" brushRef="#br0" timeOffset="2229.52">13985 8932 1222 0,'11'0'835'0,"-11"0"-183"16,0 0-146-16,13 2-90 0,-13-2-66 0,0 0-47 15,0 0-58-15,12 1-51 0,-12-1-36 0,0 0-35 16,0 0-19-16,12 3-28 0,-12-3-32 0,13 0-87 16,-13 0-124-16,18 2-153 0,-18-2-135 0,22 2-309 15,-22-2-323-15,23-2-704 0</inkml:trace>
  <inkml:trace contextRef="#ctx0" brushRef="#br0" timeOffset="2715.15">14656 8868 639 0,'0'-11'743'0,"0"11"-134"0,0-6-120 0,0 6-127 15,0 0-41-15,0 0-30 0,0 0 23 0,5 7-10 16,-1 3-7-16,-2 1-34 0,2 4-14 0,4 4-14 16,-2 3-25-16,2-1-31 0,1 8-38 0,2 0-27 15,2 6-20-15,2-2-11 0,-2 2-29 0,2-2-15 16,-2-7-30-16,-1 2-100 0,2-6-101 0,-5-1-161 16,0-4-120-16,-2-2-148 0,1-6-748 0,-5 0-970 0</inkml:trace>
  <inkml:trace contextRef="#ctx0" brushRef="#br0" timeOffset="2912.18">14509 9142 856 0,'0'0'674'0,"-11"-6"-141"16,11 6-108-16,-2-5-71 0,2 5 7 0,8-7-14 0,1 4-18 16,3-2-17-16,4 2-19 0,5-4-52 0,6 1 9 15,5 1 1-15,4-1 18 0,6-1-36 0,4-1-50 16,0-3-25-16,0 4-45 0,-2-6-29 15,-1 2-81-15,-6-2-123 0,0 0-63 0,-2-2-167 0,-9 0-150 16,-1 1-176-16,-6-3-735 0,-4 0-1017 0</inkml:trace>
  <inkml:trace contextRef="#ctx0" brushRef="#br0" timeOffset="3379.23">15167 8762 692 0,'15'3'775'0,"-15"-3"-128"16,12 3-149-16,-3 3-40 0,-2-1-9 0,1 4-18 15,1 2 26-15,1 3-31 0,0 1-8 0,2 6-30 16,-1-4-57-16,2 5-37 0,1 2-67 0,-1 1-44 0,2 2-35 16,-2 6-21-16,0 0-35 0,1-4-9 15,-1 8-26-15,-1-3-5 0,0-7-29 0,-2 3-57 16,2-7-74-16,-5-1-101 0,1-3-66 0,2-1-28 0,-6-4-37 15,3-1-6-15,-5-5 36 0,2 1-10 0,-4-9 37 16,1 6 15-16,-1-6 60 0,0 0 17 0,-9-6 60 16,3-3 11-16,-4-3 43 0,-2-4 32 0,-3-4 40 15,-2-4 42-15,-4-2 36 0,1-6 42 0,1 1 25 16,4-2-22-16,2-2 0 0,4 3-22 0,5 1-3 16,4 4 25-16,3-1-23 0,3-3-2 0,3 4-14 15,4 0-23-15,0 4 8 0,3 0-12 0,4 6 1 16,-4 4-5-16,2 1-12 0,2 4 1 0,-2 4-10 15,0 1 9-15,0 5-1 0,-1 2-6 0,-1 2-2 16,-3 1-4-16,-2 2-9 0,-1 3 7 0,-5 0 4 16,-1 3 10-16,-6-2-6 0,-2 2 14 0,-3 2-18 15,-6-2 11-15,-2 4-14 0,-3-6 8 0,-3 3-19 16,0-3 14-16,-2 1-8 0,5-2-10 0,-3-2 4 16,3 0 8-16,4-3-13 0,1 1-21 0,3-4-46 15,1-2-99-15,2 3-131 0,7-5-48 0,-9 2-125 16,9-2-121-16,0 0-111 0,7-10-288 0,2 0-577 15</inkml:trace>
  <inkml:trace contextRef="#ctx0" brushRef="#br0" timeOffset="3579.8">15888 8632 638 0,'9'3'735'0,"-9"-3"-126"15,0 11-138-15,-4-3-14 0,-1 5-46 0,-2-1 6 0,-4 6-23 16,1 1-1-16,-2 0-28 0,-2 3-25 15,2 0-31-15,1 3-50 0,5-3-41 0,0 2-52 0,5 0-22 16,1-7-39-16,1 7-9 0,3-4-30 0,3-1-6 16,3 1-28-16,-1-3-48 0,2 2-87 0,2-5-59 15,0-3-81-15,2 3-115 0,-1-4-82 16,0-3-110-16,-1-1-115 0,0-4-649 0,-13-2-919 0</inkml:trace>
  <inkml:trace contextRef="#ctx0" brushRef="#br0" timeOffset="3948.56">15985 8913 1069 0,'-3'-9'679'0,"-1"-2"-132"0,3 5-92 16,0-2-63-16,1 1-33 0,1-1-53 0,0 1-11 16,3 3-24-16,-1-3-8 0,2 2-34 0,0 1-8 15,-5 4 1-15,14-5-22 0,-14 5-29 0,18 0-29 16,-4 1-12-16,-2 3 15 0,3 1 6 0,-2 2-24 16,1 0-23-16,-3 3-21 0,2-1-14 0,-2 3-24 15,1-3 2-15,-3 2-21 0,0 0 6 0,-3-1-16 16,-1-1 10-16,-1-2-19 0,-2 0 9 0,-2-7-12 0,-2 15 10 15,2-15-11-15,-6 8 6 0,6-8-12 16,-12 5 12-16,12-5-13 0,-15 1 11 0,15-1-9 16,-14-5 7-16,6 0 1 0,2 1-3 0,1-5-2 0,0 1 0 15,2-3 0-15,2-1 1 0,1-1 4 0,1 1 2 16,2-1-1-16,2-1 1 0,1 0 0 16,4 3-2-16,-1 0 5 0,0 3 9 0,-1 0-7 0,7 4 0 15,-3 0 3-15,0 3-5 0,1 2 3 16,3 2 1-16,-2 2 1 0,2 4 0 0,0 1-3 0,-1 2 0 15,-1 1-2-15,0 0-4 0,-2 1 5 0,-1 0-7 16,-1-3-9-16,-1 2 6 0,-2-2-11 0,-1-2-43 16,-2 3-81-16,1-4-89 0,-5-8-39 0,1 14-83 15,-1-14-98-15,-2 9-55 0,2-9-73 0,-8 5-63 16,8-5-626-16,-10-2-866 0</inkml:trace>
  <inkml:trace contextRef="#ctx0" brushRef="#br0" timeOffset="5280.71">16357 8624 503 0,'6'-17'731'0,"-2"4"-129"0,3 2-125 0,1 3-66 16,-1 2-36-16,-1 3-5 0,-6 3-16 0,17-2-18 15,-10 5-24-15,1 4-23 0,2 1 5 0,-1 4-20 16,0 6-18-16,1-1-40 0,-3 5-41 0,-1-1-34 16,2 4-29-16,-1 2-20 0,-2-2-20 0,1 1-13 15,-1-2-14-15,-3 1-20 0,2 0-15 0,-1-5-76 16,-2 1-85-16,-1-5-42 0,0 0-75 0,0 0-47 15,-2-3-29-15,-2 0-14 0,0-5 3 0,-4 2-17 0,2-5 53 16,-3 0 56-16,0-3 72 0,9-2 37 16,-19-1 68-16,8-4 26 0,0-1 45 0,-2-2 62 0,4 0 29 15,-1-4 87-15,0 3 31 0,2-1 48 16,4 1-32-16,2-1 14 0,0 3-48 0,5-3-11 0,1 2-5 16,4-1-6-16,3 1-15 0,0 0-6 0,6-1-21 15,1 3-16-15,2-1-13 0,1 1-13 0,3 1-16 16,-1-2-6-16,0 3-7 0,-1 0-10 0,1-1-7 15,-4 1-5-15,-1-1-8 0,1 2-7 0,-2-1 4 16,-4 3-3-16,-2-1-1 0,2-2 3 0,-3 2 2 16,-1-2 0-16,-9 4-11 0,14-3 7 0,-14 3 1 15,9-3 6-15,-9 3-10 0,0 0 1 0,0 0 2 16,8 4 2-16,-8-4 13 0,-2 12 18 0,1-6 18 16,1 1 17-16,0 4 19 0,0-1 30 0,3 1 2 15,-2 1 5-15,3 0 21 0,-2-1 3 0,2 0 1 16,1 1 16-16,-1-3-32 0,3-2-3 0,-2 1-31 15,2-1 9-15,-2-1-37 0,2 2-2 0,-1-4-44 16,1 1-37-16,-7-5-40 0,14 2-58 0,-14-2-56 16,14-2-19-16,-7-2-31 0,0 0-58 0,-1-4-14 15,-1-1-29-15,2 1 82 0,-1-4 39 0,-1-1 60 16,0-2 27-16,-2 0 35 0,2 1 5 0,-1-2 43 16,0 2 13-16,-1 2 31 0,0 2 1 0,-1 0 13 15,2-1 6-15,-2 3-7 0,0 2-1 0,-2 6 7 0,4-9 31 16,-4 9-11-16,0 0 18 0,9 4-38 0,-3 1 11 15,-3 1-28-15,2 5 16 0,-1 3-29 16,1 0 27-16,0 0-36 0,-1 3 24 0,0-1-27 0,-1 1 4 16,1-3-5-16,0 0 5 0,-2 0-6 0,0-2 6 15,1-3-1-15,-1 2 3 0,-2-5 17 16,2 4 7-16,-2-10-4 0,0 9-5 0,0-9-4 16,0 0-6-16,0 0-3 0,-7 4 0 0,7-4-1 0,-6-7 25 15,3 1-35-15,2-1 28 0,-1 0-21 0,1-2 15 16,2-1-36-16,1-2 39 0,-1 2-36 0,2-2 27 15,1 0-31-15,1 1 31 0,0 0-30 16,2 1 26-16,0 2-25 0,-1 1 27 0,1 0-33 0,0 3 34 16,-7 4-30-16,17-4 32 0,-17 4-36 0,14 2 34 15,-4 2-27-15,-1 2 28 0,-1 0-28 0,1 1 27 16,-2 1-22-16,1-1 24 0,-1 1-29 0,0-1 31 16,-2 0-31-16,0-1 26 0,-1 0-27 0,1-1 38 15,-1 0-37-15,-4-5 37 0,8 6-31 0,-8-6 28 16,0 0-31-16,0 0 28 0,0 0-29 0,10-3 28 15,-10 3-33-15,4-10 32 0,-3 3-30 0,3-3 28 0,-1 1-32 16,-1-2 31-16,4-3-25 0,-2 1 27 16,3-2-3-16,-1 0-29 0,1 2 29 0,1-1-30 15,-1 1 30-15,-1 4-25 0,-1-1 18 0,0 4-24 16,4-1 30-16,-9 7-3 0,9-5-1 0,-9 5 1 16,11 5-2-16,-6 2 1 0,2 1-1 0,-3 2 2 15,3 2-26-15,-2-1 32 0,1 4-31 0,2-3 33 16,-2 0-31-16,2 1 30 0,-2-2-24 0,4 0 27 0,-1-3-29 15,-2 0 35-15,2-3-36 0,1 0 38 0,0-3-37 16,0-1 33-16,3-3-34 0,-1 0 33 0,2-4-33 16,-3 0 35-16,2-4-28 0,0 0 25 0,0-3-35 15,-1-1 35-15,-3-2-31 0,2 0 30 0,-1 0-29 16,-3-2 38-16,0 3-9 0,-1 1 55 0,-2-2-33 16,2 4 26-16,-3 2-36 0,1 0 34 0,-2 1-33 15,0 2 24-15,-2 7-34 0,0-9 35 0,0 9-37 16,0 0 26-16,-11 5-6 0,5 1-11 0,2 1-3 15,-1 2-4-15,1 1-6 0,2 2-3 0,0-1-1 16,2 2 0-16,2-1-31 0,0-1 34 0,2 1-14 16,2 1 32-16,3-3-30 0,0-1 34 0,2-3-28 15,0 0 24-15,1-3-18 0,-2 0 30 0,4-3-37 16,-3-2 24-16,3-1-30 0,-1-1 29 0,1-3-32 16,0-2 25-16,-1 0-29 0,0-4 28 0,0-2-32 15,-2-1 28-15,-2 1-27 0,-1-4 28 0,-2 4-29 16,-1-3 28-16,0 1-25 0,-2 2 28 0,-2 1-24 15,2 1 8-15,-2 1 2 0,0 2 0 0,1 1-8 16,-2 2-5-16,0 7 3 0,0-10 0 0,0 10 26 0,0 0-31 16,0 0 29-16,-2 11-31 0,2-5 29 15,2 5-22-15,-1 1 22 0,0 3-33 0,4-1 27 16,-1 3-23-16,0-1 23 0,2 0-30 0,-2 1 26 16,1-1-42-16,-1 0 14 0,1 0-41 0,-2-2 16 0,-2-2-34 15,0 0 25-15,-2-2-38 0,0-1 3 0,-4 1-58 16,-2-1-1-16,-4-3-27 0,-3-2-38 15,-2 2-52-15,-2-3-127 0,-2-2-82 0,1 0-108 0,-3-2-162 16,-5-2-408-16,-6 0-766 0</inkml:trace>
  <inkml:trace contextRef="#ctx0" brushRef="#br0" timeOffset="5429.22">16906 8682 793 0,'0'0'736'0,"-19"1"-167"0,19-1-76 16,-9 3-10-16,9-3-11 0,0 0-28 0,-4 5-35 15,4-5-101-15,0 0-30 0,0 0-76 0,0 0-18 16,5 4-60-16,-5-4-4 0,0 0-58 0,11-1-53 16,-11 1-110-16,0 0-197 0,10-5-170 0,-10 5-213 15,-2-7-630-15,2 7-915 0</inkml:trace>
  <inkml:trace contextRef="#ctx0" brushRef="#br0" timeOffset="5611.77">16354 8622 1037 0,'-6'4'840'0,"6"-4"-183"0,0 0-132 15,0 0-73-15,0 0-68 0,11 3-52 0,-11-3-69 0,23-3-49 16,-4 1-49-16,4-4-27 0,6 1-35 16,4-1-25-16,1-1-46 0,7-2-70 0,0-2-105 15,-3 0-115-15,1-1-103 0,-2 0-164 0,-1-4-704 16,-2 3-836-16</inkml:trace>
  <inkml:trace contextRef="#ctx0" brushRef="#br0" timeOffset="5852.71">17727 8133 1514 0,'0'0'899'0,"15"8"-191"0,-1 0-124 0,0 1-36 15,5 5-79-15,1-1 7 0,1 2-29 0,0 0 58 16,3 7-36-16,7 5-7 0,1 3 1 0,6 11-61 16,-2 3-157-16,-2 3-245 0,1 5 0 0,-6-1 0 15,-1 3 0-15,-4 0 0 0,-4 0 0 0,-6-7 0 16,-8-7 0-16,-1 6 0 0,-7-10 0 16,-7 10 0-16,-8-2-60 0,-11 5-568 0,-8-4-190 15,-5-1-190-15,-7-3-784 0,-5-2-1492 0</inkml:trace>
  <inkml:trace contextRef="#ctx0" brushRef="#br0" timeOffset="6729.71">19667 8356 1182 0,'-12'3'813'0,"3"0"-168"0,9-3-154 0,-16 3-83 0,16-3-97 0,-9 2-47 16,9-2-64-16,0 0-17 0,0 0-21 0,6-5-22 15,5 0-27-15,6-1-32 0,6-1-6 0,9-2-27 16,8-2 4-16,3-1-25 0,1-1 0 0,0 1-39 16,0 0-88-16,-4 1-125 0,-1-2-124 15,-11 4-163-15,0-1-205 0,-6 0-314 0,-5 3-644 0</inkml:trace>
  <inkml:trace contextRef="#ctx0" brushRef="#br0" timeOffset="6895.26">19559 8544 654 0,'2'9'654'0,"3"-5"-158"0,2 1-97 16,4-3-85-16,3 0-38 0,6-4-17 0,10-2-26 15,12-5-36-15,6-4-38 0,15-5-31 0,2-1-29 16,4-4-6-16,4-1-55 0,-2 0-94 0,1 0-128 15,-4-1-192-15,-3-3-679 0,-10 3-672 0</inkml:trace>
  <inkml:trace contextRef="#ctx0" brushRef="#br0" timeOffset="7312.1">20455 8142 554 0,'-10'-1'723'0,"10"1"-180"0,-18-2-98 15,18 2-63-15,-11-1-16 0,11 1-2 0,-9-3-29 0,9 3-51 16,-10-7-38-16,10 7-25 0,-4-10-16 15,1 2-32-15,6-1-29 0,-1 1-26 0,2-3-14 0,4 1-21 16,-1-2-13-16,1-1-15 0,7 0-5 16,-2 1-21-16,4 0-2 0,-2 1-6 0,4 3-3 0,-3 0-8 15,3 4 1-15,0 3-3 0,0 1 1 16,3 3 6-16,0 2-4 0,1 5-4 0,-2 1 4 16,0 4-3-16,-5-2 2 0,1 3 1 0,-3 1 0 15,-1-1-7-15,-3 1 10 0,-2 0-12 0,-2-2 12 0,-1-1-10 16,0-1 12-16,-5-1-2 0,0-2 39 0,0 1-36 15,-1-4 16-15,-3 0-14 0,-1-1 35 16,5-6-17-16,-9 5 24 0,9-5-33 0,-10-3 22 0,5-2-7 16,-2-4-14-16,4 1-7 0,-1-7-6 0,1 0-4 15,1-2-4-15,0-3 0 0,4-2 0 0,0 0-6 16,2-1 2-16,1 0-3 0,3 2 0 0,-2 0-2 16,4 2 0-16,3 1-1 0,0 3 4 0,1 1-4 15,1 2 0-15,-2 5-1 0,2 1-4 0,0 6 4 16,-2 0 2-16,3 4-1 0,-1 4 2 0,-1 2 2 15,2 3-2-15,-4 2 1 0,0 4-9 16,1-2-28-16,-3 2-20 0,-1 2-42 0,0 1-54 16,-3-1-97-16,2 1-98 0,-4 1-77 0,2-4-81 0,-3 1-145 15,-2-2-515-15,0-2-781 0</inkml:trace>
  <inkml:trace contextRef="#ctx0" brushRef="#br0" timeOffset="7746.74">21257 7831 900 0,'0'0'794'0,"6"-5"-151"0,-6 5-96 0,6 12-55 0,-2-1-45 0,1 6-41 16,-1 5-56-16,1 3-28 0,0 5-47 0,4 3-46 0,-1 7-42 16,2 1-61-16,2 2 6 0,-1 0-49 15,1 2 5-15,0 1-40 0,1 0 13 0,-1 0-38 16,-1 0-70-16,-2-2-54 0,-2-4-56 0,-2-5-61 15,-3-4-70-15,1-4-82 0,-5-2-49 0,0-8-10 16,-2-1-20-16,-3-2 18 0,0-6 46 0,-2-3 34 16,9-5 51-16,-16-2 57 0,5-4 81 0,0-5 60 0,-2-5 82 15,-2-9 41-15,-5-6 36 0,3-5 25 16,-1-5 12-16,1-3 11 0,0-10 52 0,4-4-30 16,5 6 29-16,3-2-25 0,5 1 45 0,2 1 0 15,5 2 29-15,5 5 12 0,0 2-3 0,2 7-18 0,4 4-18 16,2 2-21-16,-2 10-23 0,4 3-21 0,0 7-5 15,-2 1-5-15,3 8-2 0,0 2-2 16,1 5-10-16,1 5-14 0,0 4 2 0,-4 2-23 0,-3 4 11 16,-2 1-28-16,-4 1-6 0,-5-2-5 0,0 2-5 15,-5-3-4-15,-2 1 0 0,-5 1-4 0,-5 0-3 16,0 2 1-16,-4-2-1 0,-6-2 7 0,0-4-13 16,-2 0 13-16,1-2-18 0,-1-3 5 0,1-4-24 15,0-2-17-15,2 0-56 0,2-3-94 0,3-2-115 16,2-3-116-16,3-2-202 0,1-1-543 0,4-1-778 15</inkml:trace>
  <inkml:trace contextRef="#ctx0" brushRef="#br0" timeOffset="7879.46">21800 8075 1504 0,'0'0'984'0,"0"0"-230"0,0 0-140 0,0 0-122 0,0 0-114 0,0 0-108 0,0 0-125 16,-9 3-147-16,9-3-309 0,-14 3-422 0,5-2-564 15,-7-1-900-15</inkml:trace>
  <inkml:trace contextRef="#ctx0" brushRef="#br0" timeOffset="13128.27">8398 15263 212 0,'0'0'256'0,"-3"10"-43"0,3-10-15 0,-4 6 1 0,4-6 7 0,0 0-5 0,0 8-26 16,0-8-33-16,4 6-33 0,-4-6-19 0,6 5 11 0,-6-5-12 15,13 0-9-15,-2 0-17 0,2-3-8 0,5-1-14 16,5 0 0-16,0-4-18 0,9-1 3 16,5-4-3-16,1-3-6 0,2-1-2 0,1-1-13 0,-1-1 8 15,0 0-19-15,-2 0 10 0,-4 4-42 16,-7 3-46-16,-7 2-84 0,-3 5-63 0,-2-1-55 0,-6 2-260 15,-9 4-58-15</inkml:trace>
  <inkml:trace contextRef="#ctx0" brushRef="#br0" timeOffset="13332.04">8474 15483 283 0,'-9'4'409'0,"9"-4"-91"16,-14 4-70-16,14-4-48 0,0 0-48 0,5-7-11 15,3 2-23-15,5-2-1 0,6-4-37 0,7-4 15 16,10-2-10-16,4-3-14 0,11-4-16 0,3-1-10 16,-1-2-15-16,4 2 3 0,-2-1-5 0,-2 2-9 15,-8 4-9-15,-4 3-80 0,0 1-151 0,-7 1-492 16,-6 5-219-16</inkml:trace>
  <inkml:trace contextRef="#ctx0" brushRef="#br0" timeOffset="15946.09">7391 16130 257 0,'-10'-9'219'0,"-1"0"-47"15,2 2-38-15,-3 0-11 0,2 1-12 0,1 0 8 0,0 1-22 16,0-1-12-16,2 3-24 0,0-1-9 0,7 4-19 16,-10-6-1-16,10 6-13 0,0 0 17 0,-9 5 8 15,9-5 6-15,6 10-14 0,1-3 8 0,3 2-12 16,4 0 10-16,4 1 0 0,4 1 18 0,3-4-20 16,6 3 8-16,1-2-13 0,4-2 18 0,1-4-13 15,1 0 2-15,3-1-13 0,0-4 27 0,5-2-15 16,1-3 9-16,-2-4-20 0,3 1 11 0,1-5-1 15,3-7-7-15,2-2-18 0,-2-1 19 0,-3-5-5 16,0 0 17-16,-6 0-21 0,-1-1 13 0,-9 4-2 0,-3-1 14 16,-3 2-20-16,-7-3 6 0,-2 1-16 15,-4 4 11-15,-5 0-17 0,-5-1 8 0,-3 1-4 0,-2-2-4 16,-7-2 4-16,1-3-11 0,-10-3 4 0,-4-1-3 16,-4 2 2-16,-8-4-12 0,-4 1 10 15,-4 2-5-15,-4-1-3 0,-1 1-3 0,-4 2-7 16,0 2 12-16,2 2 15 0,-2 3 17 0,5 9-6 0,2 0-15 15,-2 4 7-15,-2 3-19 0,1 3 10 0,-3 2-6 16,7 5-3-16,-8 2 2 0,-2 4-3 0,-1 0-8 16,1 5 8-16,-9 4-2 0,1 4-1 0,1 2 3 15,1 2 2-15,3 7 2 0,3 3-7 0,1 4-2 16,2 5-6-16,3 7 10 0,4 4-15 0,4 3 12 16,2 4-9-16,9 2 20 0,1 0-12 0,9 4 19 15,5-2 8-15,6 1 40 0,4-11-16 16,6-1-11-16,9 6-1 0,5-4-9 0,5-6 43 0,8-4 2 15,6-5-12-15,4-6-14 0,5-5-1 16,6-5-13-16,-5-10-1 0,3-1-9 0,5-7-3 0,0-3-1 16,1-6-4-16,2-1-1 0,8-6-12 0,2-5-78 15,-3-3-115-15,-2 1-135 0,-4-4-137 0,-6-1-384 16,-9 4-394-16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2:03:35.023"/>
    </inkml:context>
    <inkml:brush xml:id="br0">
      <inkml:brushProperty name="width" value="0.05292" units="cm"/>
      <inkml:brushProperty name="height" value="0.05292" units="cm"/>
      <inkml:brushProperty name="color" value="#FF0000"/>
    </inkml:brush>
  </inkml:definitions>
  <inkml:trace contextRef="#ctx0" brushRef="#br0">17097 8326 135 0,'-4'-8'683'0,"-1"-3"-181"0,1 1-74 0,-1 1-57 0,-3 0-77 16,4 2-63-16,0 1-44 0,4 6-33 0,-7-6 10 16,7 6 4-16,-5 4 5 0,3 2 5 15,2 4 4-15,2 6-26 0,0 1-11 0,5 8-17 0,2 4-23 16,3 5-18-16,4 6-17 0,0 0-11 0,1-1-13 16,1 3-9-16,0-1-6 0,0-1-5 15,-3-1-12-15,3-2 1 0,-2 0-7 0,-2-5-3 0,-2-3 1 16,1-3-45-16,-2-1-47 0,-3-5-86 0,1-1-59 15,-3-4-64-15,-2-2-72 0,1-2-29 0,-3-3-83 16,-2-8-379-16,1 10-406 0</inkml:trace>
  <inkml:trace contextRef="#ctx0" brushRef="#br0" timeOffset="267.56">17063 8463 250 0,'-5'-33'602'0,"0"3"-109"0,3 4-109 0,0 2-101 16,4 3-29-16,0 0-54 0,3 1 19 0,3 2-3 15,2 1 8-15,4 3-10 0,0 1-13 0,4 2-14 16,1 3-23-16,1 1-18 0,3 3-21 0,-3 1-14 16,1 3-20-16,0 0-18 0,0 3-11 0,0 2-13 0,1 3-9 15,-3-1-10-15,-1 3-1 0,-4 3 4 16,-1 1 9-16,-5 1-11 0,-1 0 13 0,-7 1-19 16,-2 3-4-16,-6 4-1 0,-1 1-2 0,-5 0-3 15,-4 0-2-15,-2-1-5 0,-2 1-1 0,0-6-6 16,1 1-10-16,3-9 0 0,-3 2-46 0,5-5-53 0,0 0-67 15,5-5-73-15,-2-2-72 0,5-6-65 16,2-1-60-16,2-3-74 0,2-5-317 0,5-6-379 0</inkml:trace>
  <inkml:trace contextRef="#ctx0" brushRef="#br0" timeOffset="484.59">17677 7968 687 0,'14'-7'781'16,"0"4"-159"-16,-14 3-113 0,10 2-80 0,-10-2-46 15,0 12-34-15,-5-1-31 0,-1 3-30 0,-7 7-33 16,-1 4-26-16,-5 6-24 0,-1 3 7 0,0 2-46 16,2 2-13-16,3 2-5 0,3 0-55 0,0 1 5 15,5-1-19-15,6-4-15 0,2 1-12 0,6 2-8 16,3-1-11-16,3 0-2 0,3-5-8 0,7 0-5 16,0-4 0-16,4-4-31 0,2-2 21 0,3-4-33 15,2-4-12-15,-4-4-69 0,2-4-46 0,-4-3-78 16,2-4-130-16,-2-1-118 0,0-4-75 0,1-2-155 15,-6-5-431-15,2-2-754 0</inkml:trace>
  <inkml:trace contextRef="#ctx0" brushRef="#br0" timeOffset="704.77">17971 8226 1111 0,'0'0'769'0,"0"0"-168"0,-4-6-148 15,4 6-89-15,0 0-59 0,0 0-8 0,0 0-31 0,0 0-33 16,17 5-30-16,-10-1-50 0,6 1-19 0,1 0-33 16,5 3-12-16,3-2-29 0,1 3-2 15,3-1-19-15,3 0-2 0,-5-1-24 0,2-1-21 16,-4 2-68-16,0-3-64 0,-2-2-91 0,-5 2-58 0,0-4-65 16,-3-1-73-16,-12 0-31 0,14-1-11 15,-14 1-422-15,10-9-451 0</inkml:trace>
  <inkml:trace contextRef="#ctx0" brushRef="#br0" timeOffset="886.03">18246 8122 652 0,'-9'-18'450'16,"0"2"-62"-16,1 2 6 0,-1 1-54 0,4 3-55 16,0 2-40-16,2 3 47 0,3 5 33 0,0 0-8 15,-9 5-28-15,3 3-40 0,5 4-39 0,-3 6-20 16,0 2-18-16,0 3-17 0,-2 7-5 0,-1 1-2 16,0 3-15-16,-2 4-38 0,1 2-4 0,-2 0-32 15,2-2-5-15,-1-1-22 0,1-6 3 0,0 0-21 16,1-4-8-16,2-2-30 0,-1-4-42 0,2-1-65 15,0-4-91-15,-1-3-101 0,3-3-122 0,0-3-159 16,2-7-644-16,0 0-858 0</inkml:trace>
  <inkml:trace contextRef="#ctx0" brushRef="#br0" timeOffset="1117.63">18580 8031 1075 0,'18'-3'858'0,"-18"3"-175"0,9-3-131 0,-9 3-87 0,7-3-65 16,-7 3-70-16,7-4-79 0,-7 4-49 15,11-10-41-15,-4 6-33 0,5-4-20 0,-1-2-29 16,8 0-18-16,1-2-14 0,5-2-11 0,3-2-11 0,4 0-25 16,0-3-25-16,-1 1-31 0,-4 5-44 15,-2 0-40-15,-4 1-36 0,-2 2-33 0,-3 1-37 16,-3 3-67-16,-2-1 14 0,-3 6-18 0,-8 1-17 15,0 0-21-15,0 0-76 0,7 6-349 0,-14 0-299 0</inkml:trace>
  <inkml:trace contextRef="#ctx0" brushRef="#br0" timeOffset="1267.63">18673 8136 527 0,'-7'8'607'0,"3"-2"-125"16,4-6-67-16,0 8-42 0,0-8-50 0,0 0-20 15,16 2-24-15,-4-4-37 0,2-2-48 16,8-1-40-16,6-5-30 0,4-1-29 0,7-1-17 0,5-4-21 15,2 0-19-15,9-5-59 0,-9 5-95 0,0-2-89 16,-1 0-133-16,0 0-187 0,-6-3-441 0,0 2-553 16</inkml:trace>
  <inkml:trace contextRef="#ctx0" brushRef="#br0" timeOffset="1600.82">19544 7495 631 0,'0'0'787'0,"-10"-7"-152"0,10 7-101 16,-12-2-75-16,3 6-43 0,-1 3-37 0,1-1-35 16,-2 7-46-16,-1 0-23 0,-1 5-3 0,1 9-42 15,0-2 0-15,3 4-21 0,0 0-28 0,4 5-34 16,3-1-28-16,0-7-22 0,5 8-19 0,1-2-18 16,5-1-11-16,0-3-9 0,2 0-7 0,3-3-8 15,3-3-2-15,2-2-4 0,1-4-4 0,-3-3-5 16,2-2-3-16,0-3-4 0,0-2-3 0,2-4-6 15,-3-2 3-15,2-2-4 0,-3-3 2 0,1-3 1 16,0 1 1-16,-4-5-1 0,0 0 1 0,-5-1 1 16,-3-2 4-16,-1 1-4 0,-3 1-3 0,-4 1 2 15,-2-2-2-15,-2 1 2 0,-4 2-2 0,-4 1 0 16,-3 1-1-16,-3 2-11 0,-3 2 9 0,1 4-9 16,-1 1-20-16,-3 4-37 0,1 2-51 0,-1 1-24 15,2 1-55-15,3 3-88 0,1 0-92 0,5-2-83 16,1 1-47-16,2-1-87 0,7-2-543 0,0-1-758 15</inkml:trace>
  <inkml:trace contextRef="#ctx0" brushRef="#br0" timeOffset="1851.27">19598 7535 800 0,'7'-13'849'0,"1"2"-178"0,-3 4-170 0,4 3-86 16,0 1-32-16,1 0-48 0,-10 3-39 0,23 3-33 0,-5 3-28 15,1 2 10-15,6 6-42 0,-2 3-9 0,5 2-33 16,0 6-5-16,-3 2-30 0,1-2-26 16,-2 6-21-16,-6-1-17 0,3 1-15 0,-6 2-5 15,-2-3-12-15,-6-1-1 0,1 3-13 0,-2-1 3 0,-4-3-7 16,-2 0-9-16,-2 0-14 0,-1-3-6 0,-1 2-42 16,-1-4-27-16,1-1-22 0,-3-2-44 15,2-2-41-15,0-2-92 0,0-1-69 0,1-3-53 16,2-3-136-16,-1-2-180 0,3-7-316 0,0 0-655 0</inkml:trace>
  <inkml:trace contextRef="#ctx0" brushRef="#br0" timeOffset="2067.56">20478 7768 1281 0,'0'0'940'15,"0"0"-211"-15,0 0-150 0,2-7-125 0,-2 7-83 16,5-8-99-16,0 2-48 0,4 2-51 0,2-6-31 16,6 1-34-16,3-2-14 0,7 1-29 0,10-5-36 15,-1-1-34-15,6 1-76 0,-2 2-103 0,-2-2-142 16,0 1-83-16,-6 3-133 0,-5 0-95 0,-4 1-385 16,-2 4-632-16</inkml:trace>
  <inkml:trace contextRef="#ctx0" brushRef="#br0" timeOffset="2233.52">20518 7939 662 0,'-5'11'903'0,"2"-5"-196"0,3-6-175 0,3 10-103 16,-3-10-69-16,16 1-57 0,-3-2-48 0,6-4-39 16,9 0-43-16,4-4-36 0,9-2-28 0,0 0-18 15,1-1-20-15,1-1-24 0,-4 1-45 0,-3 1-95 16,-5 0-127-16,-3 1-135 0,-8 1-136 0,-1 0-197 15,-6 1-296-15,-4 0-581 0</inkml:trace>
  <inkml:trace contextRef="#ctx0" brushRef="#br0" timeOffset="8517.08">22020 7488 435 0,'-4'-7'654'0,"0"-3"-24"0,-1 2-127 0,-2-2-113 0,4 3-70 15,-1-1-64-15,0 3-49 0,4 5-40 0,-8-5-21 16,8 5-8-16,0 0-8 0,-6 8-23 0,2 0-6 16,4 1-22-16,0 3-13 0,0 1-8 0,6 3 3 0,-2 3-16 15,1 4 8-15,2-2-8 0,-1 2-7 16,4 4-8-16,-1 0-3 0,0 0-9 0,1 1-3 15,-1-1-11-15,0-2-18 0,-1-3-39 0,1-3-59 16,-1 2-70-16,-1-5-120 0,1-2-57 0,-2-2-105 16,2 0-546-16,-3-3-616 0</inkml:trace>
  <inkml:trace contextRef="#ctx0" brushRef="#br0" timeOffset="8852.82">22296 7379 397 0,'3'-12'693'0,"1"-1"-132"0,-2 6-119 0,0-2-79 16,-2 9-62-16,0 0-23 0,0 0-26 16,0 0-16-16,-10 9 14 0,5 1-20 0,0 5-22 0,-3 4-33 15,4 1-33-15,-1 5 11 0,2 2-36 0,2 0 0 16,4 5-7-16,1 2-2 0,2-2-8 0,4 5-19 16,-1-6-14-16,8 1-12 0,-5-6 10 0,6 0-8 15,-2-5 5-15,3 0-5 0,0-4-12 0,-1-5-7 16,0-1-5-16,1-5-5 0,-1-1-2 0,-1-3 1 15,-1-4-5-15,0-2 1 0,0-3-5 0,0-8 8 16,-3 2-18-16,0-5 5 0,-4-2-23 0,1-7 22 16,-3 0-20-16,-3-3 12 0,-3 1 11 0,-4-3-18 15,1-1 0-15,-6-1 46 0,-2-3-57 16,-3 4 48-16,0 2-58 0,-3 5 54 0,-2 3-55 0,-1 5 47 16,-3 2-74-16,-1 9 19 0,-1 1-70 0,-3 6-38 15,-6 6-86-15,-1 1-108 0,-8 8-70 0,3 4-112 16,0 3-200-16,5 2-386 0,1 2-720 0</inkml:trace>
  <inkml:trace contextRef="#ctx0" brushRef="#br0" timeOffset="13800.49">23162 7342 252 0,'0'-10'474'0,"-1"-1"-103"0,-1 3-67 0,1 0-53 0,-3 2-40 16,-1 0-26-16,1-1-31 0,4 7 19 0,-14-4-37 16,14 4 22-16,-16 1-9 0,4 4 28 0,-1 4-24 15,-2 0-9-15,1 4-2 0,-2 3-17 0,0 5-8 16,0-1-5-16,3 3-11 0,0 2-12 0,7-3 6 16,-1 1-10-16,3 2 4 0,2-2-20 0,0 2-8 15,5-1-11-15,1 0 22 0,2-3 0 0,2 0 2 16,2 0-15-16,3-4-4 0,2-1-15 0,1-3-1 15,3-1-8-15,0-2-4 0,5-3-9 0,1-3 0 16,1-1-6-16,0-3-3 0,3-2-7 0,-2-1 0 16,0 0-10-16,4-5-20 0,-6 2-78 0,-2-1-78 15,0-2-71-15,-5 0-69 0,0-1-84 0,-4 1-86 16,-3-3-490-16,-1 4-581 0</inkml:trace>
  <inkml:trace contextRef="#ctx0" brushRef="#br0" timeOffset="14915.99">23885 7555 193 0,'-1'-8'730'0,"-4"2"-162"0,5 6-127 0,-9-6-54 0,9 6-65 0,-17 3-24 0,3 6-7 0,-1 4-15 15,-5 7-28-15,-2 7-26 0,-1 4-19 16,1 3-34-16,4 2-22 0,2 3-29 0,0 0 7 15,7 1-29-15,4 0-2 0,3-6-2 0,3 0-9 0,3 0-10 16,2-3-7-16,4-4-9 0,6 0-4 0,-1-4-3 16,6-2 0-16,0-2-14 0,4-4-3 0,0-3-7 15,5-2-3-15,-5-5-7 0,1-2-3 16,-3-3-4-16,-2-1 4 0,4-2-7 0,-4-4 1 0,-3-1-3 16,0-2-4-16,-4-2 0 0,-4-2 0 0,-2 0 44 15,-3-2-52-15,-5 0 12 0,-1-1-12 0,-5-2 2 16,-2 0 5-16,-5 2-7 0,0 1 9 0,-5 4 3 15,0 3-9-15,-2 2 3 0,1 4 3 0,-3 4-3 16,-1 2-3-16,-1 4-17 0,-3 7-30 0,3 0-35 16,-2 3-82-16,3 1-107 0,3 3-86 0,3 0-93 15,3 1-152-15,3-4-527 0,2 2-748 0</inkml:trace>
  <inkml:trace contextRef="#ctx0" brushRef="#br0" timeOffset="26469.73">24871 6598 461 0,'-8'-6'675'0,"3"0"-169"0,-1 1-91 0,-1-2-89 0,1 0-29 0,-2 1-11 0,4-1-19 0,-1-2-18 16,3 2-33-16,0-3-30 0,2 2-36 0,2-1-29 16,3-1-19-16,1-1-22 0,6 0-11 0,0 0-12 15,6 0-7-15,0 2-9 0,4 1-7 0,0 2-5 16,-4 3-7-16,3 2-5 0,-2 2-4 0,-2 2-2 16,0 3-3-16,-3 1 1 0,-3 3-2 15,-2 2-2-15,-1 3 0 0,-4 1 0 0,-4 1 4 16,-3 4 2-16,-1 2-4 0,-5 2 3 0,-5 0-5 0,0 0 0 15,0-2 2-15,-3-3 16 0,4-4 8 0,1 0 12 16,-1-3 8-16,4-2 3 0,0-2 0 0,3 0-2 16,-2-3-7-16,8-6 2 0,-5 4-20 0,5-4-5 15,10-4-8-15,-1-2-5 0,4 0 2 16,6-3 15-16,4 1-24 0,-1-1 14 0,6-1-18 16,0 3 13-16,2-2-14 0,-5 5 16 0,2-1-19 0,-3 3 14 15,-2 0-18-15,-2 4-1 0,0 0 9 0,-4 4 3 16,-1 2-2-16,-3 2 2 0,0-1-3 0,-5 3 11 15,-2 0 2-15,-3 4 3 0,-4-2 6 16,-4 5 17-16,-5 0-3 0,-4 2 1 0,-4-1 2 16,-5 0 12-16,2-2 4 0,-7 1-5 0,3-5 1 15,-2 1-7-15,0-5-6 0,1 1-12 0,3-7-3 16,3 0-25-16,2-4-41 0,1-1-70 0,3-4-58 0,2 0-106 16,3-4-83-16,6-2-67 0,2 0-124 15,2-4-101-15,2-3-346 0,2-5-601 0</inkml:trace>
  <inkml:trace contextRef="#ctx0" brushRef="#br0" timeOffset="26666.3">25340 6444 719 0,'11'4'757'0,"-3"1"-129"0,1 3-83 0,-3 6-61 0,1 1-27 0,0 4-77 0,2 4-51 15,-2 6-48-15,-1 1-45 0,-1 2-29 0,0 4-44 16,2 4-14-16,-2 3-14 0,1 1-23 0,-1 0-21 15,-1-1-17-15,4 1-12 0,-3-1-7 0,3-3-18 16,-1-2-23-16,0-2-28 0,0-7-40 0,-2 0-37 16,2-6-60-16,-2-1-74 0,-1-6-76 15,0 0-77-15,1-3-33 0,-3-3-147 0,1-4-132 0,-3-6-263 16,6 4-535-16</inkml:trace>
  <inkml:trace contextRef="#ctx0" brushRef="#br0" timeOffset="27037.7">25640 6811 185 0,'5'-8'803'0,"0"2"-216"0,-1 1-139 0,-4 5-71 16,5-7-31-16,-5 7-23 0,0 0-9 0,0 0-21 15,14 1-30-15,-14-1-32 0,5 5-31 0,-5-5-41 16,6 6-12-16,-6-6-37 0,2 12-19 0,-2-12-15 16,3 11-8-16,-2-3-16 0,-2-1-7 0,-1 0-11 15,1 3-4-15,-1-2-8 0,-2 0-1 0,1-2-9 16,2 2 2-16,-2-2-5 0,3-6 1 0,-2 10-4 15,2-10 1-15,-3 6-1 0,3-6-4 0,0 0-1 0,10 2 2 16,-10-2-3-16,17-3-1 0,-2 1 1 0,0-2-1 16,2 0 0-16,0 2 1 0,2-1 0 15,0 3 0-15,1 0 0 0,1 0-3 0,0 0 2 0,-1 2 1 16,-1 1-1-16,4 3 2 0,-5 1-1 0,1 0 0 16,-6 2 0-16,2-2-1 0,-3 3 0 0,-3-2 1 15,-2 4-1-15,-1-4 22 0,-4 2-24 0,-1-1 18 16,-2 2-17-16,-3-1 18 0,-3 1-20 0,-3 2 19 15,-1-4-23-15,-5 4 21 0,-1-5-20 16,-1 3 16-16,0-5-21 0,-1 2 6 0,1-3-29 16,2-4-32-16,3 1-65 0,-3-2-114 0,5-2-87 0,0-1-98 15,3-2-121-15,1-4-554 0,2-1-723 0</inkml:trace>
  <inkml:trace contextRef="#ctx0" brushRef="#br0" timeOffset="27208.67">25802 6827 231 0,'-4'-7'783'0,"4"7"-166"0,-6-9-122 16,6 9-97-16,-2-8-38 0,2 8-25 0,-3-11-20 16,3 11-33-16,3-8-22 0,2 2-41 0,1 0-48 15,3-5-34-15,5 3-19 0,1-3-36 0,6 0-10 0,3-2-32 16,3-1-16-16,4-4-38 0,1 2-75 16,0-1-84-16,-7 0-103 0,-1 2-72 0,-2-2-144 15,-1 2-618-15,-5 0-726 0</inkml:trace>
  <inkml:trace contextRef="#ctx0" brushRef="#br0" timeOffset="27484.81">25855 6235 384 0,'4'-12'666'15,"-1"2"-150"-15,3 3-114 0,1-1-22 0,2 4-30 16,3 2 15-16,3 3 8 0,4 3-25 0,4 5 6 0,5 5-39 15,8 8-57-15,0 3 16 0,6 12-60 0,0 3 15 16,2 4-80-16,0 4-25 0,-1 2-19 16,-4 2-18-16,0 3-29 0,-2 2 3 0,-7 2-13 15,-2-1-10-15,-6 2-26 0,-3-3-26 0,-10-9-38 16,-5 0 0-16,-4 0-22 0,-6-2-19 0,-6-3-11 16,-6 0 3-16,-8 3-7 0,-4-5 4 15,1-7 2-15,-3-2-3 0,-3-7 5 0,1 0-16 0,-5-3-36 16,1-5-41-16,-3-3-61 0,-2-3-65 0,-3-5-103 0,0-3-115 15,2-3-435-15,-7-4-563 0</inkml:trace>
  <inkml:trace contextRef="#ctx0" brushRef="#br0" timeOffset="27716.54">24829 6418 512 0,'-11'-4'803'0,"-1"6"-156"0,-3 4-115 0,-1 7-83 15,-8 11-63-15,-3 9-55 0,-3 11-31 0,0 5 14 0,2 8-6 16,1 6-9-16,4 5-10 0,3 3-41 0,5 2-7 16,8-2-28-16,3 1-7 0,8-3-1 0,5-4-54 15,7-1-14-15,5-4-26 0,7-4 10 0,4-5-51 16,7-7 9-16,3-6-61 0,8-4 12 0,5-11-38 16,7-5-65-16,3-7-88 0,-6-5-48 0,4-6-90 15,9-5-161-15,-2-1-105 0,-4-5-199 0,-4-6-654 16,-4-4-1024-16</inkml:trace>
  <inkml:trace contextRef="#ctx0" brushRef="#br0" timeOffset="29383.08">26422 5749 259 0,'-4'-14'546'0,"0"0"-87"0,1 3-93 0,-1 1-65 15,0 2-49-15,2 2-35 0,2 6-7 0,0 0-3 0,-13 6 17 16,8 7-17-16,-2 6-14 0,2 4-27 0,0 8 9 16,1 2-24-16,0 5-17 0,4 5-1 15,0 1-13-15,3 1-25 0,2-2-16 0,0-2-4 16,5-2 0-16,-1-8-18 0,0-2-2 0,0-2 20 0,3-7-2 15,-1 0 1-15,2-4-16 0,0-2 11 0,3-3-22 16,-3-4 3-16,5-2-24 0,-5-4 9 0,1-2-23 16,1-2 16-16,-2-1-25 0,1-4 21 0,-4 0-24 15,-1-1 16-15,-1-4-13 0,-2 2 29 0,-4-1-25 16,-1-1 1-16,-2 0-4 0,-3 1-1 0,-3-2 1 16,-3 2 0-16,-1 1-2 0,-5 4-1 0,1 0 0 15,-3 3 3-15,1 3-4 0,-3 3-1 0,-3 4 1 16,1 0-16-16,-2 7-11 0,0 3-42 0,1 3-32 15,3 0-64-15,3 1-82 0,1 2-93 0,6-3-68 16,1-1-83-16,7-1-116 0,0-5-318 0,4 0-496 16</inkml:trace>
  <inkml:trace contextRef="#ctx0" brushRef="#br0" timeOffset="30848.48">27912 6178 172 0,'-5'-7'531'0,"5"7"-81"0,-6-7-95 0,6 7 2 0,-7-9-9 0,7 9-11 16,-5-8-11-16,5 8-20 0,-5-7-25 0,5 7-32 15,-3-5-22-15,3 5-29 0,-4-5-20 0,4 5-27 0,0 0 18 16,0 0-3-16,-2 6-1 0,4 1-12 16,-1 4 25-16,2 2-56 0,0 4 36 0,2 3-47 15,2 4 34-15,-1-2-30 0,2 7-63 0,1-1 39 0,1 0-62 16,-1 0 42-16,1 1-56 0,0-3 40 16,-1 0-61-16,-1-3 26 0,2-2-84 0,-2-2-43 15,0-3-64-15,-3-1-82 0,2-1-121 0,-3-5-136 16,1-1-185-16,-2-2-604 0,-3-6-902 0</inkml:trace>
  <inkml:trace contextRef="#ctx0" brushRef="#br0" timeOffset="31260.19">28142 6286 154 0,'0'0'175'16,"0"0"-24"-16,2 6 0 0,-2-6-11 0,0 0 8 15,0 0-21-15,0 0 38 0,2 6-10 0,-2-6 37 16,0 0 7-16,0 0 9 0,0 0 5 16,0 0-2-16,0 0 6 0,0 0 9 0,0 0 12 0,0 0 10 15,0 0-3-15,0 0-12 0,0 6-15 0,0-6-20 16,0 0-23-16,0 0-19 0,0 0-20 0,0 0-17 15,0 0-8-15,0 0-4 0,0 0-2 0,0 0-23 16,0 0 21-16,0 0-40 0,0 0 18 0,0 0-48 16,13-4 24-16,-13 4-46 0,18-3 32 0,-8-1-39 15,4 2 25-15,2-3-31 0,0 3 31 0,0-1-39 16,3-1 33-16,-3-1-33 0,2 0 33 0,3 1-35 16,-3 0 28-16,3-3-28 0,-5 2 34 15,1 0-34-15,0-1 34 0,-4 4-39 0,-3-3 30 16,3 4-33-16,-4-4 24 0,0 2-52 0,-2-1-18 15,-7 4-65-15,8-7-75 0,-8 7-99 0,3-9-90 16,-3 9-70-16,-3-8-119 0,3 8-505 0,-6-8-705 16</inkml:trace>
  <inkml:trace contextRef="#ctx0" brushRef="#br0" timeOffset="31767.03">28638 6011 699 0,'0'-9'524'0,"0"9"-102"0,2-9-54 15,-2 9-50-15,2-9-67 0,-2 9-20 0,5-10-11 16,-1 3-13-16,1 3-9 0,3-3-26 16,0 2-30-16,1-1-20 0,1 3-20 0,1-3-18 0,1 2-12 15,4 0 2-15,-3 4-3 0,0-2-11 16,2 1-12-16,-1 1-12 0,-2 3-6 0,-1-3-9 0,1 4-1 15,-3 0 12-15,-2 2 1 0,2 2 2 0,-5 2 12 16,-3-3-12-16,-1 6-2 0,-3 0-6 0,-6 1-3 16,-2 2-3-16,0 1-8 0,-2-3 3 0,-1-1 0 15,0-2-9-15,4-1 1 0,-2-1 2 0,2-2-5 16,1 0-1-16,3-2 1 0,-1-1 2 0,7-4-5 16,-12 4 1-16,12-4-2 0,0 0-2 0,0 0 1 15,2-7-4-15,-2 7 4 0,14-6-6 0,-4 4 2 16,3-1 1-16,0 1 3 0,0-1-5 0,1 2 4 15,-1 1 0-15,2 0 6 0,-2 1-6 16,1 2 7-16,0 2 0 0,-1 0 2 0,1 1 2 0,-3 3 0 16,-1-2-1-16,-1 5 0 0,-4-1-1 0,2 2 5 15,-5-1-6-15,2 1-1 0,-4-1 1 0,-1-1 1 16,-3 3-3-16,0-1 3 0,-3 0 4 16,-2-2 5-16,-4 0 9 0,-3-1 9 0,-1 0-5 0,-1-2-3 15,-3-1-7-15,-2-3-2 0,3-2-5 0,-1-2-3 16,0 0-5-16,0-2-8 0,3-1-16 0,1 0-21 15,4-3-53-15,1-1-65 0,3-3-64 0,4 0-49 16,4 0-39-16,2-2-23 0,2-4-34 0,2 0-48 16,4-3-60-16,2-5-311 0,2-1-309 0</inkml:trace>
  <inkml:trace contextRef="#ctx0" brushRef="#br0" timeOffset="31999.44">28932 5848 230 0,'7'-7'627'0,"-2"2"-150"16,-5 5-86-16,6-4-27 0,-6 4-14 0,0 0-7 15,9 7 15-15,-6 1 10 0,-2 2 6 0,0 4-41 16,2 3 13-16,-1 4-80 0,-2 2-32 0,3 5-20 16,-2 4 5-16,0 3-76 0,3 2 51 0,-2 0-30 0,1 6-27 15,1-1-30-15,-1 0-18 0,1-6-18 16,1 2-11-16,-3-4-12 0,3 2-9 0,-1-4-43 16,-1 0 37-16,-1-1-36 0,2-6 30 0,-1 0-35 15,-1 0 35-15,1-3-51 0,-1-4-39 0,0-1-49 0,0-1-48 16,-2-3-54-16,3-1-41 0,-3-1-84 15,1-1-112-15,-1-4-101 0,0-6-180 0,-4 11-435 16,4-11-781-16</inkml:trace>
  <inkml:trace contextRef="#ctx0" brushRef="#br0" timeOffset="32385">29166 6277 423 0,'0'0'711'16,"7"-8"-162"-16,-7 8-99 0,5-5-72 0,-5 5-62 15,0 0-23-15,5-5-22 0,-5 5-15 0,0 0-36 0,0 0-33 16,0 0-34-16,0 0-20 0,0 0-24 0,-5 5-19 16,5-5-15-16,-7 7-17 0,7-7-10 15,-9 8-10-15,4-3-5 0,-1 0-11 0,-2-1-1 16,6 2-5-16,-4-2-4 0,6-4-6 0,-7 8 7 16,7-8-6-16,-5 8-1 0,5-8-2 0,-2 9 1 15,2-9 1-15,3 6-3 0,-3-6-3 0,10 7 2 16,-3-1 5-16,3-3 4 0,-1 1-9 0,2 1 3 15,3-1-9-15,-2 0 9 0,4 4-8 0,-3-2 11 16,1-1-13-16,0 4 12 0,0-1-11 0,2 0 11 16,-3 0-5-16,-1 3-1 0,2-2 1 0,-2 0 1 15,-3 0 4-15,0 0 2 0,-3-2 10 0,3 2-3 0,-3-1 0 16,-2-1 10-16,-2 0 2 0,-1 0-5 16,-1-7-1-16,-3 12-5 0,-1-5-3 0,-1-1-1 0,-5 0-3 15,1-3-2-15,0 2 4 0,-4-1-4 16,3-2-3-16,-3-1-3 0,1 2-1 0,-1-3-3 0,0-1-15 15,2-2-38-15,0 0-71 0,0-2-117 0,2-1-119 16,0-4-74-16,1 0-126 0,3-3-502 16,1-1-682-16</inkml:trace>
  <inkml:trace contextRef="#ctx0" brushRef="#br0" timeOffset="32552.29">29183 6271 248 0,'-2'-7'667'0,"2"7"-164"0,-2-9-111 16,2 9-61-16,2-10-18 0,-2 10-9 0,7-7 12 15,-1 3-7-15,-1-2-28 0,4 3-35 0,3-2-44 16,1-1-42-16,2 1-33 0,2 0-28 0,4-2-20 0,2 1-12 16,0 0-17-16,2-1-18 0,0 0-26 0,-1 0-42 15,-1-2-75-15,-3 2-115 0,0-3-76 0,-3 1-114 16,-3-1-108-16,-3 1-451 0,-1-4-566 16</inkml:trace>
  <inkml:trace contextRef="#ctx0" brushRef="#br0" timeOffset="32799.54">29351 5775 82 0,'-1'-8'630'0,"1"8"-172"16,0 0-58-16,7-6-73 0,-7 6-2 0,12 11-17 15,1-1 0-15,2 5 23 0,3 4-22 0,7 6 4 16,1 5-16-16,1 5-35 0,4 6-5 0,0 4-58 16,-1 3 17-16,0 1-86 0,-2 2 16 0,-3 1-25 15,0 3-23-15,-4 0-15 0,-4-1-59 16,-4-7 41-16,-6 0-56 0,-1 1-8 0,-5-1-19 0,-4 2-11 15,-4-1-35-15,-4 1-19 0,-8 3-47 0,-4-1-43 16,-5-3-52-16,-1-6-51 0,-1-9-45 0,-3-3-10 16,0-5 22-16,-4-1 8 0,-2-7 17 0,-1-5-35 15,3-3-39-15,1-9-427 0,-3 0-307 0</inkml:trace>
  <inkml:trace contextRef="#ctx0" brushRef="#br0" timeOffset="33051.99">28031 5947 597 0,'-14'0'742'0,"0"3"-141"0,1 3-79 0,-4 7-96 16,-3 7-28-16,-5 11-49 0,-1 2-30 0,-1 11-25 16,2 6-3-16,2 3-74 0,0 3 31 15,4 2-72-15,4 3 33 0,4-1-76 0,7-7 11 0,4 1 10 16,10 8 1-16,2 0-20 0,8-3 26 0,2 0-47 15,8-2 2-15,4-6-53 0,4-1 23 0,4-6-51 16,7-3 7-16,1-5-62 0,5-7 1 0,2-1-102 16,3-5-5-16,2-5-98 0,-10-7-81 0,2-2-92 15,-2-5-104-15,-9-4-76 0,4-3-166 0,-2-8-416 16,-3-4-775-16</inkml:trace>
  <inkml:trace contextRef="#ctx0" brushRef="#br0" timeOffset="33888.35">29653 5730 17 0,'6'-15'667'0,"2"0"-117"0,-3 1-77 0,0 1-59 0,0 4-69 15,-1-1-78-15,0 1-42 0,-1 2-23 0,-1 1-2 0,-2 6 8 16,4-6 8-16,-4 6-23 0,0 0-5 16,3 8-20-16,-2-3-32 0,1 4-32 0,-2 4-13 15,2-1-27-15,0 4 2 0,1 1-26 0,-1 1-4 16,2 3-9-16,1 0-5 0,-1-1-5 0,3 1-3 15,0-1-3-15,1-1-19 0,0-1-52 0,-1-1-111 16,2-3-142-16,-2 0-119 0,0-4-150 16,0-1-477-16,0-5-676 0</inkml:trace>
  <inkml:trace contextRef="#ctx0" brushRef="#br0" timeOffset="34216.68">29943 5631 674 0,'0'-13'549'0,"0"13"-128"15,0 0-64-15,0 0-13 0,0 0-38 0,0 0-5 16,-9 10-26-16,7 0-2 0,-2 0-18 16,0 5 9-16,1 1-23 0,2-1-35 0,-1 2-36 15,2 1-29-15,0 0-26 0,3 0-22 0,0-1-20 16,1-1-13-16,0 0-5 0,1-1-7 0,1-3 0 16,2 0 5-16,-1-4 4 0,0 1-4 0,1-5-3 15,2 0-7-15,-10-4-7 0,16 0-8 0,-5-3-10 16,-1-1 5-16,-1-2-13 0,0-4-3 0,1 0 1 15,-2-3-4-15,-2-2-1 0,-1 1-1 0,-2-3-1 16,-1 3 0-16,-2-4 1 0,0 2 1 0,-2-1 0 16,-1 1 0-16,-1 2-3 0,-1 1 1 0,-3 1-5 15,2 0 0-15,-3 3 2 0,0 2 0 0,-1 3 0 16,-1 1-2-16,0 1 4 0,0 4-1 0,-1 1-44 16,2 1-35-16,1 2-51 0,0 0-73 0,3 3-102 15,3-1-95-15,-1 2-143 0,4-2-181 0,4-1-282 16,1 3-608-16</inkml:trace>
  <inkml:trace contextRef="#ctx0" brushRef="#br0" timeOffset="34407.78">30224 5705 75 0,'0'0'729'0,"0"0"-164"0,0 0-82 15,0 0-57-15,4-7-88 0,-4 7-76 0,5-6-51 16,-5 6-43-16,14-7-29 0,-2 3-25 0,2-2-16 15,4 1-21-15,2-1-14 0,4-1-17 0,2 1-7 16,3-3-21-16,1 1-47 0,-1 0-95 0,2-4-107 16,-2 2-105-16,1-3-117 0,-2-1-391 0,-4-3-389 15</inkml:trace>
  <inkml:trace contextRef="#ctx0" brushRef="#br0" timeOffset="34699.11">30788 5290 419 0,'0'0'621'0,"-3"-6"-130"0,3 6-62 15,-10 2-44-15,10-2-33 0,-9 9-1 0,0-2 2 16,2 4-11-16,-1 2-6 0,0 0-24 0,-1 4-35 16,2 2-20-16,0 3-17 0,3 1-31 0,1 0-14 0,1 2-58 15,2 1-10-15,3-1-38 0,2 0-3 16,1 3-32-16,4-3 5 0,2 1-23 0,2-5 9 16,0-1-25-16,3-4 13 0,-2-4-29 0,4 1 18 15,-1-4-25-15,3-2 21 0,-5-3-26 0,1-1 18 16,-2-3-21-16,-1-1 18 0,-2-3-14 0,-1-1 15 15,-2-2-18-15,0 1 16 0,-4 0-14 0,-3-4 20 16,-2 3-19-16,-2-2 17 0,-5 2-13 0,-2 0 13 16,-7 1-18-16,1 1 19 0,-3 2-13 0,-2 3 14 15,-1 2-17-15,-3 1 21 0,-3 4-34 0,0 2-21 16,-1 3-51-16,-1-1-63 0,2 4-92 0,-1 1-161 16,2-1-185-16,-1-2-927 0,3 3-1150 0</inkml:trace>
  <inkml:trace contextRef="#ctx0" brushRef="#br0" timeOffset="35516.06">22182 9583 901 0,'-14'11'806'0,"0"-1"-157"0,2-2-143 0,1 1-88 0,-1-2-64 15,3-1-49-15,0 0-13 0,2-3-24 0,0 1-33 16,7-4-15-16,-5 4-39 0,5-4-20 0,10-4-46 16,4-2 1-16,6-3-37 0,8-4 3 15,11-5-20-15,1-1-15 0,12-7-8 0,0-1-10 0,0 1-22 16,0-1-37-16,-2 2-22 0,-9 4-46 0,-3 2-71 15,-4 1-65-15,-6 3-82 0,-7 6-77 0,-5 0-93 16,-2 5-80-16,-5-1-538 0,-9 5-719 0</inkml:trace>
  <inkml:trace contextRef="#ctx0" brushRef="#br0" timeOffset="35683.08">22312 9624 86 0,'-24'14'658'0,"2"1"-154"0,3-4-121 15,2 0-78-15,2-3-17 0,5 2 9 0,1-4 5 16,4 2 10-16,0-3-23 0,5-5-11 0,0 10-44 15,0-10-13-15,10 6-52 0,0-5-21 0,5-1-46 16,2-4-19-16,11-2-20 0,11-3-8 0,4-5-15 16,4-1-9-16,8-6-13 0,4 1-25 0,-3-2-66 15,2 1-110-15,-6-2-127 0,-1 0-172 0,-8 1-718 16,-3 2-810-16</inkml:trace>
  <inkml:trace contextRef="#ctx0" brushRef="#br0" timeOffset="35898.61">23105 9137 794 0,'0'0'779'15,"2"-5"-154"-15,-2 5-157 0,0 0-64 0,0 0-61 16,0 0-13-16,8 9-47 0,-7-1-3 0,0 1-51 16,2 5-26-16,1 2-34 0,-2 0-18 0,2 6-26 15,3 2-22-15,-4 0-24 0,6 5-15 0,-4 0-11 16,3-1-19-16,-1 1-23 0,3-3-16 0,-1-1-38 15,0-2-30-15,1-2-53 0,1-4-71 0,0 0-71 16,1-4-69-16,0-2-62 0,-2-4-100 0,5-2-150 16,-4-3-271-16,3-3-490 0</inkml:trace>
  <inkml:trace contextRef="#ctx0" brushRef="#br0" timeOffset="36198.04">23411 9283 355 0,'-2'-16'705'0,"-1"2"-118"0,-1 4-73 16,-1-1-97-16,3 4-47 0,-5 0-46 0,7 7 7 15,-7-5-21-15,7 5-10 0,-9 5-42 0,6 2-25 16,-1 0-14-16,2 5-49 0,0 0-7 0,2 1-25 16,0 3 3-16,3 2-13 0,1-2-13 0,2 3-4 0,2 0-14 15,2-1-4-15,0-1-3 0,2-3-6 0,0-1-13 16,0-2-10-16,1-3-4 0,2 0-8 16,-3-5-8-16,2-1-7 0,-1-2-7 0,1-2-7 15,-2-3-32-15,1-2 32 0,-1-1-29 0,-2-4 27 16,-2-2-34-16,-1 1 32 0,-3-2-33 0,-3-1 32 0,-1-2-33 15,-5 1 34-15,0-2-34 0,-5 1 4 0,-2 2 3 16,-3 1-2-16,-3 3 4 0,-2 0-3 0,-3 5 0 16,1 0-7-16,-2 2-9 0,3 4 10 0,0 1-51 15,1 1-12-15,1 2-54 0,1 5-40 0,2-1-22 16,4 4-87-16,1-2-83 0,4 4-85 0,2 1-125 16,3-4-153-16,3 2-332 0,1-4-680 15</inkml:trace>
  <inkml:trace contextRef="#ctx0" brushRef="#br0" timeOffset="36454.11">23966 9049 903 0,'11'-14'688'16,"-2"1"-116"-16,-5 3-104 0,-1 2-48 16,-2 3-29-16,-1 5-24 0,-4-11-20 0,4 11-21 0,-9-2-31 15,9 2-2-15,-18 5-46 0,7 3 25 0,-2 0-53 16,0 7-12-16,-2 1 14 0,1 3-25 0,-1 2-20 15,2 2 2-15,1 4-43 0,2-2 23 0,5-4-39 16,1 4 23-16,3-4-43 0,3 3 27 0,4-1-64 16,2-1 24-16,3 2-70 0,3-2 9 0,4-1-81 15,1-5-16-15,0-1-58 16,1-3-53-16,1-1-47 0,1-4-58 0,2-3-42 0,-1 0-90 16,-4-3-76-16,4-3-64 0,-1-2-113 0,2-3-698 15,-5-5-973-15</inkml:trace>
  <inkml:trace contextRef="#ctx0" brushRef="#br0" timeOffset="36765.22">24398 9116 778 0,'0'0'740'0,"0"0"-153"0,0 0-70 15,0 0-72-15,0 0-17 0,-1 5-48 0,-1 5-8 16,-2-2-39-16,2 3-21 0,-1 1-64 0,-2 1-4 16,3 3-39-16,0 0-5 0,-1-1-29 0,3 2 0 15,0-2-18-15,1 2-28 0,3 0-23 0,-2 0-16 16,5 0-19-16,-1-2-15 0,2-1-3 0,2-2 11 15,0-1-1-15,2-3-6 0,2-1-40 0,1-3 20 16,0-3-42-16,2-2 24 0,2-3-31 0,0-3 30 16,-1 0-32-16,1-5 35 0,-3 0-34 15,-2-1 30-15,-4-3-23 0,-2 2 39 0,-1 2-25 16,-4-1 8-16,-3 1 10 0,-1 2 10 0,-3-1-3 0,-4 4 10 16,-1-1-1-16,0 4-9 0,-5 1-7 0,0 1 22 15,-4 5-38-15,2 2 26 0,-5 4-33 0,0 1 23 16,0 4-50-16,1 2-14 0,0 2-59 15,6-1-81-15,0 0-74 0,5-1-55 0,3-2-149 0,1-1-160 16,2-1-231-16,4-3-573 0,3-3-1031 0</inkml:trace>
  <inkml:trace contextRef="#ctx0" brushRef="#br0" timeOffset="37466.18">25685 8736 541 0,'-7'-6'772'0,"2"0"-144"0,-4 1-91 0,3-2-95 16,0 2-33-16,-1 1-29 0,3-2-34 16,-2 1-38-16,6 5-55 0,-6-9-26 0,6 9-40 0,-4-12-23 15,4 12-15-15,0-11-23 0,4 5-10 0,0-1-21 16,1 3-16-16,3-2-17 0,1 1-8 0,2 1 0 16,0 0-10-16,-1 2-10 0,4 1-4 0,-14 1-8 15,21 1-9-15,-10 1-1 0,-3 3-3 0,-2 1-2 16,1 3-1-16,-3 0 1 0,-2 4 7 0,-2 0 32 15,-2 4-51-15,-3 1 5 0,-2 1 0 16,-2 1 0-16,-1-2 2 0,1-1 1 0,-1-1-1 16,0-2 2-16,2-1-1 0,0-3 6 0,0 0-7 0,2-3 5 15,1 3 2-15,0-6-3 0,5-4-6 0,-8 6-3 16,8-6-13-16,0 0-6 0,0 0 1 0,7-4-8 16,0 2-1-16,3-2 8 0,2 0 6 0,0 1-1 0,2-1 2 15,-1 2 7-15,0 1-5 0,0 1 7 16,1 0-6-16,-1 2 4 0,-1 0 3 0,0 4 0 15,-1 1 2-15,-2 0 1 0,-2 2 5 0,0-2-5 16,-4 5 1-16,1-2 4 0,-4 0 7 0,-1 2 6 0,-3-1-12 16,-1 1 29-16,-3-2-20 0,-3 1 24 0,-1-1-20 15,-5 1 20-15,0-2-32 0,-2 0 32 16,-2-4-37-16,5 1 31 0,-3-3-35 0,2 0 23 0,0-3-53 16,3-1-28-16,0-4-78 0,4 1-103 15,2-2-123-15,1 0-101 0,2-4-79 0,3 1-132 16,2-3-478-16,4-4-771 0</inkml:trace>
  <inkml:trace contextRef="#ctx0" brushRef="#br0" timeOffset="37672.94">25855 8574 402 0,'10'-5'727'0,"-2"2"-174"0,-8 3-59 0,16 0-48 0,-7 5-3 16,0 3-22-16,1 4-13 0,-1 1-24 0,-1 7-39 15,-1 0-32-15,1 2-19 0,-3 5 1 0,2 2-48 16,-2 0-46-16,0 1-37 0,-1 2-31 0,2-2-27 15,-2 1-47-15,1 1 16 0,-2-4-43 0,1-1 21 16,0-2-39-16,-2-1 7 0,1-2-75 0,0-3-29 16,1 1-73-16,-3-4-57 0,3-2-67 0,-2 2-102 15,0-3-87-15,-2-4-86 0,3 1-159 0,-3-10-457 16,4 6-781-16</inkml:trace>
  <inkml:trace contextRef="#ctx0" brushRef="#br0" timeOffset="38015.87">26165 8806 774 0,'4'-13'684'16,"1"2"-160"-16,-2 3-105 0,-1 0-84 0,-2 8-24 0,4-9-8 16,-4 9-12-16,0 0-20 0,0 0-28 15,0 0-16-15,0 0-55 0,0 0-26 0,-4 9-19 16,2-3-19-16,-1 0-21 0,-2 0-19 0,1 3-13 16,-1-2-7-16,0 0-13 0,3 0-10 0,-2 1 2 0,1-2-9 15,1 1-3-15,2-7-3 0,-2 11-1 16,2-11-2-16,2 11-3 0,-2-11 4 0,7 11 8 15,0-8-12-15,3 0-3 0,-1-1 0 0,1 1-1 0,1-1-6 16,1 0 10-16,0 2-1 0,0-3-1 0,1 2 7 16,0-1 17-16,-3 1-18 0,2 0-5 15,0 2 8-15,-1 0-2 0,-2-1 7 0,1 2-1 16,-4 1-1-16,3-1 6 0,-5 2-4 0,2-1-4 0,-3 2-1 16,-2-1-1-16,-1-1 4 0,0 2-6 15,-4-2-4-15,-2 1 5 0,0 0-4 0,-1 0 5 0,-3 0-7 16,-1-2-5-16,-2 0-5 0,-1 1 1 15,2-4-11-15,1-1-19 0,-3-1-45 0,14-1-42 16,-25 0-106-16,15-1-96 0,0-4-70 0,0-1-100 16,2-2-90-16,2 2-478 0,-1-8-679 0</inkml:trace>
  <inkml:trace contextRef="#ctx0" brushRef="#br0" timeOffset="38182.39">26144 8826 168 0,'0'-7'725'0,"-2"1"-145"0,2 6-122 0,0-12-35 16,0 12-58-16,3-13-25 0,-2 7-9 0,3 0-24 15,1-2-22-15,0 3-42 0,4-2-47 0,3-2-36 16,2 3-30-16,1-2-26 0,4 0-20 0,1 2-17 16,1-1-15-16,-1 0-18 0,1 2-37 0,-2-2-57 15,2 0-84-15,-3-1-90 0,1 0-118 0,-4-2-114 16,2 0-147-16,-3-2-381 0,-2-2-591 16</inkml:trace>
  <inkml:trace contextRef="#ctx0" brushRef="#br0" timeOffset="38398.75">26386 8372 580 0,'0'0'679'0,"-10"-3"-178"0,10 3-97 0,0 0-53 16,-2 7-15-16,4 2 10 0,3-1-11 0,-1 5-30 15,5 5-12-15,3 7-27 0,2 1-44 0,1 6-24 16,4 4-25-16,2 1-29 0,-2 1-25 0,1 3-20 16,-1-1-18-16,-1 1-16 0,-4-2-20 0,-1 2 1 0,-4-1-21 15,-4-6-9-15,-2 0-18 0,-6 0-21 16,-2-1-8-16,-1-3-21 0,-6-1-4 0,-2-2-44 15,-1-4-23-15,-4 1-18 0,-3-5-19 0,0-3-29 0,-2-3-28 16,-2-1-31-16,2-6-36 0,0-1-51 0,-4-5-46 16,-2-2-74-16,-7-5-435 0,-5-5-451 15</inkml:trace>
  <inkml:trace contextRef="#ctx0" brushRef="#br0" timeOffset="38623.71">25429 8460 1101 0,'0'0'756'0,"0"0"-127"16,0 0-106-16,-10 12-57 0,6 4-35 0,-1 8-59 0,-1 6-38 16,-1 8-7-16,0 6-21 0,0 0-21 0,1 4-49 15,1-1-69-15,2 3 18 0,3-1-27 0,3 2 0 16,2-2-42-16,5-1 24 0,3-1-49 0,4-3 13 16,5 5-49-16,3-11-1 0,0-1-38 0,7-6-44 15,3-2-46-15,3-7-59 0,4-1-61 0,6-6-51 16,1-2-75-16,1-7-62 0,1-3-87 0,-1-5-31 15,-1-4-103-15,-1-8-110 0,-2-3-330 16,4-8-662-16</inkml:trace>
  <inkml:trace contextRef="#ctx0" brushRef="#br0" timeOffset="38932.51">26783 8251 536 0,'-2'-19'699'0,"-3"6"-132"0,1 1-63 0,1 4-75 16,-3 0-36-16,1 2-5 0,5 6-22 0,-15-1-8 15,5 5-59-15,-2 2-31 0,0 4-8 0,-1 4-25 16,-3 3-24-16,4 5 21 0,-2 2-64 0,5 3 0 16,2 3 9-16,5 1-19 0,2-3-31 0,2 4-23 15,5-2-16-15,-1 1 15 0,4-4-25 0,3-1 26 16,0-2-46-16,1-4-4 0,-1-4 2 0,3-3-8 16,0-1-9-16,0-5-10 0,-2-1-9 0,3-3-8 15,-4-2-5-15,2-2-5 0,-2-5-5 0,1 0 14 16,-3 0-16-16,-2-4 2 0,-1 1 0 0,-4 1 3 15,-2-1-4-15,0 0-3 0,-6 2 6 0,-1-1-5 0,-5 2 0 16,-3 1 1-16,-4 3 2 0,0 0 0 16,-2 4-1-16,-1 1 4 0,-2 3-9 0,0 4-42 15,1-1-59-15,0 3-69 0,3 0-71 0,0 1-78 16,2 0-157-16,3 1-181 0,0-5-987 0,4 3-1318 0</inkml:trace>
  <inkml:trace contextRef="#ctx0" brushRef="#br0" timeOffset="40165.08">28045 7874 353 0,'8'-2'605'0,"-8"2"-140"0,12 2-80 16,-12-2-58-16,8 6-37 0,-4 0-25 0,-4 1-20 15,1 0-13-15,1 2 0 0,-4-2-1 0,1 3-15 0,-1-1-9 16,-5 1-20-16,1 1-31 0,-3 1-23 16,-1-2-4-16,-4 0-34 0,-2 1-7 0,0-2-17 15,-3 1-11-15,1-3-10 0,1-1-3 0,0-2 3 16,1 1 7-16,0-4-16 0,3-1 21 0,-2-1-28 15,0-4 21-15,4-1-37 0,0-1 21 0,1-4-29 16,5 0 20-16,1-1-28 0,4-2 25 0,4-2-34 0,1 1 31 16,4 0-35-16,1-3 31 15,3 4-33-15,2 0 30 0,0 4-28 0,2-1 25 0,-4 6-24 16,5 1 24-16,-3 1-27 0,2 3 28 0,-2 4-30 0,3 1 29 16,0 3-27-16,-4 4 26 0,3 0-26 15,-4 2 26-15,-2 1-22 0,-1 2 25 0,-1 3-29 16,-2-2 30-16,-5 0-28 0,-1 1 31 0,-2-1-32 15,-3 2 38-15,-5 0-34 0,-2-1 1 0,-1-1 3 0,-7 0-6 16,-1 0 7-16,-1-3 3 0,3-4 1 0,-1-1 2 16,0-2-5-16,4-1 5 0,-1-4-2 0,5 0-1 15,-1-3 4-15,2-2 0 0,1-1-3 0,5-1 27 16,-1-2-35-16,5 0 26 0,1-1-32 16,3-1 35-16,3 1-38 0,1 0 34 0,0 1-30 0,3 2 34 15,0 1-34-15,1 3 43 0,-1 0-37 0,3 3 43 16,3 1-46-16,-2 2 41 0,-1 1-46 0,-1 0 3 15,1 4 1-15,-2-3 0 0,0 1-1 0,0 1-10 16,-3-1-25-16,2-1-24 0,-2-1-46 16,-1 0-57-16,0-2-71 0,-1 0-92 0,-7-5-99 0,14 2-112 15,-14-2-96-15,18-6-297 0,-10 0-515 0</inkml:trace>
  <inkml:trace contextRef="#ctx0" brushRef="#br0" timeOffset="40366.71">28238 7907 449 0,'2'-16'645'0,"-4"2"-112"0,2 2-73 0,2 2-83 0,-2 4-22 0,0 6-5 16,0 0-12-16,0 0-2 0,0 0-21 0,7 8 11 16,-5 4-59-16,0 7 24 0,1 3-65 0,0 3 18 15,0 9-54-15,-2 0 22 0,3-1-77 0,-1 3-21 16,-1 3-18-16,1 3-18 0,-1-5-17 0,2-1-13 16,-2 0 22-16,0-1-46 0,-2-3 20 0,3-4-76 15,0-3-17-15,-3-1-105 0,2-5-53 0,-2-1-46 16,1-2-73-16,0-3-89 0,-1-3-55 0,0-2-65 15,0-8-77-15,3 7-493 0,-3-7-720 16</inkml:trace>
  <inkml:trace contextRef="#ctx0" brushRef="#br0" timeOffset="40720">28433 8163 249 0,'7'-14'654'16,"1"1"-156"-16,-2 2-111 0,-2 3-54 0,1-1-26 15,-1 2-8-15,-4 7 3 0,8-7-7 0,-8 7-19 16,0 0-24-16,5-5-26 0,-5 5-25 0,0 0-35 15,-5 6-34-15,5-6-19 0,-9 6-21 0,4 1-18 16,-2 1-16-16,-1-2-6 0,0 1-23 0,0 2 4 16,0 0-14-16,1-2 2 0,-1 0-10 0,0 0 8 15,3 0-17-15,3-1 10 0,0-1-7 0,2-5 4 0,2 11-9 16,-2-11 8-16,9 9-9 0,-2-6 7 0,2 1-11 16,3-2 11-16,-1 1-9 0,3-1 10 0,-1 0-12 15,6 0 8-15,-3 0-8 0,0 0 12 16,3 1-11-16,-3-2 9 0,0 1-11 0,0 2 11 0,-1 0-10 15,-5-1 8-15,4 3-8 0,-2-1 8 0,-3 2-7 16,-3 0 2-16,2 1-2 0,-6 1 8 0,2 0-5 16,-3-1 2-16,-2 0 2 0,-3 1 1 15,2-1-1-15,-5 0 8 0,2-1-10 0,-4 0 11 16,0 1-14-16,-1-2 10 0,0-1-13 0,-2-1 12 16,2 0-14-16,-3-1-10 0,4-2-37 0,-3-1-77 15,12 0-114-15,-21-1-78 0,14-2-112 0,-1-3-100 16,0 2-536-16,4-2-686 0</inkml:trace>
  <inkml:trace contextRef="#ctx0" brushRef="#br0" timeOffset="40882.67">28448 8182 573 0,'0'0'505'0,"2"-10"-82"0,0 3-52 0,0-1-33 16,2 1-32-16,3-1-44 0,1-2-51 0,3 0-46 15,0-1-27-15,4 0-31 0,2-1-24 0,2-1-18 16,4 1-14-16,0-2-14 0,4-1-27 0,-4 2-59 15,1-2-92-15,-1 1-101 0,-5 2-132 0,0 0-518 16,-2-2-454-16</inkml:trace>
  <inkml:trace contextRef="#ctx0" brushRef="#br0" timeOffset="41103.33">28700 7759 202 0,'0'0'619'16,"2"6"-127"-16,3-2-54 0,0 8-15 0,4 0-12 15,3 5-24-15,3 4-13 0,4 6-10 0,4 5-6 16,0 0-57-16,2 2-19 0,2 1-80 0,3 6-30 16,2 2-34-16,-4 0-25 0,2 0-21 0,-9-4-16 15,0 0-12-15,-6 2-17 0,-5 1-5 0,-1-1-26 16,-6-5-26-16,-6 0-11 0,-6 4-53 16,-3 1-32-16,-6-4-45 0,-4-3-35 0,-6 0-28 0,-3-5-22 15,-3-1 1-15,-2-3-40 0,-1-4 15 0,-2-4-47 16,2-2-40-16,2-8-70 0,-2-5-457 0,0-2-425 15</inkml:trace>
  <inkml:trace contextRef="#ctx0" brushRef="#br0" timeOffset="41348.51">27635 7819 596 0,'-8'6'773'0,"3"2"-120"0,-2 4-113 0,-5 8-69 0,-1 5-48 15,-3 9-63-15,0 2 12 0,-1 3-61 0,2 3-27 16,0 2-8-16,2 6-46 0,1 9 3 0,5-6-5 16,3 1-23-16,4 2 18 0,7 9-79 15,5-5 14-15,5-1-58 0,6-4 19 0,5-4-50 0,4-3-19 16,5-5-33-16,5-5-13 0,2-5-39 0,6-6-21 16,2-7-42-16,-1-7-59 0,2-3-28 0,2-6-74 15,2-2-76-15,3-6-124 0,-5-3-126 0,9-7-191 16,-7-7-452-16,-2-2-837 0</inkml:trace>
  <inkml:trace contextRef="#ctx0" brushRef="#br0" timeOffset="41728.14">29116 7536 274 0,'0'-11'740'16,"2"3"-140"-16,-2 0-98 0,0 8-75 0,-2-10-57 16,2 10-49-16,-3-11-12 0,3 11-28 0,0 0-21 15,-11 0-17-15,11 0-31 0,-13 11-32 0,5-4-23 16,0 4-24-16,1 1-24 0,0 3 6 0,-1 2 3 15,6 1 26-15,-1 0-51 0,2 1 33 0,2-1-52 16,0 1 33-16,3 0-14 0,4 0-3 0,-1-2 6 16,4-1-15-16,1-2-7 0,1-2-13 0,5 1-6 15,-1-7-12-15,4 3-8 0,-3-8-7 0,5 1-4 16,2-5-8-16,0-1-6 0,1-4-42 0,-2-1 33 16,4-5-58-16,-5-1 0 0,1-3-100 0,-3 0-44 15,-2-2-58-15,-2-1-94 0,-6 2-77 0,-2 0-35 16,-1 0-63-16,-5 3-76 0,1-1-476 0,-6 3-698 15</inkml:trace>
  <inkml:trace contextRef="#ctx0" brushRef="#br0" timeOffset="41899.24">29199 7452 38 0,'-7'7'685'16,"7"-7"-125"-16,-2 9-73 0,4-1-7 0,0 2-12 0,3 7-21 15,1 2-2-15,2 1-55 0,3 6-4 16,-1 5-73-16,4 4-8 0,-1 1-53 0,1 2-46 15,-1 1-41-15,1 0-33 0,0 1-25 0,-2 0-20 0,2-2-18 16,-2 2-83-16,1-3-61 0,-4-7-156 16,-2 2-180-16,-1-3-196 0,-4-6-879 0,1-4-1111 0</inkml:trace>
  <inkml:trace contextRef="#ctx0" brushRef="#br0" timeOffset="42049.47">29561 7872 1531 0,'0'0'907'0,"-5"-6"-228"0,5 6-46 16,0 0-134-16,0 0-39 0,0 0-80 0,0 0-74 16,0 0-69-16,0 0-122 0,0 0-184 0,-9 5-269 15,3-1-404-15,-3 2-718 0,-7 1-1077 0</inkml:trace>
  <inkml:trace contextRef="#ctx0" brushRef="#br0" timeOffset="47932.06">18850 13464 27 0,'-5'-11'494'16,"1"2"-125"-16,0-2-34 0,-2 3-20 0,2-3-13 0,2 1 30 15,-1 1-50-15,0-1-1 0,2 2-18 0,-1-1-23 0,0 2-17 16,1 1-33-16,1 6-30 0,-3-12-27 16,3 12-19-16,-1-10-25 0,1 10-12 0,-2-9-21 15,2 9-5-15,-2-8-16 0,2 8-5 0,0 0-8 16,0-8-3-16,0 8-5 0,0 0 0 0,0 0-6 0,-1-6 4 15,1 6-6-15,0 0 2 0,0 0-6 0,0 0 5 16,0 0-4-16,0 0 9 0,0 0-6 0,0 0 6 16,0 0-5-16,8-4 0 0,-8 4-5 15,0 0-8-15,0 0-23 0,9 4-43 0,-9-4-114 0,0 0-126 16,0 0-122-16,9 3-121 0,-9-3-375 0,0 0-504 16</inkml:trace>
  <inkml:trace contextRef="#ctx0" brushRef="#br0" timeOffset="48414.64">18869 13347 671 0,'0'0'577'0,"0"0"-148"0,3-7-42 0,-3 7-39 15,-7-7-33-15,7 7-6 0,-6-8-15 0,2 4-19 16,2-2-38-16,-1 0-31 0,-1-1-40 0,4-1-29 15,-1 0-33-15,2-2-24 0,-1-1-13 0,3 3-11 16,-1-3-9-16,4 1 4 0,-1 0-9 0,3 0-6 16,1 2-7-16,3 0-3 0,2 2-12 0,0 1 5 0,0 3-3 15,2 2-2-15,1 3 1 0,0 3 0 0,5 3 6 16,-3 2 16-16,0 6-7 0,0 2 6 16,0 1-8-16,-2 2 16 0,0 0-20 0,-3 2 2 15,0-2 14-15,-4 0-4 0,-1-3-5 0,-4 1-3 16,3-3 3-16,-6-1 7 0,1 0 8 0,-3-4 9 0,-3 1 13 15,2-2 1-15,-2-3 21 0,-4-1-6 16,2-2-12-16,-2-1-15 0,7-4-15 0,-16-4-10 0,9-1-1 16,-2-3-19-16,0-5-7 0,2-2-1 0,-1-4 0 15,4-3 4-15,0-2-5 0,2-2 1 0,2-1-4 16,1-1 0-16,3-1 6 0,1-3-26 16,3 5 27-16,2 1-22 0,0 2 15 0,2 4-16 0,2 2 18 15,-1 4-18-15,2 2 19 0,-1 3-15 0,1 6 13 16,-2 2-14-16,2 3 20 0,-2 3-9 0,6 6 7 15,-5 3-1-15,3 0-7 0,-2 5 5 0,0 4-9 16,0 0-4-16,-3 1-8 0,1 4-30 0,-1-3-30 16,0-2-43-16,0 4-23 0,1-4-101 0,-6-2-155 15,4-3-129-15,-4-3-182 0,2-1-463 16,-4-4-786-16</inkml:trace>
  <inkml:trace contextRef="#ctx0" brushRef="#br0" timeOffset="49047.4">19641 13091 411 0,'1'-13'809'0,"-1"3"-164"0,-1 3-79 0,-2 1-100 0,3 6-21 15,0 0-52-15,-11 0-32 0,5 5-34 0,-1 3-36 0,0 4-30 16,-1 2-49-16,-1 6-10 0,1 2-40 0,3 1-21 16,-1 2-8-16,2 2-27 0,4-1-10 15,0 1-12-15,3 0-12 0,4 3-9 0,0-4-10 16,2 2 1-16,3-3-12 0,2-3-3 0,4-1-8 0,2-5-17 15,1 0-31-15,2-5-53 0,-2-3-58 0,4-2-44 16,-2-2-68-16,-2-3-92 0,-2-1-79 16,-1-1-18-16,-3-3-49 0,-1 1-28 0,-2-3 30 0,-5 1 52 15,2-3 75-15,-2 2 59 0,-4-2 52 0,1-1 57 16,0-1 74-16,-4 1 75 0,0-1 78 16,0-1 60-16,-2 0 35 0,-1 0 38 0,0 0 3 15,2 0 31-15,-1-1-21 0,0 0 8 0,0 2-9 16,0 0-8-16,2-1-6 0,2 1-5 0,0 1 1 0,2 1 4 15,1-2 2-15,3 2-11 0,1 1-8 0,1 0-19 16,2 2-4-16,2 0-8 0,-1 3-5 0,0-2-11 16,2 4-12-16,0 2-6 0,0 1-7 0,1 2-15 15,-2-1-17-15,0 5-8 0,-3-2-9 0,0 2-4 16,0 2-10-16,-5 3 4 0,1-3-13 0,-2 4-1 16,-1-2 11-16,-3 1-17 0,-1-1-1 0,-1 0 2 15,-2-2-6-15,1 3 3 0,-4-3 1 0,3-1 3 16,-3-1 25-16,1-2 10 0,-1-1-5 0,6-6-2 15,-9 4 7-15,9-4-10 0,-9-6-5 0,5-1-7 16,3-3-2-16,0-4-6 0,2-3 7 0,0-3-8 0,2-4-11 16,2-1 8-16,-1-6-3 0,2 2-23 0,-2 6 25 15,2-1-23-15,-3 1 30 0,-2 6-27 16,3 0 34-16,-1 3-29 0,-1 2 25 0,-2-1-28 16,3 5 24-16,-2 1-20 0,-1 7 26 0,0 0-19 15,0 0 24-15,0 0-3 0,6 11-9 0,-3 2-4 0,1-1-3 16,0 3-1-16,-1 3-3 0,4 1 0 0,1-1-2 15,2 0 1-15,-1-2 0 0,4 1-2 16,-1-3 4-16,5-3-9 0,1 0-27 0,-3-5-54 0,6-5-71 16,-2 0-80-16,0-3-128 0,0-1-152 0,-2-3-83 15,1-4-116-15,-7 1-442 0,0-2-772 0</inkml:trace>
  <inkml:trace contextRef="#ctx0" brushRef="#br0" timeOffset="50041.08">20840 12141 98 0,'-5'-31'715'0,"-3"2"-73"0,2 0-82 0,-1 5-75 0,1 4-63 16,1 2-77-16,0 4-54 0,2 3-39 0,3 11 7 0,-2-6-2 16,2 6-12-16,7 16-43 0,3 3-18 15,7 11-22-15,4 8-23 0,7 14 14 0,2 2-32 16,4 6-8-16,-1 1-21 0,1 2-32 15,1 0 10-15,-2 0-32 0,0-1 13 0,-1 0-29 0,0-4-5 16,-2 1 3-16,-1-3-11 0,-1 0-47 0,-2-4-19 16,-1-3-48-16,-4-12-63 0,-3-4-77 0,-2-2-103 15,-2-8-74-15,-5-5-119 0,-1-5-95 0,-4-4-446 16,-4-9-699-16</inkml:trace>
  <inkml:trace contextRef="#ctx0" brushRef="#br0" timeOffset="50281.55">21203 12727 4 0,'-26'-51'594'0,"-1"-3"-101"15,2 3-97-15,1 2-61 0,6 8 4 0,1 1 3 0,6 5-46 16,3 5-1-16,4 4-46 0,4 4-20 0,4 2-16 16,5 2-10-16,1 4 1 0,3 4-37 15,2 2-13-15,4 4-15 0,2 3 12 0,3 5-23 16,2 3-33-16,3 2-10 0,-2 7-23 0,-3 0-2 16,3 4-22-16,-4 1 3 0,-4 1-8 0,-3 1-9 15,-2 0 2-15,-5-3-6 0,-3 2-5 0,-3-1-2 16,-2-2-2-16,-4 0 0 0,-2 0-2 0,-1 1 0 15,-7-3 2-15,3 1-7 0,-3-5 4 0,-2-1-27 0,0-5-17 16,0-4-55-16,2-2-79 0,-2-2-111 0,2-4-95 16,-4-6-115-16,2-3-133 0,-1-8-443 0,2-3-683 15</inkml:trace>
  <inkml:trace contextRef="#ctx0" brushRef="#br0" timeOffset="50682.6">21209 11943 669 0,'9'-11'592'0,"0"1"-165"0,0 3-49 16,-1 1-16-16,3-2-17 0,1 1-4 0,1 2-2 16,4-1-28-16,-1 1-30 0,3 3-35 0,0 0-45 0,4 2-39 15,4 2-30-15,-3 2-28 0,2 2-20 16,-2 1-17-16,-3 3-15 0,0-1-10 0,-3 3-11 16,-1 1-5-16,-3 0-3 0,0-1-8 0,-6 1 1 15,-2-2-6-15,-2 0 9 0,-3 0-13 0,-2-4 7 16,-2 2-8-16,-1 0 6 0,-1-3-9 0,-1-4 8 15,6-2-15-15,-15 3 16 0,15-3-14 0,-16-3-1 0,9-4 4 16,0-2-1-16,-1-1-2 0,3-2 1 16,0-2-1-16,1-3 2 0,-1 2 2 0,3-3-3 0,1-2 1 15,-1 2 1-15,1 0 0 0,0 1 1 0,1 2 6 16,0 3 7-16,-2-1 0 0,2 3 4 16,-1 2 3-16,1 1 10 0,0 7 2 0,0 0 13 0,0 0 3 15,0 0 5-15,-1 7 11 0,1 1-10 0,0 5-9 16,1 1-3-16,0 2-2 0,3 1-7 0,-1 0-18 15,4 4 12-15,-2-3-25 0,3 0 21 0,3-2-21 16,1 1 19-16,1-3-21 0,2-2 16 0,-2 1-21 16,6-2 17-16,-6-3-45 0,4-2-2 0,-3 0-47 15,2-1-66-15,-3-1-49 0,1-2-94 0,0-1-82 16,-1-1-68-16,1-1-132 0,-1-1-638 0,1 0-819 16</inkml:trace>
  <inkml:trace contextRef="#ctx0" brushRef="#br0" timeOffset="51247.41">22579 12031 230 0,'14'-9'808'0,"-1"2"-202"0,-1-2-128 0,0 1-58 0,-3-1-47 0,2 1-19 0,-1-3-20 16,-4 3-29-16,3-3-28 0,-5 1-33 0,2 1-36 15,-3-1-36-15,-2 0-31 0,-2 1-18 0,0 2-27 16,-3 0-18-16,-4-1 16 0,2 2 4 0,-6 3-1 0,1 1 7 16,-3 4-29-16,-4 0-10 0,-1 5 7 0,-2 1-9 15,-2 6-13-15,1-1-17 0,2 5 7 16,2-1-33-16,3 4 21 0,2-3-19 0,4 4 44 16,5-3-22-16,0-1 14 0,6-1 5 0,0 1 32 0,2-2-23 15,5 0 25-15,1-3-35 0,4-1 29 16,3 0-38-16,-2-7 25 0,2 1-39 0,1-6-5 0,2-2-3 15,3-2 24-15,-1-4-38 0,2-5 30 16,-1-2-38-16,-1 0 28 0,-3-3-34 0,-2-3 33 16,-3 0-7-16,-3 2-2 0,-2-1-2 0,-2 1-4 0,-3 1-1 15,-3 3-3-15,-1 0 5 0,-1 3-2 0,-1 1-2 16,-3 2-1-16,1 1 2 0,0 4-6 16,4 4-2-16,-9 3-1 0,3 5 8 0,2 3-5 0,3 7 12 15,0 3-20-15,3 7 34 0,1 4-20 0,6 8 1 16,1 0 21-16,4 3-26 0,1-1 39 0,1 1-24 15,3-5 24-15,1 0-29 0,0-3 24 0,1-4-21 16,-2-3 46-16,-5-6-24 0,-1-4 45 0,-1-2-2 16,-5-4 111-16,1-4-38 0,1-2-27 0,-3-3-25 15,-6-3-15-15,12-4-35 0,-7-2-51 0,0-6 0 16,-1 0 0-16,-3-4 0 0,2-1 0 0,-2-8 0 16,-1 0 0-16,-1-2 0 0,-2-2 0 0,1-4 0 15,-1-5-110-15,-3-5-25 0,1 2-55 0,-2-2-3 16,3 2-62-16,-3 2-22 0,-1 5-40 0,4 3-96 15,-2 1-135-15,-1 7-64 0,2 2-103 0,-4 0-692 16,2 4-1011-16</inkml:trace>
  <inkml:trace contextRef="#ctx0" brushRef="#br0" timeOffset="51698.34">22568 11576 572 0,'-15'-14'749'0,"2"-2"-89"0,-1-2-107 0,2 2-84 16,2-3-60-16,2-2-24 0,1 2-13 0,3 0-56 16,1 2-50-16,3-2-42 0,3 3-25 0,1-1-30 15,3-1-33-15,3 3-22 0,3 2-26 16,1 3-16-16,2 4 7 0,0 2 8 0,2 2 18 0,4 5-8 16,-1 2-26-16,0 1 21 0,2 4-46 0,-3-1 23 15,-2 4-41-15,2 1 0 0,-3-2-6 16,-4 4 24-16,-1 0-38 0,-1 0 31 0,-3-2-28 15,-3 1 31-15,-1-2-31 0,-3 0 30 0,-1-2-35 0,0-1 44 16,-2-2-5-16,-2-1-6 0,0-3-38 0,4-4 34 16,-10 4-36-16,10-4 31 0,-14-4-29 0,7-1 26 15,2-3-25-15,-1-1 3 0,1-3 25 0,1-2-32 16,1-3 27-16,3 0-32 0,0-2 34 0,0 0-9 16,2-1-2-16,0-2-3 0,2 3 0 0,1-1-1 15,-1 2-6-15,0 1-1 0,1 5-4 0,0-2 4 16,0 1-6-16,1 5 0 0,2 2-3 0,0 4 2 15,-8 2 2-15,16 1-1 0,-5 5 0 0,-1 1 3 16,1 5-30-16,2 2 33 0,-1 0-25 0,0 3 4 16,-1 0 13-16,-1 0-6 0,-1 1-2 0,-2 0 16 15,1-1-52-15,-3-2-21 0,0-1-96 0,2-1-60 16,-5-1-72-16,2-3-128 0,0-1-155 0,-3-2-191 0,-1-6-635 16,4 6-1009-16</inkml:trace>
  <inkml:trace contextRef="#ctx0" brushRef="#br0" timeOffset="51865.02">23046 11293 661 0,'0'0'813'0,"0"0"-137"0,4-6-97 0,-4 6-56 16,0 0-47-16,5-7-57 0,-5 7-71 0,2-7-88 0,-2 7-36 16,12-6-56-16,-3 0-33 0,5-1-22 15,1 0-21-15,4 0-24 0,0-1-18 0,3-1-38 16,-1 1-68-16,0-1-86 0,-1-1-111 0,-1 1-118 15,-3-3-123-15,2 1-160 0,-5 0-490 0,-2 0-758 16</inkml:trace>
  <inkml:trace contextRef="#ctx0" brushRef="#br0" timeOffset="52281.21">23319 11082 316 0,'0'0'568'0,"0"0"-136"0,0-10-9 0,0 10-17 0,4-10 5 15,0 5-28-15,2-4-28 0,1 2-23 16,2-4-36-16,1 3-27 0,1-3-17 0,2 1-34 15,1 1-30-15,0 1-20 0,0 0-31 0,-1 3-25 16,2 1-23-16,-2 1 2 0,-1 3 14 0,-1 1-4 16,2 4 12-16,0 0-6 0,-2 4-13 0,0 1-17 15,-1 2-14-15,-1 1-9 0,-3 1-11 0,1 2-6 0,-2 0-10 16,1 1-5-16,-2-3-5 0,-2 2-2 16,1-3 0-16,-2-1 0 0,-1 0 1 0,0-2 4 0,1-1 27 15,-1-1 45-15,2-2 37 0,-4 2 4 0,2-8-23 16,0 0-12-16,-3 4-12 0,3-4-10 0,-6-5-12 15,5-2-12-15,0-3-7 0,0-1-6 0,1-4-11 16,-2-1-7-16,2-4-5 0,2 0-2 0,-2-1-2 16,1 0 0-16,0 1 2 0,-1 1-2 0,1 2 98 15,1 1-41-15,-2 4 37 0,2-1-55 0,-2 2 37 16,0 2-65-16,0 0 34 0,0 9-39 0,0-7 56 16,0 7-44-16,0 0 48 0,-2 9-78 0,2-1 0 15,-2 3 0-15,1 2 0 0,1 1 0 0,1 5 0 16,2-2 0-16,0 1 0 0,0 2 0 0,5 1 0 15,0-2 0-15,2-2 0 0,2 2 0 0,0-5-30 16,4-1-236-16,0-1-70 0,2-2-71 0,3-3-120 16,-2 0-146-16,-1-1-131 0,-2-4-826 15,0 0-1287-15</inkml:trace>
  <inkml:trace contextRef="#ctx0" brushRef="#br0" timeOffset="52414.85">23873 11100 1276 0,'-4'-9'900'0,"1"2"-190"0,-1-1-109 0,0 0-39 0,3 2-28 15,-3 1-27-15,1-2-35 0,3 7-76 0,-4-9-49 16,4 9-106-16,-4-10-25 0,4 10-106 0,-4-7-135 16,4 7-213-16,-2-7-244 0,2 7-369 0,-11-2-818 15,-3 2-1337-15</inkml:trace>
  <inkml:trace contextRef="#ctx0" brushRef="#br0" timeOffset="53933.86">16376 15230 448 0,'-13'-21'367'0,"3"-1"7"0,-2 3-57 16,1 0-13-16,1 3-12 0,2 1-4 0,-1 4-61 15,3-2-40-15,-1 2-45 0,2 3-29 0,5 8 8 16,0-7-8-16,0 7 9 0,9 3 9 0,0 3-13 0,6 3 32 15,2 4-17-15,7 4-20 0,2 4-23 0,1 7 2 16,1 0-11-16,-3 2-14 0,1 1-15 0,0 2-13 16,-2-2-8-16,0 3-4 0,-2-1-11 0,-3-2 0 15,-1-1-19-15,-5-4-80 0,-1-4-122 0,-3-4-87 16,-2-1-48-16,-3-3-108 0,-3-3-120 0,-2-4-263 16,-2 0-369-16</inkml:trace>
  <inkml:trace contextRef="#ctx0" brushRef="#br0" timeOffset="54180.33">16302 15146 215 0,'-8'-30'486'0,"4"5"-113"0,2 2-54 0,4-1-61 15,1 2-21-15,6 1-11 0,5-1-14 0,2 2-14 16,6 2 4-16,1 4-17 0,4 0-26 0,0 6-32 16,-3 2-26-16,2 3-15 0,-5 3-15 0,4 1-14 15,-2 6-8-15,-3 0-8 0,0 4-10 0,-3 0-4 16,-4 3-8-16,-5 4-4 0,-6-1-4 0,-1 0-1 15,-4 4 2-15,-5 0-5 0,-5 3-1 0,-2-1-2 16,-4-1 5-16,-3 0-9 0,-2 0 7 0,1-5-8 16,0-1 1-16,1-4-5 0,5-3 4 0,1-2-59 0,4-4-73 15,1-2-111-15,11-1-93 0,-13-8-97 16,10-1-372-16,3-2-332 0</inkml:trace>
  <inkml:trace contextRef="#ctx0" brushRef="#br0" timeOffset="54397.71">16873 14552 381 0,'9'-9'635'0,"-4"2"-149"16,-5 7-50-16,0 0-56 0,0 0-34 0,-9 11-17 0,-1 2-34 15,-5 7-5-15,-2 4-23 0,-4 6-50 0,1 7-13 16,1 3-29-16,0 1-16 0,3 3-23 16,1 1-26-16,7 1-21 0,4-2-26 0,4 2 6 0,6-1-28 15,4-2 4-15,4-1-19 0,4-4 3 0,4 0-16 16,2-6 5-16,3-3-10 0,3-5 5 0,2-1 2 15,1-6-4-15,3-2-11 0,-4-7-12 0,0-2-35 16,-2-2-96-16,-2-4-114 0,-3 0-122 0,-4-2-166 16,-1-1-686-16,-7-2-840 0</inkml:trace>
  <inkml:trace contextRef="#ctx0" brushRef="#br0" timeOffset="54799.17">16928 15066 443 0,'-1'-7'569'0,"1"7"-129"15,-5-7-96-15,5 7-51 0,-3-9-39 0,3 9-11 16,0 0 0-16,8-6-11 0,-8 6-23 0,14 2-31 0,-4-1-30 16,7 0-27-16,-2 2-25 0,7 0-18 0,-2 0-16 15,4 1-12-15,1 0-8 0,-1-3-7 16,-4 2-9-16,0 0-10 0,0-2-3 0,-2 2-2 15,-4-1-4-15,0-1-5 0,-4-1-3 0,-10 0-28 0,19 0-11 16,-19 0-7-16,9-6 1 0,-9 6 4 16,4-8 8-16,-4 8 5 0,-4-14 6 0,0 7 6 0,-1-3 0 15,-2-2 6-15,-1 1 6 0,2-3 0 16,-2 1 7-16,-2 1 16 0,2-1 10 0,2 2 24 16,-1 3 1-16,1-1-11 0,2 1-9 0,-1 3-5 0,5 5-4 15,-8-5 12-15,8 5 5 0,-6 6 17 16,3 3-4-16,-2 0 3 0,2 5 1 0,-1 3 1 15,-3 2-5-15,2 5-10 0,-1-1-6 0,-3 4-21 0,0 1 8 16,1 0-7-16,-2-1 0 0,4 1-11 0,-1-6 3 16,1 2-7-16,1-3-7 0,1-5-33 0,-1-1-74 15,2-2-118-15,3-2-114 0,3-5-160 0,-3-6-577 16,10 6-698-16</inkml:trace>
  <inkml:trace contextRef="#ctx0" brushRef="#br0" timeOffset="55031.1">17449 14821 636 0,'3'-9'590'0,"1"2"-129"0,-2-1-44 16,1 2-48-16,-2-1-57 0,3-2-58 16,-1 0-51-16,0-2-38 0,6-3-33 0,-2 0-26 15,3-1-23-15,3-2-13 0,-2 1-15 0,3-2-10 16,3 3-11-16,-3-1-8 0,1 0-5 0,-2 4-7 0,1-1-9 15,-2 4-85-15,-3 0-94 0,-2 2-58 16,1 1 1-16,-8 6-6 0,8-3-13 0,-8 3-2 16,0 0-19-16,-3 13-61 0,-1-5-277 0,-5 5-120 15</inkml:trace>
  <inkml:trace contextRef="#ctx0" brushRef="#br0" timeOffset="55165.27">17474 14905 28 0,'0'0'403'0,"5"4"-60"0,-5-4-65 16,11-1 3-16,-3-5-66 0,1-3-32 0,6-1-38 15,-1-5-20-15,5-2-17 0,3-2-21 0,1-6-17 16,4-2-17-16,1-1-16 0,-2-1 11 0,1 2-25 16,-2-1 4-16,1 1-105 0,-6 2-142 0,-1 2-178 15,-2 2-151-15,-4 4-59 0</inkml:trace>
  <inkml:trace contextRef="#ctx0" brushRef="#br0" timeOffset="55468.78">17890 14315 538 0,'0'0'509'0,"0"0"-47"0,-9 7-19 0,3-2-32 15,2 2-49-15,-1 5-7 0,1 1-36 0,0 0-58 16,2 4-38-16,-1 1-2 0,4 1-44 0,2 0-15 16,2 5-19-16,2-2-37 0,3 3-23 0,1-2-13 15,2 0-11-15,1-2-13 0,3-2-8 0,-2-3-4 16,2-3-11-16,-1 0-3 0,0 0-3 0,0-5-4 15,-3-2-3-15,2 0-1 0,0-1-1 0,-3-3 1 16,0 0-4-16,-2-2 8 0,-10 0 2 0,18 0 2 16,-18 0-7-16,10-3-12 0,-10 3 12 0,6-6-12 15,-6 6 9-15,-3-8-13 0,3 8 11 0,-12-5-13 16,3 1 8-16,-1 2-14 0,-2 1 7 0,0-1-26 16,-2 1-29-16,1 1-70 0,-2 0-79 0,0 0-52 0,1 1-86 15,2 2-77-15,-1-1-98 0,0-1-469 16,0 2-587-16</inkml:trace>
  <inkml:trace contextRef="#ctx0" brushRef="#br0" timeOffset="55717.42">17802 14362 165 0,'-1'-15'670'0,"0"1"-130"15,1 3-77-15,-2 1-72 0,2 0-64 0,-1 2-52 16,2 3-24-16,-1 5 24 0,9-9-11 0,1 8 10 15,3 2-32-15,3 5-50 0,5 2 4 0,5 6-47 16,1 0-17-16,3 5-43 0,1 5-13 0,-3 1-9 16,0 3-18-16,-3 2 2 0,-1 2-21 0,-4 3 4 15,-1-1-9-15,-5 1-1 0,-2 0-7 0,-2-5-6 16,-1 0-3-16,-5-1-6 0,0-3-2 0,-3-1 2 16,2-1-6-16,-3-3-16 0,-2-2-54 0,1-1-81 15,1-2-87-15,0-2-71 0,0-2-82 0,-1-4-154 16,2 0-558-16,-1-8-724 0</inkml:trace>
  <inkml:trace contextRef="#ctx0" brushRef="#br0" timeOffset="55933.78">18343 14471 193 0,'0'0'753'0,"-7"-9"-176"0,7 9-100 15,-3-9-53-15,3 9-75 0,-4-10-52 0,4 10-55 0,1-10-50 16,2 0-37-16,-1 1-27 0,8-2-27 0,-2-2-20 16,4-1-16-16,3-2-16 0,1-1-11 0,4-1-7 15,0 1-6-15,-2 0-12 0,0 3-17 0,-3 1-160 16,0 1-110-16,-3 1-121 0,-3 4-137 0,0 1-355 16,-9 6-446-16</inkml:trace>
  <inkml:trace contextRef="#ctx0" brushRef="#br0" timeOffset="56104.96">18433 14514 289 0,'8'2'593'0,"-8"-2"-135"0,8-2-59 0,-2-2-72 0,1-1-37 16,1-3-63-16,4 0-25 0,3-4-51 0,-2-3-20 16,7-2-36-16,0-1-16 0,1 1-24 0,1 0-12 15,-4 1-128-15,0 1-253 0,-5 0-577 0,-3 5-485 16</inkml:trace>
  <inkml:trace contextRef="#ctx0" brushRef="#br0" timeOffset="57581.89">20404 13836 535 0,'0'0'522'0,"-14"-1"-126"0,14 1-25 0,-9-1-40 0,9 1-20 0,0 0-37 0,-10-4-35 0,10 4-29 15,0 0-33-15,2-9-24 0,-2 9-21 0,11-10-19 16,-5 3-20-16,6 0-19 0,2-3-12 0,1 0-10 16,3-1-13-16,1 1-2 0,0-2-10 0,0 1-6 15,-1 0-1-15,1 1-9 0,-1-1 0 0,-4 3-7 16,0 0 0-16,-1 0-9 0,-4 3-24 0,1-1-57 16,-3 2-106-16,-7 4-50 0,6-7-76 0,-6 7-37 15,0 0-40-15,-9 4-426 0,-1 2-354 0</inkml:trace>
  <inkml:trace contextRef="#ctx0" brushRef="#br0" timeOffset="57734.75">20365 13887 38 0,'0'0'404'0,"0"0"-72"0,3 4-29 0,-3-4-12 0,13-2-40 16,-5-1 9-16,1-2-38 0,5 1 0 0,-1-4-68 16,2 0 0-16,2-4-43 0,3 2-4 0,0-2-21 15,2-1-17-15,1 0-33 0,-4 1 9 0,-1 1-35 16,1 2-73-16,-6 2-221 0,0-2-582 0,-5 5-415 15</inkml:trace>
  <inkml:trace contextRef="#ctx0" brushRef="#br0" timeOffset="59298.25">19152 13811 128 0,'0'0'379'0,"0"0"-86"0,0 0-53 0,0 0-18 16,0 0-32-16,0 0-4 0,0 0-24 16,0 0 4-16,0 0-23 0,5-6 11 0,-5 6-8 15,6-3-38-15,-6 3 8 0,10-5-40 0,-10 5 5 0,13-4-20 16,-6 2-2-16,-7 2-10 0,16-5-7 15,-6 2-7-15,1 0-5 0,0 0-8 0,1-2 0 16,0 1 5-16,0 1 23 0,1-3-4 0,1 2 2 16,-1-2-2-16,-1 1-4 0,0 0-8 0,-3 0 7 15,2 1 17-15,-2 0 5 0,-2 0 0 0,-1 2-7 0,-6 2-10 16,10-6-14-16,-10 6-2 0,0 0-7 16,0 0-8-16,0 0 0 0,-14 0-5 0,4 4 3 15,-4 0-6-15,-1 2-7 0,-2 2 6 0,0-1-6 0,-3 0-3 16,1 1 4-16,0 0 1 0,-1 1-1 0,6-1-2 15,-1-2-1-15,3-1 4 0,2 0-4 0,0 0 8 16,1-1 0-16,9-4-2 0,-6 7 4 0,6-7-1 16,0 0-3-16,6 6 3 0,-6-6-4 0,17-1 1 15,-7-1-1-15,1 0 0 0,2 0-3 0,1-2 2 16,0-1 5-16,0 2-2 0,2-2 1 0,-4 1-1 16,0 0 2-16,-2 1 5 0,-1 0 15 0,0 0 10 15,0 0 2-15,-9 3-7 0,10-5-10 0,-10 5-3 16,0 0-4-16,0 0-6 0,0 0 5 0,-9-3-5 15,9 3-6-15,-18 5 3 0,8-2 1 16,-4 1-5-16,1 0 3 0,-2 0-4 0,5 0 1 0,-2 0-6 16,1 0 6-16,1-1-6 0,1-2 2 0,0 3-10 15,9-4-2-15,-12 3-61 0,12-3-134 0,0 0-121 16,0 0-185-16,0 0-444 0,0 0-545 0</inkml:trace>
  <inkml:trace contextRef="#ctx0" brushRef="#br0" timeOffset="60784.63">21595 12744 297 0,'4'-5'334'0,"2"-1"-74"0,-2-2-21 0,3 1-30 16,-2 1-18-16,1-3-21 0,1 3-26 0,-1-2-11 15,0 0-9-15,-1-1 41 0,1 1-46 0,-1 0 10 16,1-2-35-16,-2 0 8 0,1-2-45 0,-1 2 17 15,-3-2-18-15,4-3 21 0,-3-1-34 0,-2 2 25 16,1-3-28-16,-2 0 26 0,-1 0-26 0,-3-5 12 16,1 0-24-16,-2-1 19 0,-4-2 0 0,-1 1 2 15,0-1-3-15,-2 1 13 0,-2-1-5 0,-2 2-7 16,-1-1 7-16,-3-1-3 0,-2-1-5 0,-2 1 0 16,2 3 5-16,2 1 14 0,-2 4-2 0,2-2-12 15,-3 2-6-15,1 2-12 0,-1 2 0 0,3 3-8 16,-2 1-3-16,0 2-4 0,-1 4 1 0,-2 0-7 15,4 3 0-15,-2 3-1 0,-1 0 3 0,2 6-2 16,2-1 5-16,-2 6-1 0,3 2 36 0,2 6 6 16,1 0 0-16,6 8 4 0,-2 5-12 0,4 6 23 15,5 5-6-15,0 5 46 0,4 1-40 0,3 3 12 16,-2 1-12-16,4 10-16 0,2 3-5 0,0-2-7 16,0 2-13-16,2-1-9 0,1-5-2 0,4-3-6 0,0-2 32 15,3-3-1-15,3-3-8 0,-2-11-3 16,9 5 2-16,1-12 18 0,8 4-2 0,3-6 11 0,2-7-3 15,0-3-13-15,5-7 3 0,4-1 33 0,1-6 5 16,-1-6-16-16,1-3 18 0,-1-4 16 0,-3-4-2 16,-1-5-11-16,-2-3-14 0,-3-5-11 0,-3-2-15 15,-5-4-11-15,-1-1-34 0,-5-5 27 0,-4-4-32 16,-1-1 3-16,-6-4 30 0,-2-3-41 0,-3-3 31 16,-5-1-8-16,-5-4-4 0,-3-2 1 0,-6-7-7 15,-1 0-2-15,-4 4 2 0,-3 4-34 16,0 13 28-16,-3-1-27 0,0 6 35 0,0 2-35 0,-3 4 25 15,-1 4-36-15,3 7 30 0,-2 2-45 0,-1 4 9 16,1 3-50-16,-1 4-3 0,0 1-56 0,2 5-45 16,1 2-46-16,-3 6-105 0,0-1-140 0,5 6-130 15,-2 5-225-15,5-3-339 0,2 2-790 0</inkml:trace>
  <inkml:trace contextRef="#ctx0" brushRef="#br0" timeOffset="66064.48">22928 12782 46 0,'0'0'626'0,"-10"4"-190"16,10-4-58-16,-9 3-84 0,9-3-15 0,-8 2-42 15,8-2-36-15,0 0-55 0,-10 3-4 0,10-3-46 16,0 0 2-16,0 0-41 0,-6 3 27 0,6-3-15 16,0 0 8-16,14 3-20 0,-14-3 5 0,20-3-27 0,-5 0 3 15,4 0-12-15,3-2 3 0,4 0-11 16,2-4 20-16,5-1-10 0,3-2 10 0,1-2-11 16,2-1-3-16,-1 0 1 0,0-2 0 0,-3 0-13 15,-1 1 9-15,-2-1-12 0,-6 2 6 0,-6 5 25 16,-2-1 21-16,1 2-3 0,-7 1-10 0,-1 0-8 0,-2 2-11 15,-4 0-5-15,-5 6-5 0,3-5-5 16,-3 5-3-16,0 0 0 0,-24 3-6 0,8 1 4 16,-5 3-5-16,-4 1-1 0,0 0 0 0,-5 4 7 15,2 0 9-15,-1-2 3 0,1 4-5 0,0-2 2 16,-1-2-5-16,5 2 8 0,2-2-7 0,3-2 4 16,3-1-4-16,3 1-3 0,1-2-6 0,2-2 10 15,1 2-1-15,5 0 1 0,4-6-5 0,-1 8 5 0,1-8-9 16,10 4 2-16,-1-1-9 0,5-3 6 0,2 0-4 15,3-3 2-15,2 2-4 0,5-2 5 0,-2-2-5 16,3 1 3-16,3-4-5 0,-5 3 7 0,1-3-3 16,-2 2 11-16,-3 0 14 0,-4 1 9 0,-2 0-1 15,0 2-3-15,-4 0-10 0,-3 0 2 0,-8 3-7 16,7-3-2-16,-7 3-4 0,0 0 5 0,-15 4-4 16,0 1 4-16,-6 3-7 0,0-2 2 15,-1 1-5-15,-6 5 0 0,1-5-2 0,3 2 5 0,0 0 1 16,2-1 0-16,1-2 3 0,1 0-6 0,3 1 4 15,3-1 0-15,4-4 11 0,2 2 5 0,8-4-3 16,-10 5-4-16,10-5-7 0,0 0 9 0,14 0-10 16,-4-1-1-16,4-3-6 0,2-2 4 0,2 3-8 15,2-2 5-15,3-4-16 0,-1 3-3 0,-2-3-54 16,1 2-79-16,-5 2-97 0,-2-3-115 0,-1 2-113 16,-4 1-133-16,-4-1-372 0,-5 6-567 0</inkml:trace>
  <inkml:trace contextRef="#ctx0" brushRef="#br0" timeOffset="78413">19170 15661 461 0,'0'-7'602'0,"-3"1"-14"0,3-1 16 0,0 7-99 16,-1-11-66-16,1 11-62 0,-1-8-70 0,1 8-41 15,0-8-46-15,0 8 13 0,0 0-18 0,0 0 79 16,11 2-62-16,-5 6 30 0,2-1-45 0,5 5-1 16,0 3-72-16,1 1 10 0,4 5-61 0,-1 2 16 15,1-1-56-15,4 6-6 0,-4 0-14 0,4 0-5 0,-2 2-4 16,-2-3-10-16,0-2-31 0,-4 0-52 15,3 2-51-15,-3-4-40 0,-2 0-51 0,-1-3-17 16,-2-1-28-16,1-1-37 0,-4-5-54 0,-1 0-40 16,2-1 2-16,-2-3-92 0,-3-4-36 0,-2-5 14 0,3 8-375 15,-3-8-426-15</inkml:trace>
  <inkml:trace contextRef="#ctx0" brushRef="#br0" timeOffset="78645.95">19173 15743 718 0,'-23'-31'686'0,"6"-1"-101"0,2 7-111 15,5-1-108-15,5 3-68 0,4 3-32 16,2-4-27-16,7 3-9 0,2 2-24 0,4-3-19 16,3 3-34-16,4 2-18 0,-1 2-15 0,4 3-20 0,-1 4-7 15,-1-1-9-15,1 5-8 0,1 0-8 0,-4 4-17 16,2 0-4-16,-2 3-11 0,2 2-6 16,-3 2-6-16,1 2 21 0,-5 1-34 0,0 2 37 0,-4 3-28 15,-3-1 31-15,-1 3-36 0,-5 0 33 0,-2 3-44 16,-4 3 30-16,-1 0-37 0,-5 2 31 0,-3 3-40 15,-1-5 9-15,0 0-54 0,-1-1-28 0,2-7-61 16,0-1-63-16,1-2-85 0,3-5-76 0,0-4-89 16,9-3-116-16,-12-3-473 0,12 3-666 0</inkml:trace>
  <inkml:trace contextRef="#ctx0" brushRef="#br0" timeOffset="78896.98">19883 15099 847 0,'11'-8'987'0,"-2"4"-222"0,-9 4-153 16,0 0-80-16,9 4-27 0,-14 6-27 0,1 2-14 15,-5 8-46-15,-6 5-49 0,-2 8 23 0,-3 5-41 16,1 1-24-16,1 1-49 0,1 4-49 0,2-5-45 0,3 3-40 16,2-1-32-16,6-7-11 0,2-1-12 15,4-1-82-15,2-3-7 0,9-1 0 0,2-3 0 16,4-1 0-16,6-7 0 0,0-1 0 0,5-5 0 15,3-4 0-15,1-4-128 0,-2-3-93 0,3-4-125 16,1-2-33-16,3-7-43 0,-3 1-51 0,-3-6-95 16,0 0-61-16,-7-1-82 0,-3 0-660 0,-5-1-971 15</inkml:trace>
  <inkml:trace contextRef="#ctx0" brushRef="#br0" timeOffset="79313.25">20046 15304 1041 0,'0'0'888'0,"0"0"-210"15,0 0-153-15,12 1-102 0,-12-1-71 0,18-1-47 16,-7 1-16-16,7-2-29 0,0-1 20 0,4 2-39 16,3-1 4-16,1 1-66 0,-1-1-3 0,1-1-70 15,-3 2 11-15,-1-1-58 0,-1 2 7 0,-3 0-85 16,-2-1-49-16,-2 1-47 0,0-2-41 0,-14 2 1 15,20 0-16-15,-20 0-4 0,13 2-11 0,-13-2-12 16,0 0 7-16,0 0 10 0,0 0 11 0,0 0-4 16,0 0-18-16,-11-7 3 0,4 4 19 0,2-5 23 15,-3 2-3-15,1-2 49 0,-2-5-3 0,0 1 51 16,0-5-9-16,-3 2 78 0,3-1 24 0,2 3 84 16,-1 1 56-16,2 1 9 0,0 3-9 0,1 0-20 15,1 1-14-15,1 1 10 0,3 6 5 0,0 0-1 16,0 0 23-16,-8 10 14 0,7-1-11 0,0 4 30 15,-1 5-24-15,2 6 14 0,-2 2-10 0,-1 6-16 16,2 2-31-16,-2 0 4 0,1 2-65 0,-1-1 16 16,2 1-56-16,-2-3 14 0,3-5-92 0,-2-1-48 0,2-3-131 15,-3-4-58-15,3-2-67 0,0-4-114 0,0-1-101 16,0-7-185-16,0-6-574 0,5 9-909 16</inkml:trace>
  <inkml:trace contextRef="#ctx0" brushRef="#br0" timeOffset="79980.3">20729 14954 1393 0,'0'0'981'0,"-7"9"-231"0,7-9-153 0,-5 7-119 0,5-7-93 15,-4 6-46-15,4-6-28 0,-6 4-20 0,6-4-16 16,0 0-22-16,-4 6-22 0,4-6-29 0,0 0-35 16,0 0-25-16,-4 5-26 0,4-5-21 0,0 0-16 15,0 0-15-15,0 0-12 0,0 0-9 0,0 0-11 16,0 0 0-16,0 0-5 0,0 0-1 0,-2 5-3 16,2-5-2-16,0 0 5 0,0 0-6 0,0 0-9 15,0 0 1-15,0 0 4 0,0 0-9 0,0 0 0 16,0 0 0-16,0 0-6 0,0 0-1 0,0 0-1 15,0 0-2-15,0 0 1 0,0 0 0 0,0 0 5 0,0 0-5 16,0 0 0-16,0 0 2 0,0 0-1 0,0 0-1 16,0 0 0-16,0 0-18 0,0 0-24 15,5-10-3-15,-1 3-5 0,0-6 0 0,3 2-1 0,1-3 0 16,-2 0 13-16,2-4 8 0,2 2 8 0,-1-3 1 16,0 4 8-16,0-1 3 0,-3 2 2 15,2 0 3-15,-1 3 5 0,-2-2 0 0,1 5 4 16,-2-1 3-16,0 1 4 0,-2 3 1 0,2-1 1 0,-4 6 14 15,5-6 35-15,-5 6 40 0,0 0 39 0,4 10 9 16,-4 2 17-16,-1 1-32 0,-1 3 56 0,1 7-39 16,-4 0-115-16,4 2-35 0,-3 1 0 0,0-1 0 15,0 0 0-15,-2 5 0 0,2-5 0 0,0 0 0 16,-2 0 0-16,1 0 0 0,-1-3 0 0,0 1 0 16,0-2 0-16,-2 0 0 0,2-2 0 0,-1-3 0 15,0-2 0-15,2 0 0 0,-2-1 0 0,5-4 0 16,-4 1 0-16,4-1 0 0,-1-3 0 0,-2 2 0 15,5-8 0-15,-2 7 0 0,2-7 0 0,0 0 0 16,11 1 0-16,-1-4 0 0,6-4 0 0,2 0 0 16,2-3 0-16,1 1 0 0,4-2 0 0,2-2 0 15,0 1 0-15,1-2 0 0,1 0 0 0,-2 1 0 16,1 0 0-16,0-2 0 0,-3 3 0 0,-1-1 0 16,-4 2 0-16,0 0 0 0,-4 0 0 0,3 2-311 15,-7-1-247-15,1 1-39 0,-2 4-115 0,-2-4-39 16,0 1-138-16,1 3-501 0,-3-2-992 0</inkml:trace>
  <inkml:trace contextRef="#ctx0" brushRef="#br0" timeOffset="80429.14">21520 14629 1036 0,'1'-15'966'0,"-2"1"-193"0,1 1-95 0,-2-1-39 0,1 5-98 15,-1-4-24-15,-3 1-44 0,1 2 25 0,1 0-67 16,-3 2-22-16,1-1-41 0,-2 1-41 0,0 3-45 16,-2-1-41-16,-2 1-229 0,-1 5-12 15,0 2 0-15,-4 1 0 0,0 5 0 0,0 1 0 0,0 6 0 16,0 0 0-16,4 2 0 0,-1 2 0 0,3 1 0 16,1-1 0-16,3 1 0 0,3-2 0 0,1-1 0 15,2-1 0-15,1-1 0 0,0-1 0 0,4-1 0 16,2 0 0-16,-1-5 0 0,3-2 0 0,0 1 0 15,1-5 0-15,-10-2 0 0,21-2 0 0,-10-3 0 0,2-2 0 16,-1 0 0-16,-1-5 0 0,3-2 0 16,-2 0 0-16,-1 0 0 0,-2-4 0 0,-1 0 0 15,-2 2 0-15,-1 3 0 0,0-1 0 0,-2 3 0 16,-1-1 0-16,2 3 0 0,-1-1 0 0,-2 3 0 0,2-1 0 16,-1 2 0-16,-2 6 0 0,4-3 0 15,-4 3 0-15,10 6 0 0,-5 2 0 0,2 4 0 16,1 5 0-16,3 2 0 0,-1 6 0 0,3 0 0 0,0 0 0 15,0 1 0-15,2 0 0 0,-1 0 0 0,1-1 0 16,-1 0 0-16,0-1 0 0,-3-4 0 0,-1-4 0 16,0-1 0-16,-2-1 0 0,-2-2 0 0,1-1-154 15,-2-3-452-15,1 0-10 0,-2 0-41 0,-2-2-54 16,-2-6-102-16,0 8-658 0,0-8-1091 0</inkml:trace>
  <inkml:trace contextRef="#ctx0" brushRef="#br0" timeOffset="80666">21545 14169 626 0,'2'-13'901'0,"1"4"-143"0,3 6-133 0,-6 3-75 16,12 4-3-16,1 6-7 0,1 4-22 0,5 5-2 16,4 6-27-16,0 2 11 0,4 3-82 0,0 2-17 15,2 2-62-15,6 5-29 0,-2 1-157 0,-6-6-153 16,0 0 0-16,-3-1 0 0,-3 0 0 0,-1-1 0 15,-3-2 0-15,-6-3 0 0,-2-2 0 0,-1-4 0 16,-6 3 0-16,-2-6 0 0,-6 2 0 0,-2 0-185 0,-7 2-129 16,-3-2-61-16,-5-2-33 0,1-1-67 0,-8 1-111 15,-4-2-65-15,4-5-151 0,-5 0-595 16,2-2-1000-16</inkml:trace>
  <inkml:trace contextRef="#ctx0" brushRef="#br0" timeOffset="81304.98">22763 14233 1037 0,'-14'2'881'0,"14"-2"-187"0,-14 0-152 0,14 0-91 0,0 0-57 0,-14 0-38 0,14 0-21 16,0 0-42-16,-13-1-17 0,13 1-78 0,0 0-9 15,3-12-30-15,3 4-31 0,3-4-26 0,2-1-19 16,2-4-44-16,6-3 18 0,1 0-37 0,4-5 26 15,0 2-34-15,0-2 23 0,-3 5-59 0,1 1-25 16,-3 0-66-16,0 0-11 0,-5 3-27 0,2 3-15 16,-5 0-86-16,1 3-86 0,-5 2-74 0,-3 5-49 15,-4 3-70-15,0 0-52 0,0 0-385 0,-4 15-562 16</inkml:trace>
  <inkml:trace contextRef="#ctx0" brushRef="#br0" timeOffset="81463.27">22797 14258 249 0,'-11'18'732'0,"4"-4"-134"0,-2-1-92 0,2-2-58 15,2-1-46-15,3-1-30 0,0-2-2 0,2-7-40 16,0 9-23-16,0-9-56 0,7 4-36 0,-7-4-36 0,16-4-25 16,-3-1-23-16,5-6-26 0,3-1-12 15,4-7-25-15,6-4-8 0,2-2-17 0,0-1-3 16,0 0-15-16,-1-1 7 0,-3 3-87 0,-1-3-77 0,-4 5-111 16,-6 2-130-16,-5 3-103 0,-2-1-190 0,-3 4-518 15,-6 3-796-15</inkml:trace>
  <inkml:trace contextRef="#ctx0" brushRef="#br0" timeOffset="90263">24071 13159 1137 0,'0'0'753'0,"-7"-4"-164"0,7 4-141 0,0 0-78 0,2 7-33 16,1-1-32-16,1 4-36 0,5 3-28 0,2 2-41 16,1 3-30-16,6 3-19 0,1-1-12 0,4 6-26 15,2-2-19-15,0 2-19 0,2-1-15 0,0 0-12 16,-2 0-10-16,1 0-8 0,-3 0-21 0,0 0-18 15,-3-4-52-15,-3 0-92 0,1-2-104 0,-5-3-123 16,-1-3-139-16,-1-1-196 0,-1-3-373 0,-1-3-705 16</inkml:trace>
  <inkml:trace contextRef="#ctx0" brushRef="#br0" timeOffset="90463.2">24478 13314 1165 0,'4'-11'838'0,"-4"11"-176"0,3-8-158 0,-3 8-86 16,2-6-89-16,-2 6-43 0,7-12-51 0,-3 5-20 0,3-2-23 15,2-1-32-15,4-4-30 0,5-4-25 16,2-1-21-16,8-3-17 0,-2 0-18 0,5-1-6 16,-1 1-30-16,1 1-51 0,1-1-94 0,-1 1-148 15,-2 2-113-15,-1-1-165 0,-5 1-739 0,-1-1-899 16</inkml:trace>
  <inkml:trace contextRef="#ctx0" brushRef="#br0" timeOffset="90963.05">25169 12090 1049 0,'7'-13'864'0,"1"1"-175"16,-2 3-156-16,-3 0-96 0,1 2-74 0,0-2-56 0,-3 2-51 16,0 2-52-16,-1 5-39 0,0-11-28 0,0 11-22 15,-2-10-18-15,2 10-20 0,-9-7-9 0,9 7-2 16,-12-2-12-16,12 2 13 0,-15-3-4 0,15 3-5 16,-16 1-4-16,6 1 1 0,0 3-12 0,0-2 20 15,-2 5-18-15,-1-1 26 0,1 0-29 0,0 2 30 16,2 3-33-16,-3-2 25 0,4 2-29 0,-1 4 1 15,0 1 2-15,3 0-9 0,0 0 25 16,0 2-22-16,3 2 40 0,1 1-13 0,0-1 57 0,4 2-20 16,4 2 28-16,-1 5-17 0,5 2 39 0,3 4-17 15,4 1 59-15,0 1-58 0,3 1 47 0,1-1-54 16,2 0 14-16,1 3 1 0,4 4-130 0,-4-8-8 16,2 1 0-16,1 8 0 0,-2-10 0 0,1 1 0 15,-1-1 0-15,0 0 0 0,-1-1 0 0,1-1 0 0,1-3 0 16,0 2 0-16,-2-4 0 0,2 0 0 15,0-5 0-15,-1 1 0 0,-1-6 0 0,-1 0 0 16,1-4 0-16,1-3 0 0,-1-1 0 0,-1-5 0 0,1 0 0 16,1-2 0-16,3-6 0 0,1-1 0 15,4-5 0-15,-1-3 0 0,5-6 0 0,-2-2 0 16,-2-2 0-16,0-3 0 0,0-1 0 0,-4-3 0 16,-1 0 0-16,-3-2 0 0,-2 1 0 0,-3-1-562 0,-6 5-90 15,2-1-70-15,-7 4-100 0,-3 3-896 16,0 2-1396-16</inkml:trace>
  <inkml:trace contextRef="#ctx0" brushRef="#br0" timeOffset="92099.08">25855 12058 521 0,'-8'-11'612'0,"4"3"-116"0,-1-3-66 0,0 2-52 0,0-1-39 0,1 4-22 0,-1-2-37 15,3 2-52-15,-1 0-32 0,3 6 17 0,0 0 7 16,0 0-23-16,11 3-23 0,0 2-26 0,3 7-7 16,2 3-27-16,7 3-15 0,2 6-25 15,2 0-2-15,1 2-19 0,0 1-16 0,0 1 1 16,-1 1-15-16,-2 2 5 0,-2-4-20 0,0 2 1 0,-2-4-43 16,-5-3-38-16,1 2-77 0,-4-3-78 0,-1-3-89 15,-3-1-82-15,-1-4-163 0,-2-1-596 0,-2-2-773 16</inkml:trace>
  <inkml:trace contextRef="#ctx0" brushRef="#br0" timeOffset="92346.25">25843 12091 899 0,'-7'-17'693'0,"3"3"-156"0,1-2-123 0,2 3-91 15,2 1-67-15,2-2-32 0,3-2-4 0,3 0 1 16,5 1-1-16,2 0-11 0,5 0-17 0,2 1-29 15,5 1-24-15,-3 3-25 0,0 5-20 0,-2 2-19 16,-1 3-14-16,-3 3-14 0,4 2-8 0,-4 1-9 16,-1 6-3-16,-1 0-6 0,-3 1 7 0,-1 1-12 15,-4 4 3-15,-4-1-8 0,1 3 10 0,-6-1-15 16,0 0 10-16,-4 2-5 0,-1-1-22 0,-1-1-3 16,-2-1-26-16,-1-4-37 0,0-2-82 0,-1-2-59 15,0-3-90-15,2-3-63 0,8-4-102 0,-13 0-134 16,13 0-353-16,-12-8-547 0</inkml:trace>
  <inkml:trace contextRef="#ctx0" brushRef="#br0" timeOffset="92596.19">26468 11368 1142 0,'9'-4'826'0,"-9"4"-170"0,0 0-149 0,0 7-66 16,-5 6-62-16,-6 6-58 0,-2 6-58 0,-5 6-34 15,0 7 4-15,-1 2-21 0,2 3-2 0,3 1-5 16,1-2-16-16,3 1-54 0,5-1 8 0,2-6-39 16,7 0 13-16,2-3-43 0,7 4 7 0,4-4-6 15,6-1-12-15,5-4-12 0,3-5-12 0,1-1-11 16,2-3-10-16,4-5-11 0,0-2-27 0,-4-5-37 16,1-3-33-16,-3-4-88 0,0 0-43 0,2-5-94 15,-2-1-111-15,0-4-78 0,-4-1-125 0,-2-3-740 16,-6-2-969-16</inkml:trace>
  <inkml:trace contextRef="#ctx0" brushRef="#br0" timeOffset="92978.4">26649 11646 627 0,'-7'-7'828'15,"7"7"-183"-15,-6-6-147 0,6 6-111 0,0 0-52 16,0 0-14-16,0 0-15 0,7 4-32 15,1-1-37-15,6 1-27 0,0-1-20 0,7 3-26 0,3 0-29 16,1 0-28-16,2-1-14 0,4 1-19 0,-4 0-11 16,0-1-20-16,-3 0-4 0,0-1-17 0,-6 0-26 15,1-1-26-15,0 0-38 0,-6-1-37 0,-1-1-62 16,-12-1-76-16,16-1-55 0,-16 1 15 0,4-5 21 16,-4 5 31-16,-2-9 26 0,-2 2 42 0,-4-1 30 0,-3-2 25 15,-1-2 25-15,-3-2 26 0,1-1 36 16,-3 2 34-16,3-2 40 0,-3 2 55 0,5 1 41 15,0 2 47-15,1 1-14 0,0 0-10 0,4 2-47 16,-1 2-7-16,8 5-6 0,-11-2 14 0,11 2-8 16,-7 9 17-16,3 0-25 0,4 4-2 0,-1 4 0 0,1 3-9 15,1 4-8-15,-1 2-11 0,1 2-7 16,3 4-14-16,-2 0-13 0,2-1-13 0,-2 2-2 16,3-3-10-16,-1-3-3 0,-1-2-14 0,2-2-38 15,-2 0-45-15,1-5-102 0,-1-2-92 0,-2-1-102 16,0-4-139-16,1-3-234 0,-2-8-320 0,1 6-684 15</inkml:trace>
  <inkml:trace contextRef="#ctx0" brushRef="#br0" timeOffset="93231.35">27032 11436 1059 0,'9'-11'891'0,"-1"4"-179"0,-3 1-159 0,2-2-82 15,-2 2-82-15,2 0-59 0,-1-2-36 0,4-3-53 16,-1 2-22-16,4-5-56 0,2 1-20 0,1-2-42 16,4-2-9-16,2 1-22 0,-3-3-20 0,4 2-25 15,-3-1-31-15,0 1-51 0,0-1-56 0,-6 5-61 0,2-2-41 16,-5 1-26-16,0 3-34 0,-3 4-50 16,-3 0-7-16,-5 7-36 0,4-7-6 0,-4 7 2 15,-6 5 8-15,1 3 27 0,-2 0 3 0,-3 6 13 16,-1 3-180-16,0 2 8 0</inkml:trace>
  <inkml:trace contextRef="#ctx0" brushRef="#br0" timeOffset="93862.34">27640 10842 705 0,'12'-16'834'0,"-1"7"-181"0,3-1-133 0,0 4-55 15,5 1-25-15,2 2-65 0,3 1-34 0,2 4-50 16,6 5-2-16,0 0 21 0,5 6-46 0,-3 4-49 16,-2 2-29-16,1 3-23 0,-6 3-26 0,-2 1-23 15,-2-1-27-15,-6 0-14 0,-4 1-15 0,1 0-12 16,-5 0-11-16,-4-1-6 0,-2-1-12 0,-3 1-34 16,-1 0 5-16,-5-3-57 0,1 1-26 0,-2-1-57 15,0 0-33-15,0-3-31 0,-1-1-76 0,-1-5-66 16,3 0-76-16,-1-2-114 0,1-4-175 0,6-7-387 15,-9 5-725-15</inkml:trace>
  <inkml:trace contextRef="#ctx0" brushRef="#br0" timeOffset="94116.93">28360 10883 1167 0,'0'0'949'0,"0"0"-213"0,0 0-156 16,0 0-102-16,0 0-86 0,-4-5-70 0,4 5-23 16,6-7-15-16,2 0-29 0,3-2-29 0,6-4-42 15,7-3-34-15,6-3-30 0,4-1-24 0,1-2-44 16,2 0 13-16,-1-1-11 0,1 0-21 0,-2 2-17 16,-3-1-36-16,-2 2-49 0,-5 4-46 0,-4-2-40 15,-5 4-57-15,-1 0-81 0,-5 3-103 0,-5 1-40 16,-3 1-81-16,-2 1-111 0,-4-1-506 0,-4 3-748 15</inkml:trace>
  <inkml:trace contextRef="#ctx0" brushRef="#br0" timeOffset="96429.13">27316 11673 104 0,'-6'-3'662'0,"6"3"-155"0,0 0-85 0,-3-6-41 0,3 6-17 0,0 0-30 0,-7-6-17 16,7 6-24-16,0 0-30 0,-5-7-34 0,5 7-26 16,0 0-25-16,-8-4-24 0,8 4-25 0,0 0-7 15,0 0-15-15,-6-1-2 0,6 1-5 0,0 0 6 16,0 0-1-16,0 0-3 0,-5-5-1 0,5 5-17 16,0 0 12-16,6-7-43 0,-1 4 0 0,3-3-22 15,2-1 5-15,1 0-17 0,0-1 6 0,0-1-18 16,2 1 10-16,-2-2-12 0,3 3 10 0,-3-3-16 15,2 2 11-15,-3-1-9 0,2 1 7 0,-1 0-17 16,-3 0-13-16,0 2-27 0,0-2-53 0,-3 1-29 16,2 1-68-16,-3-1-42 0,-2 1-68 0,2 0-31 15,-4 6-45-15,2-10-77 0,-2 10-54 0,-2-7-448 16,2 7-553-16</inkml:trace>
  <inkml:trace contextRef="#ctx0" brushRef="#br0" timeOffset="97686.28">28403 10551 580 0,'0'0'758'0,"-2"-6"-164"0,2 6-127 0,-2-5-113 0,2 5-29 0,0 0 35 16,0 0-23-16,4 4-35 0,1 1-30 0,2 3-42 16,0 2-25-16,2 1-20 0,5 5-6 0,2 3-4 15,3 3-6-15,-1 0-19 0,5 3-21 0,0 2-31 16,-2 1-19-16,1 0-12 0,-1 0 22 0,-5-4-56 15,1-1 34-15,-3 1-55 0,1-2 39 0,-2 1-49 16,-3-3 0-16,0-2-2 0,-2 0-7 0,2-1-25 16,-3-3-26-16,-1-1-53 15,1 0-39-15,-2-4-42 0,0 1-56 0,-2-3-80 0,1-2-110 16,-4-5-111-16,6 7-196 0,-6-7-320 0,6-4-682 16</inkml:trace>
  <inkml:trace contextRef="#ctx0" brushRef="#br0" timeOffset="97929.06">28871 10176 1099 0,'2'-8'852'0,"-2"8"-173"0,0-11-165 15,0 11-96-15,4-8-82 0,-4 8-14 0,0 0-61 16,14 5-37-16,-6 2-36 0,6 3 6 0,1 3-73 15,7 4 18-15,0 4-63 0,5 3 26 0,-2 4-64 16,1 1 37-16,-1-1-57 0,-2 1-8 0,0 0-10 16,-3-1-33-16,-4-3-56 0,-2-1-96 0,-1-3-95 15,-5-1-76-15,-2-1-62 0,-2-3-108 0,-3-3-106 16,-1-4-352-16,-2 1-578 0</inkml:trace>
  <inkml:trace contextRef="#ctx0" brushRef="#br0" timeOffset="98179.68">28937 10181 253 0,'-6'-31'584'0,"2"5"-140"16,4 1-94-16,0 1-49 0,3 2-28 0,4 0-43 15,1 4-2-15,2 1-26 0,4 3-8 0,0 2-12 16,4 2-1-16,-2 6-11 0,3 1 3 0,1 3-8 16,2 3-16-16,2 1-6 0,-1 5-20 0,3 3-14 15,-6 2 11-15,2 3-8 0,-5 1-5 0,-3-1-10 16,-4 1-3-16,-1 1-6 0,-5 1-10 0,-3 0-33 15,-2-1 12-15,-6 2-27 0,0 2 16 0,-4-1-31 0,-5 0 15 16,2-2-20-16,-4-1 3 0,4-5-34 16,-3 1-7-16,4-3-47 0,-1-4-49 0,1-1-75 0,3-2-92 15,-1-2-64-15,11-3-126 0,-16 0-117 16,9-3-410-16,-1-3-607 0</inkml:trace>
  <inkml:trace contextRef="#ctx0" brushRef="#br0" timeOffset="98431.5">29475 9576 951 0,'11'-2'875'0,"-11"2"-182"16,15-5-149-16,-15 5-86 0,6 6-64 0,-6-6-70 16,-1 13-12-16,-3-1-83 0,0 3 16 0,-1 2-55 0,-5 5 48 15,2 5-63-15,1 2-26 0,0 2-15 0,0 2-25 16,4 2 13-16,1 0-60 0,4 0 27 0,3-1-55 15,4 4 34-15,1 0-50 0,6-3 34 0,2-5-47 16,1 0 37-16,4-5-47 0,-3-5 31 0,2-2-56 16,2-3 18-16,-1-3-76 0,2-5-3 0,-1-1-77 15,1-3-29-15,-2-2-66 0,-1-2-78 0,2-2-99 16,-1-3-46-16,-5-1-135 0,0-4-574 0,-4-2-805 16</inkml:trace>
  <inkml:trace contextRef="#ctx0" brushRef="#br0" timeOffset="98829.04">29594 9755 671 0,'-6'7'754'16,"6"-7"-178"-16,-3 9-99 0,6-4-44 0,3 6-32 16,2-2-52-16,6 4-48 0,1 2-41 0,10 0-39 15,1 0-31-15,6 3-16 0,4-3-28 0,1 1-25 16,0-1 6-16,3-4-56 0,-3 1 20 0,-6-2-50 15,-1-2 20-15,-6 0-45 0,0-1 22 0,-3-3-45 16,-4 0 1-16,-2 0-53 0,-3-2-75 0,-12-2-73 16,14-1-47-16,-14 1-13 0,6-6-17 0,-6 6 37 15,-5-12-14-15,-1 3 79 0,-2 0 9 0,-3-4 51 16,-2-3-2-16,-2 0 40 0,-2-6-2 0,0 2 18 16,0-1 17-16,2-1 19 0,-1 1 34 0,2 3 42 15,-1 2 24-15,3 1 33 0,3 4 16 0,0 0-4 0,0 1-11 16,1 4 42-16,8 6 44 0,-9-2 28 0,9 2-22 15,-9 10 6-15,2 0-37 0,3 6-3 16,0 5-11-16,0 2-6 0,0 6-6 0,-1 2-26 16,1 2-20-16,-1 4-17 0,0 4 31 0,1 1-67 0,-1 0 40 15,1-7-59-15,-1-1 40 0,1 1-54 0,-2-3 3 16,2-2-14-16,0-5-22 0,1-3-58 0,-1-2-83 16,1-3-98-16,-1-2-97 0,4-4-59 0,-2-1-197 15,-1-4-555-15,3-6-786 0</inkml:trace>
  <inkml:trace contextRef="#ctx0" brushRef="#br0" timeOffset="99087.67">30081 9728 507 0,'8'-7'956'0,"0"1"-196"0,0 1-157 0,-3-1-97 0,3-1-65 0,0 0-79 15,3-2-48-15,0-2-51 0,3-2-68 0,4 0 10 16,3-3-39-16,1 0-36 0,2 0-26 0,6-4-23 16,-5 4-14-16,1 0-11 0,-1 0-13 0,-2 0-54 15,0 3 32-15,-5 1-44 0,-1-1 21 0,-2 4-77 16,-2-1-51-16,-3 4-77 0,-1-4-89 0,-4 6-76 16,-5 4-29-16,3-6-63 0,-3 6-53 0,0 0-75 15,-17 2-255-15,7 4-391 0</inkml:trace>
  <inkml:trace contextRef="#ctx0" brushRef="#br0" timeOffset="99245.87">30180 9765 265 0,'-2'7'719'0,"2"-7"-145"15,4 10-92-15,-4-10-40 0,12 2-53 0,-12-2-26 0,20-3-30 16,-5-2-43-16,-2-2-52 0,8 0-50 0,-2-4-38 16,3 1-33-16,2-2-24 0,1-2-20 15,-2 0-12-15,2 1-16 0,-5 1-13 0,-2 0-17 0,-1-1-60 16,-2 2-93-16,-2 0-105 0,-4 1-79 0,-3 3-80 15,-1-1-95-15,-1 1-510 0,-4-1-607 16</inkml:trace>
  <inkml:trace contextRef="#ctx0" brushRef="#br0" timeOffset="104013.08">27735 11155 164 0,'2'-9'266'0,"3"2"-64"0,-2-1-30 0,1-1-13 0,0 1-3 16,0-3-8-16,-2 2-4 0,1-1 6 0,0-1-1 16,-1 2 17-16,-2-2-23 0,1 1 28 0,-2-1-35 15,-1 3 15-15,-4-2-25 0,2 1 10 0,-2-1-35 16,-1 2 14-16,-4-1-20 0,-1 3 23 0,1 1-13 16,-4 2 8-16,2-1-5 0,-4 8 6 0,-1-1-5 15,-2 2-4-15,-2 6-11 0,0 3-15 0,-1 3-7 16,0 2 9-16,4 4 11 0,3-1-4 15,0 1-11-15,2 2-7 0,6-4-11 0,3 3-4 16,0-4 0-16,4-1-10 0,4-1-1 0,2-1 11 0,0-3-21 16,2 0 17-16,4-1-22 0,0-2 11 0,2-2-22 15,2-3 11-15,-2 0-22 0,0-5-2 0,2-1-11 16,-2-1-14-16,5-3 6 0,-3-2-1 0,-1-1 1 16,-1-2 5-16,2-3 3 0,-2-1-1 0,-1-3 5 15,-2 2-4-15,-4-1 5 0,1 0-4 0,-1-1 8 16,-3 0-1-16,-1-1 11 0,1 1 2 0,-3 2 12 15,0 3-1-15,0-2 10 0,0 3-11 0,0 1 3 16,0 0-13-16,0 9 3 0,0-8-6 0,0 8 16 16,0 0-9-16,5 8 16 0,-1 3-10 0,2 3 6 15,4 5 8-15,-1 3 3 0,3 4 14 0,2 0-3 16,1 6 5-16,4-1-2 0,-3 4 4 0,0-2-22 16,1 1 8-16,-1-3-18 0,-3-2 5 0,1-1-8 15,-1-1 0-15,-1-2-6 0,-2 2-9 0,0-7 1 16,0 1-7-16,-3-4-32 0,0-1-35 0,-1-4-46 15,-1 1-48-15,0-3-83 0,-2-1-116 0,1-2-113 16,0-2-139-16,-4-5-598 0,0 0-814 0</inkml:trace>
  <inkml:trace contextRef="#ctx0" brushRef="#br0" timeOffset="104712.38">30416 9155 122 0,'-3'-8'751'16,"0"-1"-215"-16,3 9-121 0,-3-8-58 0,3 8 3 15,0 0 15-15,0 0 5 0,8 8-39 0,-5 3-40 0,1-2-25 16,3 5-44-16,-1 5-46 0,3 0-30 0,-1 2-27 16,1 4-26-16,0 1-22 0,2-1-15 15,-2 2-13-15,0-2-10 0,2-2-9 0,-1 0-6 16,-1-2-4-16,1-1-11 0,1-3-17 0,-2 1-68 0,3-5-137 16,-3 0-157-16,0-2-106 0,-2-4-223 0,3-3-414 15,-10-4-725-15</inkml:trace>
  <inkml:trace contextRef="#ctx0" brushRef="#br0" timeOffset="105028.79">30612 9135 621 0,'-3'-5'599'0,"3"5"-138"0,0 0-20 16,0 0-21-16,-10 1-8 0,10-1-22 0,-4 15-56 0,3-6-38 15,-2 4-30-15,4 0-42 0,1 5-34 0,0-1-29 16,3 4-22-16,3 0-27 0,-2-1-23 0,2-1-13 15,2-3-12-15,-1 0-12 0,0-2-9 0,3-4-2 16,-1-1-3-16,-1-2 0 0,3-2-1 0,-1-4-5 16,2-2-2-16,0-4-7 0,-1-1 0 0,1-1-6 15,-3-5 0-15,4 0-7 0,-4-2-1 0,-2-4-31 16,-2 3 33-16,-2-2-32 0,-2-1 36 0,-2 0-35 16,-2 1 34-16,-3 1-30 0,-2-1 33 15,-2 3-8-15,-2-1-33 0,-2 1 35 0,-4 4-32 0,-1 1 33 16,-1 5-32-16,-1 0 34 0,0 4-30 15,-3 1 30-15,-1 3-43 0,1 1-25 0,-2 5-44 0,1-1-81 16,5 0-104-16,2 1-81 0,4-1-44 0,1 1-103 16,6-1-152-16,1-4-299 0,4-5-548 0</inkml:trace>
  <inkml:trace contextRef="#ctx0" brushRef="#br0" timeOffset="105244.8">30688 8912 692 0,'12'-9'592'0,"-2"0"-112"0,3 3-40 0,2 0-4 16,3 3-16-16,2 0-13 0,7 5-48 0,8 2-23 15,8 4-42-15,1 6-52 0,0 0 1 0,-1 6-9 0,-1 3-5 16,5 4-16-16,-5 4-64 0,-10-3 11 16,0 1-31-16,-5 3-29 0,-4 1-20 0,-3 0-16 15,-6 0-20-15,-3-1-15 0,-4-2-37 0,-7 0-80 16,0-5-69-16,-7 5-61 0,-4-2-65 0,0 0-96 0,-6-3-92 15,-1-4-80-15,-2-1-169 0,-2-3-373 0,-3-3-710 16</inkml:trace>
  <inkml:trace contextRef="#ctx0" brushRef="#br0" timeOffset="105744.62">30596 8650 1037 0,'-15'-7'888'0,"3"-2"-174"16,-2 3-138-16,3 0-83 0,-1 0-68 15,3 2-51-15,0-1-37 0,2 1-29 0,-1-2-67 16,4 0-49-16,4-3-37 0,2 1-34 0,5-4-24 0,5-1-64 16,4-3 37-16,7-1-57 0,7-5 42 0,3 2-53 15,2 1 37-15,0-1-9 0,3 2-6 0,-2 0-5 16,-1 0-3-16,-3 2-7 0,-5 2-2 0,-2 3 3 15,-7 2-5-15,1 0-1 0,-6 2 0 0,2 0-5 16,-3 2-1-16,-1 1-2 0,-2-2 0 0,-1 2 0 16,-8 4 0-16,15-2 5 0,-15 2-4 15,16 2 5-15,-7 2 6 0,1 2 0 0,1 3 9 16,2 1 3-16,1 4 1 0,0 4 11 0,3 1 17 16,2 4 6-16,2 7 53 0,0 1 15 0,3 6-5 0,3 8 9 15,1 3 30-15,3 4 27 0,0 2-14 0,1 4-38 16,1-1 31-16,1 3-23 0,2 2 30 0,-3 0-60 15,3 0-110-15,1 0 0 0,0-2 0 0,-2-4 0 16,-2 1 0-16,-2-5 0 0,-3-5 0 0,-6-6 0 16,-3-3 0-16,-1-1 0 0,-7-2 0 0,-3-5 0 0,-4 1 0 15,-4-6 0-15,-5 4 0 0,-6-1 0 16,-9 5 0-16,-7-1 0 0,-5-1 0 0,-9 4 0 16,-7-2 0-16,-2-3 0 0,-5 1 0 0,-3-5 0 0,-2 1 0 15,0-5 0-15,-2 0 0 0,4-3 0 0,-1-1 0 16,13-5 0-16,0-1-770 0,5-3-194 0,8-4-1068 15,4 1-1792-15</inkml:trace>
  <inkml:trace contextRef="#ctx0" brushRef="#br0" timeOffset="106946.21">27934 12072 61 0,'0'0'646'15,"-11"2"-200"-15,11-2-80 0,-13 2-98 0,13-2-31 0,-14 2-73 0,14-2-11 0,-13 1-59 0,13-1-1 16,-10 4-37-16,10-4 11 0,0 0-36 0,-7 4 7 0,7-4-67 16,0 0-94-16,13 0-150 0,-3-3-457 0,3-4-234 15</inkml:trace>
  <inkml:trace contextRef="#ctx0" brushRef="#br0" timeOffset="107244.67">31208 10087 740 0,'4'-5'685'16,"-4"5"-147"-16,8-10-118 0,-8 10-99 0,5-6-67 15,-5 6-45-15,4-7-50 0,-4 7-27 0,4-5-36 0,-4 5-36 16,0 0-65-16,6-5-70 0,-6 5-63 15,0 0-108-15,0 0-119 0,0 0-511 0,0 0-432 16</inkml:trace>
  <inkml:trace contextRef="#ctx0" brushRef="#br0" timeOffset="109081.56">21927 15373 15 0,'0'0'226'0,"0"0"-50"0,3-7-50 0,-3 7-21 0,4-7-28 16,-4 7-13-16,4-7-8 0,-4 7 14 0,6-11 16 16,-6 11 12-16,5-8 3 0,-5 8-8 0,5-6-4 15,-5 6-10-15,4-7 2 0,-4 7-6 0,3-5-8 16,-3 5-5-16,0 0-6 0,4-7-13 0,-4 7 5 15,0 0 8-15,3-4 8 0,-3 4-4 0,8-5 4 16,-8 5-12-16,9-6 0 0,-4 0-21 0,4 2 12 0,0-3-24 16,1-1-2-16,1-2 1 0,1 0-4 15,4-2-5-15,-1 0-1 0,0 0 10 0,-1 0 13 16,-1 1 4-16,2 2 7 0,-4-1 0 0,-2 2 3 16,0 2-3-16,-2-1-4 0,0 3 0 0,-7 4-1 0,7-4 5 15,-7 4 11-15,0 0 2 0,-9 11 10 0,-1-2-19 16,-7 4 11-16,-3 4-12 0,-4 5 5 0,-6 3-9 15,0 2-5-15,-2 1 18 0,-4 1 7 16,-4 3-7-16,5-4-4 0,-6 2-7 0,4-3-1 16,2-1 3-16,3 0-12 0,0-5-2 0,4-1-10 15,6-4-4-15,4-4-6 0,4-1-3 0,2-2-2 0,5-2 3 16,3-1-4-16,4-6 5 0,0 0-7 0,13 2-17 16,1-8-79-16,4 0-108 0,5-4-84 0,3-2-107 15,-1-1-483-15,-3 1-425 0</inkml:trace>
  <inkml:trace contextRef="#ctx0" brushRef="#br0" timeOffset="109745.1">20979 16560 198 0,'-6'-4'477'0,"-2"0"-125"0,-2 0-66 0,2-1-43 0,2 2-15 15,-2-1-39-15,1-1-17 0,0 3-11 0,2-4-50 0,1 2-9 16,0-2-36-16,4-1 1 0,0 2-22 0,4-3 20 16,5-4-4-16,4 2 51 0,2-2-26 0,7 1-10 15,5 0-11-15,1 0-1 0,3 2-4 16,0 3 6-16,-1 3-11 0,1 3-7 0,-1 1-6 0,2 2-6 16,1 5-1-16,-2 1-7 0,0 1-5 0,-3 0-5 15,-1 3 17-15,-3 0 7 0,-5-1 2 16,-1 1 1-16,-4 0 20 0,-1 3-3 0,-3-5 10 0,-3 1 20 15,-2 1-15-15,-3-2-7 0,-2 0-5 16,-1-2-12-16,-3 1 0 0,2-2-10 0,-5 0 1 16,2-3-18-16,-4-1 2 0,9-4-10 0,-14 0 0 15,6-4-3-15,-2-2-8 0,1-4-5 0,0-3 14 16,0-5-16-16,3-2 3 0,0-3-3 0,-1-5 4 16,2-2-6-16,0-3 5 0,1-1-4 0,0 1 1 0,2 1 1 15,-1 0-1-15,3 4 2 0,0 2-5 0,-1 1 5 16,0 5 1-16,1 2 1 0,0 1-4 0,-2 3 0 15,2 1-3-15,0 2 1 0,0 4-2 0,0 7 0 16,0 0 1-16,0 0 11 0,0 0 0 0,2 10 4 16,0 3 0-16,-2 5-6 0,5 2 0 0,-1 4-5 0,1 3 7 15,4 2-10-15,0 0 6 0,0-2-1 0,4 1 1 16,-2-1-2-16,3-3 16 0,-1 3-26 16,0-4 10-16,4-4-8 0,-6 0 5 0,3-3-4 15,0-1 4-15,0-3-19 0,-1-1-34 0,2-5-95 16,-2-1-70-16,-1-2-90 0,-1-3-45 0,3-6-54 15,-2 2-26-15,-1-6-16 0,2-5-282 0,-3-3-238 16</inkml:trace>
  <inkml:trace contextRef="#ctx0" brushRef="#br0" timeOffset="110029.14">21694 16004 515 0,'2'-20'455'0,"-2"4"-75"0,3 3-98 0,-3 1-39 0,1 3-62 15,0 0 17-15,-1 9-16 0,3-8-9 0,-3 8-9 0,0 0 0 16,0 0-23-16,6 5 4 0,-4 2-15 0,-2 0 9 15,0 4-15-15,0 2 3 0,0 4-18 0,-3 1-23 16,-1 5-14-16,-2 6-21 0,-4-1 3 0,-1 8 22 16,-3 1 3-16,0-1-4 0,1-1-11 0,-2-6-13 15,3-4-9-15,1-3-2 0,3-5-8 0,1 1 9 16,0-4 6-16,1-4-1 0,2-3-17 0,4-7 0 16,0 0-13-16,0 0 5 0,10-7-11 0,1-4 6 15,4-2-11-15,7-5 15 0,2 2-15 0,5-3 5 16,2-2-8-16,0 2-2 0,1 0 0 0,1 1 1 15,-1 1 1-15,-3 2-8 0,-1 3 4 0,-1 1-18 16,-1 0-27-16,-5 3-65 0,1 0-91 0,0 2-91 16,-5 3-90-16,0 0-76 0,-5 3-78 0,-12 0-345 15,16 2-441-15</inkml:trace>
  <inkml:trace contextRef="#ctx0" brushRef="#br0" timeOffset="110227.84">21857 16538 553 0,'-4'10'413'16,"-2"-2"-62"-16,2-2-50 0,4-6 6 0,-2 8-13 0,2-8-9 16,0 0-26-16,0 0-37 0,14-3-38 0,-5-4-28 15,2-1-18-15,6-6-26 0,4-1-21 16,4-7-24-16,4-3-2 0,3-3-20 0,6-8 1 16,1 3-19-16,-5 3 1 0,-2-1-14 0,0 5-4 0,-2-3-63 15,-2 4-137-15,-3 3-109 0,-7 3-115 0,1 1-129 16,-6 1-240-16,-2 3-302 0</inkml:trace>
  <inkml:trace contextRef="#ctx0" brushRef="#br0" timeOffset="110678.83">22368 15893 449 0,'-1'-13'427'16,"-1"1"-35"-16,0 2-82 0,0 0-18 0,-1-2-47 0,2 2 10 15,-2-1-15-15,1 0-37 0,-1 0 15 0,1 1-34 16,0 1 19-16,-3 1-29 0,4 1-23 0,-1 2-36 15,2 5-15-15,-4-11-28 0,4 11-10 0,-6-9-22 16,6 9-2-16,0 0-9 0,-20 3-2 0,9 3-4 16,-1 3-4-16,-6 3-11 0,4 1-1 0,-6 3-3 15,1 2-2-15,2 0 1 0,-1 1 0 0,4-5-1 16,1 3-1-16,2-3 4 0,2-1-3 0,1-1 1 16,4-3 1-16,2 1-1 0,2-3-2 0,2 1 4 15,5-1 1-15,4-4-1 0,3 2-3 0,3-1 0 16,1-1-1-16,2 0-1 0,3-1 2 0,3-1-1 15,-2-1-2-15,4 1 1 0,-2 1 2 0,0 0-3 16,1-1 5-16,-3 1 0 0,-3 0 0 0,1 1-4 16,-3 0 2-16,-2 0 1 0,-2 2 11 0,-1 2 6 15,-1-1-3-15,-3 1 6 0,-5 2 18 0,0 1 0 16,-3 1 1-16,-4 2-9 0,-3 1-2 0,-3 3-11 16,-4 1-1-16,-2-3-6 0,-4 3 7 0,-3 0-16 0,1-4 11 15,-3 1-6-15,0-5 18 0,2 0 7 16,0-3 6-16,3-4-13 0,-2 0-1 0,5-2-10 0,0-4 4 15,-2-2-16-15,6-4 1 0,0-2 0 0,3-7-1 16,3-1-3-16,3-3 3 0,2-4-1 16,3 0-3-16,1-4-4 0,2-1-4 0,-2 0-32 0,0 6-66 15,-2 3-81-15,2 1-87 0,-3 4-122 0,-1 5-126 16,-1 0-538-16,-3 3-677 0</inkml:trace>
  <inkml:trace contextRef="#ctx0" brushRef="#br0" timeOffset="111077.89">20232 17408 171 0,'-8'-7'472'0,"0"-1"-123"0,3 2-81 0,1 3-70 0,4 3-38 0,-5-8 20 15,5 8 15-15,0 0-8 0,0 0-11 16,9 1 4-16,3 3 41 0,0 2-26 0,7 2-6 15,6 3 3-15,3 3-23 0,5 3-18 0,4 2-24 0,2 2-16 16,0 2-23-16,0 2-15 0,5 4-19 0,-7-3-12 16,-1 2 18-16,-1-2-40 0,-2 0 24 0,-5-1-39 0,0-2 28 15,-5-4-33-15,-4 0 22 0,-3-4-44 16,-2-1-1-16,-7-3-109 0,-2-2-74 0,-2 0-69 16,-4-3-56-16,-2 0-4 0,-6-2-33 0,-1-1-1 0,-3-2-2 15,-3-1-224-15,-6-4-109 0</inkml:trace>
  <inkml:trace contextRef="#ctx0" brushRef="#br0" timeOffset="111297.19">20370 17666 274 0,'-31'-22'368'0,"5"-1"-69"0,7 1-20 0,3 2-67 16,7-1-34-16,4-1-16 0,5 3-12 0,2-4-5 15,6-1 1-15,4-3-17 0,4 2-3 0,6-3 12 16,2 3 13-16,1 0-27 0,-4 8-22 0,1 0-18 16,-2 4-15-16,-3 4-7 0,0 1 33 0,-1 2 0 15,-1 2-16-15,-3 1 19 0,-2 3-9 0,3 3-3 16,-4 1-7-16,-2 2-15 0,1 3-12 0,-3 4-10 15,-2 1-6-15,-1 1-2 0,-3 3-13 0,-2 2-3 16,1 0-2-16,-3 1-11 0,0 0 5 16,0 0-10-16,1-4 0 0,0-1-6 0,0-3-14 0,0-1-26 15,2-1-86-15,0-4-129 0,2-7-106 0,-6 9-78 16,6-9-448-16,0 0-453 0</inkml:trace>
  <inkml:trace contextRef="#ctx0" brushRef="#br0" timeOffset="111561.4">20818 16529 53 0,'7'-32'673'0,"-1"3"-162"0,-2 9-137 15,-4 2-56-15,-4 9-21 0,0 0-30 0,4 9-2 16,-9-1-10-16,0 5-7 0,2 4-53 16,-1 5 10-16,-1 5-30 0,1 7-13 0,-1 2-19 0,6 8-12 15,1 1-26-15,5 10-20 0,3 3-9 0,7 9-21 16,4 2-2-16,3-2-12 0,7-1-11 15,2-4-4-15,3-3-8 0,3-3 0 0,2-4-3 0,2-5-5 16,2-3 1-16,-5-9 1 0,2-5-5 0,4-3 1 16,2-5-4-16,3-6 0 0,-6-3-2 0,8-6-5 15,1-6-10-15,1-5-53 0,7-8-121 0,1-6-119 16,-5-4-88-16,-2-3-109 0,-2 0-551 0,-8-6-671 16</inkml:trace>
  <inkml:trace contextRef="#ctx0" brushRef="#br0" timeOffset="111845.04">22099 15254 620 0,'13'-13'708'15,"-2"1"-140"-15,2 1-107 0,-2 2-109 0,3 2-69 16,0 1-24-16,5 1-7 0,6 1-5 15,3 3-37-15,3 1-1 0,8 1-39 0,7 5-28 16,4 3-9-16,-1 1-23 0,10 8-20 0,-3 6-9 0,-1 2-25 16,-2 8-3-16,-3 4-14 0,-1 6-3 15,-4 3-9-15,-5 3-1 0,-4 5-5 0,-5-1-6 0,-6 4-5 16,-5 0-2-16,-5 1-7 0,-6 2-23 16,-8-6-35-16,-1-1-56 0,-4-2-76 0,-2 1-72 0,-3-3-88 15,-1-4-121-15,-1-7-166 0,0-7-331 0,2-7-555 16</inkml:trace>
  <inkml:trace contextRef="#ctx0" brushRef="#br0" timeOffset="111994.4">22894 15810 849 0,'2'-23'742'16,"2"5"-162"-16,-4 1-117 0,-1 2-94 0,-2 2-71 15,1 3-58-15,-1 0-44 0,2 4-49 0,-2-2-34 16,3 8-41-16,-2-10-65 0,2 10-77 0,0 0-96 15,0 0-66-15,4-3-98 0,-4 3-94 0,10 2-472 16,-10-2-461-16</inkml:trace>
  <inkml:trace contextRef="#ctx0" brushRef="#br0" timeOffset="112265.05">23853 15219 1060 0,'2'-7'675'0,"-2"7"-99"0,-2-6-137 0,2 6-52 16,-3-7-71-16,3 7-46 0,-2-10-58 0,2 10-37 0,5-15-35 16,-1 6-28-16,5-4-22 0,5-2-25 0,8-7-9 15,5-6-6-15,4 0-16 0,2 0-8 16,8-7-5-16,1 2-5 0,-6 6-4 0,-3-1-12 0,0 3-42 15,-2 3-104-15,-8 4-92 0,-3 2-76 0,-4 5-95 16,-7 3-99-16,-3 4-454 0,-6 4-550 0</inkml:trace>
  <inkml:trace contextRef="#ctx0" brushRef="#br0" timeOffset="112395.38">23938 15227 113 0,'0'11'490'0,"1"-3"-97"0,3-2-57 16,2-3-32-16,3 0-62 0,-9-3-23 0,28-3-61 15,-10-1-24-15,7-3-45 0,4-3-17 0,4-3-13 16,3-4-15-16,1 0-11 0,-3-2-32 0,0 3-164 16,-9-1-636-16,-3 2-325 0</inkml:trace>
  <inkml:trace contextRef="#ctx0" brushRef="#br0" timeOffset="119646.08">9573 16308 159 0,'-9'-15'415'0,"0"1"-79"0,0 1-37 0,3 2-23 0,-1-1-50 0,1 5-40 0,1-2-40 16,0 4-28-16,5 5 10 0,-5-6 20 15,5 6 29-15,0 0-22 0,1 9-27 0,3 0-8 16,1 3 13-16,3 2 1 0,3 5-21 0,3 6-28 16,4 2-12-16,1 5-17 0,3-1-7 0,0 4-12 0,-1-2-6 15,1 2-14-15,1-2 3 0,-1 2-3 0,0-2-4 16,-1 0-2-16,1 1-6 0,-3-4-5 15,2-1-1-15,-5-5-2 0,0-3-52 0,-2-3-96 0,-3-3-45 16,-1-4-91-16,2-1-79 0,-4-4-100 16,-8-6-260-16,0 0-233 0</inkml:trace>
  <inkml:trace contextRef="#ctx0" brushRef="#br0" timeOffset="119911.22">9597 16456 420 0,'-24'-27'356'0,"6"4"-64"0,3 1-67 0,1-1-40 0,5 4-34 15,1 0 4-15,7 1-18 0,-1 0-15 16,5-1 16-16,4 0 34 0,2 1-35 0,4 0 17 16,6 2-11-16,2 0 25 0,3 3-35 0,3 1 0 0,3 4-29 15,-6 5-14-15,4 1-21 0,-1 4-18 16,-2 2-7-16,1 5-11 0,-2 1-8 0,-2 6-2 16,0 2 4-16,-6 4 4 0,-3 3 1 0,-4 5-8 15,-5-1-3-15,0 0-6 0,-8 5 19 0,-5 4-12 0,-1 1 8 16,-5-3-2-16,-2-1 16 0,-4-2-9 0,0-5 0 15,-1-2-12-15,1-3-4 0,0-5-16 16,1-3-10-16,3-3-28 0,3-5-64 0,0-3-94 0,2-3-48 16,3-4-86-16,3-5-62 0,1-1-96 0,2-6-249 15,6-5-238-15</inkml:trace>
  <inkml:trace contextRef="#ctx0" brushRef="#br0" timeOffset="120161.03">10096 15955 671 0,'4'-8'586'0,"-4"8"-128"16,-3-6-51-16,3 6-47 0,-8 7-27 0,2 1-49 15,-2 7-7-15,-1 4-45 0,-3 6-29 0,1 6-7 16,0 6-27-16,1 3-1 0,2 1-18 0,2 1-12 16,3-5-15-16,3 0-35 0,4 1 3 0,4 0-18 15,4 0-6-15,1-3-6 0,4-3-8 0,1-4-5 16,3-1-10-16,1-7-1 0,0-2-3 0,2-4-12 15,3-2-4-15,-3-5-7 0,3-1-14 0,-1-4-13 0,-1-4-22 16,3-1-23-16,-1-3-53 0,1-4-65 16,-4-2-101-16,1-2-84 0,-6 0-63 0,-3-1-76 15,-3 0-76-15,-4-3-311 0,-2 0-451 0</inkml:trace>
  <inkml:trace contextRef="#ctx0" brushRef="#br0" timeOffset="120527.35">10176 16202 163 0,'-5'-3'525'16,"5"3"-151"-16,-9-6-74 0,9 6-42 0,-4-6 10 16,4 6 20-16,5-4-35 0,-5 4-14 15,15-3-8-15,-3 0-13 0,5 3-10 0,2-2-15 0,4 2-16 16,5-2-23-16,0 4-25 0,3 0-24 0,0 0-24 16,2 0-16-16,0 3-14 0,-1-2-9 0,0 2-7 15,-4 0-12-15,-1 0-13 0,-4-3-20 0,3 4-43 16,-7-3-83-16,-1 0-65 0,-2 1-26 0,-3-3-34 15,-3 0-53-15,-10-1-23 0,13-2-13 0,-13 2 1 16,3-6-1-16,-3 6 44 0,-7-14 49 0,-2 5 60 16,-1-3 98-16,-3-1 73 0,-5-4 84 0,-1 0 77 15,-1 0 43-15,-2 0 35 0,1 2 8 0,4 2 1 16,1 0 35-16,0 3-60 0,4 1-46 0,1 2-23 16,2 3 2-16,9 4-4 0,-12 0 5 0,5 4-18 15,3 5 14-15,0 1 1 0,3 7-18 0,-1 4-8 16,1 2-13-16,1 7-11 0,3 4-24 0,-2 4-3 15,0-1-19-15,3 7 0 0,-1-3-15 0,2-4 4 16,-2-1-12-16,3-3 0 0,-1-2-35 0,0-6-46 16,-1-2-88-16,2-3-90 0,-2-3-132 0,0-3-121 15,0-8-331-15,-4-6-374 0</inkml:trace>
  <inkml:trace contextRef="#ctx0" brushRef="#br0" timeOffset="120744.67">10690 15986 171 0,'8'-12'766'0,"-1"0"-165"15,-4 4-91-15,1 1-72 0,0-2-67 0,-2 2-63 0,1 1-58 16,-1 0-50-16,2-2-42 0,0-3-29 0,3-2-28 16,1 0-19-16,4-3-17 0,0-2-12 15,5-1-11-15,-2 0-11 0,2 0-10 0,-2 4-14 16,1-1-33-16,-2 3-97 0,-3 3-101 0,0-1-62 0,-1 5-72 15,-3 3-32-15,-7 3-33 0,11-1-361 0,-11 1-305 16</inkml:trace>
  <inkml:trace contextRef="#ctx0" brushRef="#br0" timeOffset="120910.75">10833 16047 265 0,'0'7'365'0,"3"-2"-67"0,-3-5-1 15,6 7-37-15,-6-7-26 0,10-1-18 0,-1-3-58 16,0-1-12-16,4-4-53 0,4-4 5 0,2-3-35 15,1-4-18-15,6-7-6 0,2-2-10 0,0-4 1 16,0 1-19-16,0-2-3 0,0 0 3 0,-2 0-28 16,0 2-66-16,-4 1-74 0,0 0-66 0,-8 8-41 0,0-1-21 15,-6 5-227-15,-3 4-12 0</inkml:trace>
  <inkml:trace contextRef="#ctx0" brushRef="#br0" timeOffset="121195.2">11237 15515 634 0,'-6'-7'190'0,"-2"1"25"0,3 1 8 15,-2-1-14-15,1 2 7 0,1 1-14 0,-3 0 2 0,8 3-33 16,-10-6 8-16,10 6-16 0,0 0 5 0,-9 5-2 15,9-5 2-15,-3 11 0 0,5-2 15 16,-1 2-26-16,2 1-4 0,0 3-14 0,3 1-2 16,0 0-22-16,2 1-22 0,-1 2-13 0,2-1-11 0,3-1-8 15,-2 0 24-15,0-3 12 0,4-1-8 0,-2-2-6 16,-1-3 4-16,2 0 6 0,1-2-10 16,0-1-8-16,-2-4-14 0,-1-1-9 0,3-1 8 0,-2-4-8 15,0 1-7-15,0-5-27 0,-3-1 27 0,1-2-39 16,-2 0 25-16,-3-3-31 0,0 2 26 0,-5-1-26 15,0 0 37-15,-5-1-38 0,-1 1 34 0,-3-2-32 16,-5 3 31-16,-2 2-37 0,-2 0 31 0,-2 5-34 16,1 0 29-16,-3 4-38 0,0 0 24 0,2 5-30 15,-3 1 24-15,1 0-36 0,3 3-30 0,0 2-79 16,3-1-99-16,4 0-107 0,0 1-73 0,2 0-127 16,5-2-112-16,0 2-333 0,5-9-592 0</inkml:trace>
  <inkml:trace contextRef="#ctx0" brushRef="#br0" timeOffset="121419.66">11255 15366 34 0,'15'-20'798'0,"-1"-2"-146"0,3 3-119 0,-3 0-78 16,5 1-53-16,-1 4-43 0,0 1-10 0,1 5-29 16,3 2-7-16,-4 1-64 0,2 5-20 0,1 3-13 15,2 5-42-15,2 6-27 0,3 7-26 0,-1 4-21 16,0 6-19-16,-5 4 24 0,1 4-58 0,-3 0 36 15,-3 4-53-15,-1 1 39 0,-2 0-55 0,-1 0 39 0,-1-2-56 16,-3-1-17-16,1-2-18 0,-4-7-11 0,-2 0-36 16,0-6-43-16,-1-2-57 0,-1 1-86 15,-2-6-101-15,-1 0-85 0,0-3-113 0,-2-2-107 16,-1-3-286-16,0-3-551 0</inkml:trace>
  <inkml:trace contextRef="#ctx0" brushRef="#br0" timeOffset="121681.74">12000 15437 1083 0,'0'0'766'0,"0"0"-157"15,4-4-133-15,-4 4-93 0,0 0-71 0,0 0-61 16,0-7-40-16,2 1-44 0,2-4-26 0,5-2-34 15,4-6-23-15,6-3-10 0,4-5-17 0,5-5-5 16,2-1-19-16,5-4 0 0,1 0-18 0,-4 6-15 16,-1 1-57-16,-3 3-93 0,-3 4-120 0,-4 8-99 15,-7 2-120-15,-4 5-103 0,-10 7-326 0,12-3-490 16</inkml:trace>
  <inkml:trace contextRef="#ctx0" brushRef="#br0" timeOffset="121827.63">12106 15513 468 0,'-4'10'490'16,"3"-3"-75"-16,1-7-49 0,1 5-21 0,-1-5-46 16,13-6-51-16,1-2-30 0,3-7-36 0,6-4-17 15,6-6-11-15,3-3-23 0,8-8 1 0,3-3-25 16,-1-2-19-16,3 2-2 0,-4 1-24 0,-4 5-37 16,-4 6-90-16,-6 2-169 0,-7 6-232 0,-3 5-539 15,-4 1-605-15</inkml:trace>
  <inkml:trace contextRef="#ctx0" brushRef="#br0" timeOffset="125943.47">12142 16931 65 0,'0'0'361'0,"-8"2"-78"0,8-2-30 0,-9 3-13 0,9-3-28 0,-10 2-1 0,10-2 1 0,0 0-38 15,-10 4-6-15,10-4-38 0,0 0-5 16,-9 1-28-16,9-1-7 0,0 0-19 0,0 0 12 0,0 0-14 16,-12 1-3-16,12-1-22 0,0 0 1 0,-6-3-18 15,6 3-2-15,-4-4-5 0,4 4-1 16,-2-6-8-16,2 6 4 0,-4-6-3 0,4 6 4 16,-4-6-7-16,4 6 5 0,0 0-9 0,-5-7-1 0,5 7 0 15,0 0 2-15,0 0-4 0,-5-6 0 0,5 6-8 16,0 0 10-16,0 0-8 0,0 0 4 15,-4-4 0-15,4 4 5 0,0 0-8 0,0 0 4 0,0 0-3 16,0 0 8-16,0 0-11 0,0 0 10 0,-4-4-6 16,4 4 3-16,0 0-5 0,0 0 6 0,0 0-6 15,0 0 6-15,0 0-9 0,0 0-1 0,0 0 7 16,0 0-7-16,0 0-77 0,0 0-115 0,0 0-99 16,0 0-129-16,-4-5-258 0,4 5-193 0</inkml:trace>
  <inkml:trace contextRef="#ctx0" brushRef="#br0" timeOffset="126530.11">12014 16829 191 0,'-6'-10'311'0,"0"4"-34"0,3-1-2 0,-4 3-26 16,4 0-50-16,3 4 6 0,-8-10-51 0,8 10-11 15,-8-7-9-15,8 7-4 0,0 0 40 0,0 0-14 16,0 0 9-16,-1 12 3 0,6-3-25 0,1 5 20 16,5 4-18-16,3 3-14 0,1 3 13 0,4 3-17 15,4 4 7-15,-1-1-14 0,2 1-25 0,2 0-21 16,-1-2-16-16,1 1-8 0,-1 0 3 0,1 0-8 15,-2-2-6-15,2-2-8 0,-3 1 0 16,-5-7-10-16,1 1-12 0,-1-4-16 0,-5-2-34 0,-1 0-68 16,0-5-64-16,-3 0-69 0,0-3-76 0,-2-2-120 0,-7-5-117 15,8 1-283-15,-8-1-380 0</inkml:trace>
  <inkml:trace contextRef="#ctx0" brushRef="#br0" timeOffset="126861.18">12290 16787 561 0,'0'0'525'0,"0"0"-75"16,0 0-54-16,-9 5-18 0,6 1-66 15,2 2-33-15,1 4-23 0,-1 0-19 0,2 1-26 0,-1 6-64 16,4-2-16-16,3 3-23 0,0 0-18 0,5 2-17 16,0-1-15-16,4 1-13 0,-1-2-5 0,4-1-14 15,-1-5 2-15,0 1-6 0,-1-5-5 0,1 2 7 16,-4-5 5-16,2-1 3 0,-3-1 1 0,0-3-1 15,-3-2-4-15,2-2-6 0,-4-2-5 0,0-3 5 0,-1 0-11 16,-2-5 8-16,-4 2-12 0,3-3 5 16,-8-3-7-16,3-2 5 0,-4 1-8 0,-3-2 0 15,-2 0-1-15,-4 0 2 0,-2 0 5 0,1 3-7 0,1 1 5 16,-4 4-10-16,1 1 22 0,1 4-28 16,-2 0 6-16,1 4-5 0,1 2 3 0,-1 2-2 0,2 4-3 15,1-1-9-15,2 3-31 0,-1 1-68 0,6 2-82 16,0 0-97-16,1-1-67 0,6 1-118 0,0 0-501 15,4-4-576-15</inkml:trace>
  <inkml:trace contextRef="#ctx0" brushRef="#br0" timeOffset="127143.65">12670 16452 185 0,'5'-21'800'0,"-5"3"-151"0,-4 7-109 0,1 1-93 15,-2 3-63-15,5 7-41 0,-14-2-51 0,5 5-31 16,-2 7-41-16,-2 4-7 0,-4 6-52 0,3 6-19 16,-4 4-21-16,4 3 24 0,2 3-20 15,0 2-13-15,7-5-22 0,1 1-18 0,2-1-17 0,4 3-10 16,2-3 16-16,1-2-12 0,4-1 31 0,5 1-28 16,0-6 28-16,4 0-26 0,1-3 16 0,2-3-32 15,2-2 8-15,-2-3-21 0,2-5 16 0,2-2-27 16,-1-3 13-16,-5-2-39 0,4-4 15 0,3-2-40 15,-2-4-27-15,-1-3-18 0,3-2-40 0,-3-2-51 0,-3 0-64 16,-6-1-78-16,1 1-74 0,-4-3-55 0,-2-1-74 16,-3 0-49-16,0 2-397 0,-6-1-553 0</inkml:trace>
  <inkml:trace contextRef="#ctx0" brushRef="#br0" timeOffset="127500.53">12952 16574 375 0,'0'0'478'0,"0"0"-78"0,0 0-40 16,0 0-26-16,0 0-10 0,0 0-32 0,0 0-15 0,5 5 2 15,-5-5-23-15,3 7-12 0,-3-7-47 0,1 12-31 16,-1-1-3-16,3-2-19 0,-2 4-37 0,3 0-17 16,-2 2-25-16,2-2 0 0,4 1-16 0,-2 1 30 15,2-2-9-15,1 0-7 0,2-3 2 0,-2 3-7 16,2-5-14-16,1 1-1 0,1-2-10 0,2-2 0 15,-4-3-14-15,0 1 0 0,3-1-3 0,-14-2-2 0,23-3-2 16,-14 1 3-16,0-2-9 0,-1 0 1 16,-1-4 10-16,-2 1-17 0,-1-1 16 0,0-2-20 0,-4 0 17 15,0 0-11-15,0-1 8 0,-2 0-14 16,-2-1 19-16,0 0-16 0,-1 3 12 0,-3-2-16 0,-1 4 16 16,1 1-21-16,-3 1 17 0,2 2-15 15,-3 1 12-15,0 4-16 0,0 2-1 0,-4 1-28 16,3 2-26-16,0 0-88 0,-1 4-92 0,1-1-94 0,3 0-84 15,0 1-146-15,2 0-510 0,-2 0-700 16</inkml:trace>
  <inkml:trace contextRef="#ctx0" brushRef="#br0" timeOffset="129177.9">13417 15990 257 0,'0'0'435'0,"0"0"-91"0,-10-2-28 0,10 2-21 16,0 0-26-16,-9-2-39 0,9 2-27 0,0 0-33 16,-9-5-21-16,9 5-39 0,-4-7-10 0,4 7-9 0,-1-11-16 15,2 4-10-15,0-2-16 0,3-1-7 0,2-3-11 16,0 1-7-16,3-1-8 0,1-3 3 0,2 1-1 15,0 1 1-15,1-2 17 0,-4 7-4 0,4-4-5 16,-3 6-4-16,-1 0-5 0,1 4-3 0,-1 1 3 16,-9 2-2-16,16 1 1 0,-9 3 25 15,0 2-1-15,-2 2-7 0,0 3-4 0,-4 0-7 0,2 3 8 16,-2 2 16-16,-2 2-5 0,-2-2-4 0,1 1-9 16,-2 0-4-16,1-3-4 0,-2-1-4 0,1 1 2 15,2-4-4-15,-1 1 5 0,-1-4 6 0,3 0-1 16,1-7-4-16,-2 8-3 0,2-8 1 15,0 0-8-15,7-2 2 0,-1-4-2 0,2-1-5 0,1-2-2 16,4 0-1-16,-3 1-1 0,2-3 0 0,-1 3-1 16,2 0 6-16,0 0-4 0,-2 2 4 0,0-1-9 15,0 5 7-15,-1-2-9 0,2 3 6 0,-12 1 2 16,20 0 2-16,-8 3 7 0,-2 1 9 0,-1 1 1 16,-1 2 2-16,0 2 8 0,0 0 10 0,-3 3 0 15,-1-2 3-15,0 2 6 0,-3 1 3 0,-1-1-4 16,-4 5-6-16,0-2-10 0,1 1 2 0,-5 2-12 15,-2 0 7-15,1-1-7 0,-3-2 2 0,0 0-13 0,0 1 15 16,-3-3-26-16,1-1-2 0,0-2-15 0,2-3-3 16,-1 0-40-16,3-2-54 0,1-3-77 15,9-2-89-15,-15 0-47 0,15 0-74 0,-13-7-59 0,8-3-65 16,2 3-272-16,-1-5-318 0</inkml:trace>
  <inkml:trace contextRef="#ctx0" brushRef="#br0" timeOffset="129427.07">13674 15695 352 0,'4'-10'611'0,"-1"4"-148"0,-1-1-87 0,-2 7-40 0,4-9-6 0,-4 9-5 0,0 0 2 0,13-1-30 0,-13 1-18 0,10 9-9 0,-1-1-49 16,1 0-9-16,3 3-30 0,1 3-33 0,1 3-31 15,3 2-19-15,1-1-13 0,2 3-5 0,-1 1-11 16,-1-1-11-16,2 1-27 0,-1-1 8 0,-2 1-16 15,3-1 16-15,-6-1-26 0,4-1 16 0,-5-1-24 16,2-4 12-16,-5 3-18 0,3-4-8 0,-5-1-21 16,1-4-28-16,-1 3-40 0,0-3-42 0,-2-2-68 0,-2 1-116 15,-5-7-94-15,10 5-123 0,-10-5-84 16,0 0-317-16,6-3-523 0</inkml:trace>
  <inkml:trace contextRef="#ctx0" brushRef="#br0" timeOffset="129795.15">14053 15771 283 0,'-2'-9'560'0,"2"9"-136"0,0-10-71 16,0 10-35-16,-2-9-32 0,2 9-20 0,0-7-10 0,0 7-26 15,0 0-15-15,0 0-41 0,0 0 1 0,0 0-36 16,-7 3-22-16,7-3-30 0,-2 9-14 16,-1-3-24-16,3-6 3 0,-1 11-18 0,1-11-3 0,0 12-10 15,0-12-1-15,1 13-8 0,-1-13 7 0,3 9-13 16,-3-9 4-16,5 9-7 0,-5-9 9 0,9 4-13 15,-9-4 12-15,11 0-9 0,-11 0 6 0,13-2-11 16,-13 2 9-16,15-4-6 0,-6 0 7 0,-2 2-8 16,0-1 7-16,2-1-4 0,-9 4 3 0,13-3-5 15,-13 3 4-15,14-3-7 0,-14 3 9 0,14 1-5 16,-14-1 7-16,17 5-1 0,-11-1 2 0,2 1 4 16,-2 2-2-16,1-1 2 0,0 1 5 0,-3 1 1 15,3-1 6-15,-5 2-2 0,3-1 0 0,-2 0 3 16,-2 1-3-16,-1 0-1 0,0-2 0 0,-1 4-6 15,-2-3 2-15,-2 3-5 0,1-4-1 0,-1 3 0 16,0-3-2-16,-3 0-6 0,2-1-15 0,1-1-15 16,5-5-49-16,-9 7-70 0,9-7-88 0,-13 1-52 15,13-1-60-15,-9-4-56 0,4 1-28 0,0-3-50 16,-3-2-216-16,3-1-202 0</inkml:trace>
  <inkml:trace contextRef="#ctx0" brushRef="#br0" timeOffset="129960.93">14055 15829 329 0,'-9'-11'358'0,"0"3"-40"0,3 0-31 16,-2 0-25-16,2 2-32 0,-1-1-5 15,2 3-36-15,1 0-27 0,4 4-14 0,-7-11-16 16,7 11-9-16,-2-10-8 0,5 1-2 0,1 3 0 16,1-2-5-16,1-3-6 0,3 2-1 0,3-2 2 15,-1-2-6-15,2-1-16 0,4-1-15 0,-2 0-12 16,0-2-10-16,-1 1-13 0,2 1 0 0,-3-1-14 0,-1 0-16 16,-3 1-56-16,0 1-87 0,-1 0-64 0,-4 0-102 15,-2 1-88-15,-2 1-494 0,0-1-452 16</inkml:trace>
  <inkml:trace contextRef="#ctx0" brushRef="#br0" timeOffset="130193">13973 15320 123 0,'0'0'457'0,"0"0"-57"0,0 0-11 0,12 2-39 0,-12-2 16 16,15 5-42-16,-5-1-18 0,2 2 18 0,3 1-33 15,3 3-28-15,4-1-20 0,-2 3-27 0,7 0-34 16,-3 2 1-16,3 1-26 0,1-1-10 0,4 4-34 15,-2 2-17-15,-1-1-22 0,-1 0-11 0,-4-1-13 16,-1 1-12-16,-1 2-8 0,-1-1-3 0,-5 1-9 16,1-1-10-16,-4 2-8 0,-2-3-15 0,-3 1-14 15,-2-1-16-15,-5-1-25 0,1 0-29 0,-4 0-39 16,1 0-58-16,-4-2-57 0,-1 1-61 0,-3 0-34 0,-3-1-62 16,-3 0-56-16,-2-2-431 0,-7 0-460 15</inkml:trace>
  <inkml:trace contextRef="#ctx0" brushRef="#br0" timeOffset="130444.32">13283 15877 201 0,'-14'-1'735'16,"0"2"-159"-16,1 3-84 0,2 2-57 0,-1 6-57 0,5 0-27 15,0 4-49-15,3 5-10 0,5 4-40 16,6 6-2-16,3 4-35 0,7 5-11 0,3-1-20 0,10 10-2 15,3-4 10-15,4-1-31 0,1-2-30 0,5-4-21 16,1-2-8-16,2-4-10 0,0-6-11 0,-5-5-9 16,1-4-14-16,2-2-19 0,-3-5-28 0,-4-4-35 15,0-4-27-15,-2-3-43 0,1-5-49 0,-1-2-70 16,3-5-111-16,-6-4-110 0,-1-3-37 0,-4-4-85 16,-4 0-41-16,-3-5-400 0,-7 3-596 15</inkml:trace>
  <inkml:trace contextRef="#ctx0" brushRef="#br0" timeOffset="130793.24">13821 15168 171 0,'-1'-6'692'0,"1"6"-163"16,-3-7-77-16,3 7-42 0,0 0-64 0,0 0-28 15,-10 3-40-15,10-3-38 0,0 6-39 0,0-6-38 16,0 8-25-16,0-8-31 0,8 9-13 0,-8-9 16 15,10 8-7-15,-10-8-27 0,15 4-4 0,-15-4-8 16,22-2 1-16,-8 0 1 0,-1-3-9 0,1-2-14 16,1-2-4-16,-2-1-9 0,1-3-3 0,-5 1-4 15,0-3-5-15,-3 2-1 0,-2-1-4 0,-1 2-3 0,-5-2-2 16,0 1-3-16,-4-2 1 0,-1 5-3 16,-2-2 4-16,-1 2-4 0,-3 4 0 0,-1 2 3 15,-2 0-3-15,3 4-2 0,-4 2 0 0,3 2 1 0,-1 3-7 16,2 1 5-16,-1 5 0 0,5 2 7 0,1 0-5 15,3 1 10-15,4 0-1 0,1-2-1 16,2 1-2-16,4-1-1 0,1-1-11 0,5-1-21 16,-1-3-26-16,2-1-63 0,4-1-113 0,-2-3-108 0,0-3-185 15,-2 1-675-15,1-5-805 0</inkml:trace>
  <inkml:trace contextRef="#ctx0" brushRef="#br0" timeOffset="131593.37">14454 15015 65 0,'-8'5'520'0,"8"-5"-120"0,-8 2-47 0,8-2-35 0,0 0 1 0,-10 1-66 0,10-1-57 0,0 0-26 0,-7-2-12 16,7 2-33-16,-4-5-21 0,4 5 16 0,0-11-3 0,1 7-11 16,4-4-14-16,-2 0-15 0,4 0-15 0,-3-1-2 15,5-1 7-15,-1-1-9 0,2 2-1 16,-2 1-4-16,-1 0-5 0,1 2-3 0,1 2-6 0,-3 0-3 15,-6 4 0-15,13-6 1 0,-13 6 1 16,14 3-1-16,-9 0-6 0,0 2-2 0,1 4-4 0,-4-1-1 16,1 3-1-16,-2 2-4 0,3-1 1 15,-4 1 5-15,0-1-4 0,0 1-1 0,0-2-5 16,-2 1-2-16,2-3-2 0,0-1-1 0,-2 0-3 0,2-1 0 16,0 0-2-16,0-7 1 0,0 11 5 0,0-11 0 15,2 9-1-15,-2-9 1 0,0 0-3 0,7 4 0 16,-7-4-1-16,7-3-3 0,-7 3-1 0,11-7-1 15,-11 7 1-15,11-8 2 0,-4 5-6 0,-1-3 3 16,2 1-1-16,2-1 0 0,-2 1 0 0,1-1-1 16,1 1 3-16,-4 0-2 0,2 1-4 0,-2-1 2 15,1 1 3-15,-7 4 0 0,10-4-1 0,-10 4 1 16,9-6 0-16,-9 6 0 0,6-4 2 0,-6 4-3 0,8-3 5 16,-8 3-3-16,0 0 14 0,0 0-16 15,0 0 1-15,0 0 0 0,0 0-1 0,0 0 1 16,0 0-5-16,0 0 5 0,0 0-1 0,0 0 2 15,6 3-3-15,-6-3 2 0,0 0 1 0,0 0-3 0,0 0 0 16,0 0 2-16,0 0 1 0,0 0-1 16,0 0-1-16,0 0 0 0,0 0 0 0,0 0 0 15,0 0 1-15,0 0-2 0,0 0 3 0,0 0-4 0,0 5 0 16,0-5 1-16,0 0 0 0,0 0-4 16,0 0-1-16,0 0-6 0,0 0-37 0,0 0-98 15,0 0-156-15,0 0-147 0,0 0-212 0,-6-5-282 0,6 5-523 16</inkml:trace>
  <inkml:trace contextRef="#ctx0" brushRef="#br0" timeOffset="132160.84">14730 14935 97 0,'0'0'558'0,"5"5"-136"0,-5-5-61 16,0 0-41-16,0 0-24 0,0 0-15 0,0 0-44 15,-4 4-25-15,4-4-24 0,0 0-28 0,-9 5-20 16,9-5-10-16,-10 8-5 0,1-5-16 0,3 0-11 16,-3 2-4-16,1 0-9 0,-2 1-12 0,1-3-14 15,0 1-9-15,-1 0-7 0,1-1 8 0,0 1-2 16,0-2-1-16,-1 1-7 0,10-3-1 0,-17 2-5 16,17-2-7-16,-17 0-6 0,17 0-4 0,-14-3-3 15,7 0-6-15,0-2 0 0,2-2-3 0,1 0-2 16,2-1-1-16,-1-1-2 0,3 1 0 0,1-3 1 15,2 2-1-15,0-1-1 0,0-1 0 0,3 2 1 16,-1-2 2-16,2 4-1 0,0-2 1 0,0 2-2 16,1 0 0-16,2-1 3 0,-1 5 0 0,0-2 2 15,1 3 4-15,2 0 7 0,-2 4 6 0,3-1 17 16,-2 2-6-16,3 2-6 0,-2 2-7 0,-2 0-1 16,3 2-3-16,-3 3-3 0,-2 1 1 0,1 1 1 0,-3 0-1 15,-1 3 1-15,-2 1 7 0,-2 0 11 16,-2 1-14-16,-2 0 8 0,-1 1-2 0,-1 0 7 0,-1-4-10 15,1 1 12-15,0-2-2 0,0-2 2 16,-1-1-7-16,3-1 3 0,-5-2 5 0,4-2-2 0,-1-2-7 16,1 0 6-16,4-5-1 0,-9 6-7 0,9-6-3 15,0 0-6-15,-7-6 16 0,7 6-32 16,2-9 23-16,1 5-23 0,-1-2 15 0,5-1-20 0,-1-1 17 16,3 3-18-16,1-3 21 0,3 0-24 0,0 3 23 15,1-2-15-15,1 0 21 0,-1 1-23 0,0 2 19 16,2 0-26-16,-1 0 25 0,0-1-22 0,-3 3 25 15,0-2-33-15,0 2 13 0,-2-1-26 0,2 1-4 16,-2-1-38-16,-1 1-54 0,0 0-106 0,-9 2-122 16,13-7-83-16,-8 3-92 0,-1-2-57 0,1 2-400 15,-3-4-577-15</inkml:trace>
  <inkml:trace contextRef="#ctx0" brushRef="#br0" timeOffset="132777.84">14845 14699 575 0,'-3'-6'553'0,"-2"-1"-145"0,5 7-30 0,-4-3-21 16,4 3-14-16,0 0 4 0,3 8-11 0,-2 0-2 16,4 4-19-16,-1 0-41 0,4 6-19 0,3 2-50 15,-2-1-4-15,3 6-37 0,2-1 15 0,0 1-69 16,1 0 24-16,-1-2-63 0,3 2 31 0,-2-1-66 16,2-1-3-16,-2-2-8 0,2 0-10 0,-3-4-12 15,0-1-24-15,-3-3-29 0,2 0-41 0,-4-2-42 16,0-1-32-16,-3-2-42 0,3-1-50 0,-4-2-41 0,-5-5-60 15,9 6-8-15,-9-6 12 0,0 0 17 0,8-4 20 16,-8 4 15-16,3-10 11 0,-3 1 2 0,-3 0 28 16,2-4 29-16,-3-3 8 0,0-1 9 0,-1-4 68 15,0 2 124-15,0-1 116 0,-3 1 54 0,3 1-5 16,1 2 13-16,-1 1 0 0,1 1 3 0,2 3-12 16,0 1-16-16,-3 1-22 0,4 1-6 0,0-1 28 15,1 9-2-15,-1-10 14 0,1 10 13 16,1-8 2-16,-1 8-4 0,0 0 1 0,4-5-5 15,-4 5-5-15,0 0 0 0,0 0-9 0,0 0-13 0,0 0-13 16,12 2-14-16,-12-2-13 0,0 0-13 16,7 7-15-16,-7-7-11 0,4 5-8 0,-4-5-8 15,3 6-4-15,-3-6-5 0,3 6-2 0,-3-6-3 0,6 6-5 16,-6-6-3-16,0 0 4 0,4 7-6 0,-4-7-1 16,0 0 0-16,8 3 4 0,-8-3 0 0,0 0-10 15,10-1 7-15,-10 1-1 0,11-5 0 0,-11 5-1 16,12-6 0-16,-4 1 2 0,1 0-1 0,0 0-7 15,0 1 9-15,1-3-4 0,0 4 0 0,-1-1 1 16,0-2-2-16,4 1 2 0,-3 1 1 0,-1 0-3 16,1 1 2-16,-1 0 1 0,0 1-2 0,-9 2 18 0,14-2 19 15,-14 2 0-15,13 4 5 0,-13-4 11 16,9 7-4-16,-7-2-5 0,1 1-8 0,-3 1-6 16,0 0-5-16,-3 4-4 0,1-3 1 0,-2 2-10 15,0-1 6-15,2 0-11 0,-2-1 5 0,1 1 1 16,1-3-6-16,-1 0-6 0,-1 0 19 0,4-6-20 15,-4 9 2-15,4-9-14 0,-5 8-6 0,5-8-40 0,0 0-62 16,-2 5-102-16,2-5-91 0,0 0-71 0,-1-7-103 16,1 7-106-16,-2-11-288 0,0 1-439 0</inkml:trace>
  <inkml:trace contextRef="#ctx0" brushRef="#br0" timeOffset="132944.19">15171 14690 208 0,'-4'-6'491'0,"4"6"-115"0,-1-10-72 0,1 10-7 0,0-8-24 0,0 8 18 0,0-8-23 16,0 8-24-16,0-11-55 0,1 5-29 0,3 1-39 16,-2-1-23-16,1 0-20 0,1 0-11 0,-2 0-23 15,2 2 3-15,1-2-15 0,-1-3-3 0,4 5-24 16,-5-2-77-16,3-3-86 0,-1 3-98 16,-1 0-90-16,-1-2-103 0,1 1-295 0,1 0-252 0</inkml:trace>
  <inkml:trace contextRef="#ctx0" brushRef="#br0" timeOffset="133177.91">15182 14376 471 0,'0'0'413'0,"0"0"7"15,0 0-55-15,13 3 10 0,-4 2-29 0,1 1-19 16,3 3-4-16,4 2-13 0,0 2-3 16,3 3-24-16,3 3-47 0,0-2-39 0,1 5-6 0,5-1-35 15,-2 1-26-15,3 2-11 0,-4 1-41 0,1 0-1 16,1 1-30-16,-5-2 2 0,-1 1-22 0,-3 0 9 15,0-2-13-15,-6-1-1 0,1 3-21 0,-2 0 12 0,-6-4-16 16,-3 3 5-16,-1-5-43 0,-4 4-9 0,-2-1-22 16,-4 1-19-16,2-2-31 0,-7 3-37 15,-1-1-55-15,-4 1-63 0,-1-3-54 0,-7 2-89 16,-1-1-99-16,-2-1-435 0,-4-4-536 0</inkml:trace>
  <inkml:trace contextRef="#ctx0" brushRef="#br0" timeOffset="133410.63">14277 15161 411 0,'-10'7'776'0,"4"2"-136"0,-2 1-81 0,4 7-87 16,-5 3-61-16,4 4-69 0,1 5-58 0,2 2-55 0,1 4-32 15,3 1-16-15,3 3-18 0,5 2-15 0,3-2 3 16,6-2-25-16,3-4-40 0,6 1 16 0,4-7-40 15,3-2 19-15,5-3-10 0,4-5-18 0,2-4-5 16,0-3-21-16,5-6-24 0,-7-4-39 0,8-4-32 16,-1-7-56-16,-1-1-73 0,-3-4-109 0,6-7-95 15,-10 0-116-15,-6 0-130 0,-2-3-390 0,-5-5-652 16</inkml:trace>
  <inkml:trace contextRef="#ctx0" brushRef="#br0" timeOffset="133718.29">14905 14058 661 0,'-3'-9'557'0,"-1"0"-119"15,3 2-41-15,1 7-64 0,-4-11-56 0,4 11-44 16,-2-8 17-16,2 8-1 0,0 0-10 0,0 0 13 0,6 8-27 16,1-2-29-16,-1 5-18 0,3-1-41 0,4 3-22 15,0 2-29-15,-1-1-10 0,4 3-21 16,0-2-9-16,0 1-17 0,0-2 0 0,0-1-17 0,0-1-20 16,-2-1-83-16,-1-3-95 0,-3 0-79 15,2-2-93-15,-1-1-98 0,-3-3-85 0,-8-2-448 0,14 1-586 16</inkml:trace>
  <inkml:trace contextRef="#ctx0" brushRef="#br0" timeOffset="134027.64">15145 13978 12 0,'0'-9'660'0,"0"9"-138"0,0 0-101 16,0 0-15-16,0 0-46 0,0 0-26 0,0 0-24 15,0 8-29-15,1-1-16 0,3 0-18 0,-1 3-35 16,2-2-41-16,0 2-16 0,3-2-37 0,-1 2-18 15,1 0-27-15,1-2-7 0,1-2-17 0,-1-1-5 16,0 1-12-16,2-3 4 0,0-1-3 0,-11-2 3 0,20 0-8 16,-11-5 0-16,2-1-9 0,-1 1 3 0,-1-4-13 15,-3-2 12-15,2 0-13 0,-1 0 4 16,-4 0-10-16,-2-2 1 0,-1 1 0 0,0 0 0 16,-2-1-2-16,-2 2 9 0,-1-1-5 0,-3-1-1 0,2 5-1 15,-2 0 2-15,-2 2-5 0,-1 3-3 16,1 0 3-16,-2 2-3 0,0 2 9 0,-2 4-9 0,1-1 4 15,2 4-15-15,-1 0-14 0,3 3-51 16,3-2-73-16,-1-1-95 0,2 2-88 0,3-1-120 0,2-9-147 16,0 11-402-16,0-11-606 0</inkml:trace>
  <inkml:trace contextRef="#ctx0" brushRef="#br0" timeOffset="134194.37">15347 13816 586 0,'0'0'618'0,"8"-11"-116"16,-8 11-41-16,7-11-70 0,-2 4-45 0,3 0-34 16,1-4-51-16,0 1-53 0,5-2-38 0,1-2-36 15,2 1-23-15,0 0-22 0,-2 0-25 0,3 1-26 16,-4-1-53-16,-1 3-126 0,-3 0-115 0,-1 0-173 16,0 2-196-16,-4-1-264 0,-2 1-446 0</inkml:trace>
  <inkml:trace contextRef="#ctx0" brushRef="#br0" timeOffset="134494.49">15490 13445 613 0,'0'0'572'0,"4"13"-73"0,1-5-20 16,-2 3-42-16,2 3-43 0,0 0-18 0,0 2-30 16,0-1-57-16,2 3-24 0,3 0-44 0,0-1-47 15,0 2-22-15,4-5-29 0,-2 1-8 0,1-2-29 16,2-1-8-16,-5-2-18 0,4-2 0 0,-2-1 21 15,-2-1-11-15,1-4-1 0,-11-2-9 0,23 0-1 0,-12-2-18 16,-1-4-3-16,1-3-2 0,-2 0-12 0,-1-1 2 16,-2-2-4-16,1-1-3 0,-5 0-6 15,-2 0 1-15,-5-2-8 0,0 0 3 0,-4 1-4 0,-1-2 3 16,-5 3-5-16,-1 1 2 0,-3 5 0 0,-4 0-5 16,3 6-4-16,-6 1 3 0,-6 6-5 15,-1 2 1-15,-4 6-22 0,-3 4-75 0,4 3-114 16,2 3-169-16,2 2-166 0,1 2-285 0,3 2-367 15,5-1-812-15</inkml:trace>
  <inkml:trace contextRef="#ctx0" brushRef="#br0" timeOffset="135177.9">14318 16736 557 0,'-9'1'712'0,"-3"2"-173"16,-3 2-97-16,2 0-81 0,-3 1-40 0,2 2-21 16,1 0-25-16,-2-1-33 0,5-2-31 0,-1 2-13 15,4-2-4-15,-2-2-14 0,1 0-1 0,8-3-13 0,-9 6 3 16,9-6-2-16,0 0-13 0,4-6-68 16,5 0 23-16,6-9-19 0,5-1-19 0,5-9-9 0,6-4-14 15,5-8-10-15,2-4-2 0,5-3-6 16,1-4 0-16,2-2 6 0,1-4 1 0,2 1-2 0,-1-2-48 15,3-1 49-15,0 0-52 0,-1 3 54 0,0 1-9 16,-5 5-6-16,-2 2-1 0,-7 6-19 0,-8 12-10 16,-4 3-35-16,-7 5-55 0,-2 4-69 0,-6 6-42 15,-2 2-81-15,-7 7-93 0,0 0-53 0,0 0-59 16,-14 10-63-16,-3 4-85 0,-3 6-262 0,-7 8-469 16</inkml:trace>
  <inkml:trace contextRef="#ctx0" brushRef="#br0" timeOffset="135427.64">14220 16936 242 0,'-14'19'646'0,"4"-4"-170"16,3 0-100-16,1-2-35 0,2-2 5 0,4 0 11 15,0-4-10-15,6-3-23 0,-1 2-34 16,-5-6-32-16,21-4-33 0,-1-5-42 0,6-4-3 0,6-10-41 16,4-3-4-16,8-7 22 0,-1-4-36 0,3-3-1 15,0-4-39-15,0-2-10 0,1-4 15 0,-1 0-42 16,1-4 2-16,-3 0-7 0,3-3-9 0,-4 0-9 0,2 2-35 15,-3 1 43-15,0 2-40 0,-3 4 35 0,-3 4-40 16,-8 11 22-16,-3 2-44 0,-2 1-15 16,-4 9-43-16,-1 1-30 0,-6 5-66 0,-3 2-85 0,-4 6-61 15,1-1-41-15,-6 8-80 0,0 0-74 0,0 0-469 16,-14 3-603-16</inkml:trace>
  <inkml:trace contextRef="#ctx0" brushRef="#br0" timeOffset="135627.6">14371 16936 786 0,'-14'20'620'0,"5"-3"-140"16,0 0-103-16,1-3-80 0,4 0 9 15,3-3 4-15,2-3-4 0,2-2-14 0,-3-6-34 0,15 0-27 16,1-6-57-16,8-7-1 0,9-7-25 0,3-5-25 16,12-12 4-16,3-4-17 0,3-5-16 0,1-3-18 15,12-14 13-15,-1-5-42 0,2-2-11 0,-3-4 10 16,0-3-21-16,-1-2-32 0,-3 0-4 0,-2-2-61 15,-3 1-121-15,-15 16-181 0,-5 1-160 0,-7 7-846 16,-11 10-979-16</inkml:trace>
  <inkml:trace contextRef="#ctx0" brushRef="#br0" timeOffset="137727.4">25314 14423 115 0,'0'0'375'0,"0"0"-26"0,3-5 8 0,-3 5-51 16,0 0-9-16,0 0-47 0,2-7 8 0,-2 7-38 0,0 0-35 15,0 0-37-15,0 0 44 0,0 0 18 0,0 0 3 16,14 4-3-16,-10 1 3 0,5 1-25 0,0 5 3 16,1-2-38-16,3 6-19 0,2-1-21 0,-1 2-13 15,7 2-10-15,-2 1-21 0,3 1-3 0,3 3-10 16,0-1-10-16,-2 3-8 0,2-2 9 0,-2 2-24 16,0 2 12-16,-1-2-33 0,-3-2-9 0,0-2-47 15,-1 0-74-15,-3-2-118 0,-2-5-134 0,1 0-171 16,-5-3-674-16,0-4-832 0</inkml:trace>
  <inkml:trace contextRef="#ctx0" brushRef="#br0" timeOffset="137977.25">25787 14478 1033 0,'0'0'894'15,"0"0"-202"-15,0 0-140 0,0 0-122 0,0 0-84 16,0 0-69-16,15 0-47 0,-15 0-50 0,9-3-6 0,-1-1-29 16,7-3-19-16,2-4-29 0,7-3-14 0,4-4-17 15,4-4-7-15,4-3-16 0,0 0-9 16,7-6-7-16,-8 3-7 0,1 0-9 0,-2 2-11 16,-2 1-19-16,-2 0-35 0,-4 3-39 0,-5 3-49 15,-5 1-63-15,-2 5-79 0,-6 2-47 0,-1 2-83 16,-5 1-88-16,-2 8-87 0,-2-9-317 0,2 9-473 0</inkml:trace>
  <inkml:trace contextRef="#ctx0" brushRef="#br0" timeOffset="139360.1">26785 13414 9 0,'1'-14'627'0,"1"1"-173"0,-2 2-42 0,-2 1-78 0,1 1-12 15,1-1-31-15,-2 3-24 0,-1 0-25 0,-2-2-21 16,0 1-16-16,-2 4-22 0,0 0-12 0,-1-2-11 16,-3 4-9-16,0-1-8 0,-4 3-22 0,2 0-27 0,-1 1-10 15,-2 3 1-15,-1 0 18 0,2 1-1 16,-3 0-6-16,4 3-7 0,-3 1-17 0,2 2-6 15,0 0-17-15,4 0 4 0,0 5 7 0,2 0 5 0,2 4 4 16,4-4 0-16,1 3-1 0,2 2-4 16,3 2 2-16,3-1-16 0,1 4 5 0,5 0-6 0,1 0 21 15,6 4-27-15,2 1 31 0,-1 2 33 16,3-1 7-16,4 4-11 0,4 8 27 0,-1 2 34 16,2 2 51-16,2 4 19 0,-2 1 26 0,2 3-53 0,-1 1 57 15,-1 2-48-15,2 3-47 0,-1 1-169 16,-3 3 0-16,2-2 0 0,0 1 0 0,0-4 0 0,1-2 0 15,-1-4 0-15,0-3 0 0,0-5 0 0,-1-4 0 16,-4-11 0-16,-3-2 0 0,2-3 0 16,-5-8 0-16,2-1 0 0,-3-6 0 0,3-3 0 0,-2-6 0 15,2-3 0-15,4-4 0 0,5-7 0 0,8-6 0 16,-2-4 0-16,0-6 0 0,6-6 0 0,-1-3 0 16,-2-1 0-16,-1 1 0 0,-3-6 0 0,-4 3 0 15,-6 3 0-15,-4 0-221 0,-3-3-426 0,-3 1-157 16,-7-3-164-16,-3 0-785 0,-9 7-1444 0</inkml:trace>
  <inkml:trace contextRef="#ctx0" brushRef="#br0" timeOffset="140342.01">27365 13418 20 0,'-5'-13'677'0,"3"4"-135"0,-1 2-113 0,1 0-44 0,0 1-63 16,0-1-38-16,2 7-48 0,-3-7 41 0,3 7 23 15,0 0-10-15,0 0-23 0,9 10-33 0,-4 0-30 16,4 1-49-16,-1 4-7 0,2 2-23 0,2 2-20 16,-1 2-23-16,2 3-13 0,1-1-18 0,-1 0-7 15,1 1-11-15,1 0 3 0,-1-1-11 0,2-1-9 16,-1-1-15-16,-2-4-35 0,2 1-49 16,-4-4-71-16,2 0-101 0,0-5-81 0,-3-2-102 15,-1-2-122-15,1-2-533 0,-10-3-710 0</inkml:trace>
  <inkml:trace contextRef="#ctx0" brushRef="#br0" timeOffset="140627.51">27590 13402 688 0,'-2'-9'613'0,"-1"1"-158"0,3 8-53 0,-2-9-47 16,2 9-27-16,0 0-9 0,0 0-34 0,0 0-43 16,7 10-9-16,-3-3-8 0,3 1-42 0,3 1-30 15,-1 2-20-15,2-1-7 0,3-1-21 0,-2 1-9 16,1-1-20-16,1-2-9 0,-3 1-7 15,3-1 2-15,-2-2-5 0,-1 0-5 0,-1-2-2 16,1-1-3-16,-11-2-9 0,21-3-9 0,-13-1-7 16,0-2-1-16,-1 0-18 0,0-5 11 0,-2 3-6 15,-1-4 1-15,-2 0 1 0,0 0-3 0,-2-1-1 16,-2-2 2-16,-3 0-4 0,1 1 3 0,-3 1-3 16,-2 0 2-16,-2 2-3 0,1 1-2 0,-4 3 0 15,-1 2 4-15,-2 1-10 0,3 4-8 0,-2 0-22 0,0 4-29 16,0 2-34-16,3 0-80 0,0 3-89 0,2 1-67 15,2 2-104-15,1-1-149 0,4 0-541 0,2-2-742 16</inkml:trace>
  <inkml:trace contextRef="#ctx0" brushRef="#br0" timeOffset="140893.75">27894 13174 827 0,'8'-18'850'0,"-3"2"-132"0,-1 3-110 0,-1 0-84 15,2 3-73-15,-3 0-30 0,0 3-80 0,-2 7-14 16,1-10-51-16,-1 10 2 0,0 0-54 16,0 0 20-16,-10 9-26 0,7 1-27 0,-1 5-15 15,0 2-20-15,3 2-4 0,-1 0-6 0,2 2-16 0,0 1-8 16,2 1-14-16,3 0-10 0,0-1-13 0,4-2-9 16,0-1-14-16,3-2-10 0,0-1-47 0,3-1 26 15,-1-4-26-15,0-2-17 0,1-3-39 0,-1-2-40 16,-1-2-45-16,2-2-42 0,-2-1-30 15,2-3-53-15,-2-2-23 0,0-2-27 0,-2-1-58 0,-2-2-84 16,0-2-73-16,-1 0-36 0,-3-2-82 0,0 1-558 16,-2-1-811-16</inkml:trace>
  <inkml:trace contextRef="#ctx0" brushRef="#br0" timeOffset="141393.16">28417 13228 175 0,'8'-6'789'16,"0"-1"-194"-16,-1-2-118 0,2 2-51 0,-2-3-48 15,0-1-26-15,0 1-16 0,0 0-41 0,0-2-11 16,-4 5-27-16,1-4-51 0,0 2-3 0,-1 0-25 16,-1 1-18-16,-2-1 3 0,0 9-37 0,0-11-7 15,-3 4 0-15,3 7 0 0,-11-6-11 0,11 6-7 16,-16-1-8-16,5 4-12 0,1-2-17 0,-4 7-12 15,1 2-12-15,-1 1-8 0,0 0-4 0,3 4 26 16,-1 1-45-16,3 0 31 0,0 3-41 0,2-4 51 16,3 1-20-16,1-1 43 0,1 0-35 0,3-2 40 15,2-1-38-15,-1 0 31 0,6-2-40 0,-1-1 27 16,2-2-43-16,0-3 28 0,3-2-42 0,-1-2 25 16,3-2-41-16,-2-2 28 0,1-4-30 0,-1-2 31 15,1 1-33-15,-1-6 36 0,-2 0-35 0,-4 2 2 16,1-3 10-16,-3 0-5 0,-1 2 6 0,0 0 8 15,-3 1 14-15,1 1 20 0,-2 2 5 0,1-1 3 0,0 3-10 16,0 0-9-16,0 8-8 0,0-12-2 16,0 12 2-16,0 0 9 0,0 0 7 0,10 10-2 15,-3 1-10-15,0 2-4 0,3 5 37 0,1 1-45 16,3 6 49-16,-2-1-20 0,3-1 45 0,0 5-52 16,-1-3 2-16,1-1-14 0,-2-1-5 0,2 1-3 15,-4-5-3-15,-1-2-2 0,1 0-5 0,-3-5-18 16,0 1-32-16,-1-4-21 0,0 3-27 0,-3-5-35 15,1 0-58-15,-3-1-87 0,-2-6-50 0,4 9-75 16,-4-9-100-16,0 0-46 0,0 0-103 0,-9 4-180 16,9-4-311-16,-9-8-754 0</inkml:trace>
  <inkml:trace contextRef="#ctx0" brushRef="#br0" timeOffset="142681.41">28734 12521 119 0,'0'0'657'0,"-5"-6"-150"16,5 6-83-16,-5-5-13 0,5 5-32 0,-5-4-56 16,5 4-6-16,-5-9-18 0,5 9-36 0,-3-6-45 15,3 6-10-15,-1-13-45 0,1 13-26 0,1-12-29 16,3 4-11-16,1 0-23 0,0-3-5 0,4 0-22 15,0-1-2-15,2 2-18 0,2-3-3 0,-1 1-4 16,1 2 2-16,-2 1 3 0,3 1-1 0,-2 1-4 16,-2 1-4-16,1 4-1 0,-11 2-5 0,15 0-6 15,-15 0 8-15,13 7-6 0,-7 1 8 0,-4 0-8 16,1 6 11-16,-3-1-15 0,-3 4 10 0,-1-1-6 16,-1 6 5-16,-4-2-7 0,3 2 26 15,-2-2-32-15,-1-3 10 0,0-1-11 0,4-4 16 0,-1 1-10 16,-1 0 14-16,4-4 0 0,-2-1 23 0,1 0-12 15,4-8 21-15,-3 7-33 0,3-7 13 0,0 0-29 16,0 0 18-16,14-6-28 0,-5-1 22 16,0-3-20-16,5 2 19 0,-1-2-21 0,2 1 19 15,-2 0-19-15,2 2 19 0,-2-2-18 0,1 3 18 16,0 0-18-16,-1 2 17 0,0 2-20 0,-2 1 20 0,3 2-15 16,-3 2 15-16,0 3-13 0,-1 0 14 0,1 3-16 15,-4 1 24-15,1 2-17 0,-2 1 23 0,-1-1-13 16,-3 3 29-16,0-2-31 0,-3 0 18 0,-2 2-15 15,-2 2-7-15,0-1 4 0,-4-1 0 0,0 2 1 16,-1-4 1-16,-3 3-2 0,0-3-1 0,0 1-2 16,0-6 0-16,-1 2-9 0,2-3-40 0,2-3-30 15,-2-1-53-15,2-2-84 0,10-1-77 0,-16-4-96 16,9 0-64-16,3-3-86 0,-1-4-562 0,4-2-712 16</inkml:trace>
  <inkml:trace contextRef="#ctx0" brushRef="#br0" timeOffset="142893.72">29084 12296 567 0,'9'-2'694'0,"-9"2"-151"0,14 0-21 16,-6 5-44-16,1-1-20 0,-1 7-23 0,-1-3-42 0,2 7-46 0,1 2-50 0,-1 1-3 0,2 4-78 0,1 2 10 0,-1 2-76 15,1 2 15-15,1 0-67 0,-1 1 23 0,2-1-69 16,-3 1 35-16,3-1-56 0,-1-3 43 0,-1-2-63 15,0 1-1-15,-1-4-41 0,0-4-72 0,-3-2-63 16,-1 0-62-16,1-3-98 0,-3-1-90 0,0-3-95 16,0-1-144-16,-5-6-553 0,4 3-816 0</inkml:trace>
  <inkml:trace contextRef="#ctx0" brushRef="#br0" timeOffset="143277.29">29372 12414 507 0,'0'-12'593'0,"0"4"-173"15,1-1-56-15,-1 9-50 0,1-13-8 0,-1 13-8 0,-1-10 19 16,1 10-10-16,0 0-32 0,0 0-22 0,-4-4-40 16,4 4-13-16,0 0-51 0,-5 4-17 15,5-4-28-15,-5 9-9 0,5-9-29 0,-4 10-3 16,4-10-21-16,-6 10 1 0,6-10-19 0,-3 9 5 16,3-9-17-16,-4 9 8 0,4-9-15 0,-1 9 8 15,1-9-11-15,1 8 11 0,-1-8-15 0,7 7 9 16,-7-7-16-16,10 4 16 0,-10-4-5 0,15 6 5 15,-15-6-4-15,16 4 0 0,-5-1-2 0,-2 0 0 16,3-1 1-16,-1 1 4 0,2-2-7 0,0 4 0 16,-2-1-1-16,1 0 2 15,0-1-2-15,-1 2 2 0,0 0 4 0,-2 0-4 0,0-1 0 0,0 2-1 16,-1 1 4-16,-1-3 4 0,-3 3 4 16,-1-2 0-16,-1 1 4 0,-2-6-2 0,-1 14-3 0,-1-9 0 0,-2 3-3 15,-1 0-1-15,-4-2 3 0,0 2-2 0,0 0-5 16,-1-1-1-16,1 0 0 0,1-2-1 15,0-1-14-15,-2 2-35 0,2-3-43 0,8-3-88 0,-11 3-90 16,11-3-73-16,-12-2-40 0,12 2-46 16,-7-8-40-16,4 2-25 0,-1-2-326 0,2 0-353 0</inkml:trace>
  <inkml:trace contextRef="#ctx0" brushRef="#br0" timeOffset="143442.84">29378 12491 102 0,'0'0'550'0,"-5"-8"-142"15,5 8-77-15,-4-9-60 0,4 9-6 16,1-8-11-16,-1 8 6 0,6-11 11 0,-2 5-18 0,1-2-34 15,0 1-24-15,4-2-35 0,-2-1-21 0,2-1-15 16,0 1-12-16,3-3-19 0,-1-2-20 0,1 2-14 16,-1-1-18-16,0-1-5 0,1-1-7 0,-3 4-10 15,-2 0-36-15,0-1-80 0,-2 4-84 0,-2-2-87 16,-2 1-76-16,-1 2-97 0,0 1-474 0,-2-1-485 16</inkml:trace>
  <inkml:trace contextRef="#ctx0" brushRef="#br0" timeOffset="143676.84">29321 12141 31 0,'0'0'687'0,"-3"-8"-163"15,3 8-128-15,4-8 10 0,-4 8-13 0,9-7-17 16,1 5 4-16,2 0-20 0,2 2 1 0,5 2-52 16,5 2-25-16,0 2-40 0,8 4-22 0,4 2-9 15,1 4-18-15,0 1-34 0,2 2-29 0,-5 3-26 16,-1 2-23-16,-2 1 24 0,-3 3-61 0,-2 1 29 15,-4 2-56-15,-2 0 37 0,-5-1-61 0,-3 0 27 0,-6-2-87 16,-2-2 4-16,-4-1-60 0,-4 3-14 16,-2-1-3-16,-6 1-17 0,1-1-25 0,-5-4-35 15,0 0-42-15,-3-2-49 0,-2-2-35 0,-2-4-102 0,-4 0-110 16,-1-4-451-16,-5-2-604 0</inkml:trace>
  <inkml:trace contextRef="#ctx0" brushRef="#br0" timeOffset="143909.01">28683 12360 1023 0,'-4'-4'718'0,"4"4"-110"0,-6 4-92 16,5 2-39-16,1 7-61 0,1 4-14 0,1 6-77 16,5 8 3-16,4 6-80 0,3 3 40 0,3 1-75 0,2 0-21 15,9 8-28-15,2-5-22 0,4 1-43 0,1-5 8 16,4-1-20-16,0-4-17 0,-4-9-17 0,4-1-17 15,0-4-32-15,0-3-40 0,0-5-63 0,0-1-68 16,-4-7-50-16,-1-2-59 0,-5-3-97 16,-2-2-98-16,-2-2-39 0,0-3-80 0,-4-3-59 0,-3-1-329 15,0-4-571-15</inkml:trace>
  <inkml:trace contextRef="#ctx0" brushRef="#br0" timeOffset="145142.93">29385 11801 71 0,'0'0'607'0,"-4"-11"-118"0,4 11-115 0,-4-11-10 0,4 11-37 0,-4-11-21 16,3 5-39-16,-2-1-20 0,3-1-17 15,0 1-21-15,3 0-18 0,-1-4-39 0,1 3-5 0,1-1-26 16,2-4-19-16,-1 2-21 0,4-1-7 16,-4 2-15-16,2-2 9 0,-1 2-7 0,-1 1 2 15,0-1 6-15,-1 0 1 0,0-1-9 0,-3 1-13 0,1 1 6 16,-1-1 16-16,-2 0-15 0,-1 0-9 0,0 1 1 16,-3 2 7-16,-2 0 4 0,-2 0-11 0,0 3 0 15,-3 0-12-15,-1 3-4 0,-1 2-4 0,-5 1-8 16,1 2 2-16,-2 6 5 0,1 1 9 15,-1 3 0-15,3 5 9 0,1 1-1 0,4-1-10 0,4 3 21 16,3-2 41-16,0 1-44 0,5-1 53 0,0-3-44 16,5 2 47-16,-1-3-46 0,5 2 33 0,0-4-51 15,4-3 29-15,0-1-43 0,1-4 26 0,0-1-44 16,2-4 23-16,0-3-49 0,0-4 36 0,0 1-47 16,0-6 2-16,-2-2 3 0,0-1-4 0,-3-1 5 15,-2-2 9-15,-2-1-1 0,-2 2 0 16,-1-1 4-16,-3-1-2 0,1 0 5 0,-4 1 0 15,1 1 4-15,-1 0-19 0,0 4 35 0,-3-1-14 0,4 2 27 16,-1 2-34-16,0-1 20 0,1 4-26 16,0-1 24-16,1 7-25 0,0 0 25 0,0 0-4 15,0 0-1-15,7 4 0 0,0 4 0 0,0 3 14 16,2 2 4-16,0 2 28 0,4 4 15 0,0 1 27 16,3 3-49-16,-1 1 30 0,0-1-46 0,0 1 23 0,2-2-44 15,-2 3-1-15,2-4 0 0,-3 1-1 0,2-2 0 16,-5-3-22-16,1 0-38 0,-1-3-56 0,-2 0-69 15,-2-3-46-15,3-1-54 0,-3 0-75 0,-1-3-105 16,-2 1-63-16,2-1-169 0,-2-3-598 0,-4-4-891 16</inkml:trace>
  <inkml:trace contextRef="#ctx0" brushRef="#br0" timeOffset="145749.13">30144 11684 1299 0,'-7'5'915'0,"0"-2"-240"0,7-3-118 0,-13 4-134 0,13-4-30 16,-12 2-76-16,12-2-30 0,-14-1 5 0,7-2-84 0,0-1 21 15,0-1-69-15,2 1 20 0,1-5-64 0,1 2-14 16,1-2-12-16,2 0-22 0,2-1-15 0,1-1-14 15,2 1-5-15,1-1-3 0,4 2-8 0,-2 0-3 16,0 0-6-16,2 4-2 0,-2 1-5 0,1 2-1 16,-9 2-4-16,16 0 1 0,-8 3-1 0,-2 3 31 15,1 2-42-15,0 4 39 0,-3 0-38 0,-1 4 38 16,-1 0-38-16,-2 2 36 0,0 0-34 0,-2 2 37 16,0 3-43-16,-3-2 42 0,0 1-38 0,0-1 43 15,-1-1-38-15,2-4 37 0,-1-1-31 16,1-2 61-16,1-2-26 0,0 0 47 0,1-2-36 15,1-1 30-15,1-8-44 0,3 11 31 0,-3-11-51 0,14 4 33 16,-3-5-40-16,7-3 19 0,1-3-47 16,2-2 37-16,-1-2-48 0,2-3 29 0,-3-4-33 0,0-1 36 15,-3-1-48-15,-1-4 33 0,-4 1-33 0,0-2 10 16,-4 4 4-16,-2-1 9 0,-1-1 3 16,-4 4 4-16,0 0 5 0,0 0 2 0,-2 3 3 15,-2 0 1-15,-1 1 3 0,0 3-1 0,-2 0 2 0,2 1 2 16,1 2 0-16,-1 1-1 0,1 1-3 0,4 7 0 15,-7-7 4-15,7 7 2 0,0 0 6 0,-5 4-3 16,5-4 8-16,1 14 5 0,0-4 28 0,5 4 8 16,-2 1 46-16,4 5-11 0,-2 2 27 15,5 1-55-15,0 5 48 0,1 0-41 0,0 0 28 0,2 4-56 16,2 2-6-16,-2-2-8 0,-3-4-2 0,3 0-3 16,-1 0-8-16,0-3-2 0,-2 1-41 0,2-2 7 15,1-1-57-15,-5-5-36 0,3-1-75 16,-2-2-70-16,-1-1-36 0,0-4-16 0,0 0-62 0,-3-4-117 15,2 0-85-15,-8-6-67 0,11 4-88 16,-11-4-441-16,9-7-784 0</inkml:trace>
  <inkml:trace contextRef="#ctx0" brushRef="#br0" timeOffset="146130.53">30645 11676 401 0,'1'-14'751'0,"0"2"-156"0,-1 2-97 0,0 2-87 0,2 1-42 0,-2 0-28 0,0 0-11 0,0 7-33 0,1-11-24 0,-1 11-23 15,-1-8-28-15,1 8-20 0,0 0-28 0,0 0-27 16,0 0-26-16,-6 5-22 0,6-5-22 0,-3 11 31 16,1-5-66-16,-2 2 35 0,3-2-56 0,-1 5 39 15,0-3-54-15,-1 2 40 0,3-2-53 0,-2 2 47 16,2-2-51-16,2-1 43 0,1 3-48 0,-1-2 49 16,0-2-50-16,5 1 44 0,-2-2-48 0,1 0 45 15,4-2-51-15,-1 0 52 0,-9-3-54 0,18 2 50 16,-18-2-48-16,22 0 49 0,-9-2-5 0,-2 1-4 15,1-1 4-15,2 1-9 0,-3 1 0 0,1 0-6 16,-12 0 7-16,19 0-11 0,-19 0-1 0,19 1 3 16,-11 4 3-16,0-4-3 0,0 3-2 0,-1 2 4 15,-2-1-2-15,-1 2 1 0,0-1 0 16,-2 0 4-16,-2-6-6 0,0 13 3 0,-1-6 0 0,-2 0-1 16,-2 2 3-16,1-1-1 0,-2 0-45 0,-2 0 54 15,1-2-55-15,0 2 23 0,-2-1-59 0,2-3-29 16,-1 1-50-16,0-1-56 0,2 0-71 0,6-4-55 15,-15 2-38-15,15-2-37 0,-13 0-5 0,13 0-12 0,-14-4 1 16,7-1-11-16,1-1-283 0,-2-2-231 16</inkml:trace>
  <inkml:trace contextRef="#ctx0" brushRef="#br0" timeOffset="146297.17">30633 11714 185 0,'-2'-13'410'0,"-2"2"-77"0,1 3-20 16,2-3-44-16,1 4 5 0,3-3-52 0,0 2 23 15,1-1-30-15,0 0 22 0,1 0-5 16,2-2 6-16,2 0-11 0,-1 3-35 0,3-3-21 0,0 0-28 15,1 0-17-15,2-1-23 0,1-1-19 0,1 0-20 16,-1-1-12-16,0 3-15 0,2-4-11 0,-3 5-28 16,-3 0-99-16,1-2-122 0,-4 2-67 15,0-1-134-15,-4 1-137 0,-1 1-319 0,-3-1-436 0</inkml:trace>
  <inkml:trace contextRef="#ctx0" brushRef="#br0" timeOffset="146525.96">30633 11275 498 0,'0'0'575'16,"1"12"-72"-16,3-5-58 0,0 2 11 0,5 2-10 15,1 3-32-15,2 1-24 0,1 2-41 0,5 2-29 16,1 2-53-16,4 4 23 0,2 1-87 0,1 1 9 16,1 1-78-16,-2 0 14 0,2 2-32 0,-4-1-22 15,0 2-18-15,-3-1-10 0,-1 1-16 0,-2 1-18 16,-6-5-52-16,-4 1-72 0,1-3-23 0,-6-1-50 15,-2 1-41-15,-5-1-64 0,-1-1-41 0,-7 3-22 16,0-2 18-16,-6-1-32 0,0 0-30 0,-3-4-36 16,-1-1-56-16,-5-3-368 0,1-1-376 0</inkml:trace>
  <inkml:trace contextRef="#ctx0" brushRef="#br0" timeOffset="146759.21">29791 11779 672 0,'-10'-5'852'0,"-1"3"-175"0,3 5-123 0,1 3-78 16,1 4-36-16,-1 5-75 0,4 5-30 0,0 5-58 0,-1 2-32 15,4 9-27-15,2 1-32 0,3 8 46 0,1 0-29 16,3 1-5-16,1 0-19 0,6-4-6 0,1 1-18 16,1-3 19-16,5-3-56 0,2-4 15 0,3-2-62 15,4-7 18-15,3-4-63 0,3-4 14 0,3-7-80 16,-1-4-16-16,1-5-94 0,9-5-26 0,-1-5-81 15,0-2-78-15,-1-3-102 0,-2-3-86 0,-4-2-114 16,-4-5-786-16,-3 0-1030 0</inkml:trace>
  <inkml:trace contextRef="#ctx0" brushRef="#br0" timeOffset="147047.04">30435 10903 735 0,'-4'-10'672'0,"3"1"-139"16,-2 3-101-16,3 6-89 0,-2-7-29 0,2 7 29 15,0 0-7-15,0 0-47 0,0 0-25 0,0 0-57 16,4 7-30-16,0-2-31 0,1 5-33 0,2 0-21 0,1 3-14 15,0 0-16-15,1 1-15 0,2 2-11 16,-1 0-10-16,1 1-29 0,0-3-54 0,-2-1-98 16,0-1-123-16,0 0-90 0,-1-2-116 0,-1-1-123 15,-2-5-420-15,4 1-638 0</inkml:trace>
  <inkml:trace contextRef="#ctx0" brushRef="#br0" timeOffset="147342.96">30618 10842 666 0,'-1'-8'602'0,"1"8"-139"16,0 0-38-16,0 0-56 0,0 0-42 0,1 8-21 15,-1-8-44-15,1 9-31 0,-1-9-14 0,4 13-28 0,0-5-17 16,2 0-21-16,-2 1-36 0,1-2-17 0,2 0-16 16,0 0-17-16,0-1-5 0,0-1 10 0,1 0-9 15,0-2 1-15,-8-3-9 0,16 3-8 16,-16-3-10-16,14-6 0 0,-5 2-7 0,0 0-2 0,-2-2 1 15,-2-3-11-15,2 0-2 0,-3-1-3 0,0 1 0 16,-1-2-17-16,-1 2 23 0,-2-2-16 16,-2 1 24-16,0 1-23 0,-3-1 15 0,1 2-18 15,-3 0 17-15,0 0-19 0,0 2 14 0,0 3-22 0,-3-1 25 16,10 4-19-16,-17-2 14 0,17 2-18 0,-17 3 4 16,8 2-55-16,1-2-65 0,0 4-108 0,2 0-103 15,1 1-78-15,2 1-135 0,2-3-596 0,1-6-758 16</inkml:trace>
  <inkml:trace contextRef="#ctx0" brushRef="#br0" timeOffset="147543.34">30890 10731 693 0,'5'-5'640'0,"-1"-1"-142"0,4-1-53 16,-1 0-65-16,2-3-34 0,3 1-41 0,3-3-60 0,1 0-47 15,1 0-39-15,2-1-34 0,0 1-25 16,0 1-27-16,-3-1-24 0,2-1-26 0,1 1-82 16,-3-2-88-16,-1 1-71 0,-2 0-73 0,-2 0-55 15,-1 0-59-15,-2 2-57 0,1-3-286 0,-1 1-254 0</inkml:trace>
  <inkml:trace contextRef="#ctx0" brushRef="#br0" timeOffset="147910.71">31215 10299 500 0,'-3'-10'432'0,"2"4"-49"0,-3 1-71 0,2-1-17 0,2 6-22 15,-7-9-13-15,7 9-12 0,-8-2 1 0,8 2 1 16,-11 3-23-16,5 3-1 0,-1 0-4 0,3 1-16 16,-3 6-30-16,0-3 8 0,0 3-39 0,0 0-7 15,2 2-20-15,-1-2-21 0,-1 2-21 16,4-2-14-16,0-1-7 0,0 0-16 0,1-2-5 0,2 0-8 16,-1 0-3-16,2-3 3 0,0 1-2 0,2-2 1 15,-3-6-6-15,6 11-1 0,-6-11-3 16,10 4-4-16,-10-4-2 0,12-3-1 0,-12 3 0 0,13-7-2 15,-6 2 3-15,0-3-4 0,-1 2-5 0,0-6 23 16,1 3-25-16,-3-4 19 0,-1 2-22 0,0 0 25 16,-2 0-28-16,1 0 35 0,-2-1-19 15,0 2 19-15,0 1 2 0,-2 1 15 0,1 1 3 16,0 0-14-16,1 7-3 0,-3-9 3 0,3 9-2 0,0 0-3 16,0 0-4-16,-4 6 7 0,4-6 1 0,2 14 0 15,1-5-7-15,1 6 1 0,3 0-1 0,2 1-4 16,1 1 26-16,1 3-3 0,0-1-8 15,3 2-4-15,0 0-50 0,0 1 49 0,-3-2-51 0,-2-1 24 16,3 0-85-16,-5 0-27 0,1-1-82 0,1 1-89 16,-4-2-139-16,0-1-93 0,-2 0-189 0,1-1-532 15,-2-2-841-15</inkml:trace>
  <inkml:trace contextRef="#ctx0" brushRef="#br0" timeOffset="148142.84">31874 10850 1326 0,'0'0'893'0,"0"0"-225"0,0 0-130 0,11-3-85 16,-11 3-45-16,13-8-62 0,-1 1-57 0,3-4-42 15,3-1-32-15,5-4-43 0,1-1-33 0,5-2-26 16,1-2-19-16,0-1-17 0,0 2-2 0,1-2-35 15,-2 1-22-15,-7 4-61 0,1-2-26 0,-3 0-101 0,-3-1-71 16,-3 3-88-16,-5 0-92 0,-4 1-55 16,-1 2-111-16,-5 1-601 0,-3-2-798 0</inkml:trace>
  <inkml:trace contextRef="#ctx0" brushRef="#br0" timeOffset="148310.26">31896 10436 354 0,'-6'11'535'0,"3"0"-43"0,3 3-28 0,3 2 10 15,3 6-32-15,3 7-4 0,5 4-15 0,3 5-24 16,3 1-41-16,1 1-54 0,5 5-22 0,2 3-69 16,2-4-23-16,-1 4-54 0,1-4-8 0,-6-6-47 15,-2-1 3-15,-1-2-73 0,-2 1-85 0,-2-4-87 16,-4-5-122-16,-5 0-166 0,-3-5-126 0,-1-4-779 16,-4-1-957-16</inkml:trace>
  <inkml:trace contextRef="#ctx0" brushRef="#br0" timeOffset="149659.9">28392 15005 21 0,'-6'-8'567'0,"3"-2"-134"0,-1 5-44 15,0-1-57-15,3 0-57 0,1 6-35 0,-4-9-62 16,4 9-12-16,0 0 35 0,0 0 31 16,5-4-20-16,-5 4-14 0,14 4-1 0,-4 1-27 0,3 0 5 15,0 3-36-15,0 0-26 0,5 4-24 0,-1 1-20 16,-1 0-13-16,0 1-13 0,2 3-4 0,1 1-11 15,-3-2-7-15,-1-1-6 0,-1 2-6 0,0-2-30 16,-2 2-88-16,-1-3-110 0,-1-1-65 16,-2-1-46-16,1 0-65 0,-1-4-68 0,-1 1-413 0,-3-4-433 15</inkml:trace>
  <inkml:trace contextRef="#ctx0" brushRef="#br0" timeOffset="149959.51">28628 14941 502 0,'0'0'518'16,"-8"-4"-90"-16,8 4-30 0,-5 6-30 16,4 0-47-16,0 4-29 0,-1 1-22 0,4 2-24 0,0 1-34 15,2 1-36-15,5 4-25 0,0-1-20 16,1-1-10-16,4 0-23 0,-2-3-15 0,2 1 1 0,1-1 0 16,-1-3-13-16,0-2-4 0,-1-3-13 0,2-2 1 15,-3-2-17-15,1-2-2 0,-2-2-7 0,-2-2-5 16,4-5-12-16,-4 1-5 0,-1-3-2 0,-1-2-1 15,-2-1 2-15,-2 0-6 0,-1-3 5 16,-3 1-3-16,-1-1-1 0,-2-1 2 0,-4-1 0 0,-1 0-2 16,0 2-1-16,-3 1 1 0,0 2-1 15,0 5-4-15,-2 0 10 0,0 2-9 0,-1 4 6 0,2 3-9 16,-1 0 11-16,1 6-11 0,-2-1 6 0,4 4-12 16,0 4-25-16,2-1-70 0,4 1-99 0,3-1-93 15,2 0-74-15,2 0-121 0,2-3-557 0,4 0-671 16</inkml:trace>
  <inkml:trace contextRef="#ctx0" brushRef="#br0" timeOffset="150209.12">28919 14733 735 0,'2'-15'574'0,"-4"6"-124"16,1 4-55-16,1 5-48 0,-6-9-28 0,6 9-4 15,-13 0-26-15,13 0-24 0,-13 9-17 0,7-2-50 16,-4 4-34-16,3 3-23 0,-2 2 1 0,3 4-30 15,1 1-16-15,0 1-25 0,3-2-14 0,4 0-9 16,0 2-9-16,5 1-6 0,0-2 1 0,2-2-2 16,3-2 2-16,2-3-4 0,2 0-4 0,2-4-4 15,1-3-4-15,1-4-10 0,-1 0-16 0,1-3-19 0,2-3-27 16,1-3-44-16,0-2-68 0,-1-1-69 16,-4-5-76-16,1 3-48 0,-4-5-41 0,-2 2-58 15,-3-4-58-15,-1 2-308 0,-5-1-361 0</inkml:trace>
  <inkml:trace contextRef="#ctx0" brushRef="#br0" timeOffset="150393.34">29158 14740 419 0,'4'7'440'16,"-4"-7"-18"-16,8 9-44 0,-4-4-23 0,3 0-17 16,-2 1-38-16,3 2-3 0,1 2-13 0,1-3-44 15,-1 5-40-15,2-3-29 0,0 3-23 0,-1 1-34 16,1 1-20-16,1 1-19 0,-3 1-11 0,2 0-19 15,0-1-6-15,-1 0-18 0,-1-2-52 0,0 0-145 16,0-2-116-16,-3 0-82 0,2-3-133 0,0-1-452 16,-1-2-545-16</inkml:trace>
  <inkml:trace contextRef="#ctx0" brushRef="#br0" timeOffset="150675.67">29419 14764 68 0,'2'-10'694'0,"-2"10"-176"15,0 0-67-15,0 0-48 0,0 0-39 0,2 8-48 16,1-2-19-16,0 1-46 0,1 2-15 16,4 0-9-16,0 2-26 0,2-1-41 0,1-1-13 15,0 0-27-15,1-3-14 0,-2 3-29 0,3-2-5 0,-4-3-21 16,3 0 2-16,-3-2-12 0,-9-2 10 16,18 0-14-16,-9-2 4 0,-2-3-19 0,2-1 6 15,-4-2-13-15,0-1 1 0,-1-2-1 0,-1 0-9 0,-2-1 0 16,-1 1 2-16,-2-3 1 0,-2 1-8 0,-1 0 3 15,-2 1-1-15,-2 2-2 0,-1 1-1 0,-2 5-5 16,0-1 6-16,-2 4-2 0,-2 1-2 0,-2 6-5 16,-2 0-15-16,1 4-28 0,-2 0-66 0,0 5-89 15,1 2-98-15,4-2-65 0,2 2-128 0,2-3-608 16,3 3-722-16</inkml:trace>
  <inkml:trace contextRef="#ctx0" brushRef="#br0" timeOffset="151726.94">29802 14066 141 0,'0'0'530'0,"-1"-8"-125"0,1 8-51 15,0 0-32-15,-4-6 5 0,4 6-4 0,-6-5-29 0,6 5-8 16,-6-6-11-16,6 6-15 0,-8-4-12 0,8 4-18 16,-8-6-28-16,8 6-35 0,-6-6-36 0,6 6-27 15,-4-9-21-15,3 4-20 0,1 5-12 0,1-16-9 16,4 8-5-16,1-5-11 0,4 3-5 0,-1-2-12 16,3-1 3-16,2 1-6 0,2 0 4 15,-4 2-5-15,1 1 2 0,1 2-7 0,-3-1 3 0,1 4 0 16,-3-1 2-16,0 3-2 0,-9 2-1 15,17 1-1-15,-11 3-1 0,1 1 3 0,-5 4-2 16,2-1 0-16,-3 3 2 0,-2 0-2 0,0 3-1 16,-2-1 2-16,-1 0 1 0,-1 0 0 0,1-2-2 15,2-1 0-15,-1-1 0 0,-1-2 0 0,3 0 1 16,-3-1 2-16,4-6 6 0,-1 9-3 0,1-9-3 0,0 0 5 16,0 0-3-16,19-3-4 0,-10 0-1 0,4-2-2 15,0-1 2-15,2 1 2 0,0 1-7 0,3-2 5 16,-2 2-1-16,3 2 0 0,-1-2-1 0,1 4 1 15,0-2 1-15,-2 4-1 0,-1-2 6 0,0 4-7 16,-2-2 7-16,-3 4-6 0,1 1 11 0,-2-1 3 16,-4 2 24-16,-1 1-13 0,-2 1 10 0,-3 1-16 15,-3 3 9-15,-2-1-21 0,-1 1 14 16,-4 2-15-16,-2-2 0 0,1 2-1 0,-1-2 0 16,-1-2-2-16,-1 0 1 0,3-5-9 0,-1 0-27 15,2-1-67-15,2-4-101 0,8-2-116 0,-14-3-83 16,7-4-113-16,4-4-82 0,-1-3-386 0,4-4-574 15</inkml:trace>
  <inkml:trace contextRef="#ctx0" brushRef="#br0" timeOffset="151927.04">30132 13728 119 0,'8'-9'691'0,"-3"2"-193"0,-5 7-93 0,10-5-39 16,-10 5-12-16,14 5-31 0,-5 4 0 0,2 3-10 15,1 4 2-15,2 6-42 0,0 1-23 0,0 4-30 0,4 5-35 16,-4 4-16-16,4-1-34 0,-4 2-27 0,2 0-21 15,-2 1-18-15,1-2-11 0,-1-1-13 16,0-1-4-16,0-5-8 0,-2-2-10 0,-1-2-19 0,1-1 16 16,-2-5-17-16,0-1-16 0,-1-3-58 15,0-1-73-15,1-4-118 0,-3 1-117 0,-1-4-78 16,2-4-101-16,-8-3-552 0,11 1-725 0</inkml:trace>
  <inkml:trace contextRef="#ctx0" brushRef="#br0" timeOffset="152257.16">30452 13927 458 0,'-3'-16'581'0,"1"4"-167"0,0 2-69 0,-3 1-54 16,4 4-16-16,1 5-21 0,-4-6-25 0,4 6-22 15,0 0-27-15,-9 3-27 0,9-3-29 16,-6 9-17-16,3-3-19 0,2 0-19 0,-2 1-6 16,1 1-21-16,1 0-2 0,-2 3-17 0,3-2 6 15,-1-1-13-15,2 1 5 0,-1-1-11 0,1 0 5 16,2-3-10-16,1 3 4 0,1-3-6 0,1 1 7 0,1-4-11 15,0 1 6-15,3 0-6 0,1-2 5 0,-11-1-5 16,19 0 2-16,-9 0-1 0,2-1 4 0,0-1-2 16,1 1 11-16,-1 0-7 0,-1 0 6 0,-1 1-4 15,-10 0 5-15,21 0-9 0,-11 2 10 16,-10-2 6-16,18 4 17 0,-12-1-4 0,1 0-1 16,-7-3-4-16,11 10-1 0,-11-10-10 0,4 10 2 0,-4-10-4 15,0 12-2-15,-1-5-6 0,-2 1 4 0,-1-2-5 16,-2 1 0-16,2 0-8 0,-1 0-12 15,-1-3-68-15,-1 1-71 0,0-2-87 0,7-3-92 16,-14 3-142-16,14-3-501 0,-13-4-567 0</inkml:trace>
  <inkml:trace contextRef="#ctx0" brushRef="#br0" timeOffset="152426.81">30426 13941 71 0,'0'0'653'0,"-2"-9"-182"16,2 9-89-16,-2-13-41 0,4 8-8 0,-2 5-23 15,2-15-16-15,-1 5-35 0,3 1-34 0,2-2-40 16,1-3-39-16,1 2-23 0,3-5-26 16,3 1-19-16,-2 0-16 0,3 0-14 0,-1 0-25 0,0 1-29 15,2 1-97-15,-5-1-97 0,-1 2-59 0,-1 2-101 16,-2 0-114-16,-3 1-377 0,-2 1-396 0</inkml:trace>
  <inkml:trace contextRef="#ctx0" brushRef="#br0" timeOffset="152658.81">30413 13591 435 0,'0'0'383'0,"0"0"-33"0,0 0-44 0,0 0-3 0,0 0-10 0,0 0 5 15,14 8-1-15,-1-1 2 0,3 3-12 0,3 2-4 16,3 7-2-16,6 3-40 0,1 3-6 16,-1 2-44-16,3 2-26 0,-2 2-21 0,-1 2-30 15,-1 1-4-15,-1 1-41 0,-3 1 2 0,-3 0-31 16,1 2 7-16,-5 0-20 0,-1-1 10 0,-2 0-23 0,-4 2-6 15,-2-6 0-15,-5-1-6 0,-2-5-16 0,0 1-35 16,-1-2-24-16,-3-2-67 0,-2 1-74 0,-1-4-87 16,-2-2-61-16,-1-1-73 0,-3-1-96 0,1-7-475 15,-6 2-606-15</inkml:trace>
  <inkml:trace contextRef="#ctx0" brushRef="#br0" timeOffset="152892.87">29611 14122 357 0,'-14'-2'709'0,"14"2"-131"0,-17 3-64 16,12 6-51-16,5 2-48 0,0 5-52 15,5 6-26-15,4 7-39 0,4 7-31 0,2 2-22 0,3 3-46 16,8 6-31-16,3 2 23 0,2-2-61 0,1-1 13 16,4-5-9-16,3-1-20 0,1-5-18 0,2-3-16 15,-4-8-9-15,2-5-24 0,1-3-13 0,2-6-41 16,-6-5-32-16,4-4-55 0,5-5-65 0,-1-6-92 15,-3-2-105-15,0-6-65 0,-3-4-42 0,-4-2-63 16,-3-1-75-16,-4-6-350 0,-3-1-533 0</inkml:trace>
  <inkml:trace contextRef="#ctx0" brushRef="#br0" timeOffset="153176.99">30314 13180 535 0,'-5'-14'655'0,"1"6"-142"0,0 0-98 0,0 1-74 15,0 1-57-15,4 6 4 0,-5-5-7 0,5 5-27 0,0 0-34 16,3 9-38-16,-1-2-33 0,3 4-32 0,2 2-15 15,1 1-28-15,4 3-10 0,0 1-17 0,1 0-8 16,3 1-7-16,2 0-2 0,-4-2-13 16,1-3-14-16,-1 0-43 0,1 0-95 0,-3-4-92 0,0-3-78 15,-1 1-99-15,-2-3-124 0,-2-2-412 0,-7-3-522 16</inkml:trace>
  <inkml:trace contextRef="#ctx0" brushRef="#br0" timeOffset="153464.88">30439 13101 414 0,'0'0'535'16,"0"0"-88"-16,0 0-54 0,1 10-28 0,1 1-44 15,1 0-38-15,0 3-24 0,2 1-11 0,0 0-43 0,3-1 1 16,1 0-22-16,0-1-29 0,0-2-31 16,0 0-8-16,1-1-2 0,0-2-20 0,-2-2-4 15,2-2-7-15,0-2-14 0,-10-2-10 0,18-2-10 16,-10-5-9-16,-1 1-6 0,1-2-8 0,0-3-3 0,-2-3-2 15,-2 2 0-15,-1-2-7 0,-1-1-2 0,-2 0-1 16,-1-1-8-16,-2-1 2 0,-1 3-4 0,-3-2 8 16,-1 2-7-16,-1 0 3 0,0 3-9 15,-4 0 9-15,3 4-10 0,-1 0 7 0,-2 4-6 16,1 1 6-16,0 4-4 0,0 3 1 0,1 3-24 16,-1 2-40-16,2 2-64 0,2 1-78 0,3 3-70 15,1-2-69-15,3 2-92 0,2 1-134 0,4 0-361 16,0-1-507-16</inkml:trace>
  <inkml:trace contextRef="#ctx0" brushRef="#br0" timeOffset="154192.88">31288 13084 311 0,'-8'6'725'0,"8"-6"-168"0,-11 1-89 0,11-1-68 0,-11 2-27 0,11-2-16 0,0 0-40 0,-18 0-65 15,18 0-10-15,-10-3-50 0,10 3-40 0,-8-6-35 16,4 0-23-16,4 6-18 0,-1-12-15 0,1 12-14 16,1-13-5-16,3 7-13 0,2-2-5 15,0 0-6-15,2 1-1 0,0-1-6 0,0 3-3 0,3-1 3 16,-3 1-2-16,1 1-2 0,0 2 0 0,-9 2-3 15,15 0 1-15,-15 0-5 0,15 6 3 0,-9 0 3 16,0 2-5-16,-2-2 11 0,1 5-10 0,-3 1 12 16,-2 0-14-16,0 1 11 0,0 1-13 0,-2 0 7 15,-2 1-5-15,3-1 12 0,-1-2-12 0,-2-3 10 16,1 3-13-16,2-5 10 0,0 2-6 0,0-2 9 16,1-7-6-16,-2 10 10 0,2-10-10 0,5 6 11 15,-5-6-13-15,14-3 9 0,-5-1-13 0,0-2 11 16,5 0-15-16,-3-4 12 0,3 0-6 0,-2-4-4 15,-1-1-2-15,1 0 5 0,-1-3 0 0,-2 0 2 16,-2-1 0-16,2-3-1 0,-4 0 9 0,-1 0-12 16,-1-1 9-16,-1 0-8 0,-2 3 9 0,-1-1-8 15,0 2 14-15,1 1-13 0,-3 1 14 0,1 4-4 16,-1-1 19-16,-1 1-15 0,4 3 5 0,-2-1-11 16,0 5 4-16,0-1-6 0,2 7 13 0,0 0-12 15,0 0 14-15,0 0-4 0,0 0 5 0,4 13 0 16,-2-1 24-16,5 1 2 0,0 2-3 0,2 4-18 0,0 0 29 15,5 5 10-15,0 1 6 0,2-2-12 0,0 4 7 16,2-4-37-16,1 4 19 0,0-4-36 0,-2 1 22 16,2-2-34-16,0 0 25 0,-3-3-32 0,3 0 27 15,-2-1-30-15,-1-3 15 0,-2-1-51 0,3-2-55 16,-6-2-97-16,3-2-95 0,-3 2-124 0,-4-5-68 16,2-3-104-16,-9-2-102 0,10 5-297 0,-10-5-584 15</inkml:trace>
  <inkml:trace contextRef="#ctx0" brushRef="#br0" timeOffset="154576.47">31780 12889 444 0,'-2'-11'482'0,"0"3"-111"0,-1 2-79 0,3 6-39 0,-1-8-2 16,1 8 1-16,0 0-24 0,0 0-14 0,0 0-10 0,0 0-19 16,0 0-25-16,0 0-10 0,0 0-10 0,-1 9-30 15,1-9-7-15,-2 12-18 0,2-12-5 0,0 12-21 16,0-5-7-16,-1-1-14 0,1 0 1 0,-2 2-16 15,4-2 1-15,-2-6-10 0,1 13 0 0,-1-13-7 16,2 9 4-16,-2-9-6 0,5 9 3 0,-5-9-4 16,10 4 4-16,-10-4-8 0,15 1 7 0,-15-1-10 0,16-1 9 15,-7 0-9-15,1-2 4 0,0 1-2 0,0-1 2 16,-1-1 2-16,1 1-3 0,1 2 4 0,-1-2-1 16,0 0 1-16,-1 2 2 0,4-1 3 0,-3-1 3 15,0 3 2-15,3-1-4 0,-13 1 12 0,21 1-8 16,-9 2 5-16,-1-2-3 0,-1 1 0 0,-1 0 4 15,-2 1 11-15,1-1-5 0,-3 3 6 0,0 0-15 16,-5-5 8-16,1 10-13 0,-2-3 3 0,-4-2-7 16,0 3 5-16,-3 0-7 0,1-2 15 0,-2 0-21 15,-1 1 4-15,1-1-17 0,0-1-23 0,-3 0-60 16,3-1-78-16,0-1-98 0,0-1-91 0,9-2-103 16,-14 0-121-16,14 0-262 0,-14-3-394 0</inkml:trace>
  <inkml:trace contextRef="#ctx0" brushRef="#br0" timeOffset="154743.28">31879 12889 87 0,'-2'-11'622'0,"-2"2"-157"0,1 2-53 0,1-2-28 0,-1 1-41 15,3 0-46-15,-2-3-20 0,0 0-24 0,2 2-28 16,2-4-34-16,0 4-39 0,-1-3-30 0,3-2-26 16,3 2-19-16,-1-1-20 0,3 0-6 0,0 1-18 15,0 1-8-15,1 0-33 0,0 1-55 0,1 0-66 16,-4 2-65-16,2 1-44 0,-1-1-66 0,-2 2-84 0,-2-1-73 15,1-1-296-15,-3 2-269 0</inkml:trace>
  <inkml:trace contextRef="#ctx0" brushRef="#br0" timeOffset="154975.51">31791 12408 397 0,'-1'-8'413'15,"1"8"-44"-15,0 0-30 0,11 1-16 0,-2 4-19 16,2 3 18-16,6 4 2 0,-1 1-25 0,7 6 2 15,4 6-23-15,3 0-27 0,0 1-9 0,0 4-33 16,2 2-45-16,0-1-28 0,3 6-27 0,-5-5-30 16,-3 0-3-16,1 1-26 0,-2 0 4 0,-3 2-18 15,-1 0 0-15,-3-2-17 0,-2 2 3 0,-2-2-6 16,-6-3-11-16,-2-1-26 0,-3-3-36 0,0-2-47 0,-4 2-39 16,-4-3-39-16,-1-1-7 0,0-1-74 0,-3 0-30 15,-2-3-28-15,-3-1-56 0,-1 0-40 16,-4-3-465-16,-2-3-441 0</inkml:trace>
  <inkml:trace contextRef="#ctx0" brushRef="#br0" timeOffset="155209.41">31008 13018 264 0,'-17'10'720'0,"6"1"-120"0,0 6-77 0,3 5-64 16,4 3-83-16,4 4-2 0,6 11-38 0,7 3-14 15,2 0-42-15,12 7-21 0,4-1-34 0,3-3-45 16,3-2-32-16,1-1-20 0,2-5-35 0,4-2 15 16,0-3-19-16,-5-9-10 0,0-2-12 0,2-4-20 15,-1-5-18-15,-2-1-27 0,-3-5-11 0,0-4-26 16,-6-1-21-16,-1-3-48 0,-1-3-33 0,2-5-52 0,-4-2-67 16,0-2-55-16,-2-3-37 0,-3-3-40 0,-2-4-24 15,-1-6-74-15,1-1-447 0,-4-8-510 0</inkml:trace>
  <inkml:trace contextRef="#ctx0" brushRef="#br0" timeOffset="155443.09">31778 12183 358 0,'-7'-12'570'0,"-1"3"-100"16,3 0-75-16,0 2-53 0,2 1-52 0,-1 2-7 0,4 4 11 15,0 0 2-15,0 0-26 0,0 0 9 0,0 0-30 16,4 8-43-16,1 1-45 0,1 2-36 0,2 0-12 16,0 4-33-16,2 2-7 0,-1-2-25 0,4 3 1 15,-1-1-24-15,0-2-1 0,-1 0-40 0,-2-2-105 16,1-1-128-16,-1-2-100 0,-2 1-87 0,0-4-119 16,0-3-466-16,-7-4-631 0</inkml:trace>
  <inkml:trace contextRef="#ctx0" brushRef="#br0" timeOffset="155743.03">31866 12089 72 0,'-1'-6'559'0,"1"6"-122"0,0 0-39 0,0 0-29 16,0 0-19-16,-2 6-30 0,4 1-35 0,1 1-49 0,1 3 5 16,3 2-50-16,0-1-1 0,5 4-35 0,-1-1-23 15,0-2-28-15,2-1-18 0,-1-1-15 0,0-3-16 16,-3-1-7-16,3 0-8 0,-2-1-7 0,0-2-10 15,-1-3 0-15,-9-1-9 0,18-1 10 0,-10-3-19 16,-2 0 2-16,2-1-11 0,-3-3 6 0,0 0-9 16,-3 0 11-16,1-3-4 0,-2 3 2 0,-3-3-5 15,-1 1 4-15,1 0-3 0,-5-3 1 0,0 2 5 16,-2 1-5-16,0 1 0 0,-3 1 0 0,-2 0 0 16,4 2 16-16,-3 3-19 0,2 1 0 0,0 1 1 0,-1 2-7 15,3 1 7-15,0 3-9 0,0-1-11 0,1 1-72 16,6 3-91-16,0-2-74 0,2-6-91 0,3 10-152 15,1-5-443-15,2 1-528 0</inkml:trace>
  <inkml:trace contextRef="#ctx0" brushRef="#br0" timeOffset="155943.23">32114 12003 456 0,'2'-7'485'0,"-1"0"-61"0,0 1-26 0,4-2-48 15,-1-2-60-15,1-2-42 0,4 0-43 0,0 0-26 16,2-3-7-16,1-2-43 0,2 4-29 0,-1-1-17 16,-1 0-11-16,-2 3-14 0,1 0-11 0,-3 2-8 15,0 0-18-15,-2 1-29 0,2 0-77 0,-3 1-95 16,-1 3-83-16,-4 4-106 0,2-10-93 0,-2 10-297 16,-4-7-270-16</inkml:trace>
  <inkml:trace contextRef="#ctx0" brushRef="#br0" timeOffset="156142.87">32193 11621 397 0,'0'0'390'0,"0"-9"-53"15,0 9-12-15,0 0-14 0,0 0 3 0,0 0 9 16,10 6-3-16,-7-2 14 0,1 2-22 0,1 3-17 0,2 0-41 16,2 2-26-16,-2 0-37 0,2 2-42 0,-1-1-32 15,3 3-25-15,1-2-18 0,-2-1-21 0,0 1-20 16,-1-1-29-16,0-3-42 0,2 0-62 0,-4-1-68 15,0 0-31-15,-1-3-107 0,2-1-55 0,-1-1-53 16,-7-3-10-16,11 2-21 0,-11-2-317 0,12-5-273 16</inkml:trace>
  <inkml:trace contextRef="#ctx0" brushRef="#br0" timeOffset="156409.28">32398 11672 32 0,'-4'-10'462'0,"-1"1"-82"0,3 3-39 0,0 0-49 0,-1-1-41 15,3 7-8-15,-5-6 22 0,5 6-27 16,0 0-9-16,0 0-2 0,0 0 13 0,-2 5-21 0,2-5-14 15,5 11-25-15,0-4-16 0,-1 1-14 0,3-1-8 16,-2 2-34-16,1-2 5 0,2 0-48 0,-2 0 21 16,-1-2-45-16,0 2 23 0,-1-3-42 0,-4-4 45 15,9 8-19-15,-9-8-5 0,9 2-10 0,-9-2-4 16,7-3-4-16,-7 3-2 0,7-10-7 0,-4 4 7 16,-1-2-10-16,1-2-5 0,-1 1 5 0,-2-1-7 15,0 0 0-15,0-2 7 0,-3 1-11 0,0 0 0 16,-1 1-9-16,-2 1 12 0,-1 0-10 0,1 2 9 15,-3 3-13-15,-1-1 14 0,-2 2-11 0,0 3 16 0,-1 1-18 16,-2 4 11-16,0 0-19 0,1 2-42 0,3 0-118 16,-1 2-124-16,2 0-69 0,5 1-79 0,1-1-120 15,2 0-428-15,0-2-593 0</inkml:trace>
  <inkml:trace contextRef="#ctx0" brushRef="#br0" timeOffset="156824.78">32366 11558 497 0,'-4'-11'598'0,"0"3"-55"0,3-2-10 15,-4 1-64-15,4 1-56 0,-2-1-39 0,2-1-24 0,1 1-45 16,0 1 0-16,0 0-67 0,0-1 0 16,3 3-70-16,-1-3-4 0,3 2-55 0,0 1 12 0,-1-2-17 15,5 5 23-15,0 1-17 0,1-1 15 0,-10 3 11 16,23 4 30-16,-9 2-9 0,2 6 24 0,2 1 10 15,2 8 11-15,3 4 1 0,0 4-17 0,0 2 6 16,1 3-38-16,1 4-18 0,5 9-4 0,2-2-6 16,5 2-15-16,0 0-84 0,4 1-27 0,3-2 0 15,-1-3 0-15,4 4 0 0,0-1 0 0,-2 0 0 16,4-2 0-16,2 0 0 0,0 0 0 0,-1 0 0 0,1-1 0 16,-5 1 0-16,0 0 0 0,-5-2 0 0,0 2 0 15,-5-2 0-15,-4-1 0 0,-8-4 0 0,-5 0 0 16,-1-1 0-16,-6-1 0 0,-3-6 0 15,-3 2 0-15,-5-5 0 0,-2-1 0 0,-5 0 0 0,-3 2 0 16,-4-2 0-16,-4-2 0 0,-7 2 0 16,-4-2 0-16,-3-3 0 0,-3-4 0 0,-3-3 0 0,-2-2 0 15,-2-4 0-15,3-3 0 0,1-1 0 0,5-3 0 16,1-3 0-16,1 1 0 0,4-3-368 0,1-1-412 16,4-2-120-16,2 0-152 0,2-3-560 0,3 0-1266 15</inkml:trace>
  <inkml:trace contextRef="#ctx0" brushRef="#br0" timeOffset="156975.91">33001 12821 428 0,'-10'-2'876'16,"10"2"-210"-16,-4-5-94 0,4 5-141 0,0 0-42 16,-7-4-108-16,7 4-24 0,0 0-84 0,-7-3-10 15,7 3-116-15,0 0-119 0,-10-6-204 0,10 6-151 16,-9-4-201-16,9 4-276 0,-13-6-471 0</inkml:trace>
  <inkml:trace contextRef="#ctx0" brushRef="#br0" timeOffset="160827.79">1386 9428 185 0,'0'0'589'0,"9"4"-156"0,-9-4-114 0,8 5-55 15,-8-5-38-15,6 7-10 0,-6-7-28 0,7 10-26 0,-2-2-15 16,0-1-2-16,0 0-17 0,1 2-25 0,1-1-7 16,0 3-8-16,1 0-12 0,3 2-16 0,1 1-7 15,2 0-7-15,0 0 3 0,-1 1-19 16,6 3 0-16,0-2 0 0,2 2-6 0,-1 1-6 0,2-4 11 15,-3 1-9-15,1-4 56 0,0-1 22 0,-1-3 37 16,5-4 28-16,2-5-16 0,8-8-40 16,7-11-13-16,17-15-27 0,19-18-4 0,8-11-22 15,11-8-10-15,10-8 2 0,10-5-7 0,35-27-2 0,1-3-14 16,1 1 2-16,3 1-12 0,0 4-10 16,-1 6-24-16,-30 22-77 0,-5 7-144 0,-6 8-150 0,-7 10-266 15,-10 4-388-15,-25 14-676 0</inkml:trace>
  <inkml:trace contextRef="#ctx0" brushRef="#br0" timeOffset="162244.65">11015 17227 313 0,'0'0'285'0,"0"0"-70"0,0 11-26 0,1-5-14 0,0 2-27 16,3-1-11-16,0 0-20 0,1 1-1 0,0 1-7 15,5 0-4-15,-2-2-5 0,1 2 32 0,4-2-15 0,-2 1-15 16,2-1 11-16,1-1-4 0,0 0 1 0,0 0-8 15,0-2-14-15,0 0-18 0,0 2-12 0,2 0 26 16,-2-1 6-16,0-1-18 0,0 3-9 0,0-3-6 16,1 3-7-16,-1 0 45 0,4-1-7 0,-5-1-15 15,4 2-10-15,-2-3 67 0,2 1-2 0,-3-5 8 16,2-2 4-16,3-4-23 0,-2-5-22 0,7-9-19 16,0-12-20-16,6-12-3 0,-1-8-16 0,2-8 2 15,-2-5-16-15,3-4-2 0,-1-4-1 0,5-16-5 0,1-2-9 16,-3 0-29-16,-4 15-118 0,-3 1-132 15,-2 1-106-15,-3 4-130 0,-3 8-589 0,-2 3-715 16</inkml:trace>
  <inkml:trace contextRef="#ctx0" brushRef="#br0" timeOffset="163267.94">1782 11395 132 0,'-12'-5'502'0,"0"2"-129"15,3-2-76-15,-1 4-48 0,1-1-56 0,9 2-43 0,-16-1-17 16,16 1-20-16,-12 3 22 0,12-3-33 16,-9 8 24-16,8-2 24 0,-2 0-42 0,3 4 13 0,4-1-9 15,-2-1-13-15,4 3-17 0,-1-3 29 16,2 0-3-16,4-1 8 0,-1 0 13 0,1-2-12 0,2-3-9 16,1-2 1-16,4-2-12 0,8-6-14 0,8-8-11 15,7-8 8-15,13-10-15 0,3-11 17 16,16-12-17-16,5-8-3 0,7-7-5 0,5-3-18 15,7-3-29-15,7-4-20 0,4 1-64 0,5-3-137 16,7-2-159-16,3 0-280 0,29-17-401 0,-33 21-669 16</inkml:trace>
  <inkml:trace contextRef="#ctx0" brushRef="#br0" timeOffset="164758.49">3370 12635 5 0,'0'0'51'0,"7"2"-9"0,-7-2-3 15,7 4-16-15,-7-4 3 0,3 6-10 0,-3-6-5 16,3 9-85-16,-3-9 26 0</inkml:trace>
  <inkml:trace contextRef="#ctx0" brushRef="#br0" timeOffset="164926.07">3850 12925 303 0,'0'0'559'0,"19"2"-113"0,-19-2-133 15,12-2-62-15,-12 2-135 0,0 0-100 16,14 2-89-16,-14-2-110 0,13 2-363 0,-13-2-55 0</inkml:trace>
  <inkml:trace contextRef="#ctx0" brushRef="#br0" timeOffset="166158.81">15336 12091 719 0,'-4'-9'622'0,"-1"1"-132"0,2 0-101 0,-2 4-84 0,5 4-57 0,-4-9-13 16,4 9-8-16,0 0-8 0,0 0-2 15,0 9 10-15,1 0-34 0,3-1-12 0,3 4-37 16,0 0-10-16,2 5-17 0,4 0-36 0,-2 1-5 15,6 4-25-15,-3 0 2 0,4 1-24 0,-1 0 3 0,-1 1-15 16,2 0-8-16,-1-2-24 0,-2 2-56 0,0-4-86 16,-3-2-87-16,-2-1-77 0,-1-4-125 0,-1-1-126 15,-4-3-425-15,-2-1-594 0</inkml:trace>
  <inkml:trace contextRef="#ctx0" brushRef="#br0" timeOffset="166409.07">15297 12171 530 0,'-7'-21'673'0,"0"0"-152"16,2 6-104-16,2-2-88 0,2 2-64 0,0 1-18 16,2 2-11-16,-1-1-8 0,4 3-15 0,1-1-18 15,2 1-7-15,1 1-15 0,3 1-26 0,-1 2-18 16,5 0-9-16,-3 4-15 0,2-1-19 0,-1 3-16 16,1 1-11-16,0 4-11 0,0 0-8 0,-1 1-11 15,-2 4 10-15,-1-1-20 0,-1 3 12 0,-5 2-20 0,1-1 13 16,-3 2-12-16,-2 2-1 0,-2-1 2 15,-3 1-12-15,-1 2 10 0,-1-1-12 0,-4-1 12 16,1 0-18-16,1-4 12 0,0-1-35 0,0-4-13 0,1 1-96 16,2-6-89-16,-2 0-107 0,8-3-131 0,-10-3-91 15,7-2-514-15,1-3-687 0</inkml:trace>
  <inkml:trace contextRef="#ctx0" brushRef="#br0" timeOffset="166644.12">15573 11687 465 0,'9'-6'798'0,"0"1"-152"0,-9 5-106 16,12 2-88-16,-10 4-49 0,1 4-27 0,-2 2-26 0,-1 6-14 15,-4 4-56-15,0 3-16 0,-2 5-26 0,0 2-12 16,-1 1-63-16,1 7-2 0,1-6-62 16,1 2-13-16,3-1-20 0,2 0-11 0,4-2 15 0,1 2-15 15,6-2 34-15,3-2-35 0,3 0 24 0,1-9-36 16,3-3 21-16,0-3-39 0,3-1 18 0,2-6-44 15,0-2 8-15,0-2-74 0,0-4-38 0,1-1-42 16,-1-1-72-16,0-5-117 0,-2-1-103 0,-1 1-102 16,-5-5-160-16,-2 3-549 0,-3-4-859 0</inkml:trace>
  <inkml:trace contextRef="#ctx0" brushRef="#br0" timeOffset="166858.34">15833 11969 315 0,'-4'-7'678'0,"4"7"-177"0,0 0-108 16,0 0-51-16,4-4-9 0,-4 4-4 0,9 4-9 16,-9-4-16-16,15 6-23 0,-5-2-12 0,3 3-13 15,0 0-66-15,0 0-25 0,3 1-18 0,3-1-22 16,-2 3-25-16,1-2-17 0,0 2-19 0,0-2-15 16,-3 1-19-16,2 0-12 0,-5-3-40 0,2 0-48 0,-1 1-65 15,-3-4-36-15,-2 2-92 0,-8-5-62 16,13 1-91-16,-13-1-33 0,9-5-19 0,-9 5-62 0,2-9-245 15,-2-1-292-15</inkml:trace>
  <inkml:trace contextRef="#ctx0" brushRef="#br0" timeOffset="167041.47">16055 11883 134 0,'-6'-17'602'15,"-1"4"-91"-15,2 1-76 0,1 3-68 0,-2 0-58 0,2 4-33 16,4 5-3-16,0 0 16 0,0 0-26 0,-11 7-11 16,8 2-2-16,-1 3-18 0,3 6-12 15,-2 1-7-15,0 3-41 0,0 2-23 0,1 4-23 0,-1 2-20 16,-1 2-4-16,0 2-37 0,-1-2-12 0,1-1-12 15,2 1-12-15,-3-5-8 0,2-2-10 0,2 0-36 16,-2-7-33-16,2-2-75 0,0 0-69 0,-2-4-111 16,3-2-98-16,0-2-149 0,0-8-124 0,0 0-290 15,0 0-566-15</inkml:trace>
  <inkml:trace contextRef="#ctx0" brushRef="#br0" timeOffset="167375.93">16275 11564 16 0,'15'-14'792'0,"-6"3"-187"0,3 1-153 15,-5 1-36-15,1 4-52 0,-2-1 5 0,-6 6-23 0,12-6-8 16,-12 6-31-16,0 0-21 0,10 3-48 16,-10-3-24-16,1 6-28 0,-1-6-31 0,-2 11-22 15,-1-2-17-15,-2-1-28 0,0 3-8 0,-3 2-20 0,2 1-7 16,0-2-13-16,-1 3-10 0,0 1-12 0,0 0 2 15,2-2-8-15,0 3 8 0,0-2-16 16,1-1 10-16,-1 1-17 0,4-3 12 0,-2 0 10 0,2-2-10 16,1-1 10-16,1-2 32 0,2 0-17 0,3-4 14 15,0 1-27-15,-6-4 16 0,22-1-23 16,-8-2 14-16,5-3-30 0,-1-2 26 0,5-1-24 16,3-3 22-16,-1-3-25 0,1 1 20 0,2 0-19 0,3-4 23 15,-3 4-32-15,-1-2 30 0,-2 2-39 16,-2 0-13-16,-5 4-25 0,0-1-27 0,-4 6-61 0,-1-3-97 15,-4 2-96-15,-3 3-100 0,-6 3-126 0,5-5-157 16,-5 5-370-16,0 0-708 0</inkml:trace>
  <inkml:trace contextRef="#ctx0" brushRef="#br0" timeOffset="169558.99">16998 11122 420 0,'0'0'458'0,"0"0"-63"0,0 0-54 0,0 0-10 0,-15-1-12 0,15 1-28 0,-8-2-2 0,8 2-8 15,-10-4-20-15,10 4-22 0,-13-5-21 0,13 5-16 16,-11-4-24-16,11 4-18 0,-11-5-32 0,11 5-22 15,-11-7-22-15,7 3-16 0,-1-1-11 0,1 1-12 16,2-1-9-16,-2-3-7 0,1 0-6 0,3-2-3 16,0 3-6-16,0-4-6 0,0 3 0 0,4-4 12 15,0 1-18-15,0 2 17 0,2-2-20 0,-2 2 14 16,5 1-18-16,-1 0 16 0,-2 2-13 16,3-1 12-16,0 4-17 0,-9 3 21 0,15 0-18 0,-7 3 0 15,1 4 1-15,-1 0 3 0,-1 5-2 16,-2 1 7-16,3 2 6 0,-4 2 4 0,-2 1 14 0,2 3 6 15,-4 4-11-15,3-2 1 0,-3 1-11 0,0 2 13 16,-3-2-1-16,3 0-5 0,-2-1-8 0,-1-2 4 16,3-2-5-16,-1 0 6 0,-1-3-8 0,1-1 8 15,1-2 13-15,-1-1-1 0,0-2 9 0,1-1 19 16,0-1-3-16,0-8-5 0,5 8-7 0,-5-8-8 16,10 0-9-16,-1-3-1 0,2 0-11 0,1-3 2 15,3-3 5-15,-3 2-16 0,1-2 10 0,3-2-17 16,-3-1 17-16,4 1-17 0,-3-1 10 0,2-1-10 0,-2 1 9 15,3-1-12-15,-3 1 9 0,3-1-8 16,-2 1 7-16,2-2-17 0,-2 4 10 0,3-4 1 16,-2 2-33-16,1 1-6 0,0 0-39 0,-3 0-51 15,-3 2-53-15,2 1-79 0,-5-2-77 0,-2 3-66 16,0 0-117-16,-4 1-119 0,-2-2-357 0,-4 0-598 16</inkml:trace>
  <inkml:trace contextRef="#ctx0" brushRef="#br0" timeOffset="169796.59">17010 10747 868 0,'-5'-4'607'0,"5"4"-155"0,-7-7-76 0,7 7-73 0,0 0 14 0,11-4-26 0,-11 4 0 16,21 1-23-16,-4 2 4 0,2-1-19 0,8 3-17 15,6-1-14-15,4 0-25 0,6 7-14 0,1-1-32 16,-2 3 4-16,-1 3-49 0,-3 4-3 0,-2 2-39 15,-5 2 3-15,-4 5-28 0,-3 1 9 0,-6 4-32 16,-3 1-14-16,-6 3-46 0,-5-3-47 16,-4 1-67-16,-4 6-48 0,-5 3-83 0,-6-1-58 0,0 1-64 15,-6 5-100-15,1-8-72 0,-1 0-431 0,-2-5-618 16</inkml:trace>
  <inkml:trace contextRef="#ctx0" brushRef="#br0" timeOffset="170559.87">16542 11970 548 0,'0'0'479'0,"-8"6"-91"0,8-6-51 0,-9 8-16 0,3-3-8 0,6-5-21 0,-6 8-13 16,6-8-14-16,-7 8-5 0,7-8 3 0,-6 6-18 0,6-6 6 0,-3 4-36 16,3-4-14-16,0 0-32 0,0 0-19 0,13-1-28 15,-3-5-21-15,6-1-15 0,-1-3-14 0,7 1-8 16,2-5 2-16,1-1 10 0,6-3-5 15,0-1 14-15,1 0-26 0,0 0 15 0,-2-1-33 0,1 2 15 16,-5 4-34-16,-5 0 23 0,-1 3-35 16,-5 2 17-16,0 1-28 0,-3 0 3 0,-3 4-52 0,-4-1-61 15,-5 5-75-15,0 0-141 0,-5-5-132 0,5 5-149 16,-23 4-762-16,4 1-972 0</inkml:trace>
  <inkml:trace contextRef="#ctx0" brushRef="#br0" timeOffset="171508.99">16207 11456 23 0,'0'0'26'0,"2"8"22"0,-2-8-36 0,0 0 24 15,1 7-39-15,-1-7 31 0,0 0-28 0,0 9 15 0,0-9-78 16,-1 9 20-16</inkml:trace>
  <inkml:trace contextRef="#ctx0" brushRef="#br0" timeOffset="171988.11">16320 11369 208 0,'2'-7'367'0,"-2"7"-83"0,1-8-36 0,-1 8-45 16,3-7-40-16,-3 7-28 0,0 0-24 0,1-6-19 15,-1 6-17-15,0 0-40 0,4-7 19 0,-4 7-6 16,5-6-4-16,-5 6-5 0,8-3 5 0,-8 3 8 15,6-4 3-15,-6 4 8 0,7-5-2 0,-7 5 8 16,6-7-4-16,-6 7 0 0,4-4-1 0,-4 4 8 16,6-8 3-16,-6 8-11 0,3-8-12 15,-3 8-4-15,1-9-9 0,-1 9 14 0,3-10 8 0,-3 10 4 16,0-9-6-16,0 9 5 0,0-8 1 0,0 8-9 16,1-7-13-16,-1 7 2 0,0 0-7 0,0-9-7 15,0 9-2-15,0 0-6 0,0 0-3 0,0-8-6 16,0 8 6-16,0 0 24 0,0 0 9 0,0 0 17 15,0 0 3-15,0 0 12 0,0 0-3 0,0 8 11 16,0-8 1-16,-1 11-10 0,1-2 15 0,-2 2-12 16,1-1 10-16,1 4-2 0,0 3 16 0,-1 0-19 15,-1 4-31-15,1-2-7 0,0 5-14 0,-3 1 2 16,2-1-18-16,-1-1 7 0,2 2-16 0,-2-3 3 0,-1 1-6 16,2-2 10-16,-1-1-13 0,-2 1 5 0,1 0-17 15,-2-4 1-15,1-2-48 0,0 3-82 16,0-4-108-16,-2 1-111 0,3-3-137 0,-3-1-162 15,3-4-399-15,-1 2-666 0</inkml:trace>
  <inkml:trace contextRef="#ctx0" brushRef="#br0" timeOffset="176225.8">17796 10832 495 0,'0'0'646'0,"-9"5"-127"0,9-5-130 0,0 0-56 0,-13 3-54 0,13-3-1 0,0 0-34 16,0 0-1-16,0 0-42 0,-3-7-17 15,3 7-41-15,8-11-14 0,-4 6-43 0,6-6 1 0,-1 1-17 16,4-4-14-16,2 0-11 0,-2-1-6 0,7-2-10 16,1-2-21-16,-2-1 11 0,4 1-15 0,-1 0 8 15,-2 0-18-15,1 1 8 0,-5 4-20 0,0 2-28 16,-4 0-56-16,-3 4-62 0,-2 2-45 0,-2 1-24 16,-5 5-21-16,0 0-17 0,0 0-18 0,-4 6-15 15,-2 1-30-15,-3 5-58 0,-3 3-209 0,-1 2-115 16</inkml:trace>
  <inkml:trace contextRef="#ctx0" brushRef="#br0" timeOffset="176374.41">17860 10912 249 0,'-8'17'440'0,"2"-3"-49"16,-1-1-30-16,3-2-25 0,2-3-24 0,0-2-18 15,2-6-20-15,0 8-2 0,0-8-43 0,0 0-8 0,12-2-42 16,-3-3-28-16,-1-1-11 0,3-2-42 0,3-6-4 16,4 1-30-16,1-6-3 0,8-4-22 15,0-1 7-15,2-1-24 0,-1-1 8 0,1 1-4 16,-4 0-26-16,-2 4 1 0,-3 4-65 0,-4 5-78 0,-2-3-109 15,-4 5-138-15,-5 3-103 0,-1 2-446 0,-4 5-515 16</inkml:trace>
  <inkml:trace contextRef="#ctx0" brushRef="#br0" timeOffset="176858.9">16918 12786 175 0,'-7'-8'706'0,"1"2"-171"0,-2 0-126 0,2-1-80 0,1 3-69 0,5 4-39 15,-8-8-5-15,8 8 20 0,-5-6-12 0,5 6 20 16,0 0-23-16,0 0 12 0,0 0-27 0,10 5-16 0,-3-1-40 16,1 1-11-16,3 4-27 0,-1-1-18 0,3 3-22 15,0 0-11-15,1 4-15 0,-3-1-3 16,2 2-6-16,1 1 7 0,-2-1-28 0,0 2 0 16,-3 0-5-16,3 2-17 0,-2-2-13 0,-2-2-52 0,-2 0-95 15,0 0-67-15,1-2-81 0,-4-4-104 16,0 0-84-16,0-4-130 0,-3-6-274 0,1 9-472 15</inkml:trace>
  <inkml:trace contextRef="#ctx0" brushRef="#br0" timeOffset="177108.83">16887 12878 557 0,'-8'-9'680'0,"2"1"-178"0,-1-1-86 16,4 2-104-16,-2-1-37 0,2-1-36 0,3 2 0 15,0-3-32-15,0 2-7 0,3-4-42 0,2 4-4 16,0-3-31-16,3-2 7 0,-1 3-17 0,1 0 4 15,2-1-28-15,-1 3 8 0,1 2-22 0,2 0 4 0,-3 0-26 16,1 2 3-16,0 3-17 0,-10 1 26 16,16 1 3-16,-16-1 0 0,15 8-5 0,-9-2-9 15,-2 0-8-15,0 4-7 0,-1-2-6 0,-3 3-4 0,0 1-10 16,-2 1-3-16,0 4 12 0,-1-3-18 16,-1 1 11-16,-1-1-17 0,1 0 3 0,-2-2-18 15,2-1-1-15,-2-2-45 0,2-1-62 0,-3-4-104 16,2 2-109-16,5-6-73 0,0 0-72 0,-15-6-71 0,12-1-480 15,1-4-639-15</inkml:trace>
  <inkml:trace contextRef="#ctx0" brushRef="#br0" timeOffset="177358.54">17029 12425 1014 0,'5'-11'729'16,"0"-2"-158"-16,-1 6-116 0,2 0-75 0,-6 7-16 15,7-8-23-15,-7 8-5 0,0 0-23 0,9 11-20 16,-8-3-13-16,2 6-10 0,-2 2-5 15,0 3-5-15,-1 6 2 0,0 0-8 0,0 3-38 0,-1-2-33 16,0 3-23-16,2-3-37 0,0 3-21 0,0-3-28 16,2 2 12-16,3 1-4 0,-1-6 12 0,3 5-21 15,1-7 3-15,1 1-24 0,2-3 7 0,1-2-28 16,2-3 5-16,-1-1-27 0,5-5 9 0,0-2-31 16,-1-2-8-16,3-4-59 0,0-4-35 0,1 1-48 15,0-5-59-15,-2-1-40 0,2-1-24 0,0-4-85 16,-3 0-137-16,-2-3-67 0,-2 0-90 0,-5-2-109 15,-1 0-424-15,-1 0-809 0</inkml:trace>
  <inkml:trace contextRef="#ctx0" brushRef="#br0" timeOffset="177740.79">17305 12548 674 0,'0'0'505'0,"-8"5"-122"0,8-5-61 0,0 0-10 0,7 6 3 16,-7-6-7-16,11 3-12 0,-11-3-19 15,17 2 1-15,-4-2-36 0,1 0 0 0,0-2-23 0,3-1-30 16,2 2-42-16,-2 0-13 0,0 0-32 0,-2-1-15 16,-1 1-31-16,2 0 1 0,-3 0-22 0,0 1 4 15,-13 0-24-15,22-1 11 0,-22 1-20 16,19 0-1-16,-19 0-27 0,17-2-3 0,-17 2-44 0,13 0-7 16,-13 0-67-16,0 0-41 0,14-1-52 0,-14 1-39 15,9-4-27-15,-5-2 3 0,-2 1 23 16,0-1 39-16,-2-2 15 0,0 0 33 0,-2-2 36 0,-2 0 43 15,-1-2 50-15,-2 2 42 0,0-2 60 16,-2 3 22-16,-1-2 28 0,-1 2 43 0,2 0 46 0,-2 3 6 16,1 0 22-16,1 0-14 0,0 2 5 0,2 1-40 15,0-1 3-15,7 4-29 0,-14 0 20 0,14 0-25 16,-10 8 1-16,6-1-27 0,2 3 12 0,-1 2-34 16,2 1-3-16,-2 4-28 0,4-1 10 0,1 3-32 15,-1 1 9-15,2-2-25 0,-1 4-5 0,3-2-29 16,1 0-18-16,-2-3-77 0,2-1-84 0,-3 0-110 15,1-3-135-15,0-4-119 0,-1 1-502 0,0-5-684 0</inkml:trace>
  <inkml:trace contextRef="#ctx0" brushRef="#br0" timeOffset="177990.83">17687 12266 1168 0,'0'0'833'0,"8"-4"-191"0,-8 4-141 16,0 0-93-16,0 0-66 0,5-5-25 0,-5 5-33 0,5-6-63 15,-5 6-34-15,9-10-43 0,-4 2-15 0,5 0-34 16,2-3-12-16,1-3-29 0,2 1-2 0,-1-2-29 16,3-1-30-16,-3 0-22 0,0 3-33 0,-1 0-60 15,-3 0-45-15,-1 3-63 0,-2 0-17 0,0 1-34 16,-1 3-4-16,-6 6 4 0,5-8-20 0,-5 8 11 15,0 0-29-15,0 0-35 0,-5 7-440 0,-1 0-319 16</inkml:trace>
  <inkml:trace contextRef="#ctx0" brushRef="#br0" timeOffset="178146.62">17805 12383 227 0,'0'0'686'0,"6"6"-139"0,-6-6-129 15,0 0-63-15,13-6-61 0,-7 2-27 0,2-3-51 16,0-3-13-16,2-3-56 0,0-2-13 0,3-3-25 15,0 2-30-15,2-6-29 0,1 2-16 0,1-3-97 16,-3 2-81-16,-1-2-108 0,-3 6-120 0,0-1-115 16,-1 1-290-16,0-2-293 0</inkml:trace>
  <inkml:trace contextRef="#ctx0" brushRef="#br0" timeOffset="178444.83">18025 11908 260 0,'0'0'728'0,"0"0"-156"0,0 0-93 0,-7 6-21 15,6 1-54-15,0 1 3 0,-1 3-37 0,2 0-12 16,0 3-27-16,2-1-67 0,0 3-43 0,2-2-12 0,0 2-32 16,3-1-19-16,0-2-1 0,2-1-11 0,0 0-23 15,2-3-12-15,1 1 14 0,-2-4-12 16,5 0-15-16,-3-3-15 0,-1-1-15 0,2-4-11 16,-1-1-8-16,2-2-16 0,-3-2-3 0,2-3-11 0,-4 1-1 15,1-3 22-15,-2 0-35 0,-3 0 28 0,-1-3-37 16,-2 4 31-16,-2 0-35 0,-2-2 28 15,-4 1-34-15,-1 0 30 0,-2 2-30 0,-3 1 35 0,-2 2-40 16,0 1 27-16,-2 1-33 0,-2 4 24 0,-1 1-43 16,1 3 13-16,-3 0-49 0,0 4-28 0,-1-1-37 15,3 4-48-15,0-1-47 0,2 1-102 0,2 1-88 16,2-2-107-16,1 0-202 0,3 0-465 0,3-4-813 16</inkml:trace>
  <inkml:trace contextRef="#ctx0" brushRef="#br0" timeOffset="178676.09">18033 11803 1014 0,'8'-12'842'15,"-3"3"-173"-15,3-1-173 0,0 4-62 0,4-2-32 16,1 3-18-16,2-1-26 0,2 2-27 0,3 0 5 16,2 4-55-16,0 0-25 0,4 0-77 0,-1 4-6 15,1 3-60-15,-2 1 4 0,0 1-55 0,-1 2 18 16,-2 0-44-16,0 3-4 0,-5-1-12 0,0 3 1 0,-4-1-5 15,-2 2-3-15,-2-3-4 0,-3 4-3 0,-4-2-4 16,-1 1-23-16,0 0-19 0,-4-1-32 0,2 0-27 16,-6 0-33-16,4-2-34 0,-2-1-36 15,1-3-54-15,-2-1-85 0,1-2-93 0,0-1-103 0,6-6-121 16,-11 3-513-16,11-3-781 0</inkml:trace>
  <inkml:trace contextRef="#ctx0" brushRef="#br0" timeOffset="178890.87">18481 11739 896 0,'0'0'780'0,"6"-6"-153"0,-6 6-162 16,4-8-76-16,-4 8-91 0,8-11-14 0,-3 5-37 16,1-4-1-16,2 1-26 0,3-4-46 0,1-1-35 15,4-2-28-15,1-4-20 0,1 2-19 0,1-1-15 16,3 0 6-16,-2 0-28 0,-3 3 2 0,-2 1-30 15,-2 2-39-15,-4 2-70 0,2-1-88 0,-3 2-92 16,-3 1-74-16,-2 2-86 0,-3 7-104 0,-1-11-480 16,-5 6-635-16</inkml:trace>
  <inkml:trace contextRef="#ctx0" brushRef="#br0" timeOffset="179090.75">18504 11426 263 0,'0'0'739'0,"0"0"-165"0,2 7-91 0,-2-7-17 0,7 10-33 15,-2-3-13-15,0 1-21 0,5 2-31 0,-1-2-38 16,0 3-53-16,1-1-18 0,3 5-24 0,1-1-43 16,-1 3-38-16,0-2-28 0,1 0-28 15,0 2-20-15,0 1-14 0,0-4-6 0,0 5-19 0,-1-3-10 16,1-1-7-16,-1 0-26 0,-2-1-45 16,-1-1-36-16,-1-2-37 0,2-2-60 0,-3 1-51 0,-1-3-104 15,-1 0-70-15,1-3-97 0,-7-4-133 0,12 3-473 16,-12-3-725-16</inkml:trace>
  <inkml:trace contextRef="#ctx0" brushRef="#br0" timeOffset="179309.18">18744 11264 279 0,'-1'-11'917'16,"-1"2"-258"-16,0 2-128 0,2 7-114 0,0 0 26 15,0 0-38-15,0 0-19 0,14 5-43 0,-8 3-45 16,2 1-25-16,3 3-41 0,2 1-36 0,3 3-33 15,0 3-32-15,2 1-26 0,0 0-18 0,1 0-22 16,3-1-12-16,-3 2-11 0,0-1-6 0,0-3-18 16,-3-1-30-16,0-1-32 0,-3-1-46 0,-3-3-37 15,2-1-75-15,-3 0-47 0,-3-3-69 0,-1 1-38 16,0-2-74-16,-5-6-82 0,2 8-33 0,-2-8-453 16,0 0-597-16</inkml:trace>
  <inkml:trace contextRef="#ctx0" brushRef="#br0" timeOffset="179524.49">18867 11444 400 0,'-21'-19'476'0,"2"0"-57"0,2 0-37 0,2 1-6 16,6 2-37-16,-1-2-46 0,4 2-57 0,2 0-9 0,3 2-24 16,2-2 10-16,1 2-24 0,5 2 4 0,0 0-27 15,2 0 20-15,4 3-23 0,-1 2 5 0,2-1-20 16,2 3-4-16,-2 2-27 0,3 1-17 0,-4 0-19 16,1 2-5-16,-3 3 11 0,1 0-5 15,-2 1-9-15,-2 0 16 0,-2 4-17 0,2-1-6 0,-6 3-23 16,1-1-1-16,-3 2-8 0,-3 0-7 0,-1 3-8 15,-3 1 0-15,-1-2-18 0,-1 2-18 0,-1 2-43 16,0-1-19-16,1-4-70 0,0 0-55 0,1-1-74 16,-1-3-98-16,3-1-93 0,-1-3-124 0,7-4-578 15,-8 3-781-15</inkml:trace>
  <inkml:trace contextRef="#ctx0" brushRef="#br0" timeOffset="179774.94">19007 10987 876 0,'7'-9'875'0,"0"6"-152"16,-7 3-162-16,0 0-53 0,0 0-59 0,8 7-38 16,-8 0-1-16,-1 4-50 0,-1 0 16 0,1 4-60 0,-2 2-10 15,2 2-73-15,0 0-42 0,1 0-35 16,1 1-28-16,-1-1-25 0,4 3-11 0,1-2-4 16,4 0-9-16,1-2-23 0,-1 0 3 0,4-2-22 15,1-2 2-15,2-3-20 0,0 0-1 0,-2-3-22 0,0 0-5 16,2-4-37-16,0 1-12 0,-3-5-47 0,2 2-58 15,-2-4-40-15,0 0-31 0,0-1-25 16,-3-1-67-16,-2-4-94 0,-1 3-56 0,0-4-56 0,-4-2-89 16,0 3-117-16,-3-5-283 0,-1-1-632 0</inkml:trace>
  <inkml:trace contextRef="#ctx0" brushRef="#br0" timeOffset="180158.89">19158 11085 462 0,'0'0'743'0,"0"0"-193"0,-13 0-113 15,13 0-78-15,0 0 4 0,0 0 6 0,0 0 5 16,9 2-39-16,-9-2-27 0,13 3-49 0,-13-3-41 16,19 4-35-16,-7-3-33 0,0 0-25 0,3 0-14 15,-2 0 6-15,2 2-18 0,1-3-13 0,0 2-12 16,-1-1-11-16,-1 1-13 0,0-2-12 0,-1 1-3 16,-2 1-10-16,2-1-5 0,-1 3-4 0,0-4-5 15,-1 3-6-15,-11-3-1 0,16 2-6 0,-16-2-30 16,14 1-25-16,-14-1-16 0,12 2-19 0,-12-2-54 15,0 0-22-15,0 0-48 0,0 0 2 0,0 0-17 0,0 0 17 16,-3-8 18-16,-1 1 10 0,-1 3 39 16,0-3 26-16,-1 0 23 0,-2 0 26 0,-1-3 12 15,1 0 16-15,0 1 17 0,1 2 31 0,-2 0 28 16,3-1 39-16,-1 2 40 0,1 0 32 0,2 1-10 16,-1 0-1-16,5 5-37 0,-8-6 6 0,8 6 12 15,0 0 27-15,0 0-9 0,-12 2-3 0,9 2-27 16,1 2-3-16,-2 4-8 0,1-1-8 0,1 4-23 0,0-3-9 15,0 2-8-15,-1 1-8 0,1 3-7 0,0-4-7 16,1 1-8-16,0 1-16 0,-3-1-39 16,4-2-60-16,0 0-106 0,0-1-89 0,-1 1-104 0,1-5-154 15,0 2-160-15,0-8-287 0,0 8-604 0</inkml:trace>
  <inkml:trace contextRef="#ctx0" brushRef="#br0" timeOffset="180392.68">19473 10926 618 0,'0'0'872'0,"0"0"-144"0,0 0-162 0,3-5-76 0,-3 5-60 16,0 0-33-16,0 0-42 0,7-5-49 0,-7 5-56 16,5-6-48-16,-5 6-43 0,10-11-27 0,-1 5-34 15,1-4-20-15,2 3-16 0,-1-4-18 0,3 3-16 16,-3-3-25-16,1 2-34 0,1-2-32 0,-3 0-35 15,2 0-47-15,-2 3-75 0,-2-1-74 0,-1 1-31 16,-3 1-27-16,-4 7-49 0,3-7-3 0,-3 7-13 16,0 0-16-16,0 0-399 0,-13 1-370 0</inkml:trace>
  <inkml:trace contextRef="#ctx0" brushRef="#br0" timeOffset="180557.55">19517 11009 568 0,'0'0'589'0,"1"8"-104"0,-1-8-90 0,0 0-42 15,0 0-83-15,0 0 9 0,17-3-50 0,-12-3-21 0,4 1-45 16,0-5-19-16,0 0-43 0,4-2-3 0,0-2-42 16,2 0 8-16,-1-1-28 0,1-1 2 0,-2 1-30 15,2-1-27-15,-2 2-86 0,-2 0-61 0,-3 1-89 16,0-1-123-16,-3 5-91 0,-1-2-380 16,-3 1-393-16</inkml:trace>
  <inkml:trace contextRef="#ctx0" brushRef="#br0" timeOffset="180776.24">19623 10590 726 0,'0'0'726'0,"4"-6"-169"16,-4 6-57-16,0 0-42 0,9 3-3 0,-9-3-31 16,9 6-49-16,-4-3-55 0,3 1-39 0,2 1-53 15,0 2-10-15,2 0-67 0,2 3-34 0,0-2-20 16,1 4-22-16,1-4-12 0,0 5-13 0,0-2-13 15,1 0-10-15,-4 0-21 0,1-2-44 0,2 3-33 16,-4-6-52-16,-1 2-97 0,-4 0-75 0,1-3-90 16,-2 1-72-16,-6-6-121 0,8 8-593 0,-8-8-781 15</inkml:trace>
  <inkml:trace contextRef="#ctx0" brushRef="#br0" timeOffset="181008.05">19722 10463 585 0,'0'-9'603'0,"1"2"-146"16,3 2-35-16,-4 5-30 0,6-8-22 0,-6 8-7 16,13-1-20-16,-4 2-6 0,2 4-45 0,2 0-34 0,2 2-30 15,2 4-31-15,4-1-26 0,-2 3-23 16,1 3-11-16,3-1-25 0,-4 1-23 0,-1 3-14 0,-4-5-3 16,-1 3-28-16,2 0-7 0,-7 0-5 0,1-1-12 15,-2 1 0-15,-2-4-9 0,-2 1-10 0,0 2-20 16,-3-3-18-16,0-3-22 0,0 3-61 0,-3-2-44 15,0-1-101-15,0 0-80 0,-1-3-82 0,-1-1-127 16,1-2-142-16,4-4-283 0,-10 5-571 16</inkml:trace>
  <inkml:trace contextRef="#ctx0" brushRef="#br0" timeOffset="181224.61">20035 10515 331 0,'4'-6'754'15,"-4"6"-152"-15,5-8-76 0,-5 8-61 0,6-11-46 16,-1 5-18-16,-1-2-60 0,4 0-32 0,1-1-64 16,2-1-45-16,3-1-46 0,0-2-22 0,4 0-34 15,-2-2-10-15,0 3-29 0,1-1-1 0,-1-2-20 0,-3 4-2 16,1-3-18-16,-1 3-4 0,-4 1-42 0,1-2-28 16,-3 2-93-16,-2 1-75 0,-3 1-64 15,-2 1-55-15,0 7-70 0,-5-9-53 0,-1 4-110 16,6 5-289-16,-17-4-414 0</inkml:trace>
  <inkml:trace contextRef="#ctx0" brushRef="#br0" timeOffset="181408.48">20073 10261 420 0,'0'0'561'0,"0"0"-137"0,-6 4-30 0,6-4-2 16,0 0-15-16,2 11-3 0,2-7-11 16,1 3-18-16,2 0-28 0,-1 2-4 0,4 1-44 15,-1 1-40-15,0 0-22 0,5 3-52 0,-2 0 3 16,-1-1-43-16,3 3-23 0,-2-1-20 0,-1-1-13 0,1-1-13 15,-3 2-8-15,1-3-26 0,-2-1-28 0,-1 2-41 16,-2-2-49-16,3 0-64 0,-4 0-81 16,0-3-81-16,-2 3-85 0,1-3-161 0,-3 2-620 0,-1-2-808 15</inkml:trace>
  <inkml:trace contextRef="#ctx0" brushRef="#br0" timeOffset="181891.28">19625 11621 1738 0,'0'0'810'16,"0"0"-191"-16,0 0-123 0,0 0-105 0,0 0-74 15,0 0-77-15,6 5-21 0,-6-5-6 0,13 7-22 16,-7-3-24-16,1-1-28 0,3 1-31 0,-1-1-17 15,1 3-18-15,3 0-17 0,-2 0 11 0,1 0-36 16,-1 1 17-16,1-2-36 0,-3 1 30 0,1-1-36 0,-3 1 17 16,1-3-24-16,1 2 23 0,-4-1-27 15,-5-4 32-15,9 7-8 0,-9-7 57 0,9 5-35 16,-9-5 27-16,3 6-45 0,-3-6 28 0,0 0-37 0,-7 6 37 16,7-6-28-16,0 0 35 0,-14 1-37 0,14-1 25 15,-14-4-35-15,5-1-4 0,0-1 1 0,-2-1-2 16,-1-3-9-16,-3-1-7 0,2-5 2 0,2 0 4 15,-3 0-8-15,2-4 1 0,1 2-3 0,2-1 5 16,2 1-3-16,2 1 5 0,1 3-5 0,3 2 0 16,1-1-5-16,1 1 8 0,2 2 1 0,1 0-2 15,1 1 2-15,1 1 0 0,2 3-1 16,-1 2 7-16,-7 3-2 0,15-5 2 0,-15 5-2 0,12 2 1 16,-5 1 4-16,-7-3-2 0,9 10 0 15,-7-6-2-15,2 4 4 0,-3-1-2 0,1 3-2 16,-4-3 3-16,1 4-20 0,-1-1-31 0,-2-1-49 0,1 1-45 15,-3-1-35-15,1-1-84 0,-2 0-69 0,2-2-89 16,0 0-88-16,5-6-104 0,-9 5-589 0,9-5-812 16</inkml:trace>
  <inkml:trace contextRef="#ctx0" brushRef="#br0" timeOffset="182108.87">19841 11264 1052 0,'6'-8'807'0,"0"3"-159"0,-6 5-136 0,11-4-35 15,-11 4-47-15,0 0-35 0,10 6-50 0,-10-6-7 16,4 11-18-16,-1-4-35 0,-3 2-42 0,2 3-39 16,0-1-46-16,-2 0-21 0,4 3-36 15,-1 2-11-15,0-1-20 0,3 1-14 0,-1-2-10 16,2 0-11-16,1 0-22 0,0-3-10 0,2 0-20 16,0-3-29-16,2 1-41 0,0-3-36 0,1 0-40 15,-2-5-65-15,-11-1-84 0,21 0-106 0,-9-1-43 0,-2-3-70 16,-1-2-138-16,-1 1-496 0,-2-4-779 0</inkml:trace>
  <inkml:trace contextRef="#ctx0" brushRef="#br0" timeOffset="182441.59">20016 11254 547 0,'0'0'682'16,"-4"-6"-153"-16,4 6-111 0,0 0-15 0,0 0-28 16,0 0 14-16,0 0-29 0,13 2 5 0,-7 1-35 15,3 1-53-15,0 3-13 0,0-3-30 0,3 0-21 16,0 2-23-16,3 0-29 0,-2 0-30 0,-1-1-26 15,-1 0-22-15,-2-2-16 0,1 2-15 0,0-2-10 16,0 0-13-16,-3 1-16 0,-2-1-15 0,-5-3-19 16,13 4-20-16,-13-4-20 0,9 3-31 0,-9-3-53 15,0 0-26-15,0 0-23 0,9-6-21 0,-9 6 19 16,1-6-6-16,-1 6 41 0,-1-11 16 0,0 5 45 16,-2-1-4-16,1-1 43 0,-2 0-4 0,0 3 30 15,-1-1-2-15,0-2 37 0,-2 5 30 0,7 3 49 16,-9-7-1-16,9 7 28 0,-9-2-6 0,9 2 18 15,-10 2-4-15,10-2 8 0,-11 7-17 0,4 3-12 16,0-5-13-16,-1 4-21 0,0 3-11 0,2-1 6 0,-2 2-25 16,3-1 14-16,-2 2-22 0,1-1 7 0,1 0-31 15,3 2-14-15,-2-4-51 0,1 0-74 16,2 0-119-16,-2-3-100 0,1 3-111 0,1-4-152 0,1-7-494 16,0 10-733-16</inkml:trace>
  <inkml:trace contextRef="#ctx0" brushRef="#br0" timeOffset="182658.47">20271 11115 1086 0,'7'-8'840'0,"-1"2"-167"0,-2 2-130 0,0-2-36 16,-4 6-48-16,5-7-40 0,-5 7-35 0,6-6-25 15,-6 6-46-15,4-7-57 0,-4 7-52 0,10-9-40 16,-5 4-35-16,3 1-30 0,0-1-24 15,2 0-47-15,-1-1-49 0,1 0-31 0,0 1-86 0,-1 1-33 16,0-3-62-16,0 3-26 0,-3 1-80 0,1 0-29 16,-7 3-54-16,10-5-33 0,-10 5-6 0,0 0-5 15,0 0-47-15,0 0-320 0,0 7-373 0</inkml:trace>
  <inkml:trace contextRef="#ctx0" brushRef="#br0" timeOffset="182824.61">20353 11204 557 0,'0'0'568'0,"0"0"-104"0,10 3-65 0,-10-3-31 16,12-7-63-16,-6 3-2 0,2-2-38 0,0-2-22 0,2-2-66 16,0 0-14-16,0-1-51 0,4-1-3 15,-2-4-47-15,2 0-5 0,-1 3-85 0,-1-5-94 16,2 2-77-16,-3-1-100 0,1 0-98 0,-4 0-85 16,-2 3-347-16,0 0-366 0</inkml:trace>
  <inkml:trace contextRef="#ctx0" brushRef="#br0" timeOffset="183140.62">20538 10856 718 0,'0'0'565'0,"0"0"-97"0,-5-6-50 0,5 6-12 16,0 0-22-16,-5-6 18 0,5 6-34 0,0 0-14 15,-6-4-42-15,6 4-54 0,0 0-34 0,0 0-22 16,0 0-22-16,0 0-8 0,0 0-10 0,0 0 0 16,0 0-10-16,10 5-25 0,-10-5-13 0,6 6 3 15,-6-6-6-15,5 7 20 0,-5-7-47 0,8 9 21 16,-4-4-37-16,-4-5 13 0,9 8-40 0,-5-4 18 15,-4-4-36-15,5 10 21 0,-1-5-28 0,-4-5 32 16,2 11-26-16,-2-11 27 0,2 11-33 0,-2-11 25 16,-2 11-33-16,2-11 23 0,-2 11-32 0,2-11 32 15,-3 10-35-15,3-10 27 0,0 7-28 0,0-7 28 16,-1 7-25-16,1-7 26 0,0 0-30 0,0 0 28 16,9-3-35-16,-4-2 30 0,2-1-30 0,1 2 26 15,0-5-29-15,0 3-3 0,-1-2-5 0,2 0-15 16,0 0-24-16,-1-1-24 0,-1 2-26 0,1-3-22 15,-1 4-23-15,-1 0-47 0,0-2-40 0,1 0-84 16,-4-1-88-16,1 4-97 0,0-3-131 0,-2 0-736 16,-1 2-980-16</inkml:trace>
  <inkml:trace contextRef="#ctx0" brushRef="#br0" timeOffset="183341.13">20621 10694 803 0,'-7'-5'787'0,"7"5"-131"16,-8-7-143-16,4 1-73 0,4 6-36 0,-4-4-18 15,4 4-14-15,0 0-20 0,0 0-24 16,11 4-5-16,-4 2 7 0,5 2-10 0,1 2-2 0,2 1-31 16,0 2-6-16,3-1-38 0,-1 2-41 0,3 2-40 15,-2-1-33-15,-3-2-28 0,3 2-21 0,-4 0-70 16,2 0-87-16,-5-3-68 0,-2 1-94 16,0-1-36-16,-4 2-59 0,-1-3-95 0,-4 3-134 0,-1-1-82 15,-3 0-120-15,-1 0-620 0,-4 2-984 0</inkml:trace>
  <inkml:trace contextRef="#ctx0" brushRef="#br0" timeOffset="183477.83">20707 11009 1206 0,'0'0'865'0,"1"-6"-163"0,-1 6-118 16,0 0-66-16,5-8-36 0,-5 8-55 0,0 0-68 16,0-6-26-16,0 6-94 0,0 0-39 0,0 0-131 15,0 0-115-15,0 0-137 0,0 0-294 0,-19 5-337 16,6 2-605-16,-4-1-1025 0</inkml:trace>
  <inkml:trace contextRef="#ctx0" brushRef="#br0" timeOffset="185445.34">20621 10384 30 0,'3'-6'568'0,"1"2"-144"0,-4 4-36 0,4-9-44 0,-4 9-45 15,2-9-13-15,-2 9-32 0,0-10-10 0,0 10-17 16,-1-12-17-16,-2 4-35 0,-1 0 6 0,1 1 8 15,-4-1-15-15,2-1-15 0,-4-2-31 0,1 3 10 16,-2-3-15-16,0 3-20 0,0-3-7 0,-3 1-15 16,-1-1 17-16,-3-1-24 0,2 1 9 0,-3 0-7 15,0 0 6-15,-2 0 9 0,-4-2-16 0,-2 1-14 16,0-1-9-16,-2 0 5 0,-1 2 24 0,-2-1-25 16,-8 0 8-16,-1 1-32 0,0-1 29 0,-3 2-27 0,2 1 33 15,-2 1-20-15,-1 0 2 0,-1-1 4 0,2 3-5 16,0 1-6-16,0-2-3 0,3 3-10 0,1-1-8 15,1 0-2-15,-1 2-2 0,-3-1-5 16,3 4-8-16,-2-2 5 0,-3 2 1 0,1 0 24 16,-8 0-34-16,-2 1 29 0,2 0-33 0,0 3 28 0,-1-2-28 15,2 2 28-15,-1 0-33 0,1 1 31 0,1-1 1 16,0 1 0-16,0 0 23 0,0 1-34 16,3 0 24-16,-2-1-35 0,-2 1 30 0,5 0-40 15,-3 2 33-15,0-3-31 0,-1 1 29 0,0 2-34 16,-1-1 31-16,0 0-33 0,2 1 30 0,-1 0-31 15,2 0 31-15,-2 0-29 0,3 1 36 0,-1 0-37 0,2 0 28 16,1 2-32-16,0-2 32 0,-2 2-30 0,5 1 30 16,-4 0-6-16,1-1 1 0,0 3-3 0,0-3 10 15,0 3-14-15,-2 0 0 0,3-1-28 0,-2 1 35 16,0 1-32-16,2 2 32 0,-3-1-29 0,1 1 31 16,0 2-28-16,-1 0 31 0,2 0-32 0,-1 0 33 15,0 2-28-15,0-2 29 0,-6 3-34 0,6-3 5 16,1 0 4-16,0 0 0 0,-8 4 4 0,1 0 3 15,1 2-2-15,0-2 0 0,0 2-2 0,2 4 2 16,2-4 28-16,-3 4-29 0,6-1 25 0,-1 1-34 16,1 2 34-16,-2 2-32 0,4-1 30 0,-1 1-31 15,-1 0 39-15,2-2-28 0,5-3 27 0,1-2-34 0,-2 0 32 16,3-2-32-16,-1-2 29 0,1 1-29 16,-1 0 30-16,5-2-33 0,-1-1 36 0,0-1-36 0,7-2 2 15,0-1 3-15,1-1 1 0,0 3 5 0,2 0-1 16,-1 1 28-16,-2 6 11 0,1 1 1 0,0-1-7 15,-1 1-8-15,2 0-5 0,2 2 25 0,2-5-36 16,-4 4 27-16,2 1-34 0,-2-1 26 0,4 0-27 16,-2 1 30-16,0 0-32 0,1-5 33 0,0 4-13 15,2-2 26-15,1-1-29 0,-1-1 24 0,2 0-34 16,-1 1 30-16,3-2-16 0,1 1 1 0,-2 0-6 16,4 2-1-16,1 0-2 0,2 2 0 0,-2 3 2 15,6 0 1-15,-1 2 16 0,2 1-7 0,4 0-4 16,-1 3-1-16,4-1 7 0,3 6-3 0,1 2-5 15,1-4 1-15,3 3-6 0,1-2 20 0,0 1-1 16,4-1 8-16,2-1-6 0,-2-2-6 0,4-1-2 16,1-3-4-16,2 0 8 0,0-1 0 0,4-5-14 15,1 1 12-15,1 0-16 0,4-3 13 0,1-1-18 16,2-2 19-16,0-1-9 0,2-1 13 0,3 2-18 16,0-3 13-16,1 0-19 0,0 1 16 0,3-3-21 15,4 5 16-15,-5-3-5 0,2-2-1 0,-1 1 0 16,-1-3-2-16,1 2 3 0,-1-2-3 0,3 0-3 15,-3-1 2-15,1-4 0 0,-1 0 11 0,1-1 10 0,-1-2 12 16,3-2 3-16,-8-4-7 0,1 1-35 16,7-5 0-16,0 1 0 0,0 1 0 0,1-6 0 0,1 1 0 15,0-2 0-15,0-1 0 0,0 1 0 0,0-3 0 16,0 3 0-16,2-3 0 0,-3-1 0 0,1 3 0 16,0-7 0-16,-1 7 0 0,0-4 0 0,1-1 0 15,-1 0 0-15,7-2 0 0,2-4 0 16,-3 4 0-16,3-5 0 0,-12 6 0 0,11-4 0 0,-1 0 0 15,-2 0 0-15,1-2 0 0,-1-1 0 0,0 2 0 16,0-2 0-16,-2 0 0 0,-1-1 0 0,-1-2 0 16,3 2 0-16,-3 0 0 0,0-1 0 0,1-1 0 15,0 1 0-15,-1-1 0 0,1-3 0 0,-2 2 0 16,4-2 0-16,-1-1 0 0,-2 1 0 0,-1 1 0 16,1 0 0-16,-2 0 0 0,-1 0 0 0,-7 5 0 15,0 0 0-15,0 2 0 0,0-2 0 0,1 2 0 16,-1-2 0-16,-1 3 0 0,1-1 0 0,-2 1 0 15,2-4 0-15,0 3 0 0,0-3 0 0,0 3 0 16,1-3 0-16,-1-1 0 0,0 1 0 0,0 1 0 16,-2-2 0-16,0 1 0 0,0-1 0 0,2 0 0 0,-2 1 0 15,0-2 0-15,-2 1 0 0,3-1 0 0,-2 3 0 16,-1-3 0-16,0 2 0 0,2 0 0 16,-5 1 0-16,2 1 0 0,-3 0 0 0,-1 0 0 0,-2 2 0 15,-4 0 0-15,-3 5 0 0,-1-4 0 16,1 0 0-16,-3-1 0 0,0 0 0 0,0 0 0 15,-1-3 0-15,2-5 0 0,-3 6 0 0,3-8 0 0,-1 1 0 16,1-2 0-16,0 0 0 0,-1-1 0 0,1 1 0 16,0 0 0-16,-3-1 0 0,0 2 0 0,-1 3 0 15,-2 3 0-15,-1-1 0 0,-2 1 0 0,-2 4 0 16,-2 1 0-16,-1-1 0 0,1 2 0 0,-4-1 0 16,0 0 0-16,-3 2 0 0,0-2 0 0,-1 2 0 15,-1-3 0-15,0 2 0 0,-1 0 0 0,-2-1 0 16,2 2 0-16,-1-1 0 0,-3 0 0 0,3 1 0 15,0-1 0-15,-1-1 0 0,1 0 0 0,-1 0 0 16,-1-2 0-16,1-1 0 0,-2 0 0 0,2 0 0 16,-1-1 0-16,0 2 0 0,-2 0 0 0,0-1 0 15,-1-1 0-15,-1 2 0 0,0-2 0 0,-5-1 0 0,0 0 0 16,0 0 0-16,-3 1 0 0,0-2 0 16,-1 2 0-16,-3 0 0 0,-2-2 0 0,-1-1 0 15,5 5 0-15,-3-2 0 0,0 1 0 0,3 2 0 0,-1-1 0 16,-2 1 0-16,4 0 0 0,0 1 0 15,0 0 0-15,3 0 0 0,1 4 0 0,-3-1 0 0,3 1 0 16,0-1 0-16,1 2 0 0,-1 0 0 16,4 2 0-16,-1 0 0 0,-1 1 0 0,1 0 0 0,-2 1 0 15,0-1 0-15,2 0 0 0,-2 1 0 16,-1 0 0-16,-3 0 0 0,-1 0 0 0,-2 0 0 16,-2 0 0-16,0 1 0 0,-6-1 0 0,0 1 0 15,-4-1 0-15,0 2 0 0,-2 1 0 0,-2 0 0 0,0-1 0 16,-1 3 0-16,-1-1 0 0,-1 1 0 0,0 3 0 15,0 0 0-15,0 1 0 0,-2 0 0 0,0 2 0 16,1 1 0-16,-6 1 0 0,7 1 0 0,-5 1 0 16,-3-1 0-16,2 3 0 0,-3-2 0 0,2 4 0 15,-3-1 0-15,-2 1 0 0,1 1 0 0,-11 3 0 16,-2 2 0-16,-8 1 0 0,-1 3-165 0,-6 5-771 16,-5 1-202-16,-23 10-739 0,1-1-1597 0</inkml:trace>
  <inkml:trace contextRef="#ctx0" brushRef="#br0" timeOffset="186841.53">2476 12977 165 0,'-9'4'388'0,"2"-1"-108"16,-1 2-57-16,0-1-47 0,2 0 5 0,1 1 11 0,0 1 11 0,0 1 2 0,1 2-21 15,-1 0-1-15,1-1-10 0,1 3-22 0,1-2 13 16,-1 1-30-16,3-1 33 0,-2 1-24 0,0-3 12 16,1 1-17-16,1-1 14 0,3 1 19 0,-3-8 30 15,7 7-13-15,-7-7-2 0,22-6-35 0,-4-6-36 16,15-11-12-16,12-11-27 0,7-10-5 0,16-20-14 16,6-5-17-16,9-9-12 0,3-7-12 15,4-8-49-15,8-1-151 0,4-9-239 0,3-1-311 0,17-25-458 16,-28 23-801-16</inkml:trace>
  <inkml:trace contextRef="#ctx0" brushRef="#br0" timeOffset="188308.53">5237 13977 250 0,'-7'-4'533'0,"7"4"-128"0,0 0-87 0,-7-5-56 0,7 5-33 0,0 0-32 16,-8-4-23-16,8 4-28 0,0 0-17 0,0 0-3 16,0 0-2-16,0 0 6 0,0 0 1 0,0 0-9 15,0 0 13-15,10 6-17 0,-2-4 17 0,1 0-18 16,1 1-17-16,2-1 19 0,-1 1-9 0,3-2 14 0,-2-1-12 15,4 0-4-15,0-3 17 0,3-3-10 16,5 0-17-16,3-8-17 0,11-5-18 0,7-8-24 16,6-4 6-16,0-5-14 0,6-4-8 0,0-3-7 15,4-4-71-15,-1-3-142 0,-1 0-134 0,-5 1-92 16,-7-1-141-16,-4 2-537 0,-8 5-717 0</inkml:trace>
  <inkml:trace contextRef="#ctx0" brushRef="#br0" timeOffset="189325.27">1306 16806 204 0,'-7'-8'503'0,"2"-2"-111"0,0 3-69 0,0 2-52 0,1 1-40 15,-1-1-27-15,5 5-32 0,-9-5-2 0,9 5-4 0,0 0 20 16,-4 7 2-16,7 0-40 0,-1 1 14 0,5 6-23 15,2 0-27-15,0 4-15 0,3 6-11 16,4-1 24-16,-1 2-18 0,3 4-14 0,2 2 2 16,-2 0-35-16,3-1 10 0,-3-3-28 0,-2-2 11 15,2-1-26-15,-4 0-1 0,-1-5-4 0,1 1-6 16,-4-3-38-16,2-3-150 0,-6-1-96 0,2-1-73 16,-3-3-103-16,-2-2-76 0,-3-7-242 15,1 10-298-15</inkml:trace>
  <inkml:trace contextRef="#ctx0" brushRef="#br0" timeOffset="189574.65">1228 17004 331 0,'-9'-17'369'15,"1"2"-91"-15,4-1-54 0,3 2-42 0,4-2-19 16,0 1-6-16,6-3 3 0,1 2-3 0,2 1 20 16,6 1 28-16,1 0-30 0,-1 3-16 0,2 0-22 15,1 3 10-15,-1 2-24 0,-1 1-19 0,-2 2-21 16,1 1-37-16,-4 1 44 0,0 2-34 0,-1 2 34 15,0 0-17-15,-3 2 25 0,-2 1-50 0,-2 2 19 0,0 3-14 16,-2 0-11-16,-4 2-9 0,0 1-10 16,-1 0-1-16,-3 2-12 0,-1 0 1 0,0 0-7 15,-2-3 11-15,1 2-15 0,0-1 11 0,-4-1-29 16,2-4-30-16,0 2-105 0,0-4-53 0,0-1-84 16,0 0-109-16,8-6-65 0,-12 3-342 0,12-3-332 15</inkml:trace>
  <inkml:trace contextRef="#ctx0" brushRef="#br0" timeOffset="189823.84">1649 16487 270 0,'12'-13'696'0,"-3"1"-181"16,0 2-117-16,-3 6-22 0,-6 4-33 0,0 0-10 16,0 0-9-16,9 7-34 0,-10 2-16 0,-3 4-49 15,0 4 2-15,-1 5-63 0,-1 0 23 0,2 3-69 16,-1 5 18-16,1 2-63 0,4-3 28 0,1 3-57 15,3 2 20-15,1-3-36 0,4-1 27 0,3 0-28 16,-1-3 11-16,3-3-35 0,3 0 32 0,2-4-40 16,0-2 34-16,2-5-35 0,-1-1 32 0,2-2-39 15,-2-4 25-15,2-2-32 0,0-1 17 0,-3-3-106 16,0-2-70-16,-1 0-120 0,0-3-105 0,-3 1-93 16,-2-3-128-16,-3 0-389 0,-1 0-622 0</inkml:trace>
  <inkml:trace contextRef="#ctx0" brushRef="#br0" timeOffset="190040.48">1822 16705 464 0,'0'0'494'0,"0"0"-114"0,0 0-67 16,0 0 9-16,3-7 2 0,-3 7-29 0,0 0-1 0,20 1-45 15,-8-1 30-15,3 2-68 0,0-2-12 0,6 1-52 16,-1 1-9-16,2-2-55 0,1 0 12 0,1 1-46 15,1 0 17-15,0 1-41 0,-2-1 21 0,-1-1-40 16,-1 1 10-16,-1-1-63 0,-1 0-41 0,-5 1-90 16,1-1-66-16,-5 0-50 0,-10 0-79 15,17-1-14-15,-17 1 9 0,9-4-22 0,-9 4-265 0,1-5-175 16</inkml:trace>
  <inkml:trace contextRef="#ctx0" brushRef="#br0" timeOffset="190207.63">2153 16631 430 0,'-14'-9'192'0,"4"-1"33"0,-2-1 11 0,1 3 0 16,2-1 8-16,1 2-20 0,0 1-47 0,1 0-35 0,3 2-26 15,4 4-19-15,-8-3 12 0,8 3 13 0,-2 4 24 16,2 4 36-16,0 1 3 0,0-1 1 0,0 4 19 16,0 3-68-16,0 2 37 0,0 2-42 0,0 2 7 15,0-1-54-15,0 6 7 0,0-1-43 0,0 0 14 16,-2 0-13-16,1 0-13 0,1-1-15 0,-1 0-23 16,-2-3-48-16,2-2-119 0,0-1-118 0,-3-1-120 15,0-2-130-15,3-3-401 0,-3 0-513 0</inkml:trace>
  <inkml:trace contextRef="#ctx0" brushRef="#br0" timeOffset="190643.44">2186 16459 847 0,'4'-10'666'0,"-1"4"-73"0,-3 6-119 16,2-12-37-16,-2 12-74 0,3-8-8 0,-3 8-69 0,2-11-1 15,-2 11-88-15,4-6 4 0,-4 6-81 16,4-5 13-16,-4 5-60 0,5-8 31 0,-5 8-66 16,14-7 38-16,-4 4-61 0,1-3-3 0,-1 2 5 0,4-1-6 15,-1-1-3-15,1 0-4 0,-2 1 2 0,1 0-2 16,0-1 4-16,-1 2-4 0,-1-1 0 0,-2 1 2 16,-1 2-4-16,-2-2 1 0,-6 4 0 0,14-4 1 15,-14 4 23-15,9-5 16 0,-9 5 4 0,9-6-9 16,-9 6-2-16,8-4-5 0,-8 4-4 0,2-4-5 15,-2 4-1-15,3-6-5 0,-3 6 1 0,0 0-3 16,1-11-2-16,-1 11 1 0,0 0-5 0,1-5-8 16,-1 5-4-16,0 0 1 0,0 0-2 0,0 0 7 15,0 0 4-15,7 7 14 0,-6 3-2 0,2 1-8 16,-1 2 21-16,1 3 5 0,-2 2 9 0,-1 2-4 16,0 1 4-16,0 5 2 0,-1-1-8 0,-3 0-7 15,0 3-5-15,0 0-3 0,-1 2-9 0,0-5 2 16,0 0-4-16,-2-2-18 0,2-1 13 0,0-2-5 15,3-3-31-15,-1-1-101 0,0-1-74 0,2-5-72 0,1 0-85 16,0-4-137-16,0-6-154 0,7 8-630 16,-7-8-887-16</inkml:trace>
  <inkml:trace contextRef="#ctx0" brushRef="#br0" timeOffset="190840.98">2626 16386 675 0,'5'-6'578'0,"-5"6"-94"0,0 0-8 0,0 0-79 15,11 7 28-15,-11 0-48 0,-1 4 2 0,1 2-87 16,-3 3-35-16,1 1-59 0,1 3-34 0,-3 2-22 16,4 1-22-16,-1 1-17 0,1-3-20 15,0 2-16-15,1 1 0 0,4-1-33 0,-1 2 8 0,1-2-7 16,0 0-6-16,-1-2-8 0,2-1-21 0,1-4-43 16,-2 0-46-16,0-3-24 0,0 0-144 0,-1-2-110 15,0-1-89-15,-3-2-149 0,4-3-494 0,-5-5-716 16</inkml:trace>
  <inkml:trace contextRef="#ctx0" brushRef="#br0" timeOffset="191293.02">2657 16260 298 0,'2'-19'581'0,"2"3"-84"0,0 2-42 0,-2 2-15 15,1 0-45-15,-1 2-30 0,1-2-38 0,1 2-37 16,-2 1-38-16,1 0-42 0,2 1-48 15,0-1-28-15,0 1-34 0,-1 1-17 0,2 1-22 0,1 1-4 16,2 3-18-16,-9 2-4 0,15-1-10 0,-6 3-2 16,0 2-1-16,0 1-6 0,-1 3-4 0,-2 2 2 15,2 0-5-15,-3 3 1 0,-1 2-8 0,-2-2 34 16,-2 3-37-16,0-1 35 0,-2 0-40 0,-1 1 33 16,-1-2-36-16,2-1 32 0,-3 0-35 0,1-3 37 15,0 0-36-15,0-2 43 0,1 0-37 0,1 0 35 16,1-4-42-16,1-4 35 0,-3 8-43 0,3-8 38 15,0 0-35-15,8-4 38 0,-3 0-32 0,5 0-4 16,-1-1 3-16,3-1 5 0,0-1 6 0,1 4 8 16,1-1 2-16,2-1 3 0,-2-1-3 0,1 4-3 15,-1 2 4-15,0-2 1 0,0 2-3 0,0 0-4 16,-1 2 2-16,1-1 6 0,-4 4 2 0,2-1 0 16,-2 2-3-16,-1-2 3 0,-1 3-3 0,-3 1 6 15,1 1 19-15,-4-1 5 0,0 1-15 0,-2 2-5 16,-3-1-5-16,-2 2-1 0,-1 0-4 0,-1-1-4 0,0 1 1 15,-5 0-3-15,2-2 0 0,-3 3-2 16,-5-1-4-16,3-3 0 0,-3 1-5 0,4-3-15 16,-1-1-50-16,1 1-76 0,-3-3-167 0,3-1-118 0,-3 0-143 15,2-2-637-15,-3-2-820 0</inkml:trace>
  <inkml:trace contextRef="#ctx0" brushRef="#br0" timeOffset="191540.15">2701 15868 562 0,'18'-6'572'0,"3"0"-4"0,-1 5-26 0,2 2-67 0,5 4-34 0,-2-1-38 0,7 4-38 0,4 5 3 0,1 0-81 16,5 0 9-16,-1 4-44 0,2 0-22 0,10 3 28 16,2 1-44-16,1 1-18 0,0 0-54 0,-2 1-12 15,0 0-49-15,-3 2 2 0,-12-4-37 0,0 2 9 16,-6-1-34-16,-1 6 18 0,-4-2-10 0,-5 3-6 15,-4 0-5-15,-7-1-4 0,-6 1-7 0,-5 1-1 16,-3 2-6-16,-5 0-13 0,-3 7-52 0,-5-3-31 16,1 0-80-16,-5-4-42 0,-3 0-86 0,0-4-111 15,-2 0-103-15,-3-4-112 0,-1 0-732 0,-1-5-963 16</inkml:trace>
  <inkml:trace contextRef="#ctx0" brushRef="#br0" timeOffset="193097.86">4038 15923 381 0,'0'0'791'0,"-10"1"-155"0,10-1-121 0,0 0-118 0,-13 1-73 0,13-1-52 15,0 0-22-15,-6-3-24 0,6 3-16 0,1-8-27 16,2 0-16-16,0 4-48 0,5-5-16 0,0-3-24 16,2 2-9-16,4-3-17 0,0-2-10 0,5-1-8 15,0-1 3-15,3 0-16 0,1-1-1 0,0-1-7 0,0 2 1 16,0 1-11-16,0-1 4 0,0 2-11 16,-2 1 0-16,-2 0-63 0,-5 3-168 0,0 2-133 15,-5 4-136-15,-4 0-125 0,-5 5-364 0,0 0-587 16</inkml:trace>
  <inkml:trace contextRef="#ctx0" brushRef="#br0" timeOffset="193257.15">4048 15943 193 0,'-2'7'469'0,"2"-7"-121"0,2 8-74 16,-2-8-37-16,13 1-6 0,-13-1 1 0,19-4-7 16,-3 1-12-16,0-3-25 0,5-2-15 0,-1 0-9 15,7-4-11-15,1-1-33 0,4-5-23 0,1 1-14 16,-1-2-19-16,0 1-14 0,-5 3-14 0,-4 1-5 15,0 1-73-15,-7 1-144 0,-4 4-168 0,-4-1-587 16,-2 3-516-16</inkml:trace>
  <inkml:trace contextRef="#ctx0" brushRef="#br0" timeOffset="199408.36">3858 17225 101 0,'-10'-6'471'0,"-1"2"-76"0,1-3-54 0,1 3-22 16,0-1-7-16,0-1-17 0,2 2-16 0,-1 1-56 15,3-2-1-15,-3 3-70 0,8 2-3 0,-10-6-62 16,10 6 15-16,-6-3-42 0,6 3 45 0,0 0-38 16,0 0 63-16,6 11-43 0,0-5 19 0,6 5-18 15,-2-1 8-15,7 4-41 0,-2 0 14 0,8 4-35 16,-1-1 19-16,0 1-35 0,-1 2 25 0,6 2-33 15,-4-3-4-15,1 4-1 0,-2-3 0 16,-2-1 1-16,0 2-5 0,-1 0-8 0,-1-2-37 0,-4-3-122 16,-1 0-144-16,-1-2-140 0,-1-3-156 0,-1-2-307 15,-4-1-482-15</inkml:trace>
  <inkml:trace contextRef="#ctx0" brushRef="#br0" timeOffset="199607.27">4171 17356 345 0,'0'0'648'16,"0"0"-106"-16,5-6-132 0,-5 6-21 0,0 0-100 15,0 0 0-15,1-6-69 0,-1 6 14 0,5-8-56 16,1 1 19-16,0-4-47 0,2-1-12 16,4-2-47-16,4-5 4 0,4-5-39 0,2-1 10 15,0-2-37-15,2 0-4 0,1 0-11 0,1 1-11 16,-3 0-145-16,-5 3-161 0,0 3-139 0,-5 2-165 15,-2 0-308-15,-1-1-483 0</inkml:trace>
  <inkml:trace contextRef="#ctx0" brushRef="#br0" timeOffset="200143.5">4673 16352 375 0,'0'-12'587'0,"-1"3"-111"16,1 1-40-16,-1 0-28 0,1 8-50 0,-3-13-25 15,3 13-31-15,0-10-29 0,0 10-23 0,-1-12-21 16,1 12-35-16,-4-7-31 0,4 7-40 0,-4-7-22 16,4 7-28-16,-5-6-4 0,5 6-23 0,-9-2-1 15,9 2-15-15,-14 0 3 0,5 2-7 0,-1 0 4 16,-3 4-11-16,0 0 8 0,-2 0 18 0,1 4 2 0,-4-1 13 15,0 3-12-15,0-2-3 0,1 2-17 0,0 1 6 16,0-3-18-16,0 6 8 0,5-4-11 16,-2 1 6-16,3-2-11 0,1-1 4 0,5 2-6 0,0 1 18 15,2-1-4-15,5 1 28 0,-1 0-24 0,5 4 19 16,4 0-29-16,2-1 26 0,5 4-32 0,-2 0 35 16,5 1-28-16,1-1 54 0,3 4-35 0,3 0 25 15,-1 1-27-15,-1 1 28 0,3 2-17 0,-1 1 31 16,0 1 7-16,2 1 8 0,1-2-41 0,-1 2 15 15,3 0-2-15,-2 1 18 0,2 0 15 0,-2-2-40 16,2-1 12-16,0 1-5 0,1-2 63 0,-2 0-33 16,0-3 30-16,-3-3 21 0,-4-5 0 0,-1 2-34 15,-3-2 2-15,-3-4-9 0,-2-1-14 0,-3-3-22 16,-2 1-6-16,3-2-12 0,-4-2-6 0,-1 0-6 0,-2 0-1 16,0-1 10-16,1-1 5 0,-7-4-15 15,14 0-34-15,-5-4 0 0,2-5 0 0,-1-2 0 0,6-5 0 16,-1-4 0-16,3-4 0 0,1-8-81 0,-1 1-53 15,2-3-53-15,-2-1-30 0,0 1-74 0,-1 2-50 0,-2 5-94 16,-6 2-217-16,0 5-159 0,-4 3-785 0,-2 2-1249 16</inkml:trace>
  <inkml:trace contextRef="#ctx0" brushRef="#br0" timeOffset="202323.02">5021 16467 94 0,'-5'-5'454'0,"5"5"-120"0,-8-7-36 0,8 7-19 15,-9-7-15-15,9 7-28 0,-6-5-57 0,6 5-25 0,0 0-44 16,0 0 28-16,0 0-6 0,0 0 12 0,0 0 23 15,9 12-36-15,2-5-14 0,3 5-8 0,4 1 7 16,0-1-22-16,5 4-10 0,0-1-26 16,2 3-2-16,1-4 0 0,0 4-18 0,-2-2 3 0,1 2-15 15,0-2 3-15,-2 0-13 0,-4-1 0 0,0-2-24 16,-3-1-23-16,-3 0-75 0,-1-4-108 16,-3 1-75-16,1-1-109 0,-6-4-114 0,-4-4-253 15,3 7-281-15</inkml:trace>
  <inkml:trace contextRef="#ctx0" brushRef="#br0" timeOffset="202566.14">5031 16568 183 0,'-13'-9'495'0,"4"1"-142"0,-1-2-70 0,5 2-42 0,1-2-16 16,0-1-19-16,3 0-11 0,4-3-30 0,0 0-10 16,5-3-20-16,2-2 8 0,3 2-2 0,1 1-1 15,4-2 4-15,2 1-28 0,-2 4-14 0,3 4-26 16,-1 1-6-16,-3 5 7 0,2 0-4 0,-5 3-7 15,4 3 18-15,-3 1-14 0,1 4-5 0,-3 0-8 16,-1 7-11-16,0-1-12 0,-6 2-2 0,-2 1 4 0,1 1-20 16,-4 0-5-16,-2-1-1 0,1 1-12 15,-5-1 7-15,1 0-13 0,0-4-2 0,-1 0-42 16,0-2-71-16,-1-3-120 0,-2-2-103 0,0-1-92 16,8-5-73-16,-13 1-286 0,6-4-322 0</inkml:trace>
  <inkml:trace contextRef="#ctx0" brushRef="#br0" timeOffset="202823.93">5302 16029 478 0,'3'-14'785'16,"-1"4"-176"-16,-2 4-86 0,0 6-97 0,0 0-44 16,0 0-39-16,0 0-38 0,-2 6-21 0,0 7-37 0,2 5-47 15,0 2-21-15,2 7-31 0,0 3-10 0,2 5-45 16,5 6 6-16,0-1-43 0,1-1 6 15,4-1-31-15,0-5 14 0,4 0-31 0,0-3 25 0,1-8-31 16,0-1 26-16,2-4-33 0,-1-5 32 0,2-3-29 16,-3-5 25-16,3 1-32 0,-2-5-1 0,1-5-9 15,0-1-25-15,1-1-8 0,-3-3-63 0,0-3-89 16,-2 1-130-16,-3-3-97 0,-1 1-95 16,-3 1-98-16,-3-1-409 0,-5-1-638 0</inkml:trace>
  <inkml:trace contextRef="#ctx0" brushRef="#br0" timeOffset="203191.51">5531 16162 585 0,'0'0'481'0,"-4"-6"-101"16,4 6-18-16,0 0-22 0,5-8-8 0,-5 8-13 16,10-5-20-16,1 4-36 0,0-2-29 0,2 0-40 15,5 1-21-15,-3 1-14 0,4-1-33 0,0 2-24 16,2 2-25-16,-1-1-13 0,-2 0-17 0,3 0-8 15,-2 2-9-15,-1-2-10 0,-1 2-13 0,-2-3-15 0,-2 2-26 16,-1 1-22-16,0-3-19 0,-12 0-56 0,16 1-69 16,-16-1-52-16,0 0-15 0,0 0-13 15,0 0 0-15,0 0 34 0,4-4 28 0,-4 4 49 16,-10-10 27-16,1 4 26 0,0-2 23 0,-1-2 42 16,-3 1 18-16,0-2 40 0,-1-1 28 0,1 2 62 15,2 0 16-15,-2 3 12 0,4-2-1 0,0 3-20 16,3 0-21-16,-2 2-2 0,8 4 27 0,0 0 24 15,-13 2 20-15,13-2 6 0,-5 13-2 0,5-3 6 16,-1 4-18-16,0 3 4 0,1 2 8 0,0 2-23 0,1 4-29 16,-1 0-18-16,1 2-23 0,2-2-10 15,-2 1-16-15,2-1-4 0,-1-2-15 0,1-1-9 16,1-3-28-16,-2-3-51 0,2 1-115 0,2-4-127 0,-3-5-99 16,1 2-135-16,-4-10-412 0,6 4-543 0</inkml:trace>
  <inkml:trace contextRef="#ctx0" brushRef="#br0" timeOffset="203440.14">5882 15976 747 0,'0'0'599'0,"5"-3"-116"16,-5 3-46-16,0 0-44 0,8-6-33 0,-8 6-28 0,0 0-49 0,5-6-58 15,-5 6-46-15,5-7-36 0,-5 7-27 0,4-11-27 16,1 5-20-16,-1-2-14 0,1 0-14 0,1-2-10 16,1-1-10-16,-1-2-13 0,2 2-15 0,-2-1-63 15,2 0-71-15,-2 2-71 0,1-3-47 0,-2 5-2 16,-1-1-46-16,1 5-26 0,-5 4-25 0,4-6-36 0,-4 6-327 16,0 0-226-16</inkml:trace>
  <inkml:trace contextRef="#ctx0" brushRef="#br0" timeOffset="203607.5">5996 16047 245 0,'0'0'576'15,"5"-7"-105"-15,-5 7-70 0,4-9-49 0,-2 4-41 0,1-3-56 16,2-2-47-16,0-2-20 0,4-3-16 0,0-1-37 16,0-2-19-16,4-2-30 0,0-1-12 15,2 1-20-15,-2 2-19 0,-2-1-42 0,2 3-69 16,0-1-78-16,-2 3-102 0,-1-1-84 0,0 2-95 0,-3 0-330 15,-2 1-280-15</inkml:trace>
  <inkml:trace contextRef="#ctx0" brushRef="#br0" timeOffset="203890.69">6137 15619 447 0,'0'0'432'0,"0"0"-82"0,0 0-32 0,-12 2-34 16,12-2-2-16,0 9-17 0,0-2-35 0,3 0-19 15,-1 3-8-15,2-1-18 0,1 4-17 0,3-1 19 16,-2 1-20-16,3 0-11 0,0-3-27 0,1 3 1 15,-1-2-19-15,3-3 25 0,-1 1-25 0,-2-1-3 16,0-2 3-16,2-2-14 0,-2 1-10 0,1-2 0 16,-10-3-2-16,16 0-8 0,-16 0-17 0,14-4-9 15,-6-2-11-15,-2 2-7 0,-2-4-5 0,-1 1-5 16,-1-1-4-16,-2-1 4 0,0 0-11 0,-2-1-2 16,-1 0-3-16,-2 0-2 0,0 2-2 0,-4-3 0 15,0 4 3-15,-3 1-7 0,1 1 1 0,-2 2-2 16,-1 3-3-16,1 0 2 0,-2 3-3 0,0 4-1 15,-2-2-12-15,4 5-26 0,-2 1-57 0,5 1-85 16,-2-2-111-16,3 3-89 0,4-1-131 0,0-2-138 16,2-1-356-16,3-9-616 0</inkml:trace>
  <inkml:trace contextRef="#ctx0" brushRef="#br0" timeOffset="204139.96">6162 15568 233 0,'0'-14'727'0,"1"5"-169"15,1 0-118-15,-2 2-50 0,4-3-37 0,-1 2-3 16,6 1-7-16,3-3-5 0,3 3-17 0,3 0-49 16,5 1-50-16,4 3-17 0,1 0-30 0,1 3-9 15,-1 5-56-15,6 1 8 0,-3 2-56 0,0 5 15 16,4 3-42-16,-3 1 21 0,-3 2-41 16,-1 3 27-16,-6 2-9 0,-3 0-1 0,-1-2-12 0,-5 3-30 15,-3-1 31-15,0-1-37 0,-5-2 32 0,-1 0-37 16,0-2 13-16,-3-3-54 0,1 0-23 15,-1-3-52-15,-2-2-85 0,-2-1-129 0,2-4-87 16,-2 0-102-16,3-6-100 0,0 0-359 0,0 0-601 0</inkml:trace>
  <inkml:trace contextRef="#ctx0" brushRef="#br0" timeOffset="204342.31">6609 15505 532 0,'0'0'646'0,"0"0"-135"0,0 0-64 0,0 0-67 0,0 0-39 16,7-5-25-16,-7 5-36 0,6-7-38 16,-2 4-43-16,1-4-40 0,5-3-37 0,-1-1 9 15,4-3-14-15,1-2-15 0,3-4-23 0,1-1-7 16,1 2-22-16,-1-1-5 0,1-2-19 0,-2 0 1 0,-1 1-20 16,-2 4-6-16,-1 1-36 0,-3 0-97 15,-3 3-129-15,-1 0-109 0,-2 5-133 0,-3 1-602 16,-6 0-720-16</inkml:trace>
  <inkml:trace contextRef="#ctx0" brushRef="#br0" timeOffset="204543.68">6499 15301 9 0,'0'0'654'0,"-6"5"-115"0,6-5-98 16,0 0-22-16,8 6-11 0,-8-6-4 0,15 6-19 15,-6 0-24-15,5 0-50 0,0 1-38 0,4 4-42 16,2 0-27-16,3 3-37 0,-1 3-16 15,3 1-47-15,-4 0-7 0,6 4-15 0,0 2-21 0,-4-2-9 16,3 3-17-16,-2-1-25 0,-4-3-36 0,-2 1-40 16,-1-2-68-16,-3 1-112 0,-3-4-127 0,-2 1-115 15,-2-1-136-15,-2-3-451 0,-4 1-690 0</inkml:trace>
  <inkml:trace contextRef="#ctx0" brushRef="#br0" timeOffset="205157.3">6042 17267 153 0,'-13'-7'676'0,"-1"-1"-156"0,4 0-88 0,1 2-27 15,-1 1-43-15,2-1-53 0,2 2-45 0,-1-1-23 16,7 5 6-16,-5-6 6 0,5 6 0 0,0 0-8 0,9-1-38 15,-9 1-9-15,18 6-54 0,-5 0-6 16,2 1-49-16,2 4 2 0,1 0-35 0,1 2 7 16,4 2-32-16,-4 1 15 0,4 0-30 0,-4 1 21 15,0-2-26-15,-1-1 15 0,-4 0-28 0,2-2 23 0,-6-2-31 16,1 0 21-16,-3-1-21 0,-2-1 19 0,0 0-23 16,-6-8-17-16,2 8-44 0,-2-8-12 0,-6 5 8 15,6-5 1-15,-15 0-10 0,4-5 19 16,0-3 5-16,-6-3-6 0,-1-2 14 0,-2-5 12 15,-5-6 11-15,1-2 5 0,1-3 6 0,-3 0 5 16,4-1 6-16,1 0 10 0,1 1 1 0,3 6 6 16,4 1 0-16,4 3 10 0,2-1-4 0,4 6 13 0,2-1-1 15,3 4 2-15,5-1-11 0,-1 3 3 0,3 3-8 16,4 3 5-16,-2 1-10 0,2 4 4 0,4 1-1 16,-2 4-2-16,2 3-3 0,-2 2 0 0,0 3 1 15,-2 1 2-15,-4 2 16 0,0 2-6 0,-4 2-9 16,-2 0 4-16,-3-1-3 0,-3 2-2 0,1 0 0 15,-4-1-2-15,0-3-5 0,0 0 2 0,-2-4-7 16,0-2-10-16,1-1-29 0,-4-4-103 0,4-2-132 16,-1-2-100-16,8-4-74 0,-15-3-97 0,10-4-413 15,-2-1-553-15</inkml:trace>
  <inkml:trace contextRef="#ctx0" brushRef="#br0" timeOffset="205390.18">6211 16787 440 0,'6'-8'792'0,"-2"2"-154"0,-4 6-97 0,0 0-69 0,0 0-50 0,6 8-28 0,-4 4-36 0,-4 1-39 0,2 7-5 0,0 2-52 15,0 3-12-15,2 4-67 0,0 5-12 0,2-1-53 16,2 0-2-16,1 1-25 0,3 0 12 0,3-4-31 16,-1-1 17-16,5-4-29 0,0-5 6 0,0 1-27 15,4-5 6-15,-2-3-28 0,2-4 12 0,-1-2-26 16,-1-4 11-16,2-3-33 0,-2 0 1 0,0-3-66 0,3-3-27 15,-4-2-73-15,1 0-79 0,-4-2-104 0,0-1-121 16,-3 0-92-16,-4-1-134 0,-2 0-411 16,-3 1-739-16</inkml:trace>
  <inkml:trace contextRef="#ctx0" brushRef="#br0" timeOffset="205757.31">6364 16859 26 0,'0'0'796'0,"0"0"-225"0,0 0-81 0,0 0-35 0,0 0-35 15,10 3-16-15,-2-1-3 0,3 2-40 16,1-1-9-16,3 0-67 0,3 2-28 0,1-3-35 0,1-2-39 16,1 3-33-16,5 0-27 0,-3-3-26 0,0 0-20 15,0 2-12-15,0-2-15 0,-4 0-12 0,4 1-7 16,-4-1-14-16,-1 2-25 0,-1-2-43 0,-3 1-35 16,0-1-19-16,-3 0 3 0,2 0-37 15,-13 0-27-15,14 0-47 0,-14 0-39 0,0 0-40 0,0 0-18 16,5-3 23-16,-5 3-5 0,-8-9 40 0,2 5 6 15,-5-5 37-15,0-1 4 0,-3-5 40 0,-1 1 27 16,-3-6 23-16,0 1 40 0,-1 0 64 16,4-1 56-16,1 6 65 0,2 0 24 0,3 1-17 0,-1 4-13 15,5 1 25-15,0 3 39 0,5 5 28 0,0 0 27 16,0 0-7-16,0 0-14 0,-2 14 1 0,5-4-29 16,2 5-24-16,-1 6-35 0,1 2-12 0,-1 3-31 15,0 3-9-15,1 1-18 0,-1 3 1 0,0-3-13 16,1 2-13-16,1-2-21 0,-2-5-32 0,1-1-81 15,0-3-134-15,-1-3-124 0,0-4-132 0,0 1-606 0,1-8-727 16</inkml:trace>
  <inkml:trace contextRef="#ctx0" brushRef="#br0" timeOffset="206111.23">6765 16688 285 0,'0'0'958'0,"0"-9"-208"0,0 9-129 0,-1-7-121 16,1 7-52-16,0 0-72 0,1-11-45 0,-1 11-65 16,3-11-51-16,3 3-36 0,1-3-32 0,4-3-30 15,1-4-20-15,3-2-21 0,4 0-29 0,0 1-20 0,-3 0-34 16,0 3-43-16,-3 0-74 0,1 2-56 16,-5 3-80-16,0 2-74 0,-4 2-26 0,-1 1-37 15,-4 6 16-15,0 0 28 0,0 0 22 0,0 0 29 16,-3 6 26-16,0 2 31 0,-4 4 40 0,2 1 38 0,-1 3 31 15,-3 2 27-15,1 2 28 0,-1 0 30 16,0 1 37-16,0 1 29 0,3-3 27 0,-2 1 1 16,4-3 5-16,0-2 8 0,2 0 35 0,1-1 14 15,1-4 51-15,0 0 1 0,1-4 27 0,4 0 3 0,-5-6-1 16,10 7-20-16,-10-7-15 0,13-1-17 16,-3-5-13-16,2-1-25 0,-1-4 1 0,6-2 6 0,1-5-10 15,0-2-11-15,1-4-15 0,0-2-13 0,3-1-16 16,-6 2-38-16,0 0-106 0,0 0-73 0,-4 0-146 15,-2 0-136-15,-1 3-324 0,-4-2-307 0</inkml:trace>
  <inkml:trace contextRef="#ctx0" brushRef="#br0" timeOffset="206324.42">6925 16140 533 0,'0'0'624'15,"-5"-4"-153"-15,5 4-47 0,0 0-3 0,0 0-29 16,1 10-4-16,3-2-19 0,1 0-29 0,4 3-36 15,1 0-39-15,1 4-37 0,0 1-44 0,4 2-25 0,2 1-25 16,1 2-22-16,1-1-27 0,-1-1-14 16,1 0-16-16,-1-1-7 0,1 0-14 0,3-1-9 15,-7-3-6-15,3-2-17 0,-2 1-39 0,0-3-26 16,-4 0-84-16,0-4-95 0,-1 3-118 0,-2-3-94 16,-3-2-148-16,0 1-588 0,-6-5-801 0</inkml:trace>
  <inkml:trace contextRef="#ctx0" brushRef="#br0" timeOffset="206539.93">7007 16085 709 0,'-4'-11'552'0,"8"3"-78"16,0 1-28-16,1 3-6 0,2 1-4 0,4 0-34 0,3 3-20 16,0 1-50-16,6 3-13 0,2 1-72 0,1 4-2 15,5 2-87-15,-1 1 14 0,1 2-35 0,3 5-26 16,-2 2-20-16,-1 1-20 0,-4-2-9 15,-3 4-18-15,-2-2-9 0,0 1-12 0,-6 1-3 0,1 2-5 16,-5-1-15-16,-3-1-19 0,-2-2-42 0,0 3-40 16,-4-4-54-16,0-1-79 0,-4-1-125 0,2 0-122 15,-1-3-115-15,-2-2-639 0,0-3-846 0</inkml:trace>
  <inkml:trace contextRef="#ctx0" brushRef="#br0" timeOffset="206940.29">7463 16104 703 0,'10'-8'890'15,"-10"8"-187"-15,5-5-152 0,-5 5-88 0,7-6-41 16,-7 6-68-16,8-8-34 0,-1 2-34 0,1-3-36 16,2-1-12-16,7-5 3 0,1-4-91 0,7-3 16 15,2-3-31-15,0-2-24 0,1 1-28 0,-1-2-22 16,-2 2-38-16,1 0-55 0,-7 4-69 0,-1 0-73 0,-3 3-71 15,-4 3-101-15,-4 2-90 0,-4 2-19 16,-3 2-57-16,-5 2 32 0,-3 1 21 0,0 3 33 16,-7-2 31-16,0 3 106 0,-3-1 64 0,-2 4 91 0,0 0 74 15,-3 0 64-15,1 0 50 0,-3 2 57 16,-1 1-7-16,3-1 29 0,5-1-7 0,-1-1 28 16,5 2-23-16,-1 1-4 0,3-3-13 0,2 4 58 15,4 0 46-15,2 2-5 0,2 2 71 0,5 2 8 0,1 3-35 16,4 0-12-16,3 6 5 0,2-1-71 0,3 4-12 15,1 0-32-15,4-1 3 0,-2 1-44 0,0-2 4 16,0 3-38-16,3-2 9 0,-4 2-35 0,1-3 11 16,-1-1-31-16,-3-2 4 0,-2-3-50 0,-2-1-23 15,0 0-54-15,-2-2-74 0,-3-1-77 0,3-2-84 16,-3-1-68-16,-3 0-125 0,1-3-553 0,-4-4-708 16</inkml:trace>
  <inkml:trace contextRef="#ctx0" brushRef="#br0" timeOffset="207339.05">7728 15662 988 0,'2'-6'743'0,"-2"6"-86"0,9-4-60 16,-9 4-43-16,14 8-51 0,-1-2-71 0,0 4-72 16,2 1-59-16,4 1-41 0,2 5-50 0,2-2-42 15,1 3-31-15,0-2-28 0,3 0-21 0,-1 1-19 16,-2-3-52-16,3 3 40 0,-4-4-57 0,-4-4 44 15,0 2-66-15,-1-2 37 0,-5-1-67 0,-2-1 55 16,1-1-51-16,-6-2 55 0,-6-4-49 0,9 6 47 16,-9-6-52-16,0 0 41 0,0 0-49 0,0 0 60 15,-15 0 8-15,5-4-5 0,-2-2-5 0,-2-3-7 16,-6-1-1-16,-6-4 3 0,1-2 3 0,-6-4 3 16,0-1 5-16,0-2 4 0,3-2 4 0,5-2-2 15,-1-1-3-15,6 0 1 0,7 0-54 0,2 1 53 16,2 4-53-16,6 0 56 0,4 1-52 0,3 3 55 0,2-1-53 15,3 2 57-15,2 6-47 0,-3 1 43 0,3 5-51 16,1 3 51-16,-1 2-56 0,-13 1 54 0,24 3-48 16,-14 1 49-16,2 4-1 0,-2-1-2 0,-4 4-9 15,3 0 4-15,-6-1-6 0,-1 2 5 0,0 1-5 16,-2 1 1-16,-3 1-9 0,0 2-16 0,0 0-43 16,-4-2-50-16,1 1-50 0,1-1-59 0,-3-1-89 15,2-1-116-15,-2-1-48 0,3-2-128 0,1-4-544 16,-1-1-762-16</inkml:trace>
  <inkml:trace contextRef="#ctx0" brushRef="#br0" timeOffset="207592.99">8009 15287 836 0,'0'0'859'0,"6"-3"-160"0,-6 3-113 16,4 9-78-16,-1-3-49 0,-1 6-101 0,-2 1-13 0,0 4-66 0,0 4 16 0,0 4-50 15,3 1-31-15,-1 1-21 0,2 5-31 16,2-2-23-16,2 1-27 0,2 0-16 0,3-4-9 0,0 0-17 16,2-2-17-16,3-3-18 0,0-4-14 0,4-2-19 15,-3-3-31-15,0-5-71 0,3-2 15 0,-6-2-75 16,4-4-16-16,-1-3-52 0,-3-1-63 0,2-1-82 16,0-5-80-16,-3 0-49 0,-2-4-82 15,-5 1-82-15,1-2-275 0,-8-1-523 0</inkml:trace>
  <inkml:trace contextRef="#ctx0" brushRef="#br0" timeOffset="207940.31">8206 15379 237 0,'0'0'585'15,"-8"-6"-112"-15,8 6-67 0,0 0-3 0,0 0-10 0,0 0-21 16,10 7-6-16,-5-2-4 0,4 0-30 0,0-1-34 16,1 1-21-16,3 4-77 0,0-4-15 0,4 2-61 15,-2 0 4-15,3-1-48 0,0-2 13 0,-3 2-43 16,3-1 13-16,-4-1-43 0,1 0 26 0,-2-1-41 15,-1 0 16-15,-1 0-45 0,-2 0-1 0,0 0-24 16,-9-3 2-16,15 3-27 0,-15-3-44 0,0 0-31 16,13 0-5-16,-13 0 21 0,4-6 6 0,-4 6 7 15,-3-10 6-15,2 0 24 0,-4 1 12 0,-1-3 14 16,-2 0 17-16,-2-4 11 0,-2 0 2 0,2 1 16 16,-1 3 2-16,0-1 10 0,2 3 8 15,2 1 11-15,-1 0-4 0,3 3 16 0,5 6 62 0,-9-3 44 16,9 3 17-16,-5 6 16 0,1 2 0 0,4 2-6 15,0 3-33-15,-1 4 42 0,1 2-76 0,0 0 22 16,0 1-57-16,1 5 26 0,-1 0-58 0,1-2 34 0,2 2-48 16,-3-1 31-16,1-3-59 0,0 0-24 0,-1-3-61 15,0 0-68-15,0-5-98 0,0 2-116 16,0-3-91-16,0-4-164 0,0-1-474 0,0-7-731 16</inkml:trace>
  <inkml:trace contextRef="#ctx0" brushRef="#br0" timeOffset="208156.92">8465 15318 492 0,'6'-6'949'0,"-2"0"-181"0,0 1-145 0,0-1-84 16,2-2-61-16,-2 1-59 0,3 0-67 0,-1-3-45 0,4 1-45 15,-1-4-52-15,4-1-41 0,1 0 9 0,0 0-77 16,1-1 19-16,-1 1-67 0,2 0 16 0,-4 1-88 15,1 0 2-15,0 3-97 0,-4 0-43 16,1 1-52-16,-1 1-43 0,-2 1-99 0,-2 1-69 0,-5 6-50 16,4-8-29-16,-4 8-2 0,0 0-11 0,0 0-300 15,-7 5-343-15</inkml:trace>
  <inkml:trace contextRef="#ctx0" brushRef="#br0" timeOffset="208307.14">8622 15366 282 0,'4'5'573'0,"-4"-5"-71"15,7 8-104-15,-7-8-20 0,0 0-20 0,0 0-36 16,16-4-44-16,-11 0-45 0,2-1-43 0,-1-2-40 16,4-3-24-16,-1 0-24 0,3 0-22 0,-1-5-25 15,1 0-19-15,-1 0-59 0,1-1-92 0,-3 0-71 16,1 0-98-16,-4 2-112 0,1-2-114 0,-2 1-296 0,-3 1-336 16</inkml:trace>
  <inkml:trace contextRef="#ctx0" brushRef="#br0" timeOffset="208606.97">8721 15046 459 0,'0'0'469'0,"-4"-9"-77"0,4 9-59 16,0-7-5-16,0 7 10 0,1-10-33 0,-1 10 3 15,4-9-7-15,-1 3-21 0,-3 6-24 0,7-8-17 16,-7 8-23-16,12-7 1 0,-12 7-14 0,12-4 5 0,-12 4-56 16,17 0 37-16,-17 0-58 0,15 5 43 0,-6-1-66 15,0 2 32-15,-1 1-45 0,-2 0 41 0,2 1-57 16,-2 5 35-16,1-2-53 0,-3 1-9 0,-1 1-13 15,0 1-6-15,2-1-3 0,-5-1-4 0,1 0-7 16,1 0 2-16,-2-1-6 0,0 1-1 0,0-5 2 16,0 2-5-16,1-2 2 0,-1-1-2 0,0-6 18 15,0 13 47-15,0-13 18 0,1 8-14 0,-1-8-18 16,0 0-13-16,10-6-15 0,-2 0-17 0,0-3-25 16,1 1-23-16,-2-5 0 0,1 2-94 0,2-4-4 15,-1-1-98-15,0-1-53 0,0-2-78 0,-1 0-96 16,-2-1-68-16,-2 0-104 0,-1-1-700 0,-2 2-928 15</inkml:trace>
  <inkml:trace contextRef="#ctx0" brushRef="#br0" timeOffset="208827.12">8787 14781 553 0,'0'0'677'0,"-2"5"-137"15,2-5-24-15,6 4-33 0,-6-4-19 0,15 7-27 0,-4-4 19 16,1 5-115-16,4-1 7 0,3 2-62 15,0 1 42-15,7 3-22 0,-1 1 25 0,-1-1-33 16,3 4-7-16,-1 0-33 0,1 4-22 0,-2-3-39 16,1 3-72-16,-6 1 11 0,-1 0-66 0,-1-1 19 0,-4 2-81 15,-1 0-7-15,-4-1-69 0,-4 1-39 0,-2 1-71 16,-5 2-99-16,-1 0-57 0,-4 4-77 16,-4 8-158-16,-3-2-128 0,-3 1-194 0,-5-3-456 15,-2 1-948-15</inkml:trace>
  <inkml:trace contextRef="#ctx0" brushRef="#br0" timeOffset="210526.72">8560 14507 79 0,'0'0'450'0,"0"0"-108"0,-13 0-44 0,13 0-16 0,0 0-37 15,-13 0-2-15,13 0-26 0,0 0-27 0,-9-5-50 0,9 5 5 16,0 0-9-16,-4-6-16 0,4 6 10 0,0-9-11 16,0 9 0-16,4-9-4 0,-1 3 10 0,2 0-7 15,0-1 4-15,0 0 10 0,5-4-9 0,-1 3 8 16,0-3-12-16,1 0 5 0,1 1-8 0,-2-1 1 16,1 3-14-16,-4-2-5 0,2 4-16 0,-2 0 2 15,-2-1-26-15,4 3 10 0,-8 4-25 16,7-8-1-16,-7 8-19 0,8-4 54 0,-8 4-17 15,15 4 22-15,-7 1-7 0,4 2-2 0,3 6-8 0,2 1-11 16,4 3-6-16,1 2 35 0,7 4-1 0,-1 0-6 16,3 1-7-16,2-1 31 0,-1 0-57 0,1-2 36 15,2 2-51-15,-2 0 100 0,-1 0-25 0,0-2 19 16,0 2-36-16,0 4 102 0,0-2-24 0,0 4 24 16,-3 3 47-16,-1 0-32 0,-1 2-1 0,-3 4 20 15,0-2-164-15,-4 5-58 0,-2 0 0 0,-4 1 0 16,1 2 0-16,-8 1 0 0,-2 0 0 0,-5 1 0 0,-7 1 0 15,-8 10 0-15,-7 2 0 0,-13 3 0 0,-19 12-63 16,-16 6-702-16,-16-3-420 0,-15 10-762 16,-13 5-1683-16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2:08:05.044"/>
    </inkml:context>
    <inkml:brush xml:id="br0">
      <inkml:brushProperty name="width" value="0.05292" units="cm"/>
      <inkml:brushProperty name="height" value="0.05292" units="cm"/>
      <inkml:brushProperty name="color" value="#FF0000"/>
    </inkml:brush>
  </inkml:definitions>
  <inkml:trace contextRef="#ctx0" brushRef="#br0">7840 9443 458 0,'0'0'449'0,"0"0"-178"16,-1-6-182-16,1 6-167 0,0 0-299 0,0 0 166 16</inkml:trace>
  <inkml:trace contextRef="#ctx0" brushRef="#br0" timeOffset="499.2">8933 9996 257 0,'0'0'675'0,"5"7"-149"0,-5-7-119 0,3 5-81 16,-3-5-73-16,0 0-57 0,5 7-44 0,-5-7-23 15,0 0-27-15,5 6-5 0,-5-6-2 0,0 0-13 0,0 0-16 16,2 5-11-16,-2-5-18 0,0 0-6 15,0 0-8-15,0 0-19 0,4 5-35 0,-4-5-45 16,0 0-81-16,6 4-131 0,-6-4-164 0,0 0-342 16,0 0-320-16</inkml:trace>
  <inkml:trace contextRef="#ctx0" brushRef="#br0" timeOffset="5499.64">10562 9754 226 0,'0'0'600'0,"5"3"-158"0,-5-3-108 0,0 0-65 0,8 5-57 0,-8-5-45 0,0 0-34 0,8 6-33 16,-8-6-25-16,0 0-16 0,9 4-37 0,-9-4-13 15,6 4-13-15,-6-4-14 0,0 0-25 0,8 5-36 16,-8-5-47-16,0 0-71 0,7 3-94 0,-7-3-301 16,0 0-105-16</inkml:trace>
  <inkml:trace contextRef="#ctx0" brushRef="#br0" timeOffset="6199.56">11137 9565 449 0,'0'0'401'0,"-2"9"-79"15,2-9-89-15,-3 5-40 0,3-5-49 0,0 0-23 16,-1 7-27-16,1-7-16 0,0 0-19 0,0 0-4 16,-3 7-23-16,3-7 7 0,0 0-40 0,0 0-44 15,0 0-63-15,0 0-105 0,0 0-366 0,0 0-94 16</inkml:trace>
  <inkml:trace contextRef="#ctx0" brushRef="#br0" timeOffset="19534.59">28080 4398 512 0,'-30'-3'476'0,"0"0"-103"0,-5 0-63 0,6 2-41 16,-1-1-23-16,1 2-30 0,2 0-16 0,6 0-24 15,1-1-15-15,1 0-19 0,6 1-18 16,-1-2-14-16,14 2-18 0,-16 0-6 0,16 0 8 16,0 0 18-16,11 4-3 0,11-4 0 0,10 0-5 0,20 0 4 15,15 0 36-15,20 0-34 0,12-4-6 0,6 4-24 16,6-3-3-16,25-1-20 0,3 0-6 16,0 2-19-16,-1-3 1 0,-1 1-12 0,0-3 0 0,-2 0-9 15,-2 0 3-15,0 0-12 0,-5 0 7 0,-26 0-3 16,-3 2-1-16,-7-2-2 0,-7-1 1 0,-9 2-4 15,-6-1 1-15,-16 1-2 0,-6 1 6 0,-11-1-14 16,-2-1-1-16,-8 5 0 0,-2-2-5 0,-3-2-4 16,-5 2-23-16,-5 0-28 0,-1 1-46 0,-11 3-43 15,3-6-49-15,-3 6-51 0,-19-4-34 0,-1 4-44 16,-15 4-56-16,-15 0-43 0,-8 1-377 16,-17 5-344-16</inkml:trace>
  <inkml:trace contextRef="#ctx0" brushRef="#br0" timeOffset="19852.88">27907 4759 10 0,'-50'11'598'0,"7"0"-187"0,7-4-67 15,6 3-91-15,0-1-29 0,7 0-55 0,4-2-15 0,4 0-26 16,4 1 5-16,5-1 6 0,6-7 38 0,6 10-4 16,9-8 3-16,13 2-9 0,16-2 9 0,18-4 37 15,23 0-35-15,16-2 14 0,30-3-15 0,4-2 18 16,8 0-44-16,5-1-3 0,3 0-38 0,3-2-13 15,-6 0-28-15,-1 1 7 0,-4-1-32 0,-5 0 6 16,-3 0-10-16,-4 1 26 0,-9 1-30 16,-22 1-4-16,-4 1 3 0,-8-1-5 0,-3 1-4 0,-6-3-4 15,-6 5-5-15,-6-4-2 0,-12 3-4 0,-5-1 1 16,-4 0-3-16,-2 2-5 0,-9 0 0 16,-4-1 2-16,-8 2 0 0,1 1 1 0,-6-1-2 0,-1 1-2 15,-3-1-7-15,-4 1 2 0,-2 0-9 0,-8 4-19 16,5-8-32-16,-5 8-62 0,-10-10-91 15,-2 5-93-15,-4 3-72 0,-4 0-113 0,-8-1-131 0,-2 2-395 16,-10 0-626-16</inkml:trace>
  <inkml:trace contextRef="#ctx0" brushRef="#br0" timeOffset="19999.06">29964 4775 525 0,'-6'9'459'0,"3"-2"-91"15,-1-1-99-15,0-2-60 0,4-4-60 0,-6 10-63 16,2-4-98-16,-3-1-170 0,0-1-404 0,-5-1-98 0</inkml:trace>
  <inkml:trace contextRef="#ctx0" brushRef="#br0" timeOffset="21559.28">23645 6354 419 0,'0'0'424'0,"-4"-6"-86"0,4 6-100 0,0 0-26 0,-2-7-30 0,2 7-22 15,0 0-24-15,0 0 17 0,0 0-13 0,0 0 33 16,-10 6 17-16,8 0 3 0,0 4 1 0,0 3 3 15,1 3-25-15,0 3-10 0,0 0 4 0,1 1-30 16,1 5-30-16,0 0-15 0,-1 0-21 0,4 0-12 16,-1 0-14-16,-1 0-10 0,2 0-4 0,0 0-1 15,-2 1-4-15,2 0-7 0,0-3-9 0,-1 2-17 16,-2-2-33-16,0-4-71 0,-1 0-113 16,0 0-75-16,-1-2-110 0,0-4-106 0,-2-2-391 15,-1 0-472-15</inkml:trace>
  <inkml:trace contextRef="#ctx0" brushRef="#br0" timeOffset="21832.1">23429 6566 568 0,'0'-22'442'0,"5"0"-86"0,-1 1-69 16,4 1-46-16,3-1 13 0,5 0-42 0,3 0 4 16,4 0-12-16,1 0 14 0,2 4-12 0,-1 2-12 15,3 2-24-15,-1 3-4 0,-3 3-15 0,-2 2-34 16,0 5-9-16,-2 0 4 0,-2 2-14 15,0 3-12-15,-2 1-15 0,1 4-15 0,-5 0-7 0,-1 2-6 16,-2 1-10-16,-5 2-8 0,0 1-3 0,-4 2-3 16,-3 1-1-16,0 2-8 0,-5-1 4 0,-2 1-7 15,-1-2 0-15,0-1-2 0,-2 0 1 16,0-2-3-16,-3 0 0 0,2-3-4 0,-2-1-4 16,4-3-16-16,1-1-29 0,-3 0-71 0,7-6-78 15,-2 1-76-15,9-3-67 0,-12-3-80 0,12 3-63 0,-2-11-418 16,4 2-469-16</inkml:trace>
  <inkml:trace contextRef="#ctx0" brushRef="#br0" timeOffset="22065.27">24131 6210 168 0,'9'-1'671'0,"-9"1"-140"0,9 1-91 15,-9-1-32-15,-2 9-66 0,-3 0-21 0,-2 1-15 0,-5 6-20 16,-2-1 0-16,-4 7-30 0,0 0-33 0,-3 5-29 15,0 0-46-15,2 3-19 0,0 2-35 0,3-2-8 16,1-3-27-16,7 0 0 0,-2 1-20 0,6-5-7 16,3 2-5-16,4-3-8 0,2 1 1 0,2 0 10 15,6-1-2-15,1-2-3 0,4-1-8 0,3-2-11 16,0-2-4-16,0-5-19 0,-1-1-30 0,3-2-73 16,-5-4-101-16,1 0-101 0,0-1-112 0,-5-4-153 15,3-1-508-15,-4-1-713 0</inkml:trace>
  <inkml:trace contextRef="#ctx0" brushRef="#br0" timeOffset="22448.16">24187 6486 582 0,'0'0'662'0,"0"0"-146"0,9 4-69 0,-9-4-60 15,9 5-44-15,-9-5-28 0,11 8-24 0,0-4-25 16,-1 0-36-16,3 2-28 0,2-1-40 0,-1 1-36 15,4 2-27-15,1 0-26 0,0 0-8 0,-1 1-15 16,1-2-6-16,0 3-15 0,-1-4-4 0,-5 1-16 16,4-1-8-16,-4 0-18 0,-3 0-11 0,1-4-13 15,-3 2-9-15,-8-4-43 0,12 3-30 0,-12-3-12 16,0 0-8-16,7-5 24 0,-7 5 13 0,-5-10 18 16,4 3 20-16,-3-3 15 0,-1-1 8 0,-2-1 10 15,2-2 3-15,-4 1 12 0,4-1 4 0,-2 1 8 16,0 1 18-16,3 1 29 0,-1 3-3 0,0-2-10 15,1 2-4-15,2 4 0 0,2 4 29 0,-7-8 12 16,7 8 2-16,0 0 19 0,-7 4 2 0,7-4 4 16,-8 9-17-16,3-2-8 0,0 3 10 0,-2 2-15 15,-2 1-9-15,-1 0-10 0,0 2-6 0,-3 1-13 16,2 1 3-16,-1 0-8 0,-2 0-4 0,3-1-25 16,-3 1-26-16,2-3-73 0,-1 2-90 0,2-2-87 15,1-3-109-15,1 0-129 0,-2-2-474 0,4 0-601 16</inkml:trace>
  <inkml:trace contextRef="#ctx0" brushRef="#br0" timeOffset="22665.42">24709 6467 507 0,'13'-7'780'16,"-1"1"-155"-16,-3 1-93 0,0 0-93 0,-1 1-56 0,-1 0-54 15,0-1-40-15,0 1-28 0,2-2-31 0,-1-1-51 16,3 3-24-16,0-3-40 0,3-1-7 0,1 1-32 16,3-2-7-16,1 2-28 0,1 1-2 0,0-1-28 15,0-1-13-15,-3 4-69 0,-2-3-75 0,2 2-88 16,-6 1-77-16,1 1-52 0,-2-2-70 0,-2 3-63 16,-8 2-477-16,10-3-565 0</inkml:trace>
  <inkml:trace contextRef="#ctx0" brushRef="#br0" timeOffset="22815.06">24814 6530 153 0,'-3'6'517'0,"0"0"-127"0,3-6-58 0,-2 7-37 15,2-7 1-15,7 5-43 0,-7-5-35 0,14 1-20 0,-2-1-31 16,2-2-34-16,4-2-26 0,4-1-25 16,4-1-17-16,4-1-16 0,-1-1-41 0,3 1-86 15,-3 0-106-15,0-5-121 0,-1 3-545 0,-3-1-395 16</inkml:trace>
  <inkml:trace contextRef="#ctx0" brushRef="#br0" timeOffset="23098.73">25273 6257 589 0,'0'0'600'0,"0"-9"-163"0,0 9-68 0,0 0-69 16,-1-6-30-16,1 6-33 0,0 0-19 0,0 0-20 16,0 0-14-16,-4 5-21 0,4-5 0 0,4 10-19 15,-4-10-5-15,2 10-21 0,2-2-24 0,0-1-15 16,0 1-15-16,1-1-15 0,-1 0-8 0,4-1 33 15,-1 1-5-15,-2-2 2 0,3-1 13 0,-1-1-4 16,-7-3 2-16,14 5-9 0,-14-5-26 0,12 0 7 16,-12 0-24-16,13-3 7 0,-6 0-21 0,-2-3 10 15,1 1-18-15,-2-2 12 0,0 0-17 0,-2 0 14 16,-2-3-17-16,0 3 9 0,0-3-14 0,-2 2 9 16,-3-1-11-16,0-1 14 0,-2 3-14 0,1 0 9 15,-3 1-13-15,-3 0 4 0,3 1-40 0,-5 3-80 16,3 0-106-16,-1 2-116 0,-2 0-74 0,3 2-103 15,-1-1-577-15,1 2-720 0</inkml:trace>
  <inkml:trace contextRef="#ctx0" brushRef="#br0" timeOffset="23330.97">25415 6107 353 0,'12'-7'569'0,"-2"2"-133"0,-1 2-26 0,2-1-39 16,-2 2-31-16,-9 2-9 0,23 0-9 0,-10 5-14 15,4-1 9-15,-2 4-21 0,4 2-22 0,-1 1-71 16,4 6-23-16,1 1-49 0,-4 1-8 16,3 3-34-16,-3 0-2 0,-2 1-14 0,-1 1-12 0,-2 0-9 15,-2 1-22-15,-5-2 15 0,-3 0-30 0,-1-1 24 16,-6 3-36-16,-1-2 26 0,-3-1-31 0,-5 1 20 16,-1 1-38-16,-4-4-12 0,0-1-22 15,0 0-44-15,1-6-64 0,0-1-91 0,-2 0-96 0,3-4-125 16,2-3-195-16,1-2-389 0,12-3-675 0</inkml:trace>
  <inkml:trace contextRef="#ctx0" brushRef="#br0" timeOffset="23548.68">26012 6316 784 0,'10'1'923'0,"-10"-1"-165"0,0 0-172 15,0 0-94-15,13-1-109 0,-13 1-59 0,9-2-87 16,-9 2-9-16,15-5-60 0,-3 1 6 0,2 1-64 16,7-5 11-16,3 3-56 0,6-4-16 0,5 0-8 15,4-2-2-15,0-2-24 0,-1 2-22 0,2 0-31 16,-3-4-68-16,-3 2-114 0,-6 1-124 0,-1-1-83 16,-4 0-134-16,-5 1-633 0,-3-3-805 0</inkml:trace>
  <inkml:trace contextRef="#ctx0" brushRef="#br0" timeOffset="23734.69">26238 5942 448 0,'-8'3'493'0,"3"2"-59"15,-1 2-66-15,4 2 8 0,0 2-23 0,0 3-8 16,2 0-2-16,2 4-14 0,0 1 7 0,1 4-43 16,5 1-32-16,-2 4-54 0,3 2-2 0,-1-2-60 15,2 4 3-15,-1-1-55 0,0-2 11 0,1 3-48 16,1-3 14-16,-2 2-52 0,1-5-11 0,-3 0-50 15,0-3-64-15,-1-3-115 0,-3-2-130 0,1-1-92 16,-1-3-166-16,-1-3-536 0,-2 0-761 0</inkml:trace>
  <inkml:trace contextRef="#ctx0" brushRef="#br0" timeOffset="23947.73">26709 6122 739 0,'0'0'698'16,"15"7"-92"-16,-9 0-84 0,-1 5-70 0,2 0-58 0,-3 3-79 16,2 1-23-16,-2 2-28 0,2 1-58 15,-1 0-38-15,-1 3-33 0,1 0-26 0,2 0-20 16,-2 0-19-16,0 0-16 0,0-1-25 0,-1-4-8 16,-2-1-81-16,2 2-90 0,-1-5-92 0,-1-1-69 0,-2-1-39 15,0-3-52-15,0-8-58 0,0 12-78 0,0-12-299 16,0 0-375-16</inkml:trace>
  <inkml:trace contextRef="#ctx0" brushRef="#br0" timeOffset="24190.59">26692 6190 145 0,'-5'-19'560'0,"0"1"-106"0,2 1-116 16,1 3-18-16,0 2-59 0,2-1 10 0,3 4-40 16,-2-1-1-16,4 2-19 0,2 1-29 0,0 1 3 15,2 0 0-15,0 2-16 0,4 0-5 0,-1 3-17 0,3 0 2 16,-1 1-8-16,1 0-31 0,-1 1-24 0,0 1-13 15,-2 2-17-15,-2 1 42 0,3 1-7 0,-4-2 19 16,-3 3-12-16,1 1-5 0,-4 2 36 16,-1 2-55-16,-4-1 29 0,-4 5-55 0,-3-1 33 0,-1 3-56 15,-4 0 39-15,-2 1-54 0,-3 0 40 0,1 0-52 16,-1-1 39-16,-1-2-46 0,4-1 35 0,1-1-51 16,2-2 3-16,2-1-68 0,-1-3-52 0,5-1-137 15,0-3-177-15,7-4-170 0,0 0-690 0,0 0-921 16</inkml:trace>
  <inkml:trace contextRef="#ctx0" brushRef="#br0" timeOffset="24436.35">27087 5870 585 0,'7'-6'732'0,"0"1"-140"0,-7 5-67 0,8-5-74 15,-8 5-44-15,0 0-36 0,0 0-27 0,-7 13-47 16,1-7-6-16,-3 5-62 0,-3 2-19 0,-2 3-14 15,2 2-24-15,-3 4-31 0,0 5-17 16,4-2 27-16,0 4-74 0,1-2 28 0,4 4-63 0,3-6 34 16,2 2-57-16,2 0 41 0,4 2-47 15,4-1 34-15,3-2-48 0,3 0 44 0,2-3-50 0,3-3 43 16,1 1-51-16,3-5 34 0,1 2-81 0,1-5-24 16,-2-2-109-16,-1-3-111 0,0-4-155 0,-2 0-122 15,-5-4-222-15,2-1-403 0,-4-3-817 0</inkml:trace>
  <inkml:trace contextRef="#ctx0" brushRef="#br0" timeOffset="24782.17">27238 6072 453 0,'0'0'655'0,"0"0"-186"0,0 0-42 16,-8 1-33-16,8-1-48 0,1 6-24 0,-1-6-14 15,5 13-6-15,2-7-40 0,0 5-14 0,2-3-50 16,5 6-36-16,-1-2-43 0,4 0-15 0,-2 1-20 15,3 0-16-15,-1-2-17 0,-1 0-16 0,2-1-20 16,-1-1-27-16,-2-3-57 0,-1 1-70 0,-2-6-70 16,-2 2-61-16,-10-3-28 0,16-4 4 0,-9-2 11 15,-3-1 12-15,-2-1 36 0,-2-3 50 0,-1-1 35 16,-1-1 41-16,-2-2 51 0,-3 0 38 0,2-1 39 0,-1 1 21 16,-3 2 25-16,2 1 20 0,2 1-36 15,-1 2 18-15,-2 2-18 0,3 2 53 0,-4 4 28 0,9 1 13 16,-15 0-4-16,3 2 4 0,1 6-5 15,-2 1-26-15,0 2-1 0,-3 4-15 0,2 0-19 16,-3 4-14-16,0 2-13 0,2 2-8 0,0-1-6 16,1 2-7-16,0 0-5 0,1-2-11 0,1 1-21 15,2-4-47-15,1 0-97 0,-1-1-118 0,2-4-142 0,3 0-176 16,0-3-280-16,0-3-420 0</inkml:trace>
  <inkml:trace contextRef="#ctx0" brushRef="#br0" timeOffset="25031.35">27850 6027 1049 0,'0'0'927'0,"0"0"-195"0,0 0-127 0,-12-2-96 0,12 2-84 15,0 0-86-15,-6-4-43 0,6 4-42 0,0 0-52 16,2-7 2-16,-2 7-83 0,13-9 16 0,-1 6-72 15,2-3 29-15,4 2-55 0,2-2 21 0,4 1-66 16,2 1 14-16,-1-1-95 0,2 0-39 0,-2 1-94 16,0-2-77-16,-2 2-85 0,-4 1-39 0,-2 0-61 15,-3 1-60-15,-4 1-65 0,-10 1-303 0,13 0-475 16</inkml:trace>
  <inkml:trace contextRef="#ctx0" brushRef="#br0" timeOffset="25197.43">27896 6127 290 0,'-13'8'690'0,"3"-1"-168"0,2-1-77 16,2-2-47-16,-1 0-69 0,7-4-31 0,-2 7-29 16,2-7-28-16,10 2-39 0,-10-2-39 0,21-1-32 15,-4 0-27-15,4-2-19 0,3-1-22 0,3 0-10 16,6-1-15-16,0-2-10 0,4-1-17 16,4-2-54-16,-2-1-108 0,0-2-121 0,0 1-102 0,-9-1-107 15,2-1-471-15,-5-3-534 0</inkml:trace>
  <inkml:trace contextRef="#ctx0" brushRef="#br0" timeOffset="25382.6">28398 5692 526 0,'-4'-6'419'0,"4"6"-31"16,0 0-50-16,0 0 11 0,-4 8-7 0,4 0-13 16,-2 1 34-16,0 2-16 0,1 3-5 0,1 3-21 15,-1 2-32-15,1 1-61 0,0 1-55 0,1 4-6 16,-1 3-48-16,3-2-24 0,1 7 15 0,-1-2-51 15,5-1 14-15,2 1-33 0,1-2 3 0,0-2-49 16,6-2-72-16,-3 0-140 0,2-4-191 0,-3-4-160 16,1-3-756-16,-2-1-929 0</inkml:trace>
  <inkml:trace contextRef="#ctx0" brushRef="#br0" timeOffset="25615.48">28587 5660 626 0,'0'0'597'0,"12"3"-89"16,-3 3-51-16,2 4-32 0,4 2-39 0,5 4-22 15,1 4-45-15,4 2-22 0,-1 5-27 0,0-2-53 16,2 4-36-16,-2-2-45 0,0 5-23 0,-3-2-21 16,-1 2-1-16,-5 1-32 0,-4-6 1 0,-2 3-28 15,-2-1-13-15,-4-4-40 0,-3 0-27 0,-3-1-53 16,-3 0-66-16,-2-2-85 0,-1-3-52 0,-3 0-34 15,0-3-35-15,1-1-54 0,-1-5-74 0,3 0-355 16,3-5-404-16</inkml:trace>
  <inkml:trace contextRef="#ctx0" brushRef="#br0" timeOffset="25864.18">29097 6054 872 0,'-8'5'868'0,"8"-5"-126"0,-15 2-139 16,15-2-85-16,-9 4-79 0,9-4-55 0,-9 2-47 15,9-2-54-15,0 0-46 0,0 0-42 0,0 0-37 0,16-4-26 16,-2 1-31-16,6 0 19 0,4-1-63 16,6-1 34-16,4-1-63 0,3 2 37 0,7-3-59 15,-1 0 35-15,1 0-62 0,-1-1 22 0,-6 2-63 16,-4-1 2-16,1-3-72 0,-4 4-39 0,-5-1-87 15,-4-2-118-15,-3 1-100 0,-4-1-85 0,-5 1-95 16,-4-2-440-16,-3 3-712 0</inkml:trace>
  <inkml:trace contextRef="#ctx0" brushRef="#br0" timeOffset="26032.74">29378 5788 30 0,'0'0'520'0,"-18"0"-120"15,18 0-57-15,-10 4-30 0,6 1-35 0,-1 1 5 16,3 4 11-16,0 0 0 0,0 3 26 0,-1 4-7 0,3 2-17 15,0 0-15-15,0 6-5 0,3 1-52 0,-1 2-21 16,0 4-39-16,-1 1-29 0,1 1-27 16,1 0-21-16,0-2-20 0,-1 1-11 0,1-3-16 15,1-2-14-15,-1-2-46 0,5-4-102 0,-2 1-152 16,3-3-144-16,-1-3-173 0,5-4-648 0,-2-1-847 16</inkml:trace>
  <inkml:trace contextRef="#ctx0" brushRef="#br0" timeOffset="26464.93">29847 5753 237 0,'0'0'787'0,"4"-6"-144"0,-4 6-42 0,4 7-62 16,0 2-34-16,-2 3-67 0,2 4-52 0,1 4-30 0,2 3-95 15,-1 3 25-15,4 5-66 0,1 6 9 16,-1-2-88-16,1 2 16 0,2 1-30 0,-3-1-24 15,0-7-20-15,-1-1-16 0,0-2-15 0,0 0-10 0,-1-6-7 16,-2-2-11-16,0-5-2 0,-3-1-4 0,2-2-4 16,-2-3 0-16,-3-8-4 0,1 7-5 0,-1-7 2 15,0 0-5-15,-4-10-2 0,1 0 1 0,-2-4-3 16,-3-5-41-16,1-3 48 0,-4-6-57 16,-2-9 47-16,0-1-1 0,-1-2-4 0,1-3-10 0,1 0 4 15,2 0 5-15,2 0 6 0,4 8-10 0,0 1 5 16,4 7-1-16,3 2 0 0,-1 2 0 0,5 3-1 15,0 4 4-15,1 4-1 0,2 1 4 16,2 5-4-16,-1 3 4 0,1 3 17 0,-1 2-26 16,3 3 28-16,-1 1-25 0,-1 4 22 0,0-1-23 15,-3 4 1-15,-1-1 0 0,0 0-1 0,-3 0 1 0,-1 0 0 16,-3 0 2-16,-2-1-1 0,-2-2-3 16,-3 3 2-16,-6-1 2 0,-1-2-4 0,-3 1-23 0,-4-1-59 15,0-1-15-15,1 0-36 0,0-2-40 0,2-1-67 16,-1-1-98-16,4 0-65 0,1-3-93 0,3 0-97 15,10-1-427-15,-15-1-645 0</inkml:trace>
  <inkml:trace contextRef="#ctx0" brushRef="#br0" timeOffset="26714.12">30486 5557 340 0,'9'-2'687'0,"-9"2"-139"0,8-2-72 0,-8 2-52 0,0 0-29 15,-4 6-8-15,0 0-19 0,-5 1-9 0,0 1-43 16,-7 3-16-16,0 4-3 0,-3 2-28 0,-2 2-35 16,-1 5-20-16,-1 2-35 0,0 3-36 0,2-2-27 15,5 3-22-15,4-2-15 0,3 0-15 0,4-5-52 0,3 4 43 16,4-2-44-16,3-2 42 0,4 4-9 0,5-4-10 16,3 0-20-16,3-4-34 0,1-1-41 15,3-1-90-15,-1-4-44 0,0-6-90 0,0 0-134 0,0-2-97 16,-5-4-113-16,1-1-144 0,-3-6-308 15,0-1-700-15</inkml:trace>
  <inkml:trace contextRef="#ctx0" brushRef="#br0" timeOffset="27064.19">30576 5642 722 0,'-3'-6'580'0,"3"6"-66"0,0 0-39 0,-1 11-37 0,1-11-51 15,0 13-37-15,1-4-32 0,2 3-15 0,1-1-50 16,1 4-51-16,1 1-29 0,3 1-30 0,-1 2-22 16,3-5-19-16,-1 2-14 0,3-1-15 15,-2-2 7-15,1 0-42 0,-2-2-17 0,3-2-24 16,0-3-29-16,-3 1-34 0,2-3-25 0,-2-3-31 0,-10-1-32 16,15-3-30-16,-7-2 9 0,-2-2 18 0,-2-1 27 15,0-2 22-15,-1-2 18 0,-1 0 2 16,-2-2 15-16,0 1 14 0,0-1 24 0,0 3 21 0,0-3 14 15,0 4 0-15,-1-1 5 0,-2 4 1 16,1 0 3-16,2 7 19 0,-12-5 34 0,12 5 47 16,-18 5 7-16,4 2 11 0,-4 3 27 0,2 3-6 0,-6 4-25 15,0 1 0-15,-2 2-5 0,2 2-17 0,-1-3-18 16,4 2-15-16,1 0-13 0,3-2-27 0,3-1 1 16,2-2-46-16,1-2-82 0,4 1-134 15,1-5-164-15,2 1-164 0,0-6-698 0,2-5-866 16</inkml:trace>
  <inkml:trace contextRef="#ctx0" brushRef="#br0" timeOffset="27282.03">30861 5759 201 0,'11'-6'715'0,"-11"6"-129"0,10-5-43 0,-10 5-37 0,11-6-45 16,-5 4-39-16,2-2-30 0,-1 0-66 0,2 0-37 0,2-1-70 15,1 2-26-15,1-3-46 0,2 1-16 16,2 0-47-16,-2 0 7 0,2 0-44 0,1-1 11 16,-1 2-36-16,0-1 21 0,1-1-41 0,0 0 15 15,-3 0-73-15,0 2-66 0,0 0-101 0,-5-1-123 16,-1 2-98-16,1 0-141 0,-10 3-584 0,9-3-780 0</inkml:trace>
  <inkml:trace contextRef="#ctx0" brushRef="#br0" timeOffset="27432.06">30976 5868 502 0,'-4'5'497'0,"4"-5"-107"15,0 0-66-15,2 9-72 0,-2-9-33 0,12 3-52 0,-12-3-31 16,19-1-40-16,-7 1-23 0,4-3-45 0,2-1-112 16,1-1-171-16,3 0-491 0,-1-3-252 0</inkml:trace>
  <inkml:trace contextRef="#ctx0" brushRef="#br0" timeOffset="27732.01">31410 5528 204 0,'5'-11'476'0,"-5"11"-70"0,4-6-29 0,-4 6 15 16,4-8 17-16,-4 8-5 0,8-5-32 0,-8 5-32 16,11-4-53-16,-11 4-46 0,12-2-26 0,-12 2-18 15,16 2-40-15,-16-2-16 0,13 4-28 0,-4 1 18 16,-3 2-27-16,0 0-5 0,-4 1-31 15,3 3 4-15,-5-2-32 0,0 3 7 0,-2 1-22 0,-2-1 29 16,-1 2-43-16,-2-1 14 0,-3 1-17 16,2-3 13-16,1 2-24 0,0-3 22 0,-1 0-21 0,2-2 14 15,0 1-17-15,1-4 22 0,0 2-16 0,0-1 29 16,5-6-16-16,-7 9 37 0,7-9-32 0,-5 9 30 16,5-9-43-16,0 0 28 0,1 5-35 0,-1-5 24 15,8 3-31-15,-8-3 26 0,17 1-32 0,-17-1 26 0,23 0-29 16,-12-1 18-16,3-2-53 0,2 0-92 15,0-1-114-15,1-3-144 0,3 0-79 0,-2-3-155 0,1-2-533 16,2-6-780-16</inkml:trace>
  <inkml:trace contextRef="#ctx0" brushRef="#br0" timeOffset="27918.47">31707 5370 584 0,'-8'-6'455'0,"8"6"-89"0,0 0-41 0,-8 3-39 0,8-3 6 0,-3 13-21 16,1-4 6-16,2 5 13 0,2 3-11 0,0 1-37 15,5 4-43-15,0 4-19 0,5 4-14 0,-2-1-34 16,4 4-27-16,-4-2-15 0,2-4-3 0,-2 4-16 0,-2-2-16 16,-2-1-6-16,-3-1-11 0,-5 0-14 15,-3 1-13-15,-5 1-22 0,-9 4-23 0,-7-1-98 0,-11 2-93 16,-11-1-109-16,-7 3-119 0,-9-3-108 0,-8 0-417 16,-5-1-567-16</inkml:trace>
  <inkml:trace contextRef="#ctx0" brushRef="#br0" timeOffset="28482.46">25774 7556 268 0,'-2'-9'701'0,"-1"3"-145"0,3 0-54 0,-2-1-88 0,2 7-66 16,-2-9-34-16,2 9-20 0,-5-9-3 0,5 9 37 15,0 0-8-15,0 0-43 0,-1 10-24 0,2-2-32 16,-1 5-6-16,3 4-44 0,1 5-14 0,-2 5-30 16,5 4-24-16,-2 3-22 0,2 5-13 0,2 0-9 15,0 1-9-15,0-1-16 0,3-3-2 0,-3-4-26 16,0-1-49-16,-2-6-52 0,3 2-56 0,-2-7-76 15,-1-1-101-15,-2-3-103 0,1-2-28 0,-5-3-89 0,2-2-74 16,-3-9-403-16,-3 12-635 0</inkml:trace>
  <inkml:trace contextRef="#ctx0" brushRef="#br0" timeOffset="28647.94">25682 7980 238 0,'-19'-10'690'16,"4"0"-100"-16,1 1-99 0,2 1-46 0,3 0-59 15,-1 2-51-15,4-1-40 0,2 0-26 0,4 7-19 16,1-12-21-16,4 5-41 0,7-1-37 0,2 0-25 15,7 0-29-15,10-3-19 0,9 0-11 0,3 0-15 16,7-2-8-16,1 3-14 0,10-5-2 0,-1-1-9 16,1 0-6-16,-4 0-20 0,-7 1-102 15,-3-1-152-15,-3-2-119 0,-3-3-167 0,-4 1-149 0,-5-2-277 16,-7 0-564-16</inkml:trace>
  <inkml:trace contextRef="#ctx0" brushRef="#br0" timeOffset="28866.14">26311 7424 713 0,'0'0'552'0,"0"0"-158"16,0 0 0-16,0 0-11 0,0 0-24 0,3 6 25 15,2 0-4-15,1 5 10 0,0 2-34 0,4 3-40 0,-2 5-31 16,4 1-37-16,-2 4 12 0,3 4-23 16,0 6-44-16,2 2-28 0,-1-1-46 0,1 2-18 15,-1-1-24-15,3 2-12 0,-3-4-14 0,3-1-9 16,-3-2-13-16,-1-5-34 0,-1-2-36 0,-1-1-60 15,-5-4-60-15,4-3-57 0,-3-3-63 0,-1-2-74 16,-1-1-59-16,-2-3-68 0,-1-2-91 0,-2-7-80 16,3 7-349-16,-3-7-604 0</inkml:trace>
  <inkml:trace contextRef="#ctx0" brushRef="#br0" timeOffset="29116.05">26381 7678 821 0,'-5'-22'632'16,"0"2"-134"-16,5 2-103 0,1 2-99 0,3-1-18 15,3 0-29-15,2 2-10 0,1-2 0 0,1 3 1 16,3 1 0-16,2 1-12 0,-1 0-27 0,3 3-17 16,0 1-21-16,-2 3-26 0,1 1-22 0,2 1-17 15,-5 4-20-15,4 2-11 0,-4 0-15 0,2 2-9 16,-5 3-7-16,2 0-7 0,-4 3-5 0,-3 0-4 16,-3 0-2-16,-2 1-1 0,-1 1-4 0,-4 2 7 15,-4 0-12-15,-2 1 2 0,-4-1-2 0,0-2 0 16,-4 2-13-16,2-3 10 0,-4-2-1 0,3-2-7 15,3 1-12-15,-2-4-32 0,5-2-36 0,-1 0-93 16,12-3-116-16,-16 0-105 0,16 0-101 0,-9-6-153 16,9 6-459-16,0-12-725 0</inkml:trace>
  <inkml:trace contextRef="#ctx0" brushRef="#br0" timeOffset="29348.48">27163 7275 754 0,'8'5'860'0,"-4"1"-156"0,-3 4-131 16,-4-1-76-16,-4 4-66 0,-3 5-39 0,-5 3-35 16,-5 0-22-16,-1 7-29 0,-2-2 8 0,0 5-58 0,2-4-18 15,1 2-46-15,3-1-35 0,4 0-34 0,4 1-22 16,2-1-17-16,5-1-17 0,2 0-11 0,5 1-11 16,3 1-9-16,6-4 1 0,2 0-30 0,4-5-24 15,2-2-35-15,3-2-53 0,5-3-76 0,2-5-55 16,0 1-104-16,2-6-146 0,-4-2-89 0,0-3-169 15,2-2-583-15,-2-3-931 0</inkml:trace>
  <inkml:trace contextRef="#ctx0" brushRef="#br0" timeOffset="29700.7">27231 7474 514 0,'0'0'731'0,"-13"-2"-172"0,13 2-53 16,-2 6-93-16,4-2-21 0,4 4-10 0,1 3-11 15,3 1-33-15,3 4-35 0,5 2-27 0,1 2-14 16,3 1-45-16,5 2-41 0,2 0-28 0,3-1-34 16,-1 0-16-16,1-1-26 0,-3-2-7 0,-1-4-25 15,-5 1-33-15,2-4-32 0,-6-2-31 0,-1 1-26 16,-4-5-11-16,-1 0-33 0,-1-3-42 0,-12-3-36 16,13 0-1-16,-13 0 13 0,8-9 31 0,-7 3 32 15,-2-4 23-15,0-1 23 0,-1-3 15 0,-3-3 10 16,0-2 17-16,-3-1 8 0,1-1 3 0,-1 0 1 15,0 0 7-15,-1 0 6 0,0 4 16 0,3 2 10 16,0 1 2-16,-1 3 4 0,3 3 3 0,-4 2 17 0,8 6 27 16,-11-1 38-16,2 5 31 0,2 4 12 15,-2 3-5-15,0 6-20 0,0 2 7 0,-1 2-32 16,1 5-19-16,-2 2-16 0,1 2-12 0,1-1-4 16,1-1-11-16,0 0-13 0,1-1-23 0,1-2-47 15,-1-3-84-15,2-1-138 0,3-4-122 0,-3-2-170 16,2-4-672-16,2-1-845 0</inkml:trace>
  <inkml:trace contextRef="#ctx0" brushRef="#br0" timeOffset="29914.47">27792 7536 1268 0,'0'0'913'0,"9"-5"-209"16,-9 5-126-16,9-3-75 0,-9 3-33 0,19-2-71 15,-6 0 24-15,6 0-51 0,-1 0-4 16,6-1-80-16,3-3-40 0,1 2-48 0,4 0-44 0,2 1-34 16,0-3-59-16,-1 0-80 0,-1 0-76 15,0 0-80-15,-2-2-58 0,-5 3-84 0,-1-4-114 0,-7 2-118 16,-2 1-100-16,-4-3-190 0,-5 2-355 0,-3-1-801 16</inkml:trace>
  <inkml:trace contextRef="#ctx0" brushRef="#br0" timeOffset="30081.97">27907 7653 588 0,'-13'10'816'0,"3"-1"-193"0,5-3-130 0,5-6-101 15,-2 10-67-15,2-10-50 0,12 5-44 0,-1-4-42 16,3-2-38-16,5-1-28 0,6-3-27 0,6-1-20 16,2-2-29-16,8-3-16 0,4 1-49 0,-2-5-88 0,3 1-116 15,-2-1-117-15,-2-2-157 0,1-4-525 16,-5 1-632-16</inkml:trace>
  <inkml:trace contextRef="#ctx0" brushRef="#br0" timeOffset="30519.1">28413 7319 549 0,'-7'-4'800'16,"2"0"-132"-16,1-2-94 0,4 6-60 0,-3-9-78 0,3 9-36 15,1-14-60-15,3 9-7 0,3-5-70 16,0 4 11-16,4 0-90 0,0-2 17 0,6 2-62 0,-2 0 42 15,2 0-64-15,1 3 33 0,1-1-37 0,0 4 29 16,0 0-36-16,0 0 25 0,2 2-57 0,-3 2 23 16,-1-3-56-16,-2 5 25 0,0-2-47 0,-4 1 33 15,-2 1-45-15,0 1 34 0,-5-1-43 0,-4 5 31 16,-4-4-39-16,-3 5 27 0,-4-1-37 0,-3 1 33 16,-5 0-34-16,1-4 5 0,0 3-1 0,-1-4 6 15,2-1 14-15,4 1 24 0,0-2-39 0,1 1 37 16,3-3-36-16,0 2 40 0,9-5-41 15,-14 3 35-15,14-3-42 0,0 0 33 0,0 0-38 0,0 0 34 16,14-3-34-16,-3 3 36 0,3 0-35 0,0 0 37 16,5 2-36-16,-1 1 38 0,2 0-38 15,4 2 41-15,-2 1-38 0,1 0 4 0,0 4 2 0,-2-2 2 16,-1 1 3-16,-1 2 7 0,-3 1-2 0,-1-1-19 16,-5 1 45-16,0 1-25 0,-3 0 39 0,-3 1-10 15,-2-2-2-15,-3 1-5 0,-3-1 0 0,-4 2-6 16,-4 1 9-16,-3-3-8 0,-2 1-6 0,-8 0-2 15,4-6-1-15,-9 5 1 0,1-6 0 0,-3 0-4 16,-1-2-29-16,1-4-49 0,-4-2-55 0,0-3-103 16,-2-4-74-16,3-6-194 0,6 2-152 0,3-3-151 15,6-2-601-15,6-3-1006 0</inkml:trace>
  <inkml:trace contextRef="#ctx0" brushRef="#br0" timeOffset="30697.45">28923 6999 1448 0,'22'6'918'0,"2"6"-219"0,4 9-29 0,2 6-96 0,-1 5 0 0,6 7-41 16,-11-1-83-16,0-2 170 0,-1 3-35 0,-4 2 28 0,-1 0-106 15,-2 0-507-15,-5 0 0 0,-2 1 0 16,-4 3 0-16,-5-7 0 0,-5 4 0 0,-6 0 0 16,-8-1 0-16,-11 4 0 0,-6-4 0 0,-9-6 0 15,-9 1 0-15,-10-4-298 0,-7-4-355 0,-10-1-220 16,-6-2-1131-16,-23-1-1758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2:09:45.134"/>
    </inkml:context>
    <inkml:brush xml:id="br0">
      <inkml:brushProperty name="width" value="0.05292" units="cm"/>
      <inkml:brushProperty name="height" value="0.05292" units="cm"/>
      <inkml:brushProperty name="color" value="#FF0000"/>
    </inkml:brush>
  </inkml:definitions>
  <inkml:trace contextRef="#ctx0" brushRef="#br0">20799 10193 377 0,'0'0'602'0,"3"-12"-171"0,-3 12-77 0,3-9-94 0,-3 9-29 16,0 0-74-16,0-9-13 0,0 9-47 0,0 0 0 15,0 0-15-15,0 0 21 0,-2-7-32 0,2 7 5 16,0 0 21-16,0 0-9 0,0 0-13 0,2 8 39 16,-2-8-24-16,2 14-10 0,-1-5 39 0,1 1-23 15,2 0-15-15,-2 7-20 0,0-2 6 0,2 2-6 16,1 2 25-16,-2 2-15 0,3 1-7 0,-2 1-17 16,0 1-9-16,0 0-9 0,-2 0-5 0,3 0-5 15,-1 0-9-15,0-1 15 0,2 0-24 16,-2-2-16-16,1 1-136 0,-1-3-133 0,1-4-119 0,0 0-127 15,2-1-453-15,-2-3-575 0</inkml:trace>
  <inkml:trace contextRef="#ctx0" brushRef="#br0" timeOffset="927.28">21689 10149 223 0,'-7'1'624'0,"7"-1"-114"0,0 0-122 0,-13 1-32 16,13-1-60-16,-10-1-38 0,10 1-31 0,-8-3-33 0,8 3-25 15,-6-5-3-15,6 5-31 0,-6-8-26 0,6 8-22 16,-2-8-21-16,2 8-12 0,3-11-11 0,3 5-8 16,2-2-10-16,5 2-2 0,0-2-16 15,6 2 9-15,1-1-2 0,2 1-2 0,1 1-2 16,-4 1-4-16,2 2 1 0,-2 2-6 0,-1 0 3 0,-1 3 1 15,0 0-2-15,-3 3 3 0,0 3-3 16,-2 1 4-16,-5 3 1 0,-3 4-2 16,-1 1-3-16,-5 3 9 0,-1 2 5 0,-4 1 13 0,-4 0-3 15,1 1 32-15,-1-6 14 0,0 1 25 0,1-4-1 16,2-2 10-16,-2-1-22 0,2-2-5 0,2 0-17 16,-1-3 3-16,3-1-21 0,-2 0 3 0,2 1-14 15,4-8-6-15,-2 7 6 0,2-7-18 0,0 0 5 16,15 0-12-16,-5-2 6 0,8-2-12 0,-1-2 8 15,6 0-15-15,6-2 13 0,2-3-10 0,1 3 5 0,5-6-8 16,1 0 4-16,-1-1-15 0,0 1-25 0,0-2-144 16,-3 2-165-16,-6-1-126 0,-3 2-228 0,-3-2-365 15,-4 3-685-15</inkml:trace>
  <inkml:trace contextRef="#ctx0" brushRef="#br0" timeOffset="1503.2">22873 9858 524 0,'-4'-7'618'0,"-1"1"-109"0,2 1-89 0,-1 0-41 0,0-2-35 15,1 3-27-15,3 4-37 0,-6-11-51 0,6 11-34 16,-5-10-19-16,5 10-25 0,-2-12-31 0,4 8-23 16,0-4-25-16,5 3 0 0,0-1-19 0,7-3-5 15,0 1-14-15,7 0-4 0,-1 1-8 0,5 1-1 16,0 0-10-16,-1 0 1 0,2 2-6 0,-5 2 5 16,0 0-8-16,-2 2 2 0,-3 0-4 0,0 2 5 15,-4 0-5-15,-2 3 3 0,0 2 5 0,-3 0-1 16,-4 3 8-16,-3 2 9 0,-2 4-4 0,-6 1 12 15,-6 4-20-15,-4 1-2 0,-1-2-1 0,-2 0-2 16,0-3-1-16,-2 1-4 0,1-5 2 0,4 0 0 16,-1-2-1-16,6-3 1 0,-2 0 2 0,5 0 3 15,-2-3 8-15,5-1 0 0,7-4-2 0,-9 6-2 16,9-6-4-16,0 0-2 0,0 0-3 0,15-4 0 16,-5 2 0-16,4 0 1 0,4-2-3 0,0-1-1 15,3 3 2-15,-1-1-4 0,-1 0 1 0,2 3 4 16,0 0-2-16,-1 0 9 0,-1 0-4 0,-1 2 1 15,-1 2 1-15,0 0-6 0,-3 1 3 16,-2 1-1-16,-2 3-1 0,-2-1 3 0,-3 0 2 0,-3 1 8 16,-2-2 6-16,-2 4 6 0,-3-3 10 0,-3 3 9 15,-5-3 11-15,0 3 6 0,-4-3 8 0,-2 1 2 16,-1-1-5-16,-2 0-2 0,2-2 0 0,-2-2-1 16,2 0-8-16,2-1-10 0,1 1-15 0,3-2-25 0,0 0-57 15,14-2-66-15,-18 0-117 0,18 0-123 16,-12-4-94-16,12 4-103 0,-4-9-170 0,4 2-402 15,2-3-737-15</inkml:trace>
  <inkml:trace contextRef="#ctx0" brushRef="#br0" timeOffset="2487.25">23809 9299 707 0,'0'0'601'0,"0"0"-126"0,-2-9-77 0,2 9-83 0,0 0-57 15,0 0-32-15,0 0 5 0,0 0 7 0,0 0-1 16,0 0 3-16,-1 9-17 0,1-9-43 15,0 14-27-15,0-3-5 0,0 3-26 0,0 2-22 16,1 1-10-16,2 1 15 0,0 1-13 0,0 2-11 0,4 0-11 16,-1 0-9-16,1-1-2 0,0-1-1 0,3-1 6 15,-1 1 0-15,0-3 3 0,4 0-1 0,-1-2-6 16,-1-3-3-16,4-2-11 0,0-1-5 0,2-4-6 16,1-1-20-16,5-2-18 0,-1-4-37 0,3 1-56 15,2-4-65-15,-1-6-119 0,0 2-119 0,-3-4-98 16,-6 1-114-16,-1-1-618 0,-6-1-837 0</inkml:trace>
  <inkml:trace contextRef="#ctx0" brushRef="#br0" timeOffset="2674.02">24044 9338 167 0,'0'0'634'0,"-2"12"-154"0,2-3-55 0,2 6-26 15,0 1-22-15,2 5-49 0,0 0-16 0,4 7-3 0,1 0-21 16,-2 1-22-16,4 0-12 0,3 5-40 0,0-2-49 15,2 0-24-15,-2 2-37 0,4 0-4 16,0-3-7-16,3 0-32 0,-1 1-31 0,-1-5-21 0,2-4-75 16,-3-1-107-16,1-3-129 0,0-3-140 15,-2-4-194-15,-1-2-471 0,0-4-722 0</inkml:trace>
  <inkml:trace contextRef="#ctx0" brushRef="#br0" timeOffset="3070.19">25094 9075 810 0,'13'-10'744'0,"0"2"-169"0,-5 0-114 16,-3 2-99-16,-5 6-62 0,6-5-46 0,-6 5-32 16,0 0-38-16,0 0-28 0,0 0-30 0,-10-1-22 15,2 5-22-15,-2 1-14 0,0 3-15 0,-2 0-11 16,2 2-6-16,0 0-8 0,1 2-3 0,-1-3-5 15,3 4 0-15,1-1-5 0,1-3-1 0,2 3-3 16,3-5-3-16,0 3 3 0,4-2 2 0,1-1-2 16,2 0-2-16,4-2 0 0,1-1-2 0,2 0-1 15,2-2-2-15,3 1-3 0,-1-2 3 0,1-1-4 16,1 2-1-16,0-1 3 0,2 1-2 0,-3-1 2 16,1 1 0-16,1 1 0 0,-3 1 2 0,0 0-1 15,-3 1 2-15,2 2 1 0,-3 0 1 0,0-1-3 16,-1 4-3-16,-3-2 6 0,-1 3-4 0,-4-2 2 15,-1 2 0-15,-3-1-1 0,-4 2 0 0,-1 1-1 16,-2-1 0-16,-7 3-6 0,-1-1 3 0,-2-1-4 16,-2-1-10-16,-5 2-17 0,1-3-46 0,3-1-91 15,-3 0-110-15,2-3-66 0,3-2-146 0,-1 2-589 16,3-4-698-16</inkml:trace>
  <inkml:trace contextRef="#ctx0" brushRef="#br0" timeOffset="3255.11">24966 9184 24 0,'7'-12'749'16,"-2"1"-190"-16,2 3-117 0,1-2-64 0,1 0-67 0,4 1-25 15,1-2-18-15,4-1-11 0,8-1-18 0,2-1-33 16,6-3-34-16,5 0-43 0,3-1-18 0,1 1-21 16,4-1-20-16,10-1-17 0,-11 2-11 0,2 3-11 15,0 1-10-15,-1-1-6 0,-2 1-52 0,-1 4-146 16,-1-3-123-16,-9 5-127 0,-1 0-180 0,-2 1-292 15,-5 3-470-15</inkml:trace>
  <inkml:trace contextRef="#ctx0" brushRef="#br0" timeOffset="3636.5">26711 8493 864 0,'0'0'839'0,"13"1"-137"0,-13-1-127 0,-3 7-106 16,-2 2-60-16,-4 3-72 0,-2 2-20 0,-5 4-88 15,1 2 27-15,-3 5-91 0,0 0 32 0,0 2-68 16,4-2 10-16,2 4-67 0,3-3-15 0,1 3 34 16,4-4-3-16,0 2 13 0,8-3 5 0,0 0-7 15,5 4 4-15,4-4-6 0,3-1-8 0,1-2-34 16,3-2 26-16,3-1-37 0,2-3 24 0,-1-1-41 15,2-2 25-15,-5-5-39 0,2-2 23 0,-4-2-34 16,2-1 27-16,-5 0-4 0,-2-4-5 0,1 0-6 16,-3-3-1-16,-3 2-5 0,0-3 2 0,-4-3-10 0,-1 1 4 15,-4 0 31-15,-4-2-43 0,-3-1 31 16,-5 3-35-16,-2-3 36 0,-6 3-41 0,-3 0 37 16,-3 5-36-16,-1-1 33 0,0 4-34 0,-1 2-8 15,-5 2-7-15,1 4-3 0,1-1-30 0,3 1-37 0,0 3-46 16,5-1-38-16,4-1-18 0,4 3-52 0,2-5-107 15,5 3-156-15,2-4-167 0,6-6-731 16,0 12-1024-16</inkml:trace>
  <inkml:trace contextRef="#ctx0" brushRef="#br0" timeOffset="4577.05">21524 11944 394 0,'-6'-11'665'0,"3"0"-107"0,-1 3-90 0,0 0-92 0,2 2-76 0,2 6-36 0,-4-9-13 0,4 9-8 15,0 0 0-15,-3 9-5 0,7 0-15 16,-1 3-37-16,2 2-15 0,2 5-19 0,3 6-34 15,2 2-15-15,6 7-17 0,0 0-29 0,0 2 2 16,3 1-21-16,-1 2 2 0,1 0-26 0,0 0 3 16,-2-1-5-16,1-1-14 0,1-1-23 0,-3-3-37 15,0-2-57-15,-4-4-85 0,0-3-108 16,-1-6-102-16,-1-3-131 0,-3-4-581 0,3-2-740 0</inkml:trace>
  <inkml:trace contextRef="#ctx0" brushRef="#br0" timeOffset="4921.42">22253 12071 1139 0,'4'-6'793'0,"1"3"-176"0,-5 3-148 16,4-9-76-16,-4 9-75 0,7-10-62 0,-5 6-40 15,3-4 0-15,3-1-21 0,0 1-11 0,3-1-27 16,0-2-15-16,5 0-13 0,2 0-32 0,-3 3 0 15,4 1-28-15,-3 0-8 0,0 4-14 0,0 0-7 16,-2 2-15-16,-1 2 2 0,-1 2-11 0,0 1 4 16,-2 4-15-16,0 2 9 0,-3 2-8 0,-2 3 4 15,-3 3-5-15,-2-1-4 0,-1 4 6 16,-4 1-12-16,0 2-3 0,-2-1 18 0,-2 0 0 16,2-2-10-16,0-2 5 0,2-1-10 0,1-5 13 0,-2 0-9 15,2-2 32-15,3-2-24 0,1-1 27 0,1-2-19 16,-1-6 20-16,13 6-28 0,-13-6 14 0,24-2-22 15,-6-2 4-15,6-4-7 0,6-3 1 0,6-4-26 16,-1-4-42-16,4 0-53 0,1-5-106 0,9-3-126 16,-12 3-131-16,8-7-188 0,-9 6-574 0,0-3-859 15</inkml:trace>
  <inkml:trace contextRef="#ctx0" brushRef="#br0" timeOffset="5410.88">23494 11647 1470 0,'4'-8'785'16,"-1"-3"-218"-16,1 2-91 0,-1-1-114 0,4 0-53 0,-1-2-82 16,3 0-29-16,0 1-31 0,5-5 21 15,0 2-22-15,3-2-17 0,1 1-2 0,1 2-31 16,1 1-16-16,0 2-22 0,1 0-19 0,0 5-7 15,-5-1-5-15,2 3-15 0,-4 2-4 0,0 1-6 0,-1 1-3 16,1 2-1-16,-4 3-3 0,-1 0-2 0,-4 3-7 16,2 1 13-16,-5 5-15 0,-2-4 13 0,-2 6-16 15,-3 1 11-15,0-3-16 0,-2 3 13 0,-2-1-15 16,-1-3 17-16,4-1-12 0,-1-1 10 0,-2-1-17 16,5-3 21-16,-2 1-14 0,2-3 8 0,-1 1-19 15,3-1 15-15,2-6-13 0,0 0 7 0,0 0-12 16,7 3 11-16,3-6-10 0,3-2 7 0,3 0 1 15,3 0 9-15,1-1-19 0,4 2 24 0,0 0-17 16,1-1 14-16,1 3-12 0,0 0 9 0,-3 2-10 16,-1 2 11-16,4 0-10 0,-3 1 25 0,-2 3-28 15,-4 1 11-15,-2 1-10 0,-2 0 14 0,-4 3-10 16,-4 0 16-16,0 0-13 0,-6 2 14 0,-5 1-11 16,-3 3 21-16,-3 0-23 0,-4-1 17 0,-4 2-7 15,-1-3 17-15,-4 2-16 0,1-4 15 0,2 0-26 16,-1-2 22-16,2-3-24 0,3 0 21 0,1-3-33 15,4-5-41-15,-1 2-37 0,5-4-93 0,2-2-95 16,0-2-95-16,6-3-62 0,1-1-115 0,6-6-177 16,1-4-281-16,3-5-617 0</inkml:trace>
  <inkml:trace contextRef="#ctx0" brushRef="#br0" timeOffset="5653.61">24620 11041 924 0,'13'2'821'0,"-4"-2"-162"0,-3 4-143 0,3 0-71 16,-5 5-52-16,1 0-58 0,-2 4-38 0,-1 0-42 0,2 1-26 15,-2 2-12-15,0-1 18 0,4 2-24 16,-2 0 21-16,4 2-40 0,0-2 17 0,4 1-47 16,1 0-15-16,4 0 4 0,3 0-21 0,2-3-25 15,2-3-16-15,2 1-22 0,1-4-13 0,-2-1-25 16,3-4-34-16,2 0-58 0,-1-4-52 0,2 0-17 15,-2-1-60-15,4-4-44 0,-2-1-56 16,-4-1-114-16,-4 0-82 0,-4-5-69 0,-1 0-101 0,-5-1-592 16,-4-1-859-16</inkml:trace>
  <inkml:trace contextRef="#ctx0" brushRef="#br0" timeOffset="5853.82">25041 11076 426 0,'-3'11'711'0,"3"-3"-141"0,0 1-67 15,3 4-60-15,-1 1-52 0,1 2-19 0,1 6-23 16,2 0-3-16,-1-1-45 0,2 2-42 16,2 3-40-16,2-1-33 0,-1 1-22 0,3 2-5 0,2-2-53 15,3 4-2-15,0-3-37 0,2 3 3 0,1-5-33 16,-2-2 3-16,0-2-48 0,-1-3-54 0,0-2-80 16,-2-3-95-16,1-1-127 0,-1-3-107 0,-1-3-181 15,-1-2-574-15,0-3-834 0</inkml:trace>
  <inkml:trace contextRef="#ctx0" brushRef="#br0" timeOffset="6240.57">26109 10714 1108 0,'12'-11'820'15,"0"2"-158"-15,-5 3-160 0,-1-1-87 16,1 2-99-16,-7 5-42 0,6-7-42 0,-6 7-29 0,0 0-30 15,0 0-7-15,0 0-33 0,-17 3-19 0,8 1-27 16,-1 2-18-16,0 2-15 0,-3 1-7 0,3 0-16 16,0 1-4-16,1 0-4 0,-1 0-6 0,3 1-3 15,1-3-3-15,2 1-2 0,1 0-4 0,3 0 4 16,2 0-7-16,3-1 2 0,1 0 1 0,3 2-5 16,5-3 2-16,2 1 3 0,3 0-4 0,1 0 0 15,-1-1-1-15,4 0 0 0,0 0 2 0,-1 0-4 16,1-2 4-16,1 5-6 0,-1-4 5 0,-1 2 6 15,0 1-6-15,-2-1-6 0,1 2 8 0,-3-1-4 16,-2 1 3-16,-2 1-5 0,-3-3 3 0,0 3 0 16,-3 0-1-16,-3 1 4 0,-3-1 1 0,0 0-2 15,-4 1-3-15,0-2-1 0,-5 4 1 0,-2-2 0 16,-3-1-6-16,-4 3 9 0,0-1-21 0,-2-2-26 16,-3 0-25-16,-4-1-36 0,1 0-54 15,2-2-78-15,-1-1-73 0,0-2-71 0,4-3-81 16,1 1-96-16,2-3-438 0,4-3-594 0</inkml:trace>
  <inkml:trace contextRef="#ctx0" brushRef="#br0" timeOffset="6437.7">26197 10782 248 0,'5'-14'762'0,"1"3"-170"0,-4 1-140 15,3-1-74-15,-1 3-61 0,0-3-36 0,2 2-8 16,-1 0 1-16,0 0 6 0,5-2-53 0,0 1-23 15,4-2-54-15,2-1-32 0,6 1-20 0,5-2-20 0,2 1-21 16,6 1-12-16,1-3-12 0,3 0-5 16,1 1-16-16,0 0-16 0,0-1-46 0,-1-1-125 0,-2 0-143 15,-1 0-114-15,-3-2-181 0,-1-2-421 16,-3 0-646-16</inkml:trace>
  <inkml:trace contextRef="#ctx0" brushRef="#br0" timeOffset="6820.38">27657 9888 1142 0,'6'-5'826'0,"-6"5"-160"15,0 0-129-15,0 0-74 0,0 0-59 0,-11 7-43 0,2 4-59 16,-7 6-24-16,0 3-8 0,-5 10-15 15,0 1-4-15,1 5-37 0,1 1 13 0,3 2-33 16,2 1-37-16,3 2-30 0,3 0-8 0,4 2 42 16,4-7-15-16,2-2-40 0,7 7 26 0,1-3-52 15,4-2 28-15,4-2-53 0,1-4 30 0,1-3-53 0,3-2 23 16,-3-7-47-16,1-2 29 0,0-2-46 16,-2-4 32-16,1-3-36 0,-4-2 32 0,2-3-38 15,-3-2 37-15,-2-1-33 0,1-2-1 0,0-5 4 16,-3 1 33-16,-1-2-36 0,-5-1 33 0,-1 0-35 15,-4-1 32-15,-3-3-2 0,-1 2-4 0,-6-1-5 0,-5 2 7 16,-7 0-7-16,0 3-4 0,-10-1-3 0,-1 5 0 16,-4 2-11-16,-3 2-33 0,2 4-75 15,-8 2-41-15,3 2-109 0,-3 4-66 0,2 2-72 16,3 0-183-16,-1 3-173 0,1 0-851 0,5 1-1271 16</inkml:trace>
  <inkml:trace contextRef="#ctx0" brushRef="#br0" timeOffset="10487.05">20726 15056 408 0,'-4'-7'642'0,"4"-1"-103"0,-2 3-110 0,2 5-70 15,-4-13-76-15,4 13-41 0,-1-5 14 0,1 5-6 0,0 0-9 16,0 0-7-16,9 5-12 0,-4 3-40 16,1 0-25-16,4 5-33 0,-2-2-13 0,4 5-25 0,0 1-12 15,1-1-18-15,4 6-12 0,-2 0-1 0,2-1-3 16,-1 2-11-16,1 1 1 0,0-1-19 0,-1 0 1 16,0 0-22-16,-1-1-22 0,-4-4-71 0,2 1-123 15,-3-5-138-15,-2-1-140 0,-2-2-117 0,2-3-392 16,-3-2-617-16</inkml:trace>
  <inkml:trace contextRef="#ctx0" brushRef="#br0" timeOffset="10703.45">21070 15123 244 0,'6'-3'636'16,"-6"3"-143"-16,13-4-96 0,-13 4-18 0,14 4-46 15,-4-1-41-15,-3 3-18 0,2-1-19 0,-3 1-31 16,4 2-16-16,-1 2-14 0,-1 0-17 0,0 3-32 15,-1 0-24-15,0 1-26 0,-1 2-8 0,-1 0-2 16,-1 1-11-16,0 0-25 0,0 0-1 0,-3 0-14 16,-1 0-4-16,-1 1-13 0,-1-1-16 0,-3-3-24 0,3-2-44 15,-1 0-95-15,-2-3-119 0,1-3-93 0,-1-1-99 16,5-5-136-16,-11 2-302 0,6-7-480 16</inkml:trace>
  <inkml:trace contextRef="#ctx0" brushRef="#br0" timeOffset="11033.55">21263 14845 322 0,'6'-5'785'15,"-6"5"-163"-15,9-5-85 0,-9 5-71 0,0 0-37 16,0 0-37-16,4 8-36 0,-4-8-62 0,0 14-36 16,-1-3-67-16,0-2-22 0,1 4-46 15,0 1 29-15,0 0-50 0,2 3 17 0,-1-1-57 0,3 1-1 16,0 0-11-16,4 2 8 0,-2-2-7 0,2 1-2 15,1-2-6-15,1-3 2 0,0-1-12 0,-1-1-5 16,5-3-10-16,-1 1-3 0,2-5-2 0,1-1-3 16,-1-2-4-16,2-2 0 0,-1-4 41 0,0 0-51 15,-1-3 49-15,-4-1-62 0,0 0 51 0,-1-2-53 16,-4 1 47-16,-2-1-50 0,0 1 50 0,-3 3-47 16,-3-1 48-16,-1 2-47 0,-2 1 55 0,-3 2-57 0,-3 0 43 15,-1 3-49-15,-2 3 50 0,0 4-52 16,-1-1 51-16,-2 4-51 0,1 0 8 0,2 3-23 15,3-2-19-15,-1 3-31 0,4-2-47 0,0-1-87 16,6-2-120-16,-1-2-94 0,2 1-146 0,1-8-684 16,4 7-879-16</inkml:trace>
  <inkml:trace contextRef="#ctx0" brushRef="#br0" timeOffset="11268.05">21480 14652 569 0,'5'-5'653'0,"-5"5"-176"0,11-6-52 0,-11 6-36 0,11 2-19 16,-1 2 14-16,2-1-23 0,3 5-12 0,2 0-50 15,3 3-6-15,4 1-84 0,0 3-9 0,1 1-73 16,3 5 10-16,0 2-63 0,-4 4 22 0,2-2-52 16,-5 5 26-16,0 0-51 0,-4 2-3 0,-2 1-11 15,-4-4-9-15,-3 2-10 0,-5 1-28 16,-2-3-25-16,-3 5-37 0,-6-1-67 0,-2 2-72 15,-3 1-86-15,-5-3-56 0,0-1-73 0,-2-2-86 0,-2-2-457 16,-2-5-602-16</inkml:trace>
  <inkml:trace contextRef="#ctx0" brushRef="#br0" timeOffset="11520.04">20269 15087 1014 0,'0'0'744'0,"-11"7"-123"0,6 3-121 15,3 4-68-15,-3 11-74 0,2 9-50 0,3 11-43 0,0 6-44 16,1 3-21-16,2 2-16 0,3 9-17 0,3-1-44 16,2 0 17-16,4-6-62 0,2-4-14 15,4-5-5-15,5-9-15 0,2-6-18 0,6-7-13 16,3-3-14-16,7-9-22 0,3-5-39 0,5-7-110 0,2-6-120 15,11-10-114-15,0-6-97 0,-1-6-119 0,0-3-465 16,-5-8-705-16</inkml:trace>
  <inkml:trace contextRef="#ctx0" brushRef="#br0" timeOffset="12272.35">22556 14124 803 0,'-15'-19'677'0,"-4"1"-131"0,2 8-94 0,-1 1-83 16,3 6-66-16,-3 4-34 0,-2 7-20 0,2 4-26 15,-1 9-33-15,-1 9 14 0,4 5-44 0,3 4-32 0,3 5 10 16,5 6 5-16,3 3-22 0,8 3-18 0,6 7 3 16,5 0-17-16,6-1 25 0,6-6-48 15,3-2-7-15,5-7-10 0,5-2-3 0,-1-6-10 16,4-8-5-16,2 0-3 0,-7-12-26 0,3-3-18 15,0-5-42-15,0-4-72 0,-3-5-100 0,-1-4-106 16,4-7-100-16,-1-4-115 0,-5-2-110 0,-3-7-364 16,-3-4-635-16</inkml:trace>
  <inkml:trace contextRef="#ctx0" brushRef="#br0" timeOffset="12936.58">23135 14137 590 0,'4'-8'528'0,"-1"2"-151"0,2 2-50 0,-3-3-78 15,3 3-6-15,-1-2-47 0,0 2 6 16,3-1-23-16,1 1 4 0,1 1-21 0,0 1-9 0,3 1-20 15,-12 1-21-15,23 1-5 0,-11 1-4 0,3 2-1 16,-1 3-13-16,-2 1-15 0,0 2-14 0,1 1-7 16,-2 2-7-16,-3-1-5 0,-1 2-5 0,0 2-8 15,-4 2 4-15,-2 1-10 0,-4 3 1 0,-1 0-10 16,-1 2 9-16,-5-2 5 0,0 3 18 16,0-3-1-16,-2-3-5 0,2-2 4 0,0 0 11 0,1-4 7 15,1-1 8-15,2-2 4 0,0 0-5 0,0-2 6 16,1-1 19-16,5-7-33 0,-4 7-3 0,4-7-7 15,0 0-14-15,13-6-11 0,-4 1-6 0,4-4-2 16,6-3-2-16,3-2-6 0,1-1 2 0,2-1-8 16,-2 2-1-16,3-2-16 0,-1 0-18 0,-3 0-73 15,1 1-95-15,-1-1-129 0,-2 0-141 0,-3 0-183 16,-2 1-501-16,-1 0-767 0</inkml:trace>
  <inkml:trace contextRef="#ctx0" brushRef="#br0" timeOffset="13137.88">23552 14066 828 0,'0'0'740'0,"6"6"-142"16,-6-6-104-16,8 10-64 0,-5-5-71 0,0 5-52 0,2 1-46 16,-1 2-32-16,1 3-55 0,-1-1-16 0,3 5-33 15,-1-1-10-15,4 4-34 0,0 0-16 16,3 2-10-16,3 0-19 0,-2-3-23 0,2 0-23 15,3-1-92-15,-1-4-146 0,-4-1-127 0,3-3-182 0,-4-3-631 16,-3-2-799-16</inkml:trace>
  <inkml:trace contextRef="#ctx0" brushRef="#br0" timeOffset="13587.01">23705 13905 119 0,'7'-15'756'0,"-2"3"-191"0,1-1-113 0,-1 3-48 16,4-1-56-16,0 0-19 0,1 1-16 0,4-1-3 16,-1 3-31-16,4-3-24 0,1 2-30 0,0 0-37 15,-1 3-48-15,-1 2-15 0,0 0-37 0,-2 2-2 16,-1 2-32-16,1 3 3 0,-2 1-19 0,-1 2-11 16,0 2-5-16,-4 1-6 0,-2 3-1 0,0 1-3 15,-3-1-6-15,-2 2 14 0,-2 1-15 0,-3 1 10 16,2-1-17-16,-3-2 13 0,3 0-13 0,-1-3 14 15,1 1-15-15,-1-4 15 0,2 2-14 0,-1-3 12 16,-1 0-13-16,4-6 17 0,-1 8-20 0,1-8 16 16,0 0-18-16,14-5 0 0,-6 0 2 0,2 0 0 15,5-2 1-15,-2 1 2 0,2 1 0 0,1-1 3 16,0 1-3-16,1-1-1 0,0 3 2 0,-2-1 8 16,4 1-6-16,-5 2-1 0,2 2 0 0,-4 2 3 15,4 1 15-15,-2 2-23 0,-2 2 23 0,0 1-19 16,-3 3 15-16,0-1-15 0,-3 3 15 0,-2 0-11 0,-4 4 32 15,0-4-17-15,-4 4 37 0,-2 3-18 0,-7 0 41 16,0 1-46-16,-3 1 5 0,-4-1-2 0,-4 4-1 16,0-2-3-16,-3-1-8 0,5-4-3 0,-2-1 3 15,1-1-9-15,1-2-8 0,4-3-34 0,-2-1-24 16,5 0-45-16,-1-5-117 0,4-1-165 16,0-2-141-16,1-5-200 0,2-2-467 0,-1-5-799 0</inkml:trace>
  <inkml:trace contextRef="#ctx0" brushRef="#br0" timeOffset="13837.46">24264 13287 925 0,'18'-7'839'0,"-4"4"-197"0,-3 2-140 15,4 2-90-15,1 5-53 0,2 1-48 0,0 5-51 16,5 2-57-16,-2 6-44 0,5 3-23 0,-1 2-24 15,1 3-18-15,2 0-7 0,0 3-18 0,-1 0-6 16,1 3-20-16,5 6 2 0,-1 0-15 0,-5-2-15 16,-3-1 1-16,-2 2-5 0,-1-3-9 0,-4 3-6 15,-4-1-10-15,-2-1-51 0,-5-3-49 0,-5-7-73 16,-2 2-81-16,-3 0-55 0,-5 0-67 0,-1-1-61 16,-2-2-56-16,-3-4-436 0,2-5-525 0</inkml:trace>
  <inkml:trace contextRef="#ctx0" brushRef="#br0" timeOffset="14137.8">25225 12721 675 0,'2'-6'689'0,"-2"6"-131"0,0 0-77 0,-14 3-70 16,3 7-57-16,-5 9-24 0,-7 6-39 16,-1 9-32-16,2 1-9 0,-6 13-36 0,4 4-25 15,2 3-13-15,4 2-21 0,4 0-21 0,5-8-30 16,4 2 14-16,5 0 2 0,5 0-1 0,4-2 1 16,5-2-11-16,6 4-22 0,5-2-1 0,3-4-36 15,4-4 9-15,-4-8-19 0,4-5-31 0,1-4-27 16,3-2-51-16,1-5-40 0,3-5-90 0,-4-3-108 15,-2-5-128-15,5-3-135 0,-5-4-207 0,4-2-385 0,-4-4-778 16</inkml:trace>
  <inkml:trace contextRef="#ctx0" brushRef="#br0" timeOffset="14587.11">25635 12986 296 0,'-6'-9'663'15,"-1"2"-116"-15,3 1-107 0,-1 0-41 0,5 6-43 0,-9-11-36 16,9 11-27-16,-2-11-36 0,2 11-31 0,1-14-23 16,5 7-17-16,-2-2-23 0,4 2-31 0,0-1-20 15,1 1-22-15,3 1-12 0,-3-1-18 0,4 4-6 16,-3 0-16-16,2 2 3 0,-12 1-17 0,23 0-5 16,-14 2-1-16,2 2-6 0,-3 1-2 0,-2 3-3 15,-1-2 0-15,-1 4 5 0,0-1 4 0,-4 2-1 16,-4 2-1-16,-1-1-2 0,1 3-2 0,-3-2-1 15,-1-1-3-15,-1 1 1 0,1-2 1 0,3-1-5 16,-1-1 2-16,2-2 0 0,-2 0 0 16,2-1 2-16,4-6-1 0,-7 9-3 0,7-9-3 0,0 0-2 15,0 0 5-15,12 2 0 0,-2-5-3 0,0 0-1 16,6-2-1-16,-1 2 0 0,2 0 1 0,-2 1-2 16,1 0 3-16,-1 1-1 0,0 2 0 0,0 1 2 15,1 0 3-15,-2 3-4 0,0-1 0 0,-3 2-1 16,0 3 12-16,-1-2-7 0,-3 4 7 0,-3-3-4 15,1 5 18-15,-5-2 5 0,0 2 20 0,-1 2-23 16,-3 0 14-16,-4-1-27 0,0 3 22 0,-4-1-30 16,0 1 31-16,-3 0-24 0,1-2 34 0,-1 0-42 0,1-1 36 15,-3-2-43-15,6-1-6 0,-1-2-10 16,1 0-17-16,4-3-34 0,0 0-128 0,7-6-139 16,-11 3-82-16,11-3-113 0,0 0-69 0,2-12-455 15,3 1-671-15</inkml:trace>
  <inkml:trace contextRef="#ctx0" brushRef="#br0" timeOffset="14769.61">26112 12865 428 0,'18'-4'678'0,"-2"2"-114"0,2 5-64 0,-4 1-61 0,0 8-46 0,2 0-33 16,-5 6-10-16,2 2-56 0,-2 5-36 0,-4 1-30 16,0 3-47-16,-3 0-37 0,-1 0-26 15,-1-2-25-15,-2 2 6 0,0-1-41 0,0 0-12 0,0-1-2 16,-1 0-37-16,0-4-32 0,1-3-74 0,0-2-99 15,0-2-104-15,0-3-114 0,0-2-140 0,2-3-601 16,-2-8-771-16</inkml:trace>
  <inkml:trace contextRef="#ctx0" brushRef="#br0" timeOffset="15087.04">26357 12820 363 0,'3'-19'724'0,"-1"3"-155"0,1 3-89 0,-1 0-83 0,0 4-41 15,0-1-4-15,2 3-2 0,2 1 0 0,1-2-38 16,-1 4-35-16,4 1-30 0,4 2-26 0,-1-1-23 16,4 2-13-16,1 2-34 0,2-1-20 15,-1 2-31-15,1 0-9 0,-1 2-26 0,-4 0-4 0,3 1-21 16,-5 0-10-16,-1 3-4 0,-1-2-2 0,-5 3-4 16,0-2-5-16,-6 3 0 0,0 0-1 0,-6 2-3 15,0 0-21-15,-1-1 25 0,-2 0-21 0,-1 0 22 16,2-4-17-16,3 3 22 0,-1-5-27 15,-2 0 26-15,3 2-26 0,1-2 26 0,4-6-22 0,-5 6 31 16,5-6-22-16,0 0 23 0,0 0-32 0,13-6 21 16,0 0-2-16,1-4-5 0,4 0-7 0,3-6-11 15,1-1-14-15,1-1-12 0,5-4-28 0,-2 1-38 16,-1-4-63-16,-3 6-78 0,-3-4-87 0,-1 2-119 16,0-2-58-16,-1 0-115 0,-6-1-594 0,0 4-820 15</inkml:trace>
  <inkml:trace contextRef="#ctx0" brushRef="#br0" timeOffset="15336.82">26763 12134 139 0,'-2'-13'641'0,"1"4"-133"16,1 0-121-16,0 9-17 0,2-10-13 0,-2 10-14 16,0 0-11-16,21 4 7 0,-10 2-9 0,6 6-31 0,2 6 0 15,5 4-34-15,6 6-26 0,0 1-1 16,5 9 9-16,3 3-28 0,-1 5 0 0,0-4-31 15,0 5-24-15,-3-2 3 0,-1-1-70 0,-4 0-18 16,-5-6-14-16,-1-1-12 0,-5-3-12 0,-1 0-6 0,-7-3-35 16,-1-3 24-16,-4-3-43 0,-5 0 12 15,-2 1-53-15,-5 1-10 0,-4-2-52 0,-6 1-21 0,-3 0-21 16,-5-2-34-16,-3 0-80 0,-1-2-125 16,-2-5-62-16,-1 2-113 0,4-7-166 0,0 0-328 15,4-6-688-15</inkml:trace>
  <inkml:trace contextRef="#ctx0" brushRef="#br0" timeOffset="16203.93">27990 11778 52 0,'-5'-20'672'0,"1"5"-119"0,-2-2-111 0,2 5-68 15,-2-1-55-15,-1 7-24 0,2 1-24 16,5 5-23-16,-15 2 15 0,7 4 16 0,1 4-15 16,-4 7-5-16,4 4 11 0,0 2-75 0,1 6-4 0,2 2 1 15,0 4-30-15,2-2-20 0,3 4-21 0,0 0-1 16,4 6-35-16,-1 1 24 0,3-2 9 0,0-2-11 15,5-2-5-15,-1 0-10 0,1-3-11 0,0-6-14 16,1-4-11-16,4-2-14 0,0-1-13 0,0-3-17 16,0-6-20-16,4-1-17 0,0-6-38 0,2-4-45 15,4-3-60-15,4-4-64 0,1-6-70 16,6-3-92-16,-2-5-59 0,-2-3-83 0,-2-3-148 16,-1-3-448-16,-4-3-746 0</inkml:trace>
  <inkml:trace contextRef="#ctx0" brushRef="#br0" timeOffset="18303.48">28638 11354 246 0,'0'0'232'0,"7"-5"-33"15,-7 5-33-15,0 0-11 0,5-5-12 0,-5 5-20 16,0 0-21-16,0 0-10 0,0 0-12 0,0 0-5 16,0 0 3-16,0 0 6 0,0 0 11 0,1 7 48 15,-5 4-6-15,3 0 33 0,-2 6-20 0,2 2 20 16,-1 5 5-16,0 2-8 0,0 2 3 16,0 3 16-16,2 2-12 0,0-1-20 0,0-4 10 0,2 4-1 15,0-4-9-15,0-1-25 0,0-1 9 0,3-3-10 16,0 2-29-16,4-4 37 0,-4-2-24 0,4 0 6 15,-1-6-34-15,2-2 7 0,2-1-36 0,2-3 13 16,0-3-38-16,1-2 16 0,2-2-30 0,3-2 16 16,1-2-25-16,-1-3 17 0,2-2-24 0,-4-1 19 15,0 0-26-15,-3-4 25 0,0 2-26 0,-6 0 41 16,0-1-37-16,-2 0 28 0,-4 0-27 0,-1 3 9 16,-4 0 3-16,-3-4-5 0,-4 3 3 0,-1 2 1 15,-1 1-2-15,-3 1 4 0,-2 2 0 0,-3 3 0 16,1 2-7-16,0 1 30 0,-1 2-39 0,-1 4 34 0,-1 0-39 15,2 6 33-15,4-3-41 0,-2 5 14 16,7 1-60-16,0 1-23 0,2 0-78 0,4 0-105 16,3-1-128-16,2 1-102 0,1-1-151 0,3-2-444 15,2 0-712-15</inkml:trace>
  <inkml:trace contextRef="#ctx0" brushRef="#br0" timeOffset="18520.1">29143 11597 1031 0,'14'-11'684'0,"-2"1"-133"0,-2 2-119 0,-1 1-59 0,0 4-30 0,-9 3-18 0,13-2-19 16,-13 2-28-16,14 5-53 0,-7 2-15 0,-3 0-53 16,5 5 4-16,-3 2-62 0,1 1 18 0,1 3-56 15,-1 1 22-15,1 0-49 0,0 1 22 0,-1-1-39 16,3 0 16-16,-3-2-47 0,2 1-23 0,-3-4-63 15,4 0-89-15,-5-3-110 0,1 0-95 0,-1-4-95 16,-1 0-158-16,-4-7-416 0,2 5-680 0</inkml:trace>
  <inkml:trace contextRef="#ctx0" brushRef="#br0" timeOffset="18737.36">29300 11307 530 0,'2'-10'747'15,"1"3"-168"-15,-3 7-63 0,4-6-61 0,-4 6-31 16,5 5-23-16,-1-1-31 0,3 3-51 0,-2 1-47 16,4 3-32-16,-2 2-35 0,2 4-26 0,0 2-25 15,3 0-32-15,-1 5-23 0,3-1-19 0,-2 1 25 16,1-2-60-16,1 1 28 0,-3-4-83 0,3-2-37 0,-2 0-98 16,0-2-85-16,-3-3-109 0,0-1-104 0,0 0-104 15,-2-5-162-15,-2 1-367 0,-5-7-692 0</inkml:trace>
  <inkml:trace contextRef="#ctx0" brushRef="#br0" timeOffset="18953.89">29447 11022 575 0,'12'-14'743'0,"-2"6"-125"0,2 2-73 15,0 4-57-15,2 3-25 0,4 5-31 0,3 3-12 16,4 7-106-16,6 4 11 0,-2 4-56 0,3 8 62 15,-4 0-72-15,4 10-28 0,-2 0 4 0,-3 7-26 16,-5 4-27-16,-3 0-26 0,-7-4 10 0,-3 3-69 16,-5 1 20-16,-3 0-58 0,-3 1 7 0,-5 9-70 15,-5 0-69-15,-4-5-51 0,-5 0-88 0,-1 0-52 16,-6-3-102-16,-3-1-191 0,-5 1-165 0,-2-4-855 0,-4-1-1223 16</inkml:trace>
  <inkml:trace contextRef="#ctx0" brushRef="#br0" timeOffset="27802.05">3825 10670 348 0,'0'0'333'0,"-3"-11"-64"0,3 11-31 0,-4-10-26 16,2 4-31-16,-2 0-17 0,0 1-8 0,0-3-18 16,-2 2-6-16,-1 0-4 0,1-3-17 0,1 5 10 15,-4-5-41-15,3 2-5 0,-2 2-11 0,-2-4 1 16,-2 1 2-16,3-2 5 0,-4 4-10 0,1 0 2 15,-1-1-8-15,-2 1-2 0,0 4-9 0,-1-1-7 16,-1 1-4-16,-2 2 1 0,0 2-6 16,0 1 11-16,-6 1 2 0,1 3 15 0,-4 3 19 0,4 2 11 15,-2 1-6-15,1 3 26 0,-2 5-10 0,3 4-12 16,2 2 8-16,5 6 24 0,1 1-15 0,4 4-2 0,6 2-12 16,2 3-13-16,1 3-10 0,7 0-5 0,0 2-1 15,5-2 42-15,5 2-30 0,-1-6-10 0,6 3-6 16,0-4-5-16,3-3-6 0,2-2-7 0,2-5 5 15,2-2 9-15,-1-6-1 0,2-4-2 0,-1-3-6 16,2-8-5-16,-5 0-4 0,3-6-6 0,-1-4-2 16,5-4 2-16,0-4-14 0,1-7 3 0,2-2-4 15,-3-5-1-15,-3-3-2 0,-1-3-2 16,-1-1 3-16,-5-1-5 0,-4-2 1 0,-2 0 1 16,-3-2 4-16,-5 4-1 0,-1-2 1 0,-7 1-7 0,0-1 1 15,-2 0 2-15,-6 0 0 0,-1-4-5 16,-4 5 5-16,-2 2 5 0,1 6-4 0,-4 2-2 0,3 1-10 15,-4 4 8-15,2 4-5 0,2 1-3 0,-2 3-6 16,5 2-17-16,1 2-14 0,0 3-25 0,11 3-37 16,-15-1-60-16,15 1-91 0,-11 5-114 0,10 3-76 15,1 0-125-15,1 1-607 0,4-1-786 0</inkml:trace>
  <inkml:trace contextRef="#ctx0" brushRef="#br0" timeOffset="28425.39">5086 10759 42 0,'1'-6'507'0,"-1"6"-134"0,0-12-43 0,-1 4-52 0,0 1-13 0,-2-1-20 16,1-1-23-16,-1 0-31 0,-2 1-16 16,0-3-8-16,-3 0-8 0,2-2-20 0,-2 3-2 0,-1-2-32 15,-1-1-5-15,0 3-15 0,-4-3 0 0,0-3-8 16,-3 4-17-16,2 0 15 0,-4 0-4 0,-1 2-14 15,-1-1-7-15,-2 3-7 0,-3-3-2 0,2 4 19 16,-2 1 7-16,2 2-1 0,-2 1 24 0,2 3-14 16,2 3-8-16,-3 3-14 0,-3 2-5 0,2 4 39 15,4 4-6-15,2 3-7 0,-2 10 30 0,3 4-12 16,2 4-16-16,2 2 13 0,1 4-16 0,4 3 27 16,-2 0-48-16,5 4 8 0,1-3 4 0,4 2 14 0,-1-4-3 15,5 2-8-15,0-5-5 0,5-1 28 16,4-3-29-16,3-2 25 0,4-1-22 0,6-5 28 15,4-3-8-15,3-3-10 0,5-3-16 0,0-5-32 16,3-3 20-16,2-4-25 0,-4-7 34 0,3-3-35 0,7-4 26 16,-2-3-37-16,2-5 26 0,-2 0-2 0,1-4-3 15,-4-3-5-15,-2-2 2 0,-5-3 13 16,-1 0-1-16,-5-3-9 0,-2-1-4 0,-5-4-5 0,-3-2-6 16,-5 0-3-16,-3-3-3 0,-6 3 1 15,-2 0-3-15,-6 1-30 0,-3-8 37 0,-5 4-36 16,-5 1 35-16,-2 3-7 0,-1 2 1 0,-5 1-3 15,-3 5-4-15,2 0 2 0,-6 4-4 0,4 8-4 0,-1 2-3 16,1 0-14-16,0 8-31 0,0 1-49 0,1 3-95 16,-1 3-54-16,0 0-89 0,-1 8-131 0,2 0-120 15,3 5-196-15,1 2-566 0,3 0-955 0</inkml:trace>
  <inkml:trace contextRef="#ctx0" brushRef="#br0" timeOffset="33285.4">25992 15187 412 0,'-4'-10'470'0,"1"1"-101"0,-1 2-48 16,3 0-30-16,-3 0-33 0,2 1-39 0,2 6-43 0,-3-9-11 15,3 9-14-15,-2-9-15 0,2 9 18 0,0 0-9 16,0 0 22-16,0 0-11 0,0 0-11 0,-6 7-20 16,6 0 19-16,2 3-24 0,-1 1-24 0,0 2-4 15,3 2-3-15,-1 1-17 0,2 0-17 0,-3 2-12 16,3 0-5-16,1 2-9 0,-1-1-8 0,0 0-2 15,-1-1-3-15,3-2-9 0,-2-1-8 0,-1-1-128 16,3-1-176-16,-2 0-131 0,-1-3-169 0,1-3-402 16,-3 1-610-16</inkml:trace>
  <inkml:trace contextRef="#ctx0" brushRef="#br0" timeOffset="33503.71">26204 15299 531 0,'11'3'440'16,"-11"-3"-41"-16,7 6-19 0,-7-6-62 0,7 8-14 16,-3-2-47-16,-1 1-18 0,-2 0-28 0,0 0-43 15,0 2-23-15,1 0-24 0,-2 2-18 0,0-1-26 0,-2 1-9 16,1 0-17-16,1 1-6 0,-4-1-16 16,2-1 0-16,-1 2-9 0,-1-2-1 0,-3 2-11 0,0-4-2 15,1 0-19-15,-2-1-67 0,-2 1-75 0,1-4-71 16,0 0-43-16,0-2-81 0,9-2-65 0,-18 0-365 15,9-1-299-15</inkml:trace>
  <inkml:trace contextRef="#ctx0" brushRef="#br0" timeOffset="33719.97">26256 15168 313 0,'0'0'540'0,"6"-6"-116"0,-6 6-82 0,8-4-42 15,-8 4 5-15,0 0-2 0,0 0-22 0,10 3-34 16,-10-3-27-16,8 7 12 0,-4 0-43 0,0 1-30 16,0 0-12-16,-1 3-17 0,1-1-33 0,0 5-13 15,2-2-18-15,-2 1-16 0,-1 0-8 0,1 2-12 16,-2-1-10-16,2 1-10 0,-1-1-11 0,-1-2-95 16,0 0-116-16,0-3-86 0,-1 3-99 0,1-5-107 15,-2-1-443-15,0-7-528 0</inkml:trace>
  <inkml:trace contextRef="#ctx0" brushRef="#br0" timeOffset="33953.78">26374 15135 497 0,'0'0'470'0,"9"-5"-58"0,-9 5-30 15,0 0-22-15,11 4-40 0,-11-4-19 0,13 9-17 16,-6-5-24-16,1 3-34 0,0 0-26 15,0 0-30-15,2 0-34 0,-1 4-17 0,-2-1-24 16,4 0-14-16,-4 2-18 0,2 0-15 0,-2-1-10 16,0 3-8-16,-2-1-10 0,1-1-4 0,-4 1-16 15,-1-1-72-15,-1-1-99 0,-1 2-96 0,-1-1-79 0,-4-1-108 16,1 0-94-16,-5 0-294 0,1-1-385 16</inkml:trace>
  <inkml:trace contextRef="#ctx0" brushRef="#br0" timeOffset="34202.51">25847 15181 472 0,'-9'-6'571'0,"0"2"-104"0,9 4-62 16,-14-3-21-16,14 3-39 0,-13 4-20 0,6 1-5 15,-3 4-31-15,1 3-34 0,-2 3-25 0,-1 8-14 16,0 3-22-16,-2 3-33 0,2 7-32 0,2 2-26 15,0 1-21-15,6-6-3 0,-1 4-27 0,4-3-2 16,2-1-17-16,3-1-3 0,2 0-13 0,4-3 7 16,3-2-15-16,4-2-3 0,2-3 2 0,3-3-5 15,3-3-3-15,2-3-4 0,3 0-7 0,0-5-77 16,1-2-146-16,-3-2-120 0,0-3-106 0,-1-2-121 16,3-3-522-16,-2 0-720 0</inkml:trace>
  <inkml:trace contextRef="#ctx0" brushRef="#br0" timeOffset="34636.3">26935 15004 239 0,'-8'-15'608'0,"0"3"-128"0,2 0-68 0,-2 1-33 15,-2-2-36-15,1 5-34 0,0 0-42 0,0 2-27 16,0 2 0-16,9 4-22 0,-16-2-8 0,6 7-9 16,2 1 19-16,-1 5-47 0,1 1-28 0,1 3-27 15,1 6-20-15,3 0-7 0,-1 2-4 0,1 2-9 16,3 0-19-16,0 0-25 0,3 2 3 0,-1-4-19 16,1 2 10-16,1-2-6 0,1 0-6 0,4-3-4 15,-2-1 0-15,1-1-6 0,2 0-3 0,4-5-2 16,-1-1-7-16,1-4-32 0,2-3-97 0,-1-2-124 15,0-1-89-15,-1-4-73 0,4-1-83 0,-4-2-46 16,2-3-433-16,-1-1-576 0</inkml:trace>
  <inkml:trace contextRef="#ctx0" brushRef="#br0" timeOffset="34852.54">27089 14937 38 0,'0'0'642'0,"0"-10"-169"0,0 10-84 0,-1-8-26 15,1 8 10-15,0 0-33 0,0 0-4 0,0 0-11 0,0 0-21 16,-4 8-23-16,4-8-20 0,-2 13-17 0,2-6-52 16,-2 4-38-16,2-1-4 0,0 4-30 0,0-3-19 15,2 4-23-15,-2-2-27 0,2 0 2 0,1 3-22 16,-1-1 6-16,1-1-22 0,1-2 15 16,0 2-29-16,-1-1 2 0,1-2-82 0,0-3-123 15,1 2-140-15,0-1-144 0,-2-3-168 0,-3-6-482 0,6 10-749 16</inkml:trace>
  <inkml:trace contextRef="#ctx0" brushRef="#br0" timeOffset="35052.96">27206 15037 492 0,'8'-3'487'16,"-8"3"-42"-16,0 0-33 0,12 2-33 0,-12-2-13 15,9 4-34-15,-9-4-46 0,9 7-5 0,-5-2-24 16,-4-5-30-16,6 10-28 0,-3-3-31 0,-1 1-28 15,1 1-11-15,-2-1-27 0,1 2-17 0,-2-1-26 16,0 1-4-16,0-1-17 0,0-1-4 0,0 0-15 0,0 0-7 16,0-2-65-16,0-6-115 0,0 12-134 15,0-12-163-15,1 9-170 0,-1-9-419 0,0 0-672 16</inkml:trace>
  <inkml:trace contextRef="#ctx0" brushRef="#br0" timeOffset="35357.14">27367 14980 495 0,'0'0'446'16,"9"-6"-53"-16,-9 6-8 0,7-4-26 0,-7 4-37 0,0 0-28 15,0 0-20-15,14 0-9 0,-14 0-28 0,7 4-17 16,-7-4-35-16,7 9-40 0,-1-6-15 0,-1 4 5 16,0-1-19-16,0 0-32 0,0 1-19 0,-1 1-9 0,0-1-15 15,0-1-5-15,-2 0-8 0,-1-1-3 0,1 3-5 16,-2-8-6-16,-3 11 1 0,2-2-4 0,-3-2-1 15,-1 0 0-15,0 0 1 0,-2-1 4 0,2 0-1 16,0-1 3-16,5-5 0 0,-6 8 6 0,2-3 2 16,4-5-1-16,-7 6-1 0,7-6-2 0,-3 6-5 15,3-6 2-15,0 0-10 0,7 2 0 0,-7-2-3 16,13 0 0-16,0-3-3 0,-2 1-5 0,6-3-3 16,-2 0-6-16,2-1-81 0,0 0-131 0,2-2-84 15,0 0-53-15,-1 0-70 0,-2-1-56 0,-3 1-496 16,0-2-576-16</inkml:trace>
  <inkml:trace contextRef="#ctx0" brushRef="#br0" timeOffset="35585.42">27646 14848 150 0,'-1'-7'705'0,"1"7"-171"0,0-11-90 15,0 11-52-15,0-9-45 0,0 9-10 0,0 0 11 16,3-9-15-16,-3 9-3 0,0 0-32 0,11 4-40 15,-5-2-50-15,2 4-25 0,0 2-14 0,0-3-36 0,-1 6-28 16,4-2-20-16,-4 2-18 0,2 2-9 0,-2-1-10 16,0 1-14-16,1 0-4 0,-2-1-14 15,-2 3-7-15,0-1-9 0,0 0-22 0,0-2-55 16,-3 1-78-16,0 0-100 0,-1-2-112 0,1 2-87 0,1-2-154 16,0 0-548-16,0-1-770 0</inkml:trace>
  <inkml:trace contextRef="#ctx0" brushRef="#br0" timeOffset="35835.51">28753 14755 565 0,'-6'-6'768'0,"2"0"-182"0,0 2-111 0,4 4-76 16,-6-10-55-16,6 10-28 0,-5-8-23 0,5 8-25 16,-4-7-37-16,4 7-43 0,0-7-46 0,0 7-28 15,8-6-23-15,-1 2-20 0,5 0-22 0,-1 0-38 16,5 0-168-16,0-1-203 0,2 1-170 0,-3-3-688 16,6 0-827-16</inkml:trace>
  <inkml:trace contextRef="#ctx0" brushRef="#br0" timeOffset="36018.58">29235 14507 609 0,'0'0'465'16,"0"0"-68"-16,14-4-44 0,-14 4-32 0,9-1-36 16,-9 1-55-16,14-3-46 0,-14 3-34 0,17-2-29 0,-7 2-29 15,1-1-18-15,2-2-14 0,1 1-14 16,-2 2-16-16,3-1-49 0,2-2-110 0,-1 2-108 0,1-2-99 15,0 1-78-15,-1-1-311 0,-1 2-231 0</inkml:trace>
  <inkml:trace contextRef="#ctx0" brushRef="#br0" timeOffset="36156.61">29695 14423 274 0,'0'0'440'0,"0"0"-94"0,0 0-55 0,0 0-15 0,10-2-23 16,-10 2-25-16,0 0-27 0,0 0-46 0,0 0-37 15,0 0-16-15,9-1-29 0,-9 1-10 0,0 0-18 16,13 0-18-16,-13 0-113 0,15-2-153 0,-6 0-178 16,2 0-263-16,0-4-189 0</inkml:trace>
  <inkml:trace contextRef="#ctx0" brushRef="#br0" timeOffset="36422.43">30283 13964 659 0,'-4'-6'532'16,"-1"1"-73"-16,5 5-21 0,-8-7-42 0,8 7-29 15,-7-5-22-15,7 5-17 0,-13 2-9 0,5 2-27 16,-1 4-28-16,-1 2-23 0,-3 4-34 0,-2 3-11 16,2 3-35-16,-1 3-13 0,0 3 7 0,4-2-45 15,-1 3 25-15,3 0-36 0,1-4-20 0,3 2-18 16,3-1-4-16,2 0-19 0,3-1-2 0,1-1-7 15,3 0-4-15,4-1-41 0,2-1 42 0,4-1-50 16,1-1 44-16,1-4-56 0,2-3 0 0,0-2-101 16,3-4-76-16,0 1-131 0,-1-2-119 0,-2-4-68 15,1 0-129-15,1-4-523 0,-1-2-795 0</inkml:trace>
  <inkml:trace contextRef="#ctx0" brushRef="#br0" timeOffset="36636.28">30517 14020 20 0,'-4'-9'601'0,"0"1"-168"0,2 1-47 0,2 7-38 16,-4-7 8-16,4 7-17 0,0 0-19 0,0 0-5 15,0 0-7-15,0 0-23 0,1 8-34 0,3 1-7 16,-2-1-46-16,2 3-30 0,0 3-24 0,1-1-16 16,-1 1-33-16,1 2-9 0,0-1-28 15,-1 2-1-15,-1-1-24 0,1 0-18 0,-2 0-55 0,1-1-75 16,-1-1-113-16,-2-3-121 0,3 1-81 0,-2-2-94 15,0-1-99-15,2-3-281 0,-3-6-470 0</inkml:trace>
  <inkml:trace contextRef="#ctx0" brushRef="#br0" timeOffset="36802.64">30674 14096 223 0,'0'0'528'0,"0"0"-80"0,7 5-32 16,-7-5-48-16,3 10 9 0,1-1-59 0,-1-1-23 15,-1 3-29-15,3-1-34 0,-1 5-15 0,1-2-37 16,-1 1-34-16,0 0-23 0,2-1-32 0,-2 2-32 0,-1-4-63 16,-1 0-116-16,1 2-148 0,-2-5-141 0,-1 0-146 15,0-8-365-15,0 11-490 0</inkml:trace>
  <inkml:trace contextRef="#ctx0" brushRef="#br0" timeOffset="37119.57">30867 14014 189 0,'3'-9'525'0,"-2"0"-105"16,-1 9-25-16,1-7-32 0,-1 7 2 0,0 0-2 0,0 0-18 15,0 0-2-15,3 10-20 0,-6-1-17 16,3 1-50-16,-1 0-11 0,0 3-44 0,1 1-2 16,1-1-36-16,0 3 1 0,3-1-44 0,-1 0 4 0,0-1-52 15,1 1 13-15,0-3-39 0,4-1 18 0,1 0-42 16,0-1 22-16,2-1-33 0,3-3 22 0,-1 0-30 15,2-3 23-15,-3 0-31 0,-1-1 27 16,3-2-29-16,-3-1 28 0,1 0-28 0,-3-2 26 16,-2 0-31-16,-1-2 29 0,-1 1-28 0,-5 4 29 0,5-8-29 15,-5 8 27-15,-6-10-30 0,0 6 29 0,-1 1-30 16,-2 1 26-16,-3 0-22 0,12 2 24 0,-25 2-30 16,14 0 32-16,-1 1-30 0,-2 1 27 0,1 2-44 15,4-2 11-15,-2 2-69 0,3-1-59 0,-1 2-110 16,3-2-138-16,2-1-89 0,0 0-149 0,4-4-561 15,-5 6-807-15</inkml:trace>
  <inkml:trace contextRef="#ctx0" brushRef="#br0" timeOffset="37336.21">31070 13848 449 0,'5'-5'518'0,"-5"5"-32"16,17-3-39-16,-9 6 1 0,1 0-40 0,2 4-3 15,1 4-27-15,2 3-30 0,4 5-48 0,-2 2-38 16,0 2-48-16,-2 2-27 0,1 0-55 0,-3 0-5 16,0 0-34-16,-5 0 6 0,-2-2-42 0,-3 0 6 15,-2-1-49-15,-1 2-24 0,-4-2-82 0,-5 1-101 16,-6 2-163-16,-8 0-125 0,-3-1-157 0,-5 0-512 16,-5-3-764-16</inkml:trace>
  <inkml:trace contextRef="#ctx0" brushRef="#br0" timeOffset="38145.15">26165 16143 145 0,'-6'-3'599'0,"6"3"-166"0,-8-7-85 16,8 7-56-16,-7-7-33 0,7 7-31 0,-4-9-26 0,4 9-25 16,0-11-13-16,2 5-19 0,2-1-5 0,0 1 3 15,1 0-3-15,3 0-12 0,-2 2-7 0,2-1 0 16,2 1-9-16,0 1-14 0,-1 0-17 0,-9 3-14 15,21 0-7-15,-21 0-12 0,18 5-8 0,-12-1-10 16,3-1-4-16,-3 3 0 0,-2 0-6 0,0 1 0 16,-1 2-6-16,-3-1 0 0,-2 1-4 0,0 2 2 15,-3 1-5-15,-2 0 6 0,0 1-4 0,-1-4 10 16,0 2 1-16,2-3 0 0,-1 1-2 0,0-2 11 16,4-1-1-16,-3 0 7 0,6-6-11 0,-5 7 2 15,5-7-16-15,0 0 8 0,0 0-13 0,15-6 5 16,0-1-11-16,5-2-6 0,1-3-49 15,4 1-124-15,1-3-128 0,0 0-81 0,-2 0-81 0,-1 0-60 16,0-1-354-16,-4 1-444 0</inkml:trace>
  <inkml:trace contextRef="#ctx0" brushRef="#br0" timeOffset="38318.53">26519 16009 45 0,'-7'-4'455'15,"7"4"-123"-15,0 0-54 0,0 0 17 0,0 0-21 16,4 12-1-16,-4-12-10 0,6 9-31 0,-1-2-28 15,1 0-15-15,-2 2-17 0,3 0-30 0,-2 2-37 0,1 1-16 16,-2 0-13-16,4 1-18 0,-6 1-9 0,3-3-14 16,-2 1-8-16,1 0-9 0,-2 0-13 15,0-2-52-15,0-1-79 0,-2-1-92 0,1 0-95 16,-1-8-121-16,2 7-351 0,-2-7-307 0</inkml:trace>
  <inkml:trace contextRef="#ctx0" brushRef="#br0" timeOffset="38502.07">26622 15902 577 0,'0'0'531'15,"3"-9"-112"-15,-3 9-24 0,0 0-34 0,0 0-67 0,0 0 7 16,7 7-35-16,-5-1-21 0,0 0-42 0,-1 5-27 16,0-3-32-16,2 4-24 0,-1 1-27 0,1 2-15 15,0-1-16-15,-1 0-13 0,3 1-15 0,-2-2-5 16,-1-1-29-16,2-1-146 0,-1-2-157 0,-1 0-155 15,1-3-172-15,-3-6-263 0,4 9-453 0</inkml:trace>
  <inkml:trace contextRef="#ctx0" brushRef="#br0" timeOffset="38702.17">26701 15862 583 0,'6'-6'494'0,"-6"6"-45"16,0 0-51-16,9 6-3 0,-4-1-36 0,2 1 1 0,-2 2-67 15,3 3-56-15,2 1-2 0,1 1-42 16,2 1-37-16,0 4-29 0,1-1-26 0,-2 0-22 16,0 1-16-16,1-1-16 0,-2 2-13 0,-2 0-36 15,-1-2-61-15,-2 0-101 0,-4-3-135 0,-2 0-97 0,-2 1-77 16,-4 0-48-16,-2-4-326 0,-1 1-390 16</inkml:trace>
  <inkml:trace contextRef="#ctx0" brushRef="#br0" timeOffset="38919.21">25981 16020 373 0,'-19'4'594'0,"5"3"-72"0,-4 2-72 0,2 5-36 0,3 1-47 16,-1 7-34-16,2 3 19 0,1 2-50 0,4 5-21 15,0-1-58-15,2 5-21 0,3 1-51 0,2-1 5 16,4 0-20-16,4 6 8 0,3-2-36 0,3-2 3 15,7-3-45-15,2-3-12 0,5-2-14 0,1-3-25 16,7-5-63-16,1-6-107 0,2-2-129 0,3-6-120 16,-3-4-121-16,2-3-114 0,5-6-402 0,2-2-656 15</inkml:trace>
  <inkml:trace contextRef="#ctx0" brushRef="#br0" timeOffset="39186.51">27255 15718 580 0,'6'-6'809'0,"-4"-2"-157"0,0 3-114 16,-2 5-81-16,1-8-46 0,-1 8-40 0,0 0-36 15,-9 5-37-15,2 0-23 0,-4 6-31 0,-2 1-8 0,1 4-30 16,0 3-39-16,-2 3-34 0,2 1-17 15,1 2-33-15,3-5-14 0,2 4-51 16,1-1 38-16,2 2-53 0,3-4 37 0,4 0-8 0,2 1-8 16,3-2-3-16,0-1-7 0,5-1-21 0,2-4-100 15,1-2-124-15,0-3-165 0,3-2-151 0,-2-3-94 16,-1-1-145-16,-2-3-299 0,-2-1-702 0</inkml:trace>
  <inkml:trace contextRef="#ctx0" brushRef="#br0" timeOffset="39502.53">27376 15859 365 0,'-2'-10'516'0,"2"4"-96"16,0 6-42-16,0-12-37 0,0 12-18 0,-1-7-14 15,1 7-2-15,3-6-25 0,-3 6-45 0,0 0-14 16,0 0-42-16,11 1-28 0,-11-1-34 0,10 5-15 16,-10-5-14-16,8 9-14 0,-5-5-13 0,-3-4 7 15,6 11 2-15,-5-5-1 0,2 1-2 0,-2 0 2 16,-1-1-18-16,-2 1 6 0,0 2-7 0,-2 0 2 15,-1-2-18-15,0 3-9 0,-1-3-4 0,-2 1-4 16,2-1-3-16,1-1-2 0,-2 2 0 0,3-4-5 16,-2 1-1-16,6-5-4 0,-6 8 0 0,6-8 5 15,-4 5-2-15,4-5-6 0,0 0 11 0,10-1-4 16,0-3-10-16,-1 0-5 0,5-1-1 0,0 0-11 0,-1-1-23 16,4 0-40-16,-3 0-84 0,2 0-93 15,-3 0-63-15,1 0-43 0,0-1 2 0,0 1-10 16,-5 2-3-16,0-2 7 0,1 0-4 0,-3 2 5 15,-1-2-185-15,-1 0-68 0</inkml:trace>
  <inkml:trace contextRef="#ctx0" brushRef="#br0" timeOffset="39654.04">27590 15845 651 0,'0'0'251'0,"4"-7"1"0,-4 7-34 0,0 0-41 15,5-7-16-15,-5 7 13 0,0 0 51 0,0 0 0 0,0 0 4 16,7 6 28-16,-7-6 4 0,2 11-18 0,1-5-9 16,-1 1-12-16,-2 0-26 0,2 2-12 0,-1 1-29 15,1 1-35-15,0-3-27 0,-1 5-16 16,0-1-14-16,2 0-12 0,-2 1-14 0,2-1-14 15,1-1-22-15,-2 0-134 0,1-2-178 0,-1 1-133 0,3-1-194 16,-1-4-377-16,-1 1-623 0</inkml:trace>
  <inkml:trace contextRef="#ctx0" brushRef="#br0" timeOffset="39951.99">27785 15762 704 0,'4'-6'531'0,"-1"0"-103"15,-3 6-40-15,5-9-40 0,-5 9-13 0,4-5-6 16,-4 5-23-16,0 0-38 0,12-2-52 0,-12 2-35 16,6 3-4-16,-6-3-22 0,8 8-45 0,-8-8 7 15,6 10-12-15,-3-4-13 0,-2 1-26 0,0-1-5 0,-1 1-21 16,0 2 5-16,0-1-22 0,0 0 4 16,-2-1-13-16,0 2 6 0,0-2-9 0,-1 0 4 15,1 0-12-15,2-7 19 0,-4 11-21 0,4-11 9 16,-4 8-9-16,4-8 8 0,-2 6-10 0,2-6 0 15,0 0 3-15,0 0-6 0,0 0 12 0,0 0-15 16,0 0 7-16,10-3-14 0,-4-1 8 0,1-3-55 16,0 1-85-16,3-4-109 0,1 1-86 0,-1-1-42 15,1 1-61-15,-2-2-14 0,-1 2 5 0,0-1 43 0,-1 2 25 16,-2 0 56-16,-1 0-134 0,-1 2 57 0</inkml:trace>
  <inkml:trace contextRef="#ctx0" brushRef="#br0" timeOffset="40134.83">27939 15731 604 0,'0'-11'61'0,"0"11"26"0,0-8 16 0,0 8 1 16,2-7 6-16,-2 7 12 0,3-7 8 0,-3 7-3 0,8-8 3 15,-8 8 16-15,6-7 28 0,-6 7 1 0,7-4 19 16,-7 4-14-16,6-6 26 0,-6 6 38 0,0 0 28 16,0 0 14-16,13 0-6 0,-13 0 7 0,6 6-31 15,-6-6-28-15,4 7-19 0,-4-7-40 0,3 12-24 16,-1-5-26-16,0 0-21 0,-1 4-19 0,0-3-15 16,0 2-14-16,1 1-6 0,0-1-14 15,2 0-3-15,-1-1-10 0,-1 1-8 0,1-1-49 0,-1 0-90 16,2-2-111-16,-1 1-138 0,-1-2-81 0,1 0-136 15,-3-6-573-15,4 9-781 0</inkml:trace>
  <inkml:trace contextRef="#ctx0" brushRef="#br0" timeOffset="40352.25">29128 15521 579 0,'9'-8'772'15,"-3"4"-187"-15,3-1-104 0,-3 0-119 0,1 0-66 16,1 1-63-16,0-2-41 0,1 1-42 0,4-1-26 16,0-1-30-16,2 0-16 0,2 2-29 0,3-3-62 15,3 1-186-15,3 1-196 0,3-4-662 0,2 0-673 16</inkml:trace>
  <inkml:trace contextRef="#ctx0" brushRef="#br0" timeOffset="40526.36">30067 15199 542 0,'0'0'613'15,"8"-6"-85"-15,-8 6-56 0,5-6-57 0,-5 6-80 0,0 0-56 16,6-4-61-16,-6 4-39 0,8-4-44 0,-8 4-21 15,15-5-33-15,-15 5-19 0,20-3-112 0,-7 2-159 16,0-1-122-16,1-1-160 0,0 0-417 0,3-1-475 16</inkml:trace>
  <inkml:trace contextRef="#ctx0" brushRef="#br0" timeOffset="40668.28">30472 15015 276 0,'0'0'472'15,"0"0"-105"-15,-2-7-67 0,2 7-56 0,0 0-51 16,0 0-35-16,-3-7-33 0,3 7-31 0,0 0-21 0,0 0-68 16,0 0-151-16,12-2-161 0,-12 2-273 15,0 0-93-15</inkml:trace>
  <inkml:trace contextRef="#ctx0" brushRef="#br0" timeOffset="41036.25">30711 14906 489 0,'0'0'610'0,"-11"-2"-78"15,11 2-6-15,-6-5-35 0,6 5-55 0,-3-8-73 16,3 8-79-16,-4-8-26 0,4 8-55 0,-1-11-31 16,1 11-47-16,5-9-19 0,-3 3-29 0,-2 6-7 15,11-8-24-15,-11 8-3 0,12-4-15 0,-12 4 8 16,18-2-22-16,-7 4 7 0,-1 1-8 0,-1 1 0 15,0 2-6-15,-2 1-3 0,0 1 3 0,-2 2-1 16,-1 0 0-16,-2 3-3 0,-2-1 33 0,-1 0-10 16,-2 4 15-16,-1-2 1 0,-1 0 12 0,-5-2-18 15,1 3 19-15,0-4-13 0,0 0 18 0,-1 2-28 16,0-5 10-16,0 2-2 0,3-3 1 0,0-2-1 0,0 3-4 16,1-3-10-16,-1 1-1 0,7-6-4 0,-7 6 19 15,7-6-7-15,-5 6-3 0,5-6-10 16,0 0 20-16,0 0-35 0,15 0 22 0,-5-3-36 0,0 0 30 15,2 2-40-15,2-2 6 0,1-1-29 0,1-2-31 16,0 1-108-16,1-1-122 0,-2-1-141 0,4 0-95 16,-2-4-171-16,-2 1-407 0,-1-1-732 0</inkml:trace>
  <inkml:trace contextRef="#ctx0" brushRef="#br0" timeOffset="41219.28">30983 14880 116 0,'3'8'567'0,"-3"-8"-90"0,-1 11-58 15,1-11-15-15,-3 13-17 0,2-6-34 0,0 3-7 16,-1-1-29-16,0 2-10 0,0 0-27 0,1 0-52 16,0 1-17-16,1 1-52 0,-1-1 2 0,1 2-45 15,1 0-10-15,-1-1-35 0,1-1 0 0,0 1-31 16,1-1-14-16,-1-1-68 0,0 2-97 0,1-3-159 16,-1-1-143-16,0-1-143 0,2 0-564 0,-3-8-761 15</inkml:trace>
  <inkml:trace contextRef="#ctx0" brushRef="#br0" timeOffset="41518.83">31198 14823 430 0,'0'-8'524'0,"3"2"-52"0,-3 6-38 0,-2-9-4 0,2 9-26 16,0 0-12-16,0 0-27 0,-10 2-40 0,10-2-22 15,-10 9-42-15,6-2-36 0,-1 2-42 0,1-1-5 16,0 3-39-16,2-2-5 0,-1 4-39 15,3-1 5-15,0-1-39 0,0 2 15 0,0-2-44 16,3 1 21-16,-1-2-30 0,1 0 19 0,-1 1-29 0,2-3 24 16,0 2-37-16,1-2 29 0,2-2-31 0,-2 0 23 15,1 0-19-15,-1-3 14 0,-5-3-27 0,13 7 29 16,-13-7-29-16,12 2 29 0,-12-2-32 0,0 0 35 16,12 0-39-16,-12 0 29 0,0 0-29 0,9-3 28 15,-9 3-35-15,0 0 24 0,-2-6-27 0,2 6 3 16,0 0-24-16,-12-1-14 0,12 1-54 0,0 0-54 15,-11-2-93-15,11 2-106 0,0 0-70 0,-16 2-101 16,16-2-85-16,0 0-339 0,0 0-552 0</inkml:trace>
  <inkml:trace contextRef="#ctx0" brushRef="#br0" timeOffset="41726.51">31314 14807 535 0,'3'-7'484'0,"-3"7"-65"0,6-6-8 15,-6 6-10-15,0 0-10 0,12 0-24 0,-12 0-17 16,13 8-27-16,-7-1-24 0,2 2-40 0,2 2-44 16,-1 1-15-16,1 2-39 0,2 3-1 0,-2 0-38 0,-1 0-7 15,1 1-40-15,-4-2 4 0,-1-1-38 0,1 0 3 16,-2 0-44-16,-2-1-34 0,-1 1-80 16,-1-2-72-16,-1-3-123 0,-3 5-79 0,-5-5-51 0,1 2-34 15,-3-3-27-15,0-1-442 0,-2 0-523 0</inkml:trace>
  <inkml:trace contextRef="#ctx0" brushRef="#br0" timeOffset="41952.61">30574 14855 93 0,'-14'13'799'0,"2"2"-134"16,-4 4-46-16,0 1-74 0,-1 2-30 0,2 0-58 15,-2 3-55-15,4-1-52 0,1 0-38 0,1 0-49 16,2-1-45-16,4 1-36 0,3-1-33 0,0-2-33 16,5 2-21-16,1-2-17 0,2 0-17 0,5-2-11 15,1 0-14-15,2-3-14 0,3-2-64 0,1 1-100 16,2-5-134-16,-1 1-177 0,1-3-136 0,0-2-197 16,-5 0-390-16,3-1-786 0</inkml:trace>
  <inkml:trace contextRef="#ctx0" brushRef="#br0" timeOffset="42569.95">27050 16925 371 0,'4'-6'303'0,"-4"6"-66"0,14-7-16 0,-5 1-22 0,5 0-17 0,1-1 4 0,5-2-37 0,3-1-5 16,4-2-43-16,3 4-18 0,2-4-18 0,7 0-15 15,0 0-14-15,2 0-4 0,3 2-11 16,2-3-47-16,1 2-143 0,3-2-194 0,10-1-206 16,2-1-83-16</inkml:trace>
  <inkml:trace contextRef="#ctx0" brushRef="#br0" timeOffset="42752.59">29134 16285 428 0,'13'-5'488'0,"-2"2"-82"0,-3-1-45 0,1 1-16 16,0-1-24-16,-3 0-48 0,-6 4-38 0,12-3-37 15,-12 3-41-15,14-7-29 0,-6 3-27 0,3-1-24 16,4-1-15-16,2-1-20 0,5-1-125 0,3-1-159 15,2 0-172-15,4-1-491 0,-2-1-472 0</inkml:trace>
  <inkml:trace contextRef="#ctx0" brushRef="#br0" timeOffset="42952.18">30233 15938 447 0,'13'-7'494'15,"-3"1"-67"-15,-2 3-61 0,0-1-22 0,-1 0-40 16,-7 4-44-16,12-8-28 0,-12 8-36 0,10-4-40 16,-4 0-36-16,2-1-21 0,2 1-17 0,2 1-25 0,3-2-12 15,-1 0-52-15,5 0-142 0,-1 1-80 16,1-1-69-16,-1 1-54 0,3 0-52 0,2-2-290 16,-3 0-201-16</inkml:trace>
  <inkml:trace contextRef="#ctx0" brushRef="#br0" timeOffset="43052.71">30688 15781 79 0,'12'-6'374'0,"-3"3"-70"0,-3-1-82 15,2 0-29-15,-8 4-59 0,10-6-19 0,-10 6-33 16,5-4-1-16,-5 4-32 0,0 0 4 0,0 0-36 16,-13-2-48-16,13 2-147 0,-16 4-292 0,4-1 47 15</inkml:trace>
  <inkml:trace contextRef="#ctx0" brushRef="#br0" timeOffset="43786.48">26730 17509 23 0,'-1'-9'563'0,"-2"2"-164"0,1 1-43 0,2 6-9 16,-9-7-38-16,9 7-4 0,-12 0-32 0,12 0 3 16,-12 6-30-16,4 0 14 0,0 2-66 15,3 4-21-15,-1 1 13 0,1 1-8 0,0 3-65 0,2 1 6 16,2 0-54-16,2 2 15 0,4 1-45 15,0 1 21-15,4-2-38 0,0-1 25 0,5 2-11 0,0-3-3 16,3-3-6-16,-2-1-5 0,3-3 0 0,-3-3-4 16,3 0-6-16,-4-3 3 0,3-1-33 0,-4-3 34 15,1-2-31-15,-1-3 33 0,-1 1-27 0,-3-2 27 16,0-2-31-16,-2 0 34 0,0-3-32 0,-4 4 32 16,-1-2-30-16,-2-1 30 0,0 1-27 0,-4 1 22 15,1 0-28-15,-5 1 27 0,2 1-29 0,-2 3 32 16,-3 0-31-16,11 2 34 0,-22 2-35 0,9 0 29 15,0 3-34-15,-1 2 30 0,0 2-30 0,4 0 4 0,0 1-63 16,3 0-46-16,2 1-138 0,4-2-114 0,2 1-130 16,-1-2-526-16,5 0-651 0</inkml:trace>
  <inkml:trace contextRef="#ctx0" brushRef="#br0" timeOffset="43988.38">27029 17643 311 0,'3'-7'474'16,"-1"1"-98"-16,-2 6-68 0,4-7-26 0,-4 7 5 0,0 0-23 16,7-6-42-16,-7 6-7 0,6 4-34 15,-6-4-12-15,9 10-42 0,-4-4 9 0,0 4-53 0,0-1 10 16,-1 2-48-16,1 1 21 0,2 0-39 0,-2 2 16 16,0-1-8-16,-1 2-12 0,1 0-25 0,-1-2-137 15,1-2-113-15,-3 0-134 0,1-1-150 0,-1-1-241 16,-2 0-297-16</inkml:trace>
  <inkml:trace contextRef="#ctx0" brushRef="#br0" timeOffset="44175.51">27139 17505 389 0,'0'0'549'0,"0"0"-72"0,0 0-53 16,14 4-29-16,-14-4-66 0,9 10-45 0,-1-3-44 15,0 2-43-15,2 0-12 0,-1 2-66 0,2 1 5 16,-1 0-56-16,3 1 13 0,0 0-48 0,-3-1 16 16,1-2-75-16,0 0-161 0,-2 1-127 0,-3-3-148 15,2-1-464-15,-3-2-501 0</inkml:trace>
  <inkml:trace contextRef="#ctx0" brushRef="#br0" timeOffset="44385.41">27236 17397 175 0,'9'-4'450'0,"-9"4"-27"16,18 0-40-16,-6 2-38 0,0 5-3 0,4 0-66 15,-1 4 8-15,3-1-56 0,-3 3 19 0,3 2-67 16,0 4 1-16,0 1-9 0,-4 0-62 0,1 1 7 0,-2 3-54 16,-5-2 14-16,-1 0-40 0,-1 1 12 0,-4 0-15 15,-3 1-5-15,-2-1-33 0,-2 1-92 16,-5-2-127-16,1 0-77 0,0-3-74 0,-5-1-68 0,1-3-39 15,-5-1-244-15,2-4-231 0</inkml:trace>
  <inkml:trace contextRef="#ctx0" brushRef="#br0" timeOffset="44569.03">26393 17644 197 0,'-10'6'509'0,"3"5"-73"0,2 1-62 15,1 3-43-15,4 3-17 0,2 6-57 0,3 2-62 16,4 2-32-16,3 6-36 0,6 0-24 0,3 0-19 16,3-3-14-16,3 1-17 0,4-2-14 0,0-3-9 15,5 0-17-15,-1-4-99 0,3-4-130 0,-1-3-163 0,1-5-446 16,-3-2-363-16</inkml:trace>
  <inkml:trace contextRef="#ctx0" brushRef="#br0" timeOffset="44822.05">27814 17170 761 0,'0'0'610'0,"-15"-2"-70"0,15 2-81 0,-17 6-48 15,7 1-44-15,0 4-10 0,-1 3-67 16,2 5-7-16,-1 0-83 0,1 7-3 0,0 2-61 0,3 1-26 15,2 2-19-15,0 4-17 0,4 1-14 0,4 0 27 16,0 5-55-16,4 0 29 0,1-1-48 0,6-4 30 16,0-3-42-16,6-2 17 0,-5-7-80 0,5-4-35 15,0-3-115-15,2-3-153 0,-5-3-113 0,5-7-116 16,-5-1-464-16,0-4-676 0</inkml:trace>
  <inkml:trace contextRef="#ctx0" brushRef="#br0" timeOffset="45135.55">28070 17211 613 0,'-5'-6'544'0,"5"6"-90"0,-11-4-16 0,11 4-70 0,-9 5-6 16,0 1-49-16,3 1 12 0,-2 3-83 0,2 2 14 16,1 1-50-16,-2 0 4 0,5 3-78 0,-1-1 9 15,3 2-52-15,0 1-28 0,4-1-15 0,0 0-3 16,4 1-9-16,1-1-7 0,1-2-3 0,4-2-3 15,-1 0-5-15,1-2-5 0,-3-3-2 0,3-2-2 16,2 1-1-16,-5-2 0 0,3-4-1 0,-4 2 0 16,1-1-7-16,-11-2 5 0,16 0-1 0,-16 0 35 0,11-5-42 15,-11 5 37-15,7-5-43 0,-7 5 35 16,0 0-39-16,-6-9 38 0,6 9-39 0,-12-3 35 16,12 3-39-16,-15-2 49 0,15 2-45 0,-19 2-3 15,10 1 12-15,-3-2-15 0,3 2-4 0,2 1-19 16,-1 1-98-16,2-1-132 0,2 1-106 0,4-5-137 0,-3 10-133 15,3-10-292-15,5 7-524 0</inkml:trace>
  <inkml:trace contextRef="#ctx0" brushRef="#br0" timeOffset="45319.68">28343 17379 400 0,'8'-6'578'0,"-3"1"-108"0,-5 5-80 16,8-7 5-16,-8 7-57 0,7-5 7 0,-7 5-51 15,0 0-20-15,14 3-53 0,-14-3-9 0,10 7-69 16,-4-1-4-16,0-1-53 0,0 3 9 0,-2 0-48 16,3 3 20-16,-4-3-46 0,1 3 19 0,-1-3-39 15,-2 3-24-15,-1-1-153 0,0 0-107 0,-2-1-71 16,-2 1-102-16,-1-2-40 0,-2 0-376 0,-2-3-423 16</inkml:trace>
  <inkml:trace contextRef="#ctx0" brushRef="#br0" timeOffset="45618.03">28381 17304 124 0,'11'-8'476'0,"-1"4"-75"0,1-1-31 0,-2 2-13 15,2 2-37-15,1-1 11 0,-12 2-50 0,20 2-2 16,-8 0-39-16,-3 2 12 0,3-1-23 0,-1 3 16 16,1 0-55-16,-1 2 7 0,1-2-71 0,-2 3 11 15,1-2-61-15,-4 1 16 0,0-1-49 0,1 0 24 16,-1-1-44-16,-1 0 27 0,0 0-46 0,-2 0 31 15,-4-6-36-15,5 10 37 0,-5-10-37 0,2 9 40 16,-2-9-43-16,-2 9 37 0,2-9-37 0,-2 7 42 16,2-7-41-16,-3 6 65 0,3-6-36 0,0 0 58 15,-2 8-42-15,2-8-8 0,0 0-3 0,0 0-11 0,10-6-3 16,-1 3-2-16,0-4-5 16,2 0-6-16,3-1-8 0,0 0-15 0,2-3-42 0,-1 0-84 0,0-1-167 15,-2 1-110-15,1-1-114 0,-2 0-106 0,-2 0-382 16,-1 1-633-16</inkml:trace>
  <inkml:trace contextRef="#ctx0" brushRef="#br0" timeOffset="45809.78">28753 17026 503 0,'0'0'466'0,"7"5"-52"0,-7-5-20 15,7 8-13-15,-1-2 10 0,0 1-68 0,0 0 10 16,3 2-56-16,-2 2-6 0,2 0-76 0,1-1-11 15,-1 2-61-15,1 0 3 0,0 0-57 0,-1 1 14 16,0 0-44-16,1 2 18 0,-3-2-39 0,0 2 23 16,0-1-41-16,0 1 13 0,-3-1-67 0,3 0-80 15,-5 0-149-15,3-1-103 0,-2-1-123 0,1 1-531 16,-2-2-654-16</inkml:trace>
  <inkml:trace contextRef="#ctx0" brushRef="#br0" timeOffset="46018.16">29881 16942 785 0,'10'-12'801'0,"-3"2"-177"0,0 2-149 15,-1 1-98-15,-1 0-74 0,2 1-61 0,-2 0-46 16,0 1-41-16,1-2-30 0,1 3-29 0,3-1-25 15,1-1-29-15,6 1-77 0,0 0-155 0,4-1-151 16,2 1-221-16,-1 1-427 0,0-3-585 0</inkml:trace>
  <inkml:trace contextRef="#ctx0" brushRef="#br0" timeOffset="46186.03">30557 16687 421 0,'0'0'542'0,"12"-2"-85"0,-12 2-50 0,0 0-4 16,11-4-84-16,-11 4-20 0,0 0-80 0,10-2-17 0,-10 2-71 16,9-4 4-16,-9 4-55 0,13-1 10 0,-3 0-52 15,1 0 0-15,3 0-204 0,3-2-167 0,-2 1-162 16,2-1-382-16,-2-1-432 0</inkml:trace>
  <inkml:trace contextRef="#ctx0" brushRef="#br0" timeOffset="46602.1">31218 16072 535 0,'0'0'620'0,"-11"9"-58"0,5 0-38 0,-3 1-42 16,-3 5-35-16,-2 1-43 0,-2 7-31 16,0 2-37-16,2 0-66 0,-1 1-49 0,1 5-14 0,2-2-42 15,2-1-27-15,2 2-30 0,2-2-20 0,4-2-17 16,2-1-14-16,1-3-13 0,1 3-4 0,6-3-9 0,-2-3-6 16,3-1-5-16,0-2-2 0,5-3-4 15,-2 1 0-15,0-4-3 0,1-3-5 0,1-2-1 16,-1-2 2-16,-3 0-1 0,4-3-1 0,-5-2-1 15,2-1-1-15,-1-1 4 0,-2-2-5 0,-1-2 0 0,-2 3-2 16,0-3 0-16,-2-1 0 0,-2 2 0 0,-1-1-1 16,-1 2 0-16,-2 1-3 0,-3 1 3 15,0-1-3-15,6 5 4 0,-16-2-4 0,16 2 11 16,-20 2-10-16,10 3-2 0,-3 2-12 0,1 0-32 0,0 4-78 16,3-3-94-16,1 3-123 0,0-4-143 15,3 3-151-15,1-1-617 0,3-2-862 0</inkml:trace>
  <inkml:trace contextRef="#ctx0" brushRef="#br0" timeOffset="46809.68">31353 16446 65 0,'8'-4'661'0,"-8"4"-144"0,12-5-18 0,-12 5-36 15,12 0-13-15,-12 0-61 0,14 6-23 0,-8-1-64 16,1 3 18-16,-2 0-92 0,0 2 25 0,1 0-98 15,-1 4 8-15,0-1-69 0,-1 0-21 0,0 3-14 16,-1-1-13-16,-1 0-15 0,-2-1-8 0,0 0-15 16,0 0-79-16,-1-2-115 0,0 1-118 0,-1-1-126 15,0-1-110-15,-1-2-62 0,-1 1-347 0,3-5-533 16</inkml:trace>
  <inkml:trace contextRef="#ctx0" brushRef="#br0" timeOffset="47152.44">31566 16202 502 0,'1'-12'525'0,"1"3"-73"0,-2 9-8 0,1-6-20 0,-1 6-29 16,0 0 21-16,-4 6-9 0,2 0-45 16,-2 6-21-16,1 0-49 0,-1 2-39 0,1 4-44 0,1 1-19 15,0 0-26-15,2 2-32 0,1 1-24 0,0 1-18 16,4-2-14-16,-1 1-15 0,1-2-12 0,-1-1-10 15,3-3-3-15,0-2 25 0,3-2-44 0,-1 0 26 16,3-2-38-16,1-2 31 0,-2-3-40 0,2 0 34 16,-3-3-37-16,2 0 32 0,0-2-39 0,-3-2 36 15,2-1-31-15,-1-1 26 0,-2-1-31 0,-1 1 34 16,-3-2-33-16,4 1 29 0,-8 5-34 0,5-12 32 16,-5 12-31-16,-3-10 35 0,3 10-37 0,-7-8 36 15,7 8-36-15,-11-7 35 0,11 7-32 0,-14 0 30 16,14 0-31-16,-19 5 17 0,11-3-65 15,-2 1-43-15,1 0-74 0,0 3-71 0,0-1-175 0,1-1-100 16,1 0-110-16,-1 2-95 0,3-1-277 0,5-5-615 16</inkml:trace>
  <inkml:trace contextRef="#ctx0" brushRef="#br0" timeOffset="47358.94">31647 16192 412 0,'5'-11'473'0,"1"7"-60"15,-1-3-38-15,4 5 1 0,-9 2-50 0,19 0-2 0,-3 5-21 16,-1 2 25-16,4 3-69 0,3 5 23 0,2 2-64 16,2 4 32-16,1 2-86 0,-3 1 34 15,-2 1-69-15,1 0 9 0,-7 0-58 0,-3-2 31 0,-1 1-62 16,-5-2 28-16,0 0-58 0,-5 2 14 16,-2-4-79-16,-2 3-31 0,-5 0-112 0,-4 1-53 15,-3-1-93-15,-3-1-37 0,-2-1-22 0,-3-1-52 0,1-2-44 16,0-2-375-16,-3-2-415 0</inkml:trace>
  <inkml:trace contextRef="#ctx0" brushRef="#br0" timeOffset="47619.59">30767 16271 575 0,'-7'14'740'15,"-3"3"-124"-15,2 5-26 0,-2 5-90 0,-1 2-35 16,1 8-56-16,0 0-66 0,2 1-67 0,1 1-12 16,4-2-75-16,3-1-7 0,1 1-55 0,8 5-3 15,2-4-25-15,1-1-18 0,7-3-13 0,3-4-14 16,1-4-9-16,4-3-6 0,0-7-11 0,0-3-8 16,1-4-6-16,-3-3-6 0,1-2-17 0,-5-1-12 15,0-3-55-15,-2-3-124 0,-1-1-154 0,-4-2-161 16,-5 2-126-16,-2-3-636 0,-2-2-885 0</inkml:trace>
  <inkml:trace contextRef="#ctx0" brushRef="#br0" timeOffset="48468.21">25640 15598 10 0,'0'0'609'0,"3"-11"-166"0,-3 11-68 15,1-7-57-15,-1 7-23 0,0 0-8 0,0 0-31 0,-4-4-9 16,4 4-2-16,-11 4-7 0,2 2-16 15,-2 1-31-15,-5 2 10 0,-3 1-36 0,-3 2-16 16,-2 2 1-16,-3 2-16 0,-5 1-26 0,-3 0-14 16,-1 1-23-16,-2 0-7 0,1 1-15 0,0-1-6 0,3-2-18 15,0 0 5-15,6-4-15 0,4-1 5 16,5-1-13-16,1-2-3 0,3 0-2 0,3-2 2 16,4-3-23-16,8-3-111 0,-6 7-181 0,6-7-132 0,0 0-138 15,0 0-543-15,14-4-738 0</inkml:trace>
  <inkml:trace contextRef="#ctx0" brushRef="#br0" timeOffset="48702.34">25120 15633 488 0,'-9'-3'406'0,"9"3"-44"0,-15-3-71 0,15 3-16 16,-16 3-12-16,9 1 10 0,0 3-16 0,-2 1-9 15,-1 3 39-15,1 3-43 0,1 3 9 0,0 1-46 0,0 3 40 16,0 1-45-16,-1 0-35 0,3 2-1 0,0 0-26 15,0 0-25-15,3-2-20 0,1 2-16 0,2-5 21 16,0 0 2-16,4-1-13 0,1-4-6 0,5 1-9 16,1-4-17-16,2-1-5 0,8-4-44 0,1-2-4 15,0-3-68-15,3-2-45 0,3-2-102 0,-2-1-171 16,-1-1-119-16,-5-1-156 0,0-4-508 0,-5 3-779 16</inkml:trace>
  <inkml:trace contextRef="#ctx0" brushRef="#br0" timeOffset="49120.75">24174 15990 50 0,'-1'-13'642'0,"-2"2"-153"16,3 3-85-16,-2 0-56 0,-1 2-30 0,3 6-23 15,-4-7-15-15,4 7 18 0,0 0-4 16,-15 6-4-16,10 1-32 0,-1 4-28 0,-1 2-39 0,1 5-2 16,1 1-33-16,1 1-29 0,1 4-9 0,2 0-30 15,0-3 37-15,3 2-41 0,2 2 14 0,0-5-38 16,1 1 18-16,5-1-9 0,-2-2 33 0,2-2-32 15,4-1 18-15,-1-3-29 0,2-3 8 0,1-4-30 16,2 0 16-16,-2-4-27 0,1 1 14 0,0-5-24 16,0-1 18-16,-4-1-27 0,1-2 22 0,-2 0-25 15,-2-1-4-15,-4-1 3 0,-2 1 4 0,0 0 3 16,-5-1 5-16,-2 3-4 0,-1-1-2 0,-6 2-1 0,1 3-3 16,-4 0-1-16,-1 4-4 0,-4 0-1 15,-1 4-5-15,-2 3-13 0,1 0-45 0,1 3-69 16,-1 4-100-16,4-1-157 0,1 2-160 0,2 1-156 15,2 1-620-15,1 1-928 0</inkml:trace>
  <inkml:trace contextRef="#ctx0" brushRef="#br0" timeOffset="51818.27">25746 16334 253 0,'8'-5'289'0,"-3"-1"-62"0,1 1-25 0,-2 1-4 0,-4 4-6 0,8-8-3 0,-8 8-14 0,8-8-12 15,-8 8-14-15,5-5-22 0,-5 5-16 0,7-4-11 16,-7 4 21-16,0 0 0 0,0 0 12 0,0 0-6 16,0 0-8-16,0 0-3 0,-5 10-3 0,0-3 7 15,1 1-12-15,-3 2-12 0,-2 0 12 0,-3 3-15 16,-1-1 8-16,-3 3 2 0,-1-1-13 0,-5 2-19 15,-1 1-17-15,0-1-7 0,-4 1-10 0,-3 0-8 16,-2-1-3-16,-1 2-7 0,3-4-1 0,2-2-10 0,1 0 1 16,4-1-3-16,2-4-5 0,5 0-5 15,2-1-69-15,3-1-149 0,4-3-105 0,7-2-121 0,0 0-69 16,0 0-357-16,0 0-429 0</inkml:trace>
  <inkml:trace contextRef="#ctx0" brushRef="#br0" timeOffset="52087.66">25470 16347 544 0,'-5'-8'437'0,"0"3"-71"0,0 2-50 15,5 3-56-15,-9-7-6 0,9 7-33 0,-8-6-26 16,8 6-4-16,0 0-18 0,-11 3 7 0,11-3 16 16,-8 9 26-16,7-2-9 0,-2 5 1 0,1-2-34 15,-1 5-35-15,-1 2-2 0,2 0-4 0,-1 2-20 16,-1 2-10-16,-3-1-23 0,2 1-5 0,-1 1-29 15,1-2 0-15,0 0-18 0,1-3 5 0,-1-1-14 16,1-1 5-16,1-2-16 0,1 0 23 0,-2-2-14 16,3 0 26-16,1-3-21 0,0 0 2 0,5 0-6 15,2 0-4-15,3-4 0 0,0-1-11 0,8-1-7 16,-1 0-16-16,3-1-25 0,2-2-98 0,-2-1-123 16,1 0-140-16,-3-1-74 0,1 0-118 0,-3-2-521 15,-4 2-729-15</inkml:trace>
  <inkml:trace contextRef="#ctx0" brushRef="#br0" timeOffset="52618.6">24491 16754 372 0,'0'-6'496'0,"0"6"-94"0,-5-9-70 16,5 9-5-16,0 0-8 0,0 0-36 0,-13 1-8 16,13-1-10-16,-7 10-3 0,3-2-18 0,1 2-32 15,3 2-8-15,-1 1-25 0,2 0-37 0,-1 4-20 16,4 0 17-16,2-1-20 0,-1 2-21 0,3 1-16 16,1-3 13-16,1 1-17 0,-1-1 6 0,3-2-23 15,-1-3 14-15,-2-1-27 0,3-1 16 0,-1-2-34 16,1 1 15-16,-2-4-26 0,3 0 14 0,-3-2-24 15,0-2 15-15,2-2-23 0,-3-1 23 0,-2 1-26 0,2-4 28 16,-2 1-34-16,-2 0 25 0,-1 0-26 0,-4 5 24 16,4-13-29-16,-4 13 5 0,-2-10 5 15,2 10-6-15,-7-10-4 0,0 7 4 0,7 3 0 0,-14-5 18 16,14 5-33-16,-18 1 12 0,8 1-58 0,0 2-39 16,-2-1-68-16,1 5-62 0,1-1-82 0,-1 2-58 15,1 0-70-15,1-1-67 0,4 3-48 0,-1-3-277 16,-1 0-384-16</inkml:trace>
  <inkml:trace contextRef="#ctx0" brushRef="#br0" timeOffset="52835.24">24623 16769 390 0,'5'-10'530'0,"1"2"-137"16,-2 3-58-16,3-1-33 0,0 3-4 0,2 2-19 0,-9 1-32 15,19 0 5-15,-7 3-19 0,1 1-9 0,-1 4-16 16,0 3-31-16,1 1-39 0,-2 1-22 0,1 4-30 16,-2 0-10-16,1-1-16 0,-4 3-14 0,-1 1-12 15,-1-3-5-15,0 1-14 0,-3-2-17 0,-2 2-55 16,-2-1-109-16,-1 0-130 0,-2-3-97 0,-3-1-99 16,1-1-466-16,-4 0-545 0</inkml:trace>
  <inkml:trace contextRef="#ctx0" brushRef="#br0" timeOffset="53036.18">24245 16876 443 0,'0'0'588'0,"-11"5"-104"16,7 1-36-16,3 5-40 0,0-1-51 16,1 4-20-16,1 1-34 0,3 4-20 0,0 2-43 0,2 1-45 15,-1 0-41-15,4 0-30 0,2 2-28 0,-1 0-21 16,4-2-14-16,-1-1-11 0,1-3-15 0,-2-2-15 15,5-1-14-15,-2 0-40 0,3-4-87 0,0-1-129 16,0-2-116-16,-3 0-134 0,3-2-127 0,-2-2-256 16,0 0-442-16</inkml:trace>
  <inkml:trace contextRef="#ctx0" brushRef="#br0" timeOffset="54004.28">25989 16734 442 0,'0'0'575'0,"0"0"-154"0,0 0-84 15,0 0-75-15,3-5-44 0,-3 5-65 0,0 0-5 16,0 0-29-16,0 0-28 0,0 0-2 0,0 0-18 16,0 0-11-16,7 2-6 0,-7-2-16 0,4 8-2 0,-4-8-11 15,6 7-5-15,-2-2-40 0,-4-5-45 0,7 10-91 16,-5-4-77-16,3 0-97 0,-1 0-418 0,-1-2-258 15</inkml:trace>
  <inkml:trace contextRef="#ctx0" brushRef="#br0" timeOffset="54201.13">26068 16906 342 0,'4'8'357'0,"-4"-8"-88"0,0 0-45 0,0 0 3 0,1 9-8 16,-1-9-8-16,0 0-7 0,3 6-12 0,-3-6-12 15,0 0-11-15,1 8-10 0,-1-8-18 0,3 6-18 0,-3-6-5 16,2 6-6-16,-2-6-16 0,3 7-18 16,-3-7-8-16,1 7-6 0,-1-7-10 0,5 7-11 0,-5-7-13 15,4 9-7-15,-4-9-13 0,5 7-18 0,-5-7-61 16,8 7-113-16,-8-7-96 0,5 6-111 0,-5-6-101 16,5 6-241-16,-5-6-236 0</inkml:trace>
  <inkml:trace contextRef="#ctx0" brushRef="#br0" timeOffset="54386.18">26170 17123 327 0,'0'0'341'0,"0"0"-73"16,4 6-56-16,-4-6-5 0,0 0-24 0,0 0-8 16,3 7-44-16,-3-7-15 0,0 0-35 15,0 0-7-15,0 0-23 0,4 6-2 0,-4-6-27 0,0 0-44 16,0 0-96-16,0 0-68 0,6 4-102 0,-6-4-220 15,0 0-6-15</inkml:trace>
  <inkml:trace contextRef="#ctx0" brushRef="#br0" timeOffset="54535.37">26217 17215 348 0,'0'0'438'0,"0"0"-90"0,0 0-67 0,0 0-29 0,0 0-35 16,1 7-19-16,-1-7-51 0,0 0-15 0,0 0-38 15,0 0-19-15,0 0-20 0,0 0-38 0,0 0-114 16,0 0-119-16,1 5-160 0,-1-5-224 0,0 0-112 16</inkml:trace>
  <inkml:trace contextRef="#ctx0" brushRef="#br0" timeOffset="56050.73">26227 18001 405 0,'5'-6'304'0,"-1"-1"-64"16,-1 2-17-16,3 1-14 0,-1-3 2 0,-1 2 17 0,2-1 5 15,-6 6 32-15,6-9-29 0,-6 9 29 0,7-7-40 16,-7 7 43-16,6-7-38 0,-6 7 25 0,0 0-51 0,0-8 40 16,0 8-64-16,0 0 30 0,-9-3-63 0,9 3 37 15,-19 4-52-15,9-1 33 0,-4 4-61 0,-2 0 23 16,0 3-46-16,-2-1 32 0,-1 3-52 0,1-3 26 15,0 4-51-15,1-2 29 0,-2 1-45 0,4 1 26 16,-2-1-43-16,1-2 33 0,0 3-44 0,3-4 3 16,1 1-90-16,1-2-42 0,-1-1-155 0,0 1-124 15,1-2-132-15,-1 1-133 0,1-4-536 0,0 0-825 0</inkml:trace>
  <inkml:trace contextRef="#ctx0" brushRef="#br0" timeOffset="56284.14">25797 18006 89 0,'0'0'758'0,"0"0"-206"0,0 0-105 0,0 0-53 0,0 0-43 15,0 0-15-15,-10 3 17 0,10-3-35 0,-6 8 20 16,6-8-71-16,-9 9 15 0,4-4-78 0,-2 4 18 16,2-1-68-16,0 0 10 0,1 0-65 0,0 1 23 0,-1-1-37 15,3 2 39-15,0-1-55 0,2 1 49 16,0-1-37-16,2 1 31 0,1-1-45 0,5 1 20 0,1-2-49 15,4 0 19-15,0-2-59 0,3 0-9 0,2-2-95 16,3-3-30-16,-1 1-150 0,-1-2-84 0,2-2-158 16,-5 1-137-16,2-3-662 0,-4 1-929 0</inkml:trace>
  <inkml:trace contextRef="#ctx0" brushRef="#br0" timeOffset="56852.03">25066 18293 786 0,'-2'-6'668'0,"2"6"-117"0,-6-7-74 16,6 7-56-16,0 0-58 0,0 0 32 0,-13 3-53 16,10 2 17-16,-1 5-113 0,-1 0 5 15,1 5-3-15,0-1-42 0,3 3 18 0,-3-1-61 0,3 1 29 16,2 0-61-16,3 2 34 0,-1-3-38 0,2 0 32 16,1 0-46-16,1-1 22 0,0-2-51 0,3 0 11 15,1-2-51-15,1-1 14 0,0-1-61 0,1-2 33 16,1-2-43-16,-3-3 31 0,3 0-39 0,-2-2 38 15,-2-3-60-15,3 0 42 0,-4-2-33 0,0-1 41 16,0 0-43-16,-4-3 42 0,-1 2-31 0,-2-3 32 0,-1 3-32 16,-1 0 36-16,-1-1-31 0,-3 2 1 15,-1 0 33-15,-1 1-49 0,-2 2 40 0,-1 0-36 0,-2 1 37 16,-1 2-55-16,1 3 9 0,-3 1-64 0,2 2-4 16,-1 0-94-16,1 2-48 0,1 1-102 0,2-1-118 15,1 3-129-15,1-1-173 0,2 0-449 0,1-2-829 16</inkml:trace>
  <inkml:trace contextRef="#ctx0" brushRef="#br0" timeOffset="58485.94">25933 15465 402 0,'0'0'393'0,"0"0"-76"0,0 0-83 0,-2 10-41 0,4-2-53 0,0 0-30 15,0 3-33-15,0 0-75 0,2 5-134 0,-1 0-152 16,0 0-174-16,0 2 65 0</inkml:trace>
  <inkml:trace contextRef="#ctx0" brushRef="#br0" timeOffset="58710.15">26233 16162 358 0,'0'0'478'16,"0"0"-129"-16,0 0-67 0,5 3-80 0,-5-3-25 15,0 0-50-15,0 0-11 0,0 0-70 0,0 0-76 16,0 0-109-16,0 0-119 0,0 0-276 0,0 0-39 16</inkml:trace>
  <inkml:trace contextRef="#ctx0" brushRef="#br0" timeOffset="58900.85">26435 16754 246 0,'0'0'547'0,"0"0"-157"16,1 8-79-16,-1-8-83 0,0 0-27 15,0 0-62-15,4 7-17 0,-4-7-64 0,0 0-31 16,0 0-90-16,1 8-75 0,-1-8-100 0,0 0-333 16,0 0-87-16</inkml:trace>
  <inkml:trace contextRef="#ctx0" brushRef="#br0" timeOffset="59267.82">26680 17755 820 0,'0'0'598'15,"0"0"-107"-15,-1 6-129 0,1-6-54 0,0 0-92 16,0 0-18-16,0 0-66 0,0 0 0 0,0 0-64 0,0 0-4 15,0 0-142-15,0 0-98 0,0 0-105 0,-13 0-133 16,13 0-360-16,0 0-291 0</inkml:trace>
  <inkml:trace contextRef="#ctx0" brushRef="#br0" timeOffset="59518.16">26781 17849 377 0,'13'0'590'0,"-13"0"-159"0,0 0-77 15,0 0-82-15,0 0-53 0,7-1-60 0,-7 1-23 16,0 0-44-16,0 0 3 0,0 0-39 0,0 0-16 15,0 0-70-15,0 0-112 0,0 0-132 0,-7-6-481 16,7 6-264-16</inkml:trace>
  <inkml:trace contextRef="#ctx0" brushRef="#br0" timeOffset="59702.12">26969 17950 477 0,'0'0'358'0,"0"0"-286"0,0 0-355 0,3-6 260 16</inkml:trace>
  <inkml:trace contextRef="#ctx0" brushRef="#br0" timeOffset="61034.11">20299 16829 119 0,'-1'-8'469'0,"-3"0"-125"0,4 8-42 0,-5-9-62 0,5 9-23 16,-8-4 16-16,8 4-12 0,-11 6-12 0,6 1 6 0,-2 4-27 15,2 3-8-15,-2 6-24 0,2 1-4 0,1 2-11 16,1 4 4-16,3-1-56 0,0 3 30 0,5 2-45 16,-1 0 20-16,6-1-47 0,3-1 21 15,6 0-41-15,1-1 25 0,4-3-36 0,4-3 25 0,1-4-32 16,4-2 32-16,-2-4-42 0,0-4 28 0,1-1-31 15,-4-4 31-15,1-3-34 0,-1-2 35 0,-1-3-35 16,-1-2 31-16,-1-3-35 0,0-3 31 0,-6 1-28 16,-4-3 30-16,-3-1-32 0,-3 0 4 0,-4 1 3 15,-3-1 1-15,-2 1 1 0,-5 1 1 0,0 1 4 16,-3-3-6-16,-4 4 4 0,-1 2 0 0,-2 0-4 16,-1 4 2-16,0 2-2 0,-1 1-1 0,0 5 0 15,1 1-2-15,-2 1 0 0,2 3-1 0,-1 3 2 16,0 2 26-16,4 2-33 0,2 1 28 0,-1 2-30 0,3-1 25 15,5 2-47-15,-1-2-34 0,5-1-50 0,0-1-101 16,5-1-33-16,-1-1-73 0,5-2-72 0,1-3-80 16,-1-3-285-16,2-2-274 0</inkml:trace>
  <inkml:trace contextRef="#ctx0" brushRef="#br0" timeOffset="61284.71">20777 16823 215 0,'1'-12'449'0,"2"2"-112"16,0 2-65-16,-2 1-70 0,-1 7-27 0,4-11 17 16,-4 11 28-16,6-6 20 0,-6 6 12 0,13 0 7 15,-5 5 18-15,-2 1-1 0,4 2-15 16,2 5-56-16,-1 2-26 0,1 2-2 0,-1 1-32 0,0 1-34 16,1 4-22-16,0-1-17 0,-1 0-15 0,3 1-12 15,-3-3-10-15,0-1-4 0,-1 0-9 0,1-3-4 16,1 0-5-16,-3-4-6 0,-1 1-6 0,0-2-43 15,-1 0-93-15,1-3-47 0,-3-1-101 0,0 0-51 16,-1 0-94-16,0-2-46 0,-4-5-23 0,0 9-282 16,0-9-300-16</inkml:trace>
  <inkml:trace contextRef="#ctx0" brushRef="#br0" timeOffset="61452.35">20788 17212 200 0,'0'0'388'16,"-10"-4"-86"-16,10 4-48 0,-2-8-51 0,2 8-27 0,4-13-12 15,2 7-23-15,2-5 5 0,3-1-28 0,2-3-16 16,4 1-18-16,3-5-17 0,1 1-14 0,2-1-13 16,1-4-2-16,0 4-10 0,-1 0 11 0,0 3-27 15,-2-1 2-15,-1 0-55 0,-3 4-50 0,-2 1-83 16,-1 1-87-16,0 2-95 0,-5-2-160 0,1 5-13 16</inkml:trace>
  <inkml:trace contextRef="#ctx0" brushRef="#br0" timeOffset="61838.97">21283 16560 572 0,'0'-12'609'0,"0"1"-129"0,0 3-90 0,0 2-43 15,0 6-48-15,-1-11-11 0,1 11-14 0,0 0 14 16,0 0-47-16,0 0 11 0,-10 11-49 0,7 0-19 15,2 3-50-15,-3 5-17 0,4 0-31 0,3 4-7 16,-1 2-22-16,1 2-4 0,3 2-15 0,3 1 0 16,3-2-15-16,-1 1 4 0,2-2-5 0,2-2-1 15,1 0-8-15,2-6-4 0,1 1 2 0,-1-5-2 16,-1-1 0-16,0-5 2 0,2 0-4 0,-5-4-3 16,3-2 4-16,-4-1-1 0,1-3-8 0,-4-1 6 0,2-2-7 15,-1-2 11-15,-3 0-12 0,-2-1 11 16,2-2-12-16,-3 0 13 0,-4 1-8 0,2-1 7 15,-5 1-13-15,0-2 8 0,-1 1-6 0,-6 2 8 0,3 1-15 16,-3 0 13-16,-2 4-12 0,-1 1 12 0,-1 1-12 16,-1 2 15-16,0 2-14 0,-1 4 8 15,-1 0-12-15,1 1-4 0,1 1-28 0,-1 5-14 0,3-2-74 16,3 1-100-16,2-1-86 0,2-1-46 0,2 0-61 16,2-2-94-16,2-1-450 0,2-1-557 0</inkml:trace>
  <inkml:trace contextRef="#ctx0" brushRef="#br0" timeOffset="62085.36">21629 16526 376 0,'2'-20'568'0,"-1"1"-98"16,3 5-104-16,-3 0-59 0,1 3-24 0,-1 2-36 15,-1 9 18-15,1-9-3 0,-1 9-9 0,0 0-11 16,5 7-34-16,-1 2-36 0,1 3 6 0,-1 3-33 15,6 3-31-15,-1 1-24 0,0 1-15 0,5 4-14 16,-1-1-21-16,4-2 0 0,-3 2-14 0,2-2 1 0,1-2-12 16,-2-1 3-16,-2-4-7 0,2 1 1 15,-2-2-12-15,-2-3 0 0,0 2-49 0,-3-3-89 16,-1 0-69-16,-3-2-81 0,0 0-29 0,-4-7-54 0,0 12-33 16,-3-6-32-16,-2 0-37 0,-1-3-221 0,-3 1-199 15</inkml:trace>
  <inkml:trace contextRef="#ctx0" brushRef="#br0" timeOffset="62235.92">21663 16805 46 0,'-6'-5'392'0,"6"5"-106"0,-8-6-52 0,8 6-27 16,-4-8-18-16,4 8-7 0,1-11-12 0,3 4 4 15,1 0-28-15,2-2-12 0,4-1-12 0,1-2-32 16,4 0-18-16,0-2-11 0,5-4-11 0,4 0-12 16,0-2-3-16,2-2-12 0,1 1 0 0,-5 3-8 15,0-1-7-15,-1 2-17 0,-3-1-92 0,0 1-122 16,-3 1-138-16,-2 0-269 0,-3 2-142 0</inkml:trace>
  <inkml:trace contextRef="#ctx0" brushRef="#br0" timeOffset="62583.85">22008 16168 91 0,'-1'-10'583'0,"-2"3"-159"0,1 1-85 15,2 6-34-15,-3-8 0 0,3 8-7 0,0 0-32 16,-8 5-4-16,6 1 18 0,1 2-26 0,-1 4-23 15,0 6-3-15,2 1-29 0,1 0-22 16,2 6-33-16,-1 0-35 0,5 3-14 0,0 0-17 16,2-2-16-16,1 1-12 0,4-4-14 0,-1 0 2 0,-1-4-17 15,2-2 11-15,0-1-18 0,0-1 4 16,1-5-10-16,-1 0 6 0,-1-2-8 0,2-3 6 16,1-1 1-16,-2-4-1 0,-1-2-5 0,2 0 0 0,0-4-2 15,-3-1 1-15,-1-3-3 0,1 3-4 0,-5-5 5 16,2 2-3-16,-5-3 3 0,1 3-11 0,-5-2 10 15,2 0-7-15,-4 2 4 0,0-1-5 16,-1 3 14-16,-1-1-17 0,-3 3 9 0,0 1-8 0,-2 3 9 16,9 2-8-16,-23 2 8 0,10 3-11 0,-2 2 13 15,1 2-15-15,-1 1 4 0,1 4-41 0,0-3-54 16,2 1-78-16,6 1-56 0,-1-1-83 0,1-2-63 16,4 0-85-16,2-2-551 0,0 0-626 0</inkml:trace>
  <inkml:trace contextRef="#ctx0" brushRef="#br0" timeOffset="62871.43">22441 16199 444 0,'0'0'529'0,"-7"-3"-130"16,7 3-80-16,0 0-59 0,-9-3-39 0,9 3-51 15,0 0-28-15,0 0-41 0,-9-3-8 0,9 3-33 0,0 0 0 16,0 0-25-16,0 0 2 0,0 0-14 0,0 0 7 16,0 0-18-16,0 0 10 0,0 0-15 0,0 0 3 15,0 0-23-15,0 0 11 0,0 0-17 16,6-3 10-16,-6 3-17 0,0 0 19 0,0 0-13 0,0 0 15 16,0 0-20-16,0 0 8 0,-9 0-38 0,9 0-17 15,-6 5-39-15,6-5-38 0,-8 4-63 16,8-4-86-16,0 0-308 0,-9 4-121 0</inkml:trace>
  <inkml:trace contextRef="#ctx0" brushRef="#br0" timeOffset="63618.27">22352 15931 609 0,'0'0'467'0,"-3"9"-35"0,3-9-37 16,0 14-25-16,0-5-70 0,0 5-27 16,0-1-30-16,0 2-7 0,3 3-41 0,-1-1-26 15,2 2-34-15,1 3 15 0,-1-1-34 0,5 0-17 16,-1 1-17-16,1 0-17 0,0-2-15 0,3 2-9 15,0-2-9-15,1-2-7 0,-2-2-4 0,1 1-9 16,0-2-9-16,-1-2-16 0,-1-3-114 0,-1 2-105 16,-3-5-37-16,-1 2-37 0,1-3-26 0,-6-6-7 15,1 11-15-15,-1-11-2 0,-5 6 2 0,5-6 58 16,-12 3 35-16,12-3 70 0,-20-3 45 0,8 1 83 16,1-2 29-16,-2-3 59 0,-2 3 57 0,2 0 35 15,1-2 19-15,-2 0-3 0,1 0 8 0,2 0 16 16,3 0 12-16,-1 2-33 0,3-2-25 0,0-1-16 0,3 1-13 15,3-2 20-15,0 1-20 0,6-2 1 0,-1-2-13 16,3 0 10-16,4-1-24 0,2-2 6 16,1-1-22-16,4-1-2 0,2-3 2 0,-1 2-6 15,1-2-6-15,0 2-7 0,0-3-14 0,-1 1 9 0,-4 0-14 16,0 3 13-16,-6-1-12 0,2 0 3 0,-4-2-15 16,-3 3 12-16,-1 0-16 0,-2-1 15 15,-2 2-16-15,-1 0 21 0,0 3-12 0,-1-3 11 16,-3 4-12-16,3 0 22 0,-1 0-10 0,-1 3 22 15,2-1-17-15,0 1 15 0,-3 2-11 0,5 6 24 0,-2-8 32 16,2 8 31-16,0 0 1 0,0 0-3 16,5 8 22-16,-3-2-17 0,2 2 19 0,1 3 14 0,-1 0-9 15,4 1-30-15,-2 1 29 0,4 1-14 0,1 0-24 16,0 3-11-16,1-3-6 0,-1 3 11 0,3-3-11 16,0 0-8-16,0 0-16 0,-1-2-8 0,0-2-8 15,0-1-4-15,-2 0-6 0,1-3-2 0,-2-2-2 16,0 0-6-16,0-4-2 0,-10 0-4 0,18-1 1 15,-8-2-7-15,-2 0 9 0,-2-3-5 0,1 0 0 16,-2 2-1-16,0-3 14 0,-4-1-18 0,1 2 3 16,-1 0-3-16,-2-1-3 0,-1 1 2 0,-4-1-1 15,2 1 9-15,-2 0-10 0,-1 1 8 0,7 5-9 16,-16-3 7-16,16 3-12 0,-21 0-1 0,11 2 2 16,0 3-3-16,-2-1-26 0,0 2-52 0,1 4-62 15,2-4-83-15,-1 6-96 0,4-5-69 0,2 2-97 0,1-2-124 16,2-1-271-16,1-6-452 0</inkml:trace>
  <inkml:trace contextRef="#ctx0" brushRef="#br0" timeOffset="63835.35">22974 15641 255 0,'8'-14'720'0,"-3"2"-193"16,1 3-117-16,-1 5 3 0,1-2-45 0,-6 6-4 0,11-3-26 15,-11 3-28-15,10 5-62 0,-3 1-13 0,-2-1-33 16,1 5-28-16,4 1-48 0,-2 0-11 0,2 6-34 16,-1-2-10-16,3 3-21 0,-1-1-2 0,-2 2-22 15,3-1 1-15,-3 1-37 0,-2 0-41 0,2 0-71 16,-4-3-103-16,-1 0-78 0,0-1-61 0,-1 1-61 16,-3-1-60-16,-3-3-67 0,2 0-261 0,-4 1-344 15</inkml:trace>
  <inkml:trace contextRef="#ctx0" brushRef="#br0" timeOffset="64270.32">22987 15965 205 0,'0'0'408'0,"0"-10"-101"0,4 4-25 15,0-1-57-15,1-1-9 0,1-1-30 0,3 0-2 16,5-2-38-16,0-1-2 0,3-1-41 0,2-3-3 16,3 0-31-16,-1-3 3 0,4 2-26 0,-3-2 4 0,0 0-25 15,0 1 4-15,0-1-10 0,-3-2 3 16,1 1-9-16,-3 1 10 0,0-2-21 0,-6 5 19 15,1-2-10-15,-3 1 12 0,-3 1 12 0,1 3 24 0,-2-1-3 16,0 3 1-16,-3 1 4 0,1-1 10 0,-2 2-5 16,0 0 0-16,-1 2 6 0,-1 1 3 0,0 0-9 15,1 6-5-15,0-10 10 0,0 10 30 0,0 0 10 16,0 0 17-16,0 0-8 0,0 0-6 0,-3 8 2 16,6-1-1-16,-1 3-11 0,1 0 2 0,1 4-21 15,1 0-4-15,0 0-18 0,4 5 6 0,0-3-21 16,1 1 4-16,3 0 2 0,-2-2 11 15,5 0-27-15,-4-1 11 0,3-2-30 0,-3-2 14 0,1-1-22 16,0-3 22-16,0 0-28 0,-2-2 21 0,2-1-20 16,-1-2 11-16,-12-1-21 0,21-1 18 0,-11-4-17 15,1 3 0-15,-4-2 3 0,1-3-1 0,-3 1 5 16,0-2-7-16,0 3 1 0,-4-2-1 0,1 1-2 16,-2 6 2-16,-3-12 0 0,-2 6 0 0,0 1-1 15,-4 1-3-15,0 1-4 0,-1 1-11 0,-2 1-21 16,1-1-46-16,-2 4-70 0,0-1-92 0,1 1-97 15,0 1-50-15,1 0-106 0,-1 2-108 0,3-1-343 16,1 0-542-16</inkml:trace>
  <inkml:trace contextRef="#ctx0" brushRef="#br0" timeOffset="64502.5">23778 15295 130 0,'8'-13'811'0,"-2"1"-217"0,-2 4-114 0,0 1-29 0,0 3-24 0,-4 4-35 0,0 0-51 16,0 0-32-16,11 3-52 0,-10 4-43 0,3 2-38 15,0 1-38-15,0 5-13 0,0 2-26 0,2 2-21 16,1 2-14-16,1 1-13 0,1 3-11 0,3 0-8 16,-1-1-9-16,1 1-10 0,-2-7-45 0,0 2-109 0,-1-2-118 15,-2-4-84-15,-1 1-73 0,-1-3-11 16,-1 0-8-16,-3-1-6 0,-1-2 14 0,0-5-312 0,-1 4-245 15</inkml:trace>
  <inkml:trace contextRef="#ctx0" brushRef="#br0" timeOffset="64635.18">23884 15612 337 0,'-10'-6'296'0,"2"0"-10"0,2-1-20 0,-1 1-26 15,1 1-30-15,2-1-1 0,0-2-33 0,3 1-2 16,1 0-21-16,0-1-21 0,3-1-9 0,1 1-11 16,1-3-16-16,2-1-15 0,3 0-16 0,5-1-15 15,1-3-6-15,5 0-7 0,-1-1-8 16,3-2-2-16,5-3-6 0,-1 2 7 0,1-2-56 0,-1 0-54 15,-4 0-77-15,0 0-104 0,-4 1-71 0,-1-1-406 16,0-3-245-16</inkml:trace>
  <inkml:trace contextRef="#ctx0" brushRef="#br0" timeOffset="64901.32">24271 14854 82 0,'3'-7'453'0,"-3"7"-28"0,0 0-50 0,0 0-20 15,3 8-9-15,-2 3-3 0,0 2-4 0,2 1 8 16,2 5-38-16,-2 2-14 0,4 1-34 0,1 5 0 15,4-1-26-15,-1-1-51 0,0 0-7 0,6-3-33 16,-2 0-14-16,4-2-20 0,-1-1-17 0,-4-4-15 16,5-3-14-16,-5-1-9 0,3-3-8 0,-3-2-12 15,3-1-5-15,-3-3-5 0,0 0-3 0,0-2-9 16,-3-2 0-16,3-1 30 0,-5-1-38 0,0-2 28 16,0 2-39-16,-2-2 32 0,-5-1-39 0,1-1 39 15,-3 2-36-15,-3 1 30 0,-1-1-9 0,-2 0-7 0,-5 4 2 16,-1 0-29-16,-5 2 22 0,-2 2-27 15,-5 4-4-15,-7 3-61 0,-8 4-45 0,-2 3-93 0,1 3-111 16,-1 4-94-16,-3 5-162 0,1 3-622 16,2 3-828-16</inkml:trace>
  <inkml:trace contextRef="#ctx0" brushRef="#br0" timeOffset="65218.45">21414 17742 1072 0,'-14'4'646'0,"2"-2"-106"16,12-2-157-16,0 0-52 0,-5-5-93 0,15-1-19 15,6-5-74-15,13-9 1 0,7-2-44 0,12-8-26 16,5-4 17-16,3-2-45 0,4-3 18 16,0-1-41-16,4-3-4 0,17-9 27 0,-2-2-35 15,1 2 24-15,-1-2-32 0,0 4 2 0,-16 11-3 0,-1 1 0 16,-7 5 5-16,-7 2-42 0,-11 9-119 0,-5 5-126 16,-13 3-122-16,-6 7-100 0,-8 4-415 0,-5 3-484 15</inkml:trace>
  <inkml:trace contextRef="#ctx0" brushRef="#br0" timeOffset="65401.48">21582 17833 167 0,'-24'23'405'0,"3"-3"-97"0,6-4-51 16,0-3-5-16,7-3 12 0,5-2-5 0,3-8 3 16,0 0-27-16,7 3-38 0,7-9-31 0,4-5-10 15,8-6-25-15,8-5-44 0,8-9 15 0,4 0-32 0,4-5 11 16,0-2-34-16,5 0-11 0,1-4-6 15,3-1 13-15,2-1-29 0,15-10 21 0,-12 11-35 16,-3 2-29-16,-1 2-135 0,-5 4-163 0,-8 6-169 0,-12 7-322 16,-13 8-351-16</inkml:trace>
  <inkml:trace contextRef="#ctx0" brushRef="#br0" timeOffset="66051.25">22117 17943 75 0,'-12'-17'558'0,"1"3"-111"0,-2 0-73 0,1 5-57 0,0 1-15 0,0 4-48 0,-1 3-28 0,3 2-14 15,0 2 11-15,-2 4-23 0,5 4-2 0,0 3-7 16,2 3-37-16,3 1-17 0,2 1 24 0,2 2-9 15,5 4-23-15,2 0-22 0,3 0-52 0,1 0 33 16,5-2-32-16,0-2 29 0,2 0-47 0,1-3 24 16,-1-2-47-16,-1-3 43 0,1-4-42 15,-1 1 34-15,-3-4-41 0,1-3 39 0,-1-1-39 0,-1-1 23 16,-3-4-40-16,-1 0 42 0,-1-2-40 16,-1-2 34-16,-3 0-37 0,-2-2 37 0,-1 0-45 15,-3-1 37-15,-2 0-38 0,0-2 36 0,-3 2-42 0,-4-2 48 16,1 2-49-16,-2 0 46 0,-3 2-48 0,3 1 41 15,-1 1-40-15,0 2 43 0,2 2-39 16,-1 0 41-16,10 2-51 0,-17 3 19 0,10 1-93 0,0 0-48 16,3 2-70-16,-2 2-100 0,5-1-43 0,1 0-96 15,2 0-94-15,3-2-335 0,2 2-454 0</inkml:trace>
  <inkml:trace contextRef="#ctx0" brushRef="#br0" timeOffset="66417.95">22454 17799 316 0,'8'-18'726'0,"-2"4"-145"0,-2 1-102 16,0 1-80-16,0 4-36 0,-4 8-65 0,2-10-8 15,-2 10-46-15,0 0-1 0,0 0-76 0,0 10 0 0,-1-1-65 16,0 4 7-16,-2 4-52 0,-1-1 23 16,0 5-51-16,-1 2 27 0,2-2-11 0,-1 4-8 15,0-3-39-15,0 1 28 0,-1 0-51 0,0-2 21 0,-3-1-39 16,4 0-45-16,-3-1-57 0,-1-3-67 0,-4 0-76 15,2-3-37-15,0-4-20 0,-3 1-7 0,2-4-9 16,-1-4 50-16,12-2 19 0,-24-1 71 16,11-5 33-16,2-3 62 0,0-2 38 0,1-5 48 0,1-1 45 15,3-1 53-15,1 1 25 0,0-1 20 0,2 2 24 16,2 1 1-16,1 2 9 0,1 1-1 0,2 2 11 16,3 2 15-16,0 2-5 0,3 4 23 15,3 0-47-15,-1 4 49 0,2 0-20 0,5 4-24 16,1 1-3-16,0 3-21 0,0 0-21 0,6 2-20 15,-3 1-7-15,0 2-21 0,3-5-8 0,-5 2-4 16,2-3-14-16,0-1-19 0,-1-2-109 0,-1-1-128 16,-1-3-126-16,-4-2-127 0,3-2-394 0,-4 0-443 0</inkml:trace>
  <inkml:trace contextRef="#ctx0" brushRef="#br0" timeOffset="66722.37">22658 17545 440 0,'-3'-9'715'0,"-2"3"-181"16,5 6-34-16,-7-4-119 0,7 4-42 0,-5 7-28 16,5-1-28-16,-1 3-36 0,1 2-34 0,1 1-32 15,3 3 11-15,1 1-75 0,4 2 10 0,0-1-60 16,1 2 29-16,2-2-58 0,-1-3 37 0,3 3-58 16,0-4 38-16,-3-4-49 0,1-1 41 0,1 0-45 15,-4-4 46-15,2-2-46 0,-11-2 36 0,17 0-47 16,-7-5 2-16,-3 2 5 0,-1-3 2 0,-1-1 3 15,-2 0-1-15,-1-2 3 0,0 2-3 0,-2 1-3 16,-3-3 19-16,1 3-21 0,-5-1-1 0,1 3 0 16,-2 0 1-16,8 4 0 0,-20-1-2 0,9 3 4 15,-4 2-4-15,3 3-1 0,0 0 33 0,0 4-73 16,2 0 0-16,0 1-109 0,2 0-59 0,2 1-121 16,2 2-109-16,1-3-128 0,2-1-446 0,2 3-626 0</inkml:trace>
  <inkml:trace contextRef="#ctx0" brushRef="#br0" timeOffset="66968.17">22712 18287 582 0,'-5'11'539'16,"0"-1"-100"-16,0-3-78 0,2-1 2 0,-2 0-26 15,3-2-39-15,2-4 23 0,-3 11-46 0,3-11 8 16,1 6-81-16,-1-6-1 0,0 0-76 0,16 0 18 16,-7-3-79-16,2-3 21 0,2-2-49 0,2 0 26 15,-2-4-45-15,5-1 8 0,-4 0-70 0,1 1-46 16,-4 0-132-16,-1 2-87 0,1 1-44 0,-6 2-59 16,2 1-14-16,-7 6-32 0,6-6-314 0,-6 6-289 15</inkml:trace>
  <inkml:trace contextRef="#ctx0" brushRef="#br0" timeOffset="67135.42">22733 18598 517 0,'0'0'500'0,"0"0"-124"0,5-6-78 0,-1 1-57 16,3-2-39-16,2-2-21 0,0-4-28 0,5-1-41 0,0-1-28 15,3-5-21-15,1 0 4 0,2 0-33 16,1-1-27-16,-3 0-57 0,-1 0-84 0,0 1-93 15,0 0-80-15,-4 3-60 0,-1-1-179 0,-2 1-57 16</inkml:trace>
  <inkml:trace contextRef="#ctx0" brushRef="#br0" timeOffset="67558.23">23000 18117 370 0,'-3'-8'451'0,"3"-1"-54"15,0 2-48-15,0 0-1 0,0 0-23 0,3 0 3 16,-1-1-59-16,0 3 13 0,0 0-57 0,3 0 4 15,-1-1-45-15,-4 6 9 0,13-4-52 0,-13 4 9 16,11-3-55-16,-11 3 17 0,16 0-33 0,-16 0 26 16,12 1-47-16,-12-1 35 0,12 5-36 0,-4-1 29 15,-8-4-49-15,10 8 40 0,-6-4-36 0,0 0 36 16,-1 3-48-16,1-2 33 0,-1 1-56 0,-1 0 42 16,-2 1-41-16,0-7 44 0,0 11-44 0,0-11 40 15,0 10-47-15,0-10 42 0,0 9-50 0,0-9 49 16,0 7-51-16,0-7 43 0,0 0-48 15,0 7 43-15,0-7-43 0,0 0 41 0,0 0-45 16,8-8 42-16,-8 8-47 0,10-10 42 0,-6 4-40 0,5 1 41 16,-3-2-40-16,2 3 42 0,0-1-40 0,1 1 52 15,0 0-55-15,-2 1 41 0,-7 3-42 0,18 0 38 16,-9 2-33-16,0 2 34 0,1 1-37 0,-1 1 41 16,0 2-39-16,-2 2 38 0,0 3-45 0,-2-3 45 15,-2 2-43-15,-2 1 48 0,0 0-48 0,-2 0 46 16,0 2-47-16,-4 0 51 0,-2 1-51 0,-1-2 12 15,-3 3 48-15,1-3-53 0,-4 0 49 0,0-3-52 0,-1 0 37 16,-1-5-76-16,1 1 10 0,-2-3-82 16,2-1-34-16,2-3-109 0,-1-1-73 0,3-4-78 0,0 0-117 15,1-4-86-15,2-3-282 0,3-1-477 16</inkml:trace>
  <inkml:trace contextRef="#ctx0" brushRef="#br0" timeOffset="67867.23">23313 17743 671 0,'9'-7'888'0,"-3"0"-172"0,-6 7-146 0,12-3-83 0,-12 3-58 15,5 4-60-15,-4 3-53 0,2 4-42 0,-3 2-19 0,1 2 6 16,0 4-68-16,1 2 20 0,0 1-48 0,4 2 39 16,1 3-43-16,2-1 29 0,1 0-57 0,3-3 22 15,0-1-47-15,-1-4 14 0,1-1-41 0,2-1-9 16,-2-3-13-16,3-2-8 0,-2-4-10 0,-2-1-8 15,1-4-3-15,0-1-1 0,0-1-8 0,-2-3-2 16,2-3-3-16,0-3-3 0,-3 0-2 0,-2-4-1 16,-1 0 1-16,-2 1-7 0,-1-2 2 0,-4 0-2 15,-1 0 0-15,-3 0 1 0,0 1 2 0,-2 1 1 16,-2 1-4-16,1 3-5 0,-4 4-1 0,1 1 1 16,-3 3-9-16,-2 1 2 0,1 5-23 0,-4 4-59 15,-1-1-83-15,1 5-25 0,-1 3-112 0,2 1-77 16,-1 4-189-16,4-1-134 0,-1 4-850 0,7-5-1201 15</inkml:trace>
  <inkml:trace contextRef="#ctx0" brushRef="#br0" timeOffset="68034.93">23740 18083 1409 0,'9'-18'981'0,"-3"3"-225"16,0 1-140-16,-4 1-107 0,0 2-116 0,-2 0-83 0,0 1-73 15,1 3-108-15,-1 7-159 0,-1-10-175 0,1 10-290 16,0 0-329-16,-10 5-368 0,6 1-801 0</inkml:trace>
  <inkml:trace contextRef="#ctx0" brushRef="#br0" timeOffset="77700.38">23506 18501 46 0,'0'0'496'0,"0"0"-122"15,-14 1-59-15,14-1-63 0,-10 3-15 16,10-3-21-16,-9 1-27 0,9-1-17 0,0 0-34 16,-11 3-21-16,11-3-14 0,0 0-23 0,0 0-13 15,2-7-10-15,7 2-14 0,7-6-5 0,7-4-16 16,7-4 7-16,7-3-13 0,0-2 3 0,9-6-18 0,2-3 29 16,1 2-15-16,1-4 2 0,1-3-3 15,-3 4-1-15,2-1 0 0,-4 0-3 0,0 4-7 16,-13 7 6-16,-2 2-3 0,-7 6-17 0,-6 3 4 0,-2 4-12 15,-7 4 11-15,-9 5-54 0,9-3-26 0,-9 3-34 16,-4 11-10-16,-4 0-20 0,-5 5-7 0,-8 6-8 16,-4 5 22-16,-5 3 17 0,-5 8 22 15,-2 0 22-15,0 0 10 0,-4-1 19 0,3 1-3 0,1 0 18 16,-2-3 1-16,7-5 13 0,2-2 4 0,0-1 15 16,5-2-11-16,3-6 11 0,5-1-3 0,1-4 4 15,4-2 7-15,2 0 18 0,2-5-5 0,6 0 41 16,2-7 7-16,0 0-4 0,6 6 3 0,3-10-10 15,5-1 7-15,3-3-4 0,6-8 9 0,1 0-4 16,8-7-4-16,3-2 13 0,7-7-3 0,1-4-3 16,1-1 5-16,2-2-6 0,-2-1-7 0,4 2-14 15,-5-1-2-15,1 5-13 0,-10 6-6 0,-2 3 10 16,-4 4-41-16,-7 7-106 0,-5 6-109 0,-5 1-161 16,-3 5-173-16,-8 2-75 0</inkml:trace>
  <inkml:trace contextRef="#ctx0" brushRef="#br0" timeOffset="82434.03">3693 10599 171 0,'0'0'250'0,"0"0"-40"15,0 0-29-15,-10 0-17 0,10 0-18 0,0 0-21 16,0 0-27-16,0 0-21 0,0 0-18 0,0 0-3 0,0 0 12 15,0 0-2-15,0 0 11 0,0 0 14 0,0 0-17 16,0 0 0-16,3 4 9 0,-3-4 2 0,8 3 24 16,-8-3-25-16,11 6 7 0,-11-6-22 15,11 9 25-15,-7-2-18 0,2 0 19 0,-3-1-41 16,2 3 19-16,-1-2-36 0,1-1 15 16,-3 1-33-16,-2-7 41 0,5 9-10 0,-5-9 37 0,6 10 28 15,-6-10 42-15,3 4 1 0,-3-4-33 16,8-4-20-16,-4-3-24 0,5-5-12 0,1-4-12 0,8-6-14 0,1-5-7 15,4-3-6-15,4-2-4 0,5-7 2 16,4-3-3-16,1-2-5 0,4-2-2 0,1-1-7 16,0 1-7-16,1-1-5 0,1 6-17 0,-2 4-35 0,-9 8-86 15,-1 3-131-15,-5 3-134 0,-5 10-183 0,-7 4-306 16,-3 4-454-16</inkml:trace>
  <inkml:trace contextRef="#ctx0" brushRef="#br0" timeOffset="83500.7">7467 10862 664 0,'0'0'536'0,"-1"-7"-102"0,1 7-71 16,-2-8-57-16,2 8-65 0,0 0-32 0,-1-7-23 15,1 7-23-15,0 0 0 0,0 0-10 0,0 0-19 0,0 0-18 16,0 0-22-16,0 0-14 0,0 0-14 16,0 0-2-16,0 0 16 0,0 0-7 0,3 10 7 15,-3-10 8-15,5 8-7 0,-5-8 3 0,6 6 2 16,-6-6 0-16,9 8-3 0,-9-8-8 0,9 6-4 15,-9-6-3-15,15 3-2 0,-3-2-5 0,-12-1-7 16,22-1-5-16,-10-2 0 0,5-1 6 0,5-5-7 0,2-1-6 16,4-3-2-16,3-4-6 0,2-2 10 0,5-2-10 15,-3 0-6-15,1-4-8 0,-1 0-1 16,0 1-4-16,-2-1-5 0,-2 1-3 0,-3 1-1 0,-4 4-2 16,-2 1-1-16,-7 4-6 0,0 2-3 0,-3 1-11 15,0 1-40-15,-1 1-70 0,-3 3-78 0,-3-3-80 16,0 3-85-16,-5 6-29 0,6-8-79 0,-6 8-72 15,0 0-425-15,-3-5-567 0</inkml:trace>
  <inkml:trace contextRef="#ctx0" brushRef="#br0" timeOffset="90634.19">7153 12031 127 0,'0'0'595'0,"0"0"-162"0,10 2-103 0,-10-2-70 0,0 0-64 0,0 0-43 16,9 3-33-16,-9-3 17 0,0 0 1 0,0 0-15 15,6 5 31-15,-6-5-8 0,4 5 1 0,-4-5-19 16,3 7-21-16,-3-7 5 0,2 7-2 0,-2-7 0 15,6 6-1-15,-6-6-6 0,5 6 6 0,-5-6 6 16,8 6 0-16,-8-6 12 0,10 3-14 0,-10-3-8 16,17 1-4-16,-8-4-2 0,6 0-13 0,-2-4-13 15,7 0 3-15,1-5-15 0,3-2-14 0,2-3-8 16,3-4-3-16,3-1-9 0,-1-1-3 0,1-1-4 16,-2-2-4-16,1-2-1 0,1 1-8 0,-1-2 4 15,-2 1-4-15,1-1-1 0,-4 0-2 0,1 2 9 16,-5 2-20-16,-3 3-11 0,0 2-74 0,-6 3-95 15,1 3-122-15,-1 0-95 0,-4 3-146 0,0 0-620 16,-3 3-782-16</inkml:trace>
  <inkml:trace contextRef="#ctx0" brushRef="#br0" timeOffset="97771.4">13554 6711 108 0,'-17'-8'163'15,"-2"0"-37"-15,0 1-14 0,-1 1 7 0,-1 0-5 0,-2-1-15 16,3 1-4-16,-3 2-17 0,0-2-7 0,0 0-1 15,1 1 5-15,-1 1-24 0,3 0 4 0,0-1 2 16,1 4 3-16,0-4-15 0,4 3 10 0,1-1-19 16,1 2-1-16,1-1-15 0,2 0 16 0,0 0-11 15,10 2 18-15,-17-2-9 0,17 2 27 0,0 0-8 16,-11 0 22-16,11 0-17 0,0 0 19 0,4 6-14 16,-4-6 10-16,16 7-11 0,-2-3-8 0,4 2 0 0,4 1 4 15,5-1-11-15,3 0-1 0,5 3-4 16,7-2 30-16,2 4-36 0,4-4 27 0,2 2-36 15,4 0 22-15,12 1-18 0,1 0 24 0,4 1-33 0,1-4 21 16,-2 2-31-16,4 0 23 0,0-2-22 0,0 0 23 16,-1-1-19-16,4 1 21 0,1-1-16 0,0-1 17 15,0 1-21-15,2 0 13 0,0-4-12 0,0 1 23 16,-2 0-17-16,1-1 13 0,-2-2-18 0,3 1 8 16,2 1-2-16,-1-4 10 0,3 1-14 0,2-1 19 15,-1 2-12-15,1 0 3 0,0 0-9 16,-1 0 1-16,2 0-7 0,1 2 6 0,-3-1-11 0,2 1 10 15,-2-1-4-15,-2 3 2 0,-2-3-6 0,-3 0-2 16,-13 0 3-16,-4-1-2 0,-1 1-3 0,-4 0 4 16,-2 1-5-16,1-1 1 0,-4 0-3 0,0-1 2 15,-1 0-4-15,-1 3 3 0,-1-1-6 16,2-1 0-16,1 1 0 0,-3 0-1 0,0 0 1 0,-7-1-2 16,0 0 0-16,0-1 4 0,-3 2-4 0,-7-2-2 15,-2 0 5-15,-2 0-2 0,-6 1 0 0,-1-1-1 16,-5 0-5-16,-1-1-1 0,-3-1-15 0,-11 2-35 15,0 0-42-15,0 0-71 0,-7-4-36 0,-10 2-72 16,-8 0-38-16,-11 2-83 0,-6-3-356 0,-8 0-264 16</inkml:trace>
  <inkml:trace contextRef="#ctx0" brushRef="#br0" timeOffset="98237.9">13539 7089 245 0,'-40'3'318'0,"3"-3"-86"0,1 3-37 16,7-1-25-16,2 0-28 0,2 0-38 0,5 0 1 15,1 0-20-15,6-1 26 0,2 2-8 0,11-3 20 16,-9 2-30-16,9-2 15 0,10 6-12 0,7-4-8 15,8 1-17-15,6-1 6 0,15 1-12 0,10-2-8 0,9 1 3 16,18-2-2-16,7-1 6 0,3 0 16 0,3 0-11 16,4-2-6-16,2 1-5 0,7-1-2 0,-1 1-11 15,5-1-2-15,-2 0 1 0,-1 2 5 0,1-2-3 16,-2-1-5-16,2 2-7 0,19-2 16 16,-19 2-1-16,-3-1-5 0,0 2-1 0,-3-4-2 15,-1 1-4-15,-1 0-8 0,-2 0-5 0,3 0-3 16,-5-1 1-16,-3 0-1 0,-1 1-3 0,-6 1 0 15,-3-3-6-15,-7 0 2 0,-4 1 0 0,-13 3-3 16,-5-4 0-16,-2 2 2 0,-2-2-7 0,-6 3 4 0,-9-1-1 16,-3 0 2-16,-8 2 13 0,-3 0 7 15,-5-1 3-15,0 2 2 0,-6-1-8 0,0-1-9 0,-6 1-7 16,-7 2-3-16,8-6-17 0,-8 6-12 0,0 0-9 16,-9-4-29-16,9 4-59 0,-20-1-17 0,6 1-35 15,-3 0-23-15,-3 1-51 0,-5 2-39 0,-3-2-62 16,0 5-114-16,-8-2-193 0,-2-1-162 0</inkml:trace>
  <inkml:trace contextRef="#ctx0" brushRef="#br0" timeOffset="98632.86">14026 7338 183 0,'-40'3'453'0,"2"-1"-114"0,3 2-69 16,6-2-56-16,2-1-37 0,5 2-31 0,4-3-15 16,-1 0-20-16,6 1 14 0,13-1-7 0,-12 3-7 15,12-3-8-15,0 0-8 0,28-3 7 0,8 2-7 16,17-5-11-16,21-1 1 0,12-1 7 0,10 0 1 16,29 0 3-16,9-1-7 0,4 1-3 0,0 1-10 15,4 0-4-15,5 1-1 0,1 2-7 0,-1 1-14 16,-2-2-4-16,-5 1-1 0,-4 2-10 0,-2-1-4 15,-23 2-7-15,-2-1 12 0,-4 0 8 0,-3-1 10 0,-6 0-1 16,-6 1-8-16,-6-1-4 0,-5 2-3 16,-5-2-4-16,-14 1-5 0,-4-1 2 0,0-1-4 15,-7 3-5-15,-2-3-2 0,-7 2 3 0,-4-1 7 16,-7 1-2-16,-1-2-5 0,-4 1 0 0,-3 2 0 0,-3-1 1 16,0-1 3-16,-7 2 5 0,3 1-4 0,-2-2-3 15,-3 1 1-15,-9 1-17 0,11-4-4 16,-11 4-16-16,0 0-37 0,0 0-74 0,0 0-87 15,-11-4-118-15,-2 5-146 0,-5 2-629 0,-4 1-717 0</inkml:trace>
  <inkml:trace contextRef="#ctx0" brushRef="#br0" timeOffset="100166.23">4143 13339 117 0,'0'0'392'0,"0"0"-101"0,0 0-107 16,4 4-101-16,-4-4-82 0,0 0-61 0,2 6-69 0,-2-6-147 15,0 0 274-15</inkml:trace>
  <inkml:trace contextRef="#ctx0" brushRef="#br0" timeOffset="103466.81">12138 4829 106 0,'5'-18'367'0,"-1"2"-82"0,1 0-64 0,-4-2-35 0,-1-1-35 16,0 1-13-16,0-1 0 0,-5-2-11 15,0-2-5-15,0 3-18 0,-1-2 0 0,-2 0-7 0,-3-2-23 16,0 0-9-16,-4 0-8 16,2 2-9-16,0 0 6 0,-3 0-20 0,0-1 4 0,-3 2-22 15,1 0 8-15,0 0-13 0,-2 1 4 0,-3-4-13 16,-1-1 14-16,-2 3-19 0,-1-3 16 0,-2 3-18 16,-2-2 10-16,-1 1-16 0,-1 0 18 0,-2 0-14 0,0 1 14 15,-5 0-15-15,3 2 16 0,-1-2-12 0,-2 1 43 16,-1 2-17-16,2-1 31 0,0 3-11 0,0-1-6 15,-1 2-8-15,4 2-14 0,-3 2 7 0,4 2-9 16,1 2 1-16,-1 0-1 0,-2 4-3 0,3 0-1 16,-4 3-16-16,3 2 32 0,-5 2-8 0,3 2 5 15,-5 5-12-15,-3 0 5 0,4 5-13 0,-2 2 14 16,-8 8-16-16,1 1 15 0,1 2-5 0,1 4 3 16,-1 0-13-16,2 1 9 0,1 0-1 0,1 1 4 15,2-2-12-15,6-4 14 0,2-2 9 0,3-2 5 16,2 1 0-16,1-3 0 0,6-4-12 0,3 1-4 15,1 0 18-15,2 0-17 0,3-3-4 0,2 2 1 16,2 1 7-16,0 2 2 0,4 1 2 0,-2 1 15 16,4 6-3-16,0 1 4 0,3 3 16 0,0-1 3 15,1 3-13-15,2 1 0 0,0 0 17 0,4 5-2 16,-1 3-9-16,5-1-6 0,3-3 11 0,0 1-7 16,6-2-6-16,3 2 3 0,6 3-12 0,6-1 1 0,6-3-5 15,5-1-1-15,7-4 15 0,3-4 0 16,4-2-6-16,2-4-4 0,3-4-4 0,3-3 3 0,-1-3 14 15,3-4-1-15,4-1 4 0,0-6 8 0,1-1-9 16,5-3-6-16,0-3-9 0,1 0-6 16,-3-4-2-16,-1-2-10 0,1-1 3 0,-5-1-6 0,0-3 1 15,0-2-7-15,-6 0 1 0,2-4 4 0,-4-1-2 16,-3-3-5-16,-1-4 0 0,-2-1 2 0,-5-3 36 16,-5-4 35-16,-4-1-26 0,-3-4-8 0,-6-1-9 15,-6-4-6-15,-2 0-4 0,-12 5-3 0,-2-2-3 16,-5-2-3-16,-4 2-7 0,-7-1 3 0,-6 1-2 15,-5 0-5-15,-4-1 4 0,-10-4-12 0,-5 3 11 16,-8 1-14-16,-4 2 13 0,-3 4-17 0,-5 4 9 16,-2 2-8-16,-2 4 8 0,-1 6-9 0,2 1 8 15,11 8-10-15,-2 6-46 0,10 2-136 0,0 5-69 16,1 5-61-16,-2 4-103 0,-2 5-87 0,3 4-497 16,1 4-619-16</inkml:trace>
  <inkml:trace contextRef="#ctx0" brushRef="#br0" timeOffset="104932.6">7493 12614 49 0,'0'0'578'0,"0"0"-123"0,-13 1-132 0,13-1-65 0,0 0-42 0,0 0-26 0,-13 3 5 0,13-3-62 16,-4 4 8-16,4-4-44 0,-1 9 21 0,1-9-50 16,-1 10 35-16,1-10 13 0,2 12 17 0,-1-6-20 15,2 0 19-15,3 1 12 0,1-1-8 0,0-1 10 0,4 1-12 16,0-2-13-16,3-2-25 0,4-1-2 16,0-1 3-16,4-2-2 0,3-2-20 0,6-3-2 15,0 0-19-15,2-4 8 0,5-1-10 0,4-4-1 0,-1 0-19 16,0-3 5-16,9-6-17 0,0-2 4 0,-3-1-11 15,1-1-2-15,0 0 1 0,-1-2-7 0,-1-4-2 16,3 3 13-16,-3 0-13 0,1 1-9 16,-2 0-8-16,1 3-23 0,-10 3-74 0,-1 3-101 15,-1 3-80-15,-2 2-122 0,-7 4-137 0,-5 5-505 16,-3 4-674-16</inkml:trace>
  <inkml:trace contextRef="#ctx0" brushRef="#br0" timeOffset="105416.13">10525 12289 811 0,'0'0'705'0,"-14"-3"-97"0,14 3-110 15,-10-3-100-15,10 3-76 0,-9-2-59 0,9 2-41 0,-5 5-24 16,5-5-31-16,-5 11-30 0,5-2-23 0,-2 1-9 16,2 2-24-16,2-1-15 0,-1-1-7 0,4 1 10 15,-1 0 11-15,2-1 13 0,2-1 0 16,5-1-2-16,0 1-2 0,2-2-7 0,4-5-23 0,5 1-2 16,4-3-12-16,8-3-6 0,0-1-6 0,11-6 6 15,1-1-16-15,12-5 4 0,1-2-11 0,4-2-2 16,3-3-11-16,2-2 12 0,3 0-1 0,0-6-10 15,1 0 1-15,0-3-10 0,13-8-9 0,-1-2-11 16,-16 5-69-16,13-8-119 0,-18 8-175 0,-1 0-108 16,-4 1-188-16,-6 2-521 0,-7 0-814 15</inkml:trace>
  <inkml:trace contextRef="#ctx0" brushRef="#br0" timeOffset="123715.21">17658 14273 94 0,'0'0'281'0,"0"0"-62"16,-5-4-39-16,5 4-26 0,0 0-27 0,-3-5-18 15,3 5-25-15,0 0-14 0,1-9-18 0,-1 9-6 16,8-7-12-16,2 3-3 0,0-1-5 0,7 0-3 16,4-2-6-16,4 1 7 0,7-1-17 0,5 1 11 15,8-2-4-15,1 4 0 0,0-3-7 0,0 2 3 16,-7 2-4-16,-3-1 5 0,-4 1-9 0,-4 1 0 15,-3-2-20-15,-6 1-3 0,-1 0-28 0,-6 0-18 0,-1 0 6 16,-3 0 13-16,-8 3 5 0,8-7 9 0,-8 7 9 16,-5-6 0-16,5 6 9 0,-16-4 4 0,5 1 3 15,-4-1 0-15,0 2 6 0,-4-1 6 0,-1 2 3 16,1 1 7-16,-1 0-5 0,0 0-1 0,0 1 2 16,3 1 3-16,0 0-6 0,0 0 9 0,4 1-8 15,3 0 1-15,-3 0 1 0,4-2 27 0,9-1-2 16,-11 5 7-16,11-5 9 0,-9 4 23 0,9-4-9 15,0 0 24-15,9 4-19 0,-9-4-1 0,19-1-25 16,-5-2 4-16,5 1-18 0,3-2 5 0,2 0-19 16,0-1 9-16,2-1-17 0,0 1 14 0,-1-2-11 15,3 1 2-15,-4 0-13 0,1-1 15 0,-2 1-15 16,-3 1 13-16,-1 2-19 0,-6-1 11 0,0 2-49 16,-13 2-62-16,15 0-77 0,-15 0-369 0,0 0-68 15</inkml:trace>
  <inkml:trace contextRef="#ctx0" brushRef="#br0" timeOffset="125765.49">9146 15979 164 0,'0'0'280'0,"-5"-6"-64"0,5 6-50 0,0 0-24 15,-4-10-26-15,4 10-8 0,0 0-15 0,-2-4-3 16,2 4-11-16,0 0 8 0,0 0-13 0,0 0-6 15,0 0-3-15,0 0-3 0,-5 6-8 0,5-6 9 16,2 8-17-16,-2-8 4 0,0 6-16 0,0-6 7 0,3 8-1 16,-3-8 5-16,2 8-3 0,-2-8-2 15,7 4-6-15,-7-4-3 0,11 5 6 0,-11-5-10 16,21 0 0-16,-5-5-1 0,7-1-1 0,13-8-17 16,6-3 13-16,11-5-3 0,4-6 9 0,3-3-8 15,3 1 2-15,2-5-16 0,0 2 11 0,0 2-9 16,-2-3 11-16,-2 6-6 0,3 0-20 0,-4 6-124 15,-2 4-186-15,-11 4-375 0,-6 8-199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2:12:57.863"/>
    </inkml:context>
    <inkml:brush xml:id="br0">
      <inkml:brushProperty name="width" value="0.05292" units="cm"/>
      <inkml:brushProperty name="height" value="0.05292" units="cm"/>
      <inkml:brushProperty name="color" value="#FF0000"/>
    </inkml:brush>
  </inkml:definitions>
  <inkml:trace contextRef="#ctx0" brushRef="#br0">16593 9695 391 0,'3'-14'557'0,"-3"1"-160"0,1 2-56 0,0 3-103 16,-1 0-23-16,0 1-69 0,0 7-6 0,1-10-35 15,-1 10 31-15,0 0-5 0,6 5-1 16,-4 3 5-16,2 6 31 0,4 2-34 0,-3 4-21 0,2 8-17 16,2 4-2-16,3 8-26 0,-2 1-16 15,2 3-4-15,-1 2-2 0,1 1-2 0,-1 0 3 16,-2 0-11-16,3-2-2 0,-2 0-7 0,0-4-15 16,-1-2-26-16,0 0-6 0,-2-8-31 0,1-2-109 15,-4-6-118-15,3 0-117 0,-5-5-112 0,1-3-316 16,0-4-361-16</inkml:trace>
  <inkml:trace contextRef="#ctx0" brushRef="#br0" timeOffset="249.46">16506 9891 423 0,'-4'-33'460'0,"6"3"-64"0,0 3-98 0,2 2-14 16,5-1-72-16,6 2-3 0,1 3-40 0,4 2 45 15,6 2-24-15,2 4-30 0,1 0-12 0,3 7 5 16,0 0-30-16,-4 4-17 0,1 4-17 0,0 2-14 15,-4 2-17-15,2 3-9 0,-4 1-8 0,-1 5-5 16,-7-1-6-16,-2 4 1 0,-4 1-2 0,-5 2 7 16,-4 3-13-16,-3 1 12 0,-7 5-24 0,-5 6 0 15,-5-2-4-15,-4-1-1 0,0-2-8 0,-3-1-3 16,-1-2-21-16,1-6-2 0,3-5-28 0,1 0-23 16,4-7-64-16,3-2-46 0,0-5-64 0,4-2-57 15,2-3-64-15,4-4-462 0,2-1-374 0</inkml:trace>
  <inkml:trace contextRef="#ctx0" brushRef="#br0" timeOffset="498.42">17545 9406 23 0,'0'0'615'0,"4"8"-134"0,-9-2-104 15,-8 6-29-15,-7 6-41 0,-10 4-22 0,-2 5-18 0,-10 6 8 16,-1 2-27-16,-3 3 13 0,1 1-36 0,0 3-6 15,4 0-46-15,4 1-20 0,4-1-44 0,10-4-10 16,4 1 20-16,5 0-9 0,6 1 5 0,7-6-16 16,5 0-14-16,6 5-15 0,5-1-2 0,5-3-10 15,5-3-9-15,7-1-7 0,4-4-12 0,10 1-8 16,-5-7-8-16,3-1-11 0,-1-3-34 0,0-2-41 16,-1-2-100-16,-1-4-133 0,-6-1-112 0,-2-3-157 15,-6-2-615-15,-3-3-799 0</inkml:trace>
  <inkml:trace contextRef="#ctx0" brushRef="#br0" timeOffset="2381.46">17822 9809 595 0,'-5'-6'496'0,"-1"0"-108"0,0 0-22 0,6 6-86 0,-8-7-16 16,8 7-63-16,-8-8-17 0,8 8-35 0,-6-5-10 15,6 5 28-15,0 0 11 0,0 0-4 0,0 0 8 16,10 1-22-16,0 3 0 0,8-1-20 0,3 5-22 0,8-2-29 16,3 2-13-16,5 0-16 0,3 3-3 0,-2 0-22 15,2 1 7-15,-1-1-23 0,-8 0 1 16,0 2-11-16,-3-1 8 0,-3 2-16 0,1 0-11 0,-3-1-57 16,-9-1-109-16,3-1-87 0,-6-1-68 0,-1 2-59 15,-5-4-52-15,-1 0-47 0,-4-8-332 0,2 9-355 16</inkml:trace>
  <inkml:trace contextRef="#ctx0" brushRef="#br0" timeOffset="2566.51">18151 9726 409 0,'-4'-7'473'16,"4"7"-122"-16,-9-4-66 0,9 4-37 0,-8 11 15 16,3-1-37-16,-3 5 8 0,-3 6-2 0,0 3 20 15,-6 8-33-15,1 4-6 0,-1 1-7 0,-3 0-18 16,0 3-25-16,0 0 7 0,-2-1-26 0,3-1-29 15,0 0-16-15,-2-2-8 0,5-1-12 0,-1-2-16 16,6-7-18-16,0-1-33 0,3-4-36 0,1-2-69 16,3-4-95-16,4-2-91 0,3-1-98 0,1-5-144 15,2-3-508-15,5-1-639 0</inkml:trace>
  <inkml:trace contextRef="#ctx0" brushRef="#br0" timeOffset="2816.18">18697 9737 878 0,'0'0'694'0,"0"0"-115"0,0 0-105 0,2 6-69 16,-2-6-51-16,0 0-62 0,0 0-56 0,0 0-48 15,12-3-43-15,-5-2-24 0,6-1-29 0,5-4-20 0,8-1-12 16,3-2-16-16,8-3-5 0,7-1-11 0,0 2-6 15,2-1-7-15,0 1-1 0,-1 0-11 0,-4 1-10 16,-2 3-56-16,-8 0-72 0,-5 4-81 16,-4 0-113-16,-5 5-41 0,-4 0-54 0,-13 2-123 0,14 3-293 15,-14-3-383-15</inkml:trace>
  <inkml:trace contextRef="#ctx0" brushRef="#br0" timeOffset="2998.44">18725 10009 411 0,'-12'12'723'0,"2"-3"-155"0,4-2-100 0,1-1-82 16,5-6-54-16,-6 6-30 0,6-6-22 0,0 0-18 16,13-2-30-16,-1-4-27 0,3 0-38 0,8-3-26 15,8-3-40-15,7-3-10 0,6-1-28 0,3 0 0 16,9-5-27-16,0 1 4 0,-2 1-23 0,-7 3-37 16,-3-1-55-16,-1 1-92 0,-4 1-117 0,-5 0-136 15,-7 2-115-15,-2 1-521 0,-7 2-674 0</inkml:trace>
  <inkml:trace contextRef="#ctx0" brushRef="#br0" timeOffset="3748.11">19598 9468 429 0,'-3'-6'530'0,"1"-1"-108"0,-1 1-39 0,2-4-80 0,1 3-2 16,1-4-60-16,3 2-25 0,1-4-31 0,5-1-3 16,2 0-24-16,4 0 4 0,4-3-5 0,1 1-19 15,5 0-19-15,-1 5-19 0,1-1-18 0,0-1-11 16,-5 6-12-16,2 3-11 0,-5 0-8 0,-1 1-8 16,-3 3-3-16,0 2-9 0,-4 2 1 0,-1 0-4 15,0 4-3-15,-7 3-3 0,-2 3-1 0,-3 2-4 16,-8 6 0-16,-3 2-4 0,-10 6 2 0,-1-2-7 15,-2 1 8-15,-1-6-1 0,2-1 2 0,3-4 1 16,1-3 7-16,6-3 7 0,0-2 25 0,5-1 16 0,1-2-4 16,3-4-14-16,7-3-9 0,0 0-3 15,0 0-10-15,8-10-2 0,6 2-11 0,6-2 3 16,2-1-7-16,8 0 3 0,-1 2-6 0,0-1 3 16,3 2-5-16,-1 2 8 0,-4 0-8 0,1 4 4 15,-3 2-3-15,2 0 7 0,-2 4-7 0,-1 3 8 16,-1 1-6-16,-2 2 4 0,-1 0-6 0,0 6 4 0,-2 2-4 15,-5 0 10-15,-4 2-10 0,-3 0 6 16,-1 1-4-16,-2-1-1 0,-6-1-1 0,-2 3 0 16,-4-1 16-16,-2 1-17 0,-6-2 15 0,-2-1-15 0,-5-1 15 15,-2-2-16-15,-1-1 12 0,-1-4-14 16,-2 0 13-16,-1-2-16 0,3-4 10 0,3-1-26 16,0-3-11-16,2-1-118 0,1-2-109 0,5-2-123 15,0-3-143-15,4-1-627 0,-2-5-766 0</inkml:trace>
  <inkml:trace contextRef="#ctx0" brushRef="#br0" timeOffset="3982.53">20062 8950 680 0,'20'-1'656'0,"2"3"-115"0,1 3-62 0,2 6-51 0,4 2-20 0,1 6-31 0,2 1-26 15,0 5-30-15,1 6-33 0,7 6-22 0,-3 4-40 16,-1 5-39-16,0 4-38 0,-2 4 5 0,-2 2-21 15,0 3-18-15,-5 2 0 0,-7 2-11 0,-2 1-28 16,-8 2 12-16,-6 2-52 0,-8-1-10 16,-5 4-58-16,-7-3-50 0,-7 0-29 0,-4-1-52 0,-5-4-69 15,-5-1-84-15,-4-5-60 0,-5-2-27 16,-3-3-52-16,-3-3-37 0,-3-5-102 0,-2-3-331 16,0-3-497-16</inkml:trace>
  <inkml:trace contextRef="#ctx0" brushRef="#br0" timeOffset="5085.79">21396 9699 1156 0,'-12'1'624'0,"12"-1"-129"0,-12 1-119 16,12-1-74-16,0 0-63 0,-13-1-50 0,13 1-38 15,0 0-24-15,4-7-29 0,3 1-15 0,6-2-21 16,6-1-8-16,9-4-12 0,8-3-8 0,5-1-11 0,4 0 0 16,10-3-6-16,-2 0-6 0,-4 3-7 0,-3 2-4 15,-1 1-65-15,-7 2-147 0,-5 3-104 16,-8 2-131-16,-6 5-514 0,-19 2-547 0</inkml:trace>
  <inkml:trace contextRef="#ctx0" brushRef="#br0" timeOffset="5251.45">21391 9984 75 0,'-5'9'640'0,"5"-9"-179"0,-2 8-107 0,2-8-45 15,0 0-60-15,20 0 2 0,-4-4-41 16,5-3-29-16,9-5-25 0,12-3-20 0,12-7-20 16,8-1-24-16,3-5-16 0,5 0-30 0,3-2 3 0,3 4-28 15,-3-1-25-15,-1 4-137 0,-7 3-213 0,-5 3-564 16,-15 5-486-16</inkml:trace>
  <inkml:trace contextRef="#ctx0" brushRef="#br0" timeOffset="8097.96">22749 9356 370 0,'0'0'489'0,"4"-9"-123"0,-4 9-79 0,0 0-71 0,0 0-30 16,0 0-51-16,3 7-8 0,-3-7-37 0,-2 14 15 15,2-6-40-15,-2 1 26 0,0 2-32 0,1 1 7 16,-1 0-26-16,0 4 21 0,-1-1-37 0,0 2 40 16,2-3-27-16,-2 0 15 0,2-1-28 0,0-1 10 15,-2-2-28-15,3 1 23 0,-1-3-29 0,1 0 25 16,0-8-22-16,0 14 19 0,0-14-28 0,4 9 23 15,-4-9-27-15,7 5 24 0,-7-5-18 0,14 0 21 16,-14 0-29-16,17-3 25 0,-6 2-27 0,0 0 29 16,0 0-28-16,1 0 28 0,-12 1-38 0,23 1 38 15,-12 0-22-15,2 0 18 0,0 3-16 0,1-1 37 16,1 4-18-16,-1-2 17 0,0 1-22 16,-1 3 31-16,-1-1-22 0,0 0 15 0,1 3 6 0,-3-3 4 15,-1 3-4-15,0 1 12 0,-2-1 16 16,-1-2-7-16,-2 2-10 0,-2-1-5 0,0 3-3 15,-4-3 2-15,0 2 14 0,-2 1-11 0,-5 0 10 16,0-2-20-16,-1 2 3 0,-3-1-24 0,-1 0 1 0,-2-3-4 16,1 1-3-16,0-3-4 0,2-2 0 0,-3 1-7 15,4-4 0-15,-1-2-63 0,1-2-146 0,1-2-146 16,2-4-148-16,-1-4-414 0,3-1-487 0</inkml:trace>
  <inkml:trace contextRef="#ctx0" brushRef="#br0" timeOffset="8315.64">22750 9415 486 0,'6'-10'592'0,"-1"2"-168"15,-1 1-69-15,0-1-83 0,-1 2-26 0,2 1-44 0,-1-3 18 16,1 2-2-16,0-1 3 0,2 0 10 0,-1-1-25 16,2-1-30-16,1 1-33 0,1-3-19 0,4 3-26 15,2-6-19-15,1 1-14 0,6-1 15 16,2 0-6-16,0-2-2 0,7 0-28 0,-4 1-7 15,-1 2-10-15,1 0-7 0,0-1-4 0,-4 4-4 0,-4 0-6 16,-2 3-12-16,-4-1-21 0,-3 4-85 0,-2 2-93 16,-9 2-92-16,0 0-97 0,0 0-98 0,0 0-512 15,-11 6-604-15</inkml:trace>
  <inkml:trace contextRef="#ctx0" brushRef="#br0" timeOffset="10732.44">23572 9246 626 0,'4'-14'482'0,"-4"4"-84"0,0 1-76 0,-5 2-47 0,1-2-38 0,-1 3-44 0,-3 3-22 16,-2 0-16-16,-3 3-11 0,1 3 1 0,-6 0-1 0,-4 7-8 15,0 2 4-15,-2 6-22 0,-3 5-2 0,2 5 1 16,0 1-25-16,6 3 0 0,0 1-20 15,5 2-9-15,2-7-14 0,7 2-6 0,0-3-11 16,5-2-1-16,5 1 0 0,0-3 28 0,7 4-6 16,1-5-3-16,3-1-8 0,0-2-9 0,3-2-4 15,-1-3-10-15,1-4-2 0,1 0-5 0,2-5 2 16,-3-1-18-16,2-2-18 0,-1-2-71 0,-1-3-117 16,-1-1-118-16,-1 0-95 0,-4-3-92 0,1-2-472 15,-7 0-582-15</inkml:trace>
  <inkml:trace contextRef="#ctx0" brushRef="#br0" timeOffset="11249.08">23677 9606 971 0,'0'0'654'0,"0"0"-111"15,0 0-96-15,-14 0-60 0,14 0-39 0,0 0-33 0,-9-2-60 16,9 2-44-16,-4-4-44 0,4 4-30 0,-2-7-37 15,2 7-15-15,1-8-24 0,2 2-7 0,2-3-22 16,1 3 3-16,4-1-11 0,-1-1 1 16,3 1-10-16,2-3 9 0,0 4-1 0,-2 1 4 15,3-1-14-15,-1 3 7 0,-3 1-9 0,1 1 5 0,-1 2-9 16,1 1 4-16,-3 4-4 0,-2 0 4 16,0 1-10-16,-2 4 10 0,-4-2-5 0,2 5-2 15,-6 2 1-15,2 2 1 0,-4-2 2 16,-2 3 3-16,-3-2 1 0,1 3 0 0,0-4 11 0,-1 0-16 15,2-4 13-15,2 1-18 0,-2-3 14 16,4 1-17-16,-2-5 11 0,2 2-7 0,0-2 11 0,4-6-12 16,-1 7-3-16,1-7 5 0,0 0 12 0,17 0-18 0,-8-2 0 15,2-1 2-15,2 0-2 0,2-3-4 16,1 3 5-16,-2-1-1 0,2 2 1 0,0-1 0 16,-1 2 0-16,-1 1 4 0,1 1-3 0,-3 2 3 15,2 0-8-15,-1 3 6 0,-2 3 3 0,-1-1 3 0,-2 3 13 16,-3 0-1-16,-2 3 19 0,-2 0-9 0,-2 2 14 15,-2 1 5-15,-2-1 9 0,-3 2 15 0,-2-2-7 16,-3 1 21-16,-2 0-18 0,2-1 16 16,-8 0-18-16,1-2 20 0,-1-3-9 0,-2-1-6 15,0-2-10-15,0-3-9 0,0-1-18 16,2-2-14-16,1-2-22 0,1-1-57 0,-1-1-30 0,4-2-55 16,-1-2-95-16,2 0-89 0,0-3-78 0,-1-1-56 15,1-2-74-15,2 0-101 0,-1-4-429 0,4 0-683 16</inkml:trace>
  <inkml:trace contextRef="#ctx0" brushRef="#br0" timeOffset="18303.96">14166 14158 613 0,'-4'-15'559'0,"2"4"-113"0,-1 0-46 0,1 1-95 0,-1 3-47 15,3 7-18-15,-2-10 14 0,2 10 23 0,0 0-18 16,11 8 2-16,-3 1-22 0,2 6-27 0,7 5-50 16,-2 6-25-16,7 2-32 0,-1 6-22 0,4 1-19 15,-2 1-3-15,6 6-14 0,-5-4-14 0,1-1-8 16,-1 2 1-16,-1-3-12 0,1 0 6 0,-2-3-17 15,-2 1 3-15,-2-4-19 0,0-1-22 0,-4-5-79 16,-1-5-105-16,-5-1-107 0,-2-2-80 0,-1-5-84 16,-5 0-89-16,0-5-339 0,-5 2-490 0</inkml:trace>
  <inkml:trace contextRef="#ctx0" brushRef="#br0" timeOffset="18442.62">14170 14356 226 0,'-3'-17'440'0,"2"2"-118"0,2 3-64 0,2-1-65 0,0 4-36 16,-1-1-32-16,6 3-30 0,-3 0-53 0,1 1-81 16,1 1-76-16,-7 5-78 0,14-4-282 15,-14 4 40-15</inkml:trace>
  <inkml:trace contextRef="#ctx0" brushRef="#br0" timeOffset="19007.03">14373 14404 278 0,'0'0'598'0,"0"-11"-170"0,0 11-67 0,1-11-81 16,1 5-12-16,2-4-50 0,-2 3-15 0,5-3-39 0,-1 1 3 15,4-4-30-15,2 2-1 0,3-2-17 16,0 0-9-16,3 0-9 0,3 2-3 0,-1 0 0 16,3 3-3-16,3 0-16 0,-3 3-8 0,1 1-13 0,-2 4-10 15,-3 0-9-15,1 4-1 0,-2 1-7 0,0 3-3 16,0 2-4-16,-6 4 13 0,-2-1-5 0,-5 2 7 15,-5 4-7-15,-3 3-6 0,-7 4 2 16,-3-1-5-16,-6 7 19 0,-1-2 3 0,-6 0 15 0,1-2-1 16,-5-3 6-16,1 3-9 0,-2-6 4 15,2 0-15-15,3-8 2 0,1 1-11 0,5-5 8 0,3 1-9 16,1-5 0-16,6-4-33 0,10-2-31 16,-13 0-47-16,13 0-43 0,0-14-68 0,4 5-54 0,5-5-59 15,6-3-47-15,2-2-74 0,2-2-70 0,9-4-423 16,-5 0-483-16</inkml:trace>
  <inkml:trace contextRef="#ctx0" brushRef="#br0" timeOffset="19281.71">15007 14168 26 0,'-8'4'873'15,"8"-4"-227"-15,0 0-141 0,-10 2-87 0,10-2-87 16,0 0-41-16,0 0-21 0,-12 1-16 0,12-1-21 16,0 0-25-16,0 0-31 0,1-6-22 0,6 1-37 15,1-1-21-15,5-3-24 0,2-1-7 0,3-3-18 16,4-2-5-16,1 0-20 0,0-1-3 0,0 0-11 16,0-1-12-16,-2 3-20 0,-4 2-34 0,2 0-48 15,-6 4-66-15,0 0-54 0,-4 2-74 0,-1 1-11 16,-8 5-43-16,0 0-22 0,0 0-5 0,0 0-55 15,0 9-234-15,-8-1-179 0</inkml:trace>
  <inkml:trace contextRef="#ctx0" brushRef="#br0" timeOffset="19415.59">15069 14186 342 0,'-11'11'348'0,"2"-2"-44"0,-1 0-13 0,5-3-25 16,1 0 9-16,4-6-30 0,-1 7 19 0,1-7-45 0,0 0-8 16,10 1-37-16,0-4-21 0,-1-2-39 0,4-4-17 15,6-1-20-15,0-2-8 0,2-4-25 16,3-2 6-16,4-4-23 0,2 2-1 0,-4-2-60 0,-1 4-65 15,-5 0-120-15,1 0-111 0,-2 1-128 0,-5 1-320 16,-3 0-299-16</inkml:trace>
  <inkml:trace contextRef="#ctx0" brushRef="#br0" timeOffset="19615.1">15194 13622 554 0,'-3'-16'640'0,"1"3"-156"0,-1 3-87 0,2 0-72 0,-1 2-11 15,2 8-19-15,4-7-2 0,-4 7 16 0,0 0-13 16,17 6-25-16,-9 2-29 0,1 3-44 0,3 5-46 16,-1 1-24-16,3 4-29 0,1 4-7 0,-1 2-36 15,4 3-10-15,0 0-7 0,-5-5-11 0,2 2-5 16,0-5-9-16,1 1-13 0,0-1-52 0,-3-6-92 16,1-1-110-16,-2 0-107 0,0-5-61 0,-3-1-128 15,0-5-551-15,1 0-718 0</inkml:trace>
  <inkml:trace contextRef="#ctx0" brushRef="#br0" timeOffset="19834.14">15526 13580 446 0,'3'-11'739'0,"-1"3"-181"0,3 2-29 16,-5 6-28-16,17 2-28 0,-7 3-15 16,4 5-48-16,3 5-31 0,2 6-25 0,1 7-19 15,0 4 6-15,-1 5-10 0,-3 4-57 0,2 0-45 0,-5 5-34 16,5 8-19-16,-5-6-37 0,1-1-24 15,-3-1-21-15,2 0-20 0,-3-2-9 0,2-1-43 16,-1-4 18-16,-2-2-69 0,0-4-7 0,0-4-59 16,-1-1-1-16,-2-8-73 0,1 1-22 0,-1-4-20 0,0-3-47 15,1-2-70-15,-2-3-79 0,1-5-72 0,-6-4-85 16,12 5-122-16,-12-5-486 0,11-8-783 0</inkml:trace>
  <inkml:trace contextRef="#ctx0" brushRef="#br0" timeOffset="20097.88">15971 13851 507 0,'2'-6'737'0,"-2"6"-175"0,3-6-48 15,-3 6-33-15,0 0-32 0,0 0-27 0,11 0-34 16,-11 0-34-16,8 6-72 0,-3 0-39 0,-1 1-16 16,1-1-17-16,0 2-30 0,-1 1 7 0,2 0-9 15,3 3-15-15,-2-2 2 0,2 2-26 0,0-1-10 16,1 0-8-16,0-2-8 0,0 1-14 0,3-2-15 15,0-1-18-15,1 0-14 0,0-4-16 0,1 0-23 0,3-3-17 16,0-4-31-16,3-1-23 0,2-5-30 16,-2 2-29-16,3-6-31 0,0-2-41 0,-4-1-73 15,0-2-61-15,-3 0-52 0,-3 2-49 0,-2-2-41 16,-5 2-45-16,0 1-25 0,-5 1-52 0,-2 2-348 0,-2 0-510 16</inkml:trace>
  <inkml:trace contextRef="#ctx0" brushRef="#br0" timeOffset="20290.82">16182 13698 268 0,'-17'3'625'0,"17"-3"-157"16,-10 3-46-16,10-3 5 0,-7 8-37 0,7-8 9 16,2 12-21-16,3-3 7 0,0 4-45 0,1-1-43 15,3 1-37-15,1 2-45 0,2 3-33 16,2 1-31-16,1 3-33 0,-2 1-24 0,1-2-19 0,2 2-16 16,-3 0-11-16,0 0-11 0,1 1-5 0,-1 0-10 15,-4 0-12-15,1-2-34 0,-2-2-59 0,-2 2-74 16,1-1-119-16,-3 0-116 0,-2-2-129 0,2-2-189 15,-5 0-397-15,-3 0-724 0</inkml:trace>
  <inkml:trace contextRef="#ctx0" brushRef="#br0" timeOffset="20921.14">15283 15502 56 0,'-5'17'723'15,"1"-3"-201"-15,-1 1-134 0,2-5-76 0,2 0-63 0,1-2-55 16,0-1-41-16,0-7-10 0,3 8 17 16,-3-8-5-16,0 0-1 0,0 0-12 0,6-2-11 15,-6 2 16-15,0-10-19 0,0 4-2 0,-4-3-2 0,0-1-6 16,-1 1 4-16,-2-2 14 0,-2 0 10 0,0 0 10 15,-4 3-20-15,0-2 39 0,-2 3-40 0,2 1 12 16,-5 2 37-16,6 1-59 0,-4 3 26 0,2 1-69 16,1 5 35-16,-2 4-61 0,0 1 60 15,1 6 1-15,2 1 6 0,2 3-14 0,1 1-14 0,5 2-9 16,2-1 4-16,0-2-5 0,6 0-40 0,0 1 32 16,5-1-42-16,1-2 26 0,3-2-46 0,1-3 34 15,0 1-47-15,3-4 18 0,-2-1-40 0,3-4 38 16,-1-1-50-16,-1-3 20 0,-2-2-47 15,4-1 32-15,-3-3-63 0,1-3 32 0,-2-1-46 16,-2-2 58-16,-1 0-54 0,-2-5 61 0,-2 2-40 16,-3-3 62-16,0-1-41 0,-4 0 49 0,0 4-31 15,0-1 58-15,-4 2-37 0,3 1 60 0,0-1-39 0,-1 5 37 16,-1 1-46-16,3 6 50 0,0 0-18 0,0 0 39 16,-3 9-39-16,4 2 38 0,4 7-31 0,-1 5 41 15,3 6-43-15,3 0 33 0,3 8-20 0,1 0 4 16,2 0 0-16,2 1 33 0,3-2-49 0,0 1 44 15,0-3-20-15,1-1 26 0,-1-3-54 0,-3-1 36 0,1-6-45 16,-6-2 44-16,1-7-47 0,-2 1 44 16,-3-5-39-16,1 3 69 0,-4-7-3 0,1 3 41 15,-7-9-62-15,7 2 24 0,-7-2-55 0,7-11-14 16,-6 1 0-16,-2-3-5 0,-1-5-43 0,-4-5 34 0,2-7-7 16,-5-2-21-16,0-9-2 0,-2 0 34 0,-1-2-55 15,1 0 35-15,-2 1-54 0,4 2 32 16,-1 3-78-16,1 6 15 0,1 3-80 0,4 6-19 15,0 5-103-15,2 0-57 0,-1 1-90 0,3 4-95 0,2 2-33 16,0 0-34-16,1 3-91 0,2-1-504 0,0 2-810 16</inkml:trace>
  <inkml:trace contextRef="#ctx0" brushRef="#br0" timeOffset="21148.28">15801 15586 1152 0,'4'-7'921'0,"-2"1"-125"0,2-1-200 16,1-1-76-16,0-2-87 0,2-3-60 0,2 0-27 15,3-3-54-15,1 0-47 0,2-3 4 0,2-1-44 16,1 1-68-16,0-1 0 0,1 2-71 0,-1 1-37 16,1-1-81-16,0 2-40 0,-1 2-72 0,0 1-75 15,-3 2-67-15,-1 2-79 0,-1 0-44 0,-3 5-13 16,-2 0-27-16,-8 4-9 0,9-2-9 0,-9 2-439 0,0 0-501 15</inkml:trace>
  <inkml:trace contextRef="#ctx0" brushRef="#br0" timeOffset="21281.56">15993 15551 449 0,'-4'11'537'0,"1"0"-62"0,2-2-57 0,1-4-23 16,1 3-42-16,2-1-37 0,-3-7-47 0,9 4-40 0,-9-4-34 15,16 3-38-15,-4-6-30 0,4-1-23 16,1-5-25-16,5-2-43 0,3-3-73 0,-2-3-106 15,4 0-122-15,-1-4-116 0,-3 1-141 0,-2 1-356 16,0-1-434-16</inkml:trace>
  <inkml:trace contextRef="#ctx0" brushRef="#br0" timeOffset="21715.62">16279 15174 857 0,'-8'-9'674'15,"3"2"-143"-15,0 0-72 0,2-1-45 0,-1 2-48 16,2 2-45-16,2 4-35 0,0-13-21 0,0 13-15 15,2-12-14-15,4 5-15 0,-1-1-13 0,2 1-7 16,5-2-7-16,-2 1-2 0,5 1-6 0,-2 0-9 16,4 1-33-16,-2 0-28 0,-1 2-26 0,0 2-21 15,-2-2-12-15,0 4-13 0,-12 0-11 0,20-2-5 16,-20 2-2-16,16 6-6 0,-12 0-3 16,-1 3 1-16,-3-2-5 0,-3 6-3 0,-1 0 1 0,-5 1-6 0,-1 3-1 15,-1-3-27-15,-3 2 32 0,2-1-29 16,2-4 31-16,0 0 0 0,1-1-2 0,2-1 7 15,0-3-8-15,-1 1-3 0,4-3-28 0,4-4 29 16,0 0-29-16,0 0 27 0,0 0-7 0,8-13-8 16,-2 6-1-16,4-2 4 0,2 2-2 0,2-4 5 15,-1 4-1-15,1 0 3 0,1 1-4 0,-1 0 1 16,2 3 4-16,-1-1 3 0,-2 2-5 0,1 2 1 0,-3 3 4 16,2 0-3-16,-2 2 2 0,1 3 1 0,-3 0 9 15,0 2 8-15,-3 2-20 0,-2 1 30 16,-1 0-2-16,-3 2-2 0,-3 1 4 0,1 1 0 15,-6 3-6-15,-2-1-5 0,-2 4 32 0,-4-2-43 0,0-2 33 16,-2-1-43-16,0 0 36 0,2-5-50 0,-1-1 10 16,1-2-69-16,0-4-14 0,2-2-127 15,3-2-68-15,-1-4-99 0,5-4-88 0,-1 1-69 16,3-7-44-16,1-1-80 0,1-6-471 0,3-1-750 0</inkml:trace>
  <inkml:trace contextRef="#ctx0" brushRef="#br0" timeOffset="21933.78">16509 14805 1202 0,'9'-14'814'0,"1"6"-208"0,0 0-82 0,-1 4-48 16,4 2-28-16,-2 5-35 0,6 2-13 0,0 8 29 15,2 5-1-15,-1 3 35 0,2 9 18 0,-1 4-19 16,1 6 38-16,0 0-57 0,-1 3-341 0,2 9-102 0,0 0 0 16,2 2 0-16,-3-1 0 0,1-1 0 15,1-2 0-15,-5-7 0 0,2-4 0 0,-4-1 0 16,3 0 0-16,-4-4 0 0,-1-7 0 0,-2-2 0 15,-2-7 0-15,0 2 0 0,0-4 0 0,-1-2-533 16,-1-3-113-16,-3-2-97 0,3-2-55 0,-7-7-134 16,7 4-510-16,-7-4-1054 0</inkml:trace>
  <inkml:trace contextRef="#ctx0" brushRef="#br0" timeOffset="22182.66">17002 15118 986 0,'-1'-10'929'0,"1"-1"-212"0,0 2-161 15,0 9-97-15,1-6-17 0,-1 6-37 0,0 0-32 16,7 6 12-16,-6 2 18 0,0 3-1 0,2-2 44 16,2 7-80-16,-3-1-26 0,1 2-28 0,-2 0-39 15,4 1-52-15,-2-1-45 0,1 4-176 0,-1-4 0 0,4 2 0 16,-2-3 0-16,1 0 0 0,-2-3 0 0,4 2 0 16,-2-5 0-16,3 2 0 0,0-4 0 15,3 1 0-15,-1-4 0 0,3-2 0 0,0-3 0 0,4-1 0 16,1-4 0-16,4-3 0 0,4-3 0 0,-3-3 0 15,7-5 0-15,-5-2-15 0,-1-3-386 16,-2-2-59-16,-4-1-79 0,-2 3-90 0,-5-1-46 0,-4 4-106 16,-1-1-707-16,-6 3-1114 0</inkml:trace>
  <inkml:trace contextRef="#ctx0" brushRef="#br0" timeOffset="22381.23">17099 15054 924 0,'-6'5'812'0,"2"2"-122"0,0 2-83 15,3 1-13-15,1 2-48 0,1 1 15 0,2 6-14 16,1 0 10-16,2 4 47 0,2 5-92 0,3 0-16 16,1 0-103-16,3 4-45 0,2 3-348 0,3-2 0 15,-2-1 0-15,4-1 0 0,-2 0 0 0,-2-1 0 16,0-7 0-16,-4 1 0 0,1-2 0 0,-4-5 0 16,-1 1-393-16,-4-3-42 0,-1 1-103 0,-4-1-131 0,-1-3-96 15,-1 1-156-15,-3-2-500 0,-1-2-1027 0</inkml:trace>
  <inkml:trace contextRef="#ctx0" brushRef="#br0" timeOffset="23780.6">25038 8659 585 0,'-6'-8'618'0,"-1"4"-98"0,1 1-101 0,6 3-73 0,-8-7-66 16,8 7-22-16,0 0-34 0,0 0-27 0,-10 6 12 15,9 0-19-15,1 2-17 0,2 3-33 0,0 2-23 16,1 1-21-16,4 2-20 0,-1 2-16 0,3 2-10 16,1-1-14-16,-2-2-4 0,3 1-13 0,0 1 9 15,-2-3-18-15,2 1-18 0,-4-4-43 0,-1-1-93 16,1-1-98-16,-2-3-105 0,0 0-119 0,-5-8-603 15,5 8-686-15</inkml:trace>
  <inkml:trace contextRef="#ctx0" brushRef="#br0" timeOffset="23984.16">25085 8668 672 0,'0'-9'527'0,"0"9"-112"0,4-8-5 0,-4 8-57 15,0 0-13-15,9 9-9 0,-2 2-6 0,-1 5 11 0,3 4 12 16,0 8 16-16,-1 2-87 0,-1 2-26 0,2 8-27 15,-2 2-51-15,0 4 6 0,-3-1-52 0,1 3 16 16,0 0-20-16,0 2-22 0,1-3-18 0,-1 0-14 16,0 1-20-16,2-3-4 0,0-4-17 15,-1 0-23-15,1-7-37 0,-1-2-57 0,3-1-48 0,-1-4-100 16,-2-5-123-16,0-2-110 0,3-4-112 16,-2-4-205-16,-2-5-342 0,1 0-745 0</inkml:trace>
  <inkml:trace contextRef="#ctx0" brushRef="#br0" timeOffset="24332.1">25356 9082 431 0,'2'-10'843'15,"0"1"-175"-15,-2 9-115 0,3-4-83 0,-3 4-46 0,0 0-48 16,2 9-19-16,-1-1-44 0,1 0-50 0,-1 4-20 16,3 2-51-16,0 0-25 0,0 1-29 0,2 4 17 15,4 1-25-15,-3-2-25 0,2-1 2 16,2 2-5-16,-1-4-15 0,3 1-7 0,0-4-10 0,-2-2-14 15,2-3-14-15,1-2-15 0,-2-2-10 0,0-3-9 16,1-1-19-16,-1-2-8 0,-1-5 2 0,-2 0 1 16,0-3-26-16,-1-1 34 0,-2-2-19 0,-2-3 30 15,-1 0-27-15,-2 1 26 0,-1-2-2 16,-1 1 3-16,-1 5 2 0,1-2 5 0,1 2 7 0,-1 2-4 16,1 0-7-16,-1 4 4 0,1 6 14 15,0 0 4-15,0 0-24 0,0 0 32 0,7 7-23 0,-3 4 31 16,2 1-32-16,1 3 33 0,0 4-2 15,1 2 4-15,2 1-11 0,-2-1-6 0,0 2-7 16,-2-3-3-16,4 2-15 0,-5-2-26 0,2-2-35 16,-1-2-48-16,-2 0-34 0,2-4-30 0,-3-3-34 15,-2 0-107-15,2-2-162 0,-3-7-78 0,0 0-108 16,0 0-629-16,0 0-891 0</inkml:trace>
  <inkml:trace contextRef="#ctx0" brushRef="#br0" timeOffset="24564.36">25516 8729 551 0,'5'-11'671'16,"3"3"-138"-16,0 4-43 0,-8 4-67 0,21 1-17 15,-7 8-2-15,7 1-14 0,4 7 5 0,7 6-83 16,0 6-11-16,9 4-18 0,1 5-22 16,-1 3-3-16,-2-1-71 0,-5 5-5 0,1 3-37 15,-7-1-28-15,-3 3-25 0,-2 1-17 0,-10-7-13 16,1 3-16-16,-5-2-8 0,-4 1-13 0,-1-1-29 15,-5-6-29-15,-3 3-46 0,-4-1-42 0,-5-4-7 0,-6-1-7 16,0-3-27-16,-3-5-24 0,-3-2-91 0,-3-4-82 16,2-5-85-16,-2-4-102 0,-4-5-93 15,0-2-467-15,3-4-721 0</inkml:trace>
  <inkml:trace contextRef="#ctx0" brushRef="#br0" timeOffset="24801.07">24694 8935 821 0,'-2'-6'779'0,"2"6"-123"16,0 0-116-16,-10 5-70 0,5 6-69 0,-1 4-42 15,1 5-31-15,0 4-50 0,1 9-39 0,-1 2-17 0,3 10 13 16,2 4-42-16,2 1-32 0,3 2 42 0,6 8-25 16,3-3 6-16,6-2-20 0,4-1-44 15,3-4 8-15,6-6-42 0,3-3 11 0,5-5-41 16,6-4-24-16,-7-10-26 0,14-1-35 0,-8-7-51 15,3-3-52-15,3-5-60 0,-2-5-80 0,-1-4-143 16,-4-4-123-16,-3-4-136 0,-1-7-788 0,-6-3-1079 0</inkml:trace>
  <inkml:trace contextRef="#ctx0" brushRef="#br0" timeOffset="25731.07">25768 8447 180 0,'-5'-6'734'0,"0"1"-138"0,2 0-102 0,3 5-64 15,-6-9-60-15,6 9-32 0,-5-10-45 0,5 10-49 16,0-11-48-16,2 3-37 0,5 0-17 0,5-2-8 0,2 0-18 15,7-1-7-15,-1 1-8 0,3 1-25 16,0 0-11-16,0 2-20 0,-3 1-1 0,-1 1-15 16,-4 2 1-16,0 1-12 0,-2-1 4 0,-2 4-2 15,0 2 10-15,-3 0-2 0,-3 3-5 0,-2 2-3 16,-3-1 2-16,-5 5-8 0,-1-1 1 16,-4 5 6-16,-4-1-15 0,2 0 6 0,-2-2-6 0,-1-1 6 15,4-2-11-15,0 1 10 0,2-4-8 0,3 0 6 16,-1-1-12-16,1-1 15 0,2 1-19 0,4-6 18 15,0 0-12-15,3 4 10 0,-3-4-12 0,18-2 12 16,-7 1-14-16,6 0 1 0,-2-5 1 0,4 4-3 16,0-1-1-16,-2 0 3 0,2 2 3 0,-2-2 1 15,2 3-3-15,-4-1 4 0,1 2-1 0,-4 0 3 16,2 2 5-16,-1 0 0 0,-1 3 9 0,-2 1 2 16,-2-1 34-16,-3 5-30 0,0-3 26 0,-3 3-8 15,-2-1 0-15,-5 1-27 0,0 1 34 0,-4 0-35 16,-2 3 39-16,-6-4-25 0,-1 2 58 0,0-2-51 15,-5 3 54-15,-1-6-50 0,2 1 47 0,1 0-57 16,-1-3 46-16,1 0-50 0,5-1 47 0,0-1-55 16,1-1 49-16,3 0-52 0,1-1 25 0,11-2-69 0,-14-1 21 15,14 1-69-15,-10-6-23 0,10 6-45 16,-5-9-61-16,7 2-92 0,1 0-97 0,3-2-48 16,2 0-110-16,2-3-97 0,1 2-396 0,5-3-665 15</inkml:trace>
  <inkml:trace contextRef="#ctx0" brushRef="#br0" timeOffset="26715.26">27397 8613 90 0,'0'0'751'0,"-10"0"-226"0,10 0-107 0,0 0-101 15,-13-3-50-15,13 3-60 0,-7-3-9 0,7 3-37 16,-9-2 15-16,9 2 0 0,0 0-7 0,-9-4-16 15,9 4-28-15,0 0-2 0,-7-2-17 0,7 2-1 16,0 0-11-16,0 0 5 0,0 0-7 0,-10-3-4 16,10 3-7-16,0 0-7 0,0 0-12 0,0 0 0 15,-7-3-18-15,7 3-4 0,0 0-12 0,0 0-2 16,0 0-6-16,0 0-4 0,0 0-5 0,0 0 5 16,0 0-12-16,0 0 5 0,0 0-7 0,0 0 4 15,0 0 2-15,0 0 7 0,0 0-2 0,0 0 13 16,-11 0-19-16,11 0 11 0,0 0-5 0,0 0 4 0,-4 6-10 15,4-6 7-15,0 0-10 0,0 0 9 16,0 0-11-16,-5 4 6 0,5-4-6 0,0 0 7 16,0 0-6-16,0 0 7 0,0 0-11 0,0 0 9 15,0 0-7-15,0 0 12 0,-5 4-10 0,5-4 11 0,0 0-8 16,0 0 18-16,0 0-13 0,0 0 12 0,0 0-17 16,0 0 14-16,0 0-9 0,0 0 30 15,0 0-19-15,0 0 28 0,0 0-23 0,0 0 35 16,0 0-41-16,0 0 33 0,0 0-41 0,0 0 8 0,0 0 20 15,0 0-7-15,0 0-1 0,0 0 46 16,0 0-57-16,0 0 49 0,0 0-55 0,0 0 46 0,0 0-52 16,0 0 50-16,0 0-36 0,0 0 47 15,0 0-43-15,0 0 47 0,0 0-53 0,0 0 32 16,0 0-52-16,5-8 39 0,-5 8-48 0,9-9 41 0,-2 1-49 16,3 1 46-16,3-1-40 0,2-2-6 15,4 0 3-15,2 0-1 0,3-2 4 0,2 3 3 16,-5-1 0-16,2 1 1 0,-2 2 2 0,-2-1 0 0,-3 2-1 15,-2 2-4-15,-2 0 5 0,-1 1 0 0,-11 3-1 16,17 0 2-16,-17 0 8 0,13 9 38 0,-11-4-49 16,0 4 43-16,-2 2-43 0,-3 3 39 0,-2 1-45 15,-4 4 42-15,-1 0-41 0,-3 2 41 0,-2 1-46 16,-1 0 43-16,0-2-45 0,-1 1 46 0,3-4-48 16,1-1 43-16,1 0-40 0,1-5 40 0,2 0-41 15,-1-1 39-15,4-1-34 0,-1-3 41 16,2 1-47-16,5-7 33 0,-7 4-57 0,7-4 39 15,0 0-56-15,6-3 55 0,0-2-43 0,5-1 48 0,3 0-46 16,0-2 52-16,5 0-58 0,0-2 52 0,3 2-43 16,-2 1 53-16,1-1-47 0,-1 2 50 0,-1 2-50 15,-1 0 53-15,-1 2-47 0,-2 3 53 0,-1 0-52 16,0 3 54-16,2 2-51 0,-5 2 49 0,1 2-48 16,-1-1 51-16,-2 2-47 0,-2 4 49 0,-1-2-46 15,0 0 44-15,-3 3-42 0,-3-1 49 0,0-3-47 16,-4 4 21-16,-5-2 8 0,0 3 9 0,-4-1 10 15,-7 0 7-15,-4 1 4 0,-2-4-7 0,-1-1-3 16,0 0 2-16,-3-4-1 0,0-1-5 0,3 0-9 16,1-2-14-16,1-2-12 0,4-1-33 0,3-2-52 15,1-1-78-15,2-3-89 0,3 1-102 0,3-3-104 0,4-4-41 16,3 1-113-16,2-4-663 0,3-5-886 0</inkml:trace>
  <inkml:trace contextRef="#ctx0" brushRef="#br0" timeOffset="26914.98">27841 8388 1127 0,'11'-3'660'16,"-11"3"-96"-16,17 3-72 0,-13 6-46 0,0 4-33 15,-2 3-22-15,0 5-13 0,-4 6-27 0,2 6 57 0,-2 3-49 16,-1 7 16-16,0 3-64 0,2 0-21 0,1 2-44 16,0 1-49-16,3 0-68 0,1 1 10 0,1-2-59 15,4 0 15-15,-2 0-54 0,4-4-27 16,-1-5-88-16,1 2-97 0,-2-5-78 0,0-7-72 15,3-5-131-15,-5-4-166 0,-1-4-113 0,2-4-819 0,-4-5-1189 16</inkml:trace>
  <inkml:trace contextRef="#ctx0" brushRef="#br0" timeOffset="27248.33">28113 8839 512 0,'4'-6'807'0,"-4"6"-120"0,0 0-92 16,0 0-62-16,10 6-34 0,-9 4-75 0,3-1-25 15,-1 4-58-15,-1-2-21 0,2 4-34 0,-1-2-40 16,1 3-45-16,-2-4-37 0,3 1-30 0,-2 0-16 16,1-3-8-16,1 1 7 0,-3-4 4 0,3 1 6 15,-2-2-7-15,1-1-21 0,-4-5-17 0,9 5-20 16,-9-5-16-16,11 0-11 0,-3-4-11 0,-2-1-3 16,1 1-12-16,0-4-6 0,0-2 31 0,-1-1-45 15,-1 0 38-15,2-2-41 0,-1 0 38 0,-2 2-40 16,0 0 39-16,-2 2-43 0,3 0 44 0,-2 2-53 15,0-1 37-15,-3 8-39 0,2-6 46 0,-2 6-34 0,0 0 48 16,6 12-29-16,-6-1 38 0,0 2-45 16,0 3 4-16,0 3 1 0,3 4 7 0,-2 1-1 15,0 1-1-15,3 0 0 0,0 0-1 0,-1 1-4 0,3-3-31 16,-1-2-31-16,2 0-75 0,-4-3-54 0,4-3-63 16,-1-1-86-16,-2-3-142 0,4-3-107 15,-2-2-136-15,1-4-702 0,-7-2-1039 0</inkml:trace>
  <inkml:trace contextRef="#ctx0" brushRef="#br0" timeOffset="27483.38">28379 8596 494 0,'-1'-21'783'0,"1"6"-191"0,1 2-68 16,1 4-62-16,2 4-20 0,-4 5-38 0,13 0-7 0,-3 6-58 15,4 8 18-15,4 5-81 0,8 9 42 16,1 4-65-16,5 10 3 0,1 3-37 0,0-1-4 0,-1 2-75 15,-3-1-26-15,-2 0-23 0,-5-4-40 0,-4-1 18 16,-4 2-16-16,-4-2-18 0,0-1-44 0,-5-3-63 16,-3-1-70-16,-4 0-37 0,-3-4-30 0,-5-1-45 15,-3-1-71-15,-6-2-60 0,1-4-27 0,-5-4 10 16,-5-3-49-16,-1-3-47 0,-1-7-115 0,-4-1-307 16,3-5-492-16</inkml:trace>
  <inkml:trace contextRef="#ctx0" brushRef="#br0" timeOffset="27730.8">27158 8471 1017 0,'-7'13'904'0,"-2"4"-170"0,-1 13-141 0,-6 10-30 15,2 5-83-15,-4 13-32 0,2 4-10 0,-2 3 37 16,0 6-34-16,3 3 51 0,2-1-70 0,1 3 36 15,7-2-58-15,3-1-74 0,5-4-326 0,8-1 0 16,4-1 0-16,5-6 0 0,6-5 0 0,5-3 0 16,4-7 0-16,6-3 0 0,6-7 0 0,6-6 0 15,7-8 0-15,5-5 0 0,0-3 0 0,-6-7 0 16,-1-3-158-16,-1-6-434 0,-2-3-149 0,-4-3-105 16,-2-5-226-16,-6-7-445 0,3-8-1147 0</inkml:trace>
  <inkml:trace contextRef="#ctx0" brushRef="#br0" timeOffset="28814.37">28557 8024 348 0,'0'0'539'0,"-2"-11"-117"0,2 11-77 0,-5-6-42 0,5 6-38 0,-5-4-31 0,5 4-15 16,0 0-14-16,-14 3-13 0,14-3-28 0,-9 5-32 15,9-5-22-15,-9 8 14 0,4-2-23 0,1-1-11 16,-1 3-16-16,1-2-19 0,0 1-11 0,0 2-7 16,1-3-2-16,0 3-14 0,-1-2-4 0,2 0-2 15,-2 1-3-15,0-4-1 0,2 3-1 0,0-1-4 16,2-6-1-16,-5 10-4 0,5-10 6 0,-4 7 0 16,4-7-3-16,-2 8 2 0,2-8 17 0,0 0 21 15,-2 5-7-15,2-5-7 0,0 0-7 0,8-3-4 16,-1-2-3-16,3 1-5 0,-1-2-1 0,2 0-6 15,2 0 6-15,0-1-8 0,1 1 5 0,-1 2-7 0,1-1 3 16,1 1-3-16,-2 1 6 0,1 2-6 16,-1 1 0-16,1 1 4 0,-3 0 11 0,2 4-1 15,-2-1 11-15,0 1-1 0,-1-1-3 0,-1 3 0 16,-2 1-4-16,1-1-2 0,-3 3 2 0,0-2-7 16,-1 1-2-16,-1-1 0 0,-2 2-1 0,-2-3 2 15,-2 1-3-15,1 0 0 0,-6-1 2 0,0 1-1 16,-3-1 0-16,-2-1-3 0,0-2 1 0,-3 1 20 15,0-2-23-15,-2-2-2 0,4 1-1 0,-1-2-4 16,2-2-11-16,0 1-26 0,2-1-89 0,1-1-103 0,3-1-84 16,-3-2-75-16,6 0-79 0,0-1-491 15,3 0-551-15</inkml:trace>
  <inkml:trace contextRef="#ctx0" brushRef="#br0" timeOffset="28998.25">28537 8041 223 0,'0'0'561'0,"2"-10"-119"0,-2 10-75 0,1-6-34 16,-1 6-1-16,2-7-44 0,-2 7-31 0,3-8-1 16,-3 8-34-16,4-9-24 0,-2 5-38 0,4-1-32 0,-6 5-25 15,12-9-23-15,-3 5-17 0,0-1-12 0,3 0-13 16,2 0-11-16,2 1-9 0,2-2-106 16,3 1-120-16,0-2-70 0,-1 0-125 0,1 0-588 15,1-2-587-15</inkml:trace>
  <inkml:trace contextRef="#ctx0" brushRef="#br0" timeOffset="29203.71">29022 7934 319 0,'0'0'605'0,"0"0"-121"0,0 9-88 16,0-9-48-16,0 0-51 0,1 7-31 0,-1-7-12 0,0 0-40 15,0 0-37-15,0 0-33 0,9 2-31 0,-9-2-25 16,8-2-17-16,-8 2-9 0,11-3-20 0,-3-1-10 16,-1 2-9-16,2-3-45 0,2 1-80 0,1 1-75 15,-1-4-55-15,3 0-118 0,-3-1-86 16,2 0-390-16,-2-3-363 0</inkml:trace>
  <inkml:trace contextRef="#ctx0" brushRef="#br0" timeOffset="29664.22">29336 7659 167 0,'0'0'540'0,"3"-8"-137"0,-3 8-37 0,2-7-43 16,-2 7 16-16,4-6-11 0,-4 6 8 0,3-6 6 15,-3 6-14-15,0 0-23 0,5-7-40 0,-5 7-20 16,10-4-42-16,-10 4-16 0,15-3-49 0,-15 3-8 16,16-2-36-16,-16 2-3 0,16 0-37 0,-16 0 7 15,14 2-28-15,-14-2 21 0,14 6-31 0,-7-2 10 16,-2 2-20-16,-1 1 18 0,-2 3-25 0,1 0 18 15,-6 1-4-15,-1 3-2 0,-1 3 0 0,-4 1 4 16,-5-1-4-16,-2 5-4 0,-1-3 14 0,3-1-6 16,-1-4-4-16,2-1-6 0,3-1 0 0,-1-3 12 15,4 1 16-15,0-4-5 0,2 1 5 0,-2 0-2 16,2-3 4-16,5-4-14 0,-4 6-6 0,4-6-7 16,0 0-2-16,16 1-5 0,-3-3 1 0,4 0-2 15,-1 0-2-15,5 0 3 0,-2 1-6 0,1-1 0 16,2 1 1-16,-3 1-2 0,3 0 1 0,-2 0-1 15,-2 0 1-15,0 3 0 0,1-1 1 0,-6 3 8 16,1 2-3-16,-2 1 0 0,-3 2 8 0,-3 0 11 16,0 2-3-16,-6 0-1 0,0-1-2 0,-6 5 3 15,-2-1 12-15,-6-1 15 0,-4 3 2 0,-6-2 35 16,-1 1 1-16,-10 0 9 0,1-3-12 0,-4-1-8 16,1-1-46-16,2-4 29 0,-2-2-46 0,2 2 33 15,-2-3-42-15,1-4 28 0,4 0-61 0,-5 0-3 16,3-2-100-16,-2-1-45 0,1-3-137 0,4 3-213 15,-3-4-150-15,2 3-227 0,0-4-422 0,-3 1-928 16</inkml:trace>
  <inkml:trace contextRef="#ctx0" brushRef="#br0" timeOffset="30698.05">13858 9801 363 0,'-6'-5'626'0,"6"5"-127"0,-12-6-109 16,12 6-54-16,-9-3-45 0,9 3-32 0,-5 4-21 0,5-4-27 15,-4 9-13-15,4-9 15 0,0 10-43 0,0-10 3 16,2 12-28-16,-2-12 24 0,2 10-40 0,-2-10 17 16,0 10-16-16,0-10-13 0,4 7 7 0,-4-7-1 15,7 6-6-15,-7-6-1 0,12 4 12 0,1-5-13 0,5-1-17 16,5-4 6-16,9-2-22 0,13-8 14 15,11-9-40-15,5-4 14 0,11-6-42 0,24-14 19 16,11-7-7-16,8-6-5 0,10-4-34 0,7-5 9 16,7-2-65-16,36-19-93 0,-6 0-149 0,-32 20-231 0,-7 0-247 15,-6 0-620-15,-8-1-999 0</inkml:trace>
  <inkml:trace contextRef="#ctx0" brushRef="#br0" timeOffset="37247.65">17550 12015 1003 0,'-4'-10'681'0,"2"0"-115"0,1 4-130 16,1 6-74-16,0 0-45 0,0 0-26 0,0 0-27 15,15 4-11-15,-2 6-20 0,1 3-13 0,6 8-26 0,3 4-29 16,4 2-9-16,1 2-27 0,0 3-9 16,7 8-32-16,-2-1-9 0,-1 3-24 0,-1 2-6 15,-2 1-11-15,-3 1-5 0,-6-7-11 0,-1 1-9 0,-1 0-20 16,-5-1-41-16,-3 0-52 0,-3-5-77 16,-4-1-89-16,0-6-82 0,-3-1-79 15,-3-2-145-15,1 0-632 0,-3-8-813 0</inkml:trace>
  <inkml:trace contextRef="#ctx0" brushRef="#br0" timeOffset="37497.46">17590 12359 98 0,'-10'-45'675'0,"6"2"-206"16,3 6-80-16,3 3-81 0,5 0-22 0,2 5-56 16,3 1 8-16,5 2 1 0,1 5-4 0,1 0 6 15,5 6-13-15,3 4-4 0,-1 4-7 0,0 4-20 16,4 4-26-16,3 4-28 0,0 3-28 0,3 6-21 15,1 2-7-15,-5 4-30 0,-2 1 9 0,-5 3-22 16,-6-2 6-16,-3 0-15 0,-4 3 4 0,-7-2-16 16,-2 0-2-16,-7 1-6 0,0 6 1 0,-8-5-5 15,-1 4-4-15,-4-6-3 0,-1 0-9 0,-1-2-13 16,0-3-12-16,0-1-20 0,0-7-48 0,4-3-82 16,2-2-67-16,2-2-55 0,11-3-62 0,-16-6-68 15,11 1-97-15,2-4-416 0,3-2-526 0</inkml:trace>
  <inkml:trace contextRef="#ctx0" brushRef="#br0" timeOffset="37766.08">18656 11769 874 0,'13'0'750'0,"-4"3"-126"0,-3 4-103 15,-5 4-71-15,-2 0-38 0,-5 6-36 0,-1 4-31 16,-8 12-43-16,-2 0-39 0,-3 3-11 0,-1 5-53 15,-4 8-29-15,2 2 3 0,3 1-45 0,7-5 0 0,2 1-15 16,5 1 8-16,5 0 5 0,3-3-19 16,6-1 2-16,2-4 7 0,7 0-29 0,3-5 24 0,2-4-44 15,2-3 12-15,6-5-40 0,0-5 0 0,3-3-56 16,-1-7 6-16,2-2-29 0,0-4-47 16,-1-3-27-16,6-4-42 0,-5-3-41 0,1-1-50 0,-5-5-69 15,0 0-93-15,-5-2-95 0,-5-4-41 0,-3-2-117 16,-4-2-526-16,-6 3-799 0</inkml:trace>
  <inkml:trace contextRef="#ctx0" brushRef="#br0" timeOffset="38564.71">19071 11951 250 0,'-4'-4'635'0,"4"4"-106"0,-5-10-124 16,5 10-58-16,-2-8-76 0,2 8-4 0,0 0-13 15,2-7-15-15,-2 7-6 0,0 0-10 0,16 0-22 16,-6 3-14-16,0 1-8 0,7-1-30 0,-1 2-30 16,7 1-7-16,0 2-18 0,8 0-15 0,-1-1-12 15,4 2-17-15,2-1-9 0,5 0-8 0,1 2-8 16,-8-3-3-16,1 3-8 0,-1-3 1 15,-4 2-6-15,0 0-4 0,-7-2-9 0,-2-1-16 0,-2 0-69 16,-4-2-92-16,1 1-89 0,-6-4-83 0,-10-1-91 16,11 0-57-16,-11 0-497 0,4-6-595 0</inkml:trace>
  <inkml:trace contextRef="#ctx0" brushRef="#br0" timeOffset="38764.57">19511 11779 572 0,'-8'-17'562'0,"-1"2"-112"0,5 2-98 16,-2 4-42-16,3 3-21 0,3 6-18 0,0 0-10 15,0 0 14-15,-10 7-24 0,8 6-6 0,-1 1 4 0,0 5-25 16,1 3-17-16,-2 4-27 0,0 5-21 16,-3 2-1-16,0 5-31 0,-2 2 0 0,-1 1-14 15,-1-1-15-15,-2 1-17 0,0 0 14 0,0-1-30 16,0-2 6-16,-1 0-18 0,3-2-18 0,-1-7-33 16,2-2-38-16,4-4-42 0,-1-3-41 0,1-3-65 15,2-2-90-15,-1-2-122 0,2-1-66 0,2-5-157 16,-1 0-547-16,2-7-781 0</inkml:trace>
  <inkml:trace contextRef="#ctx0" brushRef="#br0" timeOffset="39813.83">20390 11516 490 0,'7'-8'494'15,"-4"1"-98"-15,2 0-89 0,-5 7-58 0,5-10-47 16,-5 10-8-16,6-6 12 0,-6 6 9 0,0 0-7 15,0 0-7-15,0 0-26 0,11 0-7 0,-11 0-14 16,4 9-4-16,-4-9-8 0,5 9-22 0,-5-9 20 16,3 11-9-16,-3-11-8 0,1 11-11 0,-1-4-19 15,0 0-15-15,0 0 19 0,-1 0-18 0,-1 1-18 16,0 2-5-16,-3-3-13 0,2 3-11 0,-2-2-4 16,0 0-8-16,0 3-1 0,-2-3-8 0,1 1 1 15,1 0 0-15,0 0-7 0,0-1-1 0,-2 3 0 16,3-2 10-16,-2 2 0 0,2-3 0 0,-1 2 0 15,1-2 4-15,2 1-4 0,-2-4 3 0,1 1-2 16,1 0-1-16,2-6 3 0,-5 10 1 0,5-10 2 16,-4 9 0-16,4-9 5 0,-3 6 14 0,3-6-16 15,-4 7 1-15,4-7-6 0,0 0 3 0,-2 8-2 16,2-8 1-16,0 0 3 0,-3 5-6 0,3-5-1 0,0 0-1 16,0 0-4-16,-4 6-1 0,4-6 0 0,0 0-2 15,0 0 1-15,0 0-7 0,-2 6 0 0,2-6 1 16,0 0-7-16,0 0 11 0,0 0-6 15,0 0-1-15,0 0 1 0,0 0 1 0,0 0 0 16,0 0 1-16,0 0 5 0,-3 6-5 0,3-6-2 16,0 0 3-16,0 0-3 0,0 0 2 0,0 0-1 15,0 0-1-15,0 0 14 0,0 0-17 0,0 0 7 0,0 0 11 16,9 3-1-16,-9-3 4 0,17 0-4 0,-2 0 3 16,4-2-4-16,3 2-4 0,4-2 2 0,3-1-2 15,6 0 1-15,-1-2-3 0,6 2 24 0,-3-3 1 16,-1 2-9-16,-1 0-2 0,-1 0-7 0,-6-1 0 15,-1 2 1-15,-5 0-10 0,-2 1-7 0,-4 0-24 16,-2 0-46-16,-1 1-61 0,-4-2-92 0,-9 3-129 16,0 0-99-16,0 0-76 0,0 0-101 0,0 0-534 15,-8 4-777-15</inkml:trace>
  <inkml:trace contextRef="#ctx0" brushRef="#br0" timeOffset="40013.35">20390 11950 20 0,'-13'7'835'0,"3"-2"-228"0,1-1-138 0,5 1-75 16,4-5-62-16,-5 5-22 0,5-5-26 0,0 0-7 16,12 5-23-16,-12-5-25 0,23-2-26 0,-8 1-25 0,4-1-33 15,7-3-17-15,2 2-25 0,6-3-19 0,2 0-16 16,6-3-13-16,2 1-11 0,-1-2-11 16,-1 2-6-16,-8-1-8 0,-1 0-4 0,-1-1-15 15,-3 0-105-15,-1-1-159 0,-7 1-100 0,-3-2-152 0,-3 1-176 16,0-3-300-16,-7 3-587 0</inkml:trace>
  <inkml:trace contextRef="#ctx0" brushRef="#br0" timeOffset="40514.75">20913 11535 554 0,'-3'-9'711'0,"-1"1"-102"15,2 0-95-15,-1-1-72 0,1 4-60 0,0-2-40 16,2-1-44-16,0 2-20 0,0-1-46 0,4-2-11 15,0 0-31-15,4-1-26 0,1 1-29 0,5 0-24 16,4 1-5-16,2-2-11 0,3 2 18 0,1 1-25 16,2 2 2-16,0 0-33 0,-1 2 6 0,1-1-34 15,-3 1 17-15,-3 3-25 0,-1 0 7 0,0 0-20 16,-3 3 13-16,0 1-16 0,-3 2 20 0,-3-1-14 16,-1 5 13-16,-4 0 16 0,-1 2-27 0,-5 2 20 15,-3 0-29-15,-2 5 24 0,-4 0-31 0,-1-1 21 16,-1 1-4-16,0-1 6 0,2-2-14 0,0 0-2 15,2-4 3-15,0 0-2 0,2-2 3 0,-2-1-8 16,3-2 6-16,1-1 25 0,0 1 31 0,4-7-3 16,-1 8-8-16,1-8-13 0,0 0-8 0,17 0-6 15,-6-3-30-15,5-2 28 0,3 1-7 0,1-2-1 16,2 0-4-16,2 1-1 0,2-1 7 0,-1 1-12 0,0 2-2 16,0 0-2-16,1 0 3 0,-3 3-1 0,0 0-2 15,-3 3-1-15,-2-1 1 0,1 2 0 16,-3 1-3-16,-1 3 6 0,-5 0-3 0,-1 1 2 0,-1 1 0 15,-5-2 3-15,-1 3 3 0,-5 0 5 0,-3 1 7 16,-2 0 10-16,-3 2 7 0,-4-1 6 0,-1 0-9 16,-3-3-7-16,-3 2 2 0,-2 0-3 0,-2-1-6 15,0-2 0-15,1-2-1 0,0-1-5 16,3 0-4-16,-1-1-5 0,3-1-13 0,3-1-19 16,0 0-23-16,1-2-29 0,2 1-49 0,1-1-49 0,0 1-41 15,2-4-68-15,-1 2-83 0,-1-1-96 16,3-1-15-16,0 1-73 0,-3-3-99 0,3 1-433 0,-2-1-702 15</inkml:trace>
  <inkml:trace contextRef="#ctx0" brushRef="#br0" timeOffset="41749.49">21402 10943 579 0,'-9'-11'670'16,"2"3"-162"-16,2 2-102 0,1 0-95 0,4 6-46 0,0-9-8 16,0 9 6-16,14 0 0 0,1 3-7 0,9 3-10 15,10 0-9-15,9 5-16 0,7 1-23 16,10 6-31-16,1 1-2 0,-1 4-29 0,0 1-25 0,-2 4-17 15,-6 3-24-15,-2 4-5 0,-6 3-20 0,-6 2-4 16,-6 7-4-16,-8 2-8 0,-6 5 1 16,-8-5-5-16,-3 2-6 0,-6 1-14 0,-6 0 15 15,-3 2-13-15,-6 5 16 0,-2-4-15 0,-4-2 8 0,1-10-12 16,0 0 8-16,0-5-14 0,0-2-12 0,1-4-22 16,2-6-35-16,5-2-45 0,1-5-85 0,2-6-127 15,4-3-122-15,0-2-198 0,4-8-596 0,0 8-854 16</inkml:trace>
  <inkml:trace contextRef="#ctx0" brushRef="#br0" timeOffset="42014.52">22623 11547 1034 0,'-8'7'824'16,"8"-7"-171"-16,0 0-150 0,0 0-97 0,0 0-85 16,0 0-61-16,0 0-56 0,0 0-40 0,19-8-38 0,-5 1-13 15,9-4-33-15,4-2 1 0,8-5-34 0,3-1 11 16,3 2-15-16,10-5-8 0,3 0-18 16,-1-1-21-16,2-2-5 0,-9 7-10 0,-2 1-43 15,-5 1-84-15,-3 1-106 0,-9 4-52 0,-8 2-78 0,-5 2-62 16,-5 3-92-16,-9 4-348 0,0 0-442 0</inkml:trace>
  <inkml:trace contextRef="#ctx0" brushRef="#br0" timeOffset="42213.66">22542 11776 670 0,'-6'11'604'0,"3"-4"-160"0,3-7-62 15,0 13-69-15,7-10-20 0,-1 1-15 0,6-2-40 0,2-2-15 16,1-1-29-16,7-2-23 0,3-1-23 0,5-3 3 15,0-2 3-15,9-4-30 0,-1-1-26 0,4-1-15 16,2-2-19-16,0-1-12 0,0-1-11 0,8-2-9 16,-8 0-10-16,0 2-21 0,-3 2-45 0,-5-1-92 15,-1 2-105-15,-7 4-109 0,-7 1-126 0,-4 1-629 16,-3 4-722-16</inkml:trace>
  <inkml:trace contextRef="#ctx0" brushRef="#br0" timeOffset="49048.08">24255 11900 238 0,'-3'-11'642'0,"1"-3"-122"16,-1 3-77-16,3 0-44 0,-2 1-84 0,0 1-48 16,0 1-44-16,0 1-27 0,1 0-26 0,1 7 8 15,-1-5 19-15,1 5 6 0,0 0 2 0,-1 8-41 16,1 0-29-16,1 5-28 0,0 2-12 0,3 3-23 0,1 4 8 16,0 1 4-16,5 4-13 0,-1 0-3 15,3 2-14-15,2 4 12 0,0 1-16 0,1-1-4 16,-2-1-18-16,1 1 1 0,0-4-10 0,-2-2-4 15,-1 1-12-15,0-3-21 0,-1-3-33 0,-1-1-79 16,-2-2-110-16,1-2-110 0,-2-5-141 0,1-1-240 16,-3-3-320-16,-1-2-668 0</inkml:trace>
  <inkml:trace contextRef="#ctx0" brushRef="#br0" timeOffset="49280.57">24587 12100 688 0,'0'0'777'0,"9"-4"-141"16,-9 4-120-16,6-5-107 0,-6 5-72 0,7-6-64 15,-7 6-47-15,11-6-22 0,-1 1-10 0,3-3-31 16,2 2-28-16,6-5-25 0,6-1-20 16,2-1-21-16,6-3-13 0,1 3-4 0,2-1-19 0,-4-1-1 15,2 0-14-15,0 1 13 0,-7 2-37 0,1-1-29 16,-2-2-106-16,-4 1-122 0,0-1-72 0,-3-2-126 15,-6 2-114-15,-3-2-434 0,-3 1-614 0</inkml:trace>
  <inkml:trace contextRef="#ctx0" brushRef="#br0" timeOffset="49917.04">25530 11147 365 0,'4'-10'447'0,"-1"-1"-78"0,-1 4-37 15,1 0-56-15,-2-1 9 0,3 2-30 0,-2-1-5 16,-2 7-11-16,0-10-6 0,0 10-8 0,0-12-27 16,0 12-18-16,-2-10-9 0,2 10-14 0,-7-10-12 15,7 10-4-15,-7-8-18 0,3 1-7 16,-4 3-17-16,1 0-3 0,0 2-14 0,-2-4 1 0,0 2-22 16,-2-1 9-16,1 3-19 0,-1 0 9 0,-3 0-22 15,3 0 10-15,-3 1-23 0,0 1 11 0,-2 0-20 16,2 1 9-16,-1 3-16 0,0-1 16 0,-2 3-17 15,4 2 18-15,3 0-18 0,-1 3 45 0,2 1-24 16,2 1-4-16,2 3 27 0,1 2-11 16,2 0 3-16,2 1-5 0,2 1 4 0,2 1 40 15,0 4-22-15,2 0 6 0,2 3-18 0,0 2 62 0,2 0-7 16,1 5 33-16,0 3 9 0,1 1 16 16,1 1 5-16,1 1 9 0,0 1 12 0,0 3-42 0,0 0 36 15,2 1-36-15,0 6 53 0,1-6-47 16,0 8 10-16,-2-9-108 0,2 11-54 0,-4-9 0 0,4 7 0 15,2 0 0-15,-6-10 0 0,4 3 0 0,-2-4 0 16,3 0 0-16,-1-1 0 0,-1-4 0 0,3-3 0 16,-3-3 0-16,0-4 0 0,-2-6 0 0,2 0 0 15,-2-5 0-15,2-4 0 0,2-3 0 0,3-2 0 16,3-4 0-16,3-4 0 0,6-6 0 0,7-3 0 16,-1-4 0-16,1-3 0 0,1-3 0 0,-4-3 0 15,0-3 0-15,-1 1 0 0,-3-3 0 0,-2-2 0 16,-3 0 0-16,-3 2-105 0,-4-1-319 0,-6 4-15 0,-1 0-41 15,-6 2-104-15,-2 1-86 0,-3 1-59 16,-2 2-105-16,-1 0-405 0,-4 4-847 0</inkml:trace>
  <inkml:trace contextRef="#ctx0" brushRef="#br0" timeOffset="50466.3">26103 11226 320 0,'-3'-7'535'0,"3"7"-95"0,-1-10-127 0,1 10-20 0,0-8-23 0,0 8 5 0,0 0-9 0,0 0 21 0,13 8 11 0,-7-1-14 15,2 3-6-15,2 1-34 0,0 6-16 0,2 1-31 16,3 5-24-16,-1 4-47 0,0-2-16 0,2 6-29 15,1 0-18-15,-1 2-14 0,0-1-9 0,-3-5-12 16,0 1-5-16,0-3-4 0,-3-1-14 0,1-2-32 16,-4-3-83-16,-1-4-94 0,1-2-76 0,-1 0-84 15,-4-3-79-15,0-2-78 0,-2-8-507 0,-3 7-639 16</inkml:trace>
  <inkml:trace contextRef="#ctx0" brushRef="#br0" timeOffset="50713.82">26091 11340 301 0,'-6'-26'479'16,"3"4"-98"-16,2 1-83 0,2 1-24 0,1 3 2 16,0-1-52-16,3 2 8 0,0 3-34 0,4 0-2 0,-1 1-6 15,2 3-4-15,0 1-4 0,1 3-12 0,0 4-10 16,-11 1-5-16,23 3-21 0,-10 0-28 0,0 5-10 16,-2 3-20-16,-1 0-8 0,-1 3-16 0,-1-2-5 15,-3 5-8-15,-1-1-6 0,-1 1-7 0,-3 1-1 16,-3 0 3-16,1 3 2 0,-4-1-1 0,-3-1-2 15,0 0-5-15,-5-1-11 0,3-2 3 0,-3-2-2 16,0-2 1-16,1-1-10 0,0-5-7 0,4-2-20 16,-2-1-37-16,11-3-72 0,-14-3-79 0,7-2-69 15,2-3-79-15,3-1-88 0,2-2-572 0,2-3-629 16</inkml:trace>
  <inkml:trace contextRef="#ctx0" brushRef="#br0" timeOffset="50964.14">26643 10931 462 0,'13'-5'747'0,"-5"0"-144"0,-8 5-85 0,6-3-76 15,-6 3-29-15,0 0-17 0,-9 11-39 0,0-3-30 16,-2 6-42-16,-3 3-40 0,-3 4-27 0,-1 2-18 16,-1 8-48-16,1 1-23 0,1 0-15 15,4 4-22-15,2-1-29 0,5-1 20 0,3 0-42 0,3 0 44 16,5 0-8-16,6 2-9 0,4 1-16 0,4-3-6 15,4-2-9-15,5-4-2 0,0-1-14 0,4-4-2 16,2-4-4-16,-1-4-7 0,-4-4-17 0,3-3-19 16,-5-2-35-16,-2-4-57 0,-1-2-45 0,-3-2-74 15,4-1-85-15,-4-3-77 0,-3-3-74 0,1-1-136 16,-5-2-624-16,0-3-844 0</inkml:trace>
  <inkml:trace contextRef="#ctx0" brushRef="#br0" timeOffset="51180.21">26818 11153 749 0,'0'0'636'0,"6"-9"-117"16,-6 9-67-16,9-5-51 0,-9 5-34 0,15-2-28 16,-4 2 1-16,3 2-39 0,4 1-18 0,4 1-73 0,2 3-37 15,6-1-30-15,0 4-30 0,2-1-20 0,0 4-19 16,5-1-15-16,-5-1-13 0,-2 1-13 0,-1-3-31 15,-5 0-58-15,-3-2-80 0,-1-1-88 0,-7 1-118 16,0-3-72-16,-13-4-110 0,11 2-79 0,-11-2-347 16,0 0-533-16</inkml:trace>
  <inkml:trace contextRef="#ctx0" brushRef="#br0" timeOffset="51363.39">27109 11033 275 0,'-9'-16'551'15,"0"4"-122"-15,0 0-65 0,4 3-72 0,-2 0-14 16,5 3-19-16,2 6 30 0,-4-5 13 0,4 5 20 15,0 7 5-15,1 3-34 0,0 3 11 0,-1 5-52 16,3 6-14-16,-2 2-34 0,-1 2-32 0,0 7-33 16,0 1-38-16,0 0 1 0,-2 2-29 0,2-1-9 15,-2 0-25-15,0 0 4 0,-1-1-9 0,2-3-7 16,0-1-21-16,-2-5-39 0,-1-4-64 0,3 0-85 16,-1-4-130-16,-1-2-117 0,0-5-158 0,1-4-724 15,-1-1-916-15</inkml:trace>
  <inkml:trace contextRef="#ctx0" brushRef="#br0" timeOffset="51595.78">27332 11075 1217 0,'5'-6'812'0,"0"2"-144"0,-1-1-136 0,3-2-83 16,-1 1-104-16,2-1-37 0,2-3-87 0,0-1-46 15,9-1-4-15,3-3-60 0,1-1-22 0,10-1-18 16,2-1-16-16,0 1-7 0,3 0-14 0,-4 1-10 16,3-1-8-16,-5 2-8 0,-4 2-33 0,-2 1-64 15,-6 4-60-15,-2 0-79 0,-4 2-66 0,-5 1-56 16,-9 5-5-16,12-4-29 0,-12 4-23 0,0 0-26 0,-7 6-400 16,-2 2-373-16</inkml:trace>
  <inkml:trace contextRef="#ctx0" brushRef="#br0" timeOffset="51779.81">27441 11175 547 0,'-7'8'635'0,"2"0"-128"0,5-8-40 16,0 6-50-16,0-6-28 0,0 0-17 0,13-3-40 15,-4 0-39-15,5-5-30 0,0 1-33 0,5-4-63 16,4-1-20-16,3-2-45 0,7-5-7 0,0 0-29 16,4-3-5-16,-1 0-22 0,1-1 3 0,-1 1-22 0,2 0-7 15,-5 0-14-15,1-1-6 0,-5 0-50 16,1 1-109-16,-10 3-123 0,2 2-112 0,-6 2-141 15,-3 2-634-15,-4-1-788 0</inkml:trace>
  <inkml:trace contextRef="#ctx0" brushRef="#br0" timeOffset="52213.65">28567 10551 709 0,'0'0'833'0,"16"2"-155"0,-16-2-123 0,14 3-75 16,-14-3-30-16,4 6-69 0,-4-6-45 0,-2 10-54 15,-6-2-35-15,-2 2-30 0,-6 3-16 0,-7 5-18 0,-10 2-29 16,1 2-28-16,-7 3-19 0,0-1-16 16,1 0-5-16,-7 6 30 0,8-6 17 0,3 0-58 15,0-2-17-15,6-2 21 0,4-4-48 0,7-4 27 16,-2 1-39-16,6-4 42 0,1 0-24 0,0-2 56 0,3 0-15 15,0-2 14-15,9-5-16 0,-10 1-17 16,10-1-20-16,-4-9-13 0,4 1-7 0,0-3-17 16,3-3-1-16,-1-5-1 0,2-2-44 0,-1-6 35 15,-1 2-29-15,3-1 37 0,-2-6-2 0,-2 1-3 16,4 5 4-16,-3-1 33 0,0 3-36 0,2 2 37 0,-1 3-33 16,-1 3 35-16,-1 1-44 0,2 3 35 0,-2 3-31 15,3 2 53-15,-4 7-25 0,8-3 10 0,-8 3 10 16,11 11 17-16,-2 2 15 0,1 6-37 0,3 5 31 15,0 1-14-15,0 2-6 0,3 4-8 0,1 2-7 16,1 1-4-16,0-1-11 0,2-1-2 16,-1-2-9-16,2 0-32 0,-3-8-47 0,-3-2-124 0,4-1-37 15,-6-4-102-15,2-5-89 0,-2 0-164 0,-3-5-111 16,-1-4-117-16,-9-1-615 0,12 0-1040 16</inkml:trace>
  <inkml:trace contextRef="#ctx0" brushRef="#br0" timeOffset="52433.65">28306 10388 402 0,'1'-12'692'0,"3"4"-139"0,1 3-69 15,-5 5-33-15,16-1-24 0,-6 2-40 0,5 6-21 16,3 1-11-16,6 6-63 0,1 1-3 0,5 7-66 16,2 0-29-16,1 3-16 0,2 3-24 15,-2 0-23-15,-1 3-28 0,-4 3-20 0,0 0-11 0,-5 0-11 16,-2 1 35-16,-6 1-62 0,-2 2 37 0,-6-8-53 15,-1 5 16-15,-6-7-79 0,-2 4 1 0,-3-2-93 16,-5-2-44-16,1-2-76 0,-2-2-102 0,-3-3-77 16,-2 0-57-16,2-5-95 0,1-5-543 0,-1-2-747 15</inkml:trace>
  <inkml:trace contextRef="#ctx0" brushRef="#br0" timeOffset="52683.45">29098 10136 954 0,'4'-10'821'0,"-3"3"-160"0,3 0-123 0,-4 7-76 16,4-6-15-16,-4 6-77 0,0 0 1 0,14 7-85 16,-5 4 13-16,0 1-58 0,4 5 8 0,2 5-42 15,4 7-29-15,1 1-25 0,1 1-29 0,1 3-63 16,0-3 20-16,-3 1-41 0,0-2 20 0,-2 0-53 15,-3-3-29-15,-3-4-63 0,1 2-56 0,-3-4-64 16,-3-2-77-16,-1-3-124 0,-3 0-96 0,-1-4-76 16,-2 0-106-16,-1-2-479 0,-2-1-778 0</inkml:trace>
  <inkml:trace contextRef="#ctx0" brushRef="#br0" timeOffset="52880.13">29134 10463 521 0,'-8'-7'472'0,"8"7"-65"0,-3-6-4 16,3 6 0-16,0 0-17 0,-2-7-28 0,2 7-49 16,7-9-32-16,-1 5-47 0,3-1-46 0,4-3-36 15,0 0-33-15,6 0-22 0,1-3-19 0,3-3-18 16,4 1-14-16,0-1-9 0,5-5-13 0,0-2-16 16,0 0-42-16,0-2-102 0,-3 1-107 0,1 0-67 15,-4 0-91-15,1-3-99 0,-6 6-403 0,-1 0-472 16</inkml:trace>
  <inkml:trace contextRef="#ctx0" brushRef="#br0" timeOffset="53114.17">29753 9882 45 0,'0'-7'594'16,"-3"1"-109"-16,3 6-47 0,0-11-59 0,0 11 3 15,0-8-31-15,0 8 3 0,0 0 18 0,9-3-5 16,-9 3-22-16,10 8-8 0,-3 1-38 0,2 3-11 15,0 5-22-15,2 2 23 0,1 6-68 0,2 2 4 16,1 5-50-16,0 2-34 0,1-2-32 0,0 1-21 16,-2-2-16-16,0-2-16 0,-1 0-12 0,-1-3-29 15,0 1-70-15,-4-3-64 0,1-4-93 0,0 0-69 16,-3-2-79-16,-2-2-78 0,1-2-34 16,-5-6-6-16,0 1-14 0,0-9 5 0,-2 10 22 0,2-10 12 0,0 0-317 15,-12 0-284-15</inkml:trace>
  <inkml:trace contextRef="#ctx0" brushRef="#br0" timeOffset="53335.64">29884 10256 442 0,'-19'-32'276'0,"-4"-4"-23"0,3-1-20 16,-1 0 8-16,5 1 5 0,0 1-16 0,4-1-8 16,5 5-61-16,2 6-39 0,4 0-17 0,3 0 4 0,2 3 12 15,4 0 7-15,2 2-15 0,2 3-2 0,2 1 2 16,2 3-7-16,0 1 5 0,0 5-14 16,2 3 13-16,-3-1-2 0,2 4-6 0,-4 2 4 0,0 2-18 15,-1 0 8-15,-1 2-4 0,-4 3-17 0,1 0-14 16,-6 1-17-16,0 1 1 0,-4 1-17 15,-3 1 2-15,-4 2-5 0,-1 2 2 0,-1-2-8 0,-5 1 0 16,2-2-7-16,-5 1 1 0,1-3-23 16,0 1-13-16,-3-2-34 0,3-1-92 0,-1-1-120 15,2-1-77-15,3-4-113 0,2 1-578 0,12-4-652 16</inkml:trace>
  <inkml:trace contextRef="#ctx0" brushRef="#br0" timeOffset="53597.36">30201 9547 655 0,'11'-10'625'0,"-4"1"-97"15,0 3-41-15,-1-1-50 0,0 2-33 16,-2 2-25-16,-4 3-6 0,0 0-14 0,0 0-9 0,0 0-25 16,0 12-36-16,-9 1-24 0,-2 4-28 0,-3 6-8 15,-3 4-39-15,0 3-66 0,-2 3 10 0,4 1-52 16,0 2-16-16,4 0 22 0,4-4-49 15,5-1 21-15,2-3-10 0,4 4-10 0,5-1-9 0,7 1-4 16,5 0-4-16,4-4 0 0,3-4-9 0,4-2-7 16,3-3-16-16,1-3-26 0,3-2-35 15,-5-4-48-15,-1-3-73 0,2-3-103 0,-6-2-175 0,-1-2-136 16,-1-2-107-16,-4-2-699 0,0-4-1014 0</inkml:trace>
  <inkml:trace contextRef="#ctx0" brushRef="#br0" timeOffset="53790.25">30539 9685 508 0,'0'0'601'0,"-5"5"-79"0,5-5-47 16,5 9-48-16,0-1-55 0,1 0-48 0,6 1-40 16,0 0-33-16,5 2-40 0,2 0-40 0,2 0-34 15,-1-3-28-15,8 3-26 0,-1-1-17 16,1-1-16-16,-2-3-30 0,-1-1-78 0,0 0-143 0,-4-3-156 15,0-2-130-15,-6-1-147 0,0-3-269 16,-3-4-467-16</inkml:trace>
  <inkml:trace contextRef="#ctx0" brushRef="#br0" timeOffset="53963.52">30839 9522 233 0,'-6'-3'551'0,"6"3"-98"0,-13 5-43 0,5 0-36 15,-1 8-17-15,-2 3 9 0,-3 7-2 0,1 1-4 16,-2 3-29-16,-1 6-28 0,3 3-16 0,-3 1-59 0,-1 1 6 15,2 3-76-15,-2-3 10 0,3 1-57 0,1-1 12 16,-1-3-28-16,5-6-14 0,-1-1-31 16,4-5-32-16,-1-4-82 0,2-3-62 0,1-2-90 15,1-1-159-15,1-4-104 0,0-2-173 0,2-7-525 16,-3 6-788-16</inkml:trace>
  <inkml:trace contextRef="#ctx0" brushRef="#br0" timeOffset="54180.05">30876 9651 213 0,'3'-5'750'0,"-3"5"-162"15,5-9-77-15,-5 9-54 0,5-8-29 16,-5 8-29-16,10-8-24 0,0 3-62 0,2-2-15 16,2 1-84-16,5-3-27 0,3 1-56 0,1 1-6 15,4-4-42-15,1 3-1 0,1-3-30 0,-1 1 4 0,2-1-32 16,-4 1 14-16,1-1-27 0,-4 1 8 15,-3 1-20-15,-1-1 2 0,-3 0-49 0,0-2-78 0,-5 3-128 16,-2-1-115-16,-3 4-60 0,-4 0-101 16,-2 6-129-16,-3-8-263 0,3 8-494 0</inkml:trace>
  <inkml:trace contextRef="#ctx0" brushRef="#br0" timeOffset="54347.67">30865 9884 680 0,'0'0'545'0,"10"7"-105"0,-10-7-64 0,18 2-55 0,-2-7-73 16,2 1-50-16,4-4-41 0,5-1-35 16,1-3-17-16,1 0-29 0,6-5-17 0,-1 0-11 0,-1-2-21 15,2-2-64-15,-2 1-94 0,-1-5-85 0,-2-2-117 16,-2 2-155-16,-1-4-208 0,-3 1-204 0</inkml:trace>
  <inkml:trace contextRef="#ctx0" brushRef="#br0" timeOffset="54748.07">31647 9213 196 0,'0'0'612'15,"0"0"-139"-15,5-6-51 0,-5 6-4 0,0 0-19 0,0 0-15 16,0 0-38-16,0 0-8 0,-7 8-54 16,1-1-32-16,2 2-26 0,-3 2-43 0,-1 0-43 0,-2 6-15 15,-1 0-37-15,2 1-8 0,-1 1-24 16,1-2 0-16,4-1-17 0,-1 1-4 0,1-4-17 15,0 0 9-15,1-2-4 0,1-2 19 0,2 1-19 16,0-3 8-16,3-1-15 0,1 0 14 0,-3-6-26 0,11 5 15 16,-11-5-16-16,18 0 12 0,-5-3-16 15,-2 1 20-15,5-4-22 0,-2 0 10 0,2 0-13 0,2-4 17 16,3 3-15-16,-3-1 22 0,2 1-24 0,-1 2 23 16,-2 0-23-16,1 0 19 0,-3 3-21 0,4 1 26 15,-6 1-29-15,4 1 28 0,-3 2-27 0,0 4 22 16,-1-2-21-16,-1 4 17 0,-3 0-14 0,0 2 21 15,-1 0-2-15,-2 1-1 0,-1 1-15 0,-1-3 20 16,-1 2-14-16,-3-2 26 0,-1 3-20 0,-1-3 24 0,-2-1-32 16,-1 3 27-16,-5-3-34 0,0 1 34 0,-2-2-29 15,-2-1 27-15,0 0-33 0,-1-1 30 0,-2-2-31 16,2 0 28-16,0 2-41 0,-1-4 13 16,2 1-45-16,0-2-45 0,1-1-121 0,1 1-149 15,-1-2-98-15,3 0-106 0,-2 0-151 0,3-3-270 0,0-2-590 16</inkml:trace>
  <inkml:trace contextRef="#ctx0" brushRef="#br0" timeOffset="54929.49">31582 9307 426 0,'-2'-8'515'0,"2"-4"-69"16,2 4-44-16,1-3-4 0,1 1-38 0,0-1-11 16,1 1-27-16,4-2-56 0,1 0-28 15,2 2-40-15,4-2-46 0,2 1-27 0,1 2-29 0,3-1-16 16,5 2-23-16,4-2-9 0,1 2-16 0,0 2-3 15,0-2-13-15,0 1 0 0,-2 1-18 0,-4-1-78 16,-2 3-159-16,-2-1-138 0,-7-2-149 0,0 1-518 16,-2-2-658-16</inkml:trace>
  <inkml:trace contextRef="#ctx0" brushRef="#br0" timeOffset="55148.64">31923 8833 242 0,'9'4'493'0,"2"4"-68"0,6 2-34 16,3 6-33-16,5 1 4 0,5 2-34 0,0 6 12 0,0 0-24 16,1 4-28-16,-2 3 8 0,-1 1-35 0,-1 3-20 15,-3 1-39-15,0 0-36 0,-3 3-30 0,-2 1-31 16,-2-1-16-16,-4 2-17 0,-3-3-17 0,-5 3-10 16,-3-7-3-16,-4 1-30 0,-5 5-10 0,-4-3-32 15,-7-2-41-15,-1-3-113 0,-1 0-108 0,-4-7-74 16,-2-2-64-16,-1-2-26 0,5-7-68 0,2-4-391 15,-2-1-483-15</inkml:trace>
  <inkml:trace contextRef="#ctx0" brushRef="#br0" timeOffset="55646.92">31759 8526 220 0,'14'-8'777'0,"0"3"-156"0,3-1-69 16,2 5-87-16,2 1-41 0,5 1-42 0,4 4-61 15,3 0-25-15,0 0-29 0,2 1-20 0,-1 1-53 16,1-3-1-16,-1 2-40 0,2-1-4 0,-3-1-48 0,-3-2 13 16,0-1-30-16,-2 0-4 0,-1-1-12 15,1 0-13-15,1-2 2 0,-3 0 4 0,0-1-1 0,-2-1-11 16,-1 0-5-16,-4 0 29 0,-1 1-8 0,0-1 9 15,-3 0 12-15,-3 0 4 0,1 2-22 0,-3-1 7 16,-1 1-33-16,0 1 6 0,-9 1-12 0,15-4-11 16,-15 4-7-16,12-2-4 0,-12 2-3 0,11 7-1 15,-6 0-3-15,-1 2 0 0,1 5-2 0,-1 2 0 0,4 6 1 16,-1 3 0-16,2 6 0 0,4 4 26 16,0 6 49-16,2-1 58 0,2 4-16 0,3 11 26 15,2 2-13-15,2 4 22 0,1 0-34 0,-1 3-18 0,0-1 16 16,-1 3 13-16,0-2-60 0,-2 1-75 0,-3-2 0 15,-1-1 0-15,-4 0 0 0,1-2 0 16,-2-2 0-16,-4-9 0 0,0-3 0 0,-4 1 0 0,-3-4 0 16,-1-6 0-16,-3 0 0 0,-4-5 0 0,-2-2 0 15,-2-1 0-15,-10 0 0 0,-3-4 0 0,-6-4 0 16,-4-5 0-16,-5-4 0 0,-6-1 0 0,-4-4 0 16,-4-1 0-16,-5-3 0 0,-3-2 0 0,-2-1 0 15,-3 0 0-15,-10 0 0 0,11 0 0 0,-12 1 0 0,3 2-81 16,0-1-422-16,3 3-129 0,-1 0-205 15,-1 4-214-15,0-3-560 0,-2 2-1264 0</inkml:trace>
  <inkml:trace contextRef="#ctx0" brushRef="#br0" timeOffset="56429.67">25217 14030 363 0,'-4'-9'682'0,"2"2"-141"0,-2 2-104 0,4 5-81 16,0 0-34-16,0 0-27 0,0 0-29 0,2 6-31 16,2 6-31-16,1 0-37 0,4 5-22 0,-1 2-8 15,7 4-23-15,-2 2-20 0,6 4-24 0,0 2-14 16,-1 1-14-16,3 0-3 0,-2-2-11 0,0 2-7 15,3 0-10-15,-3-1-28 0,0-1-64 0,-1-6-99 0,-4 2-148 16,0-6-145-16,-1-1-637 0,-3-1-725 16</inkml:trace>
  <inkml:trace contextRef="#ctx0" brushRef="#br0" timeOffset="56613.4">25622 14278 567 0,'8'-12'499'0,"0"0"-99"0,3 1-48 0,1-3-45 16,3 0-39-16,3-4-36 0,9-4-45 0,3-1-18 15,5-2-17-15,4 0-29 0,7-5-23 0,4 1-20 16,3 0-19-16,-1 0-7 0,0 2-30 0,-2 2-81 0,0 0-187 16,-9 4-257-16,-1-1-372 0,-5 1-426 15</inkml:trace>
  <inkml:trace contextRef="#ctx0" brushRef="#br0" timeOffset="57047.31">26726 13120 322 0,'5'-5'726'0,"1"1"-116"0,-6 4-114 15,6-7-85-15,-6 7-63 0,6-10-56 16,-6 10-42-16,0-7-41 0,0 7-35 0,-10-9-36 0,2 3-9 15,-2 3-27-15,0 0-12 0,-3-1-21 0,-3 1-12 16,0 0 15-16,-1 2-4 0,0 1-17 0,-2 0 0 16,1 1 19-16,-1 2-10 0,0 3-2 0,2-2-14 15,-2 4-2-15,1 2-6 0,1 4 11 0,-1 5 5 16,4 4 14-16,1 2-22 0,3 4 16 16,1 9 13-16,3 3 3 0,3-3-32 0,3 0-9 0,3 6 1 15,1 3 4-15,2 0 9 0,2 3 23 0,3 0-6 16,3 10 27-16,4-1-61 0,0 1 37 0,5 1-13 15,1 0-8-15,1 1-3 0,0-1-5 0,1 0-32 16,1 0 62-16,-2-3-17 0,1 0 3 0,-2-2 31 16,-3-4-40-16,0-2 78 0,-4-8-36 0,-3-5 24 15,-1-4-41-15,-1-6 36 0,-4-2-58 0,1-4 24 16,0-2-45-16,-4-4 32 0,0-3-41 16,0 1 79-16,3-2-31 0,1-5 33 0,2-3-58 15,5-3 31-15,3-3-53 0,5-4-7 0,6-7-1 0,4-3-5 16,3-4-28-16,0-2-2 0,0-4-74 0,-2-1-74 15,-2-3-136-15,-2 0-51 0,-6-2-138 0,-2-2-158 16,-4 0-133-16,-3 2-710 0,-9 3-1123 0</inkml:trace>
  <inkml:trace contextRef="#ctx0" brushRef="#br0" timeOffset="57946.61">27208 13333 417 0,'4'-15'588'0,"-3"3"-148"0,2 1-68 0,-1 3-87 16,-2-2-40-16,2 4-47 0,-2 6 36 0,4-7 1 16,-4 7-18-16,0 0-14 0,0 0 0 0,3 7-18 15,-1 0-41-15,-2 4-23 0,0 2-30 0,0 0-7 0,0 3-2 16,-2 2-18-16,1-1-18 0,-1 3-1 16,0 2-8-16,-2-4 2 0,2 1-10 0,-1-2-2 15,1-2-9-15,-1-2 2 0,1-1 2 0,-1-2 23 16,3 1 10-16,-1-4 15 0,1-7-20 0,-1 9 3 15,1-9-17-15,0 0-3 0,7-7-12 0,-2-2 4 16,4-3-14-16,0 0 8 0,3-4-8 0,-1 2-1 16,2 0 0-16,2-1-4 0,-2 3-1 0,1-1-4 15,-1 5 1-15,0-1-4 0,-1 4 5 0,0 2-1 16,3 0 0-16,-4 5-2 0,1 0-2 0,-1 2 7 16,0 3-3-16,0 1-3 0,-1 2 1 0,-1 1 2 15,-1 2 3-15,-4 1-5 0,1-1 6 0,-2 2-8 0,-2-1 16 16,-2 1-11-16,-3 0 16 0,-1 1-21 15,-4 2 3-15,-1-1 4 0,-2-1-3 0,-2 1-5 16,1-1-16-16,-2 0-29 0,0-4-51 0,-2 1-85 16,2-4-108-16,-3 1-65 0,3-4-119 0,-1-1-101 15,2-3-411-15,0-1-584 0</inkml:trace>
  <inkml:trace contextRef="#ctx0" brushRef="#br0" timeOffset="58113.68">27106 13449 20 0,'5'-18'608'15,"0"2"-150"-15,1 1-43 0,2-2-76 0,3-1-9 0,1-1-53 16,4-2 3-16,3-2-5 0,5-1-18 16,3-2-42-16,1 1-39 0,4 1-34 0,-1 1-29 0,-2 1-22 15,-2 7-21-15,-4-1-12 0,-3 4-20 16,-2 2-18-16,0 2-126 0,-4 2-142 0,0 1-96 16,-2 2-113-16,-2 0-491 0,-10 3-530 0</inkml:trace>
  <inkml:trace contextRef="#ctx0" brushRef="#br0" timeOffset="58363.97">27755 13206 261 0,'0'0'749'0,"2"6"-147"16,-2-6-60-16,-4 9-68 0,0-2-39 0,1 2-35 0,-3 4-41 15,-2 1-38-15,1 1-61 0,-1 4-37 0,0 2-52 16,-1 1-11-16,3 5-39 0,-1-2 1 0,4 0-46 15,1 0 9-15,1-2-35 0,2 2-2 0,3 0-1 16,5 2-5-16,5-4 4 0,2 0 1 0,3-3-1 16,4-2-9-16,0-5-11 0,4-1-19 15,-3-6-27-15,3-2-65 0,1-2-73 0,0-2-116 0,-1-4-117 16,-2-1-61-16,2-1-116 0,-5-3-66 16,-2-1-358-16,-2-2-590 0</inkml:trace>
  <inkml:trace contextRef="#ctx0" brushRef="#br0" timeOffset="58679.71">28065 13420 154 0,'-6'-8'619'0,"0"1"-150"0,1 3-97 16,5 4-38-16,-10-5-14 0,10 5-24 0,-8 4-28 16,8-4 9-16,-4 10-6 0,3-2-5 0,1 0-22 15,1 3-11-15,2 1-27 0,3 0-16 0,-1 1-40 16,3 0-9-16,0 2-36 0,1-3-5 0,2-1-36 16,-1-1 7-16,2-1-33 0,-1 0 10 0,1-3-22 15,-1-1 15-15,1-1-31 0,-1-3 20 0,1 0-21 16,-2-3 10-16,-1-2-13 0,1 1 10 15,-2-4-18-15,-1 0 14 0,1-1 0 0,-3-3-4 16,0 1 2-16,-2-1 0 0,-1 0-6 0,0-2 6 16,-1 2 27-16,0 1-16 0,-1 0 57 0,0 2-44 0,0 0 43 15,2 0-42-15,-2 8 14 0,1-10-52 0,-1 10 63 16,0 0-44-16,0 0 42 0,4 9-44 16,-2 3 43-16,1 1-57 0,-1 3 46 0,5 5-55 15,-2 1 46-15,1 2-53 0,-1 3 12 0,3 1 2 0,1 0-3 16,-1 1 49-16,1-2-55 0,-2 1 45 0,3-2-50 15,-2 1 43-15,0-5-54 0,-2-3 13 0,2 0-102 16,-3-4-79-16,0-1-92 0,-1 0-114 0,-1-4-75 16,-1-3-164-16,-2-7-610 0,3 9-858 0</inkml:trace>
  <inkml:trace contextRef="#ctx0" brushRef="#br0" timeOffset="59228.75">28489 12718 391 0,'-3'-14'534'0,"2"3"-66"0,0 1-43 0,-1 2-36 0,1-1-50 16,0 2-45-16,1 7-36 0,-3-12-30 0,3 12 13 16,0 0 22-16,3-7-27 0,-3 7-44 0,0 0-12 15,6 7-36-15,-1-1-28 0,2 1-19 0,0 1-18 16,2 3-15-16,0 0-15 0,0 1-9 0,1 0-8 16,-1 1-12-16,3-1 5 0,-1 2-15 15,-2-2 2-15,-1-2-16 0,2 1-10 0,-1-3-57 0,-2 1-56 16,0-2-62-16,0-2-71 0,-2 0-47 0,-5-5-44 15,9 3-32-15,-9-3 11 0,6-3 32 0,-6 3 41 16,3-11 23-16,-1 4 48 0,-2-4 38 0,-1-2 43 16,0 1 53-16,-2-5 57 0,3 1 36 0,-4-3 51 15,3 1 15-15,-3 0 51 0,3 1 17 0,-2 2 40 16,2 2 24-16,0 1-20 0,-1 0-32 0,2 5-10 16,0 7 48-16,0-11 58 0,0 11 25 0,0 0 12 15,9 11-7-15,-3-1 15 0,1 3-25 0,2 8-67 16,1 5 44-16,1 3-72 0,1 7-22 0,1 2-1 15,-1 5-22-15,-1-2-28 0,1 3 22 16,-1 0-67-16,-1 2 34 0,-1-3-52 0,1-1 36 16,-1-1-60-16,1-2 46 0,-2-10-51 0,-1 0 28 0,-1-4-69 15,-1-5-4-15,-1-2-73 0,1-2-31 0,0-2-82 16,-1-4-128-16,0-2-100 0,0-2-124 0,-4-6-116 16,0 0-321-16,10-2-627 0</inkml:trace>
  <inkml:trace contextRef="#ctx0" brushRef="#br0" timeOffset="59562.6">28867 12956 197 0,'-1'-15'735'0,"1"2"-171"0,0 6-96 16,0 7-41-16,1-12-48 0,-1 12-38 0,0 0-33 15,0 0-34-15,6 7-2 0,-2-1-32 0,-1 4-21 16,1-1-18-16,1 3-26 0,3 0-28 0,0 1-31 16,0 0-17-16,0-1-16 0,2 1 10 0,-1-2-24 15,0-2 0-15,-1 1-1 0,2-3-3 0,-3-4-8 16,2 2-7-16,-9-5-12 0,18 1-3 0,-18-1-10 15,16-4-6-15,-9-1-2 0,2-1-5 0,-1-2 1 0,-2-1-1 16,1-3-6-16,-1 0 2 0,-2-1-1 16,-2-2-1-16,2 2 39 0,-2 2-53 0,-1-2 44 15,0 4-37-15,0-1 54 0,1 3-50 0,-1-2 41 16,-1 9-49-16,1-9 56 0,-1 9-40 0,0 0 41 16,0 0-46-16,12 6 5 0,-7 3 3 0,1 1-9 15,1 5-1-15,0 2 41 0,2 1-55 0,1 1 47 16,-1 1-48-16,3-3 45 0,-3 2-51 0,0-1 38 15,1-1-74-15,-2-6 7 0,-1 3-93 0,-1-3-29 16,-1-3-66-16,1-2-121 0,-6-6-111 16,4 8-48-16,-4-8-65 0,0 0-30 0,0 0-382 15,-5-4-588-15</inkml:trace>
  <inkml:trace contextRef="#ctx0" brushRef="#br0" timeOffset="59782.81">28912 12681 364 0,'-3'-21'497'15,"3"4"-85"-15,5 4-49 0,2 1 1 0,0 2 4 16,7 5-13-16,-1 4-27 0,6 2 5 0,7 4 5 16,5 8-3-16,6 2-48 0,2 7-46 0,9 5 7 15,-4 3-65-15,1 4-13 0,-5 0-28 0,-3 2-25 16,-9-4-22-16,-3 3-16 0,-5 1 23 0,-4 3-59 16,-2 1 29-16,-4 0-57 0,-6-4 40 0,-2-1-56 15,-4 1 40-15,-5 3-59 0,-5-2 21 0,-2-1-73 16,-4-2-26-16,-1-3-48 0,-3-4-56 0,3-4-72 15,-1-4-76-15,-3-3-56 0,0-3-84 0,0-3-84 0,1-4-459 16,-2-5-646-16</inkml:trace>
  <inkml:trace contextRef="#ctx0" brushRef="#br0" timeOffset="60029.5">28296 12666 538 0,'-3'-5'713'15,"3"5"-116"-15,0 0-60 0,8 9-84 0,-2 3-26 0,2 6-42 16,3 9-45-16,4 5-34 0,2 6-35 0,0 6-50 16,3 9-13-16,2 0-3 0,-3 2-79 15,3 1 23-15,0-3-63 0,0 0 54 0,1-3-17 0,2-3-47 16,2 0 44-16,-3-12-57 0,2-1 30 16,1-3-52-16,2-3-6 0,2-5-11 0,2-4-18 0,3-3-20 15,1-5-32-15,-4-2-66 0,0-7-73 0,-1 0-82 16,-2-4-115-16,-2 0-99 0,-3-4-98 0,-2-3-139 15,-5-4-376-15,0-1-710 0</inkml:trace>
  <inkml:trace contextRef="#ctx0" brushRef="#br0" timeOffset="61991.75">28983 12136 376 0,'-3'-11'342'0,"-1"1"-45"0,0 1-10 0,1 0-30 0,-2 1-26 0,3 1-21 0,-1 1-20 16,2-2-29-16,-2 2-29 0,3 6-23 16,-2-9-10-16,2 9-15 0,-3-7 38 0,3 7 2 15,0 0 1-15,0 0 15 0,0 0-2 0,0 0-14 0,9 4 15 16,-9-4-21-16,5 12 5 0,0-8-25 0,-2 6-3 16,-1-2 13-16,1 3-13 0,0 1-20 15,-2-1-4-15,1 4 9 0,0-4-19 0,0 3-7 0,0 2-11 16,0-3 35-16,1-1-15 0,0 1 1 15,1-3-13-15,-1 1 29 0,2 0-18 0,0-3 8 16,0 0-25-16,5-2 7 0,1-2-26 0,0-1 12 0,4-1-26 16,2-5 18-16,2 1-28 0,4-3 2 15,-2-1-3-15,2-2-2 0,0 0-5 0,-2-2-17 0,-1-1-89 16,0 1-124-16,-3-3-70 16,-1 1-78-16,-4 2-62 0,-1-1-19 0,-6 3-31 0,-1 0-418 15,-4-1-482-15</inkml:trace>
  <inkml:trace contextRef="#ctx0" brushRef="#br0" timeOffset="62164.17">29190 12084 198 0,'0'0'332'16,"-15"3"-51"-16,15-3-35 0,-13 4-11 0,8 2-21 15,1-1-5-15,-1 3 33 0,1 0-15 0,3 2 6 0,1 1-18 16,4 2-3-16,1 1-32 0,1 4 7 16,2 1-33-16,2 3-26 0,4-1-25 0,1 3-20 0,0-1-17 15,0 0-15-15,2 1-5 0,-2-2-9 16,3 0-12-16,-4 1-8 0,3-3-7 0,-6-2-118 0,2-2-153 15,-4 0-175-15,0-3-541 0,-4-1-571 0</inkml:trace>
  <inkml:trace contextRef="#ctx0" brushRef="#br0" timeOffset="63098.09">29924 12091 366 0,'-6'-10'473'0,"1"1"-68"0,1 2-74 0,-1 1-26 0,1 0-33 0,0 0-18 0,4 6-29 15,-8-10-30-15,8 10-25 0,-5-9-21 0,5 9-20 16,-6-6-23-16,6 6-21 0,-4-7-15 0,4 7-14 16,-3-6-12-16,3 6-4 0,0 0 5 0,-4-6 19 15,4 6 1-15,0 0 1 0,0 0 11 16,0-7-11-16,0 7-6 0,8-6-11 0,-1 3-4 0,0-1-12 15,3-1-2-15,1 0-12 0,0 1 3 16,-1 0-11-16,1-1 9 0,-1 2-11 0,1-3 3 16,-2 5-7-16,0-1 4 0,-9 2-5 0,19 0 7 0,-11 3-3 15,1 2 9-15,-3 1 1 0,-2 2 14 0,1 4 5 16,-3 0-1-16,-1 2-9 0,-2 2 0 0,-3 1 10 16,-1 6-1-16,-2 0 7 0,-4 2-6 0,-1-3-7 15,1 2-1-15,-1-5-7 0,1-2-3 0,-1 1 2 16,3-4-2-16,0-3 1 0,2 0 0 0,-1-1 14 15,3-2 3-15,0-1 2 0,1 0-4 0,4-7-19 0,-5 6 5 16,5-6-15-16,0 0 7 0,8-5-11 16,1-1 5-16,2 0-6 0,2-1 5 0,3 1-12 15,0-2 11-15,0 1-10 0,4 0 5 16,-3 2-5-16,0 1 10 0,1 0-6 0,-3-1 4 0,1 5-7 16,-2 0 7-16,1 2-5 0,-2 2 8 0,1 2-2 15,-3 3 9-15,1 1 1 0,-5 1-3 0,1 1-5 16,-3 2 1-16,-1 1 1 0,-1 0 0 0,-2-2 2 15,-2 1-1-15,-2 2 7 0,-1-2 0 0,-3 0 3 16,-4 1 20-16,-3 0-7 0,1-2-1 0,-2-1-5 0,-2 1-8 16,0-4 0-16,1-2-6 0,-2-2-31 0,3-1-40 15,-3-2-67-15,5-1-94 0,-1-4-122 16,3 2-70-16,-1-4-83 0,3-1-72 0,2-2-440 0,0-3-611 16</inkml:trace>
  <inkml:trace contextRef="#ctx0" brushRef="#br0" timeOffset="63296.25">30098 11996 453 0,'12'-10'492'0,"0"5"-106"0,-2 2 1 0,2 4-3 0,-1 4 3 0,3 2-4 15,-1 7 5-15,1 3-2 0,2 2-73 0,-2 8 0 16,2 5-41-16,-2 4 11 0,0 0-83 0,-1 4 13 16,2-1-38-16,0 4-39 0,0 0-23 0,0-2-24 15,-1 0-15-15,2-1-12 0,0 0-17 0,-2-3-7 16,3-3-51-16,-4-5 20 0,-1-4-112 0,1-2-105 15,-4-4-151-15,1-2-129 0,-2-2-121 0,-2-4-145 16,0-2-316-16,-1-2-688 0</inkml:trace>
  <inkml:trace contextRef="#ctx0" brushRef="#br0" timeOffset="63631.15">30504 12328 63 0,'0'-9'660'16,"3"2"-125"-16,-3 7-77 0,0 0-4 0,0 0-34 0,0 0-31 15,0 0-43-15,3 10-42 0,-1-4-34 16,-2 3-18-16,2 0-36 0,0 2-48 0,2-2-27 16,-1 4-31-16,-1-2-21 0,2-3-17 0,-1 3 7 15,2-2-5-15,-2-1-2 0,1-1-11 0,-2-1-7 0,2-2-9 16,-4-4-6-16,9 4-9 0,-9-4-6 16,13 2-2-16,-13-2-9 0,9-5-1 0,-4 0-3 0,0-1 1 15,-1-1-3-15,0-1-2 0,-2-1-18 16,3-2 24-16,-3 3-23 0,0-3 26 0,0 3-23 0,-1-1 28 15,0 1-23-15,0 1 26 0,-1 7-26 16,2-10 37-16,-2 10-20 0,0 0 38 0,0 0-42 16,9 6 30-16,-4 5-37 0,0 1 32 0,1 5-7 15,1 2-5-15,0 4 1 0,3 2 12 0,-1 0-3 16,0 2-8-16,1-2-4 0,-2-4-4 0,-1 1-7 16,-1-2-6-16,2-1-28 0,-3-1-54 0,0-4-80 0,-1 1-88 15,-2-5-119-15,0 0-88 0,-2-2-101 0,0-1-122 16,0-7-369-16,-7 7-664 0</inkml:trace>
  <inkml:trace contextRef="#ctx0" brushRef="#br0" timeOffset="63879.71">30546 12033 327 0,'9'-8'543'0,"3"5"-91"0,-1 3-42 0,5 6-8 16,8 7-13-16,5 8-23 0,3 6 4 0,7 6-17 15,0 7-15-15,1 1-24 0,0 3-46 0,0 2-47 16,-5 1-44-16,-1 0-37 0,-6 3-22 0,-2 0-22 16,-11-6-13-16,-3 0-22 0,-3-1-5 0,-7 0-35 15,-2-6 21-15,-5 5-45 0,-4 1 4 0,-2-5-25 16,-3-1-17-16,-5-4-20 0,-2-2-27 0,1-2-14 16,-3-4-56-16,1-6-74 0,-2-2-78 0,1-4-47 15,0-5-47-15,-2-2-52 0,-1-2-46 0,-1-4-381 16,-5-6-443-16</inkml:trace>
  <inkml:trace contextRef="#ctx0" brushRef="#br0" timeOffset="64096.51">29842 12275 238 0,'-4'-7'681'16,"4"7"-115"-16,0 0-43 0,-2 13-25 0,4 1-77 0,2 10-35 15,3 7-26-15,4 10-36 0,-1 2-34 16,3 3-29-16,2 1-54 0,2 9-9 0,2-4-65 15,0 2-21-15,1-4-18 0,1 0 16 0,-2-8-33 0,3-3 33 16,1-1-40-16,1-3 12 0,3-1-18 16,1-6-26-16,2-5-30 0,3-4-67 0,0-2-33 15,0-9-80-15,-1-3-100 0,-2-3-117 0,-1-6-63 0,4-2-99 16,-1-4-84-16,0-8-373 0,-1-3-612 16</inkml:trace>
  <inkml:trace contextRef="#ctx0" brushRef="#br0" timeOffset="64912.21">30497 11490 535 0,'0'0'422'0,"0"-12"-96"0,0 12-77 0,0-10-48 0,0 10-34 0,0 0 31 0,-2-9 3 0,2 9-34 15,0 0-5-15,-5 6-32 0,5-6-14 0,-2 9-24 16,0-3-22-16,-2 4-9 0,3-3-14 0,-1 4-7 0,0-1-9 16,0 3-6-16,-2-2-2 0,1 1-7 15,2 1-7-15,-1-2 4 0,0 0-8 0,0-3 1 16,0 3-2-16,1-5 4 0,1 2 3 0,-2-2 10 16,2-6 2-16,2 11 0 0,-2-11-3 0,8 4-5 15,-8-4-5-15,16-4-2 0,-7-1 0 0,4-1-5 16,1 0 3-16,0 0 8 0,0-1-9 0,-1 1 9 15,2 0-1-15,0 1 0 0,0 0-1 0,0 1-5 16,-1 1 1-16,-1 1 3 0,-1 2-2 0,2 0 1 16,-3 0 0-16,2 5 21 0,-3-2 10 0,-1 3-4 15,1-1-10-15,-3 1 0 0,-1 2-7 0,-1 0 3 0,0 1-5 16,-1 0 1-16,-3 1-9 0,-1 1 8 0,0-3 23 16,-3 2 2-16,1 1-10 0,-3-1 2 15,0-1-13-15,-1 0-1 0,-2 1-9 0,-2-1 6 0,1 0-12 16,-3-1 2-16,2-1-16 0,1-1-81 0,1-1-126 15,2-2-83-15,6-3-123 0,-13 6-133 0,13-6-245 16,-10-4-324-16</inkml:trace>
  <inkml:trace contextRef="#ctx0" brushRef="#br0" timeOffset="65096.57">30544 11554 19 0,'0'-7'543'0,"0"-1"-130"0,0 1-70 16,0 0-18-16,0-2-45 0,0 2 12 0,1-1-48 15,0 0-15-15,-1-4-27 0,2 3-21 0,0-1-34 16,1 1-35-16,1-1-17 0,-1 1-21 0,4 0-16 16,-1-1-15-16,2 1-4 0,1 0-11 0,2-1-7 15,0 4-6-15,0-3-5 0,4 3-24 0,-2 0-131 16,2-1-97-16,-3 1-139 0,-2 2-128 0,0 0-260 16,1-1-283-16</inkml:trace>
  <inkml:trace contextRef="#ctx0" brushRef="#br0" timeOffset="65313.25">30826 11476 575 0,'11'5'473'0,"-11"-5"-51"0,0 0-32 16,12 3-28-16,-12-3-49 0,0 0-32 15,17-4-41-15,-8 2-38 0,2-2-38 0,2-1-35 16,4 0-26-16,-1-1-19 0,7-1-20 0,0-1-11 15,-1 2-14-15,-1-1-10 0,0-1-6 0,1 4-14 0,-4-3-66 16,-2 2-132-16,0-1-91 0,-1 0-120 0,-3-1-131 16,-3 1-261-16,-2-3-313 0</inkml:trace>
  <inkml:trace contextRef="#ctx0" brushRef="#br0" timeOffset="65685.53">31092 11207 234 0,'0'0'436'0,"0"8"-43"16,0-8-4-16,1 11-58 0,-1-3 11 0,0-2-12 16,0 4-31-16,2-3-4 0,-1 5-35 0,0-1-17 15,0-1-44-15,3 1-41 0,-1 0-29 0,1-1-23 16,1 3-16-16,1-2-18 0,2 0-12 0,-2-3-11 16,2-1-11-16,0 0-8 0,2-2-5 0,-1-2-2 15,2-1-2-15,-11-2 3 0,23-2-4 0,-9-1 0 16,-1-3-6-16,0-3 5 0,1 2-12 0,-2-5 5 15,1-1-7-15,-4-2 5 0,2 0-9 0,-4-3 5 16,2 0-3-16,-5 1 5 0,0 0-6 0,-1-1 6 16,-2 2 11-16,0 2 18 0,-1 0-8 0,0 1 5 15,0 2-15-15,0 2 3 0,0 0-14 0,-1 2 15 16,1 7-4-16,-4-4 39 0,4 4-15 0,-5 4 12 16,4 3-2-16,-1 2 7 0,1 4-6 0,2 3 30 15,1 2-21-15,1 3 12 0,4 1-9 0,4 5-41 16,1 3 25-16,4 2-5 0,0 0-14 0,3 0-12 0,0 2-4 15,3-2-16-15,-2-2-17 0,1 1-50 16,-1-1-107-16,2-3-170 0,-5-4-166 0,-1 0-224 16,0-1-483-16,-3-6-827 0</inkml:trace>
  <inkml:trace contextRef="#ctx0" brushRef="#br0" timeOffset="65929">31753 11915 802 0,'0'0'793'0,"6"-3"-126"0,-6 3-131 0,14-11-78 0,-5 6-65 16,5-2-46-16,4-4-54 0,8-2-30 0,0-1-69 16,9-1-14-16,2-2-59 0,2-1-10 0,1 0-42 15,1 0 6-15,0-1-34 0,1 1 15 0,-3-2-38 16,-4 2 14-16,0-1-31 0,-4-1 3 0,-6 4-50 0,-4-1-38 15,-2-1-97-15,-5 2-128 0,-5 0-86 0,-3-1-75 16,-3 5-54-16,-4-2-58 0,-3-1-317 0,-3-1-464 16</inkml:trace>
  <inkml:trace contextRef="#ctx0" brushRef="#br0" timeOffset="66099.58">31916 11379 109 0,'-5'16'551'16,"0"4"-122"-16,3 5-37 0,0 3-42 0,4 5 0 15,0 5-28-15,3 4 13 0,4 2-40 0,4 0 4 16,0 1-20-16,5-1-20 0,0-1-56 0,5 4-31 16,0-6-52-16,-2-2 5 0,2-2-29 0,3 1-1 15,-1-4-31-15,0-2-8 0,0-1-23 0,-2-3-15 0,-5-4-133 16,-1-4-180-16,-4-1-145 0,-4-2-196 0,-3-3-446 16,-4-3-701-16</inkml:trace>
  <inkml:trace contextRef="#ctx0" brushRef="#br0" timeOffset="67097.27">28286 15111 359 0,'-3'-20'513'0,"2"1"-108"0,-2 3-53 0,2 0-34 16,0 3-53-16,-1 1-67 0,0 2-41 0,0 1-35 16,1 3 10-16,1 6 19 0,0 0-22 0,0 0 19 15,0 0 5-15,0 7-12 0,0 4-26 0,0-1-19 16,3 5-19-16,-1 2-15 0,0-1 22 0,0 3-4 0,-2 0-16 16,2-1-12-16,-2 1-10 0,1-1-7 0,-1 0-8 15,0-5-6-15,0 1-1 0,0-3-3 16,0 1-2-16,0-3-2 0,1-1 4 0,-1-1-1 0,0 0 1 15,0-7-2-15,5 5-5 0,-5-5 1 0,10-3-4 16,-2-2 0-16,5-2 1 0,0-3-8 0,3-1 4 16,5 0-5-16,2-1 4 0,2-2-5 15,1 3 3-15,-2 0-3 0,2 1 3 0,-1 1-3 0,-2 3 4 16,-2 0-3-16,0 4 3 0,-3 0-4 0,0 2 3 16,-3 0-4-16,0 2 6 0,-3 0-4 0,0 2 4 15,-2 1-3-15,0 0 9 0,-3 2-7 0,-2 0 4 16,-1 2 3-16,-2 0 1 0,-2 1 8 0,-2 1-6 15,-4 1 3-15,0 1-3 0,-5 1 13 0,-1 2-10 16,-2-2 4-16,-4 0-8 0,3 1 2 0,-3-1-7 16,0-1 3-16,3-1-16 0,1-4-12 0,2 1-44 15,1-4-108-15,0 0-128 0,2-2-82 0,9-3-75 16,-14 0-47-16,7-5-369 0,0 0-424 0</inkml:trace>
  <inkml:trace contextRef="#ctx0" brushRef="#br0" timeOffset="67245.59">28375 15062 275 0,'-1'-12'411'16,"1"3"-104"-16,0 1-63 0,1 0-51 0,2 1-9 0,3 0-23 16,0-2-5-16,2 0 6 0,2 0-10 15,4 1-7-15,2-3-32 0,2 0-21 0,3-2-21 0,-3 3-6 16,5-2-23-16,0 1-2 0,-2 0-20 16,0 1 5-16,-2-3-12 0,1 4-29 0,-2-2-93 15,-2 3-71-15,-2-2-105 0,-2 3-440 0,-1-3-230 0</inkml:trace>
  <inkml:trace contextRef="#ctx0" brushRef="#br0" timeOffset="67514.11">28899 14739 308 0,'0'0'516'0,"10"-2"-140"15,-10 2-30-15,0 0 3 0,9 2-12 0,-9-2-5 0,0 8 6 16,-2 1-38-16,-4 3-10 0,1 1-22 0,-5 6-26 15,-1 5-25-15,0 3-26 0,0-1-18 0,-1 5-34 16,2-2-25-16,1 0-25 0,0 3-17 16,3-1-10-16,3-5-16 0,2 1-16 0,2-1 5 0,2 0-7 15,3 2-5-15,3-3-6 0,5-3-3 0,0-1-13 16,7-3-12-16,-1-5-6 0,3-4-49 0,0-3-84 16,3-3-83-16,-4-2-79 0,3-2-38 0,1-4-37 15,-2-1-17-15,-1-1 22 0,-4-3-6 0,2-1 13 16,-2-2 2-16,-1-5-190 0,-4 2-78 0</inkml:trace>
  <inkml:trace contextRef="#ctx0" brushRef="#br0" timeOffset="67862.1">29235 15080 810 0,'5'-15'178'0,"-5"0"-6"0,3 2-19 0,-6 3-18 16,3-1-5-16,-4 3 8 0,2 1 5 0,-2-1-1 15,0 4 5-15,4 4 28 0,-11-4-13 0,11 4 10 16,-14 2-16-16,7 4 16 0,-2-2-26 0,2 3 4 16,0 1-1-16,0 3 1 0,1 2-10 0,0 0-29 15,-2 0-15-15,5 2-25 0,-3-1-13 0,4 0-11 16,-1-3-2-16,1 2-15 0,-1-1-4 0,3-2-5 15,-1 0-6-15,0-3-4 0,2 2 2 0,0-3-1 0,0 0 0 16,3-1-3-16,0 0-3 0,-4-5 0 0,12 5-3 16,-12-5-1-16,16 1-1 0,-16-1 5 0,22-1-8 15,-12-1 4-15,2 0-3 0,2 0 4 0,-3 0-6 16,3 0 6-16,-3 1-9 0,0 1 11 0,-11 0-6 16,24 0 5-16,-12 1-9 0,-1 2 7 0,1 0-5 15,-1 1 5-15,-2 1-2 0,0 1 0 0,-1 2 5 16,1-1 2-16,-3 3 3 0,-1-1 1 15,-1 2 15-15,-2-1 7 0,-1 2 3 0,-1-1-10 16,-3 1 7-16,1-1-2 0,-3 2-1 0,-1-1-7 0,-4 1-1 16,1-1-7-16,-4 2 3 0,-2-1-6 0,2-1 2 15,-4-1-7-15,1-1 6 0,-2-2-16 0,3-1-11 16,-2 0-30-16,1-4-73 0,0 0-113 0,2-2-116 16,-2-2-103-16,3-2-132 0,0-2-332 0,0-4-482 15</inkml:trace>
  <inkml:trace contextRef="#ctx0" brushRef="#br0" timeOffset="68028.85">29091 15090 361 0,'6'-10'471'0,"-1"2"-76"16,2 1-65-16,0 0-52 0,3-2-8 0,2-1-23 16,3 0-43-16,1-3-32 0,3 1-25 0,6-3-26 0,-2 2-25 15,6-2-14-15,-1 0-20 0,4-1-9 16,-4 2-13-16,0 0-8 0,0 1-13 0,-3 0-71 15,1 2-129-15,-7 0-125 0,0 2-150 0,-3-3-301 0,0 1-270 16</inkml:trace>
  <inkml:trace contextRef="#ctx0" brushRef="#br0" timeOffset="68278.48">29680 14343 113 0,'0'0'827'0,"0"0"-181"16,0-7-139-16,0 7-108 0,0 0-33 0,0 0-61 15,8 5-1-15,-5 1-33 0,4 3-43 0,2 1-30 16,-2 1-34-16,2 1-37 0,2 3-28 0,0 2-18 16,-1 1-15-16,4-2-11 0,-3 1-14 0,0 2-8 15,0-2-9-15,1-3-7 0,-2 1-11 0,2 1-37 16,-5-4-138-16,1-1-104 0,0 0-78 0,-3-3-76 15,0-1-84-15,-5-7-463 0,5 9-566 0</inkml:trace>
  <inkml:trace contextRef="#ctx0" brushRef="#br0" timeOffset="68496.45">29892 14355 294 0,'1'-8'471'0,"2"1"-133"0,-3 7-35 0,4-9 30 0,-4 9-15 16,0 0-12-16,9 8 7 0,-7 0-6 0,2 3-8 0,2 3 7 15,-2 7-29-15,3 4-30 0,-2 2-26 0,1 6-46 16,-1 1-19-16,3 7-34 0,0-1-18 16,-2 1-30-16,-1 1-7 0,5-3-22 0,-5-4 15 0,1-2-19 15,0-1 5-15,-1-2-23 0,1-5-1 0,-1-2-34 16,1-1-33-16,-1-1-69 0,-1-3-102 0,0-4-119 16,-1 1-85-16,2-5-88 0,-2-1-93 15,1-3-344-15,-4-6-526 0</inkml:trace>
  <inkml:trace contextRef="#ctx0" brushRef="#br0" timeOffset="68849.56">30151 14689 562 0,'3'-10'439'0,"-2"0"-44"0,-1 10-32 0,2-7-3 16,-2 7-18-16,0 0-30 0,0 0 1 0,2 11-24 16,-2-4-30-16,0 2-48 0,3 1 13 15,-1 3-48-15,3-1-29 0,-1 3-36 0,1-2-18 0,2-1-27 16,-1 1-5-16,2-3-17 0,-1-1-3 0,0-1-13 15,-1-2 7-15,4 0-20 0,-3-3 13 0,2 1-11 16,-9-4 6-16,18 0-11 0,-9-4 6 0,0 1-15 16,1-3 14-16,0-2-16 0,-1-1 9 0,0-1-13 15,0-1 13-15,-3-3-10 0,3 1 7 0,-4 1-4 16,2-3 6-16,-2 2-6 0,-1 3 7 0,-2-1 26 16,2 1 5-16,-1 2-1 0,-1 1 0 0,1 0 16 0,-3 7 5 15,7-5-8-15,-7 5-5 0,8 3 7 16,-3 5-8-16,0-1-5 0,2 4-7 0,0 2 23 15,0 2-39-15,0-1 24 0,0 1-34 0,0-1 28 16,0 3-33-16,-1-2 25 0,-1-1-36 0,2 1 23 16,0-5-31-16,-3 4 14 0,1-5-56 0,-2 1-40 15,-1-3-76-15,2 0-101 0,-4-7-130 0,2 11-62 16,-2-11-74-16,-4 7-53 0,4-7-406 0,0 0-597 16</inkml:trace>
  <inkml:trace contextRef="#ctx0" brushRef="#br0" timeOffset="69066.73">30236 14374 316 0,'5'-19'425'0,"1"4"-65"0,3 2-44 15,5 4-15-15,2 5-5 0,3 4-14 0,5 2-16 0,4 6-16 16,5 4-7-16,3 4 10 0,3 4-11 16,0 4-29-16,7 3-7 0,-5 5-23 0,1-1-41 0,-9-2-27 15,-2 1-29-15,-3-1 2 0,-3 5 4 0,-4-2-17 16,-2-1-19-16,-6 2-11 0,-4-4-9 0,-3 0-11 15,-3-2-12-15,-4-2-2 0,-2-2-24 16,-7 4-53-16,0-2-78 0,-4-1-59 0,-3-1-73 0,-1-2-47 16,-2-2-63-16,-3-2-47 0,-1-2-61 0,-3-2-327 15,-3-1-355-15</inkml:trace>
  <inkml:trace contextRef="#ctx0" brushRef="#br0" timeOffset="69314.12">29516 14490 186 0,'0'0'721'15,"2"9"-87"-15,3 6-84 0,0 5-100 0,1 10-20 16,1 1-74-16,3 11-59 0,-3 1-30 0,2 1-42 0,0 1-48 16,1-2-8-16,1-1-27 0,-1 0-17 0,0-3-32 15,4-2-6-15,0-1 9 0,-1-4-15 16,6-1-29-16,-3-6 5 0,3-3-22 0,0-1 1 15,3-2-10-15,2-3-6 0,0-3-23 0,4-2-32 16,-6-4-45-16,5-3-89 0,-1-1-111 0,0-3-85 0,0-1-84 16,-2-2-84-16,1-3-527 0,3-5-677 15</inkml:trace>
  <inkml:trace contextRef="#ctx0" brushRef="#br0" timeOffset="70112.92">30463 13555 359 0,'0'0'380'0,"-7"-4"-92"0,7 4-54 0,-9 2-12 16,9-2 6-16,-13 9-33 0,5-2 17 0,2 4-11 15,-1-1-16-15,-1 3-16 0,1 0-28 0,1 4 1 16,-1-3-20-16,2 1-19 0,1 0-17 0,1 1-2 0,1-5-3 15,0 0-18-15,0 1-13 0,1 0-6 0,1-4-3 16,0-2 0-16,0 2-6 0,3-3 4 0,-3-5-6 16,5 9-4-16,-5-9-10 0,9 2-4 0,-9-2 1 15,10-2-3-15,-4-1-4 0,-6 3 0 0,14-6-3 16,-9 1-6-16,3 2 3 0,-8 3 1 0,11-6-5 16,-11 6 0-16,15-5 4 0,-15 5-5 0,20 0-1 15,-7 0 5-15,0 3-1 0,3 2-4 0,1 1 0 16,2-1 6-16,0 6-6 0,-1-2-1 15,0 1-3-15,-1-1 6 0,-1 2-3 0,-1 0 5 16,-2 1-1-16,-2-3-2 0,-2 2 4 0,1 0-3 0,-4-1 0 16,-3 0 1-16,-1 2-2 0,-3-2 4 0,-3 0-4 15,-2 4 3-15,-4-3-2 0,-2 4-12 0,-4-3-4 16,0 3-12-16,0-6-25 0,-1 4-73 0,-1-4-32 16,3-2-70-16,-2 0-49 0,4-1-70 0,-1 0-113 15,2-5-223-15,1 1-191 0</inkml:trace>
  <inkml:trace contextRef="#ctx0" brushRef="#br0" timeOffset="70295.72">30396 13805 447 0,'-3'-8'412'0,"0"-2"-73"0,1 4-44 0,-1 0-24 0,3 0-37 16,0 6-33-16,-1-11-49 0,2 3-30 0,4 1-23 16,2-3-15-16,3-1-14 0,9 0-21 0,3-4-1 15,5 1-20-15,7-4 5 0,3 0-19 16,3-1 6-16,3 0-18 0,1 0 0 0,-1 0-1 0,2 0-34 15,-4 0-92-15,-3-1-98 0,-3 2-118 16,-3-1-357-16,-8 2-204 0</inkml:trace>
  <inkml:trace contextRef="#ctx0" brushRef="#br0" timeOffset="70995.7">31250 13768 407 0,'0'0'600'0,"0"0"-129"16,0 0-107-16,0 0-34 0,0 0-51 0,-8-2-26 15,8 2-27-15,-5-5-20 0,5 5-22 0,-8-6-11 16,8 6-2-16,-7-5-24 0,7 5 2 0,-5-4-33 15,5 4-18-15,-6-5-21 0,6 5-11 0,0 0-18 16,-5-5-6-16,5 5-12 0,0 0-1 0,-5-5-10 16,5 5 0-16,0 0-9 0,0 0 4 0,-4-5-11 15,4 5 6-15,0 0-6 0,0 0 4 0,0 0-8 16,0 0 5-16,-3-6-6 0,3 6 9 0,0 0-9 16,0 0 7-16,0 0-6 0,0 0 5 0,0 0-4 15,0 0 25-15,-4-5 8 0,4 5 6 0,0 0 4 16,0 0 12-16,0 0-19 0,0 0 0 0,4-8-17 15,-4 8 2-15,7-9-8 0,-2 4 2 0,1-2-11 16,2 0 10-16,0 1-16 0,-1-1 11 0,1 0-12 16,1 0 10-16,0 1-4 0,-1-1 1 0,2 1-1 15,-1 0 2-15,-2 0-8 0,1 1 2 0,-2 1 0 0,1 0-2 16,-7 4-1-16,11-8 1 0,-11 8 1 16,8-3 1-16,-8 3 1 0,0 0-8 0,9 2 10 15,-9-2-7-15,2 7 8 0,-2-7-9 0,-2 10 9 0,-1-2-4 16,1 1 5-16,-2-2-8 0,0 0 8 0,0 1-4 15,0 1 3-15,-1-1-6 0,1-1 11 0,-1 1-12 16,3-1 8-16,-3 0-9 0,2-1 7 16,3-6-5-16,-6 11 7 0,6-11-7 0,-3 9 8 15,3-9-9-15,3 10 8 0,2-6-7 0,1 2 9 16,3-3-10-16,1 2 8 0,-1-2-6 0,5 1 1 16,-3 0-5-16,3 1 8 0,-2 1-5 0,1 0 5 0,1 0-5 15,-1 1 7-15,0 2-8 0,-2 1 10 0,-2 1-4 16,1 2-1-16,-2 0-2 0,-1 0 2 0,-2 3 1 15,-3 0 1-15,1-1-1 0,-3 0 4 0,-3 1-2 0,1-1-3 16,-3 0 7-16,-2 1-2 0,-1-3 13 16,-2 0 8-16,-3 2-6 0,1-2-3 0,-4-1-6 15,4-2-4-15,-2-3 1 0,-1 1-2 0,0-2-3 16,2-2 2-16,-2-3-7 0,4 1-11 0,11-2-111 16,-22-2-148-16,13-2-99 0,2 0-62 0,2-2-55 0,0-3-50 15,3-1-360-15,2-1-461 0</inkml:trace>
  <inkml:trace contextRef="#ctx0" brushRef="#br0" timeOffset="71178.6">31421 13662 138 0,'7'-13'506'0,"1"3"-145"0,-3 2-67 0,1 1-26 0,-6 7-19 0,9-5 9 0,-9 5 27 16,12 8-28-16,-6 1 9 0,1 4 6 0,0 6-21 16,1 3-17-16,0 7-30 0,1 1-3 0,1 7-36 15,-1 1-35-15,1 2-32 0,1-2-18 16,-2-1-15-16,0 0-13 0,0-5-12 0,1-1-5 0,-2-2-11 15,1 0-6-15,1-2 7 0,-2-5-43 0,-2 1-185 16,2-3-158-16,1-3-130 0,-3-2-122 0,-2-3-354 16,3-4-555-16</inkml:trace>
  <inkml:trace contextRef="#ctx0" brushRef="#br0" timeOffset="71528.14">31741 14003 316 0,'0'-8'472'0,"0"8"-69"15,-1-10-61-15,1 10 2 0,0 0-15 0,0 0-16 16,0 0-24-16,1 6-25 0,-1-6 13 0,1 14-25 16,1-7-33-16,0 1-18 0,0 2-35 0,0-1-23 15,2 1-24-15,-1-1-17 0,1-1-22 0,-1 0-15 16,1 0-13-16,-1-4-9 0,-1 1-4 0,-2-5-10 16,9 7-7-16,-9-7-8 0,13-1-2 0,-4-3-7 15,-1-2-4-15,-1 1 5 0,2-6-8 0,1 1-2 16,-1-4 4-16,-2 0-4 0,4-3 1 0,-4 0 0 15,0 0 4-15,-1 1-1 0,1 2 3 0,-3-1 0 16,0 3-6-16,0 3 5 0,-2-1-8 0,3 3 11 16,-5 7 34-16,4-8 4 0,-4 8 21 0,5 5-3 0,-2 2 17 15,-1 6-7-15,3 4 0 0,-1 4-11 0,1 2-11 16,2 6 13-16,2 1-5 0,-2 0-14 16,2-2-9-16,0 1-3 0,1-1-8 0,-2-2-25 0,2-3 20 15,1-2-30-15,-4-2-5 0,2-2-81 0,-4-3-93 16,2-3-163-16,-2-3-147 0,-3-2-168 0,-2-6-550 15,4 5-829-15</inkml:trace>
  <inkml:trace contextRef="#ctx0" brushRef="#br0" timeOffset="71765.42">31851 13575 346 0,'12'-10'483'16,"-1"7"-57"-16,2 3-23 0,4 6-13 0,7 6-12 15,5 10-18-15,-1 3-5 0,2 8-23 0,2 9-1 16,0 3-58-16,-2 4-28 0,-3 1-41 0,-2 1-37 16,-3 1-26-16,-1 1-28 0,-6-8-24 0,-3-1-20 15,-3 1-12-15,-3-3-23 0,-3-5 5 0,-3 0-15 16,-2-2 2-16,-5-1-21 0,-2 1-8 0,-5-2-20 16,-2-2-35-16,-3-8-54 0,1 2-61 0,-4-4-83 15,0-3-73-15,-3-3-54 0,-1 0-58 0,-4-3-35 16,2-3-475-16,2-3-533 0</inkml:trace>
  <inkml:trace contextRef="#ctx0" brushRef="#br0" timeOffset="71962.9">30941 14236 454 0,'-14'10'585'15,"0"2"-58"-15,1 3-35 0,6 5-30 0,2 1-67 0,3 6-28 16,6 3-20-16,5 7-52 0,6 0-57 15,5 1 14-15,10 6-62 0,5-5-26 0,4-3-43 0,4-2-10 16,1-4-30-16,-5-9 2 0,-1 0-32 0,0-5-26 16,2-1-49-16,-6-7-84 0,0-3-192 0,-4-2-153 15,0-3-163-15,3-5-560 0,-2-2-786 16</inkml:trace>
  <inkml:trace contextRef="#ctx0" brushRef="#br0" timeOffset="72312.2">31808 13386 56 0,'-12'-3'685'0,"2"0"-140"0,2 1-101 16,8 2-76-16,-14-2-51 0,14 2-55 0,0 0-37 15,-14-1-30-15,14 1-20 0,0 0-23 16,-8 3 0-16,8-3-59 0,0 0 11 0,11 4-51 0,-11-4 20 15,19-3-47-15,-8 1 25 0,2-3-39 0,3 2 26 16,-2-2-38-16,2-2 32 0,-2-1-37 0,0-1 31 16,-1-1-33-16,-1-1 29 0,-2 0-29 0,-2 0 29 15,-1-2-34-15,-2 4 32 0,-2-2-33 0,-2 0 3 16,-4 1 4-16,0 2 0 0,-5-1-3 0,-2 2 12 16,-2 2-7-16,-4 0 8 0,2 4 3 0,-5 2 14 15,1 4 29-15,-2 2-4 0,1 2-7 0,4 2 4 16,1 2 4-16,2 2-10 0,5-1-8 0,-1 0-7 0,6 1-1 15,0-2-6-15,4-1 0 0,3 3-4 16,3-2-4-16,3-2-4 0,5-1-15 0,1-1-151 0,1-3-195 16,-1-2-172-16,2-2-540 0,-1-4-685 0</inkml:trace>
  <inkml:trace contextRef="#ctx0" brushRef="#br0" timeOffset="72698.92">31870 12932 485 0,'-5'-10'529'0,"3"4"-69"0,-2-2-53 0,1 2-2 0,3-2-67 15,-1 1-61-15,1 1-20 0,1-3-46 0,4 1-45 16,-1 0-33-16,3-2-9 0,2 1-22 0,3-1-15 16,-1 2-11-16,0-1 10 0,4 1-13 0,-3 0-13 15,1 3-15-15,-4 0-9 0,0-1-10 0,0 5 1 16,-9 1 67-16,20 0-12 0,-10 5-11 0,3 0 55 15,-1 4-19-15,3 4 3 0,0 3 23 0,2 3-3 16,-2 3-49-16,6 8 79 0,-2 2-26 0,1 2 13 16,1 6 5-16,5 8-9 0,1 3 33 0,4 1 2 15,0 1 46-15,-1 5-34 0,2-3-39 0,-1 3-46 16,-2-1-4-16,1 0-33 0,-3 3 6 0,-2 1-17 0,-2-2 50 16,1 0-7-16,-6 0-22 0,1-3-14 0,-1-1-11 15,-5-8-15-15,-3-1-6 0,2-5-10 16,-4-1 0-16,-5-7 33 0,1-1 10 0,-4-7 39 0,-2 0-57 15,-5-2-47-15,-4 1 0 0,-7-1 0 0,-10 1 0 16,-7-2 0-16,-9-3 0 0,-15 3 0 0,-13-3 0 16,-8-1 0-16,-12 0 0 0,-25 3 0 0,-7 0-369 15,-5 2-281-15,-4 2-310 0,4 2-997 0,3 2-1697 16</inkml:trace>
  <inkml:trace contextRef="#ctx0" brushRef="#br0" timeOffset="75450.86">14137 11128 1189 0,'-5'-7'759'0,"5"7"-169"0,-13 0-140 16,4 2-89-16,1 3-72 0,-2 4-55 0,-1-1-44 15,2 2-29-15,0-1-12 0,1-1-11 16,2 0-8-16,-1 1-10 0,2-1-3 0,1-1 1 0,2 1-7 16,-2-2-1-16,4 2-10 0,0 0-3 0,5 0 15 15,-1 0-11-15,2-2 5 0,1 2-29 0,0-4 22 16,5-1-22-16,-2-2 27 0,5-1-19 0,2-2 17 16,3-4-50-16,7-7 22 0,5-6-39 0,5-6 19 15,9-10-36-15,7-7 27 0,4-6-43 0,17-15 25 16,6-3-39-16,1-4 4 0,0-1 22 0,1-5-47 15,-3-3-20-15,3-3-27 0,-2-2-59 0,-2 0-34 16,-3 2-33-16,2 3-64 0,-3 5-23 0,-5 5-49 16,-3 6-42-16,-14 16-12 0,-6 5-83 0,-3 7-92 15,-12 9-416-15,-5 4-583 0</inkml:trace>
  <inkml:trace contextRef="#ctx0" brushRef="#br0" timeOffset="77012.58">12865 12485 198 0,'-4'5'438'0,"-2"-2"-122"0,2 4-41 0,0 0-65 0,-1 0-11 16,3 2-23-16,-1 0-2 0,-1 3-36 0,3 0 13 15,-2 0-20-15,2 0 12 0,-1 1-21 0,2 0 20 0,0 2-2 16,0-1-7-16,0 0 10 0,0 2 1 0,2-2-12 15,-2 0 0-15,3-1-11 0,-2-1 4 0,0-2 0 16,2 1 4-16,-2-1 11 0,3-3 10 0,-3-1-6 0,6-2 0 16,-7-4-7-16,23-4-15 0,-3-6-29 15,11-9-19-15,6-6-3 0,11-13 5 0,9-8-18 16,14-14-4-16,5-4 3 0,8-3 7 0,5-7 0 16,7-2-17-16,4-7-13 0,0-1-19 0,-2 1-36 0,-2 1-67 15,-9 5-141-15,-7 4-172 0,-9 5-212 16,-20 16-763-16,-10 3-976 0</inkml:trace>
  <inkml:trace contextRef="#ctx0" brushRef="#br0" timeOffset="78596.02">18688 16573 139 0,'-4'-14'608'0,"1"3"-125"0,0 1-89 15,0 2-103-15,1 2-55 0,2 6 3 16,-2-8-3-16,2 8-11 0,0 0 24 0,0 0-20 0,12 6-31 15,-5 2-5-15,2 2-33 0,4 4-6 0,1 2-26 16,3 3-26-16,2 3-24 0,3 3-13 0,2 2-16 16,-2 2-2-16,2 0-18 0,-2 2 2 0,-1 0-8 15,0 2-7-15,-1-1-9 0,-3-1-10 0,-1 1-28 16,-4-6-99-16,1 2-123 0,-4-1-116 0,-3-5-146 16,-2 0-516-16,1-6-645 0</inkml:trace>
  <inkml:trace contextRef="#ctx0" brushRef="#br0" timeOffset="78866.67">18690 16659 471 0,'-7'-41'362'0,"-1"7"-78"16,6 1-52-16,2 4-9 0,2-4 9 0,8 2-26 0,4-1 8 16,4-1-17-16,3 7 3 0,4 3-13 0,-1 8-17 15,3 1 15-15,-4 7-43 0,-1 5-18 0,1 2-18 16,1 5 2-16,-1 2-15 0,-1 8 24 15,0 2-21-15,-3 2-19 0,-4 3-16 0,-2 0-13 0,-5 2-10 16,-4 1-6-16,-4 0-7 0,-3 3-6 0,-5 1 1 16,-2 3-14-16,-3 1 9 0,-4 0-10 0,0-2 6 15,-4-2-13-15,5-5 6 0,-3-2-15 0,1-3 8 16,2-5-23-16,1 2-26 0,3-7-78 0,2 0-98 16,0-5-61-16,10-4-98 0,-11 4-72 0,11-4-399 15,-3-5-406-15</inkml:trace>
  <inkml:trace contextRef="#ctx0" brushRef="#br0" timeOffset="79128.16">19416 16037 49 0,'0'0'726'0,"9"-3"-129"0,-9 3-105 0,-4 6-45 15,-6 6-42-15,-1 3-38 0,-7 6-35 0,-4 7-46 0,-5 4-45 16,2 1 4-16,-1 4-41 0,3 0-34 0,2 1-42 15,4 0-1-15,3 0-33 0,2 1 31 0,7-4-27 16,4-2 7-16,3 1-7 0,6-2-5 0,5 3 4 16,3-3 5-16,6 0-19 0,2-6 0 15,2-1-2-15,3-3-16 0,1-5-14 0,-1-3-8 16,2-4-21-16,1-3-16 0,1-2-16 0,-2-3-38 0,-1-2-63 16,1-1-52-16,-2-3-74 0,-4 1-116 0,0-3-99 15,-2-1-86-15,-2-1-130 0,-7-1-420 0,0 1-705 16</inkml:trace>
  <inkml:trace contextRef="#ctx0" brushRef="#br0" timeOffset="79412.57">19521 16306 4 0,'0'0'659'0,"-3"-10"-150"15,3 10-76-15,-1-9-55 0,1 9-50 0,3-7-27 16,-3 7 10-16,11-4 17 0,1 1 0 0,2 1-16 16,6 2-37-16,8 0-3 0,4 2-41 0,5 1-15 15,11 0-65-15,0 2-2 0,3 1-49 0,-3 0 5 0,-1 2-48 16,-4-1 18-16,-2 0-45 0,-6 1 23 0,-3 0-38 16,-3 2 25-16,-6-3-44 0,-1 3 13 0,-3 0-53 15,-5-1-19-15,-2 2-41 0,-2 0-62 16,-6-2-81-16,-2 3-73 0,-3-4-49 0,-2 4-44 0,-2-4-14 15,-2 0-18-15,0 0-39 0,-2-4-332 0,0-1-350 16</inkml:trace>
  <inkml:trace contextRef="#ctx0" brushRef="#br0" timeOffset="79579.75">19939 16175 443 0,'-4'-11'500'0,"0"1"-114"0,0 4-72 15,4 6-8-15,-5-5 10 0,5 5-24 0,-9 6-5 16,0 4-7-16,3 4-27 0,-4 3-14 0,-3 8-22 15,3 1-25-15,-1 1-35 0,-1 9-30 0,0-3-28 16,1 4-22-16,-2 0-15 0,5 0-13 0,1-5-18 16,-1 0 1-16,4-2-15 0,0-4-7 0,3-1-29 15,1-4-111-15,0-2-196 0,4-2-211 0,-1-2-616 16,0-5-767-16</inkml:trace>
  <inkml:trace contextRef="#ctx0" brushRef="#br0" timeOffset="79978.45">20202 15856 740 0,'0'0'725'0,"-16"2"-132"15,16-2-107-15,-16 3-75 0,16-3-73 0,-15 1-33 0,15-1-45 16,-13 0-25-16,13 0-47 0,0 0-27 0,-11 2-40 15,11-2-16-15,0 0-18 0,0 0-9 0,12-2-22 16,1 1-4-16,5-2-14 0,6-1 1 0,1-2-17 16,-1 1 4-16,10-3-13 0,-3 0 8 0,1-3-13 15,-1 3 7-15,1-3-8 0,-3-2 3 0,-3 3-5 16,-1-2 7-16,-3 2-12 0,-3 1 9 0,-5-1-9 16,-1 0 7-16,0 2-7 0,-4-1 7 0,-3 2-7 15,2-1 42-15,-3 3-12 0,-1-1 16 0,-4 6-5 16,2-4 9-16,-2 4 3 0,0 0 0 15,-5 11-4-15,1 1-5 0,-3 4-2 0,2 6-9 0,-2 6 5 16,2 4 6-16,0 2-30 0,0 8 37 0,-2 3-15 16,4 0-10-16,-3 3 0 0,3-3 12 0,-1-1-32 15,0 1 18-15,1-9-24 0,3 0 19 0,-2-2-37 16,2-6 2-16,2-2-83 0,1-2-73 0,1-3-134 16,1-4-203-16,1-4-185 0,1-2-628 0,0-6-926 15</inkml:trace>
  <inkml:trace contextRef="#ctx0" brushRef="#br0" timeOffset="80195.27">20919 15845 172 0,'10'-8'721'0,"-1"5"-124"0,-9 3-52 0,12 2-20 0,-8 4-64 16,1 1-34-16,-3 3-73 0,1 1-32 0,-3 3-28 15,1 4-68-15,-2-1 14 0,-2 6-68 0,1 2 6 16,-3 1-43-16,0 2-28 0,-1 3-22 0,3 1 6 15,-4-1-41-15,2 0 12 0,-2 2-41 0,0-4 22 16,3 1-42-16,0-6-1 0,-1 1-92 0,4-3-113 16,-2-4-139-16,1-1-150 0,1 0-162 0,1-5-621 15,-2-1-883-15</inkml:trace>
  <inkml:trace contextRef="#ctx0" brushRef="#br0" timeOffset="80461.5">20964 15490 456 0,'-4'-16'741'0,"-1"3"-93"0,1 1-103 0,2 2-112 16,-1 3-62-16,3 7-13 0,-1-9-12 0,1 9-27 15,0 0-22-15,9 10-53 0,-2 2-22 0,2 5-17 16,4 5-18-16,1 5-36 0,3 5-28 0,2 4-24 0,1-3-22 15,0 4-14-15,1-1-15 0,1-1-8 16,-2 1-6-16,2-4-46 0,1-1 44 0,-1-1-54 16,-2-2 37-16,-1-5-78 0,-2-1-69 0,2-3-123 15,-5-4-167-15,2-2-133 0,-5-2-172 0,-1-1-492 16,-2-5-827-16</inkml:trace>
  <inkml:trace contextRef="#ctx0" brushRef="#br0" timeOffset="80682.12">20982 15149 168 0,'7'-8'643'16,"1"4"-131"-16,1 2-31 0,6 4-7 0,3 4-26 16,8 5-20-16,7 5-42 0,4 4 2 0,3 5-63 15,6 7-47-15,2 3-42 0,-3 1-13 0,2 6-41 16,-3-1-37-16,-3 4-31 0,-3 2-21 0,-5 1-19 15,-5 4-13-15,-6-1-10 0,-5 4-1 0,-10-5-13 16,-3 3-42-16,-9 13 11 0,-8 2-63 0,-10 1-116 16,-7 3-198-16,-14 13-211 0,-4-3-883 0,-7 1-1084 15</inkml:trace>
  <inkml:trace contextRef="#ctx0" brushRef="#br0" timeOffset="82088.39">21929 15324 383 0,'6'-2'754'0,"-6"2"-126"0,0 0-59 0,0 0-86 0,3-8-22 16,-3 8-46-16,0 0-9 0,0 0-68 0,1-6-27 16,-1 6-34-16,0 0-41 0,0 0-48 0,1-6-35 15,-1 6-36-15,7-7-21 0,0 1-20 0,2 1-10 16,5-3 23-16,3-3-56 0,7-3 29 0,4 0-55 15,7-4 39-15,1 1-52 0,1-2 31 0,2-2-18 16,-2 2-29-16,0-1-44 0,-1-1-74 16,-4 1-70-16,-2-1-57 0,-7 3-59 0,-2 2-35 0,-3 1-17 15,-4 1-16-15,-5 2-31 0,-2 5-20 0,-3-1-48 16,-4 8-356-16,0-9-394 0</inkml:trace>
  <inkml:trace contextRef="#ctx0" brushRef="#br0" timeOffset="82287.67">22059 15416 264 0,'-9'13'574'0,"5"-5"-115"16,0 0-62-16,4-8-18 0,-1 9-15 0,1-9-35 15,0 0-32-15,10 1-36 0,-10-1-36 0,18-7-24 16,-5 2-35-16,1-2-28 0,4-3-26 0,1-1-21 16,6-3-15-16,0-2-18 0,7-3-15 0,3-1-7 15,0-1-9-15,0 2-7 0,-3-1-9 0,-2 0-28 16,-4 3-142-16,-5 3-144 0,-4 1-90 15,-2 2-117-15,-4 2-474 0,-6 0-577 0</inkml:trace>
  <inkml:trace contextRef="#ctx0" brushRef="#br0" timeOffset="82678.75">20514 17305 327 0,'-8'-9'569'0,"1"-1"-68"0,-1 3-114 0,4 1-63 0,-2 0-74 16,1 0-19-16,5 6-7 0,-4-5 56 0,4 5-20 0,0 0 36 15,10 3-46-15,-2 1-19 0,3 3-13 16,3 2-27-16,4 2-29 0,3 3-20 0,3 3-6 0,0 1-18 16,6 4-21-16,-1 1-23 0,-1-1-33 0,3 3 16 15,-3 2-36-15,0-1 21 0,-4 1-16 0,2-1-2 16,-3 0-2-16,-5-2-16 0,-2-2 3 15,1 0 0-15,-4 1-16 0,-2-5-43 0,1-1-64 0,-1 0-142 16,-4-2-101-16,3-3-98 0,-2-2-151 0,1 1-549 16,-1-7-769-16</inkml:trace>
  <inkml:trace contextRef="#ctx0" brushRef="#br0" timeOffset="82897.84">21088 17437 93 0,'0'0'804'0,"-8"-7"-171"0,8 7-174 15,-5-6-6-15,5 6-80 0,-4-6-20 0,4 6-75 16,4-12-6-16,1 4-73 0,4-3-37 0,4-2 1 16,2-2-59-16,4-2-24 0,3-2-12 0,2 0-14 15,2 1-13-15,0-2-24 0,2-1-54 0,-3 3-170 16,1-3-177-16,-3 2-175 0,-3 0-508 0,1-1-684 15</inkml:trace>
  <inkml:trace contextRef="#ctx0" brushRef="#br0" timeOffset="83378.03">21704 16526 553 0,'1'-7'527'0,"-1"7"-97"0,1-10-63 0,-1 10-33 16,2-10-52-16,-2 10-34 0,1-8-24 15,-1 8-19-15,0-7-15 0,0 7-27 0,-4-5-10 0,4 5-29 16,-6-4-22-16,6 4-17 0,-14-1 30 0,14 1-10 16,-16 1-12-16,16-1-16 0,-18 1-13 15,18-1-11-15,-14 3 3 0,14-3-21 0,-18 2-5 16,11 3-4-16,0 0 4 0,-3 0 12 0,4 0 6 0,-2 4 2 15,3-1 2-15,-3 4 26 0,3 0-20 0,0 1 3 16,1 3-19-16,2 0 53 0,-1 2-37 16,3 1 14-16,0 0-6 0,1 4 5 0,3-1-3 0,0 2 27 15,5 6-31-15,1-3 15 0,-1 1-38 0,4 1 23 16,2 3-8-16,1 0 26 0,2 1-6 0,-2-1 6 16,2-2 10-16,1 2-15 0,-6-6-14 0,2 0 3 0,-2-1 11 15,1 2-2-15,0-2-9 0,-1-1-8 16,0 1-13-16,-2-2-8 0,0-4-7 0,1 0-6 0,-4 1-4 15,4-4-25-15,-2 0 25 0,-1-3-20 16,1-1 17-16,0-1-16 0,2 0 19 0,0-4-17 0,1 0 13 16,1-2-17-16,4-2 29 0,-1 0-7 0,-2-3 11 15,4-3-23-15,1 1 17 0,1-4-24 0,2-1 12 16,-2-1-42-16,-1-2-30 0,4-3-76 0,-1-1-45 16,-3-4-83-16,0-1-126 0,-5-1-161 0,3-3-103 15,-5 1-149-15,-2-4-481 0,-3-1-888 0</inkml:trace>
  <inkml:trace contextRef="#ctx0" brushRef="#br0" timeOffset="83844.32">22235 16647 399 0,'-3'-6'752'0,"-1"1"-184"15,4 5-110-15,-7-9-89 0,7 9-11 0,0 0 12 16,0 0-7-16,0 0-15 0,7 10-38 0,-1-1-25 0,3 1-47 15,4 5-19-15,2 1-22 0,3 5-31 0,5 4-33 16,3 1-5-16,-1 1-44 0,1 0 4 0,-2 1-43 16,0-1 10-16,-7-6-28 0,1 1 11 0,-1-2-8 15,-5-4-5-15,1-2-5 0,-4-2 2 0,1 0-28 16,-1-2 21-16,-2-1-22 0,-1-1 20 0,0-2-16 16,-6-6 22-16,4 8-21 0,-4-8 18 0,0 0-25 15,0 0 29-15,-12-5-25 0,4-1 19 0,-4-3-22 16,0-4 24-16,-4 0-22 0,-2-6 4 0,-3-1 1 0,-4-4-1 15,-3-4 0-15,-1 1 0 0,-2-4 19 16,-1 1-16-16,4 1 24 0,1-3-16 0,2 1 20 16,3 1-15-16,5 0 16 0,8 4-22 0,2 1 19 15,5 0-25-15,5 1 18 0,7-1-22 0,4 1 14 0,3 1-17 16,2 4 14-16,5 1-19 0,-1 4 18 0,1 1-19 16,-3 6 17-16,2 3-15 0,-4 1 15 0,-3 3-16 15,0 2 17-15,1 1-17 0,-2 3 20 0,-3 2-24 16,-1 1 23-16,-3 1-17 0,-3 1 11 0,-1 2-11 15,-4-1 17-15,-3 2-17 0,-2 3 21 16,-3 1-21-16,-6 0 19 0,0 1-20 0,-5 1 15 16,0-1-16-16,-3 1-12 0,2-2-32 0,-2-2-74 0,0 1-49 15,3-3-43-15,4-4-86 0,-1 2-113 0,5-5-80 16,0 2-158-16,3-4-553 0,8-5-819 0</inkml:trace>
  <inkml:trace contextRef="#ctx0" brushRef="#br0" timeOffset="84095.05">22620 16104 513 0,'10'-10'860'0,"-1"3"-154"16,-2 3-128-16,-7 4-77 0,11-4-51 0,-11 4-47 0,7 8 9 16,-5 2-58-16,-2 3-24 0,-2 4-26 0,0 5-16 0,-3 6-65 15,1 1-13-15,1 6-48 0,0 0-10 16,2 1-46-16,1 0 9 0,1 0 0 0,5 0 24 15,-1 3-16-15,3-5-4 0,1-3-6 0,3-1-16 16,0-4-12-16,4 0-55 0,-1-3 28 0,4-3-56 0,-1-2 24 16,3-4-62-16,-2-2 4 0,1-3-81 15,1-2-22-15,-5-1-51 0,2-3-61 0,0-1-61 16,-4-2-114-16,0-2-138 0,0-4-51 0,-1 2-102 16,1-5-623-16,-4-2-938 0</inkml:trace>
  <inkml:trace contextRef="#ctx0" brushRef="#br0" timeOffset="84545.4">22786 16304 723 0,'0'0'575'0,"0"-11"-106"15,0 11-42-15,7-6-24 0,-7 6-19 0,16-3-7 16,-5 6-24-16,3 0-8 0,2 2-35 0,5 2-44 15,-1 3-37-15,7 1 11 0,0 2-35 0,2 0-4 16,4 1-52-16,3 2-11 0,-1-2-45 0,-6-2 0 16,2 1-35-16,-2-2 3 0,-3-1-19 0,-3-1 0 15,-4-1-36-15,-3-2-9 0,-1 0-53 0,-1-1-27 16,-3-1-102-16,-3-1-72 0,-8-3-107 0,6 3-81 16,-6-3-6-16,0 0-8 0,0 0 32 0,-9-2 38 15,4-2 36-15,-4 0 28 0,0-4 61 0,-1-1 49 16,-3-2 45-16,-1-4 50 0,0 0 45 0,-5-4 49 15,2-3 42-15,0 2 35 0,0-3 36 0,0 1 9 0,-1 0 28 16,4 3 6-16,0 3 34 0,3 2 15 16,2 1-15-16,0 4-9 0,2-1-30 0,1 6 54 15,6 4 40-15,-9-4 30 0,9 4 6 0,-2 8 3 0,0 1-5 16,2 2 2-16,0 6-62 0,0 2 13 16,2 6-38-16,-1 0 11 0,-1 0-61 0,1 4 12 15,-1-2-55-15,3 3 13 0,-3-4-44 0,0 1-5 16,0-1-10-16,0 1-4 0,0-8-15 0,-3 1-25 0,3-1-75 15,-1-2-85-15,-2-3-140 0,2-1-161 16,-3-2-141-16,1-2-681 0,0-1-900 0</inkml:trace>
  <inkml:trace contextRef="#ctx0" brushRef="#br0" timeOffset="84811.18">23305 16094 514 0,'0'0'831'0,"0"0"-174"0,7-4-83 0,-7 4-94 0,5-6-65 0,-1 1-52 16,2-1-38-16,1 0-32 0,4-3-64 0,-1 0-25 16,7-3-36-16,-2 1-33 0,8-3-28 0,1-2-19 15,-1 0-16-15,8-3-12 0,-2 1-9 0,1-1-9 16,-6 1-6-16,0 5-3 0,-2-3-13 0,-5 4-8 15,1 1-19-15,-4 0-10 0,0 1-20 0,-3 3-36 16,-1 0-69-16,-3 1-89 0,-7 6-96 0,6-3-69 16,-6 3-67-16,0 0-44 0,-8 8-59 0,2 1-358 15,-5 1-494-15</inkml:trace>
  <inkml:trace contextRef="#ctx0" brushRef="#br0" timeOffset="84978.17">23393 16238 592 0,'-6'5'594'0,"6"-5"-96"15,0 0-41-15,0 0-53 0,0 0-22 0,8-5-23 16,-3 0-26-16,5-4-46 0,0-2-50 0,6 0-44 16,1-4-37-16,5-1-23 0,1-1-24 0,5-3-23 0,0-1-16 15,2 1-12-15,-1-1-14 0,2 1-12 0,-3-1-16 16,-5 4-62-16,-1 1-145 0,-2-1-160 16,-4 3-121-16,-1 1-169 0,-6 2-400 0,-1-1-656 15</inkml:trace>
  <inkml:trace contextRef="#ctx0" brushRef="#br0" timeOffset="85479.68">23806 15648 568 0,'0'-10'755'0,"0"10"-140"0,-1-7-107 16,1 7-77-16,0 0-26 0,0 0-24 0,0 0-39 15,-3 7-21-15,1 1-54 0,0 1-39 0,1 1-37 16,1 2-27-16,1 1 0 0,2 2-18 0,1 1-23 16,0 0-19-16,2 3-22 0,4 0-15 0,-1-1-14 15,2 0-5-15,1 0-12 0,1-4-6 0,1-2 6 16,0 1 4-16,0-4 1 0,3-2-5 0,-2-1 3 16,2-3-8-16,1-1-2 0,-3-2-3 0,3-2-3 15,-1-4-8-15,-1 2-3 0,0-5-3 0,-3 2 1 16,0-5-5-16,-2 2 0 0,-3-4 16 0,0 2-22 0,-3-1 16 15,-3-2-20-15,-2 3 5 0,-4-5-4 0,-1 4 2 16,-4-3 1-16,-4 1-1 0,-1 1 1 0,-3 1 0 16,0 1-2-16,1 1-3 0,1 4-4 0,-1 1-15 15,2 1-26-15,0 3-30 0,1 2-70 0,-2 1-79 16,2 2-113-16,-2 3-155 0,1 1-85 0,-1 2-157 16,2 0-416-16,1-1-771 0</inkml:trace>
  <inkml:trace contextRef="#ctx0" brushRef="#br0" timeOffset="85745.45">23907 15490 791 0,'9'-13'611'15,"-1"1"-92"-15,3 3-38 0,2 1-49 0,1 3-21 16,4 1 14-16,1 2-33 0,2 6-55 0,4 3-14 15,4 3-48-15,5 6-44 0,0 3 5 0,-1 4-21 16,1 2-40-16,-2 2-33 0,0 3-25 0,-3-1-26 16,-2 3-20-16,-3-1-14 0,-2 2-12 0,-2-1-8 15,-4 0-6-15,-5-3-48 0,-4 1 38 0,-2 0-76 0,-3-4-21 16,-4 1-95-16,-1-1-57 0,-6 2-98 16,-1 0-137-16,-5-3-55 0,-1-2-91 0,0-2-96 15,0-7-324-15,1 0-639 0</inkml:trace>
  <inkml:trace contextRef="#ctx0" brushRef="#br0" timeOffset="86178.15">23870 15377 771 0,'-5'-19'769'0,"0"2"-101"0,1 0-91 16,-1 2-71-16,1 1-96 0,3 1-28 0,1-1-72 15,1 1-24-15,5-1-60 0,-2 0 9 0,5-4-79 16,3 2 35-16,4 0-36 0,1 0-29 0,7-2 9 16,-1 4-15-16,4-3-15 0,0 2-9 0,1 3-19 15,-2-1-17-15,2 2-7 0,-5 2-14 0,0 1-9 16,-2 1-2-16,-4 3-9 0,1 2 35 0,-3 2 19 16,3 2 33-16,0 2 12 0,1 5-27 0,0 3 53 15,3 5-22-15,1 7 2 0,1 4 6 0,1 3-29 16,-2 4 24-16,0 2-6 0,4 10 3 0,-2 0 22 15,-1 2-56-15,-2-1-88 0,4 2 0 0,-3-3 0 16,-5-6 0-16,2 0 0 0,-2 0 0 0,0-2 0 16,-2-1 0-16,0 0 0 0,0 0 0 0,-3-1 0 15,1 0 0-15,-1 0 0 0,-3-1 0 0,0-4 0 16,-2-1 0-16,1-1 0 0,0 3 0 0,-3-1 0 16,-1-2 0-16,1 2 0 0,-4-6 0 0,1 0 0 15,-3 1 0-15,-3-2 0 0,-3-1 0 0,-3 1 0 16,-4-2 0-16,-4-1 0 0,-3-2 0 0,-5-3 0 15,-7-1 0-15,-8-1 0 0,-4-3-165 0,-3-3-357 0,-6-3-122 16,0-4-189-16,-5 0-163 0,2-4-597 0,3 1-1244 16</inkml:trace>
  <inkml:trace contextRef="#ctx0" brushRef="#br0" timeOffset="86329.5">24439 16439 1486 0,'0'0'829'0,"11"0"-177"0,-11 0-146 16,0 0-82-16,13-2-106 0,-13 2-77 0,0 0-154 15,0 0-297-15,0 0-388 0,0 0-576 0,0 0-786 16</inkml:trace>
  <inkml:trace contextRef="#ctx0" brushRef="#br0" timeOffset="101546.9">4691 16363 544 0,'10'-13'586'0,"-5"2"-134"16,0 2-86-16,1-1-39 0,-4 2-57 0,2 0-34 0,-3-1-40 16,1 1-11-16,-2 1-25 0,-3 0-33 0,1 0-18 15,-2 0-5-15,-4 0 3 0,0 2-12 0,-2 0-11 16,-1 1-16-16,-1 2-12 0,-2 2-9 0,1 2-1 15,-2 3 15-15,-2 6-7 0,1 3 8 0,-2 5-5 16,0 6 27-16,0 7-36 0,5 1 24 0,4 5-28 16,2 2 25-16,4-3-13 0,4 1-13 0,6 9 1 15,-1 0-8-15,3-2-3 0,5 1 20 0,-1-2 13 0,5-2-6 16,0-3 5-16,2-5 68 0,3 0-65 16,0-5 12-16,4-4-4 0,1-4-2 0,0-6-14 0,-1-4-15 15,4-3-3-15,-2-5-6 0,0-5-7 0,6-4-4 16,1-1-38-16,2-5 20 0,-2-1-58 0,-3-2-61 15,-7 0-105-15,-3-2-111 0,-4 2-108 0,-6-1-92 16,-3 1-129-16,-4 1-439 0,-3-3-712 0</inkml:trace>
  <inkml:trace contextRef="#ctx0" brushRef="#br0" timeOffset="101727.62">4594 16841 718 0,'-14'4'565'0,"1"-1"-138"0,13-3-85 0,-11 4-71 0,11-4-52 15,0 0 0-15,0 0-3 0,11-4-18 16,-1-1-9-16,6 0-1 0,3-3-16 0,8-3-24 16,1-2-20-16,6-1-18 0,2-4-25 0,5-1-13 15,0-5-14-15,10-1-11 0,0-2-14 0,-1-3-20 0,0-1-67 16,-3 0-153-16,-5 2-151 0,-7 1-212 0,-6 0-438 16,-2 0-612-16</inkml:trace>
  <inkml:trace contextRef="#ctx0" brushRef="#br0" timeOffset="101947.45">5225 16105 616 0,'0'0'518'0,"-7"-6"-106"0,7 6-36 0,-5 5-3 0,1 3-35 16,0 4 6-16,-1 6-32 0,-2 2 6 0,1 4-36 16,0 7-24-16,-1 3-41 0,1 5-31 0,1 2-33 15,2 2-29-15,-1 1-19 0,4-6-28 0,4 6-9 16,0-1-22-16,4 1 5 0,1-5-17 0,3-2 6 15,5-2-5-15,2-4 10 0,2-5-17 0,2-7 6 16,1-1-24-16,4-5-12 0,1-3-46 0,2-4-79 16,-3-5-112-16,1-1-123 0,1-4-68 0,-1-3-115 0,-1-3-89 15,-3-3-310-15,-5-1-524 0</inkml:trace>
  <inkml:trace contextRef="#ctx0" brushRef="#br0" timeOffset="102299.12">5421 16312 701 0,'-11'-8'499'0,"4"2"-121"16,7 6-46-16,0 0 23 0,0 0-29 0,0 0-3 0,14 7 22 16,-1 0-29-16,3 5-57 0,7 1-30 0,2 2-35 15,2 1-36-15,6 2-30 0,-1 0-26 0,1-1-19 16,0-1-15-16,-5-4-15 0,-1 1-10 16,-1 1-7-16,-6-3-7 0,-2-1-12 0,0-1-9 0,-4-2-12 15,-1 1-28-15,-3-3-37 0,-2 2-51 0,-1-3-71 16,-7-4-54-16,4 6-50 0,-4-6 16 0,0 0 8 15,0 0 10-15,-4-7-3 0,-2 0 35 0,2-1-14 16,-1-7 23-16,0 2 6 0,-3-6 47 0,-2 0 24 16,1-2 55-16,-1-1 37 0,-2 3 75 0,2 0 59 15,0 1 24-15,0 5 12 0,1 0 0 0,1 3-9 16,1 4 22-16,0 3-3 0,7 3 22 0,-13 1 25 16,4 5 8-16,-1 3-28 0,1 3-27 0,-1 5 18 15,-3 1-8-15,-1 5-11 0,-3 1 4 0,2 1-49 16,-3 5-17-16,0 0-9 0,0 1-13 0,4-6-7 15,-1 3-5-15,2-3-14 0,3 0-29 0,1-5-47 0,4-1-91 16,1-3-88-16,3-5-113 0,1 0-128 16,1-5-407-16,-1-6-444 0</inkml:trace>
  <inkml:trace contextRef="#ctx0" brushRef="#br0" timeOffset="102526.73">5664 16165 643 0,'6'-22'543'0,"2"5"-99"15,3-1-22-15,1 3-20 0,3 5-20 0,-1 1-5 16,4 4-17-16,0 3-38 0,4 2-13 0,2 4-36 16,5 4-24-16,1 4-47 0,3 6-40 0,-1 2 7 15,-3 3-61-15,-1 2 8 0,-2 4-50 0,-3 0 12 16,-3 2-48-16,-3 1 23 0,-3 1-30 0,-6-2 18 16,-2 0-33-16,-5 2 26 0,-2-4-35 0,-1 3 27 15,-5 0-31-15,-1 0 12 0,-2-3-63 0,0-1-39 16,1-2-67-16,-4-1-114 0,3-5-135 0,1-3-71 15,3-3-186-15,-3-3-491 0,1-3-774 0</inkml:trace>
  <inkml:trace contextRef="#ctx0" brushRef="#br0" timeOffset="102743.68">6455 16263 652 0,'-8'8'842'0,"3"-3"-163"0,1-2-151 0,4-3-110 16,-8 8-88-16,8-8-63 0,-5 5-52 0,5-5-42 15,0 0-36-15,0 0-31 0,11-5-22 0,-5-2-28 16,7 0-28-16,-2-3-33 0,7 1-106 16,-1-5-141-16,2 1-99 0,-1 1-163 0,3-4-510 0,-3 4-633 15</inkml:trace>
  <inkml:trace contextRef="#ctx0" brushRef="#br0" timeOffset="102913.61">6471 16468 744 0,'-5'13'611'0,"3"-7"-144"16,2 3-61-16,0-9-58 0,5 6-46 0,-5-6-31 16,15 2-40-16,-3-5-39 0,3-1-36 0,4-4-31 15,1 0-26-15,6-5-16 0,1-1-18 0,5-4-8 16,4-3-22-16,-2-1-4 0,2 2-64 0,1-3-138 15,-1-1-132-15,-3 2-188 0,-1-3-516 0,-1 1-610 16</inkml:trace>
  <inkml:trace contextRef="#ctx0" brushRef="#br0" timeOffset="103449.4">7486 16047 936 0,'-9'-16'780'0,"3"3"-148"0,-2-1-146 0,3 3-98 16,1-2-73-16,3 4-67 0,1-2-40 0,2 3-40 0,4-2 10 15,-1 2-22-15,5-1 7 0,-1 3-30 0,4-1-14 16,-1 4-14-16,1 2-3 0,5 2-6 0,1 4-10 16,3 3-15-16,2 1-13 0,0 7-10 0,1 0-26 15,-6 6 15-15,5 4-13 0,-6-4-5 0,-4 1-5 16,-1 5 22-16,0-2-31 0,-6 0 26 0,0-3-31 16,-3-1 24-16,-3-3-31 0,3-1 32 0,-2-2-32 15,-2-3 30-15,0-1-20 0,0-1 30 0,0-2-31 16,0-9 29-16,-2 8-40 0,2-8 35 0,0 0-34 15,-7-10 26-15,6 1-23 0,1-3-3 0,0-1 1 16,0-5 3-16,1-1-2 0,2-4-25 0,2-1 22 16,-3-2-3-16,1-1-3 0,2-4 1 15,-1-1-2-15,-1 1-1 0,1-1 31 0,-2 6-28 0,1 1 26 16,-1 5-29-16,1 3 7 0,-1-1 18 0,-2 6-27 16,3 2 26-16,-3 10-24 0,1-10 22 0,-1 10-14 15,0 0 1-15,-4 7 1 0,2 2 4 0,-1 1 3 16,-2 6 3-16,3 2 2 0,-2 1-16 0,1 2 28 15,0 0-12-15,2 3-1 0,1-3-4 0,3 0 0 16,1 0 1-16,2 0 21 0,3-1-24 0,1-2 15 0,3-1-51 16,1-3-84-16,3-2-145 0,1-2-162 0,2-2-118 15,-3-1-203-15,0-5-351 0,1-2-717 16</inkml:trace>
  <inkml:trace contextRef="#ctx0" brushRef="#br0" timeOffset="103707.51">8162 15648 447 0,'-4'-7'819'0,"4"7"-175"0,-5-8-142 0,5 8-67 0,0 0-25 0,0 0-7 16,0 0-32-16,10 4-7 0,-2 3-32 0,2 4-14 15,-1 0-9-15,2 7-13 0,4 3-2 0,-1 3-33 16,1 1-26-16,3 4-15 0,-1 4-79 0,1-1 7 15,1 1-62-15,0 0 19 0,0 1-59 0,-1-2 27 16,2 0-19-16,0-4-32 0,-4-2-70 0,-2-2-110 16,0-2-83-16,-2-4-103 0,-2 1-119 0,-2 0-135 15,-3-3-86-15,-3 0-130 0,0-1-445 0,-4-5-866 16</inkml:trace>
  <inkml:trace contextRef="#ctx0" brushRef="#br0" timeOffset="103998.42">8217 15764 703 0,'-5'-18'654'0,"-1"3"-66"16,2 2-40-16,0 0-58 0,0 3-59 0,2 0-42 0,-1 2-68 16,0-1-47-16,2 2-42 0,4 0-25 0,1 0-23 15,2 1-22-15,4 1-26 0,4 0-20 16,3 3-18-16,-2 0-18 0,4 2-15 0,1 0-4 15,0 3-22-15,-1 0-13 0,2 4-3 0,-2-1-7 0,-4 2-3 16,-1 0-2-16,-1 2-1 0,0-1-6 0,-4 3 6 16,-4 1-6-16,-4-1 0 0,-1 1 2 0,-3-1-3 15,-3 3-3-15,-3 1 13 0,-5-2-11 16,1 0-8-16,-2-1-1 0,-1-1-12 0,3-4-30 16,1 0-33-16,1-3-44 0,2-2-77 0,9-3-117 15,-13 1-122-15,13-1-98 0,-5-7-130 0,6-1-410 0,3-2-698 16</inkml:trace>
  <inkml:trace contextRef="#ctx0" brushRef="#br0" timeOffset="104593.85">8653 15433 829 0,'0'0'661'0,"0"0"-96"16,0 0-56-16,1 8-38 0,-7 5-39 0,-2 4-27 16,-5 5-33-16,2 6-14 0,-4 5-26 15,-1 0-14-15,2 3-32 0,3 0 16 0,-1 1-22 0,3 1-79 16,4-4-13-16,4 0-69 0,2-1 3 0,4 0-50 15,0 1 16-15,8 2-15 0,0-7-16 0,5 0-25 16,-3-7-31-16,7-3-39 0,-2 0-60 0,2-4-91 16,0-6-77-16,-1-2-79 0,-1-3-85 0,-1-2-74 15,-1-1-23-15,-4-2-11 0,2-2-4 0,-4-2 32 16,-2-3 56-16,0-1 76 0,-3-3 56 0,-2-1 81 0,-3-1 90 16,2-3 78-16,-4-2 56 0,0-1 57 0,-1-6 43 15,0 1 34-15,-2-2 13 0,3 2 27 0,-1 1 52 16,2 4-9-16,-1 0 6 0,5 2-1 0,-2 2 0 15,3 0 8-15,2 1-7 0,1 4 17 16,1 1 1-16,3 2 6 0,0 2-12 0,-1 4 6 0,2 2-36 16,2 1 7-16,-1 4-7 0,0 1-27 0,2 4-27 15,1 1-11-15,-4 1-10 0,1 0-13 0,-2 2-12 16,0 1-15-16,-4-3-13 0,-3 2-11 0,1 0-9 16,-4 1-7-16,0-2 6 0,-4-1-2 15,-2 2-6-15,-2 1-6 0,-3-2-44 0,-1 2 46 0,-5-2-52 16,3-3 56-16,-2 1-8 0,3-3-5 0,-2 0 0 15,2-4 0-15,1 1-48 0,9-5 51 0,-13 2-3 16,13-2-4-16,-12-3-4 0,8-2 0 0,1-2-3 16,3-4-3-16,1-1-2 0,2-3-1 0,0-3 1 15,2-4 3-15,2 0-2 0,-3 0-2 0,3 0 0 16,-2 2 0-16,-1 2 3 0,1 2-1 0,0 3 2 16,-3 1 0-16,2 1 1 0,-1 3 5 0,-1 0 18 15,-2 8 22-15,4-5 17 0,-4 5 11 0,3 5-8 16,-2 2-1-16,2 2-8 0,-1 4-1 0,1 0-7 15,2 3-6-15,0 2-13 0,-1-1-9 0,2 2-2 16,3 0-36-16,1-3 38 0,-1 1-40 0,3 0 35 16,0-3-39-16,0-2 12 0,2-2-82 0,-1-2-31 15,1-2-114-15,-1-2-47 0,-2-3-114 0,3-2-125 16,-5-2-72-16,1 0-83 0,-1-6-86 0,-2 1-311 16,-2-4-686-16</inkml:trace>
  <inkml:trace contextRef="#ctx0" brushRef="#br0" timeOffset="104777.55">9168 15441 108 0,'-1'-18'633'0,"1"4"-139"0,1 3-96 0,3 4 14 0,-4 7-11 16,10-4-24-16,-2 7-1 0,2 5-21 0,0 2-26 15,2 5-19-15,3 5-42 0,-2 5-22 0,1 1-28 16,1 7-38-16,0-1-40 0,0 2-28 0,-3-2-19 16,-3-1-22-16,0-2-10 0,-2 1-11 0,-2 0-46 15,-4-2 6-15,-4-2-63 0,-3 4-53 0,-3-3-74 16,-4 6-92-16,-6 0-83 0,-4-3-61 0,0-1-108 15,-6 1-111-15,-1-4-336 0,-4 2-562 0</inkml:trace>
  <inkml:trace contextRef="#ctx0" brushRef="#br0" timeOffset="105598.03">6975 15879 227 0,'0'0'495'0,"4"-9"-130"0,-4 9-63 0,2-6-26 16,-2 6 5-16,0 0-9 0,4-8 10 0,-4 8-5 16,0 0-3-16,9-5 6 0,-9 5-17 0,9-3-15 15,-9 3-26-15,14-3-14 0,-14 3-36 0,17-5-22 16,-7 2-36-16,-1 1-13 0,0 0-28 0,-9 2-5 16,15-4-18-16,-15 4 1 0,12-2 2 0,-12 2 15 15,9-3-10-15,-9 3 18 0,0 0-18 0,0 0 34 16,7 5-35-16,-12 2 20 0,-5 3-43 0,-2 3-2 15,-3 1-6-15,-4 6-4 0,-3-1 2 0,2 3-34 16,-3 2 27-16,0 1-6 0,2-3-1 0,5 0 2 16,-2 0-5-16,4-2 2 0,0-2 25 0,3 0-34 15,0-2 25-15,5-2-31 0,0-1 32 0,3 1 8 16,1-3 31-16,5 0-23 0,2-1 8 16,4 0-29-16,6-2 16 0,6-2-28 0,2 0 21 0,4-4-28 15,1 1 23-15,2-1-27 0,1-2 19 0,1 0-19 16,0 0 18-16,1 0-20 0,-1 0 19 0,0 2-22 15,-3 0 25-15,0 1-26 0,-4 2 34 0,-2 4 15 16,-1 0 28-16,-4 3 1 0,-2 2 13 0,-5 4-20 16,-2 1 40-16,-4 1-28 0,-5 1 25 0,-3 4-2 0,-3 3 3 15,-6 2-35-15,-3 5 14 0,-3-1-19 16,-4 0 12-16,2-1-10 0,-1-2 6 0,0 1-4 0,0-4 5 16,4-2 6-16,1-4-1 0,3 0-4 0,0-5-13 15,3-2 1-15,2-2-1 0,2-3 3 0,0 1 0 16,2-3 10-16,3 0-67 0,1-8-4 0,5 9 0 15,5-8 0-15,3-1 0 0,4-2 0 0,7-4 0 16,5-2 0-16,3-3 0 0,6-5 0 0,1-1 0 0,0-4 0 16,5 1 0-16,6-7 0 0,-1 1 0 15,0-2 0-15,-2 2 0 0,-11 3-56 0,-1 4-267 16,-6-3-148-16,-5 5-186 0,-10 2-247 0,-1-1-920 16,-8 4-1531-16</inkml:trace>
  <inkml:trace contextRef="#ctx0" brushRef="#br0" timeOffset="112527.42">7587 17590 101 0,'-9'8'649'0,"1"-2"-159"0,3-2-135 16,5-4-67-16,-7 7-58 0,7-7-48 0,0 0-38 15,0 0-30-15,6 6-20 0,-6-6-11 0,14-4-5 0,-5 1-13 16,5-3-11-16,3-1 6 0,2-2-7 0,5-4-10 16,2-2 8-16,4-2-27 0,2-1 17 0,0-2-29 15,-1 0 6-15,0-1-17 0,-7 5-24 16,-1-1-66-16,-1 2-90 0,-7 1-66 0,-2 6-81 0,-6 2-94 15,-1 1-192-15,-6 5-123 0</inkml:trace>
  <inkml:trace contextRef="#ctx0" brushRef="#br0" timeOffset="112697.4">7646 17855 389 0,'-8'13'372'0,"3"-2"-96"0,1-3-49 15,4-8-48-15,-1 11 4 0,1-11 14 0,0 0 1 16,19-5-9-16,-4-1-45 0,8-8-18 0,8-7-25 15,2-2-10-15,11-7-26 0,2-2 0 0,1-1-19 16,3-2-3-16,-3 2 1 0,2 0-17 0,-7 4-27 16,-5 4-76-16,-5 5-181 0,-9 4-218 0,1 2-207 15,-11 3-189-15</inkml:trace>
  <inkml:trace contextRef="#ctx0" brushRef="#br0" timeOffset="114077.62">7150 17374 435 0,'0'0'339'0,"-18"-1"-91"0,18 1-3 0,-15-4-57 0,7 2-25 16,2-3-44-16,-2-1-9 0,2 1-38 0,-1-2 2 0,5-1-23 15,-2-1 7-15,1-1-26 0,3-1 4 0,1 1-15 16,2-1 7-16,1 0-17 0,0 2 10 0,1-1-10 15,3 2 5-15,-1 2-14 0,2 1 9 0,0 2-11 16,-9 3 8-16,21 1-9 0,-12 1 13 0,3 4-6 16,-3 1 10-16,3 3-7 0,-2 1 8 0,0 0-6 15,-1 3 7-15,-1 0-13 0,-2 0 10 0,1 0 8 16,-2 3 5-16,-1-4-4 0,-2 1 0 16,2-2 18-16,-3-1-3 0,3-2 0 0,-3 1-5 15,-1-2 0-15,0 0-10 0,0-8 0 0,0 10-10 16,0-10 6-16,-2 9-4 0,2-9-10 0,0 0 9 15,-10-2-14-15,10 2 8 0,-9-13-5 0,5 4 7 0,-1-4-10 16,-3-2 6-16,4 0-3 0,-2-4 5 0,-2-3-13 16,3 3 10-16,-4-1-8 0,3 1 6 0,-1 0-4 15,2 5 3-15,1-1 8 0,-2 2 4 0,2 4-13 16,2-1 7-16,-1 2-8 0,0 2 3 0,3 6 26 16,0 0 29-16,0 0-18 0,0 0 28 0,0 0-22 15,11 4 21-15,-5 5-29 0,-1-1 20 0,3 4-32 16,0 0 29-16,2 1-35 0,-1-1 26 0,0 0-33 15,1 0 23-15,0 0-32 0,-1-1 28 0,1 0-37 16,2-3 35-16,-2 0-37 0,1 0 21 0,0-3-62 16,-2-2-94-16,-9-3-99 0,20-2-137 0,-11 0-119 15,0-3-234-15,-2-2-234 0</inkml:trace>
  <inkml:trace contextRef="#ctx0" brushRef="#br0" timeOffset="114428.35">7307 17212 536 0,'0'0'412'0,"0"0"-87"0,1 7-77 0,-1-7-41 15,0 0-16-15,0 0-27 0,3 7-28 0,-3-7-18 16,0 0-15-16,0 0-14 0,14-1-8 0,-6-2-18 16,2-2-8-16,3-1-10 0,0-3-8 0,2 0-11 15,0 0-3-15,-1 1-15 0,0-1 5 0,-1 1-12 16,0 1-45-16,-4 1-47 0,0 2-46 0,-3-2-52 15,-6 6-29-15,9-3-22 0,-9 3 21 0,0 0 0 16,4 9 17-16,-5-3-4 0,-5 4 22 0,0 3 30 16,0 5 28-16,-6-1 19 0,2 4 24 0,0 4 23 15,-3-3 16-15,4 0 30 0,0-1 19 0,-1-2 40 16,2-1-19-16,3-4 39 0,1 1-13 0,2-5 55 16,-2 1-3-16,4-5 31 0,4 0-16 0,-4-6 8 15,6 7-24-15,-6-7 14 0,13 1-28 0,-13-1 0 16,18-4-25-16,-8-1 1 0,4-4-23 0,-1 1 3 15,3-5-16-15,2-3 7 0,3-2-24 0,-2-2 5 0,1 1-54 16,-1 0-91-16,0 2-171 0,-7 0-136 16,0 0 98-16</inkml:trace>
  <inkml:trace contextRef="#ctx0" brushRef="#br0" timeOffset="114748.17">7678 16981 187 0,'5'4'561'0,"-5"-4"-137"0,2 8-77 16,0-2-39-16,-2 3-17 0,1 1-30 15,0 1-6-15,-1 0-60 0,4 1-10 0,-1 2-29 16,2 0 54-16,0-1-70 0,3 0 3 0,-1 0-59 16,2-2 15-16,0 1-46 0,4-3 20 0,-3-1-41 15,2 0 26-15,-1-5-42 0,1 0 29 0,-1-3-37 0,1 0 33 16,-1-5-27-16,1 2 26 0,-2-4-28 0,0-2 20 15,-1 0-29-15,-3-1 32 0,0-1-35 0,-4 2 30 16,1-2-29-16,-3-1 0 0,-3 2 4 0,1 1 2 16,-4 0-7-16,0 2-1 0,-3 0 2 0,-1 2-4 15,0 2 2-15,-2 0-2 0,-2 3-2 0,3 2-3 16,-1 1-3-16,-1 3-12 0,2 1-29 0,1 2-63 16,-1 2-88-16,4-2-72 0,2 4-111 0,2-1-140 15,-1 0-338-15,4-1-412 0</inkml:trace>
  <inkml:trace contextRef="#ctx0" brushRef="#br0" timeOffset="118210.27">6644 15570 233 0,'-3'-8'292'0,"-2"1"-73"15,4 1-48-15,1 6-36 0,-4-8-25 0,4 8-19 16,-2-6-25-16,2 6-5 0,0 0 3 0,0 0 10 16,0 0-2-16,0 0-13 0,0 0-7 0,0 0-8 15,2 6-10-15,-2-6 9 0,3 10-2 0,-3-10 1 16,2 8-16-16,-2-8 3 0,5 7-10 0,-5-7-2 16,3 7-10-16,-3-7 9 0,0 0-3 0,4 6 0 15,-4-6-7-15,0 0 2 0,0 0-3 0,9 3 2 16,-9-3 2-16,10-3-2 0,-1-2-2 0,0 1 6 0,0-1-4 15,2 0 1-15,-2-1-5 0,4 1-1 0,0-1 15 16,0 1-14-16,2 1 13 0,-1 0-16 0,4 3 14 16,-3 1 16-16,4 1 1 0,2 2-8 15,1 2-2-15,-1 3 5 0,6 3 0 0,-3 0-3 16,1 4-2-16,-1-2-7 0,-1 3-4 0,-3-1 22 16,-3-2 3-16,-2-1-5 0,-2-1-1 0,-3 0-1 15,0 0 16-15,-2-1 8 0,-3-1 11 0,-1-1-9 16,-4 0-8-16,-4 3-14 0,-1-2-4 0,-4 3 6 0,-3-2-12 15,-1 2 12-15,-5-2-25 0,0-1 7 0,-1 0-13 16,1 0 8-16,1-4-11 0,1 0 5 0,3-2-15 16,1-3-25-16,1-1-75 0,3-1-45 0,2-3-76 15,2-2-57-15,3-2-68 0,1-1-212 0,1-3-81 16</inkml:trace>
  <inkml:trace contextRef="#ctx0" brushRef="#br0" timeOffset="118479.48">6768 15598 319 0,'-13'0'450'0,"13"0"-103"0,-14 0-89 0,14 0-50 0,-14-2-30 16,14 2-8-16,-10-1-3 0,10 1-42 0,-7-6 0 16,7 6-41-16,2-12 11 0,3 3-31 0,4-8 10 15,5 0 12-15,2-5 2 0,9-6 15 0,0 0-4 16,2-1 24-16,4 0-20 0,-2-1-16 0,2-1-17 15,-2 0-13-15,3 2-9 0,-4 0-7 0,0 3-10 16,-2 0-5-16,-4 7-5 0,-3 0-2 0,-5 4-6 16,0 2 0-16,-4 3-4 0,-1 1-3 0,1 2-2 0,-3-1-6 15,-2 3-1-15,-5 5-9 0,4-6-24 16,-4 6-77-16,0 0-72 0,-12 6-116 0,2 0-119 16,0 2-413-16,-3 0-372 0</inkml:trace>
  <inkml:trace contextRef="#ctx0" brushRef="#br0" timeOffset="120580.99">8897 17508 134 0,'-10'4'259'0,"10"-4"-62"15,-16 4-56-15,16-4-15 0,0 0-41 0,0 0 3 0,-10-2-27 16,10 2 19-16,0 0-16 0,4-6 0 0,-4 6-26 16,5-4 6-16,-5 4-23 0,0 0 12 15,10-4-23-15,-10 4-1 0,0 0-85 0,0 0-99 0,17 0-207 16,-17 0 162-16</inkml:trace>
  <inkml:trace contextRef="#ctx0" brushRef="#br0" timeOffset="133260.71">9114 17039 197 0,'0'0'205'0,"-1"-8"-39"0,1 8-1 0,-3-7-22 16,3 7 17-16,-2-6-18 0,2 6-1 0,-3-7-6 0,3 7 6 0,-6-7-11 0,6 7-11 15,-4-5-23-15,4 5-14 0,0 0-2 16,-10 2-4-16,10-2-16 0,-10 11-10 0,2 0-3 15,2 0 27-15,-1 4-2 0,1 0-12 0,-2 2-7 16,3 6-6-16,1-6 10 0,2 2-2 16,0 0-13-16,2 1 15 0,3 0-9 0,0-2 1 0,2 2-14 15,2-1 9-15,2 1-9 0,0-4 31 0,4-2-31 16,0 0 14-16,1-3-20 0,0-3 26 0,1 0-23 16,-1-3 24-16,3-2-30 0,-3-2 22 0,0-1-29 15,1-1 49-15,-1-4-37 0,2-1 24 0,-3-1-40 16,0-4 31-16,-1-3-30 0,1 0 35 0,-7 0-37 15,1-2 34-15,-4 2-33 0,0-4 1 0,-4 0-3 16,-2 0-4-16,-2-1-1 0,-3 0-2 0,-2-1 0 0,-1 4-3 16,-3-1 4-16,-2 1 4 0,1 3-9 15,-2 1 4-15,1 2-6 0,0 4-4 0,0 2 0 0,3 2 2 16,-2 4-4-16,-1 0-14 0,2 4-8 16,0 2 19-16,4 2-62 0,-3 1 11 0,4 2-76 0,4 0-71 15,0 2-65-15,2-4-82 0,5 1-77 0,0 1-307 16,2-5-243-16</inkml:trace>
  <inkml:trace contextRef="#ctx0" brushRef="#br0" timeOffset="133560.01">9538 16737 351 0,'-3'-7'414'0,"-1"0"-97"0,1 2-71 0,3 5-48 0,-3-9-42 15,3 9-26-15,-3-5 18 0,3 5 14 0,0 0 13 16,0 0 9-16,0 0-10 0,15 4-27 0,-8 0-18 16,-1 2 34-16,6 2-28 0,-1 0-29 0,1 1-16 15,1 4-20-15,2-1-11 0,1 1-1 0,-3 0-21 16,2 2-10-16,1-2-6 0,-1 2-5 0,-1 0-4 0,-1 1-2 15,2-3-4-15,-2 5 3 0,0-5-7 0,-3 2 1 16,-1-1-7-16,1-1-3 0,-3-1-44 0,-1 1-71 16,-2-4-87-16,-3 1-113 0,0-2-71 0,-2 0-443 15,0-2-374-15</inkml:trace>
  <inkml:trace contextRef="#ctx0" brushRef="#br0" timeOffset="133845.41">9453 16743 476 0,'2'-14'361'0,"4"3"-77"0,0-2-52 16,4 1 1-16,2-2-18 0,2 0-16 0,1-1 2 15,5-1-15-15,1 0-9 0,-2 4-12 0,0 2-27 0,2 0-13 16,-1 0-27-16,-1 2-15 0,-2 2-18 16,2 4-11-16,-2 0-8 0,-2 2-5 0,-2 1 2 0,2 1-8 15,-2 4 2-15,0 0-7 0,-3 1-2 0,-2 3-2 16,-2 1-4-16,-2 2 0 0,0-1-3 0,-7 3 1 15,2 0-9-15,-3 2 6 0,-4 2-5 0,1 0-6 16,-2 0 2-16,-4-1-5 0,3 1 0 0,-4-3 1 16,2-1-1-16,2-1-6 0,-1-3-3 0,0-1-24 15,4-2-69-15,-2-3-83 0,2-2-78 0,7-3-82 16,0 0-76-16,-7-4-340 0,7 4-271 0</inkml:trace>
  <inkml:trace contextRef="#ctx0" brushRef="#br0" timeOffset="134098.04">10001 16309 261 0,'3'-5'491'0,"-3"5"-140"0,0-8-66 0,0 8-10 16,0 0-48-16,-7 3 15 0,1 2-16 0,2 0-7 16,-2 4-23-16,2 0-26 0,0 1 33 0,0 5-40 15,2 0-27-15,-1 2-14 0,3 1 18 0,0 3-28 16,3 1-22-16,-1 1-15 0,3 1-18 0,2-1-10 15,-1-1-8-15,4 1-10 0,-1 1-3 0,2-3-13 16,1 1 7-16,0-3-11 0,1-2 7 0,2-1-11 16,-1-3 8-16,3-1-10 0,-2-2 9 0,2-3-17 15,-2-1 9-15,3-4-13 0,-2-1 6 0,0-1-32 16,-1 0-133-16,-1-1-101 0,-1-5-108 0,2 1-74 16,-4-3-477-16,0 0-503 0</inkml:trace>
  <inkml:trace contextRef="#ctx0" brushRef="#br0" timeOffset="134425.76">10308 16352 227 0,'0'0'540'16,"0"0"-105"-16,0 0-45 0,0 0-53 0,-9 6-1 16,9-6-80-16,-4 11 6 0,2-5-15 0,-1 3-41 15,0 0-29-15,2 2-19 0,1-3-12 0,0 3-29 16,3 0-23-16,-1 0-19 0,2 0-14 0,0-2-11 0,5 2-10 15,-3-3-6-15,2 0-6 0,1-1-6 0,1-2-3 16,2-3-2-16,-1 3-3 0,-2-4-4 16,3-2 3-16,0-1-5 0,-1-2-2 0,-1-1 1 0,1-2-3 15,-2-2 4-15,-1 1-3 0,0-3 0 0,-3 2 2 16,-2-2 1-16,0 0 0 0,-3 0 0 0,-1 0-1 16,-2 0 0-16,-3 1-4 0,1-1 4 15,-2 3-3-15,0 1-4 0,-2-2 4 0,-1 5-4 0,-2 2-4 16,2 1 4-16,-3 1-1 0,0 2-1 0,2 3-1 15,0 0-2-15,1 2-6 0,1 0-22 0,3 2-90 16,2-1-116-16,0 1-99 0,3-2-151 0,1-7-502 16,3 10-586-16</inkml:trace>
  <inkml:trace contextRef="#ctx0" brushRef="#br0" timeOffset="134676.25">10455 16145 565 0,'6'-11'456'0,"-2"1"-77"0,2 2-48 0,2 1-33 16,1 0-4-16,4-1-30 0,0 4-12 0,2 1-27 0,-2 1-3 15,3 3-37-15,1 0-31 0,2 4 5 0,2 1-29 16,-2 2-28-16,1 2-15 0,-2 3-23 16,-1 0-7-16,-1 0-14 0,-3 5-11 0,0-4-1 15,1 5-7-15,-5-1-4 0,0 0-5 0,-3 0-1 16,1-1 1-16,-5-1-5 0,1-1 0 0,-2-2-3 15,0-1-3-15,1 1-8 0,-4-3-12 0,2 1-36 0,-1-4-105 16,-2 2-139-16,1-4-89 0,2-5-109 16,-8 6-460-16,8-6-536 0</inkml:trace>
  <inkml:trace contextRef="#ctx0" brushRef="#br0" timeOffset="134943.63">10953 16033 342 0,'0'0'657'0,"0"0"-143"0,0 0-84 0,3 6-55 15,-3-6-69-15,0 0-29 0,0 0-20 0,0 0-49 16,0 0-39-16,0 0-32 0,13-6-30 0,-6 0-20 16,6-3-18-16,1-3-12 0,4-1-6 0,6-3-16 15,-1-1 4-15,7-3-19 0,-1-1 6 0,-1 2-13 16,-4 2 2-16,1 1-12 0,-2-2 5 0,-4 2-10 15,3-1 6-15,-7 5-15 0,-1-2-60 0,0-1-77 16,-4 4-89-16,-5-1-29 0,-1 3-48 0,-2-1-71 16,-5 1-69-16,-1 1-283 0,-6 0-243 0</inkml:trace>
  <inkml:trace contextRef="#ctx0" brushRef="#br0" timeOffset="135126.57">11003 15720 341 0,'-1'7'351'0,"1"-7"-12"0,1 12-19 15,2-2-2-15,2 0-1 0,0 3-11 0,3 1-31 0,1 2-10 16,3 0-6-16,0 1-9 0,2 3-32 0,2 1-43 16,2-1-32-16,-1 2-29 0,2 0-24 15,-1-1-16-15,1-1-10 0,2 3-20 0,-3-4-3 16,2 1-14-16,-3 2-4 0,2-4-13 0,-1 1 3 0,-3-4-20 16,0-1-119-16,-3 3-171 0,-2-3-148 15,0-3-128-15,-5 2-346 0,-1-3-490 0</inkml:trace>
  <inkml:trace contextRef="#ctx0" brushRef="#br0" timeOffset="135609.63">9850 17680 46 0,'-6'-10'418'0,"-3"3"-82"0,4 0-26 0,0 0-13 15,0 0-21-15,-1 1-32 0,3 1-48 0,-2 0-30 0,5 5-40 16,-5-9-29-16,5 9 62 0,0 0 29 0,0 0-7 15,0 0-30-15,15 9 4 0,-5-1-33 0,3 6 28 16,2 1-56-16,4 6 8 0,4 1-50 0,2 5 21 16,-1-1-46-16,-1 1 27 0,0-1-11 0,0-1-8 15,-4-2-10-15,0-3-7 0,-1 1-20 16,1-3-21-16,-6-4-99 0,0 0-149 0,0-3-138 0,-3-2-114 16,-2-4-355-16,-8-5-434 0</inkml:trace>
  <inkml:trace contextRef="#ctx0" brushRef="#br0" timeOffset="136045.74">10166 17423 535 0,'7'-3'563'0,"-7"3"-107"0,15 0-16 16,-6 3-56-16,1 1-38 0,5 3-78 0,2 1 10 15,2 4-66-15,0-1-23 0,2 4-37 0,0 2-26 16,1-1-26-16,-1 2 4 0,-1 0-42 0,-1 3 10 15,-1-1-42-15,1 1 21 0,-3-1-33 0,-2-2 23 16,-3-1-31-16,1-2 22 0,-5-2-29 0,1-1 26 16,-3-1-27-16,-2-2 32 0,-2-2-32 0,-1-7 30 15,-4 9-30-15,4-9 30 0,-13 0-37 0,4-3 33 16,-3-5-35-16,-4-3 27 0,-2-4-25 0,-2-4 5 16,-2-6 0-16,-1-3 3 0,4-1-2 0,1-2-1 15,2-3-2-15,5 6 29 0,4 0-28 0,0 3 23 16,6 1-30-16,1 5 31 0,4-1-35 0,2 0 31 15,2 1-33-15,1 5 32 0,3 1-32 0,3 1 32 16,-1 3-30-16,0 2 24 0,2 2-28 0,-2 1 30 16,-1 4-27-16,3 0 26 0,-5 1-27 0,2 4 28 0,-3-1-27 15,-1 2 29-15,1 3-30 0,-6-1 29 0,0 4-30 16,-4-1 31-16,-3 3-34 0,-2 1 4 16,-5 3 10-16,0-1-7 0,-2 0 4 0,-3 0 4 15,2-1 0-15,-1-1-3 0,0-2-1 0,0-1 1 0,2-1-12 16,2-2-14-16,1-4-77 0,3-1-147 0,6-4-97 15,-8 3-92-15,8-3-112 0,0-8-345 16,4 0-465-16</inkml:trace>
  <inkml:trace contextRef="#ctx0" brushRef="#br0" timeOffset="136260.19">10695 17018 106 0,'4'-13'543'0,"2"4"-118"16,-4 3-48-16,-2 6-28 0,0 0-31 0,0 0-46 0,0 0 5 15,-12 8 3-15,7 2 4 0,-1 5-14 0,-1-1-1 16,2 5-59-16,-1 4-28 0,2-2-66 16,1 2 6-16,2-3-54 0,2-1 15 0,3 6-34 0,0-4 8 15,5 0-38-15,1-2 61 0,-1-1-41 0,5-3-4 16,2-1-8-16,0-3 1 0,1 0-10 0,3-3-5 16,-3-3-6-16,1-2-5 0,-1-2-13 0,2-2-23 15,-3-1-78-15,1-2-77 0,-2 0-125 0,-1-2-64 16,-1 0-87-16,-4-1-40 0,-1-4-411 0,-3 2-484 15</inkml:trace>
  <inkml:trace contextRef="#ctx0" brushRef="#br0" timeOffset="136460.37">10874 17054 91 0,'0'0'531'0,"-4"-6"-142"0,4 6-55 16,0 0-42-16,0 0 1 0,0 0-3 0,0 0-30 15,4 8-17-15,0-2 2 0,0 1-21 0,2 3 8 0,-2-2-39 16,2 4-4-16,2-1-29 0,-2 2-31 15,3-1-22-15,-1 1-23 0,1 0-15 0,0-1-15 16,1-1-14-16,2 2-5 0,-3-4-10 0,2 3-5 0,-2-3-4 16,1 1-8-16,0-2-10 0,-2-1-36 0,-1-1-88 15,-1-1-160-15,-6-5-104 0,10 7-99 0,-10-7-90 16,0 0-255-16,0 0-374 0</inkml:trace>
  <inkml:trace contextRef="#ctx0" brushRef="#br0" timeOffset="136677.64">10951 16947 293 0,'2'-9'483'0,"1"2"-89"16,3 3-52-16,-6 4-19 0,13-7-7 0,-3 6-3 15,0 0-49-15,2 2-13 0,1 2-21 0,2 0 4 16,0 2-17-16,1 2-44 0,2 1-32 0,-3 2-20 16,3 2-13-16,-3 0-14 0,2 2-15 0,-3 1-20 15,1 0-14-15,-3-1 18 0,0 4-39 0,-1-1 23 16,-1-2-39-16,-1 2 24 0,-4-3-30 0,0 1 19 15,-1 0-46-15,1-1-11 0,-4-3-121 0,1 0-117 16,-2 0-110-16,0-2-131 0,-3-2-510 0,3-7-635 16</inkml:trace>
  <inkml:trace contextRef="#ctx0" brushRef="#br0" timeOffset="136931.25">11576 16874 316 0,'0'0'795'0,"0"0"-193"0,0 0-85 0,0 0-102 0,0 0-39 15,1-6-45-15,-1 6-27 0,5-8-42 16,0 2-13-16,4-5-52 0,3-2-36 0,2-1-35 16,6-6-6-16,4-3-25 0,3-4 7 0,1 1-27 0,4-1-4 15,-2 0-23-15,2-2 0 0,-2 4-24 16,-2 0 6-16,-2 0-30 0,-4 5-16 0,-3 0-92 15,-4 0-113-15,-1 5-104 0,-7 2-67 0,-2 1-71 16,-4 5-42-16,-2 0-50 0,-2 1-290 0,-6 0-388 0</inkml:trace>
  <inkml:trace contextRef="#ctx0" brushRef="#br0" timeOffset="137110.18">11659 16474 43 0,'-8'5'476'0,"3"-1"-92"0,5-4-26 0,-4 11-24 16,7-3 18-16,-1 1-10 0,5 3-2 0,0 1-6 15,4 3-17-15,0 0-28 0,3 3-36 0,1 0-46 16,3 1-17-16,0 1-41 0,3-1-28 0,-1 1-30 16,-2 1-9-16,4-1-25 0,-3 2-6 0,-1-2-15 15,1 0-3-15,-2-1-13 0,-1-1-7 0,-2 1-11 16,-1-2-61-16,-1-2-120 0,-2 1-126 0,-3 1-113 16,-1-4-159-16,-4 2-463 0,1-3-655 0</inkml:trace>
  <inkml:trace contextRef="#ctx0" brushRef="#br0" timeOffset="137592.31">11268 18130 191 0,'-17'1'540'0,"2"-1"-125"0,-1 2-39 16,2-2-20-16,-1 0 0 0,2 0-18 0,-2 0-28 15,5-2-27-15,-2 1-37 0,2 0-31 0,1-4-27 0,1 0-55 16,2-1 16-16,3-1-53 0,-3-1 18 0,6 1-40 15,0-3 22-15,4 4-51 0,-2-1 21 0,2 1-43 16,0 0 25-16,1 1-39 0,-5 5 29 0,12-5-38 16,-12 5 32-16,12 0-9 0,-12 0-1 0,12 5-9 0,-4-1 3 15,-2 2-5-15,-1 1 1 0,0 1-1 0,-2 0-4 16,-1 3 6-16,2 0-29 0,-4 1 30 0,2 0-32 16,-4 0 36-16,2 0-31 0,0 1 34 0,-2-3-33 15,-1 0 38-15,3-1-35 0,-1 0 48 0,1-9-35 16,-3 13 49-16,3-13-40 0,0 11 45 0,0-11-49 15,0 0 40-15,7 2-50 0,-7-2 44 0,12-6-52 16,-3 0 45-16,3-4-50 0,3 0 43 0,-1-3-50 0,4 0 41 16,-1-2-61-16,3-1 15 0,-1-2-81 0,-2 0-45 15,-2 3-79-15,-2-1-57 0,2 0-70 0,-2 0-51 16,-4 2-48-16,1-1-50 0,-3 0-316 0,-1 2-361 16</inkml:trace>
  <inkml:trace contextRef="#ctx0" brushRef="#br0" timeOffset="138178.66">11458 17713 117 0,'0'0'283'0,"-1"-7"-50"0,1 7-71 0,0-5-13 15,0 5-42-15,1-8 16 0,-1 8-18 16,3-8 17-16,-3 8-7 0,1-6 20 0,-1 6-5 0,3-9 14 15,-3 9-14-15,2-6 5 0,-2 6 4 16,0 0-1-16,4-8 2 0,-4 8 2 0,0 0 2 0,2-6 7 16,-2 6 3-16,0 0-3 0,0 0 37 0,0 0 19 15,0 0 11-15,0 0-12 0,12 2-2 0,-8 2-35 16,2 3-18-16,3 3 6 0,0 1-12 0,3 3-27 16,2 0-12-16,0 3-20 0,3 3 29 0,0 1-65 0,2 1 29 15,-1-2-57-15,1 1 40 0,-1-2-56 16,2 2 40-16,-4-4-48 0,-2-1 39 0,0-2-50 0,-1 0 42 15,-4-1-62-15,2-2 35 0,-3-2-77 0,0 0 17 16,-3-4-101-16,1 1-54 0,-6-6-120 0,3 9-39 16,-3-9-27-16,0 0 10 0,-9 3 43 0,9-3 37 15,-10-3 46-15,2-2 40 0,0-1 37 0,-4-3 30 0,0-1 25 16,-2-4 33-16,-1 0 29 0,-3-4 26 16,0-1 29-16,-3-2 38 0,5 1 44 0,-1-3 10 0,-1 3 25 15,4-3 11-15,5 4-9 0,-1 0 3 0,4 0-2 16,2 2 5-16,1 1-8 0,3 0-9 0,2 2-1 15,3 0 4-15,0 1-2 0,4 2 12 0,0 0 2 16,1 3 13-16,4 0 0 0,-1 3-3 0,1-1 0 16,-1 6-4-16,1-2-12 0,0 4-19 0,-3-2 4 15,3 4 5-15,-4 0-16 0,1 2 5 0,0 2 10 16,-2 1-15-16,-2-1-13 0,-2 2-13 0,-3-1-11 0,1 4 30 16,-3-1-53-16,-4 3 36 0,0 0-46 0,-2 1 31 15,-3 0-49-15,0 0 39 0,-1-2-54 0,2-1 29 16,0-2-70-16,-2-3-52 0,4-2-160 0,-1-3-95 15,7-3-77-15,-11 2-92 0,11-2-450 0,-8-10-590 16</inkml:trace>
  <inkml:trace contextRef="#ctx0" brushRef="#br0" timeOffset="138379.01">11884 17362 815 0,'6'-6'677'0,"-6"6"-156"0,9-4-34 0,-9 4-91 0,0 0-32 0,8 9-32 0,-8-9-34 15,0 14-11-15,-3-4-47 0,3 2-58 0,-4 0-26 16,3 2-39-16,1-2-3 0,0 4-42 0,0 0 0 0,3 1-11 16,2-1 11-16,0 2-26 0,2-1 7 0,2-1-10 15,4-3-8-15,0-1-5 0,0-2-10 0,2-4-25 16,0 0-23-16,-1-5-40 0,4 2-63 16,-2-4-97-16,0-1-97 0,0-1-64 0,-1-1-67 0,-2-2-63 15,-2-1-13-15,1-1-351 0,-3-2-442 0</inkml:trace>
  <inkml:trace contextRef="#ctx0" brushRef="#br0" timeOffset="138674.96">12128 17442 373 0,'-5'-8'410'0,"0"3"-50"0,1 0-37 0,4 5-34 0,-5-8-20 15,5 8-20-15,-3-7 3 0,3 7-27 16,0-7 35-16,0 7-39 0,3-7 22 0,-3 7-28 0,0 0-33 16,11-3-12-16,-11 3-7 0,9 1-14 0,-9-1-17 15,12 4-14-15,-6 1-13 0,1-2-22 0,1 3-18 16,-3 0-8-16,1 3-3 0,-1-2 3 0,1 2-8 15,-2 0-9-15,0 2-6 0,-2-2-15 0,-1 3 6 0,1-1 11 16,-1 1 0-16,-1 0 0 0,0-1-14 16,0-3-8-16,0 0 5 0,0 1-4 0,0-2 1 0,0 0-10 15,0-7 5-15,0 12 0 0,0-12-3 0,0 0-2 16,1 7-12-16,-1-7 21 0,6-3-18 0,-1-2 25 16,1-1-29-16,2-4 14 0,-1 1-15 0,2-6 18 15,4 1-12-15,-1-2-1 0,0 1-8 0,1-2-9 0,1 2-30 16,-1-1-39-16,-2 0-50 0,2 2-54 15,-4 2-120-15,0-1-77 0,1 1-84 0,-5 1-73 16,1 1-460-16,-4 1-611 0</inkml:trace>
  <inkml:trace contextRef="#ctx0" brushRef="#br0" timeOffset="138893.71">12256 17236 212 0,'-7'-6'549'0,"7"6"-133"0,-6-8-67 0,6 8-47 16,-3-7 6-16,3 7-26 0,7-6 7 0,-7 6-27 0,9-1 43 15,-9 1-9-15,12 1-9 0,0 2-18 0,-2 1-32 16,4 0-31-16,0 2-15 0,0 1-18 0,3-2-26 16,3 4-20-16,-3-1-51 0,1 2 5 0,-1-1-35 15,-1 2 9-15,-2 2-31 0,-1-5 17 0,-2 3-31 16,0 2 25-16,-1-1-18 0,-4 0 11 0,1 1-34 16,-5-1 14-16,1 0-39 0,-2 1 3 0,-2-2-38 15,0 1-31-15,-1-2-53 0,-2 1-76 0,0-1-96 16,1-1-107-16,-1-1-116 0,-1-2-131 0,0-1-279 15,5-5-541-15</inkml:trace>
  <inkml:trace contextRef="#ctx0" brushRef="#br0" timeOffset="139108.29">12620 16769 346 0,'4'-7'731'0,"-4"7"-156"0,5-6-75 0,-5 6-35 15,7 3-51-15,0 2-39 0,-1 3-64 0,1 0-50 16,2 3 1-16,2 0-35 0,1 4-21 0,2 2-47 0,2 1-9 16,3 1-46-16,-1 0-11 0,4 0-29 15,-4-1 4-15,4 0-40 0,-2-1-10 0,-2 0-43 0,-1-3-66 16,-5-2-85-16,1 0-114 0,-4-2-101 16,0 0-99-16,-3-1-92 0,-2-1-451 0,-1-3-645 15</inkml:trace>
  <inkml:trace contextRef="#ctx0" brushRef="#br0" timeOffset="139310.63">12645 17100 598 0,'0'0'433'0,"-10"-3"-74"0,10 3-43 0,-2-7-17 16,2 7-10-16,5-10-34 0,2 3-28 0,2-4-18 16,4 1-21-16,1-2-13 0,7-5-20 0,2-1-24 15,3-2-17-15,4-3-4 0,0-1-28 0,2 0-7 16,0 0-22-16,-1 2 0 0,0-1-15 0,-3 2-8 15,-5 3-9-15,-4 3-8 0,0 1-17 0,-6 2-84 16,-2 3-143-16,-3 3-92 0,-4-1-103 0,-4 7-110 16,0 0-290-16,0 0-362 0</inkml:trace>
  <inkml:trace contextRef="#ctx0" brushRef="#br0" timeOffset="139791.51">12134 18183 417 0,'-13'15'779'0,"1"-5"-163"0,1 0-153 16,2-2-77-16,2-3-110 0,2 0 10 16,5-5-62-16,0 0 1 0,0 0-66 0,0 0 10 0,4-6-38 15,1 1 23-15,3-2-46 0,0 1 38 0,1-1-56 16,1 1 28-16,-2-1-64 0,1 2 30 15,0-1-57-15,-2 4 39 0,1-4-56 0,-3 3 43 0,2 0-57 16,-7 3 43-16,10-5-48 0,-10 5 63 0,0 0-42 16,10 2 47-16,-10-2-53 0,0 12 47 0,0-2-58 15,-2-1 44-15,-1 2-55 0,0 1 47 0,2 1-48 16,-3-1 53-16,2 0-49 0,-1 0 48 16,2 0-58-16,1-3 50 0,0 1-50 0,3 0 52 15,0-3-54-15,1 1 56 0,3-4-57 0,-1-1 49 0,3-2-52 16,2 1 51-16,1-4-51 0,1 2 53 0,-3 0-50 15,4 0 48-15,-3-1-47 0,1 1 51 0,-12 0-57 16,23 1 58-16,-11 1-55 0,0 2 55 0,-4-1-55 16,1 5 57-16,0-1-51 0,-2 0 52 0,0 3-49 15,-3-1 56-15,0 4-49 0,-3-1 71 0,-2 1-34 16,-1-2 44-16,-1 4-52 0,-3-1 43 16,1 0-12-16,-5 0-12 0,1 0 1 0,-1-2-7 0,-2 0-5 15,2-1-11-15,-4-2-9 0,1 0-16 0,0-2-38 16,0-2-38-16,1-2-76 0,2-2-110 0,-3-2-94 15,4-2-103-15,3-3-111 0,-2-2-49 0,4-3-353 16,0-4-576-16</inkml:trace>
  <inkml:trace contextRef="#ctx0" brushRef="#br0" timeOffset="140225.51">12588 17892 68 0,'0'0'905'0,"18"0"-265"0,-18 0-82 0,14 3-116 0,-8 3-22 0,3-1-76 16,1 6-5-16,1-1-86 0,-2 2 0 0,3 3-90 16,1-1 16-16,0 1-35 0,2 0 25 0,1-1-71 0,0 1 25 15,2-2-58-15,-4 1 33 0,3-3-57 0,-2 0 31 16,-1-1-57-16,-1-2 44 0,-3-1-55 16,0 0 42-16,-1-2-50 0,-2 0 47 0,-1-1-55 0,-6-4 45 15,10 2-47-15,-10-2 42 0,0 0-49 0,4-5 48 16,-4 5-46-16,-6-9 44 0,-2 1-47 0,-1-1 48 15,0-1-46-15,-6-3 47 0,-2-2-53 0,-3-3 51 16,-2-1-49-16,-2-3 14 0,-2-2 38 0,3-1-16 16,4 4 7-16,2 1 14 0,5 1 21 15,0 2-15-15,6-1-8 0,3 2-5 0,2 2-39 16,5-2 40-16,1 3-38 0,3 0 35 0,4 0-36 16,-1 2 29-16,3 3-30 0,1 2 27 0,-1 1-31 15,1 5 31-15,1 0-1 0,0 2-6 0,-2 2-1 16,2 4 1-16,-3-1-4 0,-2 2 2 0,-2 4 7 15,-1-1 37-15,-3 1-36 0,-4-1 28 0,-1 2-34 0,0 3 32 16,-4-3-39-16,-2 4 29 0,-3 0-36 0,-4 1 35 16,3 0-42-16,-2-3 36 0,-3 0-50 0,1-1 26 15,0-3-71-15,4-2-25 0,-1-1-18 0,3-3-155 16,0-2-107-16,8-4-121 0,-9 5-96 0,9-5-76 16,-4-8-376-16,5 1-666 0</inkml:trace>
  <inkml:trace contextRef="#ctx0" brushRef="#br0" timeOffset="140426.51">12961 17581 275 0,'9'-8'860'0,"0"2"-191"0,0 1-110 0,-9 5-90 15,14-2-36-15,-14 2-37 0,14 4-35 0,-9 5-18 16,0-3-76-16,2 4-14 0,-2 2-12 0,-1 2-12 0,1 2-30 16,0 0-23-16,-1 0-30 0,2 5-23 0,-1-3 18 15,4 1-45-15,-1-1 17 0,-1-1-61 16,2 0 23-16,4-3-56 0,-4-3 21 0,5-1-64 0,-1-2 17 15,1-4-78-15,1 0-54 0,-1-3-89 0,2-2-59 16,-1-3-116-16,2 0-82 0,-2-2-49 0,-1-4-106 16,0-3-522-16,-4 1-778 0</inkml:trace>
  <inkml:trace contextRef="#ctx0" brushRef="#br0" timeOffset="140875.44">13259 17555 476 0,'-8'-6'672'0,"2"0"-143"0,1 2-80 16,5 4-53-16,-8-6-42 0,8 6-17 0,-6-7-31 15,6 7-30-15,-3-8-25 0,3 8-19 0,5-12-29 16,0 6-22-16,2-2-30 0,-1 0-26 0,7 0-9 16,-3 0-11-16,2 2-26 0,0-2 11 0,1 2-36 15,-3 1 14-15,3 2-37 0,-4 0 24 0,3 3-25 16,-12 0 36-16,17 3-22 0,-9 0 30 0,2 3-11 16,-6 1 13-16,3 4-33 0,-5-2 16 0,1 4-29 15,-2-1 9-15,-2 3-28 0,-1 0 20 0,0 1-6 16,-2-1-10-16,-1 2-1 0,1-4-1 0,-2 1-3 15,1-3-1-15,-1-1-2 0,3 0 10 0,0-3-8 16,-1-1-2-16,2 0-3 0,2-6 1 0,-8 4-2 16,8-4-3-16,0 0 0 0,-2-10-23 0,3 4 19 15,1-4-16-15,5 1 23 0,-2-2-22 0,1 1 24 16,3-2-21-16,-1 3 18 0,1-1-17 0,0 1 21 16,0 3-24-16,1 0 24 0,0 1-25 0,-1 1 28 15,4 2-16-15,-2-1 15 0,3 3-21 16,-3 1 26-16,0 2-20 0,2 0 26 0,0 4-16 0,-2-1 35 0,-1 0-22 15,1 3 20-15,-5-2-22 0,2 2 19 0,-3 0-25 16,-3 1 19-16,0 0-5 0,-2 2-3 16,-4-1-6-16,-1 0-3 0,-3 1 0 0,-1 0-5 0,-1 0-4 15,-3 2-7-15,-1-4-14 0,-3 2-16 0,3-2-14 16,-5-1-22-16,1 0-13 0,0-2-22 16,4-2-14-16,-4-2-26 0,5 0-44 0,13-3-142 0,-22 0-116 15,13-3-64-15,-1-2-104 0,3-3-531 0,1-4-761 16</inkml:trace>
  <inkml:trace contextRef="#ctx0" brushRef="#br0" timeOffset="141096.71">13440 17142 316 0,'10'-18'860'0,"-2"5"-227"0,0 1-109 0,-2 5-61 0,4 2-42 0,-1 1-20 0,2 2-28 0,0 6-28 0,2-2-55 0,1 4-15 15,-3 1-53-15,2 3-15 0,1-1-55 0,-1 5-7 16,2-1-22-16,0 3-21 0,0-2-17 0,-2 2-14 15,1-2-16-15,-3 2-10 0,2-2-8 0,-3-2-6 16,-1 0-10-16,0 1 0 0,0-2-5 0,-4 0-3 0,0-1-22 16,-1 0 15-16,-1 1-32 0,-1-1-15 0,-2-1-58 15,-2 1-34-15,-1-2-59 0,-1 1-46 16,0-1-91-16,-1-1-112 0,-2-1-56 0,-1 0-102 16,2-1-546-16,6-5-758 0</inkml:trace>
  <inkml:trace contextRef="#ctx0" brushRef="#br0" timeOffset="141344.07">13875 16826 135 0,'2'-8'788'0,"0"2"-220"16,-2 6-111-16,6-7 8 0,-6 7-29 0,12 0-18 15,-2 3-9-15,-1 1-27 0,2 2-52 0,3 2-64 16,-1 1-7-16,6 4 4 0,-1-1-49 0,3 4-10 15,1 0-49-15,0 0-10 0,3 2-35 0,-1-1 6 16,0 0-36-16,-1-1 8 0,-1 0-35 0,-3-4 5 0,-2 2-29 16,-1-3-10-16,-2-1-51 0,-1-1-23 15,-1-2-77-15,0 0-37 0,-4-1-57 0,-2 0-63 16,-2-1-111-16,-4-5-102 0,4 8-72 0,-4-8-84 0,-8 7-406 16,8-7-681-16</inkml:trace>
  <inkml:trace contextRef="#ctx0" brushRef="#br0" timeOffset="141528.12">13966 17064 56 0,'-3'-5'627'16,"3"5"-149"-16,-2-10-71 0,2 10-33 0,2-13-24 15,4 4-36-15,1-1-13 0,2-2-23 0,1-1-18 0,5-2-22 16,1-3-11-16,4-3-28 0,0 2-2 16,7-4-44-16,-2-2-16 0,2 0-39 0,1 0-8 15,0 0-25-15,-1 0-4 0,-3 2-24 0,-5 4-13 0,-2 4-53 16,-3 0-110-16,-3 3-192 0,-3 4-126 0,-4-2-161 15,-4 10-442-15,0-9-676 0</inkml:trace>
  <inkml:trace contextRef="#ctx0" brushRef="#br0" timeOffset="142083.68">13462 18336 333 0,'-15'-2'603'0,"3"-2"-135"0,3-2-74 0,-2-1-12 15,-1 1-5-15,5-1 8 0,-1-1-15 0,3 2 53 16,-3-1-82-16,3 3 4 0,1-1-94 0,4 5-11 0,-6-7-65 16,6 7 51-16,0 0-32 0,0 0 51 15,4 7-30-15,1 0-11 0,1 2-11 0,4 5-8 16,1-1-22-16,-1 3-33 0,1 0-23 0,-1-1 2 16,2 0-42-16,1 0 9 0,0-1-25 0,-1 1 14 0,-1-5-25 15,-1 1 13-15,4-3-27 0,-4 1 12 16,4-3-31-16,0-3 9 0,-1 0-38 0,1-3 8 15,-1-2-39-15,2-2 23 0,-1-2-37 0,-1-1-11 0,-3-5 8 16,2 0 6-16,-2-1 3 0,-2 0 10 16,-3-5-3-16,1-1 45 0,-3-3-37 0,-2 3 40 0,-1 1-29 15,0-2 43-15,-1 5-25 0,-2-3 50 0,1 2-17 16,-1 4 47-16,2 1-33 0,-1 1-1 0,1 0-7 16,0 1-7-16,0 3 0 0,1 6 14 0,0 0 8 15,0 0-1-15,0 0-7 0,6 5 0 0,-1 2-8 16,3 5 1-16,-2-1-5 0,3 3-5 0,0 0 0 15,4 3 4-15,-3 1-10 0,5-2-20 0,-2 0-18 16,-3-1-19-16,3-1-96 0,-4-2-7 0,0-2-80 16,1 2-10-16,-1-3-129 0,-4 0-40 0,2-2-90 15,-3-1-53-15,-4-6-72 0,7 8-65 0,-7-8-328 16,0 0-632-16</inkml:trace>
  <inkml:trace contextRef="#ctx0" brushRef="#br0" timeOffset="142493.44">13798 17901 264 0,'3'-9'676'0,"-2"3"-53"0,-1 6-71 0,13-5-20 0,-13 5-77 0,18 6 0 0,-4 2-71 0,1 3 11 0,4 2-101 16,2 2 1-16,3 3-65 0,0 0 17 0,-1 0-73 16,3 0 14-16,-4 2-44 0,0-3 16 0,0 2-62 0,0 0 12 15,-3-1-57-15,0-4 22 0,-6 0-46 16,1-4 25-16,-1 1-44 0,-3-1 29 0,-1-3-32 15,-3 1 27-15,1-2-37 0,-3-2 34 0,-4-4-41 0,1 6 35 16,-1-6-37-16,0 0 36 0,-13 3-37 0,3-3 32 16,0-5-35-16,-4 1 40 0,-3-3-39 15,-2-2 37-15,1-2-37 0,-6-3 31 0,1-1-28 0,1-3 37 16,-4-7-37-16,6 3 26 0,5-3-34 0,1 0-5 16,5-3 2-16,5 4 1 0,2-2-1 15,5 1 5-15,5 3-5 0,2-4-2 0,3 2 6 16,2 4-15-16,0 3 24 0,1 4-17 0,-1 2 25 0,-1 2-21 15,1 4 21-15,-3 1 0 0,1 4 0 0,-2 1 2 16,0 2-5-16,-1 3 4 0,-1 3 2 0,-3 1-3 16,1 3 4-16,-5-1 32 0,-1 1-37 0,-2 0 30 15,0 3-37-15,-3 0 28 0,-3 0-47 0,1 2 9 16,-4-2-63-16,0 0-26 0,-1-2-106 0,0-2-57 16,2 0-170-16,0-3-102 0,1-3-106 0,0 1-637 15,8-7-891-15</inkml:trace>
  <inkml:trace contextRef="#ctx0" brushRef="#br0" timeOffset="142725.5">14233 17577 571 0,'5'-9'830'0,"0"3"-168"0,-5 6-84 0,7-6-67 16,-7 6-32-16,0 0-1 0,8 6-51 0,-5 0 4 15,-2 5-32-15,0 0-7 0,1 3-37 0,-1 2-30 0,0 1-64 16,1 2-3-16,0 4-57 0,3-1-33 15,-1 0-43-15,2 0-14 0,2 0-30 0,0-3-22 16,2 0-40-16,-1-2-32 0,1-3-37 0,1-2-50 16,1-2-62-16,0-1-39 0,2-5-43 0,-3-1-54 0,4-3-48 15,0-1-122-15,0-2-28 0,0-3-34 0,2-4-15 16,-2-2-21-16,-1-1 3 0,-1-4 1 0,1-2-252 16,-4-1-348-16</inkml:trace>
  <inkml:trace contextRef="#ctx0" brushRef="#br0" timeOffset="143059.73">14564 17552 305 0,'-3'-14'516'0,"-1"3"-68"15,2 2-45-15,-2 0-34 0,3 4-34 0,1 5 4 16,-3-9 38-16,3 9-13 0,0 0-5 0,0 0-23 16,0 0-38-16,1 10-1 0,2-4-54 0,2 1 24 15,0 1-42-15,0 1 3 0,-1 0-33 0,3 1 2 16,1 0-48-16,-1 0-8 0,-1 0-46 0,2-2 3 16,-3-1-23-16,4 0 9 0,-3-1-27 0,-1-1 8 15,-5-5-25-15,12 7 6 0,-12-7-26 0,13-1 10 16,-13 1-21-16,11-6 13 0,-6 1-18 0,2-2 15 15,-2-2-14-15,-1 0 10 0,-1-1-21 0,0-3 21 16,2 3-19-16,-4-2 16 0,2 1-18 0,1-1 24 16,-2 2 0-16,0 1 31 0,0 1-21 0,-2 0 7 15,3 3-26-15,-1-1 6 0,-2 6-8 0,4-8 52 16,-4 8-2-16,0 0 31 0,13 0-2 0,-13 0-5 16,15 9-8-16,-6-3-12 0,1 1-13 0,1 1-10 0,-1 2-4 15,1-1-10-15,-2 2-2 0,2-1-2 16,-1 0-19-16,0-1-27 0,-1-1-41 0,0 3-28 15,-3-5-79-15,3 1-26 0,-5-1-46 0,2 0-3 0,1-2-44 16,-7-4-29-16,6 6-131 0,-6-6-110 16,0 0-19-16,0 0-65 0,0 0 0 0,0 0-411 15,-4-10-676-15</inkml:trace>
  <inkml:trace contextRef="#ctx0" brushRef="#br0" timeOffset="143274.31">14754 17327 391 0,'-6'-15'636'0,"-1"1"-102"16,3 3-62-16,1 3-109 0,1 2-11 0,2 6-46 15,3-11 18-15,-3 11-39 0,10-3-27 0,-10 3 0 0,14 4-9 16,-4 1-37-16,2 3-6 0,-1-1-6 0,2 2-34 16,3 3-19-16,-1-2-22 0,0 2-20 0,-1 1-48 15,-2-2 17-15,-2 1-41 0,1-1 18 0,-2 1-30 16,-1-2 19-16,0 1-22 0,-3 1 14 0,-3-1-31 16,1 0 21-16,-4 1-36 0,-2-2 15 0,-1 5-63 15,-2 0 3-15,-2-2-73 0,-1 4-72 0,0-2-106 16,-3 3-122-16,0 0-101 0,1-1-170 0,-1-1-388 15,-1 3-707-15</inkml:trace>
  <inkml:trace contextRef="#ctx0" brushRef="#br0" timeOffset="143625.67">14394 18617 678 0,'-8'-5'698'0,"8"5"-143"0,-13-4-42 16,13 4-15-16,-10-6-17 0,10 6-36 15,-8-4-81-15,8 4-6 0,-5-4-89 0,5 4 31 16,0 0-16-16,0 0 74 0,0 0 22 0,0 7 45 0,4 0-48 15,1 2-51-15,2 4-55 0,0 1-46 0,2 3-47 16,0-1-30-16,1 2-88 0,-1 1-60 0,2 0 0 16,-1-1 0-16,1 0 0 0,-2 0 0 15,3-2 0-15,-2 0 0 0,-1-4 0 0,0 1-208 0,0-1-104 16,-3-1-34-16,2-2-66 0,-3-2-61 0,1 2-87 16,-2-5-68-16,-4-4-29 0,5 9-44 15,-5-9-20-15,0 0-271 0,0 0-588 0</inkml:trace>
  <inkml:trace contextRef="#ctx0" brushRef="#br0" timeOffset="143791.63">14394 18898 182 0,'-13'0'562'0,"1"-2"-31"16,12 2-129-16,-21 0 9 0,21 0-54 0,-18 0-13 15,18 0-14-15,-13-1 28 0,13 1-23 0,0 0 1 16,-14-1-36-16,14 1-44 0,0 0-48 0,6-8-34 16,-2 2-36-16,5 0-31 0,3-1-21 0,4-5-20 15,0-1-11-15,4-4-20 0,3-2-31 0,-1 0-56 16,-2-1-70-16,-1-1-93 0,2-1-74 0,-6 0-122 15,2-1-94-15,-3 0-98 0,-4 4-451 0,0-1-671 16</inkml:trace>
  <inkml:trace contextRef="#ctx0" brushRef="#br0" timeOffset="144225.07">14598 18408 769 0,'0'0'598'0,"0"0"-108"0,0 0-124 16,0 0 0-16,0 0-14 0,0 0-29 0,0 0 39 15,0 0-72-15,0 0 39 0,7 3-82 0,-7-3 9 16,0 0-91-16,2 8 12 0,-2-8-75 0,0 0 45 16,3 8-53-16,-3-8 23 0,5 6-52 0,-5-6 22 0,6 9-49 15,-6-9 33-15,10 6-46 0,-2-2 34 16,0 0-48-16,1 1 38 0,-2-1-40 0,4 0 28 0,-1 0-40 16,0 2 38-16,5-1-45 0,-3 1 38 0,1 2-39 15,-2-2 38-15,2 1-7 0,-2 1-7 0,1-2 0 16,-2 2-3-16,0 0-5 0,-3-1 1 0,-1 0-10 15,-1-1 5-15,-1 2-8 0,-1-3-7 16,-3-5-5-16,-2 13-15 0,1-6-14 0,-4 0-9 0,1-2-14 16,-2 0-50-16,-1-1-53 0,-3 0-45 0,0-2-90 15,-2 1-48-15,-2-3-27 0,1 0 2 0,0-1 19 16,0-2 15-16,-3 0 25 0,4-2 12 0,-2-1 44 16,2-2 2-16,3 0 46 0,-2-1 17 15,4 1 65-15,0-2 55 0,0 2 85 0,3-3 71 0,2 2 57 16,-2-2 42-16,4-1 20 0,0 1 19 0,1 0-2 15,3 1-30-15,0-3 36 0,0-2-48 0,2 2 35 16,2-2-45-16,3-1 18 0,1-1-45 0,4-2 17 16,1-2-18-16,2 0-20 0,5-4-8 0,1 1-25 15,2-1-15-15,-2 0-12 0,3 0-51 0,-4 0-26 16,1 2-104-16,-6 2-127 0,0 2-89 0,-3-1-98 16,0 1-81-16,-3 2-292 0,0-2-353 0</inkml:trace>
  <inkml:trace contextRef="#ctx0" brushRef="#br0" timeOffset="144842.72">15336 17824 397 0,'0'0'679'0,"0"0"-84"0,0 0-77 0,0 0-11 0,1 13-59 16,3-2 27-16,2 1-96 0,2 2-3 0,1 4-103 15,0-1 4-15,3 3-72 0,-3-2-1 0,3 1-66 16,-1 0 5-16,0 0-58 0,0-2 22 0,-1-1-55 16,-1 1 21-16,0-4-47 0,-2-1 17 0,0-2-29 15,-2 0 34-15,-1-1-40 0,0-3 36 0,0-1-36 16,-4-5 26-16,1 10-32 0,-1-10 30 0,0 0-40 15,-9 1 35-15,9-1-42 0,-13-6 39 0,3 1-39 16,-1-2 34-16,-3-3-34 0,-2-1 5 0,-4-6 2 16,-1-1 2-16,-2-1 0 0,0-1 10 0,-1-4-1 15,6 3 1-15,0-3 8 0,4 1 14 0,3-1-2 16,4 2-8-16,4-1-9 0,3 4-30 0,2 0 16 16,3 1-19-16,0 4 26 0,4 0-26 0,0 3 28 15,3 1-24-15,0 2 24 0,0 4-20 0,-2 2 21 16,4 1-2-16,-3 2 1 0,0 2-3 0,-2 2 1 15,-1 1 4-15,-2 2-1 0,2 0 4 0,-5 2 3 0,0 0-3 16,-3 2 0-16,0 0-2 0,-3 0 1 16,0 1-12-16,-4 0-4 0,2-1-12 0,-4 1-22 0,3 0-35 15,-4-4-40-15,2 1-65 0,0-2-37 0,2 1-151 16,-2-3-108-16,3-2-75 0,-1 1-119 16,6-5-401-16,-8 4-692 0</inkml:trace>
  <inkml:trace contextRef="#ctx0" brushRef="#br0" timeOffset="145591.31">15698 17587 604 0,'0'0'762'0,"0"0"-183"0,3-8-119 16,-3 8-115-16,0 0-59 0,0 0 19 0,0 0 3 15,0 0-23-15,0 0-28 0,0 0-43 0,-4 10-45 16,4-10-28-16,-2 9-25 0,2-9-22 0,-5 8-20 16,5-8-12-16,-4 11-17 0,4-11-6 0,-3 9-6 15,3-9-10-15,-2 8-4 0,2-8 2 0,-3 9-9 16,3-9 3-16,0 0 8 0,-1 7 4 0,1-7 7 16,0 0-3-16,1 8 1 0,-1-8-5 0,5 4-2 15,-5-4 1-15,12 5-7 0,-5-2-3 16,1 0-5-16,2 0-2 0,2 0 6 0,-2 1-10 0,0 0 2 15,3 1-3-15,-3-1 1 0,2 2-5 0,-2-2 1 16,0 1-3-16,0 1 9 0,-1 0-9 0,-2-2 1 16,0 0 2-16,2 2-10 0,-5-1-4 0,1-1-8 0,-2 2-25 15,-3-6-26-15,0 10 12 0,-1-2-96 0,-3-1-28 16,-3-1-85-16,-3 2-39 0,1-2-44 16,-2 1-12-16,-3-1 4 0,-1 0 15 0,-1-2 13 0,-1 1 8 15,-1-1 6-15,2-3 36 0,-1 2 32 0,1-3 40 16,0 0 34-16,3-2 14 0,-1 1 17 0,3-2 29 15,1-1 26-15,1-1 38 0,2-1 43 0,2 0 61 16,3-1 38-16,2 0 13 0,0-2 26 0,2 0-9 16,2 0 25-16,1-1-33 15,3-2 10-15,1 3-12 0,-2-2 32 0,2 1 12 0,2 1 4 16,-1-3 3-16,0 1-18 0,2 2-16 0,-1-2-26 16,-2-1-10-16,0 0-22 0,1 2-20 0,-1-2-10 15,-1 1-22-15,-3-1-22 0,1-1-11 0,-2 1-25 0,-3 0-36 16,1-1-23-16,-4 1 5 0,1-1-32 0,-3-3 5 15,-2 2-13-15,2 0 44 0,-4-3 3 0,3 3 42 16,-2-1 8-16,-2 0 63 0,1 1 41 0,3 2 66 16,0-1 37-16,1 3-4 0,1 1-3 0,3 0 3 15,2 1 18-15,1 1 9 0,5 0 46 0,1 2-25 16,4 4-2-16,1-1 2 0,5 4-2 0,5 2 2 16,-1 4 7-16,8 0-31 0,1 7 23 0,3 1-45 15,0 2 35-15,-3 1-8 0,0 0 20 0,-1 0-31 16,-2 5-9-16,-3-2-43 0,-2 2-9 0,-5-2-41 15,-2 1 2-15,-2 0-34 0,-6 2 6 0,-2-2-12 16,-2 0-6-16,-7 1-10 0,-1 1-11 16,-6 3-13-16,-3-2-17 0,-7 3-35 0,-3 0-33 0,-1-1-42 15,-6-2-48-15,-2-1-57 0,-2-3-32 0,-4 0-136 16,-1-3-72-16,-2-2-73 0,-1-2-96 0,-2-1-558 16,3-3-806-16</inkml:trace>
  <inkml:trace contextRef="#ctx0" brushRef="#br0" timeOffset="147215.31">15419 17409 430 0,'2'-5'606'0,"-2"5"-112"16,3-11-76-16,-3 11-42 0,4-7-26 0,-4 7 22 0,0 0-3 0,0 0-17 15,9 7 2-15,-7 2-48 0,1 0-12 0,-2 3-52 16,0 4 7-16,3 3-43 0,-3 4-11 0,2 1-28 15,-2 2-2-15,2 1-27 0,1 4-28 0,1-2-18 16,1 3-21-16,4-2-7 0,-1-1-6 0,3-2 4 0,4-1-8 16,1-4-2-16,10 2-17 0,4-5-31 15,-1-9-37-15,6-2-59 0,6-5-89 0,5-8-160 0,6-1-137 16,-1-2-117-16,-2-3-233 0,-3-6-483 0,-4-3-914 16</inkml:trace>
  <inkml:trace contextRef="#ctx0" brushRef="#br0" timeOffset="149091.88">10199 15912 440 0,'0'-25'377'16,"2"5"-31"-16,-2 1-91 0,-2 4-39 0,4 4-39 0,-2 2-3 0,0 9-43 15,0 0 19-15,0 0-23 0,0 14-7 0,0 1-14 16,0 5 2-16,-3 5-12 0,-2 18-11 0,-2 6-1 15,-1 9-9-15,-4 9-7 0,-1 2-15 0,-2 1-5 16,-2 2 1-16,-1-2-1 0,2-1-2 0,-2-4-2 16,0-3-6-16,3 0-9 0,-2-7-10 0,6-8-4 15,0-5-8-15,0 0-6 0,3-9-17 0,2-3-69 0,2-7-112 16,0-1-112-16,-1-3-101 0,3-5-386 0,-1-4-322 16</inkml:trace>
  <inkml:trace contextRef="#ctx0" brushRef="#br0" timeOffset="149274.6">9606 16489 67 0,'-1'-12'658'15,"2"3"-198"-15,3 3-102 0,1 2-81 0,8 2-51 16,5 4-46-16,9 2-16 0,10 1-5 0,13 1-10 16,7 0-3-16,17-1-2 0,11-2-10 0,7-1-27 0,6-2-15 15,6-2-18-15,4-2-11 0,20-2-12 16,4 2-11-16,-1-1-20 0,-21 5-159 0,-4 7-262 15,-4 1-547-15,-7 2-532 0</inkml:trace>
  <inkml:trace contextRef="#ctx0" brushRef="#br0" timeOffset="174224.3">12603 8485 142 0,'-7'6'429'0,"7"-6"-115"0,-11 6-60 0,11-6-28 16,-11 4-30-16,11-4 8 0,-12 5-29 15,5-4 28-15,7-1-9 0,-14 6-23 0,14-6-18 16,-16 4-12-16,16-4-1 0,-12 3-4 0,12-3-8 0,-11 2 0 16,11-2-6-16,-9 3-11 0,9-3-19 0,0 0-19 15,-15-3-13-15,15 3-15 0,-8-6-5 16,4 0-8-16,2-1-6 0,-1 1-1 0,3-3-12 15,0 2 4-15,0-2-4 0,0 0 10 0,1 0-16 16,2-1 10-16,0 3-13 0,-1-1 8 0,2 3-14 0,3-1 14 16,-1 2-5-16,-6 4 42 0,19-1-11 15,-9 4 12-15,6 1-17 0,-4 4 5 0,6 2-3 0,-2 3 3 16,0 1 7-16,2 0-7 0,-1 6-6 0,-1 0 16 16,-2 0 0-16,-1 2-6 0,-1-3-1 0,-3 1 0 15,-3 1 5-15,2-2-1 0,-6-2-3 0,1 0 3 16,-2 0 6-16,-1-4-1 0,-3 0 2 0,2-1 1 15,-5-1 9-15,2-2-8 0,-1-1-8 0,0-3-9 16,5-5-9-16,-13 3-2 0,13-3-1 0,-15-6-11 16,7 0-4-16,0-6 1 0,1-1-4 0,2-3-2 15,1-4-6-15,1-3 11 0,2-1-9 0,1-3-9 16,1 2 5-16,3-1 13 0,1 1-2 0,5-1-7 16,-2 0-4-16,4 2 7 0,0 5-8 0,1 2 10 15,0 4-6-15,2 0 6 0,1 6-9 0,0-1 10 16,1 6 5-16,-2 1 3 0,4 3 4 0,-2 3-7 15,2 3 5-15,-1 4-10 0,0 0-2 0,2 6 6 16,-4 1-6-16,0 0 0 0,-2 1-2 0,0 3 0 16,-2 0 0-16,-2-2-3 0,-2 1 1 0,-2 0 0 15,-1-2-11-15,-1 1-20 0,-1-3-29 0,-1 0-57 16,0-1-92-16,-1-4-118 0,0-1-96 0,-1 0-148 16,3-6-632-16,-3-6-812 0</inkml:trace>
  <inkml:trace contextRef="#ctx0" brushRef="#br0" timeOffset="174707.99">13095 8294 624 0,'0'0'670'16,"8"-5"-141"-16,-8 5-68 0,0 0-88 0,10 8-61 0,-7 0-38 0,0 2 7 0,3 3-34 0,0 5 24 15,3 3-2-15,1 4-49 0,0 2-39 0,6 7-19 16,-1 0-22-16,4 1-20 0,-1 1 6 15,1 3-11-15,2-2-26 0,-2 0 7 0,0-1-22 16,0 0 16-16,1-1-27 0,-4-3 19 0,1-1-40 0,-3-6 14 16,-1-3-34-16,-3-3-1 0,-1-1-8 0,-3-5-2 15,2-1 3-15,-1 0-3 0,-3-3 2 0,0 0-3 16,0-3-3-16,-4-6 1 0,0 0-5 0,-4 6 29 0,4-6-36 16,-14-7 26-16,5-4-34 0,-4-2 25 15,-6-8 2-15,-4-6-7 0,-2-5-2 0,0-4-4 16,-7-9 1-16,0-2 0 0,-1-3-25 0,0-2 30 15,5 1-21-15,1 1 23 0,5 0-29 0,6 7 24 16,4 3-2-16,8 5 2 0,2 3-6 0,6 0-2 16,3 3-1-16,7 2 9 0,6-1-3 0,5 7 6 15,1 4 3-15,2 3-1 0,1 6-3 0,-1 2 11 16,0 3-8-16,-2 4-2 0,1 1-24 0,-3 4 31 0,2 1-28 16,-5 2 31-16,-3 1-29 0,-1 1 39 0,-4 3-35 15,-7 0 3-15,0 3 8 0,-6 1 0 16,-7 2 26-16,-2 7-36 0,-7-4 30 0,-4 5-33 0,-6 0 30 15,-2-4-9-15,0-1-1 0,-2-2-4 0,-2-2 1 16,5-6-9-16,1 0 0 0,3-6-15 0,3-1-35 16,4-1-73-16,2-5-94 0,5-5-122 0,3 1-106 15,2-5-55-15,5-4-100 0,3-2-681 0,5-4-888 16</inkml:trace>
  <inkml:trace contextRef="#ctx0" brushRef="#br0" timeOffset="175207.69">13801 8097 572 0,'9'-9'660'0,"-2"3"-153"0,0-1-73 0,-4-2-91 0,0 2-73 0,2-3-53 0,-3 1-30 0,-2-3-25 0,0 2 2 0,-2-3 2 16,0-1-21-16,-2-2-15 0,0 1-9 0,-4-1 1 15,1-2-11-15,-5-1 2 0,2 2 10 0,-8-5-17 16,1 3-7-16,-7 0-10 0,-8 0-5 0,-2 1-20 0,-10 3 19 15,-3 3-26-15,-9 5-6 0,-16 2 12 0,-7 5-5 16,-5 6-8-16,-5 5-12 0,-3 4-2 16,-16 10-10-16,-1 5-7 0,3 4 5 0,0 4-1 0,9 3-3 15,5 5-1-15,10 3 4 0,18-4-6 0,6 4 1 16,9 5 4-16,6 6 5 0,10 5 11 0,9 1 26 16,9 5-4-16,10-1-9 0,7 0 6 0,11 1 4 15,6 0 25-15,8-5-38 0,6 1 20 0,8-4-3 16,3-1 41-16,5-5-39 0,4-3 28 0,3-4-45 15,8-3 19-15,4-7-19 0,4-2 26 0,7-7-12 16,3-9 12-16,4-6-31 0,2-8 24 0,2-8-28 16,-3-5 27-16,1-8-34 0,-3-3 51 0,-3-4-36 15,-5-3-7-15,-7-2-1 0,-3-6-2 0,-7-4 6 16,-8-2-2-16,-2-6 24 0,-8-3-46 0,-6-6 24 16,-4-3-41-16,-5-5 35 0,-7-3-49 0,-4 0 34 15,-8-5-45-15,-5 1 4 0,-6-1 8 0,-5-3-43 16,-4 0 33-16,-5 3-14 0,-4-3 2 0,-6 5 0 15,-4 2 6-15,-1 4 0 0,-5 8-23 0,-5 4 38 16,-1 8-27-16,-7 5 28 0,0 8-40 0,0 10 11 16,0 9-32-16,-2 5-45 0,-3 9-76 0,-8 7-60 15,1 8-94-15,0 9-180 0,0 5-158 0,0 4-218 16,3 5-421-16,2 0-925 0</inkml:trace>
  <inkml:trace contextRef="#ctx0" brushRef="#br0" timeOffset="176457.29">11112 9003 238 0,'0'0'327'0,"1"-11"-71"0,-1 11-37 15,3-10-28-15,-3 10-44 0,0-11 22 0,0 11-9 16,0-10-11-16,0 10-35 0,-2-12-4 0,2 12-30 0,-4-11 1 16,2 5-14-16,2 6 15 0,-9-8-21 0,5 2 26 15,-1 1-27-15,5 5 31 0,-12-6-26 0,12 6 32 16,-16-3-13-16,16 3 28 0,-18 2-7 0,4-1-10 15,1 5-15-15,-1 0 38 0,-4 4-10 0,-1 4 14 16,-1 0-5-16,0 4 6 0,0 2-20 0,5 3-4 16,-3 0-28-16,5 2-11 0,-1 3-11 0,6-1 6 15,0 3 2-15,6-5-6 0,-2 3-8 0,8-1-7 16,0 2 0-16,4-2 0 0,2 1-2 0,1-5 6 16,3-1-5-16,3-1-6 0,0-2-1 0,-1-5-9 15,2 0-3-15,1-6-1 0,3 0 3 0,-3-2-4 16,3-5-5-16,-1-1-1 0,4-4-3 0,-1-4 0 0,4-2-4 15,-1-5-3-15,1 0-1 0,-5-2-5 16,-1-2-7-16,-4 3-37 0,-5 1-63 0,-2-1-83 16,-6 3-53-16,-5 0-19 0,0 3-43 0,-5-1-28 15,-5 2-7-15,-3 0-11 0,0 4 11 0,-6 1-56 16,0 1-178-16,-2 3-95 0</inkml:trace>
  <inkml:trace contextRef="#ctx0" brushRef="#br0" timeOffset="176624.29">10859 9376 119 0,'-13'8'339'0,"5"0"-72"15,3-3-19-15,5-5 3 0,-5 9-17 0,5-9-2 0,0 0-23 16,0 0 18-16,14-3-26 0,-2-3-8 0,2-2-25 16,4-5-22-16,7-3-22 0,5-4-29 15,3-4-15-15,5-3-14 0,7-4-10 0,1-1-13 0,-1 0-7 16,-2 3-12-16,-5 3-32 0,-2 1-20 16,-4 2-89-16,0-2-65 0,-4 2-65 0,-6 5-59 15,-2 0-112-15,-3 3-229 0,-4-1-157 0</inkml:trace>
  <inkml:trace contextRef="#ctx0" brushRef="#br0" timeOffset="176839.87">11417 8841 168 0,'0'0'487'15,"-10"-5"-137"-15,10 5-36 0,-13-1-5 0,13 1-53 16,-15 6 16-16,7-2-28 0,-1 5-2 0,0 1-19 16,-5 4 13-16,4 1 9 0,-3 5-14 0,0 4-29 15,2 2-14-15,-2 2-18 0,2 6-47 0,2 4-24 16,-1 0-20-16,4-4-15 0,5 2-13 0,0-3-5 15,2 0-13-15,3-2-6 0,1 0-5 0,5-6 16 16,-1-5-6-16,2-1-5 0,2-1-3 0,4-5-6 16,1-4-5-16,-1-2-5 0,2-5-1 0,1-2-16 15,-2-4-21-15,5-3-81 0,-1 0-112 0,-4-5-115 0,1 2-88 16,-5-3-103-16,0-2-465 0,-5 3-593 16</inkml:trace>
  <inkml:trace contextRef="#ctx0" brushRef="#br0" timeOffset="177257.73">11371 9129 692 0,'-9'-7'556'0,"0"3"-124"0,2 0-69 0,7 4-57 16,-12-7-64-16,12 7-27 0,-8-6-16 0,8 6 4 15,-2-6-11-15,2 6-2 0,5-10-21 16,0 6-24-16,5-1-24 0,4-3-17 0,3 3-20 16,1 1-15-16,0 1-13 0,1 0-10 0,0 1 1 0,-1 4-4 15,1-1-10-15,-1 2-5 0,0 2-6 0,-1 1 11 16,-2 2-12-16,0-2 13 0,-3 6-20 0,-2-3 6 15,0 2-8-15,-1 1-1 0,-2-1 2 0,-4 1-6 16,0-5 2-16,1 5 0 0,-3-6 11 0,-1 2-7 16,-1 0 1-16,-3-2-1 0,1-1-3 0,3-5-4 15,-6 8 1-15,6-8-4 0,-10 4 2 0,10-4-3 16,-12-3-3-16,12 3 1 0,-13-7-2 0,7 1 11 16,0-1-15-16,-2-2 20 0,2 0-19 0,-1-3 3 15,0 1 0-15,-1-2-2 0,2 1 1 0,-1 0 1 16,2 0-1-16,1 3 4 0,-1-3-2 0,0 5 0 15,1-2 1-15,0 3-1 0,2 0-3 0,2 6-1 16,-3-7 3-16,3 7 5 0,0 0-2 0,0 0 4 16,4 5 4-16,-1 0-4 0,1 1 11 0,3 2-12 15,-2 2 13-15,4 1-16 0,-1 0-1 0,2 1 0 16,-2-3-3-16,2 3 3 0,-1-3-4 0,2 2 1 0,0-4-3 16,0 1-14-16,-2-2-20 0,0-1-60 15,0-2-83-15,-9-3-79 0,14 3-85 0,-14-3-73 16,14-1-26-16,-14 1-82 0,9-9-267 0,-9 9-321 0</inkml:trace>
  <inkml:trace contextRef="#ctx0" brushRef="#br0" timeOffset="177477.06">11550 8997 532 0,'-4'-11'465'0,"-1"1"-127"16,1 3-61-16,4 7-60 0,0-12 21 0,0 12-30 16,4-10 2-16,1 7-27 0,3-1 2 0,1 2-8 15,5 1 16-15,-1 1-18 0,2 1-11 0,2 1-16 16,1 3 2-16,-3 0-17 0,3 2-21 15,0 2-27-15,-3 0-11 0,2 2 21 0,-3 2-27 0,0-1-2 16,-4 1-23-16,-1 1 3 0,0-1-21 0,-3 1 9 16,-1 0-16-16,-1 2 8 0,-3-1-17 0,1-3 10 15,-2 1-23-15,-2 1-4 0,1-6-10 0,1 4-22 16,-4-3-73-16,2 0-103 0,-1-5-98 0,-3 1-111 16,6-5-106-16,-9 5-422 0,9-5-537 0</inkml:trace>
  <inkml:trace contextRef="#ctx0" brushRef="#br0" timeOffset="177708.07">11858 8999 360 0,'0'0'669'0,"7"4"-153"0,-7-4-84 16,0 0-57-16,0 0-67 0,0 0-44 0,0 0-44 15,0 0-37-15,0 0-24 0,0 0-23 0,0 0-28 0,12-8-19 16,-3 1-17-16,3-1-17 0,3-5-12 15,7-3-7-15,-2 0-14 0,3-1-10 0,0 0-42 16,-2 1-88-16,-1-1-26 0,-1 3-62 0,-6 2-16 16,0 2-28-16,-3 0-9 0,-2 5-4 0,-2 1 8 15,-6 4 0-15,0 0 9 0,0 0-15 0,-2 6-225 0,-5 1 23 16</inkml:trace>
  <inkml:trace contextRef="#ctx0" brushRef="#br0" timeOffset="177839.64">11897 9188 46 0,'-3'11'517'0,"2"-3"-101"0,1-8-58 15,5 6-58-15,-5-6-49 0,16-4-34 0,-3-2-42 16,1-4-27-16,4-1-10 0,4-5-34 0,2-1-27 16,4-8-12-16,0 1-40 0,4 0 20 0,-2-3-40 15,0 3 28-15,-4 2-52 0,1 0-24 0,-6 5-141 16,-1 3-221-16,-6 1-316 0,0 4-226 0</inkml:trace>
  <inkml:trace contextRef="#ctx0" brushRef="#br0" timeOffset="178689.76">14446 8357 113 0,'0'0'610'0,"5"-6"-164"0,-5 6-105 0,5-4-60 0,-5 4-29 0,12-7-31 0,-6 2-26 15,3-1-14-15,5 1-15 0,-1-4-24 0,3-1-28 16,3-1-40-16,2 0-1 0,2-2-26 0,0 0 1 15,2 1-22-15,-1-1 7 0,-4 3-23 0,1 1 11 16,-2 0-48-16,-5 4-73 0,1-1-121 0,-4 1-79 16,-11 5-40-16,13-3-423 0,-13 3-279 0</inkml:trace>
  <inkml:trace contextRef="#ctx0" brushRef="#br0" timeOffset="178856.91">14421 8640 533 0,'0'0'372'0,"2"7"-68"0,-2-7-56 0,0 0-1 16,14 2-38-16,-5-4 7 0,1-2-44 0,6-4-7 16,0-1-50-16,7-5 5 0,3-1-26 0,6-4-19 15,0-2-14-15,2 1-15 0,-2 1-6 0,0 1-9 16,-4 2-16-16,-2 1-91 0,-3 2-143 0,-5 1-96 0,0 1-462 16,-7 2-298-16</inkml:trace>
  <inkml:trace contextRef="#ctx0" brushRef="#br0" timeOffset="179939.94">15121 7991 396 0,'9'-5'370'0,"-9"5"-79"0,0 0-64 16,0 0-44-16,0 0-48 0,0 0-8 0,1-5-23 15,-1 5 40-15,0 0 1 0,0 0 29 0,5 7-43 16,-5-7 20-16,5 11-6 0,-2-2-1 0,-2 2-42 15,0 1-1-15,1 1-33 0,0 4 38 0,-2 0-8 16,0 2-21-16,0-2 3 0,0 0-2 0,0 1-10 16,-2-1-10-16,2-1-13 0,-3 1 13 0,3-3-26 15,-1-3 12-15,-1-1-17 0,1 0 32 0,1-3-11 16,0 3 18-16,0-3-14 0,0-7 2 0,-1 7-26 16,1-7 10-16,0 0-21 0,0 0-5 0,8-6-5 15,-3-2 0-15,1 0-2 0,2-2-5 0,2-1 4 0,2-1-1 16,0-2-2-16,1 1-1 0,1-1 1 0,3 3 1 15,-3-1 2-15,5 2-7 0,-1 0 6 16,-1 4-1-16,-1 1 8 0,2 2 0 0,1 3 2 16,0 0-4-16,-2 3 0 0,2 2 2 0,-1 3-3 0,1 1 0 15,-3 1 1-15,-1 1-1 0,-5 3 4 16,2 0 1-16,-5 0-1 0,-3 1 18 0,0 1-9 16,-4 1 22-16,-4 0-9 0,-1 4 1 0,-5-1-3 0,-4 4 2 15,0-1 13-15,-5-1-2 0,-4 1-3 0,-3 2-6 16,2-3-4-16,1-3-9 0,-3-2-1 0,3-2-6 15,-2-1 1-15,3-1-7 0,0-3-5 0,4-2-3 16,4-3-15-16,1-3-43 0,13-2-93 0,-20-1-100 16,12-3-94-16,1-2-113 0,3-4-44 0,1-2-492 15,1-4-587-15</inkml:trace>
  <inkml:trace contextRef="#ctx0" brushRef="#br0" timeOffset="180175.54">15086 8138 565 0,'0'0'522'0,"-7"-8"-138"0,7 8-60 0,-8-6-68 0,8 6-7 0,-4-6-55 0,4 6 9 16,-2-7-15-16,2 7-4 0,5-10 1 15,2 6-9-15,1-2-27 0,4-3-19 0,2 2-11 0,4-5-16 16,2 2-12-16,4-3-18 0,4-3-3 0,4-1-11 16,0 1-6-16,1-3-9 0,-4 7-8 0,-3-1-10 15,-1-2-3-15,-5 5-9 0,1 1 0 0,-7 2-13 16,0 0 5-16,-3 1-5 0,0-1-24 0,-3 2-79 15,-8 5-98-15,8-6-32 0,-8 6-55 0,0 0-54 16,0 0-58-16,0 0-499 0,-18 2-461 16</inkml:trace>
  <inkml:trace contextRef="#ctx0" brushRef="#br0" timeOffset="180457">15913 7782 752 0,'12'-4'740'0,"-3"1"-146"0,0 0-115 0,-9 3-92 15,11-4-61-15,-11 4-49 0,0 0-32 0,13 4-24 16,-13-4-11-16,5 10-23 0,-4-2-37 0,-1 3-24 16,-1 1-24-16,-4 5 8 0,2 0-13 0,1 4-21 15,-3 1 13-15,1 1-12 0,-1-1-13 0,1 3-12 16,0-2-2-16,-1 1 1 0,1-1-1 0,2 1-15 15,-1-2-2-15,2-1-11 0,-1-2 2 0,1-3-5 16,1 1-9-16,-2-3-17 0,0-2-6 0,2 1-16 16,-1-2-10-16,1-3-45 0,-1 1-47 0,-1-3-145 15,0 0-100-15,2-6-82 0,-9 4-73 0,9-4-77 16,-10-1-362-16,2-4-562 0</inkml:trace>
  <inkml:trace contextRef="#ctx0" brushRef="#br0" timeOffset="180673.41">15686 8030 637 0,'-8'-12'531'0,"2"2"-131"15,-1 2-52-15,3 1-83 0,-1 0-44 0,3 2-41 16,2 5 44-16,-1-7 12 0,1 7 10 16,6-2-3-16,-6 2 22 0,19 2-14 0,-5 0-35 0,1 3-17 15,7 0-23-15,1 2-15 0,2 1-25 0,4 1-25 16,-1 0 3-16,0 1-45 0,0-1-14 0,0 0-9 16,0 1-5-16,-1-1-5 0,-2-1-7 15,-1 0-4-15,-1-1-6 0,0 1-3 0,-4-4-9 0,0 3 6 16,-2-1-6-16,-3-1-4 0,0-2-14 0,-3 3-39 15,0-3-83-15,-2 1-109 0,-9-4-121 0,14 4-110 16,-14-4-150-16,0 0-516 0,9 3-752 0</inkml:trace>
  <inkml:trace contextRef="#ctx0" brushRef="#br0" timeOffset="182257.24">16466 7442 256 0,'0'0'371'15,"2"-12"-73"-15,-2 12-51 0,0-8-39 0,0 8-27 0,0-9-23 16,0 9 10-16,0-7-45 0,0 7-2 0,0 0-41 15,0-9 0-15,0 9-26 0,0 0 7 0,0 0-15 16,0-8 27-16,0 8-18 0,0 0 40 0,0 0-22 16,0 0 38-16,0-7-10 0,0 7 22 0,0 0-10 15,0 0 13-15,0 0-9 0,0 0-2 0,-2-7 1 0,2 7-10 16,0 0-4-16,0 0-9 0,0 0-2 16,0 0-14-16,0 0-2 0,0 0-18 0,0 0-5 15,0 0-3-15,0 0 15 0,0 0-4 0,0 0-5 16,0 0-10-16,0 8 3 0,0-8-10 0,3 9 7 15,-3-9-10-15,3 11 5 0,-3-11 15 0,4 8-9 16,-4-8 11-16,5 13-32 0,-5-13 12 0,5 9-8 16,-3-1 1-16,1-2-7 0,3 0-8 0,-2 2 2 15,1-1-5-15,-2 3-2 0,1-3 11 0,1 2-24 16,-1 0 18-16,1 1-11 0,0-1 12 0,-1 1-19 16,-2 0 7-16,2-2-18 0,1 0-23 0,-2 1-72 15,2-2-102-15,-3-1-102 0,1 0-113 0,1-1-147 16,-4-5-531-16,6 5-720 0</inkml:trace>
  <inkml:trace contextRef="#ctx0" brushRef="#br0" timeOffset="182528.06">16681 7388 257 0,'3'-6'680'0,"-3"6"-192"16,1-10-73-16,-1 10-79 0,4-6-43 0,-4 6-33 15,0 0-1-15,3-7-6 0,-3 7 13 16,0 0 22-16,2 11-14 0,-2-5-29 0,0 6-42 0,0-1-9 15,-1 4-29-15,0 4-4 0,-1 4 2 0,-2 5 18 16,2 4-44-16,-3-1-2 0,0 5-28 16,1 7-10-16,-1 1 22 0,0-1-23 0,1 1-16 0,0 2 6 15,0-4 17-15,-1 1-16 0,1-6-4 0,2-1 4 16,-1 2-34-16,0-5 22 0,2 0-32 0,-1-1 23 16,-1-5-37-16,2-2-1 0,-2 0-21 0,3-6-24 15,0-2-47-15,-1-1-41 0,0-1-40 0,1-3-30 16,-2 1-35-16,2-4-92 0,0-2-124 0,0-7-104 15,0 9-109-15,0-9-97 0,0 0-375 0,0 0-727 16</inkml:trace>
  <inkml:trace contextRef="#ctx0" brushRef="#br0" timeOffset="182823.31">16752 7934 60 0,'5'-10'658'15,"-3"1"-179"-15,2 1-45 0,-3 4-56 0,2-3-20 0,-3 7-43 16,6-11-19-16,-6 11-17 0,3-7-8 0,-3 7-11 15,4-6 5-15,-4 6-14 0,0 0-23 16,4 5-25-16,-4-5-28 0,1 13-27 0,0-4-27 0,-1 2-21 16,1 1-11-16,1 1-21 0,-1 3-12 0,0 1-7 15,2-2-6-15,-1 2 6 0,3-1 17 0,-1 0-16 16,0 1 20-16,1-3-23 0,-1 1 21 0,3-1-23 16,0-2 31-16,-2 1-36 0,4-4 20 0,0 1-30 15,1-2 24-15,-1 1-39 0,3-5 28 0,0 0-34 16,3-2 23-16,-1-2-37 0,1 0 25 0,2-3-41 15,-1 0 13-15,2-3-28 0,-1-1-51 0,1-1-55 16,-3-4-66-16,0-1-70 0,-2 2-87 0,0-1-41 16,-5 0-44-16,-1 1-73 0,-3-1-42 0,-1 2-453 15,-2-1-627-15</inkml:trace>
  <inkml:trace contextRef="#ctx0" brushRef="#br0" timeOffset="183006.91">17003 7942 423 0,'0'0'600'15,"-7"-3"-112"-15,7 3-103 0,0 0-35 0,0 0-47 0,-8 3 5 16,8-3 10-16,-1 10 3 0,1-2-2 16,2 2-20-16,-2 1-29 0,4 5-38 0,1 0-28 15,2 3-20-15,-1 3-8 0,7 3-21 0,-2 0-42 16,5 1-6-16,-2 0-26 0,5 3-10 0,-1 1-17 0,-2-6-11 16,1 1-10-16,0-1-41 0,-2 0-38 15,0-2-62-15,-2 0-109 0,0-4-131 0,-4 0-117 16,-3-3-169-16,-2 0-633 0,-1-2-876 0</inkml:trace>
  <inkml:trace contextRef="#ctx0" brushRef="#br0" timeOffset="184249.36">17659 7607 361 0,'0'0'652'0,"-6"-3"-146"16,6 3-80-16,0 0-62 0,-9-4-64 0,9 4-40 15,0 0-26-15,-7-3-17 0,7 3-10 0,0 0-5 16,0 0-11-16,-5-4-8 0,5 4-30 0,0 0-4 15,0 0-39-15,3-5-7 0,-3 5-34 0,11-5 1 16,-2 2-30-16,3 1 8 0,2-4-25 0,2 0 12 16,2-2-23-16,4 2-3 0,0-4-5 15,-2 4-3-15,2-4-4 0,-1 1-14 0,-1-1-58 0,0 3-53 16,-1-3-50-16,-6 2-36 0,-1 2-74 0,-4 1-8 16,0 0-37-16,-8 5-32 0,0 0-23 0,0 0-89 15,0 0-210-15,-6-3-192 0</inkml:trace>
  <inkml:trace contextRef="#ctx0" brushRef="#br0" timeOffset="184407.73">17655 7766 209 0,'-1'9'596'0,"0"-2"-160"15,1-7-48-15,2 6-56 0,-2-6-11 16,10 0-50-16,-10 0-17 0,17-2-27 0,-4-2-28 16,1 0-28-16,4-3-33 0,2-1-26 0,6-3-23 15,2 2-22-15,1-5-12 0,6-1-12 0,1 1-15 16,1 0-17-16,0 0-99 0,-3-2-118 0,1 1-131 15,-6 2-131-15,-2 0-427 0,-2-2-457 0</inkml:trace>
  <inkml:trace contextRef="#ctx0" brushRef="#br0" timeOffset="184826.56">18353 7406 322 0,'0'0'571'0,"0"0"-167"16,0 0-47-16,0 0-81 0,9 2 16 0,-9-2-44 0,0 0-14 15,1 6-22-15,-1-6-15 0,0 10-14 0,0-10-24 16,-2 9-17-16,-1 0-24 0,2-1-22 0,-2 2-16 16,-2 1-17-16,1 2-12 0,-3 2 8 0,0-3-28 15,1 3-5-15,-2-2-8 0,4 1 0 0,-3-3-9 16,2 0 3-16,1-4-2 0,0 3-3 0,1-3 0 16,-1 0-4-16,2-2 3 0,2-5 1 0,-4 8-6 15,4-8 3-15,0 0-1 0,0 0-1 16,0 0 0-16,13-1 0 0,-5-2 0 0,2-1-2 0,0 0 2 15,2-3-5-15,1 4 3 0,2-3 0 0,0 1 1 16,-1 1 0-16,4 1-2 0,-1 1 1 0,-1-1 0 16,1 3-2-16,-1-2 4 0,-2 2 1 0,2 2 14 15,-3-2-3-15,0 3 13 0,0-1-13 0,1 2 21 16,-5 3-17-16,0-1-1 0,-1 0 3 0,-2 3 3 16,-2-1 5-16,-1 4 2 0,-6-2-6 0,2 2-3 15,-8 3 0-15,0 2 14 0,-3-2-2 0,-1 3 1 16,-6-1-7-16,-1 1 2 0,1 0-4 0,0-1-2 15,-3-2-4-15,7 0-6 0,-2-4-8 0,5-2 4 16,1-2-13-16,0-2-31 0,2-1-74 0,9-4-79 16,-16-1-77-16,11-3-69 0,-1-4-68 0,-1-2-45 15,1-2-497-15,2-3-525 0</inkml:trace>
  <inkml:trace contextRef="#ctx0" brushRef="#br0" timeOffset="185207.33">18258 7535 479 0,'3'-11'519'15,"-3"11"-120"-15,4-7-77 0,-4 7-55 0,9-8 13 0,-9 8-20 16,11-6 12-16,-11 6 4 0,16-6 8 16,-9 3-10-16,5-1-26 0,-3-1-33 0,3 2-32 15,1-1-27-15,0-3-24 0,4 1-18 0,-2 0-4 16,4-4-19-16,1 2-15 0,1-2-15 0,-2-2-13 0,3 1-9 16,0-2-8-16,-3 1 0 0,4-2 4 0,-8-1-5 15,2 1-6-15,-2-1-3 0,-2 1-2 16,-3-3-5-16,2 2-2 0,-5 2-2 0,1 0 3 15,-3-2 3-15,0 3 8 0,-2 1 15 0,1 0-1 16,-1 1 12-16,-1 2-7 0,0 1-7 0,-2 0 7 0,0 7-10 16,4-7 4-16,-4 7 3 0,0 0 0 0,-3 7-9 15,2 2 2-15,1 1 17 0,0 8 7 16,0 1-21-16,4 6 39 0,0 4-3 0,2 4-13 16,2 5 27-16,2 4-33 0,0-1 45 0,1 5-40 0,0-2 20 15,1 2-16-15,-1 0-12 0,-1-1-9 0,-1 0-9 16,3 1-5-16,-3-1-3 0,-2-2-5 15,1-1-6-15,0-2 0 0,-2-7-6 0,-1-1-38 16,-1 0 5-16,1-7-69 0,-1-2-27 0,1-1-60 0,-2-6-52 16,-1-1-23-16,3-1-78 0,-3-1-93 0,1-6-85 15,1-2-107-15,-4-5-111 0,8 4-293 16,-8-4-635-16</inkml:trace>
  <inkml:trace contextRef="#ctx0" brushRef="#br0" timeOffset="185473.7">19025 7703 812 0,'3'-9'640'0,"-1"1"-158"0,1 3-87 0,-3 5-62 16,4-7-2-16,-4 7 7 0,0 0-11 0,0 0-4 15,0 0-16-15,5 4-42 0,-5-4-27 0,0 13-24 16,0-5-14-16,-1 1-38 0,-1 5-17 0,0-3 17 16,0 6-5-16,1 1-30 0,0-1 14 0,1 1-17 15,0 1-17-15,0-3-11 0,1 2 3 0,2 0-9 16,-1-4 1-16,2 2-4 0,2-2-3 15,1 0 3-15,0 1-10 0,3-4-6 0,2 0-10 0,1-1 3 16,2-3-12-16,5 1-8 0,-1-3-7 0,2-3-16 16,1 0-11-16,2-5-38 0,3 0-43 0,3-5-43 15,0-1-58-15,-2-2-33 0,2-4-46 0,-5 2-55 16,1-4-65-16,-2 0-91 0,-1 1-86 0,-5-1-80 16,-6 0-135-16,-3 1-325 0,-4 1-705 0</inkml:trace>
  <inkml:trace contextRef="#ctx0" brushRef="#br0" timeOffset="185689.15">19205 7699 502 0,'-9'6'728'0,"3"-1"-160"0,2 3-40 0,2 1-56 16,0 2-36-16,2 1-27 0,0 6-18 16,4 6-19-16,0 0-44 0,4 3-6 0,2 4-3 0,1 2-8 15,5 2-20-15,-2-1-41 0,2 1-78 16,1 1-8-16,1-1-54 0,-1 0-24 0,-1-2-12 0,2 2-16 15,-1-2-16-15,-2-1-15 0,0-7-76 0,-3 0-47 16,-1 0-101-16,-2-6-82 0,-1 0-137 0,-3-3-197 16,-1 2-266-16,-2-8-530 0,-2 2-1012 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8-30T12:16:08.402"/>
    </inkml:context>
    <inkml:brush xml:id="br0">
      <inkml:brushProperty name="width" value="0.05292" units="cm"/>
      <inkml:brushProperty name="height" value="0.05292" units="cm"/>
      <inkml:brushProperty name="color" value="#FF0000"/>
    </inkml:brush>
  </inkml:definitions>
  <inkml:trace contextRef="#ctx0" brushRef="#br0">9830 11918 338 0,'-4'7'698'0,"0"-3"-175"0,-2 0-112 0,6-4-80 15,-13 4-80-15,13-4 11 0,-14 3 5 0,14-3 2 16,-15 0-16-16,15 0-26 0,-14-5-23 0,7 2-27 0,0-4-22 16,2 0-29-16,2-1-23 0,2-5-17 0,1 2-15 15,2-3-17-15,2-2-11 0,5 1-6 16,1-1-9-16,0 1 1 0,6 1-10 0,-1 3 12 0,4 2-8 15,-2 5 0-15,1 3 5 0,2 2 1 0,-2 2-6 16,4 5-3-16,-2 2-4 0,2 5-1 16,0 2-5-16,-2 1 16 0,-1 3-18 0,-1-1 16 0,0 4-17 15,-4-3 12-15,-2 3-13 0,-2-4 32 0,-2 1-3 16,-3-6 2-16,-1 2 10 0,-2-2 5 0,-2-1 14 16,0-3-11-16,0 1 9 0,-2-3 2 0,-2-1-9 15,-1-5-10-15,5-3-15 0,-13 3-7 0,13-3-5 16,-17-10 11-16,8 0-23 0,-1-5 8 0,1-4-22 15,-1-6 12-15,0-2-5 0,2-3-1 0,0-3 2 16,3-2-12-16,1 2 10 0,-1-2-11 0,4 3 12 16,1 2-18-16,4 6 16 0,-2-2-16 0,2 4 22 15,3 2-15-15,-1 7 11 0,2 1-5 0,3 5 23 16,1 3-21-16,2 4 22 0,1 4-19 0,4 4 14 16,-1 5-20-16,5 4 20 0,-1 2-3 0,2 5-3 15,-1 3 0-15,-2 1-5 0,0 0-9 0,-5-2 4 16,-1-1-27-16,-2 0-12 0,1 1-32 0,-5-6-75 15,-2-1-76-15,1 1-114 0,-4-4-77 0,0-2-99 16,-3-3-136-16,-2-2-470 0,-1-3-735 0</inkml:trace>
  <inkml:trace contextRef="#ctx0" brushRef="#br0" timeOffset="421.89">10201 11628 632 0,'1'-10'744'0,"0"1"-132"0,-1 9-111 0,0 0-65 0,14 3-60 15,-4 6-44-15,6 4-24 0,-2 3-38 0,5 5-27 16,1 8-30-16,5-1-26 0,0 6-40 0,1-2-29 0,-1 5-21 16,1-3-21-16,5 9-13 0,-6-10-12 15,1 2-9-15,-1-3-11 0,-2 1-11 0,-1-3-19 16,-2-1-18-16,-2-7-47 0,-5 0-23 0,-4-4-54 0,1-5-17 16,-5 2-49-16,-1-6-14 0,-4-1 3 0,0-8 14 15,-5 8 33-15,5-8 41 0,-14-3 20 0,1-2 38 16,-3-6 13-16,-5-7 29 0,-6-4 9 0,-1-6 15 15,-1-4 10-15,-7-12 5 0,3-5-2 0,-2-3 8 16,5-3 2-16,0-2 18 0,6 3 32 0,5 2 24 16,6 9-11-16,4 3 8 0,4 6-25 0,5 7 6 15,5 0-13-15,1 4 13 0,5 2 10 0,3 4-3 16,0 3-14-16,6 3 17 0,-3 4-20 0,2 4 5 16,0 3-31-16,2 5 14 0,-1 2-25 15,1 2 10-15,-4 3-19 0,0 4 1 0,-3 2-8 0,-5 0 3 16,1 2-4-16,-6 1 2 0,-4-1-3 0,-1 0 0 15,-4 1-1-15,-4-1-1 0,-3-1 1 0,1-3-2 16,-6-2-1-16,1 0 3 0,-1-6-2 0,-2 1-2 16,2-4-6-16,-2-4-8 0,5-1-20 0,0-1-47 15,1-1-79-15,-1-4-84 0,5-1-91 0,0-3-96 0,5 1-97 16,2-1-423-16,3-3-534 0</inkml:trace>
  <inkml:trace contextRef="#ctx0" brushRef="#br0" timeOffset="948.35">10769 11334 935 0,'13'-15'808'0,"0"-1"-157"0,-7 5-148 0,-2 0-86 0,0 1-56 0,-3 3-49 0,-1-3-42 0,-1 4-40 16,1 6-29-16,-8-8-36 0,8 8-17 16,-14-3-26-16,14 3-23 0,-18 5-18 0,7 0-15 15,-1 2-11-15,2 6-10 0,-3 0-6 0,3 4-9 0,2 4 2 16,-1 0 2-16,4 0 34 0,1 1-13 0,3 2 9 15,1-2-17-15,3 0 15 0,1 0-21 0,2-1 28 16,3-2-18-16,1-3 23 0,2-1-29 0,-1-4 32 16,2-1-33-16,1-5 21 0,-1-3-44 0,2-2 20 15,-1-3-46-15,4-3-2 0,-1-5 0 0,-1 0 1 16,0-1 2-16,-1-2-3 0,-2-3 5 0,-3 0 6 16,-1 1-10-16,-4-1 1 0,-1 1 0 0,-3-1 30 15,-1 0-31-15,-1 1 29 0,-3 1-29 0,3 2 33 16,-2 3-31-16,-1-2 30 0,2 5-34 15,2 7 26-15,-5-8-29 0,5 8 28 0,-3 6-28 0,3 0 29 16,1 9-24-16,2 8 12 0,6 6 15 0,0 9-32 16,4 1 29-16,3 4-30 0,2 0 31 0,5 5-32 15,-2-7 31-15,1-3-30 0,2 1 33 0,1-4-35 16,2-2 33-16,-3-4-33 0,-1-2 32 0,-3-7-28 0,-3-1 37 16,-4-5 1-16,1-1 74 0,-2-3 24 0,-6-3 18 15,4-3-57-15,-10-4 7 0,12 0-43 0,-12 0 14 16,6-10-39-16,-3 0 21 0,-2-2-14 0,-1-4-4 15,-2-3-33-15,-1-5 24 0,-4-5-24 0,0-2 18 16,-5-6-28-16,1 1 0 0,-3-2 0 0,-2 0-9 16,1-1-5-16,0 1-2 0,1 1-11 0,-3 1 4 15,7 6-58-15,-3 1 7 0,2 4-55 16,0 0 6-16,1 6-52 0,5 2-62 0,-1 2-80 16,0 2-114-16,3 4-75 0,-1-1-111 0,3 4-141 0,1 6-361 15,0-11-749-15</inkml:trace>
  <inkml:trace contextRef="#ctx0" brushRef="#br0" timeOffset="1349.17">11585 11222 1119 0,'0'0'876'15,"0"0"-182"-15,0 0-163 0,4-4-77 0,-4 4-77 0,2-9-47 0,1 1-49 0,3 1-51 16,2-4-15-16,3-1-45 0,3-6-19 0,4-2-47 16,5-6-3-16,3 1-38 0,2 0-13 15,1-2 8-15,0 2-37 0,1 1-29 0,-2 0-19 0,-6 6-35 16,-2 3-51-16,-2 1-30 0,-4 3-56 0,-2 2-7 16,-3 2-27-16,-9 7-8 0,9-2-17 0,-9 2-20 15,-3 10-8-15,-2 0-13 0,-5 7-3 0,-2 6 22 0,-8 8 21 16,0 4-11-16,-1 1 24 0,-1 3 41 0,2-2 78 15,-1-1 75-15,2-4 78 0,6-4 58 0,-1-3 39 16,4-6 71-16,4-2 55 0,0-1 20 0,4-5 38 16,1-2-12-16,2 0 25 0,-1-9-19 0,6 7-32 15,-6-7-42-15,13 0-35 0,0-2-24 0,0-2-28 16,3-6-18-16,4-1-23 0,5-6-25 0,3-3-12 16,4-5-15-16,-1 1-7 0,1-1-30 0,-3-1-34 15,-1 1-91-15,-2 0-94 0,-1-2-96 0,-8 6-85 16,-1 1-172-16,-4 2-615 0,-3-1-789 15</inkml:trace>
  <inkml:trace contextRef="#ctx0" brushRef="#br0" timeOffset="1816.86">12484 10374 1341 0,'13'-18'921'0,"-1"2"-207"16,-3 2-136-16,1 4-129 0,-4-1-87 0,3 5-87 0,-1 3-41 15,-8 3-39-15,13 0-4 0,-7 3-51 0,2 2-13 16,-1 3-33-16,-3 1-3 0,1 4-32 0,-1 2 4 16,1 2-36-16,-1 1 23 0,1 4-32 0,-1 0-1 15,0-1-4-15,-2-4-5 0,2-1 0 16,-1 1-3-16,-1-4 2 0,2-3 1 0,-4 2 2 15,3-3 12-15,-2-1 16 0,3 0 21 0,-4-8-3 0,5 9-12 16,-5-9 0-16,0 0-21 0,11-4-3 0,-3-1-6 16,0-3 23-16,-1-1-35 0,1-2 29 0,1 0-34 15,1-2 23-15,-1 3-27 0,2-2 24 0,-1 1-29 16,1 0 28-16,1 2-30 0,2 1 30 0,0-1-4 16,1 3-2-16,2 1-3 0,1 3 0 0,-2 0 10 15,3 2 4-15,-1 3-27 0,2 1 27 0,-3 0-33 16,0 2 34-16,0 2-32 0,-3-1 29 0,1 4-30 15,-3-2 31-15,-2 2-33 0,-3 0 34 0,0 0-32 16,-6 2 3-16,-1-1 5 0,-3-1 2 0,-3 4 1 16,-4-1 2-16,-3 2-3 0,0-1-2 0,-6 0 4 0,-1-1 1 15,-2 0 1-15,2-4-14 0,-1-1-23 16,1-2-55-16,2-3-62 0,1 1-106 0,3-4-137 16,1-1-127-16,2 0-165 0,1-6-710 0,-1 1-998 15</inkml:trace>
  <inkml:trace contextRef="#ctx0" brushRef="#br0" timeOffset="1998.95">12639 10474 795 0,'-4'-6'776'15,"0"1"-164"-15,2-1-122 0,-1 0-60 0,-2 2-40 0,4-4-23 16,-1 0-20-16,1 1-38 0,2-3-56 16,1-1-29-16,2-3-52 0,2 0-25 0,2-4-39 15,4-2-9-15,5-1-30 0,5-6-1 0,1 2-28 0,4 0 6 16,-2-1-28-16,3 0 0 0,1 3-36 0,-4 1-52 15,-2 1-97-15,-5 3-102 0,1 0-128 16,-5 2-110-16,-1 3-211 0,-5 0-421 0,-2-1-753 0</inkml:trace>
  <inkml:trace contextRef="#ctx0" brushRef="#br0" timeOffset="2232.94">13214 9778 1291 0,'5'7'770'0,"-2"-1"-150"0,-1 4-75 16,3 4-75-16,-1 2-71 0,0 0-67 0,1 6-73 15,2 0-40-15,-2 3-42 0,4 2-22 0,-3 2-44 16,2-1-7-16,1 2-30 0,-2-1-7 0,2-1-24 16,-2 0 0-16,-1 1-26 0,-2-5-12 0,2-2-31 0,-5 0-58 15,2-5-63-15,-3 0-85 0,-1-1-71 16,-2-3-68-16,-1-2-80 0,-2-1-93 0,-2-5-101 15,-1 0-265-15,-2-3-477 0</inkml:trace>
  <inkml:trace contextRef="#ctx0" brushRef="#br0" timeOffset="2399.75">12988 10155 308 0,'-23'-15'714'0,"5"1"-77"0,5 3-106 16,4 2-100-16,4 2-44 0,5 7-18 0,1-7-22 16,-1 7-52-16,17-4-8 0,1 6-32 0,1 1-27 15,9 1-15-15,6 3-34 0,6 1-7 0,4 2-47 16,-2 0 7-16,0 2-57 0,-1-1 8 15,-3 2-39-15,-4-3 12 0,-5-1-35 0,0 1-6 0,-6-3-80 16,-1-1-102-16,-6 0-84 0,0-1-87 0,-6-2-104 16,-2-1-175-16,-8-2-655 0,10 6-879 0</inkml:trace>
  <inkml:trace contextRef="#ctx0" brushRef="#br0" timeOffset="3551.37">14196 9047 348 0,'-7'-9'641'0,"3"1"-100"0,-1 2-114 0,1 0-74 0,4 6-91 15,-5-10-14-15,5 10-9 0,0 0-10 0,0 0-16 0,0 0-27 16,0 0 4-16,2 11-22 0,3-2-11 0,2 3 2 15,4 4-32-15,0 0-16 0,2 3-29 0,2 1-17 16,0 1-15-16,2 1-11 0,0 0-7 16,-2 1-5-16,2-2-17 0,-2-1-25 0,-1-2-59 15,-2-2-125-15,0-2-156 0,-4-2-114 0,1-2-126 16,-4-2-404-16,-5-8-598 0</inkml:trace>
  <inkml:trace contextRef="#ctx0" brushRef="#br0" timeOffset="3777.43">14334 8918 271 0,'0'-12'806'0,"-3"2"-186"16,3 2-130-16,0 8-87 0,0 0-34 0,0 0-23 15,0 0-18-15,10 8-12 0,-6 3-27 0,1 6-22 16,2 4-33-16,0 5-13 0,3 6-29 0,2 6-19 16,2 5-37-16,-2 4 26 0,3 10-26 0,0 2-7 15,-2 0-12-15,2 3-11 0,-2-1-10 0,2-2-45 16,0-1 27-16,-2 0-46 0,-1-2-5 0,0-5-16 15,-1-5 6-15,1 3-71 0,0-4-27 0,1-2-43 16,-3-3-82-16,3-5-100 0,-4-8-105 0,0-5-62 16,1-3-92-16,-3-3-101 0,-1-7-441 0,2-3-722 15</inkml:trace>
  <inkml:trace contextRef="#ctx0" brushRef="#br0" timeOffset="4016.8">14778 9589 787 0,'0'0'856'0,"0"0"-168"16,0 0-158-16,0 0-85 0,3 8-65 16,-4-1-47-16,-2 1-41 0,2 2-37 0,-2 0-34 0,2 1-40 15,1 0-29-15,0 2-4 0,1-1-16 16,3 4 3-16,1-1-41 0,3-1-16 0,3 3-5 0,1-3 0 16,2 0-3-16,3-1-14 0,-2-2-1 0,4-1-3 15,1-3-5-15,-3-2-13 0,4-1-21 16,-2-2-16-16,-1-2-24 0,1-1-17 0,0-4-46 0,0-1-55 15,0-2-79-15,-1-5-57 0,-4 1-83 0,-1-4-45 16,-4-1-43-16,-1-2-40 0,-5-2-18 0,-1 1-17 16,-2 1-298-16,-3-1-361 0</inkml:trace>
  <inkml:trace contextRef="#ctx0" brushRef="#br0" timeOffset="4171.78">15062 9536 855 0,'-6'-10'326'0,"-1"4"-37"0,3-2-11 0,-1 3-60 16,5 5 31-16,-3-4-21 0,3 4 14 0,0 0-11 15,0 0-5-15,2 12 1 0,4-2-11 0,2 1-9 16,0 2-5-16,2 5-1 0,4 0-16 0,0 4-15 0,3 3-39 15,-2 0-14-15,2-1-9 0,1 5-17 16,1-2-10-16,0 4-18 0,-2-8-12 0,-1 0-9 16,0 0-9-16,0-1-22 0,-3-5-59 0,0 1-56 15,-2-3-127-15,1 0-92 0,-2-2-101 16,-1-4-117-16,-1 1-589 0,-2-4-746 0</inkml:trace>
  <inkml:trace contextRef="#ctx0" brushRef="#br0" timeOffset="4482.92">15594 8649 595 0,'7'-17'775'15,"-3"3"-146"-15,0 2-123 0,1 2-95 16,-5 10-57-16,3-8-22 0,-3 8-18 0,0 0-12 16,0 12-45-16,-2 0-39 0,1 2 2 0,1 6-32 0,-1 0-29 15,0 5-19-15,2 2-19 0,0 1-22 0,-1 4-34 16,3 0 9-16,-1 2-36 0,2-3 14 0,0 3-26 16,1 0-8-16,-1-3 18 0,0 1-30 0,0 0 7 15,-1-4-39-15,1-1-11 0,-1-3-33 0,-2-3-82 16,2-2-111-16,-3-2-125 0,0-1-88 0,-3-5-130 15,2-3-634-15,-3-2-849 0</inkml:trace>
  <inkml:trace contextRef="#ctx0" brushRef="#br0" timeOffset="4666.96">15338 8915 411 0,'-9'-11'770'0,"3"0"-171"0,-2 5-121 0,4 0-87 0,4 6-41 15,0 0-35-15,0 0-33 0,0 0-39 0,7 7-10 16,0-2-11-16,4 5-30 0,1-1-17 15,6 3-4-15,6 2-13 0,3-1-26 0,0 2-24 0,10-1-19 16,2-1-20-16,0-1-10 0,3-1-16 0,-1-3-8 16,-5-1-9-16,1 0-25 0,-2-4-53 0,0-1-107 15,-5-1-117-15,-5 1-127 0,0-4-152 0,-4 1-746 16,-1-1-904-16</inkml:trace>
  <inkml:trace contextRef="#ctx0" brushRef="#br0" timeOffset="5365.5">15985 8318 607 0,'0'0'544'16,"0"0"-96"-16,-14-2-36 0,14 2-27 0,0 0-30 0,-12-3-9 0,12 3-13 15,0 0-20-15,-10 0-15 0,10 0-48 0,0 0-27 0,0 0-42 16,-8-5-26-16,8 5-41 0,2-4-13 16,1-1-29-16,4-1-14 0,1 0-11 0,4-1-5 0,0-1-13 15,3-2 3-15,2-1-15 0,1 3 0 0,-2-3-5 16,3 1-5-16,-2 3 3 0,0-1-4 0,-3 2-5 16,0 1-1-16,-4 0 0 0,3 2 4 0,-4 1-7 15,-9 2 9-15,14 4 11 0,-9 0 1 0,1 3 3 16,-6 2-7-16,0 3 2 0,-2 3-3 0,-6 3-1 15,-1 2 1-15,-1 4-2 0,-3-1 8 16,0-1 3-16,-1-3 9 0,4 0-10 0,0-4 6 0,0-1-8 16,2-1 8-16,0-2-18 0,3-3 3 0,-1 2-7 15,1-4 5-15,1 0-9 0,4-6 11 0,-4 9-17 16,4-9 4-16,0 0-6 0,15 0 5 0,-6-3-5 16,3-2 7-16,3 1-8 0,2-2 1 0,3-1 2 15,2 1 1-15,-3 0-1 0,4 0 1 0,-1 1-2 16,-3 3 7-16,1 0-5 0,1 2-1 0,-3 0 4 15,1 2 1-15,-4 0 0 0,2 3-3 0,-3 2 5 16,-1 1-8-16,-4 1 14 0,-2 2-8 0,1 1 2 16,-6 1-4-16,0-1 9 0,-5 4 0 0,-1 0 4 15,-4 0 0-15,-3 2 1 0,-4-1 7 0,-2 1 4 16,-3 0 2-16,-1 0 4 0,-3-2-1 0,0-1-12 16,-2-1 8-16,1-2-10 0,4-2-18 0,0-1-20 15,0-3-30-15,6-2-47 0,-2-1-80 0,4-2-110 16,2-2-111-16,2-3-25 0,1-2-63 0,3-2-49 15,2-2-75-15,2-3-267 0,4-4-439 0</inkml:trace>
  <inkml:trace contextRef="#ctx0" brushRef="#br0" timeOffset="5565.81">16313 8182 765 0,'16'-19'738'0,"-1"5"-132"0,-5 4-104 0,3 2-51 0,-2 6-30 0,2 3-28 15,0 5-35-15,1 4-28 0,1 5-44 0,2 6 7 16,-2 6-50-16,3 8-2 0,-4 7 24 0,2 3-54 15,0 11 10-15,0 4-43 0,0 0-36 0,1 2-11 16,1-2-62-16,0 0 15 0,1-2-42 0,1-2-7 16,-1-2-3-16,3-1-8 0,-4-10-7 0,0 1-8 15,0-4-37-15,-3-3-21 0,4-1-92 0,-3-5-59 16,0-4-63-16,-4-5-121 0,0-5-94 0,-1 0-61 16,-2-9-101-16,-2 2-747 0,-7-10-990 0</inkml:trace>
  <inkml:trace contextRef="#ctx0" brushRef="#br0" timeOffset="5798.75">16885 8663 465 0,'2'-16'829'15,"-1"6"-187"-15,2 4-97 0,-3 6-76 0,0 0-50 16,9 1-10-16,-5 8-67 0,-1 0-44 0,3 4-32 16,-1 0-18-16,-1 4-45 0,3 1 0 0,0 2-52 15,-2 0 13-15,2 3-14 0,2-3 11 0,0 0-36 16,3-1 35-16,-1 1-53 0,3-4 20 0,3 0-31 0,0-2 17 15,2-3-46-15,0 0 12 0,5-3-44 0,-1-3 15 16,3-1-50-16,-1-2 10 0,3-4-64 0,-1-1 2 16,0-1-76-16,0-1-22 0,1-6-54 0,-1 0-78 15,-4-2-84-15,-6-2-92 0,-2-1-80 0,-4-2-138 16,-2-2-596-16,-1-1-880 0</inkml:trace>
  <inkml:trace contextRef="#ctx0" brushRef="#br0" timeOffset="5982.18">17141 8569 563 0,'-8'5'690'16,"1"2"-126"-16,4 2-47 0,2 1-61 0,1 3-22 15,4 6-11-15,3 3-45 0,1 6-18 0,3 1-53 16,3 6-10-16,4 1-53 0,3 2 27 0,1-1-67 16,9 7-36-16,1 2-28 0,2-2-29 0,-1 0 6 15,0-1-55-15,1-1 13 0,-2 0-82 0,-7-5-52 16,-3-2-103-16,1 0-127 0,-3 0-170 0,-3 1-150 15,-5 0-271-15,-5-6-355 0,-7-1-845 0</inkml:trace>
  <inkml:trace contextRef="#ctx0" brushRef="#br0" timeOffset="6433.64">13287 12194 1502 0,'-9'-7'881'0,"9"7"-163"0,-6-7-159 0,6 7-98 0,0 0-100 15,0 0-76-15,2-9-36 0,3 2-33 0,3-1-18 16,3-1-12-16,4-4-5 0,6-5-23 15,6-3-24-15,6-5-23 0,8-6-21 0,4 0 5 0,2-3-48 16,3 2 18-16,-3 4-48 0,2-1-17 0,-11 7-80 16,-2 1-64-16,0 3-86 0,-12 3-98 0,-5 5-66 15,-1 2-67-15,-6 3-64 0,-6 2-101 0,-6 4-545 16,0 0-783-16</inkml:trace>
  <inkml:trace contextRef="#ctx0" brushRef="#br0" timeOffset="6586.88">13430 12302 503 0,'-13'19'740'0,"2"-3"-172"0,3-6-113 16,-1 2-105-16,5-3-31 0,-2-1-27 0,6-8 1 16,0 11-27-16,0-11 2 0,10 2-50 15,0-4-20-15,8-6-42 0,7-5-21 0,13-7-29 0,12-5-24 16,6-7-13-16,7-3-51 0,2-1-107 0,4-4-106 16,-4 1-149-16,0-4-207 0,-5 0-665 15,-1-2-824-15</inkml:trace>
  <inkml:trace contextRef="#ctx0" brushRef="#br0" timeOffset="6808.78">14270 11382 1479 0,'1'-7'894'0,"-1"7"-223"0,3-7-140 15,-3 7-91-15,0 0-28 0,11 10-84 0,-3-1-29 16,1 2-20-16,3 5-32 0,1 1-2 0,5 3-18 15,-1 3-35-15,1 0-37 0,3 6-36 0,1-2 3 16,0 3-48-16,1-2 11 0,2 0-46 0,-3-1 10 16,1-1-86-16,-3-4-23 0,1-3-83 0,-1-1-49 15,1-1-67-15,-4-4-102 0,-1-2-67 0,1-2-51 16,-3-1-67-16,-3-3-99 0,2-4-530 0,-13-1-786 16</inkml:trace>
  <inkml:trace contextRef="#ctx0" brushRef="#br0" timeOffset="7185.26">14690 11372 739 0,'-5'-21'727'0,"2"7"-148"0,1-1-126 16,-1 2-107-16,2 7-65 0,1 6-27 0,-2-8 8 0,2 8-32 15,0 0-7-15,0 0-30 0,0 12-10 16,0-12-31-16,0 15-22 0,0-6-20 0,0 3-19 0,0-1-12 16,0 3-25-16,0 0-2 0,0-1-12 0,-2 0-7 15,2 0-6-15,0-1-5 0,0-1-8 16,2 1-11-16,-2-2 5 0,2-2-17 0,-1-1 15 0,1 1-16 15,-2-8 19-15,5 8-26 0,-5-8 18 16,10 0 2-16,-10 0-1 0,15-1-2 0,-6-2 4 0,-1-1-5 16,3-1 4-16,0-1-1 0,-2 0 2 0,3 2 17 15,1-2 0-15,-1 2-10 0,2-1 12 0,-1 2-2 16,-1 0-3-16,2 3 11 0,2 0 7 0,-2 0-17 0,2 3 0 16,0 0-3-16,0 2-2 0,-3-1-7 15,0 3 0-15,2 0 0 0,-3 1 0 0,-1 1-3 16,-2 1 0-16,-2 1 3 0,-4-3 3 0,0 4-1 15,-3-1 0-15,-1 2-1 0,-4 0-1 0,-3 2 4 16,-4 0-5-16,-3 0 3 0,0 0-6 0,-4-2 10 16,-2 0-9-16,3-2 1 0,-2-1-4 0,1-3-3 15,2 0-15-15,-1-4-62 0,5-3-81 0,-2-3-146 16,2-2-115-16,3-4-153 0,1-3-728 0,0-7-904 16</inkml:trace>
  <inkml:trace contextRef="#ctx0" brushRef="#br0" timeOffset="7549.81">14748 11314 1120 0,'2'-6'790'0,"-2"6"-188"15,5-11-123-15,-1 4-101 0,1 0-18 0,2-3-38 0,2 2-7 16,0-3-19-16,2 1-51 0,3-3-7 0,3-2-60 16,2-4-11-16,3 0-52 0,3-2 0 0,3-2-46 15,-3-1 15-15,2 1-41 0,-6 4-9 16,0-2-7-16,-2 0 13 0,-3 0-23 0,0-2-6 15,-2-2-4-15,-4 2 2 0,-1 1 0 0,-1 1-5 0,-3-1 3 16,-3 4-4-16,0-1 2 0,-2 1-2 16,0 1 3-16,-3 2 14 0,-1-1-15 15,0 1 16-15,-1 5 27 0,3-3 14 0,-1 5 2 0,-2-1-9 16,4 3-6-16,1 6 1 0,0 0 30 0,0 0 2 0,-5 4 1 16,7 11 5-16,1 0 2 0,3 10-9 0,4 7 2 15,2 6 35-15,2 4 7 0,5 0-6 0,4 10-7 16,1 2-7-16,1-5 27 0,0 3-43 0,2-1-12 15,1-1-15-15,0-5 6 0,-1 2-31 0,-3-11 6 16,-2 4-24-16,0-3 7 0,-2 0-26 0,0-4-25 0,0 0-55 16,-2-3-83-16,-5-5-53 0,-2-5-104 0,2-1-40 15,-3-3-76-15,-2-2-107 0,-1-3-65 0,0-4-105 16,-1-1-786-16,-6-6-1128 0</inkml:trace>
  <inkml:trace contextRef="#ctx0" brushRef="#br0" timeOffset="7766.94">15580 11009 1353 0,'2'-12'841'0,"2"4"-189"0,-4 8-95 15,0 0-84-15,15 1-51 0,-7 6-39 0,1 5-44 16,4 7 17-16,0-1-21 0,-1 5 13 0,4 3-12 16,-1 2-33-16,4 6-36 0,-1-4-26 0,-1 1-64 15,2 2-2-15,-1-1-61 0,2-1-8 0,-1-1-40 16,-3-6-3-16,0 0-56 0,2-2-26 0,-1-3-74 15,-4-3-58-15,1 0-87 0,-3-3-69 0,1-2-64 16,-1-3-114-16,-1-1-113 0,-2-1-106 0,2-4-158 16,-10-2-432-16,13-2-897 0</inkml:trace>
  <inkml:trace contextRef="#ctx0" brushRef="#br0" timeOffset="8083.72">16045 10849 1329 0,'0'-16'877'0,"1"4"-198"0,-1 3-149 15,0 9-59-15,3-6-59 0,-3 6-58 16,2 8-21-16,1 0-37 0,-2 4 3 0,3 5 18 16,2 4 0-16,-2 1-28 0,3 2-32 0,2 3-19 15,3 0-26-15,1 6-46 0,1-8-19 0,1 7-40 0,3-10-4 16,-4 0-36-16,4-3 1 0,0-1-29 16,-3-5 13-16,2 0-40 0,-2-6-11 0,2-3-38 15,2-1 3-15,-3-2-16 0,1-3 5 0,1-2 10 16,-1 0 0-16,-2-5 7 0,-1 0 7 0,0-3 2 0,-6-1 5 15,0 0 5-15,-2-2 4 0,-3 1 4 0,-2 1 15 16,-2 2-1-16,-2-1-2 0,-3 5 3 0,-2 1 0 16,-2 0 6-16,-3 5-2 0,-1 4 3 0,-6 4-5 15,-1 3-4-15,-2 5-2 0,-4 7-4 0,-1 3-16 16,1 2 12-16,2-1-52 0,2 2-35 0,2-2-84 16,3-3-83-16,6-1-49 0,1-5-103 0,5-1-162 15,2-2-147-15,4-2-951 0,1-3-1331 0</inkml:trace>
  <inkml:trace contextRef="#ctx0" brushRef="#br0" timeOffset="8248.92">16577 11081 1712 0,'0'0'1117'16,"0"0"-218"-16,0 0-182 0,0 0-172 0,0 0-106 15,0 0-83-15,0 0-61 0,0 0-54 0,0 0-48 16,0 0-39-16,0 0-55 0,0 0-86 0,0 0-140 15,0 0-122-15,0 0-264 0,-9-3-302 0,9 3-793 16,-11 0-1259-16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04:44.187"/>
    </inkml:context>
    <inkml:brush xml:id="br0">
      <inkml:brushProperty name="width" value="0.05292" units="cm"/>
      <inkml:brushProperty name="height" value="0.05292" units="cm"/>
      <inkml:brushProperty name="color" value="#FF0000"/>
    </inkml:brush>
  </inkml:definitions>
  <inkml:trace contextRef="#ctx0" brushRef="#br0">4162 11072 222 0,'0'0'595'0,"-9"-4"-156"16,9 4-116-16,-6-6-62 0,6 6-52 0,-8-5-35 0,8 5-29 0,-5-6-25 0,5 6-14 0,-5-3 4 0,5 3-11 0,0 0-16 0,-4-8-17 16,4 8-11-16,-4-7-7 0,4 7-3 0,0 0-4 0,0-7 2 0,0 7-5 0,0 0 3 0,1-7-3 0,-1 7-2 0,0 0 4 0,0 0-6 0,2-7 6 0,-2 7-4 15,0 0-5-15,0 0 0 0,0 0-3 0,0 0 1 0,0-7 0 16,0 7 2-16,0 0 10 0,0 0 2 0,0 0 2 15,0 0 5-15,0 0 3 0,0 0 0 0,1-6-6 16,-1 6-2-16,0 0-12 0,0 0-2 0,4-5-6 16,-4 5-1-16,0 0-1 0,5-4-6 0,-5 4-2 15,0 0-3-15,0 0-1 0,0 0-7 0,10-1 1 16,-10 1 1-16,9 3 3 0,-9-3 4 16,10 11 19-16,-3-5 7 0,0 3-1 0,1 1 2 0,1 3 3 15,-1-1-3-15,0 3-4 0,0 2-4 0,1-1-5 16,0 3 1-16,-1 0 0 0,-2-1-1 0,-1-3-4 15,-1 3 1-15,0-2-2 0,1-1-6 0,-4-1-2 16,2-1 4-16,-2 0 19 0,-1-2-4 0,0 1 9 16,-1-2-5-16,-1 1 3 0,1-2 4 0,0-1 1 15,-4-2 1-15,5-6-1 0,-4 7-1 0,4-7 5 16,-9 4 4-16,9-4 1 0,-11-5 1 0,6-1 5 16,0-4 32-16,1-1-59 0,1-4 34 0,0-2-54 15,3-4 40-15,3-1-56 0,1-3 34 0,4-6-49 0,3 1 45 16,2-2-47-16,2 0 44 0,1 7-48 15,0 1 46-15,2 5-39 0,1 1 39 0,0 8-48 16,-1 0 41-16,0 6-42 0,-1 2 41 0,1 3-37 0,-2 4 45 16,2 3-41-16,0 2 50 0,-3 4-45 0,1 2 48 15,-4 3-47-15,0-2 47 0,-2 5-46 0,-1-1 45 16,0 1-51-16,-5 2 46 0,2-1-51 16,-2 1 8-16,-1-2 1 0,-3-3 5 0,0 1 24 0,0-1-20 15,0-2-15-15,-3-3-5 0,3 0-17 0,-1-4-26 16,1 0-68-16,-3-4-120 0,3-6-149 0,0 9-61 15,0-9-145-15,0 0-573 0,5-5-794 0</inkml:trace>
  <inkml:trace contextRef="#ctx0" brushRef="#br0" timeOffset="408.42">4879 11174 654 0,'0'0'745'0,"-5"-5"-138"0,5 5-100 0,-8-5-61 0,8 5-33 0,-5-5-41 16,5 5-37-16,-5-3-64 0,5 3-35 0,0 0-61 15,-9-5 5-15,9 5-59 0,0 0 25 0,0 0-51 0,-5-4 45 16,5 4-63-16,0 0 39 0,0 0-60 16,15-2 37-16,-3 1-63 0,3 1 45 0,4-1-64 15,8 1 47-15,4-1-55 0,7-2 53 0,4 1-42 0,8-1 56 16,5 1-47-16,0-4 51 0,5 3-48 0,0 1 54 16,0-1-56-16,0-1 34 0,-2-3-46 0,-3 4 34 15,-2-1-49-15,-2 0 42 0,-3-1-52 0,-11 1 32 16,0-1-59-16,-9 2 32 0,-1 0-74 0,-4-2 6 15,1 2-86-15,-6-1-24 0,-1-1-48 0,-1-1-61 16,-4 3-68-16,-2 0-49 0,0-3-36 0,-1-1-51 16,-2 1-35-16,-2 2-451 0,0-5-577 0</inkml:trace>
  <inkml:trace contextRef="#ctx0" brushRef="#br0" timeOffset="659.87">5857 10862 405 0,'-7'-4'622'0,"7"4"-190"0,-5-5-63 0,5 5-68 0,0 0-11 15,0 0-21-15,5 4 16 0,-5-4 4 0,12 8-5 16,-2-1 0-16,0-1-28 0,2 3-9 0,2 1-58 16,1 0-9-16,2 2-41 0,-1 1 5 0,5 4-38 15,-1-1 12-15,-3-3-52 0,-2 3 21 0,1-1-51 16,-4 2 23-16,0 0-42 0,-2-1 28 0,-2-2-38 16,-5 0 30-16,0 3-35 0,-3-3-5 0,-1 1 4 15,-4-1-3-15,-3 1 5 0,-2 1-2 0,-2 0 0 16,-4 0 1-16,3-3 3 0,-5 1-3 0,4-1-4 15,-4-2 3-15,4 0-39 0,-1-2-45 0,3 0-67 16,-2-2-103-16,5 2-97 0,0-4-113 0,0 0-209 16,4-2-444-16,5-3-732 0</inkml:trace>
  <inkml:trace contextRef="#ctx0" brushRef="#br0" timeOffset="1758.51">6823 10891 718 0,'0'0'695'0,"0"0"-156"0,0 0-104 16,0 0-96-16,4 10-43 0,-7 1-21 0,2-1-35 15,-4 5-27-15,1-1-28 0,-1 4-30 0,1-1-12 16,-1 2-27-16,-3 0-14 0,2 0-16 0,-1 0-4 0,0 0-10 16,-2-4-2-16,0-1-8 0,0-2 10 15,0 2-32-15,-4-6 0 0,2 1-11 0,-5-3 1 0,2-1-11 16,-1-5 7-16,1 0-10 0,-4-2 14 16,1-3-9-16,-2-5 13 0,1 2-18 0,2-6 18 0,0-1-17 15,2 0 14-15,4-4-15 0,1 0 7 0,3-2-23 16,3 4 15-16,2 1-21 0,2-1 17 15,7 1-24-15,-2 2 28 0,7 1-27 0,2 2 6 16,1 3-2-16,0 2 3 0,3 3 2 0,3 2 15 0,0 3-19 16,1 3 17-16,5 5-20 0,0 0 21 0,-1 3-15 15,0 3 14-15,2 3-16 0,1 0 15 0,-2 1-9 16,-4 0 13-16,-2-2-14 0,-2-2 13 0,2 2-21 16,-5-4 22-16,-1-3-22 0,-3 3 23 0,0-7-18 15,-3 2 22-15,-1-5-16 0,0 1 17 0,-9-5-24 16,14 0 42-16,-6-3-42 0,0-2 23 0,0-4-28 15,0-1 20-15,0-5-20 0,-1-4 21 0,1-2-21 16,-3 1 25-16,-1-3-20 0,-2-2 27 0,0 3-30 16,-2 1 7-16,-2 1 1 0,0-2 1 0,-3 2-4 15,-2 1 5-15,-2 3 1 0,-1 0 1 0,-2 5-7 16,-3 4 4-16,0 3-2 0,-4 1 2 0,-3 2 0 16,-1 3 2-16,-1 3-1 0,-2 0-4 0,3 4 4 15,4-1-3-15,-2 3 0 0,5-2-10 0,3 3-4 16,3-5-66-16,1 3-102 0,5-2-131 0,4 0-139 15,3-2-210-15,3 1-515 0,3-1-789 0</inkml:trace>
  <inkml:trace contextRef="#ctx0" brushRef="#br0" timeOffset="2358.9">4356 12078 373 0,'0'0'687'0,"4"-6"-163"0,-4 6-116 0,0 0-36 0,0 0 17 15,9 10-1-15,-6-1-17 0,0 4-36 0,3 2-52 16,-1 6-33-16,2 3-55 0,0 5-24 0,-1 4-33 16,2 5-26-16,2 1-19 0,-1 2-20 0,0 2-11 15,1 0-13-15,-1-1-11 0,0-2-5 0,0 1-7 16,0 0-20-16,-1-1 18 0,-2-8-26 0,0 0 2 16,1-2-50-16,-4-3-74 0,0-4-128 0,0 2-107 15,-3-8-128-15,0 0-158 0,-3-6-443 0,-1 0-704 16</inkml:trace>
  <inkml:trace contextRef="#ctx0" brushRef="#br0" timeOffset="2595.62">4231 12181 17 0,'17'-31'680'0,"3"1"-173"0,3 5-113 16,8 4-62-16,2 3-39 0,5 5-31 0,3 3-9 15,-4 5-8-15,3 2-9 0,2 4-17 0,-2 4-29 16,3 1-15-16,-1 3-19 0,-3 4-15 0,-7-3-28 0,-4 4-19 15,-1 0-21-15,-6 3-16 0,-1 0-9 0,-5-2-8 16,-5 3-10-16,-1-1 1 0,-5-1-6 16,-3 2 6-16,-6-1 0 0,-4-1-4 0,-4 2-7 15,-6-1-3-15,-4 0-2 0,-1-3-3 0,-3-3-2 0,-1 1 0 16,1-6-3-16,4 0-2 0,0-2-2 0,5-1-8 16,4-3-50-16,1-3-107 0,4-1-114 0,3-1-94 15,6 5-143-15,4-14-554 0,2 6-683 16</inkml:trace>
  <inkml:trace contextRef="#ctx0" brushRef="#br0" timeOffset="2879.7">5161 12471 1288 0,'-12'0'854'0,"0"0"-206"0,12 0-126 15,-18-2-110-15,18 2-70 0,-13 0-78 0,13 0-46 16,0 0-62-16,-11 0-7 0,11 0-29 0,0 0 2 16,19 3-42-16,0-1 6 0,8 1-31 0,11-2 15 0,14 4-37 15,6-3 38-15,16 0-49 0,6 0 36 16,3-1-37-16,5 0 30 0,5-1-45 0,3 0 43 16,0 0-54-16,1-1 39 0,-2-2-40 0,-6 0-26 15,-3-3-9-15,-8 2-28 0,-21 1-37 0,-3-4-110 0,-8 1-147 16,-14-3-85-16,-8 0-151 0,-7 0-613 0,-7-1-821 15</inkml:trace>
  <inkml:trace contextRef="#ctx0" brushRef="#br0" timeOffset="3096.91">6324 12190 530 0,'0'0'527'0,"16"1"-134"0,-9 1-15 15,4 2-10-15,0 2-4 0,1 1-12 0,3-1-13 16,2 5-14-16,-1-1-40 0,2 1-47 0,2 3-36 15,2 1-50-15,-3 2-23 0,2 1-34 0,-2-2-11 16,-4 3-23-16,-1-1-4 0,-2 0-17 0,-2 0-4 16,-2 1-12-16,-4-2 4 0,-2 1-12 0,-3 1 4 15,-3 0-3-15,-5 2 5 0,-2-2-10 0,-8 0 3 16,-1 0-7-16,-4-1 5 0,0-2-13 0,0 0 2 16,-2-3-27-16,7-4-56 0,1 2-87 0,4-4-79 15,0-2-96-15,5 0-155 0,9-5-688 0,0 0-797 16</inkml:trace>
  <inkml:trace contextRef="#ctx0" brushRef="#br0" timeOffset="3395.96">6986 12318 517 0,'8'-10'862'0,"-3"1"-170"16,-4 3-125-16,-1 6-85 0,-6-9-59 0,6 9-50 0,-17-3-50 15,5 3-59-15,-1 2-50 0,-4 4-35 16,1 2-32-16,-1 3-28 0,2 3-21 0,1 1-10 15,2 4 13-15,2 0-4 0,4 1-1 0,2 1 38 0,4-1-59 16,1 0 47-16,4 1-61 0,3-1 33 16,2-1-56-16,2-2 36 0,3-2-53 0,0-2 36 0,3-4-41 15,4-1 44-15,-4-5-47 0,2-1 37 16,-1-4-45-16,4-2 36 0,-1-5-47 0,0-2 40 0,-4-2-40 16,1-4 37-16,-6 0-44 0,-2-2 38 0,-3 0-39 15,-4 0 6-15,-4 2 0 0,-3-1-2 16,-5-2 8-16,-4 3-7 0,-6-2-1 0,-5 3-5 0,-3 3-41 15,-2 2-42-15,0 3-78 0,4 2-92 0,-1 4-130 16,1 2-141-16,-2 2-199 0,1 4-601 0,1 1-940 16</inkml:trace>
  <inkml:trace contextRef="#ctx0" brushRef="#br0" timeOffset="8638.24">7579 10778 471 0,'-7'-10'444'0,"-1"2"-95"0,-1-1-67 0,3 2-63 16,-1-1-2-16,2 0-40 0,0-1 2 0,0 1-47 16,1-2 0-16,2 2-34 0,-1 1-12 0,3-3-30 15,0 4 6-15,1-2-30 0,3 0 17 0,0 1-32 16,1 0 15-16,0 2-34 0,3 1 30 0,-3-2-26 16,3 3 18-16,-8 3-23 0,15-3 21 0,-15 3-25 15,15 0 22-15,-15 0-23 0,17 6 19 0,-11 0-18 0,1 0 22 16,-1 1-24-16,-1 3 24 0,-1 1-24 15,0 2 20-15,-3 2-18 0,2 1 9 0,-3 3 4 16,0 2 28-16,-2 2 12 0,0 2 4 0,-2 2 16 16,-1 4 5-16,-3 0-6 0,2 2-6 0,-4 5 21 0,-3 1 6 15,3-1-9-15,-2 1-7 0,1 0-6 16,0-4-9-16,4-2-3 0,0 1-11 0,1-2 2 16,2 0-8-16,4 1-1 0,0-3-6 0,1 1-2 0,7 1-3 15,0 0-6-15,5 0 4 0,2-4-3 0,3 1-6 16,0-7 0-16,2-1-3 0,2-2 1 15,1-3-4-15,0-3-2 0,-3-4 1 0,2-1 0 16,1-2-2-16,-5-2 0 0,2-4 4 0,-1 0-3 0,-2-3-2 16,0-2 1-16,-3-2 0 0,-2 1 0 0,-1-2 0 15,-5 0-1-15,1-1-2 0,-4 2 2 0,-1 0-5 16,-2 0 12-16,-3 1-4 0,-2 1 18 0,5 5 11 16,-9-1 17-16,9 1 8 0,-13 7 6 0,3 5-14 15,-1 6 11-15,-1 7-4 0,-1 11-7 0,3 2-8 16,5 5-4-16,1 5-6 0,4 1-11 0,3 4 3 15,3 11-3-15,3 1 1 0,5 0-9 0,0 1 28 16,-1-1-8-16,4 0-7 0,-3-2 9 0,2-1-15 16,-3-2 7-16,0-2-12 0,-4-12 14 0,-3 1-21 15,-2-5-1-15,1-6 10 0,-5 0-4 0,-5-4 2 16,1-3 0-16,-5 0 9 0,-1-4 14 0,-7-3 5 16,1-3 13-16,-7-5 1 0,1-2-4 0,-2-6 8 15,-2-3 3-15,-1-2-3 0,-4-4 10 0,0-3-18 16,-1-2-25-16,2-4-34 0,2-3-65 0,5-2-67 0,3-3-68 15,7 1-111-15,8-2-151 0,2 3-143 16,4-2-721-16,6 1-933 0</inkml:trace>
  <inkml:trace contextRef="#ctx0" brushRef="#br0" timeOffset="9478.82">8317 11720 312 0,'-14'-6'728'0,"-2"0"-171"0,5-1-110 16,-2 4-73-16,4-1-72 0,0-1-50 0,0 1-40 15,9 4-4-15,-7-6-12 0,7 6-15 0,0 0-10 16,10-7-23-16,1 5-17 0,6 0-10 0,11-1-11 15,9 0-10-15,12 0-1 0,7 0-16 0,7-2-2 16,16 1-20-16,3 1 4 0,3 0-19 0,2-3 2 16,1-1 1-16,4 3-5 0,-6-2-9 0,2-3-9 15,-4 3-3-15,-4 0-4 0,-8-1-10 0,-14 3 2 16,-4-2-11-16,-8 1-8 0,-9 1-23 0,-8 1-39 16,-5-1-85-16,-3 1-72 0,-6-2-46 0,-1 2-65 0,-5 0-35 15,-9 3-57-15,7-6-53 0,-7 6-416 16,-3-9-462-16</inkml:trace>
  <inkml:trace contextRef="#ctx0" brushRef="#br0" timeOffset="9701.48">9568 11389 235 0,'4'-7'580'0,"0"0"-175"0,1 0-83 0,1 3-79 16,-2-1-10-16,-4 5-25 0,15-3 17 0,-15 3-13 15,19 1 22-15,-8 4 9 0,2 1-22 0,-1 2-13 16,2 3-8-16,2 3-26 0,-5 3-7 0,2 1-12 15,1 1-7-15,-2 2-15 0,-1 0-14 0,-1 3-15 16,-1-2-11-16,0-1-27 0,-4 1-6 0,-1 0-20 16,-1-2 2-16,-5-1-16 0,-2 2 4 0,-3 0-14 15,-6 2 5-15,-5-2-14 0,-1-1-14 0,-5-1-63 16,-4 2-80-16,1-5-121 0,0-2-131 0,1-1-212 16,-2-2-533-16,5-3-761 0</inkml:trace>
  <inkml:trace contextRef="#ctx0" brushRef="#br0" timeOffset="11878.87">10344 10903 323 0,'0'0'489'0,"0"0"-79"0,3-4-113 0,-3 4-38 0,0 0-71 16,0 0 5-16,0 0 18 0,0 0 28 0,7 6 8 0,-4 4 7 16,-2 3 28-16,3 4-37 0,1 6 1 15,1 5-41-15,3 4-10 0,4 6-32 0,-2 3-26 16,2-1-26-16,2 3-13 0,0-1-23 0,0 2-11 16,0-1-16-16,-1 0-11 0,0-1-5 0,0 0 0 0,-1-3-14 15,-1-1 1-15,-1-3-14 0,-2-4-10 0,-1-6-83 16,-2-4-103-16,-1-5-76 0,-1 1-82 15,0-7-111-15,-3-3-125 0,-1-7-408 0,0 0-590 0</inkml:trace>
  <inkml:trace contextRef="#ctx0" brushRef="#br0" timeOffset="12126.04">10354 11049 23 0,'-1'-21'654'0,"-1"2"-155"15,4 2-153-15,0 1-48 0,5 4-67 0,1-2-9 16,4 3-60-16,5 1 13 0,1 0-24 0,6 5 11 15,4 0-13-15,0 1-3 0,5 2-27 0,2 5-15 16,1 3-29-16,-2 0-7 0,-2 2-18 0,-4 3-3 16,-1 2-16-16,-4 1-1 0,-6-2-10 0,-3 4 4 15,-3-1-9-15,-7 2 14 0,0-2 4 0,-7-1-4 16,-2 2-4-16,-6 2-3 0,-7 2-6 0,-3-1-4 16,-3-2 0-16,-3-1-3 0,-1-3-3 0,0-1-1 15,0 0 0-15,1-7 0 0,5 1-3 0,-1-1 2 16,4-3-31-16,4-1-54 0,2-2-99 0,3-3-57 15,10 4-121-15,-8-10-153 0,8 3-317 0,6-3-364 16</inkml:trace>
  <inkml:trace contextRef="#ctx0" brushRef="#br0" timeOffset="12441.83">10956 10949 393 0,'-5'4'753'0,"-3"2"-146"0,-1 4-81 15,-1 2-94-15,-4 2-69 0,1 3-53 0,-1 2-49 0,1 3-42 16,4-3-23-16,-1 3-31 0,5-1-23 16,2-2-24-16,3 0-18 0,3 0-20 0,2 2-12 15,5-2-13-15,-1 0-9 0,4-3 8 0,5-2-26 0,1-2 7 16,-1-2-17-16,4-3-3 0,-2-3-6 0,-1-3 0 16,2-2-2-16,-2-3-1 0,1-3-1 0,1-4-5 15,-6-2 11-15,2-2-13 0,-4-3 8 0,-1-2-5 16,-5-3 4-16,-2 2-5 0,-4-2 5 0,-1 3-9 15,-4-3 7-15,-1 2-13 0,-5-1 8 0,0 5 1 16,-4 2-2-16,-3 1 1 0,-2 2 2 0,-2 6-5 16,1 1-2-16,1 4-33 0,-4 2-27 0,-2 4-68 15,3 0-64-15,0 4-69 0,3 0-134 0,1 3-86 16,6-4-578-16,3 3-683 0</inkml:trace>
  <inkml:trace contextRef="#ctx0" brushRef="#br0" timeOffset="12657.86">11311 10968 804 0,'10'-3'740'0,"-10"3"-162"16,13-3-126-16,-13 3-70 0,7 5-57 0,-7-5-42 16,2 9-34-16,-2-1-29 0,0 2-50 0,0 4-27 15,-1 0-35-15,0-2-19 0,1 5-22 0,-2 1-6 0,1 2-16 16,2-2-6-16,1 0-17 0,0-1-11 0,1-1-17 15,2 0-35-15,0-3-55 0,1-1-84 16,-1-4-132-16,3 0-98 0,0-5-118 0,-8-3-476 16,15 0-606-16</inkml:trace>
  <inkml:trace contextRef="#ctx0" brushRef="#br0" timeOffset="12792.35">11344 10893 67 0,'-6'-15'673'0,"0"2"-120"16,-1 5-138-16,3-2-64 0,-3 2-65 0,2 1-63 15,-2 0-41-15,5 2-35 0,-2 0-38 0,4 5-12 16,-8-5-32-16,8 5-4 0,0 0-47 0,0 0-49 16,-5 9-111-16,5-9-115 0,5 9-108 0,-2-1-402 15,-1-1-289-15</inkml:trace>
  <inkml:trace contextRef="#ctx0" brushRef="#br0" timeOffset="13165.63">11601 10922 608 0,'16'-15'604'0,"-2"1"-125"0,-2-3-47 0,0 2-89 16,1-2-72-16,-4 1-21 0,0 0-18 0,-1 3-5 15,0-1-30-15,-4 0-20 0,1 2-51 0,-2 2-26 16,-2-1-20-16,-1 1-19 0,-1 6-16 0,-3-6-14 16,-4 5 5-16,0 2-9 0,-3 0-3 0,1 3-8 0,-2 0-2 15,-3 3-6-15,1 0-2 0,-1 2-1 16,-1 1 0-16,2 2-3 0,0 0 1 0,3 3 0 15,-1-1 2-15,3 1-5 0,3 3-3 0,1-2 5 0,2 0-4 16,4 1 3-16,3 0-3 0,5 0 5 16,3 3-3-16,2-1-1 0,1 0 1 0,5 0 2 0,1 0-3 15,2 1 1-15,-1-2 0 0,1 2 1 16,-3-4-5-16,-1 1 6 0,-2 0-6 0,1-1 4 0,-4-1-2 16,-1 4 6-16,-4-5-8 0,-3 2 6 0,-1-1-6 15,-2 0 4-15,-5-1 3 0,-3 0-1 0,0 1-3 16,-4-3 3-16,-2 5-2 0,-3-7 3 15,-2 2-4-15,0-2 3 0,0 0-5 0,-3 0 1 0,0-3-11 16,1-2-11-16,4 0-44 0,0-2-79 0,0-2-57 16,4 0-90-16,2-2-85 0,3-1-98 0,4-1-405 15,1-2-441-15</inkml:trace>
  <inkml:trace contextRef="#ctx0" brushRef="#br0" timeOffset="13508.99">12078 10794 131 0,'15'-13'745'0,"-2"0"-194"0,-5 1-123 16,-2 2-63-16,-3 0-69 0,-3 2-37 0,-2-2-33 16,-4 1-26-16,2 1-36 0,-5 2-24 0,0 1-25 15,-1 2-26-15,0 0-12 0,-2 1-14 0,0 4-14 16,0 1-9-16,-1 0-10 0,2 3-2 0,0 1-6 16,0 2-10-16,2 3 2 0,1-4-5 0,3 4 2 15,-1-1-5-15,2 0-2 0,4 1-1 0,0-1-4 16,0 1 4-16,4-1 1 0,2 2-3 0,2-1 3 0,0-2-2 15,1 2-3-15,2 1 0 0,2-4 0 0,0 3 0 16,-2-5 2-16,3 3-1 0,2-2 0 16,-5 2 0-16,6-3 0 0,-4 1-1 0,-1 0 2 15,1 0-1-15,-3 0 1 0,2-1-1 0,-6-2-1 0,2 5 3 16,-4-5-2-16,-1 2-1 0,-3-7 2 16,-2 13 1-16,-3-6-2 0,-2-2 4 0,0 1 2 15,-6 2-4-15,0-2-3 0,0-3 5 0,-3 1-3 0,2 2-3 16,-3-3-1-16,4 0-16 0,1-2-55 0,-1 1-100 15,0-2-42-15,13 0-100 0,-15-2-93 0,8-2-500 16,7 4-475-16</inkml:trace>
  <inkml:trace contextRef="#ctx0" brushRef="#br0" timeOffset="13812.53">12350 10708 465 0,'12'-9'772'0,"-2"3"-189"16,-4 2-105-16,-6 4-81 0,7-3-46 0,-7 3-25 15,0 0-19-15,-3 8-35 0,-1-1-37 0,-1 3-41 16,-1 3-36-16,-2 2-31 0,-1 3-21 0,4 1-21 16,-1 4-13-16,-1-2-17 0,5 1 11 0,-1-3-2 15,3-2-2-15,3 4 2 0,-1-5-6 0,5 0 7 16,-1-4-8-16,3-1-6 0,1-1-10 0,4-3-4 16,-2-4-11-16,2-3 0 0,1-2-6 0,2-2-5 15,1-7-2-15,1 1-5 0,-3-3 6 0,0-3-6 16,-3-1-1-16,1 0-4 0,-5-2 3 0,-3 1-2 15,0 2-3-15,-4-1-3 0,-2 2 0 0,-4-2 5 16,-4 3-4-16,-1-1 2 0,-5 5 0 0,-4-2-3 16,-1 5 0-16,-3 2-1 0,3 1-15 0,-4 4-22 15,1 3-62-15,-2 3-121 0,1 0-130 0,3 3-150 16,2 2-248-16,1 1-411 0,4-2-777 0</inkml:trace>
  <inkml:trace contextRef="#ctx0" brushRef="#br0" timeOffset="14177.84">12478 10679 885 0,'9'-14'791'0,"-2"0"-135"0,1 3-124 0,-3 3-88 16,1-2-75-16,-1 1-70 0,1 3-56 0,-1 2-4 16,-5 4-23-16,17-3-22 0,-6 6-33 0,2 4-31 15,5 4-18-15,2 5-21 0,2 1-17 0,0 4-20 16,3 4-3-16,-4 1-15 0,2-1-5 0,-5-1-9 15,-3 1-6-15,0-3 1 0,-4-2-5 0,-4-1 1 16,0 0-3-16,-2-3 3 0,-4-3-3 0,-2-3 0 16,-4 2-1-16,0-4 4 0,-2-1 6 0,-2-3 9 15,9-4 8-15,-19 0-10 0,10-5-3 0,-4-3-1 16,3-3 0-16,1-1-10 0,1-5 20 0,1-2-24 16,3-3 17-16,4 0-22 0,4-3-2 0,5-2 13 15,2-2-18-15,5 4 8 0,0 2-2 0,6 0-5 16,-3 8 0-16,4-1-5 0,-1 8 2 0,-4 3 5 15,1 5 0-15,1 3-18 0,-2 6 32 0,0 3-23 16,-1 5 13-16,-2 5-3 0,-1 2 0 0,-4 2-4 16,-1 4 2-16,-5-2-6 0,-1-1-54 0,-3-2-103 15,-3 3-132-15,-1 1-143 0,-2-1-165 0,-2-4-797 16,1-2-1003-16</inkml:trace>
  <inkml:trace contextRef="#ctx0" brushRef="#br0" timeOffset="17940.68">8800 13505 595 0,'-4'-11'562'0,"-1"0"-136"0,4 3-82 0,-2-1-62 0,3 1-65 15,1 0-39-15,2 2-30 0,1-1-21 0,2 0 1 16,2 2 16-16,2 1 3 0,4 1 14 0,3-1 13 16,3 4-29-16,2 0 10 0,5 0-24 0,0 4-25 15,7 0-7-15,-1 2-6 0,-1 3-21 0,0 1-14 16,0 1-15-16,-4 3-6 0,0 0-5 0,-2 2-9 15,-3 0-6-15,-1 1-3 0,-2 1-7 0,-3 0 2 16,-2 0-6-16,-3-2 0 0,-2 1-3 0,1 1-8 16,-3-1-35-16,-3-2-58 0,2 0-54 0,-5 0-45 15,3-2-61-15,-2-1-20 0,-2 0-57 0,0-2-40 16,-1-3-52-16,0-7-357 0,0 10-310 0</inkml:trace>
  <inkml:trace contextRef="#ctx0" brushRef="#br0" timeOffset="18124.3">9284 13597 13 0,'-9'-14'662'0,"0"4"-166"16,0 1-116-16,-1 0-61 0,1 2-51 0,0 2-48 16,0 2-38-16,9 3-18 0,-15-1-10 0,15 1-10 15,-17 5-7-15,10 1 11 0,0 1 0 0,1 2-27 16,1 3-22-16,-3 1-18 0,6 2-14 0,-4 1-11 0,5 2-10 16,-4 3-12-16,1 1-7 0,2-1-7 0,-3 2-4 15,2-1-3-15,-1 0-6 0,2-2-13 0,-1-1-30 16,-1-2-82-16,4 0-69 0,0-3-61 15,0-2-112-15,0-2-155 0,4-1-291 0,1-5-339 0</inkml:trace>
  <inkml:trace contextRef="#ctx0" brushRef="#br0" timeOffset="18375.49">9711 13446 1102 0,'0'0'820'16,"0"-13"-181"-16,1 7-136 0,-1 6-89 0,2-12-77 15,-2 12-61-15,0-8-53 0,0 8-49 0,1-10-33 16,-1 10-31-16,9-10-22 0,-2 6-20 0,5-4-14 16,6 1-13-16,4 0-12 0,6-2-48 0,2-2-83 15,4 3-70-15,4-4-55 0,2 0-87 0,-2 1-17 16,-2 3-61-16,-7 1-45 0,-5 1-70 0,-1 0-290 15,-5 1-323-15</inkml:trace>
  <inkml:trace contextRef="#ctx0" brushRef="#br0" timeOffset="18543.59">9766 13562 524 0,'-14'11'567'0,"3"-1"-133"0,0 0-66 0,2-4-76 15,3 0-18-15,6-6-44 0,-4 7-11 0,4-7-36 16,0 0-33-16,14 2-32 0,-2-2-24 0,4-5-21 15,5 1-15-15,3-2-18 0,8-4-23 0,1 1-81 16,7-3-59-16,2-3-101 0,0 2-86 16,3-2-122-16,-3-1-356 0,-1 0-311 0</inkml:trace>
  <inkml:trace contextRef="#ctx0" brushRef="#br0" timeOffset="19024.5">10530 13255 684 0,'-9'-9'735'0,"2"2"-152"15,0 0-122-15,2-1-79 0,-1 0-47 0,1 1-52 16,-3 0-34-16,4-1-27 0,-1 0-16 0,2 0-48 16,2 1-30-16,1 0-34 0,1-2-13 0,3-1-18 15,4-1-19-15,2 2-6 0,2 0-8 0,2 2-2 16,0 1-4-16,0 0-7 0,1 0-4 0,-2 6-4 15,1 0-2-15,0 0-8 0,0 5 13 0,-1 2-9 16,0 1 10-16,-2 3-6 0,-2 6 9 0,1-1 6 16,-2 3 10-16,-3 0-15 0,0 2 3 0,-1-3-4 15,-4 0-3-15,3-2 16 0,-2 1-26 0,-1-3 3 16,0-2 4-16,0 1-5 0,0-2 0 0,0-1 6 16,0-3 30-16,0-7-27 0,-3 11-11 0,3-11 14 15,0 0-17-15,0 0 7 0,-12-6-11 0,5-2 5 0,2-5-9 16,-1 1 10-16,2-4-10 0,0-1 14 0,1-1-13 15,2-2 14-15,1 1-11 0,1-2 0 16,2-1 2-16,2 1 1 0,-1 1 1 0,2 4 3 0,1 2-1 16,0 0-1-16,2 1 0 0,3 6 1 0,-2-2-4 15,3 5 13-15,0 1-12 0,1 3-1 0,0 3 0 16,1 0 4-16,2 5-4 0,1 1 1 0,2 3-3 16,-1 4 17-16,2-1-16 0,-3 2 12 0,-3-2-13 15,-1 2 11-15,-2-1-12 0,-2-1 5 0,-4-2-14 16,-1 1 17-16,-1-3-42 0,-4 1-56 0,0-1-79 15,-4-2-80-15,-1 1-55 0,1-2-91 0,-3 2-47 16,0-4-69-16,2-2-410 0,5-4-500 0</inkml:trace>
  <inkml:trace contextRef="#ctx0" brushRef="#br0" timeOffset="19241.58">11025 12947 766 0,'5'-8'591'0,"-1"1"-144"0,-2 2-52 0,-2 5-21 0,0 0-8 0,13 0-17 0,-9 5-3 16,1 3-25-16,0 3-45 0,0 3-40 0,4 5-31 16,-2 5-28-16,2 2-20 0,1 5-23 0,-1 0-27 15,1 5-23-15,3 1-19 0,-2 0-14 0,0-2-9 16,1 1-12-16,-3-5 1 0,2 0-12 0,-1-2-6 16,-3-2-11-16,1 0-52 0,-3-4-78 0,3-3-105 15,-3-2-99-15,-3-2-82 0,0-3-77 0,-1-2-75 16,-2-2-484-16,-2-4-669 0</inkml:trace>
  <inkml:trace contextRef="#ctx0" brushRef="#br0" timeOffset="19475.18">11089 13091 480 0,'-3'-35'604'0,"3"3"-117"16,0 4-113-16,3 3-40 0,1 1-77 0,1 2-23 0,2 2-27 16,1 2-11-16,4 2-31 0,0 3-17 0,2 1-25 15,2 5-24-15,-1-1-18 0,2 4-12 0,-1 2-10 16,1 2-8-16,-3 2 20 0,1 0-4 0,-1 3-7 15,-1 2-15-15,-4-1-4 0,-1 0 29 0,-2 3-2 16,-3-1 8-16,-2 0 0 0,-1 1-11 0,-4 1-12 16,-1-1-5-16,-3 1 9 0,-1-1-11 15,-1 2-7-15,-1-3-9 0,-2 1-7 0,1-1-4 0,2 0-2 16,0-2-4-16,1-2-6 0,3 1-3 0,-1 0-18 16,7-5-132-16,-10 7-126 0,10-7-117 0,0 0-169 15,0 0-565-15,0 0-737 0</inkml:trace>
  <inkml:trace contextRef="#ctx0" brushRef="#br0" timeOffset="20008.82">8261 13109 265 0,'-4'-18'572'0,"1"6"-126"0,1 1-68 0,-1 1-97 15,2-1-36-15,-2 5-71 0,2-1-21 0,1 7-4 16,0 0 24-16,0 0 31 0,0 0 11 0,1 10-7 15,3 4-29-15,1 6 24 0,4 7-26 0,4 9 1 16,0 6-19-16,3 1-1 0,2 10-11 0,4 2-16 16,-2 1-8-16,-2 3-26 0,3 1 1 0,-5 2-20 15,2 2 6-15,-1-1-32 0,-4 1 1 0,-2-2-8 16,3 1-11-16,-5-3-4 0,0-10-26 0,-1 0 22 16,-2 0-26-16,0-3 25 0,2-2-36 0,-4-1 10 15,1-9-4-15,-1-2 4 0,0-3-6 0,0-5 5 16,-2-3-3-16,1-4-11 0,-1 0 17 0,1-8-58 15,-2 0-91-15,3-5-159 0,-4-5-149 0,0 0-167 0,10-6-609 16,-6-9-841-16</inkml:trace>
  <inkml:trace contextRef="#ctx0" brushRef="#br0" timeOffset="20824.36">8248 13105 432 0,'-8'-18'550'0,"-1"3"-132"16,4 1-44-16,0 2-89 0,0 2-33 0,2 1-82 15,2 0-11-15,1 9-25 0,4-10 17 0,2 3-6 16,4 4-5-16,7 0-16 0,1 1 1 0,5 2-13 16,8-2-23-16,7 2 24 0,13 0-15 0,5-1-11 15,8 0 8-15,13-2 6 0,6-2-10 0,4-1-12 16,4-3-1-16,2 1-4 0,5-3-12 15,22-2 5-15,3 0 0 0,1-3-8 0,-4 0-15 0,3-3 0 16,0 2-12-16,1-1-5 0,2 1-8 0,1-4 6 16,-1 5-13-16,-4-6 1 0,-1 2-3 0,2 0 2 15,-3-1-9-15,0 0 4 0,-3 0-5 0,-3-4 4 16,-3 2-4-16,-20 4 4 0,0-1-7 0,-4 2 7 16,-3 0-10-16,-3 1 8 0,-5 4-4 0,-4 0 5 15,-8 1-6-15,-13 5 8 0,-6-2-7 0,-11 3 4 16,-2 2-6-16,-9-1 10 0,0 1-12 0,-5 0 9 15,-1 2-7-15,-3-1 4 0,-2 2-7 0,0 1 10 0,-12 0-3 16,15 1 14-16,-8 2-10 0,-2 3 6 16,-3 0-9-16,2 3 9 0,-2 4-13 0,-1-1 11 15,0 4-8-15,4 1 11 0,-2 6-6 0,-1 2 23 16,2-2 0-16,0 5-3 0,0 1-1 0,2 4 24 16,-2 1-2-16,2 5 22 0,2 2-10 0,-3 3 13 15,4 2-11-15,-1 0 9 0,1 3 31 0,-2 0 17 0,2-2-65 16,1 4 31-16,1 0-36 0,-1-3 4 15,3 2-5-15,-3-1-2 0,3-1-7 0,-2-2-10 0,1 0-26 16,-1-3 24-16,-2-3-10 0,-4-6-3 16,1-3-1-16,-4-4 5 0,1-1 8 0,-6-3-1 0,1 0 2 15,-6-1-4-15,-4-2 39 0,-7 1-32 0,-3-3 18 16,-1-3-37-16,-12 2 29 0,0-2-36 0,-3-2 25 16,-2 0-37-16,-3-3 34 0,-1 1-34 0,-6-1-1 15,-1-1 33-15,-13 4-39 0,-7-3 40 0,-5 1-43 16,-4 0 40-16,-8-1-41 0,-4 1 39 0,-9-2-39 15,-26 4 37-15,-10 0-41 0,-4 0 41 0,-9 2-3 16,-3 1-35-16,-11 2 36 0,-6 0-2 0,-4 2-5 16,0 1 0-16,0 2-32 0,-2 2 45 0,3 0-4 15,8 0-1-15,10 0-34 0,8 0 39 0,10-3-41 16,13 0 37-16,13-2-37 0,23-6 37 0,9 0-34 16,7-2 33-16,16-4-35 0,6-2 38 0,4 1-39 15,9-2 44-15,8-2-40 0,2 1 37 0,4-2-35 16,4 1 46-16,1-1-34 0,1 0 37 0,3 0-34 15,4-1 38-15,10-1-47 0,-15 1 35 0,15-1-38 0,0 0 31 16,0 0-37-16,0 0 40 0,6-4-49 16,4 1 31-16,-1 2-59 0,3-3 18 0,-1 2-104 15,-1 1-8-15,3-2-83 0,-3 2-84 0,3-1-142 16,0-1-113-16,1 0-112 0,2-1-690 0,1-1-973 0</inkml:trace>
  <inkml:trace contextRef="#ctx0" brushRef="#br0" timeOffset="20958.66">8613 14318 832 0,'0'0'775'0,"0"0"-180"15,13 0-153-15,-13 0-127 0,0 0-92 0,0 0-62 16,12 0-56-16,-12 0-50 0,0 0-87 0,0 0-102 16,11 3-136-16,-11-3-204 0,9 1-345 0,-9-1-354 15</inkml:trace>
  <inkml:trace contextRef="#ctx0" brushRef="#br0" timeOffset="25990.19">14982 9491 853 0,'-12'2'709'0,"0"1"-160"0,1-2-119 16,11-1-103-16,-14 4-68 0,14-4-52 0,-14 3-39 16,14-3-33-16,0 0-26 0,0 0-25 0,0 0-5 15,20 2-9-15,1-5 2 0,4 1-6 0,11 0-12 16,10-4-10-16,7 4-7 0,4-1-7 0,8 2 4 16,12-1 2-16,6-1-8 0,-1 2-8 0,-3-1 0 15,2 1-21-15,-6-1-30 0,-9 2-52 0,-8-1-91 16,-2 0-51-16,-7-2-100 0,-12 1-139 0,-8 1-511 15,-10-2-566-15</inkml:trace>
  <inkml:trace contextRef="#ctx0" brushRef="#br0" timeOffset="26208.37">15088 9778 417 0,'-3'6'681'0,"3"-6"-165"0,5 7-110 15,-5-7-84-15,18 6-78 0,-3-3-47 16,11-2-39-16,3 2-21 0,11-3 22 0,16 0 0 0,4 0-1 16,16-1-8-16,4 1-18 0,3-2-25 0,-1 2-16 15,1 0-19-15,3 2-20 0,-1-1-10 0,0 1-7 16,-1-1-8-16,-1-1-33 0,-5 2-95 16,-16-2-114-16,-4 0-125 0,-5 0-216 0,-12-2-397 0,-8-2-537 15</inkml:trace>
  <inkml:trace contextRef="#ctx0" brushRef="#br0" timeOffset="29774.44">20981 9537 461 0,'-25'-5'370'0,"2"-1"-72"0,0 2-59 0,0 0-48 0,0-2-32 0,5 3-25 16,2 1 13-16,0-2-10 0,4 1-17 0,0 0-19 0,3 0-20 15,9 3-10-15,-14-3-5 0,14 3 30 0,0 0-25 16,0 0 3-16,0 0 7 0,0 0-6 0,10-3 9 15,2 3-11-15,1 0-8 0,4 2-2 0,5-1 7 16,6 1-9-16,4-2 1 0,9 0 9 0,11 0 13 16,7-2-21-16,15 1 1 0,8-2-6 0,6-2-3 15,3 1-1-15,6 0-1 0,-1 1-2 0,5-2 7 16,0 1-13-16,4-1-7 0,-3 2-1 0,0-1-10 16,-1 1 0-16,-6-1-6 0,-6-1-6 0,-7 2 0 15,-5-1-5-15,-17 2-1 0,-6-2-3 0,-7 1 1 16,-10 1-11-16,-9 0-9 0,-2-1-46 0,-7 0-60 15,-5-1-34-15,-4 1-59 0,-2-1-2 0,-8 4-72 16,0-7-44-16,-8 3-57 0,-2-1-417 0,-7-1-332 16</inkml:trace>
  <inkml:trace contextRef="#ctx0" brushRef="#br0" timeOffset="30074.45">20970 9612 304 0,'-42'10'474'0,"5"-3"-114"0,5 1-84 0,4-1-58 0,5 3-32 16,1-2-47-16,1 1-17 0,5-2-11 0,2 2 14 16,5-1-24-16,4 0 32 0,4-1-22 0,3-2 31 15,7 2-19-15,7 0-3 0,4-1-15 0,12 0 9 16,6 0-11-16,11-3 5 0,5 0-3 16,4-2 1-16,8-2-2 0,17-1-1 0,1 0 3 0,8-3-4 15,3 1-6-15,2-1-14 0,0-1 3 0,1 1-17 16,3-1-5-16,1 2-18 0,-2-2-6 0,1 3-13 15,-4-2 1-15,-2 2-1 0,-7 0-3 16,-4 1 6-16,-7-1 3 0,-14 1-11 0,-6 0-2 16,-2 0-7-16,-6 1 0 0,-11 1-5 0,-7-1-3 0,-5-1-13 15,-5 2-12-15,1-1-33 0,-7 1-61 0,-5-2-76 16,-10 2-124-16,9 0-103 0,-9 0-159 0,-9-4-398 16,-5 2-566-16</inkml:trace>
  <inkml:trace contextRef="#ctx0" brushRef="#br0" timeOffset="55655.52">17099 14480 245 0,'0'0'404'0,"0"0"-91"0,-7-6-43 16,7 6-47-16,-2-8-25 0,2 8-11 0,-2-7-42 15,2 7-26-15,0-9 16 0,0 9-27 0,-3-9 16 0,3 9-40 16,0-8 6-16,0 8-30 0,0-10 22 16,0 10-23-16,-1-8 20 0,1 8-31 0,-3-8 8 15,3 8-37-15,-2-8 25 0,2 8-29 0,-8-8-6 0,3 3-1 16,-1 1-1-16,-1 0 1 0,-3-2 3 16,1 2 23-16,-3 0-30 0,-1-2 4 0,-3 0 8 15,1 1-2-15,-2-1 5 0,-3-2 11 0,-2 0-5 0,0 1 8 16,-6-3 6-16,1-1-1 0,-1 3-2 15,-4-5 11-15,-5-1 3 0,1 1 6 0,-4 0 5 0,1-1-8 16,-2 1 13-16,2 0-6 0,-1 0-8 16,-1 0 4-16,3 1 3 0,-2-1-8 0,1 4-9 15,-2-4-4-15,0 5 9 0,5 0-2 0,0 2-5 0,-2-1-5 16,1 3 6-16,-3 0-2 0,1 1 0 0,-1 0-5 16,-1 2 0-16,0-1-13 0,0 2-2 0,-1 2-3 15,1-1-1-15,-6 3 12 0,2-1-4 0,-2 1 5 16,9 2 1-16,-1-1-4 0,2 1-6 0,1 0 1 15,-2 1-6-15,1 0-2 0,4 2 9 0,-2-2 1 16,5 2-6-16,-2 0-3 0,1 1-2 0,0 1 1 16,2-1 2-16,-1 3-4 0,1-1 2 0,1 3-4 15,1-1 1-15,-5 3 7 0,2 1 0 0,-1 1-8 16,2 1 3-16,-1-1-6 0,1 1 6 0,2 0-8 16,2-2 2-16,3 2 1 0,0 1-1 0,1-2 14 15,1 0-10-15,0 1 14 0,3-1-13 0,-1 0 4 0,4-2 1 16,0-1-4-16,1 3 5 0,-1-2-4 15,1 1 0-15,4-1 9 0,-3 2-14 0,1-1 7 16,1 1-2-16,-1 0-2 0,0 1-2 0,2 1-3 16,-1-1 8-16,1 4-10 0,-1 1-1 0,0-2-1 15,2 0 0-15,0-2 0 0,3 3 0 0,-5-2-5 16,5 1 8-16,0 0-13 0,-2-2 12 0,2 2-10 16,-1 0 11-16,2-1-14 0,-1-1 2 0,1 2 7 0,-1-2 8 15,2 0-10-15,1 0 9 0,-1-2-10 16,0-1 31-16,0 1-16 0,3 0 10 0,-1 0-3 15,1 1-2-15,0-1-4 0,0 0-3 0,0 0-2 16,1 0 0-16,-1 0-3 0,3 1 4 0,0 1-6 0,1 1-1 16,0 0 5-16,0-1-2 0,1 1-1 0,0 0 1 15,3 0 1-15,-2 0 12 0,2 1-15 0,0-1-3 16,4 1 14-16,-3 1-13 0,3 0-3 0,-1-4 14 16,1 3-9-16,1-2-7 0,1 3 7 0,0-4 4 15,2 3 1-15,-3-4 4 0,4 1 11 0,-2-1 10 16,3 0-20-16,-3 0 24 0,3-1-37 0,-5-1 29 15,3 0-6-15,-1-1 3 0,1-3 7 0,-2 4-1 16,3-3 3-16,-3 1 6 0,4-1 14 0,0-1-8 16,-3 0-4-16,4 1 0 0,0 1-9 0,3-1 22 15,0 0-6-15,0 1-5 0,1 0-1 0,0-1 18 16,-2-1-12-16,1 2 11 0,1-2-18 0,3 0 7 16,-4 0 13-16,2 0-27 0,-1-1 14 0,1 1-8 15,0 0 23-15,-3-1-20 0,-1-2 35 0,3 1-3 16,-4 0 3-16,2-1-29 0,-1-1 2 0,1 2-3 15,-1-2 13-15,2 2-27 0,-3-3 10 0,3 2-24 16,1-2 15-16,0 1-25 0,0-1 15 0,2-1-21 0,1 0 16 16,-1-1 55-16,2-1-10 0,1-1-13 15,0-1-8-15,-1-2-12 0,1 2-1 0,1-1-11 0,-4-1-4 16,3-1 0-16,-5 0 16 0,-1 0-5 16,2 0-5-16,-2 0 2 0,0-1-12 0,-3-1 0 0,1 1-2 15,1-1-3-15,-3 1 4 0,1-2-6 0,-1 1-2 16,1 0 1-16,0-1-1 0,-1 1 2 0,2-2-1 15,-3 1 0-15,2 0-3 0,0 0 1 0,1-3 25 16,-1 3-2-16,3-3-3 0,-1 2-8 0,2-3 1 16,0 2-4-16,-1-1-3 0,-4 0 3 15,-1 3-5-15,2-2-3 0,-3-1 2 0,2 1-8 0,-1 0 4 16,-2 1 0-16,3-1 16 0,-4 0-43 0,4 2 44 16,-3-2-41-16,-1 1 46 0,-1-2-46 0,1 4 49 15,-2-2-48-15,0 1 45 0,0-1-42 0,-2-2 42 16,3 3-47-16,0-1 45 0,1-2-41 0,-2 0 44 15,4 0-35-15,-2 0 43 0,2-1-60 0,-2 1 60 16,2-2-43-16,-1 2 38 0,-2 0-42 0,4-4 43 16,-5 5-46-16,4-2 42 0,-3-1-38 0,-1 2 26 15,1-1-18-15,0 1 10 0,-4 0-9 0,2 1 8 16,-3-2-4-16,2 3 0 0,-1 0 0 0,0-1 0 16,0-1 0-16,1 2 0 0,-2-2-11 0,1 2 6 0,-2-1-3 15,1 1 3-15,1-1 1 0,0 0 4 16,-1 0 3-16,-1-1 3 0,1 2-2 0,2-2 11 15,-1 2-10-15,-1-2-5 0,1 0 0 0,-2 0 0 16,1 1 0-16,1-1 0 0,1 0 0 0,-3 2 0 16,2-2 0-16,-3-1 0 0,4 3 0 0,-3-2 0 15,-1 0 0-15,2 1 0 0,-1-1 0 0,1-1 0 0,-3 1 0 16,3 0 0-16,-2-2 0 0,2 2 0 16,0-2 0-16,-2-2 0 0,0 4 0 0,3-6 0 0,-2 5 0 15,-1-5 0-15,3 4 0 0,0-5 0 0,-3 1 0 16,2-1 0-16,0 1 0 0,1-2 0 0,-2 0 0 15,0 0 0-15,-1 0 0 0,2 1 0 0,-2-1 0 16,-1 1 0-16,-1-2 0 0,3 1 0 0,-4-1 0 16,4 1 0-16,-4 0 0 0,1-2 0 0,0 2 0 15,0-1 0-15,0 1 0 0,-2-1 0 0,1 1 0 16,2-1 0-16,-2 1 0 0,-1 0 0 0,1-2 0 16,-1 1 0-16,0 0 0 0,0 1 0 0,-2-2 0 15,3 0 0-15,-1 1 0 0,0 0 0 0,-1-2 0 16,0 0 0-16,-1 1 0 0,0 1 0 0,3-2 0 15,-3 1 0-15,1 0 0 0,-1 1 0 0,1-2 0 16,2 2 0-16,-2-1 0 0,0-1 0 0,0 1 0 16,1 0 0-16,-1-1 0 0,2 0 0 0,-1 0 0 15,-2-2 0-15,2 3 0 0,-1 0 0 0,0-2 0 16,-1 2 0-16,0 0 0 0,1-1 0 0,-1 1 0 16,0-1 0-16,0 2 0 0,0 0 0 0,-1-1 0 15,1 2 0-15,0-2 0 0,-1 0 0 0,0 2 0 16,-1-1 0-16,-2 0 0 0,2 0 0 0,-1 0 0 15,1 0 0-15,-3 2 0 0,1-2 0 0,-1 1 0 0,0-2 0 16,-1 2 0-16,1-1 0 0,-2 0 0 16,-1 1 0-16,2-1 0 0,-2 2 0 0,-1-2 0 0,3 2 0 15,-2-2 0-15,0 2 0 0,-2 1 0 0,2-1 0 16,1 3 0-16,0-2 0 0,-3-1 0 16,1 3 0-16,1-3 0 0,0 3 0 0,-1-1 0 15,1 0 0-15,-1 0 0 0,-2 0 0 0,2 2 0 0,-2-3 0 16,-1 3 0-16,1-2 0 0,-1-1 0 0,0 2 0 15,0 0 0-15,0-1 0 0,0 1 0 0,2 0 0 16,-3 0 0-16,2 1 0 0,-2-2 0 0,3 1 0 16,-2 1 0-16,0-1 0 0,0 1 0 0,-2 0 0 15,4 0 0-15,-2 1 0 0,-1-1 0 0,3 1 0 16,-1 0 0-16,-1 2 0 0,1-3 0 0,-2 3 0 16,3-1 0-16,-2-1 0 0,-2 1 0 0,1 1 0 15,-3-1 0-15,0 1 0 0,0 1 0 0,-5-2 0 16,0 2 0-16,-5 0 0 0,2 2 0 0,-3-2 0 15,1 2 0-15,-2 0 0 0,0 3-142 0,1-2-135 16,-1 0-69-16,3 0-149 0,2 1-196 0,-2-2-175 0,2-1-833 16,-1 2-1375-16</inkml:trace>
  <inkml:trace contextRef="#ctx0" brushRef="#br0" timeOffset="57373.69">24151 15318 56 0,'-6'-12'581'0,"-1"-1"-155"0,2 2-89 16,-2 0-32-16,4 1 5 0,-1 1-9 0,-1 1-26 0,3 1-25 16,-2-1-41-16,2 2-37 0,2 6-34 15,2-14-20-15,2 10-11 0,1-2 14 0,4 1-5 16,2 2-13-16,1 2 6 0,4 1 12 0,0 3 7 15,3 2 11-15,4 2-11 0,-1 1-24 0,3 6-4 0,-1 0-21 16,2 3-8-16,-3 1-7 0,3 4 0 16,-1 0-15-16,-1 2-3 0,-6-2-11 0,1 2-5 15,-1-2-5-15,0 2-6 0,-3-1-3 0,0 1-5 0,-1-2 18 16,-3 0-27-16,1-3 3 0,-2 0-30 0,-2-2-33 16,-2-1-56-16,-1-3-53 0,-1 0-60 0,1-3-46 15,-4-1-47-15,-1-2-46 0,0-7-11 0,-2 10-7 16,2-10-16-16,-9 2-10 0,9-2-280 0,-14-8-197 15</inkml:trace>
  <inkml:trace contextRef="#ctx0" brushRef="#br0" timeOffset="57555.67">24427 15445 10 0,'-6'-12'534'0,"-1"2"-100"0,4 0-94 0,-2 2-80 0,1 1-43 16,1 0-32-16,-1 2-23 0,2 1 4 0,2 4-3 16,-7-3 21-16,7 3 3 0,-7 1-11 0,-1 2-10 15,2 2-9-15,-3 5 8 0,-3 0-34 0,-2 2-18 16,1 4-24-16,-6 3 26 0,-1 0-10 0,-1 3-14 15,-2 1-7-15,-2 3-7 0,2-3-18 0,2 0-6 16,2 0-16-16,1-1-2 0,2 0-18 0,-1-1-17 16,5-2-45-16,2-3-57 0,3 0-97 0,2-3-84 15,3-1-79-15,2-3-143 0,4-1-440 0,5-3-525 16</inkml:trace>
  <inkml:trace contextRef="#ctx0" brushRef="#br0" timeOffset="57907.17">25147 15459 686 0,'0'0'869'0,"0"0"-178"15,0 0-154-15,-12-1-88 0,12 1-61 0,0 0-47 16,-6-3-47-16,6 3-46 0,0 0-56 0,0 0-35 16,-8-4-31-16,8 4-25 0,0 0-25 0,0 0-10 15,5-5-8-15,-5 5-17 0,18-3-8 0,-1-1-7 16,2 2 0-16,3-2-9 0,3 0 0 0,2 1-17 15,1 0 18-15,-2-2-24 0,-1 3 14 0,-7-2-23 16,1 2-40-16,-3 0-124 0,-4-2-177 0,-3-1-123 16,-9 5-168-16,8-5-525 0,-8 5-783 0</inkml:trace>
  <inkml:trace contextRef="#ctx0" brushRef="#br0" timeOffset="59138.7">25901 15158 38 0,'0'-9'697'0,"1"3"-175"0,-1-2-126 16,0 8-80-16,1-13-39 0,1 6-26 0,0 1-14 0,1-1-3 15,1-1-14-15,2 1-12 0,0 2-29 0,2 0-24 16,1 0-25-16,4 2-28 0,-2 2-16 0,3 2-13 16,4 2-12-16,-1 2-5 0,1 4-7 0,0 2-4 15,-2 2 1-15,3 4 2 0,-1 1-4 0,-2 1 6 0,-2 0-2 16,-3 0-1-16,-2 0-5 0,1 0 8 15,-3-1 0-15,-1-3 11 0,-1 1 4 0,-2-1 5 16,-2-3 0-16,-1-1 0 0,0-1-6 0,0 1-9 16,-4-3 0-16,-1-2-14 0,1-2-7 0,4-4 3 15,-14 3 5-15,14-3-15 0,-15-7 33 0,6 1-36 16,0-4 50-16,1-2-64 0,3-2 3 0,1-1 32 16,0-3-46-16,3-1 34 0,4 0-39 0,1-3 30 0,1-1 0 15,1 0-11-15,4 3-1 0,-1-2-10 16,0 5 5-16,3 0 4 0,-1 3-8 0,0 3-2 15,1 3 0-15,-3 2-1 0,2 3-31 0,1 2 39 0,-3 4-33 16,3 1 32-16,-1 4-36 0,2 2 42 0,0 2-37 16,0 4 39-16,-3-1-35 0,1 1 6 0,-2 0 0 15,0-1 5-15,-2-2 0 0,0 1 4 0,-2-3 37 16,-1-2-41-16,1 0 45 0,-1-1-39 0,-1-1 0 16,-3-7 1-16,0 9-2 0,0-9 5 0,0 0-1 15,0 0 1-15,-12-5 6 0,6 0-8 0,1-4 6 16,-3 0 34-16,4-4-46 0,0-1 34 0,-1-1-47 15,4-2 37-15,-2-1-37 0,3 0 36 0,0 0-10 16,3-1-35-16,-2 4 32 0,4-1-31 0,1 2 36 16,2 1-30-16,1 3 29 0,0 1-29 0,4 1 28 15,-1 4 3-15,-1 4-6 0,6 0 0 0,-2 3-3 16,4 1 11-16,2 2-7 0,-3 4 4 0,1 0-31 16,-3 3 37-16,2-1-38 0,-5 2 45 0,2 0-32 15,-2 1 36-15,-3-2-42 0,-1 0 3 0,-4-1 1 16,2 2 1-16,-3-1-6 0,1-3-18 0,-3 0-26 0,-2 0-79 15,3-2-95-15,-3-1-155 0,0-7-130 0,0 10-235 16,0-10-347-16,0 0-718 0</inkml:trace>
  <inkml:trace contextRef="#ctx0" brushRef="#br0" timeOffset="59906.68">26762 15083 763 0,'0'0'816'0,"0"0"-177"0,0 0-154 16,0 0-99-16,0 0-74 0,0 0-60 0,0 0-50 15,3 4-37-15,-3-4-16 0,0 0-21 0,11-1-26 0,-11 1-22 16,14-2-14-16,-3 1-15 0,-1-2-5 0,1 0-9 16,-2 0-7-16,4 0-2 0,-3-3-9 0,1-1-2 15,1 1-2-15,-3-3-1 0,0-1-3 0,1-1-1 16,-1 0-2-16,-2-2 6 0,-1 0 20 0,0 1 5 15,-3 1 10-15,-2 0-2 0,-1 1-3 0,0-1-4 16,-1 3 1-16,-4-2-4 0,0 4-2 0,-3 0-2 16,0 2-4-16,-3 1-5 0,-2 3 2 0,0 4-4 15,-3 1-7-15,-2 2-5 0,1 5 4 0,-1 0-8 16,4 2 1-16,-1 1 1 0,2 2-3 0,4 0 4 16,-1 2-7-16,6 0 1 0,0-1-12 0,4-1 19 15,3 0-20-15,2-1 18 0,4 2-15 0,2-1 15 16,5 0-18-16,-1-5 19 0,3 2-19 0,1-4 18 15,2-1-18-15,2-2 18 0,0-4-10 0,2 0-4 16,2-4 21-16,1-2-22 0,2-1 17 0,0-4-19 16,1-2 18-16,-2-2 1 0,-2-1-4 0,-1-1-1 15,-3-1-2-15,-2-1 1 0,1 1-2 0,-6 1 9 16,-1-1-10-16,-2 2 4 0,-1-2-5 0,-4 4 4 16,-3-4 6-16,2 2 5 0,-5 1-1 0,-2 2 5 0,0-3 1 15,0 2-5-15,-4 1-5 0,-1-1-1 0,-1 0 2 16,-4 3-23-16,-1 1 30 0,0 1-28 15,-2 2 33-15,0 4-3 0,-3 0-6 0,0 4 0 0,-3 3 4 16,1 4 0-16,-3 5-2 0,0 2-3 0,6 3-31 16,-2-1 33-16,7 3-36 0,1-1 40 0,1 0-38 15,6 0 0-15,1-1 10 0,1-1 5 0,2-2 50 16,3 0-44-16,0-2 46 0,4-1-48 16,-1-3 45-16,3 1-50 0,0-5 41 0,0-2-48 0,4-3 5 15,-2-3 1-15,2-2 8 0,1-2-4 0,-1-4 47 16,1-4-55-16,0-1 41 0,-3-3-46 0,0-5 39 15,-3 2-4-15,-2-3-5 0,-2-2 0 0,2 2-4 16,-6-1 1-16,2 2 1 0,-3 2 2 0,-1 0-1 16,0 3 1-16,0 2-4 0,0 2-7 0,0 1-3 15,0 2-3-15,0 9 2 0,0-10 3 0,0 10 5 16,0 0-11-16,0 0 6 0,0 9-1 0,2 1-2 16,0 1 3-16,-1 3 4 0,3 1-1 0,0 2-37 15,1 1 47-15,2 1-49 0,0 1 50 0,0-2-45 16,2 1 50-16,1 0-48 0,-1 0 13 0,1-3-1 15,0 0 42-15,2-3-55 0,-2-1-17 0,1-4-59 16,1 2-112-16,1-5-154 0,-2-1-101 0,-2-1-78 16,4-3-112-16,-3-1-460 0,-1-2-735 0</inkml:trace>
  <inkml:trace contextRef="#ctx0" brushRef="#br0" timeOffset="60238.98">27493 14963 766 0,'0'-8'648'0,"0"0"-158"0,0 8-78 0,3-7-52 0,-3 7-6 15,0 0-15-15,9-2-12 0,-9 2-19 0,10 5-30 16,-4 1-47-16,3 0-40 0,-1 1-26 16,0 2-34-16,2 0-25 0,-1 0-15 0,-1 0-21 15,0 1-9-15,-1-2-8 0,-1-1-7 0,-1 1-2 0,0-2 8 16,-1 0-14-16,1-2 74 0,0 1 44 16,-5-5 34-16,6 7 22 0,-6-7-38 0,0 0-37 0,0 0-6 15,0 0 0-15,-2-7-14 0,1 1-3 0,-2-3-6 16,0-3-44-16,1-1 29 0,1-2-48 0,0-2 38 15,2-2-58-15,0-1 33 0,3 3-51 0,0-1 39 16,0 1-44-16,1 1 32 0,0 5-46 0,3-2 38 16,-1 7-41-16,2-1 37 0,-1 6-42 0,5 2 44 15,0 1-36-15,2 6 39 0,2 1-40 0,0 4 49 16,-1 0-46-16,3 3 48 0,-2 3-47 0,-1 0 39 16,2 1-47-16,-5-3 20 0,-2 0-75 0,2-1-28 15,-3 0-130-15,-3-1-42 0,0-4-93 0,-3 1-132 16,0 0-170-16,-4-4-151 0,-4 1-666 0,0 0-1108 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06:00.830"/>
    </inkml:context>
    <inkml:brush xml:id="br0">
      <inkml:brushProperty name="width" value="0.05292" units="cm"/>
      <inkml:brushProperty name="height" value="0.05292" units="cm"/>
      <inkml:brushProperty name="color" value="#FF0000"/>
    </inkml:brush>
  </inkml:definitions>
  <inkml:trace contextRef="#ctx0" brushRef="#br0">4340 13637 511 0,'0'0'547'0,"0"0"-105"0,0 7-104 16,0-7-58-16,0 0-45 0,0 0-32 0,0 8-8 15,0-8-3-15,0 0 0 0,0 0-3 0,0 0-6 16,0 7-5-16,0-7-11 0,0 0-13 0,0 0-9 15,0 0-16-15,-6 5-17 0,6-5-10 0,0 0-15 16,-12 2-6-16,12-2-8 0,-13-1 5 0,13 1-15 16,-15-3 2-16,6 1-14 0,-2-1 14 0,0-2-35 15,1-1 7-15,-1-3-6 0,0 0-1 0,2 0 12 16,3-2 1-16,-1 0-5 0,1-3-12 0,3 2-6 16,5-1-5-16,1-2-2 0,2 0-3 0,3 2-3 15,4-2-3-15,3 1 14 0,-1 2-17 0,4 2 0 16,0 1 1-16,4 1-2 0,-1 4 0 0,0 0 7 0,-1 4-4 15,2 0-1-15,1 2 4 0,-1 3 2 16,1 1 0-16,-3 3 2 0,-1 1-2 0,-1 2 3 16,-2-1 9-16,-2 5-37 0,-3 0 27 0,-2 2-23 0,-4 2 27 15,-4-1-24-15,-2 4 36 0,-3 1-34 16,-5 4 28-16,-1-1-18 0,-8 3 36 0,0-1-28 16,-3-1 55-16,-4-3-8 0,1-2 3 0,0-4 3 15,-2-4-11-15,2-1-6 0,1-5-8 0,2-2-4 0,0-2-6 16,2-1-7-16,3-6-7 0,1 0-52 0,2-4 41 15,2-4-46-15,2-1 0 0,4-3-2 0,2-1 10 16,6 0 9-16,1 0-6 0,3 1 9 0,2 0 44 16,0 4-47-16,5 0 43 0,-1 2-41 0,1 1 41 15,1 3-44-15,1 1 48 0,0 3-44 0,-3 1 7 16,6 2 4-16,-2 1 2 0,-1 2 42 0,1 0-47 16,1 5 44-16,0-3-48 0,0 1 46 0,0 1-49 15,-3 2 40-15,4-1-52 0,-1-2 11 0,-3 2-47 16,3-1-16-16,-4-2-38 0,1-1-54 0,0-1-71 15,-1 0-60-15,-3 0-36 0,1-3-56 0,-1-2-75 16,1 1-85-16,-12-2-352 0,19-3-481 0</inkml:trace>
  <inkml:trace contextRef="#ctx0" brushRef="#br0" timeOffset="1112.74">5339 13523 122 0,'0'-8'627'0,"-1"0"-138"15,0 1-93-15,-1 0-57 0,1 0-50 0,1 7-55 0,-1-9-33 16,1 9-33-16,-3-11-20 0,3 11 57 0,0 0 22 16,0 0-2-16,-1 8-20 0,1-1-25 0,0 3-10 15,1 1-27-15,-1 3-30 0,3 3-19 16,-2 0-3-16,3 1-10 0,0 0-19 0,2 2-3 0,-1 1-21 15,3-2 12-15,-2-1-4 0,3-2 12 0,-1-1-11 16,-2-2 16-16,2-2-22 0,1 0 22 0,-3-2-25 16,1-2 29-16,0-4-42 0,1 0 22 0,-8-3-37 15,15 0-1-15,-4-3-3 0,-1-2 1 0,-3-2 4 16,2-3-8-16,0-1 29 0,0-2-34 0,-1 0 26 16,0-5-31-16,-2 0 33 0,0 0-39 0,-2 0 32 15,0 2-31-15,0-2 24 0,-3 3 2 0,3-1-28 16,-3 3 25-16,2 2-28 0,-2 0 33 0,0 2-11 15,1 2-4-15,-2 7 2 0,3-8-22 0,-3 8 26 16,0 0-26-16,0 0 29 0,8 10-21 0,-5-3 23 16,-1 1-26-16,2 2 28 0,0 0-26 0,0 1 29 15,1 0-32-15,1-1 6 0,-2 0 2 0,2-1 2 16,1 0 3-16,-2 0 2 0,2-1 1 0,0-2 0 16,-2-1 4-16,3 2 16 0,-2-5-18 0,-6-2 2 0,13 4-1 15,-13-4-1-15,10-1-6 0,-10 1 8 16,14-8 2-16,-7 4 29 0,-2-5-39 0,1 2 32 15,-2-2-38-15,1-2 36 0,-3 0-37 0,1 1 36 16,1 1-42-16,-1-1 33 0,-1 2-33 0,-1 1 35 0,2 0-38 16,-2 1 42-16,-1 6-47 0,4-9 42 0,-4 9-40 15,4-5 35-15,-4 5-33 0,0 0 35 0,14 3-35 16,-14-3 41-16,9 7-40 0,0-1 38 16,-3-2-38-16,2 2 5 0,-2 0 2 0,2-1 2 0,-1 1-4 15,0-1-9-15,-1 0-32 0,-6-5-39 0,11 7-58 16,-11-7-94-16,7 4-140 0,-7-4-84 0,0 0-160 15,0 0-482-15,9-3-729 0</inkml:trace>
  <inkml:trace contextRef="#ctx0" brushRef="#br0" timeOffset="1445.73">5361 13214 292 0,'0'0'665'0,"-14"0"-152"0,14 0-90 15,-13 2-50-15,13-2-41 0,-9 6-24 0,9-6-28 16,-8 10-17-16,8-10-21 0,-2 8-21 0,2-8-22 16,0 10-31-16,0-10-30 0,5 7-27 0,-5-7-18 15,10 7-16-15,-10-7-19 0,14 1-8 0,-14-1-5 16,14-1-12-16,-6-2-7 0,1 1-5 0,-3-3 1 0,2-1-6 16,-3-1-5-16,0 0-1 0,-1-1-1 0,0-2-4 15,-2 2 1-15,-2 0-1 0,-1-1 2 16,0 1 1-16,-3 0 2 0,0 2 8 0,-1 1-12 0,5 5 8 15,-6-9-9-15,6 9 10 0,-11-4-1 0,11 4-4 16,-10 4 4-16,5 0-6 0,1 1-3 0,-1 2 2 16,1 0-3-16,2 1 1 0,-1 0-5 15,1 1 3-15,2 0 2 0,0 0-6 0,2-1-18 0,1 0-32 16,-1 0-66-16,3-1-124 0,-1-2-141 0,3-2-198 16,-7-3-610-16,11 1-801 0</inkml:trace>
  <inkml:trace contextRef="#ctx0" brushRef="#br0" timeOffset="3346.31">6466 13425 471 0,'-6'-7'517'0,"3"1"-117"15,-3-1-85-15,6 7-62 0,-5-8-43 0,5 8-50 0,-4-6 11 0,4 6 35 16,0 0-1-16,0 0-1 0,0 0-16 0,0 0-19 16,8 3-20-16,-8-3-26 0,15 7-22 0,-7-3-9 15,3 0-10-15,-1-1-8 0,1 0-7 0,1 1 8 16,0-2-4-16,-2-1-12 0,4-1-12 0,-2-1-8 15,-1 0-6-15,1-1-6 0,-2-2-4 0,0-2-4 16,2-1-1-16,-3-1-4 0,1-2-4 0,-4-1 2 16,2-2-5-16,-3 1 0 0,-1-2 1 0,-3-1-2 15,0 2-2-15,-1-1 1 0,-1 2 1 0,0-1-1 16,-3 1 9-16,0 1 2 0,-1 2 6 0,-2 1-4 0,-1 1 2 16,0 4-4-16,-1 1 8 0,9 2-2 0,-18 5 0 15,7 3 2-15,0 2 0 0,0 5-4 16,2 2-4-16,1 3-2 0,2-1-5 0,1 1 1 0,4-1-2 15,1 0 5-15,2 1 23 0,2 1 3 0,2-1-2 16,2-2-14-16,1 1 12 0,4-5-16 16,-4-2 17-16,2 0-16 0,2-4 12 0,-2 0-21 15,2-3 22-15,0-2-25 0,1-2 12 0,0-1-16 0,-1-4 12 16,1-1-18-16,0-2 35 0,-1-2-26 0,-2-2 3 16,1-3-9-16,-1-1 2 0,-2-3-2 0,-1-1 0 15,0-1-8-15,-3-1 10 0,0 1-15 0,-1-1 19 16,-2 5-14-16,2-2 15 0,-1 4-16 0,-1 2 18 15,-2 0-20-15,3 2 13 0,-2 1-14 0,0 2 17 16,-1 7-12-16,4-5 16 0,-4 5-11 0,0 0 11 16,3 8-17-16,-2-1 21 0,0 3-7 0,3 2-2 15,1 1 1-15,-1 2-2 0,4-2 0 0,-1 2 1 16,0-2-3-16,0-1 7 0,1 1-7 0,1-1-1 16,0-2 1-16,-1-1 0 0,-1-1 0 0,2-2 1 15,-1 0 5-15,0-2-5 0,-8-4 0 0,16 4-2 16,-16-4 1-16,14-2-1 0,-6-1 1 0,-2-1 0 15,1-3 4-15,-4 2-7 0,1-3 1 0,-1-2-1 16,-3 1 1-16,0-2 0 0,0-1 3 0,-4 0 1 16,1 1-23-16,0-1 25 0,-3 0-19 0,-1 0 20 0,3 2-19 15,-2 0 22-15,1 2-21 0,-2 0 24 16,3 1-23-16,-2 1 17 0,2-2-19 0,2 4 20 16,-2-1-19-16,0-1 20 0,4 6-19 0,-5-7 15 15,5 7-17-15,0 0 22 0,-2-7-20 0,2 7 21 0,0 0-25 16,12-5 22-16,-12 5-16 0,18-3 17 15,-8 2-21-15,2-1 20 0,-1 1-15 0,2-1 16 16,0 1-21-16,-3-1 27 0,0 1-27 0,1-1 23 0,-1-1-21 16,-10 3 23-16,14-1-21 0,-14 1 23 0,14-3-24 15,-14 3 26-15,10-1-27 0,-10 1 25 0,10-3-25 16,-10 3 22-16,0 0-20 0,10-2 23 0,-10 2-19 16,0 0 18-16,8-3-23 0,-8 3 23 0,0 0-24 15,0 0 25-15,0 0-25 0,0 0 25 0,9 3-12 16,-9-3 11-16,4 8-24 0,-3-3 20 0,0 3-20 15,2 1 22-15,-2 1 6 0,3 1-9 0,-1-2-4 16,-1 4 1-16,5-1-5 0,-4 1 1 0,4-2 0 16,-1 1 4-16,-1-2-1 0,2-1 10 0,-1-2-36 15,2 1 24-15,-2-1-20 0,0-1 17 16,2-2-27-16,0 0 4 0,-8-4-27 0,14 1-3 0,-14-1-8 16,11-3-6-16,-3 0-2 0,-4-2 0 0,1-2 6 15,-1 0 5-15,0-1 12 0,0-2 8 0,-2 1 6 16,1-2 8-16,0 0 6 0,1 2 3 0,-1-2 3 15,-2 0 7-15,4-1-1 0,-2 4 1 0,1-3 1 0,1 3-1 16,1-3 7-16,-1 5-6 0,2-2 5 16,-1 2 2-16,3 1 2 0,0-1-1 0,0 3 3 15,-9 3-3-15,19 0 1 0,-9 2-3 0,1 1 3 16,0 1-8-16,-1 4 8 0,0-1-4 0,2 3 1 16,-3-1 3-16,-1 1-6 0,0 0 2 0,-1-1 7 0,-1 0-8 15,-2 0-2-15,0-2 3 0,1 2 0 16,-2-1 2-16,0-2-5 0,-3-6 5 0,4 9-1 0,-4-9 2 15,0 8 0-15,0-8-1 0,0 0 0 0,0 0 0 16,-10-6-4-16,9 0 4 0,-3-2 0 0,1-2-3 16,2-2 0-16,0 0-3 0,1-3 5 0,0 0-7 15,1-1 9-15,3 0-5 0,0 1 4 0,2 1-2 16,-2 0-1-16,1 3 2 0,0 1-4 0,2 0 1 16,-1 3-3-16,2 0 5 0,-1 2 0 0,1-1-1 15,1 5 5-15,2 0-5 0,-11 1 1 0,20-2-5 16,-9 4 7-16,-1-1-4 0,3 0 4 0,-4 2-6 15,3 1 6-15,-2 0-5 0,0-1 3 0,-1 1 3 16,0-2-2-16,0 2 0 0,-3 0-1 0,-6-4 1 16,13 4 0-16,-13-4 1 0,13 5 2 0,-13-5-3 15,9 1 1-15,-9-1 2 0,0 0-8 0,11-2 7 16,-11 2-8-16,9-5 4 0,-9 5-2 0,4-10 4 16,0 6-6-16,-3-3 2 0,0-3 2 0,2 3 3 15,-3-5-3-15,3 4-1 0,-3-3 3 0,1-1-2 16,-1 2 1-16,1 1 5 0,-1 1 1 0,0 0 4 15,0 0-2-15,0 8-1 0,3-11-4 0,-3 11 9 16,0-8 9-16,0 8 9 0,0 0 14 0,7 5-1 16,-4 2 1-16,2 3-7 0,0 5 15 0,2 3-20 15,1 3 15-15,3 7-27 0,-2 0 19 0,2 2-25 16,1 6 14-16,-1-2-25 0,2 1 19 0,-3 2-26 16,0-1 24-16,0-3-27 0,-2-1 24 0,-1-1-23 15,-1 1 24-15,-1-1-27 0,-2-4-1 0,-2 2 5 0,-2-4 1 16,-2-1 0-16,2 1 10 0,-6-6 25 0,2-2 28 15,0-2 25-15,-4-2 34 0,-1-3 5 0,-1-5-3 16,-1-2-10-16,-2-4-6 0,-3-5-13 0,-2-4 19 16,-2-6-4-16,1-4 33 0,-3-5-42 0,4-6 45 15,4-2-51-15,1-3 21 0,6-2-61 0,4 3 25 16,4 0-55-16,3-1-11 0,5-2-4 16,2 1-6-16,2 2-15 0,6 1-26 0,-1 3-45 0,6 2-77 15,0 4-87-15,0-2-53 0,3 5-112 0,-5 4-142 16,1-1-160-16,-3 3-796 0,-2 4-1141 0</inkml:trace>
  <inkml:trace contextRef="#ctx0" brushRef="#br0" timeOffset="3846.99">8359 12964 928 0,'6'-13'852'0,"-3"1"-167"0,-2 0-146 0,3 1-94 0,-1 0-81 0,-1-1-61 0,2 2-65 16,-1-3-49-16,-1 4-35 0,2-4-33 0,2 4-22 15,-1-1-19-15,2 2-19 0,-1-1 3 0,3 4-27 16,-1-1 7-16,-1 1-24 0,1 0 8 0,-8 5-20 0,17-1 12 16,-17 1-16-16,15 1 9 0,-15-1-12 0,14 5-4 15,-9-1 1-15,-1 0 0 0,-1 2 0 0,-2-1-2 16,-1 3-1-16,-1-2 4 0,-2 4 1 15,1-2-2-15,-5 1 0 0,3-1 1 0,-2-2 9 0,1 2-10 16,0-3 12-16,1 1-11 0,0-1 9 16,0 0-15-16,4-5 13 0,-4 7-13 0,4-7 12 15,5 6-13-15,-5-6 2 0,17 4-1 0,-4-2 2 0,1-1-1 16,4 2 3-16,-3-3-1 0,3 3 0 0,0 0 2 16,-1 0-1-16,-2 0 2 0,0 0-2 0,1 1 4 15,-2 5 0-15,-3-2 0 0,2 0-4 16,-4 2 4-16,0 1-1 0,-4 1-2 0,1 0 1 0,-3-1 14 15,-2 2-15-15,-1-2 14 0,0 2-16 0,-4-2 32 16,2 0-30-16,-6-1 12 0,3-1-13 0,-4-1 21 16,1 0 1-16,-3-3 6 0,-2-1 1 0,-2-3-8 15,-2-3 0-15,-1 1-6 0,-2-6 4 0,-2 3 6 16,0-2 0-16,3-3 5 0,1 3-3 0,3-2-2 16,2 0-2-16,3 1-11 0,0-1-6 0,3-1-23 15,3 2-20-15,3-3-49 0,1 1-49 0,4 0-91 16,1-2-121-16,5 0-67 0,2-4-182 0,2 2-566 15,1 1-779-15</inkml:trace>
  <inkml:trace contextRef="#ctx0" brushRef="#br0" timeOffset="4529.74">9147 12852 462 0,'9'4'558'0,"0"-2"-133"0,-9-2-42 0,12 6-30 0,-12-6 9 0,10 2-22 15,-10-2-12-15,9 3-25 0,-9-3-28 0,0 0-34 0,10 3-33 16,-10-3-30-16,0 0-30 0,7 3-11 16,-7-3-19-16,0 0-22 0,0 0-16 0,6-5-6 0,-6 5-8 15,1-6-7-15,-1 6-4 0,0-11-8 0,0 11-6 16,2-13-1-16,-2 5-7 0,1-1-4 16,-1-2-8-16,2 1-7 0,0-1 11 0,0 1-7 0,-1-2-3 15,2 1-5-15,0 3 0 0,-1-2-3 0,2 4-6 16,1 0 5-16,-5 6-6 0,12-8 1 0,-12 8-2 15,11-1 2-15,-11 1-7 0,12 4 4 0,-5 1 4 16,0 1-1-16,-1 1-2 0,-2 2-1 0,2-1 2 16,1 2 2-16,-5 0-3 0,2 1 23 0,0-3-23 15,-3 3-5-15,2-3 7 0,-3 1-4 0,0-2 3 16,0 0 0-16,-3-1-2 0,3-6 5 0,-5 8 4 16,5-8-4-16,-10 6 1 0,10-6-4 0,-13-1 3 15,7-4-3-15,-1 0 2 0,-3 0 2 0,5-5-2 16,0 2-3-16,0-5 0 0,1 3 2 0,1-3 2 15,2-1-4-15,2 0 3 0,2 0-4 0,2-2 0 0,0 0-2 16,4 2 1-16,1 2 3 0,-2 0-2 16,4 1 1-16,0 4 3 0,0 1-3 0,-1 0-4 15,2 5 0-15,1-1-1 0,-1 4 6 0,-2 1-3 16,2 4 5-16,1-2-4 0,-1 4-2 0,0 2 5 16,-3-1-3-16,0 0-1 0,2 3-3 0,-3-4 5 15,-2 2 1-15,2-1-4 0,-2-1 2 0,-2-3 3 16,0 1-2-16,0-1 0 0,-1 0 1 0,0 0 8 15,-4-6-1-15,6 6-6 0,-6-6 2 0,0 0 2 0,0 0-4 16,0 0-2-16,0 0 2 0,5-7 1 16,-5 7-2-16,0-11 1 0,3 4-1 0,-1-2-1 15,2 0 0-15,0-1 0 0,2 1 4 0,1-3-5 0,-1 4 0 16,2 0 0-16,1 2 2 0,-3 1-1 0,3-1-3 16,-1 2 0-16,1 3 1 0,-9 1-3 0,15 0 8 15,-6 3 1-15,2 0-2 0,-3 3-2 0,1 0-1 16,1 0 4-16,-2 4-4 0,0-3 2 0,-2 2-1 15,2-1-2-15,-3 2-9 0,0-3-19 0,-1 2-14 16,-3 0-24-16,2-2-43 0,-3 0-87 0,-2-1-95 16,0 0-100-16,-2 0-103 0,-3-1-108 0,0-2-422 15,2 1-638-15</inkml:trace>
  <inkml:trace contextRef="#ctx0" brushRef="#br0" timeOffset="4663.26">9623 12646 588 0,'-1'-15'604'0,"1"0"-128"0,-3 4-54 0,3-1-66 0,0 0-55 0,0 1-30 16,0 0-27-16,0 0-41 0,1 3-42 0,1-1-27 16,-1 1-31-16,3 1-24 0,-2 1-23 0,1 0-39 15,-3 6-153-15,6-10-159 0,-6 10-214 0,4-4-453 16,-4 4-550-16</inkml:trace>
  <inkml:trace contextRef="#ctx0" brushRef="#br0" timeOffset="6128.23">9839 12544 238 0,'15'-7'716'0,"-3"2"-124"0,-1 1-72 0,1 1-61 16,-1-1-50-16,2 1-43 0,-1 1-32 0,0 1-38 16,0 2-38-16,-2-1-39 0,4 5-46 0,-5-1-30 15,5 2-25-15,-4 3-20 0,1-1-22 0,-1 3-15 16,-1 1-11-16,-3 0-11 0,2 1-6 0,-2-1-8 15,-1-1-6-15,-1 0-4 0,-1-1-2 0,-1-3-3 16,2 3-3-16,-4-5 2 0,1 3 0 0,-1-8-4 16,0 9 2-16,0-9-3 0,0 0 2 0,0 0-1 15,-10-2-11-15,6-3 15 0,-1-2-3 0,0-1-1 16,0-2 4-16,1-1 0 0,0-3 6 0,2 0-4 16,0-1 5-16,1 0 0 0,1-1-5 0,3 0-8 15,-1 1 3-15,5-1 0 0,-1 3 0 0,3 1-6 16,1 0 3-16,-1 3-2 0,4 2 2 0,-3 1-2 15,2 3 0-15,0 3 2 0,0 2-7 0,3 1 6 16,-2 3-2-16,1 2-1 0,-1 1 1 0,-2 1-1 16,3 2 1-16,-3 0-3 0,-1 0 2 0,0 0 3 15,-2 0-4-15,0 1 1 0,-1-4-2 0,-2 1 1 16,0-3 3-16,-1 2-2 0,1-2 3 0,-1-1-1 16,0 0 2-16,-4-6 2 0,8 9-2 0,-8-9 2 0,3 4-3 15,-3-4-2-15,0 0 4 0,8-6-4 0,-8 6 1 16,4-9-3-16,-1-1 3 0,-1 1-2 15,-1-1 1-15,2-2 3 0,2-2-4 0,-4-1 0 0,3 0 0 16,-1-1-2-16,-1 0 2 0,-2 3-3 0,3 1 4 16,-2 2 1-16,0-1-1 0,2 1-4 15,-3 3 0-15,0 7 0 0,3-11 0 0,-3 11-1 16,0 0 6-16,5-5-4 0,-5 5 0 0,5 7 0 16,-5-7 2-16,6 10 1 0,-1-2-4 0,-1 0 4 15,1 1 11-15,-1 0-11 0,4-2 0 0,-2 2-1 0,-1-3 1 16,3 1 28-16,-3 1-33 0,2-5 34 15,0 2-34-15,-7-5 1 0,12 3 1 0,-12-3 5 0,13-1-2 16,-5-2-5-16,-1-1 2 0,-1-1 2 0,3-4 0 16,-4 2 3-16,1-3-1 0,1-1 1 0,-2 0-5 15,1 0 5-15,-3 0 4 0,-1 1-5 0,2-1 1 16,-2 3-2-16,0-2 0 0,-1 3 0 0,1 1-3 16,-1 0 3-16,-1 6-3 0,4-7 0 0,-4 7 3 15,0 0 1-15,0 0-1 0,0 0-4 0,5 7 5 16,-1-1 3-16,-2 4-5 0,1-2-1 0,2 2 3 15,0-2 0-15,0 3 4 0,0-3-6 0,3 0 5 16,-3 0-2-16,3-2 0 0,-2-1-1 0,2 0 0 16,-8-5 2-16,13 3-3 0,-13-3 4 0,14-2-1 15,-4-4-2-15,-4 1 0 0,3-3-1 0,-2-2 2 16,0-3-2-16,0-2-1 0,-2-2 4 0,-1-3-4 16,-2-1 8-16,-1-3-5 0,-2-3 7 0,1-4-9 15,-5-3-2-15,1-5 1 0,-5-4 12 0,4 2 15 0,-4-3-38 16,0-2 35-16,0 1-35 0,-1 1 4 15,4-1-2-15,-2 2 7 0,3 4-1 0,0 8 1 16,0 6 4-16,2 2 0 0,-2 4-3 0,4 2-2 16,-2 4 0-16,3 4 1 0,0 9 4 0,0 0 5 0,0 0 8 15,0 14 9-15,3 3 14 0,-1 10 2 0,2 7-4 16,4 9 5-16,-3 3 9 0,1 1-17 0,1 1 17 16,0 4-20-16,2-5 9 0,0 3-17 0,2-4 0 15,0-1-5-15,0-2-3 0,2-1-1 0,3-4-8 16,-2-5 9-16,2-1-5 0,-3-8-1 0,1-1 0 15,0-6-6-15,0-2 3 0,-1-4 2 0,2-3 1 16,-2-2-4-16,-1-4-7 0,2-1 4 0,-1-4-6 16,-1-3-4-16,1-3-5 0,4-3-7 0,-6-3-25 15,1-1 4-15,-1-3 2 0,-2 0-3 0,-1-4-4 16,1 2 21-16,-4 0-10 0,-4 2 7 0,4 0 10 16,-2 3 5-16,-2 1-4 0,2 3 9 0,-1 2-10 15,-1 0 7-15,1 3-8 0,-2 7 12 0,1-6 7 16,-1 6-5-16,0 0-1 0,4 7 8 0,-4 0-7 15,1 2 10-15,0 1-6 0,2 1 3 0,-1 3 0 16,5 0 2-16,-3 0 0 0,2-2 0 0,2 1-1 16,-2 1 2-16,3-4 2 0,-1 0-2 0,1-1-3 15,-3-3 0-15,3 1 4 0,0-4-1 0,1-2-3 16,-10-1 4-16,18 0 1 0,-8-2-5 0,-1-3 1 0,-1-2-1 16,1-1 4-16,1-3-4 0,-4-2-2 15,1 2 6-15,-2-5 2 0,0 0-5 0,-1-1 3 0,-2 2-4 16,0 0 1-16,-1-1-3 0,-1 1 1 15,0 3 5-15,0 1-7 0,-1-1 0 0,-1 3-2 0,1 0 4 16,0 3-6-16,1 6 1 0,-6-7 7 16,6 7-3-16,0 0 4 0,0 0-3 0,-12 6 5 15,12-6-3-15,-4 10-1 0,4-3 2 0,0-1 2 0,4 3-2 16,0-2 3-16,0 2-1 0,2 0-5 0,-1-3 2 16,3 0 5-16,-2 0-2 0,2-2-3 0,1-2-1 15,-9-2 2-15,15 4 3 0,-15-4-5 16,19-3 0-16,-8 1 0 0,-2-2 3 0,2 1 1 0,-1-6-1 15,3 2-1-15,-4-2-1 0,1 0 0 0,2-1-3 16,-2 1 8-16,-1 1-14 0,0-1 9 0,0 1 0 16,-3 1-3-16,2 3 1 0,-3-3-2 0,1 3 2 15,-1-1-1-15,-5 5-1 0,12-2 2 0,-12 2-1 16,18 2 3-16,-9 3-3 0,1 1 6 0,3 0 7 16,-3 3-11-16,2 0-1 0,-1 2 0 0,1 1-4 15,-1 0 4-15,-3-2-13 0,1 2-19 0,-3 1-35 16,2-4-22-16,-6 2-17 0,1 0-31 0,-3-3-40 15,-3-1-67-15,-3 2-89 0,0-3-44 0,-6 1-65 16,-5-3-65-16,1 1-453 0,-6-4-546 0</inkml:trace>
  <inkml:trace contextRef="#ctx0" brushRef="#br0" timeOffset="6311.97">10762 12172 333 0,'-8'-4'567'0,"8"4"-133"0,-3-9-33 0,3 9-18 0,11-4 3 0,0 2-16 0,6-1-4 0,1-1-21 0,6 1-32 0,-1-1-48 0,4-1-42 16,2 2-45-16,3-3-34 0,1 0-25 16,4 1-22-16,-1-2-17 0,5-2-14 0,-4 2-13 15,-2-1-7-15,-3 1-11 0,-3-3-12 0,-1 2-30 0,-8-3-79 16,-2 1-138-16,-6-1-146 0,-4 1-216 0,-6 0-662 16,-7 1-857-16</inkml:trace>
  <inkml:trace contextRef="#ctx0" brushRef="#br0" timeOffset="11616.06">14658 11254 257 0,'-19'-3'494'0,"19"3"-85"0,-18 0-71 0,5-1-34 16,2-1-35-16,-1 4-22 0,-3-2-21 0,1 1 1 15,-3-1-26-15,1 2 18 0,-2-1-25 16,0 1 17-16,0-1-28 0,2 1 6 0,1 1-36 16,3-1-6-16,-1-1-25 0,3 1 5 0,-2-1-11 15,12-1 11-15,-14 3-28 0,14-3 6 0,-8 5 2 16,8-5 2-16,0 8-15 0,4-3 11 0,5-1-15 15,5 2-3-15,11 1 13 0,7-1-14 0,12 3 8 16,9-4-4-16,15 3-20 0,4-1 14 0,7-1-13 0,-2 0-12 16,6 0-15-16,3-1-3 0,-2-1-7 0,3 0-10 15,1 0-5-15,-1 1-3 0,-5-4-3 0,0 2-3 16,-6-1-3-16,-13 1 11 0,-4-1-16 0,-4 0 4 16,-3 0-9-16,-11-1-7 0,-1 0-24 0,-10 1-14 15,-4-1-5-15,-4-1-39 0,-2 0-19 0,-5 0-56 16,-2 0-57-16,-3-1-71 0,-10 1-93 0,8-4-38 15,-8 4-75-15,-6-2-52 0,-6 0-66 0,-2 0-298 16,-8 1-485-16</inkml:trace>
  <inkml:trace contextRef="#ctx0" brushRef="#br0" timeOffset="11894.97">14938 11516 402 0,'-43'10'733'15,"-1"-2"-165"-15,5 1-90 0,4-1-127 0,4 2-61 16,1 1-74-16,3 3-34 0,1-3-31 0,8 3 17 15,2-1 14-15,4 0 28 0,3 0 20 0,7-1-28 0,3-3-9 16,3 2-29-16,9-1 5 0,6-1-23 16,9 1-13-16,15-2-13 0,6-3-23 0,6-1 19 15,5-2-25-15,19-4-5 0,1 2 61 0,5-2-46 0,3-2 15 16,3 0-44-16,1 0 24 0,0-2-48 16,-4-1 36-16,-2 2-47 0,1-1-4 0,-5 1-8 15,-4 2-4-15,-2-3 25 0,-16 5-38 0,-2-3 26 16,-7 3-40-16,-9 0 22 0,-5 0-67 0,-9-1-17 0,-5 2-58 15,-3 0-18-15,-5-1-45 0,-5-2-34 0,-10 3-104 16,9-2-96-16,-9 2-87 0,-9-2-207 16,-3-2-472-16,-5 1-799 0</inkml:trace>
  <inkml:trace contextRef="#ctx0" brushRef="#br0" timeOffset="17761.89">7596 14402 421 0,'10'-9'464'0,"-2"2"-97"0,-3 3-114 0,-5 4-35 16,13-5-20-16,-13 5 9 0,10 1-24 0,-10-1-5 15,9 7-4-15,-9-7-12 0,6 11-29 0,-2-4-18 16,-3 0 7-16,1 1 3 0,-2 1-6 0,0 3-1 15,0-5 0-15,-2 5-11 0,1-4-13 0,-3 3 7 16,3-5-5-16,-4 4-11 0,1-1 9 0,0-1-4 16,0-2-12-16,-1 0-2 0,0 1 5 0,0-1-4 15,-1-4 5-15,1 4 4 0,5-6-6 0,-12 2-16 16,12-2 4-16,-11-2-23 0,4-1 0 0,7 3-16 16,-10-8 4-16,5 2-12 0,2-2-1 0,-3-1-13 15,6-1 8-15,-1 1-3 0,2-1-1 0,3-1-2 0,-2 0-4 16,3 1 1-16,2 1-4 0,1-1 3 15,2 2-4-15,1 1-1 0,-1 1-1 0,3 2 1 16,0 3-1-16,2 1 0 0,-2 1 2 0,4 3-3 16,-2 2 1-16,4 3 0 0,-3 2-11 0,-1 2 16 0,-1 4-9 15,-1-1 8-15,-4 3-1 0,-2 0 1 0,-1 2-1 16,-4-1 1-16,-2 1-4 0,-4 1 4 0,-2 1 3 16,-6 1 5-16,0 1 9 0,-5-1 11 15,-2-1 3-15,-3-3 10 0,-2 3 11 0,-2-7-5 0,2 0-5 16,0-4 2-16,2-4-8 0,3-1-3 0,1-1-5 15,1-5 15-15,3-1-8 0,3-1-6 0,0-1-3 16,3-3-8-16,1-1-2 0,6-1-4 16,2-3-1-16,3 2-8 0,4-2 2 0,3 1-15 0,1 1-30 15,4 0 52-15,0 4 0 0,3-1 0 0,0 1 1 16,0 4-2-16,3-2-2 0,-2 4-1 16,2 0-1-16,0 2-2 0,1-1-5 0,-3 3-6 0,1 0-12 15,-2-1-7-15,-4 0-11 0,2 0-27 0,-2-1-23 16,-1 0-28-16,-1-1-37 0,-3-2-64 0,3 1-91 15,-13-2-61-15,19-2-24 0,-8 1-55 0,-2-4 16 16,-1 0 12-16,1-3 14 0,0 0 6 0,-3-4-311 16,1-1-212-16</inkml:trace>
  <inkml:trace contextRef="#ctx0" brushRef="#br0" timeOffset="17995.5">7964 14396 432 0,'-5'-19'447'0,"4"3"-57"0,-2 2-35 0,3 3-43 0,-2 0-17 0,0 0-39 16,1 5-25-16,1 6 30 0,0-12 7 0,0 12 7 15,0 0-20-15,0 0-10 0,0 7-7 0,4 2-22 0,-2 6-43 16,5 1-13-16,-1 7 28 0,3 8-37 16,0 8 11-16,4 2-14 0,-3 4 8 0,0 3 7 0,2 1-14 15,-2 11 1-15,3-2-15 0,-3-6-3 16,-1-3-7-16,0 2-21 0,2 0-54 0,0 0 26 0,-2-1-50 16,2 0 27-16,-2-1-12 0,0-2-9 0,1 0-9 15,-1-2-1-15,0-6-10 0,2-1-12 16,-3-8-34-16,0-3-67 0,-2-3-97 0,2-5-64 15,-3-3-75-15,1-2-126 0,0-6-106 0,-3-2-80 0,-3-6-128 16,0 0-323-16,12-2-716 0</inkml:trace>
  <inkml:trace contextRef="#ctx0" brushRef="#br0" timeOffset="18427.83">8253 15065 588 0,'1'-18'554'15,"-1"4"-105"-15,0 2-26 0,1-1-13 0,-1 3-17 16,2-2-4-16,-2 3-18 0,1-2-37 0,-1 0-45 15,3 0-51-15,-1 1-41 0,2-2-36 0,2 1-27 16,1-1-24-16,0 1-20 0,4 0-12 0,0 2-14 16,1-1-12-16,2 4-8 0,0 0-12 0,1 1-8 15,-2 2-1-15,0 2-9 0,-1 2-2 0,0 4-2 16,1-1-3-16,-2 3-3 0,-2 1-3 0,1 2 0 16,-2 1 2-16,-3-1-1 0,-2 5 0 0,-2-4-3 15,-2 5 7-15,-3 0-4 0,-4 1 0 0,-2 0-1 16,-3 2 2-16,0-5 0 0,-2 1 1 0,2-1 5 15,-3-2-1-15,3-2 0 0,0-2 8 0,3 0-7 16,1-2-16-16,0-4 23 0,9-2-26 0,0 0 26 16,0 0-9-16,0 0-3 0,-1-7-1 0,10 1 3 15,0 1-5-15,2 1 1 0,6-2 6 0,-3 0-11 0,1 3-3 16,1 1 2-16,-1 0 4 0,-2 4-4 16,2-1 3-16,-1 2 12 0,1 2-12 0,-3 3-2 0,-2 0-17 15,1 1 23-15,-3 2-18 0,0 1 24 0,-3 0-20 16,0-1 43-16,-5 0-18 0,0 0 28 0,-1 1 28 15,-4-1 36-15,-3 0 59 0,-1 1-35 0,-5-3 38 16,-1 1-42-16,-4-2 19 0,-2-2-45 0,-1 0 30 16,-2-3-61-16,2 0 14 0,2-3-83 0,-3-1-28 15,1-1-143-15,2-1-88 0,-1 0-159 0,2-1-210 16,1 0-205-16,0-1-633 0,3 1-1084 0</inkml:trace>
  <inkml:trace contextRef="#ctx0" brushRef="#br0" timeOffset="19829.41">9038 14109 726 0,'8'-13'569'0,"0"1"-148"16,-4 3-74-16,1 2-36 0,-5 7-30 0,5-4-13 15,-5 4 3-15,0 0-5 0,4 11-32 0,-5-1-21 0,-3 3-7 16,1 4-23-16,1 1-8 0,-2 5-35 0,0 1-25 16,-1-1-25-16,1 3-21 0,-1 0-7 15,3-1-23-15,-2 3 3 0,0-5-16 0,0 4 3 0,1-3-16 16,2-1 8-16,-1-1-16 0,-1-2 7 0,2-1-10 15,-1-2-1-15,1 0-8 0,1-2-35 0,-1-3-47 16,0-2-58-16,-1 1-47 0,0-2-41 16,-1-2-62-16,3-7-22 0,-9 6-16 0,9-6 1 0,-14-4 8 15,4-3 22-15,0-4 54 0,-3-3 41 0,-2-6 44 16,1-4 70-16,0-4 41 0,-2-7 67 0,2 1 35 16,3 0 61-16,2 2 35 0,1 1 35 15,2 4 24-15,1 4 3 0,2 1 5 0,2 4-23 0,-1 3-20 16,4 4 21-16,2 3 20 0,2 0 8 0,2 5 21 15,-8 3-16-15,23 1-39 0,-7 3-34 0,1 5 3 16,5 3-26-16,2 1-19 0,0 3-18 0,6 4-28 16,-1 2 3-16,2-2-29 0,-1 1 19 0,1 1-32 15,1-2-4-15,-3-1-7 0,2 0 0 0,-4-2-3 16,-3-3-6-16,3-1-1 0,-3 3-4 0,-4-7-31 16,1 1-58-16,-2-2-105 0,-5 0-105 0,2-4-58 15,-5 1-133-15,-2-5-108 0,-9 0-425 0,18-2-637 16</inkml:trace>
  <inkml:trace contextRef="#ctx0" brushRef="#br0" timeOffset="20396.12">9789 14012 98 0,'9'-7'457'0,"0"-1"-83"0,2 0-68 0,-3-1-39 16,2 0-16-16,-1-3-11 0,0 0 0 0,0 1-41 16,-4-3-9-16,3 1-9 0,-3-2-7 0,-1 1-40 15,0-2 41-15,-3 1-21 0,0 0-17 0,-1 1-23 16,-1-2 0-16,-2-1 12 0,1 2-1 0,-3 2-8 15,-2 0-16-15,0 0-8 0,-4 1-13 0,1 3 4 16,-2 1-12-16,-3 2 15 0,0 3-19 0,1 3 12 16,-3 2-8-16,1 3-9 0,-2 5-10 0,1 1-8 15,-1 5-1-15,3 3-17 0,1 0 8 16,5 1-9-16,1 1-9 0,2 1 3 0,5 0-2 0,2-1 23 16,2 1 8-16,4-2 0 0,2-2-4 0,3 0-2 15,3-2-5-15,0-2-5 0,3-3-26 0,0-2 36 16,-1-4-25-16,-1-1 39 0,0-3-50 0,0-3 37 15,0-3-45-15,0-1 41 0,-3-7-48 0,2 0 44 16,-2-3-50-16,-4-3 0 0,1-1 5 0,-2 1 6 0,-3-3 1 16,-1 0 3-16,-3 4 1 0,1 0 2 15,-1 2 0-15,0 3 2 0,0 0-2 0,1 4-4 16,-2-2 0-16,1 4 1 0,-1 7-2 0,0 0 5 16,0 0 11-16,10 13 14 0,-5 5 20 0,2 8 64 0,-1 7-63 15,4 9 66-15,-1 3-37 0,-1 1 31 0,3 2-16 16,-2-1 43-16,0-1-50 0,3 0-17 0,-2-1-15 15,-1-4-5-15,4 1-14 0,-2-3-8 0,-2-3-9 16,3-7-7-16,-3-3-24 0,-3-5-119 0,0-1-129 16,1-5-134-16,-4-1-201 0,0-2-200 15,-3-3-710-15,-1-1-1133 0</inkml:trace>
  <inkml:trace contextRef="#ctx0" brushRef="#br0" timeOffset="26227.82">10884 13889 496 0,'-11'1'555'0,"11"-1"-93"0,0 0-114 0,0 0-54 0,0 0-77 15,-12-1-20-15,12 1-35 0,0 0 18 0,0 0-17 16,0 0-8-16,0 0-21 0,9-5-17 0,-9 5-20 16,14-3-17-16,-2 2-14 0,-1-2-9 0,3-1 3 15,2 1-3-15,0 1-10 0,1-2-9 0,2-1-8 16,3 0-8-16,1-1-1 0,0 1-9 0,1-2-11 16,0 1-23-16,-2-1-40 0,1 0-43 0,-1 1-58 15,-5 0-22-15,-1 1-65 0,-2 2-51 16,-1-2-70-16,-4 1-105 0,-1 2-199 0,-8 2-182 0</inkml:trace>
  <inkml:trace contextRef="#ctx0" brushRef="#br0" timeOffset="26411.94">10875 14086 480 0,'0'0'522'0,"-4"4"-107"0,4-4-61 0,0 0-46 0,11-1-38 15,-11 1-37-15,16-4-5 0,-3 1-19 0,1-2-39 16,4-1-24-16,2 1-27 0,3-2-24 0,2 0-18 15,3 1-13-15,3-3-15 0,2 0-13 0,1 0 1 16,-2 1-9-16,3-2-8 0,-2 2-4 0,0-1-8 16,-3-1-70-16,-5 4-66 0,-3-1-76 0,-2 0-69 15,-2 2-100-15,-9 0-127 0,0 1-245 0,-9 4-253 16</inkml:trace>
  <inkml:trace contextRef="#ctx0" brushRef="#br0" timeOffset="27777.63">12325 13062 113 0,'3'-18'693'0,"0"2"-139"0,-3 0-110 0,0 2-42 0,-4 0-71 0,-1 2-34 0,-4 1-18 0,-2 2-15 0,-1 3-4 16,-1 3-3-16,-6 4-15 0,1 7-1 0,-5 4-25 0,-2 13-35 15,-2 2-27-15,0 9-28 0,2 9-25 0,3 6-15 16,1 1-15-16,10-6-13 0,1 1-10 0,6-1-12 15,4 0-3-15,6-3-14 0,4 1 7 0,3-4-11 16,6-2-3-16,3-4-1 0,2-2 3 0,4-5 4 16,3-4-11-16,2-2 3 0,2-5-2 0,-3-5-1 15,0-5-3-15,-3-4-4 0,-1-1 0 0,-1-3 0 16,1-3 1-16,2-2 2 0,-5-4-5 0,-4 0-3 16,-2-2 0-16,-4 0 1 0,-3-2 3 0,-5 2-3 15,0-2 0-15,-5 2 0 0,1 1-1 0,-7 0 0 16,0 3-2-16,-2 1 1 0,-5-1 4 0,0 6 25 15,-2 1-33-15,-3 2 33 0,-2 2-38 0,-5 5 4 0,-2 2-15 16,1 3-23-16,-3 2-48 0,6 0-62 16,-1 3-109-16,4-1-110 0,3 0-156 0,3-2-760 15,6-1-898-15</inkml:trace>
  <inkml:trace contextRef="#ctx0" brushRef="#br0" timeOffset="45694.53">18040 13237 301 0,'-15'3'662'0,"4"-2"-130"0,2-1-135 0,9 0-63 16,-15 4-94-16,15-4-36 0,-12 2-54 15,12-2 22-15,0 0 17 0,-5 4 2 0,5-4-23 16,0 0-28-16,20 0-24 0,-4-1-25 0,5-2-18 16,7-1-16-16,5 0-8 0,12-2-14 0,1-3-4 15,2 1-9-15,1-2-6 0,-1 1-2 0,2-1-5 16,-1 0-21-16,-2-1-86 0,-5 3-54 0,0-3-62 0,-11 5-39 16,-8 2-70-16,-5 0-53 0,-6 3-74 15,-12 1-286-15,10 1-242 0</inkml:trace>
  <inkml:trace contextRef="#ctx0" brushRef="#br0" timeOffset="45878.15">17879 13597 537 0,'0'0'501'0,"0"0"-91"16,7 8-118-16,-7-8-31 0,21 0-68 0,-2-3 0 0,4 1-40 15,6-1 11-15,7-4-38 0,9 0 2 0,4-1-43 16,-1 1 1-16,1-2-27 0,-1 2-3 0,-2 1-29 15,-7 3-9-15,0-1-62 0,-2 0-36 0,-2 3-101 16,-6-1-100-16,2 0-104 0,-2 0-352 0,-1 0-243 16</inkml:trace>
  <inkml:trace contextRef="#ctx0" brushRef="#br0" timeOffset="46143.43">19089 13133 406 0,'0'0'797'16,"1"-10"-139"-16,-1 10-132 0,2-8-127 0,-2 8-71 15,0 0-48-15,2-6-25 0,-2 6-26 0,0 0-13 16,4 9-15-16,-3-2-16 0,3 2-36 0,0 5-20 16,2 2-35-16,-2 3-5 0,1 3-32 0,2 0-4 0,-1 2-17 15,4 3 0-15,-3 1-17 0,-1 0 4 0,2 0-13 16,-1 0 7-16,-3-4-14 0,1 1-1 15,-1 0-3-15,-1-2 3 0,-2 1-4 0,2-1-3 0,-1-3-46 16,-2-2-82-16,1 0-83 0,1 0-81 0,-1-5-124 16,-1 1-161-16,4-3-509 0,0-3-708 0</inkml:trace>
  <inkml:trace contextRef="#ctx0" brushRef="#br0" timeOffset="46410.22">19513 13445 1021 0,'0'0'858'0,"0"0"-184"0,0 0-163 16,9-4-92-16,-9 4-84 0,0 0-57 0,0 0-57 16,0 0 1-16,8-2-41 0,-8 2-9 0,13 0-53 15,-13 0-19-15,23-3-23 0,-5 0 13 0,3 1-48 16,4-1 17-16,3 0-38 0,4-3 24 0,0 1-39 15,0 0 22-15,-5 1-36 0,-2 0 9 0,-1-1-47 16,-7 2-54-16,0-3-94 0,-5 2-98 0,0-1-72 16,-6-1-37-16,-1 3-86 0,-5 3-102 0,3-8-352 15,-3 8-516-15</inkml:trace>
  <inkml:trace contextRef="#ctx0" brushRef="#br0" timeOffset="48110.28">20983 12660 488 0,'6'-7'423'0,"-2"1"-84"0,-4 6-67 0,4-11-31 0,-4 11-18 0,3-12-2 16,-3 12-12-16,-2-10-25 0,1 2-12 0,-2 2-25 15,2 0-26-15,-1-1-16 0,-2 1 2 0,0-2 6 16,0 1-18-16,-1 2-11 0,0-3-13 16,-3 3-4-16,-1 0 1 0,2-1-13 0,-5 3-7 0,0 0-7 15,-1 0-7-15,-3 2-5 0,2 0-5 0,-2 1 7 16,-2 1 37-16,-3 1-12 0,3 2-9 0,-5 2-9 15,0 1-6-15,2 3-3 0,-4 2 28 0,1 3 16 16,1 2-10-16,0 4-12 0,1 2-4 0,1 6 44 16,3 1-18-16,2 3-14 0,4 3 40 0,1 3 8 15,6 5-15-15,0 1 11 0,3 5-15 16,2 0 12-16,1 3 34 0,0 4-58 0,4 8 43 0,-1 1-41 16,3 1 9-16,-2-3-13 0,1 1-21 0,-2 0 1 15,-2-6-15-15,1 8 20 0,-2 0 52 0,-1-9-58 16,0 0 25-16,0-1-52 0,0-4 31 0,0-1-46 15,0-1 30-15,3-3-38 0,-1-2 32 0,2-3-35 16,3-4 46-16,0 1-3 0,1-8-6 0,0 1-7 16,1-5-7-16,3 0-2 0,-1-3-4 0,1-1-3 15,1-1-2-15,2-6-1 0,-2-3 0 0,6-1-3 0,-1-3-4 16,5-3 9-16,0-4-9 0,5-3-1 0,2-1-2 16,4-6-23-16,8-7 25 0,2-3-1 15,11-8-6-15,-1-6-69 0,-1-3-43 0,-2-4-111 16,2-2-60-16,-2-3-101 0,-4-1-107 0,-2 2-81 0,-5 1-158 15,-6 1-514-15,-8 9-857 0</inkml:trace>
  <inkml:trace contextRef="#ctx0" brushRef="#br0" timeOffset="48459.62">21696 13260 659 0,'0'-24'682'0,"0"4"-163"0,0 1-60 0,-1 0-79 0,1 5-67 0,0 0-53 15,0 3-46-15,0-1-37 0,0 4-27 0,1 0 22 16,-1 8 9-16,0 0 1 0,0 0-9 0,6 11 17 15,-3 3-51-15,2 8 35 0,-1 3-54 0,1 6 24 16,0 2-65-16,3 9-3 0,-2-1-6 0,1 1-13 16,-1 0-11-16,3 0-7 0,-4-1-12 0,2 1 2 0,-1-3-11 15,-2-3 4-15,0-4-8 0,-2-1-6 0,3-4-6 16,-4-1 0-16,2-3-7 0,0-4-37 16,-1 0-60-16,0-3-52 0,-1-3-106 0,0-3-139 0,-1-1-80 15,0-9-146-15,0 0-540 0,0 0-780 0</inkml:trace>
  <inkml:trace contextRef="#ctx0" brushRef="#br0" timeOffset="48701.2">21662 13322 228 0,'-8'-27'628'0,"2"4"-106"0,-1 2-137 0,3 4-48 16,-1-1-56-16,3 5-18 0,2 0-24 0,1 3-11 16,4-1-27-16,0 3-27 0,4 0-17 0,4 1-32 15,2 2-10-15,-2 4-9 0,4 1 15 0,1 3-19 16,1 0-12-16,1 4-17 0,-2 1-12 0,1 2-17 15,-5 2-6-15,2 2-10 0,-5-1-2 0,-1-1-3 16,-6 3 1-16,1 0 11 0,-5-2-2 0,0 1-4 16,-5 1-5-16,-2 0-2 0,-4 0-1 0,-2-2-6 15,-2 2-3-15,0-5 2 0,-3 0-5 0,1 0-4 16,-2-5-7-16,3 1 2 0,2-5-20 0,1 0-68 0,0-2-115 16,3-2-118-16,3-2-66 0,2-1-122 15,8-2-522-15,-1-2-645 0</inkml:trace>
  <inkml:trace contextRef="#ctx0" brushRef="#br0" timeOffset="48977.52">22381 13016 550 0,'7'-15'776'0,"-5"3"-150"0,1 1-96 0,-5 2-81 15,1-1-46-15,-3 3-49 0,-1 1-35 16,-4 1-37-16,9 5-40 0,-18 0-39 0,8 5-26 15,-4 3-27-15,-1 6-25 0,-1 1-25 0,1 7-16 0,0 1-18 16,1 4-11-16,2 1-13 0,2 0-4 0,2 2-1 16,1 1-8-16,4-4-10 0,3 1-4 0,3-1 2 15,3 3-6-15,0 0-4 0,3-3 2 16,4-2 15-16,0 0-21 0,1-4 4 0,4 0-3 0,2-4 0 16,2-2-5-16,2-2-2 0,2-1-4 0,-3-5-37 15,0-2-73-15,-3-2-114 0,2-3-127 16,-3-1-114-16,3-6-161 0,-2-1-594 0,-2-4-836 0</inkml:trace>
  <inkml:trace contextRef="#ctx0" brushRef="#br0" timeOffset="49360.32">22600 13087 833 0,'0'0'718'0,"0"0"-161"16,0 0-127-16,0 0-80 0,0 0-39 0,0 0-2 0,2 7-22 15,5 1-20-15,2 1-32 0,3 1-37 16,3 3-37-16,5 4-8 0,2 1-45 0,-2 2-3 16,3-3-40-16,1 3 6 0,-1-1-33 0,-1 0 10 15,0 0-30-15,-2-4 16 0,-2 1-29 0,-3-3 4 16,0-3-47-16,-3 0-32 0,-3-2-63 0,0-4-72 16,-5 1-66-16,-4-5-3 0,0 0-31 0,0 0 50 15,11-6 21-15,-11 6 52 0,-1-17 19 0,0 6 46 16,-4-5 10-16,0-2 51 0,-2-2 7 0,2-1 61 0,-4 0 5 15,2-1 48-15,-1 3-7 0,0 0 20 16,3 4 14-16,-2 1-9 0,3 2-15 0,-1 2-13 16,1 2-1-16,0 3 13 0,4 5 36 0,-10-1 16 15,2 4-11-15,-1 5-20 0,1 2 27 0,-2 4-1 0,1 3-16 16,0 2-17-16,0 3-17 0,-3 2-14 0,1 2-12 16,2 0-3-16,-1 1-9 0,1-1-5 15,0-2-9-15,2-1 2 0,0 0-8 0,1-3 2 16,-2-1-37-16,4-3-135 0,-3-3-115 0,3 1-128 0,0-4-214 15,0-3-348-15,4-7-561 0</inkml:trace>
  <inkml:trace contextRef="#ctx0" brushRef="#br0" timeOffset="49593.96">23028 13144 839 0,'0'0'814'0,"6"-5"-152"0,-6 5-141 16,5-7-88-16,-5 7-77 0,7-5-72 0,-2 0-55 16,2 1-45-16,2-2-44 0,4 2-30 0,5-2-24 15,4-2-15-15,3 3-14 0,0-1-12 0,4-2-13 16,-1 4-8-16,-2-1-17 0,-1-1-67 0,0 1-52 16,-5 0-49-16,-1 2-33 0,-3-1-41 0,-2 0-29 15,-3 2-31-15,-11 2-34 0,15-1-32 0,-15 1-37 0,0 0-389 16,0 0-310-16</inkml:trace>
  <inkml:trace contextRef="#ctx0" brushRef="#br0" timeOffset="49761.16">23064 13314 554 0,'-11'10'583'0,"3"-3"-69"16,1-2-73-16,7-5-46 0,-4 5-53 0,4-5-40 16,0 0-48-16,13 0-51 0,1-4-38 0,2 0-33 15,5-2-25-15,6 0-22 0,5-3-19 0,8-1-13 16,4-2-10-16,0-1-11 0,2 0-8 0,0 0-17 0,-3-2-40 15,-2 1-86-15,-4 1-101 0,-1 0-22 0,-8 1-74 16,0 0-93-16,-5-1-100 0,-2 2-269 16,-5 2-297-16</inkml:trace>
  <inkml:trace contextRef="#ctx0" brushRef="#br0" timeOffset="50029.14">23685 13039 402 0,'-5'-6'564'0,"-2"1"-95"0,1-1-58 15,0 2-17-15,6 4-34 0,-12-4 2 0,12 4 1 0,-17 1-24 16,10 3-27-16,-5 5-22 0,-2 0-27 0,1 6-44 15,-2-1-39-15,2 3-34 0,3 2-16 0,-1 1-20 16,2 1 28-16,2 0-62 0,3-1 70 16,-1-1-58-16,5-1 63 0,3-3-45 0,-1 1 44 0,2-3-37 15,4-1 25-15,0 0-57 0,2-6 21 0,1-1-53 16,0-3 25-16,2-2-43 0,2-2 27 16,1-2-45-16,0-3 0 0,0-3-3 0,0 0 0 0,0-2-2 15,-2-4-4-15,-2 1 1 0,-2-2 1 0,-2-1-3 16,-2 2-27-16,-2 0 34 0,-3 0-33 0,-2 0 34 15,-3 0-30-15,0 1 28 0,-4 3-31 0,1 0 30 16,-6 1-44-16,4 3 4 0,-4 1-84 0,1 2-53 0,1 3-67 16,-3 2-133-16,0 0-129 0,3 4-130 15,-3 2-224-15,3 0-379 0,2-1-838 0</inkml:trace>
  <inkml:trace contextRef="#ctx0" brushRef="#br0" timeOffset="50295.31">23862 12835 447 0,'0'0'841'0,"7"-7"-214"15,-7 7-117-15,6-6-104 0,-6 6-29 0,0 0-38 16,13 5-50-16,-7-1-20 0,-2 4 5 0,5 0-74 16,3 4-31-16,0 3-22 0,6 5-2 0,-1 1-12 15,1 0-16-15,0 3-23 0,0-1-16 0,1 2-15 0,-5-2-11 16,-1 1-12-16,-1 0-9 0,-5-2-6 15,-1 0 8-15,-4 0 22 0,-1-2-46 0,-4 4 44 16,-2-2-47-16,-3 1 44 0,-6 2-54 0,0-1 5 0,-2-2-5 16,-2 0 0-16,-1-2 0 0,-1-1-8 0,1-2-31 15,3-4-56-15,0 0-83 0,6-2-101 0,-3-3-128 16,6-3-156-16,1-1-788 0,6-4-956 0</inkml:trace>
  <inkml:trace contextRef="#ctx0" brushRef="#br0" timeOffset="50527.27">24251 13178 402 0,'0'0'875'16,"0"0"-193"-16,0 0-103 0,0 0-105 0,0 0-41 16,0 0-71-16,7-4-66 0,-7 4-51 15,10-3-47-15,-1 0-33 0,3 1-31 0,4 0-27 0,5-1-23 16,2 0-17-16,7-2-8 0,2 0-4 0,2 0-12 15,3-1-11-15,0-2-4 0,-2 1-5 0,-2-1-13 16,-2-1-17-16,-2 0-51 0,-6 0-84 0,-3 0-91 16,-1 0-54-16,-6 1-83 0,-2 0-71 0,-5-1-66 0,-1 1-524 15,-5 0-645-15</inkml:trace>
  <inkml:trace contextRef="#ctx0" brushRef="#br0" timeOffset="50726.07">24482 12927 227 0,'0'0'730'15,"-19"0"-177"-15,19 0-36 0,-11 5-14 0,11-5-27 16,-8 9 2-16,5 2-39 0,1-2-53 0,-1 5-55 16,3 0-43-16,3 5-39 0,-2 1-42 0,2 5-40 15,0-1-32-15,3 6-24 0,-1-1-24 0,0-1 26 16,0-3-63-16,1-2 35 0,-1 0-62 0,-1-1 0 16,-1-4-8-16,1-2-5 0,0 1-5 0,-2-4-5 15,1-1-20-15,0-1-80 0,0-2-110 0,-3 0-154 0,0-2-165 16,-3 0-253-16,-3-1-551 0,6-6-936 15</inkml:trace>
  <inkml:trace contextRef="#ctx0" brushRef="#br0" timeOffset="51411.2">25209 13020 319 0,'-2'-12'433'0,"1"-1"-30"0,-2 1-75 0,2 1-18 0,0 0-24 15,-1 0-5-15,0 1 2 0,-1-1-2 0,2 3-23 16,0 1-40-16,-1-2-29 0,2 9-29 0,-1-9 16 16,1 9 4-16,0 0 17 0,0 0-27 0,-7 9-6 15,6 2-26-15,1 6-13 0,0 3 3 0,0 6-19 16,5 7-24-16,-1 2 19 0,1 4-40 0,3 3 26 15,1-2-50-15,0 1 29 0,0-3-49 0,2 2-4 16,-2-5-5-16,-2-4-6 0,0-1-3 0,2-3-22 16,-2-4-51-16,-1-4-95 0,-1-2-121 0,-1-2-77 15,2-2-118-15,-4-5-177 0,-2-8-467 16,0 0-740-16</inkml:trace>
  <inkml:trace contextRef="#ctx0" brushRef="#br0" timeOffset="51643.23">25093 13022 128 0,'-4'-24'623'0,"4"3"-197"0,4 3-77 16,1-2-95-16,4 3-25 0,1 1-47 0,3 4 33 16,1 1-34-16,2 3 45 0,5 2 3 0,-3 2-25 15,3 3-13-15,2-1-23 0,-3 4-25 0,2-2-30 16,1 4-17-16,-5 0-22 0,0 2 7 0,-3 0-1 16,0 1-14-16,-4 2 10 0,-3-1-1 0,-1 0-14 15,-5 3-14-15,-2-1-9 0,-1 0-7 0,-5 2-6 0,-3 0-8 16,-3-1 2-16,-3 2-6 0,0 0-1 15,-4-3-4-15,2 0-2 0,-1-1-9 0,4 0 6 16,-1-3-6-16,4 0-17 0,1-2-100 0,1-1-142 16,9-3-123-16,-11 0-159 0,11 0-500 0,0-9-663 15</inkml:trace>
  <inkml:trace contextRef="#ctx0" brushRef="#br0" timeOffset="51927.42">25838 12750 535 0,'14'-9'823'0,"-5"2"-164"16,-1 3-108-16,-2-1-88 0,-6 5-49 0,4-7-43 15,-4 7-46-15,0 0-14 0,0 0-65 0,-15 7-34 0,3 1-29 16,1-1-26-16,-3 8-27 0,-4 2-25 0,-1 5-18 16,2 2-21-16,-1 4-15 0,0 4-2 15,6-5-9-15,-1 7-10 0,4-4-4 0,1 1-7 16,4 0 52-16,4-2-48 0,2 2 42 0,1 1-54 15,6-2 44-15,0 0-47 0,2-4 42 0,1-1-52 16,4-2 40-16,0-3-48 0,1-2 33 0,-1-4-60 0,1-1 23 16,2-2-87-16,2-3-58 0,-5-2-132 15,3-1-111-15,-3-5-75 0,0 0-94 0,0-5-109 16,2-1-399-16,-2-5-694 0</inkml:trace>
  <inkml:trace contextRef="#ctx0" brushRef="#br0" timeOffset="52310.56">26033 12940 500 0,'0'0'608'0,"0"0"-162"0,-11-3-84 15,11 3-49-15,0 0 28 0,0 0 8 0,4 7-7 16,1 0-26-16,2 0-32 0,3 1-34 0,1 3-36 16,5 3-25-16,0 1-30 0,5 1-23 0,0 3-5 15,1-1-22-15,2-2-21 0,2 2-14 0,-2-2-20 16,1 0 18-16,-2-2-40 0,-2-5 28 0,-5 1-51 15,0-3 5-15,-3-1-72 0,1-3-71 0,-4-2-76 16,-10-1-39-16,18-3-1 0,-11-3-20 0,-2 1 18 16,-3-5 8-16,-2 0 57 0,0-3 3 0,-2-3 49 15,-1 0 34-15,-2-5 17 0,-1 1 18 0,-3-2 0 16,2 1 58-16,-2 0 9 0,3 3 56 16,-2 3 10-16,3 0 8 0,1 4-22 0,-1 1-1 0,1 3-13 15,-1 1 53-15,5 6 29 0,0 0 20 16,-18 6 20-16,12 1 12 0,-2 7-29 0,-4 4-4 15,1 1-4-15,-3 6-26 0,1 4 11 0,-1 3-28 0,-2 0-5 16,-1 2-30-16,1-1 1 0,0-2-27 0,0-1 8 16,-1-4-24-16,4-1 9 0,-1-2-22 0,5-4 12 15,-2-3-24-15,3-1-27 0,-1-3-89 0,3-1-116 16,-1 0-115-16,2-2-105 0,1-2-176 0,4-7-444 16,-6 5-693-16</inkml:trace>
  <inkml:trace contextRef="#ctx0" brushRef="#br0" timeOffset="52560.16">26779 13014 841 0,'10'-6'807'0,"-2"-1"-174"0,-2 2-106 0,2 0-61 0,-3 3-53 0,0-4-60 0,-5 6-66 16,8-8-64-16,-3 4-45 0,-1-1-35 0,3 0-34 15,1 1-21-15,2 0-16 0,2-1-14 0,2 0-14 16,2 1-16-16,2 0-7 0,0 0-16 0,3-2-17 16,0 2-32-16,2-2-88 0,-2-1-66 0,-3 4-47 15,-2-2-48-15,0 2-9 0,-4-1-53 0,0 0-49 16,-4 2-40-16,-8 2-70 0,0 0-233 0,0 0-258 16</inkml:trace>
  <inkml:trace contextRef="#ctx0" brushRef="#br0" timeOffset="52726.39">26763 13178 557 0,'0'0'587'0,"-1"5"-115"0,1-5-73 0,0 0-50 15,12-2-39-15,-2-1-30 0,3-3-33 0,3 0-34 16,2-1-47-16,5-1-33 0,8-3-28 0,6-1-19 16,0-2-21-16,5 2-12 0,2-1-16 0,0-4-64 15,-3 6-101-15,0-3-61 0,-4 3-84 0,-7 0-92 16,-2 1-67-16,-5 1-403 0,-4 0-374 0</inkml:trace>
  <inkml:trace contextRef="#ctx0" brushRef="#br0" timeOffset="52927.05">27233 12793 557 0,'-7'-10'568'16,"3"-1"-86"-16,0 5-71 0,-1-2-34 0,4 3-71 0,1 5-24 15,-4-6 39-15,4 6 1 0,0 0-17 0,5 6-12 16,0 3-9-16,-1 1-70 0,0 4-12 15,1 4-7-15,2 4-42 0,-1 0-18 0,0 8-45 16,-2-2-21-16,1 3-11 0,1 0-11 0,-1-1-6 16,0 0 32-16,-2-3-61 0,1-2 28 0,0 0-74 15,1-2-30-15,-2-5-114 0,-2 0-153 0,3-2-119 16,-3-5-85-16,2 0-187 0,-3-11-380 0,1 9-718 16</inkml:trace>
  <inkml:trace contextRef="#ctx0" brushRef="#br0" timeOffset="53159.25">27307 12625 130 0,'3'-9'713'0,"3"5"-167"0,-6 4-54 0,12 0-26 16,-3 4-51-16,3 4-13 0,4 5-62 0,-3 3-18 0,8 4-46 16,-1 5-36-16,3 4-59 0,1-3-36 0,-2 4-26 15,-3-2-22-15,0 2-20 0,-6-5-16 0,0 0 1 16,-3 0-27-16,-5-1 10 0,1-3-24 15,-4-3 6-15,-2 1-18 0,0-2 11 0,-2 1-19 16,-4-4 10-16,-1 1-15 0,-2-3-3 0,-3 1-45 0,2-2-55 16,-3-1-81-16,2-2-93 0,-1-1-77 0,1-2-99 15,-1-3-125-15,12-2-423 0,-13 2-606 16</inkml:trace>
  <inkml:trace contextRef="#ctx0" brushRef="#br0" timeOffset="53426.14">27891 13002 808 0,'0'0'851'16,"0"-8"-168"-16,0 8-136 0,0 0-68 16,1-7-66-16,-1 7-74 0,6-8-44 0,-6 8-65 0,16-6-36 15,-4 3-36-15,4-2-29 0,2 1-24 16,6 1-17-16,0-2-16 0,4 0-15 0,7-2-11 15,1 1-7-15,-1-1-10 0,1 1-7 0,-4-2-5 16,1-1-2-16,-2 1 33 0,-3-2-43 0,-4 1 27 16,-4 0-55-16,-1-2-35 0,-3 0-92 0,-5 1-86 15,-4-1-95-15,-3 0-58 0,-1 2-37 0,-6-3-50 0,-1 3-55 16,-2-4-433-16,-4 5-552 0</inkml:trace>
  <inkml:trace contextRef="#ctx0" brushRef="#br0" timeOffset="53610.94">28100 12640 523 0,'0'0'507'0,"-14"0"-46"16,14 0 28-16,-9 7-14 0,5 2-36 0,-2-1-14 16,5 5-42-16,-2 3-60 0,1-1-22 0,0 5-39 15,0 4-9-15,1-1-52 0,-1 4 0 0,2 2-8 16,0-1-36-16,2 7-31 0,1-2-22 0,1 1 20 0,0 1-65 16,6-1 27-16,-5-2-62 0,4-3 37 0,-2 1-52 15,2-3 37-15,-3-4-51 0,-1-3 32 0,2 0-130 16,-2-5-93-16,0 0-184 0,-3-3-161 0,2-1-132 15,-3-3-714-15,-1-1-986 0</inkml:trace>
  <inkml:trace contextRef="#ctx0" brushRef="#br0" timeOffset="54427.12">29091 12619 65 0,'-8'-16'763'0,"4"2"-177"16,0 0-88-16,1 3-59 0,-1 0-82 0,1 2-58 16,-1 1-44-16,3 3-2 0,1 5-7 0,0 0 7 15,0 0-33-15,-6 10-17 0,6 1-44 0,2 5-31 16,3 5-25-16,0 4-21 0,2 2-16 0,1 4-12 15,0-1-22-15,3 7 5 0,-2-1-16 0,0 1 8 16,1-4-19-16,-4-1 2 0,3-1-19 0,-1-3-44 16,-3-3-94-16,0-3-97 0,-1-2-79 0,-3-3-49 15,2-4-40-15,-3-3-50 0,-3-4-84 0,3-6-283 16,-6 4-365-16</inkml:trace>
  <inkml:trace contextRef="#ctx0" brushRef="#br0" timeOffset="54643.21">28970 12622 98 0,'-3'-29'509'0,"3"4"-115"0,0 2-77 16,3 1-44-16,5 2-36 0,3 3-12 0,1 3 1 16,4 0-20-16,0 6-9 0,2 2-11 0,3 2 4 15,0 3-4-15,2 5-12 0,0 0-11 0,2 4-20 16,1 3-20-16,-3 1-23 0,-3 1-17 0,-3 0-20 16,-2 1-6-16,-3 0-18 0,-3-1 21 0,-2 0 1 15,-3 0-5-15,-4 0-9 0,-2 0-1 0,-5-2-10 16,-4 3-9-16,-3-1-4 0,-4-1-5 0,-1 0-3 15,-6 0-3-15,3-4-2 0,1 2-6 0,1-3-33 16,5-1-54-16,-1 0-79 0,2 0-69 0,4-4-63 16,1 1-96-16,9-3-108 0,0 0-418 0,0 0-484 15</inkml:trace>
  <inkml:trace contextRef="#ctx0" brushRef="#br0" timeOffset="54897.56">29680 12402 373 0,'8'-4'628'0,"-8"4"-110"0,10-4-68 16,-10 4-43-16,0 0-38 0,0 0-16 0,0 0-21 15,-10 2-22-15,2 3-37 0,-5 3-41 0,0 3-41 16,-3 3-29-16,-4 5-22 0,1 0-32 0,0 5-22 16,-1 3-15-16,-2 2-14 0,5 2-10 0,3-6-10 15,5 4-5-15,2 0 24 0,2-2-18 0,5-2 22 16,3 3-27-16,4-2 1 0,0 4-10 0,5-4-7 15,2-2-1-15,0-1-9 0,4-2-7 0,-1-3-7 16,-1-5-80-16,0-1-116 0,0-3-110 16,1-1-104-16,-3-5-115 0,-4-1-119 0,3-2-363 15,-3-3-622-15</inkml:trace>
  <inkml:trace contextRef="#ctx0" brushRef="#br0" timeOffset="55277.49">29731 12583 455 0,'0'0'498'16,"0"0"-112"-16,0 0-18 0,10 3 6 0,-5 1-8 0,2 5-23 15,3 0-21-15,4 5-26 0,0 0-45 0,9 4-42 16,1 0-42-16,3 4-31 0,1-1-28 16,-6-3-22-16,2 1-19 0,-3-3-11 0,-1 1-13 0,-3-5-10 15,-1 1-5-15,-3-1-14 0,0-3 1 16,-3 0-14-16,-1-3-34 0,0-1-61 0,-4 0-68 15,-5-5-42-15,0 0-10 0,0 0 5 0,12-5 34 0,-12 5 16 16,-3-12 16-16,-1 2 29 0,2-1-1 0,-3-5 23 16,0-3 17-16,-2-2 32 0,2-2-3 15,-1 0 40-15,-2 2 9 0,2-1 37 0,-1 2 8 16,2 4 20-16,0 1-4 0,-1 1-9 0,2 5-11 16,0 0 1-16,-1 5 4 0,5 4 37 0,-12 0 4 15,2 4-12-15,1 5 24 0,0 1 29 0,-4 8-14 0,3-2-18 16,-3 6-17-16,-1 2-11 0,0 1-13 0,2-3-14 15,1 3-7-15,0-1-3 0,2-3-9 0,1-1-2 16,-1-1-9-16,2 0-10 0,2-5-110 0,-1 1-122 16,1-3-65-16,3-2-156 0,0-3-543 15,2-7-588-15</inkml:trace>
  <inkml:trace contextRef="#ctx0" brushRef="#br0" timeOffset="55493.24">30261 12661 58 0,'8'-4'861'0,"0"-1"-213"15,-2-1-90-15,4 1-88 0,-1-1-58 16,0-1-61-16,4 1-34 0,0-1-52 0,5-3-47 0,1 2-45 16,3 0-39-16,0 2-28 0,2-4-20 15,0 3-21-15,-1 2-3 0,2-3-19 0,-2 3-7 16,-1-2-18-16,0 1-93 0,-2 0-91 0,-3 3-69 15,-2-2-83-15,-2 2-48 0,-3 0-49 0,-10 3-27 16,13-1-458-16,-13 1-463 0</inkml:trace>
  <inkml:trace contextRef="#ctx0" brushRef="#br0" timeOffset="55660.54">30282 12781 474 0,'-8'5'453'0,"8"-5"-79"16,-2 8-66-16,2-8-54 0,7 6-39 0,-7-6-42 0,19 1-33 15,-6-1-31-15,5-4-26 0,1 3-16 16,6-2-19-16,1 0-4 0,8-2-12 0,0-2-23 16,8 0-95-16,-1-5-76 0,0 5-134 0,1-6-415 15,-3 1-216-15</inkml:trace>
  <inkml:trace contextRef="#ctx0" brushRef="#br0" timeOffset="55976.35">30854 12512 274 0,'-6'-6'556'0,"0"-1"-89"16,1-1-42-16,1 4 40 0,1-2-20 0,-1 0-67 16,3 2-62-16,1 4-26 0,-1-13-68 0,1 13-35 15,6-8-46-15,-1 3-21 0,-5 5-27 0,17-5 14 16,-6 4-18-16,-11 1-3 0,23 1-22 0,-10 2 6 16,0 1-16-16,-2-1 0 0,0 2-18 0,-1-1-2 15,-1 3-17-15,-1-1 11 0,-3 3-18 0,-2 0 7 16,-1-2-10-16,-4 5 11 0,-3-2-14 0,-4 2 8 15,-2 3-7-15,-4-2 5 0,0 0-5 0,-2 1 6 16,1-3-11-16,0 0 8 0,4-1-11 16,-1-3 14-16,4 2-14 0,0-3 10 0,2-2 27 0,-1 3 22 15,4-4 2-15,4-3-9 0,0 0-4 0,4 7-9 16,-4-7-12-16,21 0-5 0,-7-2-2 0,2-1-6 16,8-1-5-16,-2-4-15 0,3 1-63 15,4-2-147-15,-1-3-113 0,1-1-84 0,-2-1-128 0,3-6-145 16,-2-1-314-16,-3-1-604 0</inkml:trace>
  <inkml:trace contextRef="#ctx0" brushRef="#br0" timeOffset="56176.05">31173 12210 17 0,'-9'-7'642'0,"9"7"-192"0,0 0-73 16,-8 5 16-16,8-5-16 0,-3 11-8 0,3-1-20 0,-1 2-49 15,1 3-6-15,1 2-43 0,2 6-36 16,1 3-38-16,2 2-24 0,2 1-42 0,3 3-14 0,-2-3-25 15,4 6-8-15,1-1-20 0,-4-6 1 0,1 0-18 16,-3 0 0-16,-1-5-14 0,-5 0 4 16,-3-3-18-16,-3 2-41 0,-5-1-44 0,-7 2-87 0,-8 1-69 15,-8-1-69-15,-4-4-54 0,-6 2-55 16,-11 1-74-16,-3-3-372 0,-3-1-414 0</inkml:trace>
  <inkml:trace contextRef="#ctx0" brushRef="#br0" timeOffset="56809.25">21922 14584 618 0,'5'-7'558'0,"1"3"-148"0,-6 4-51 0,6-5 3 15,-6 5-23-15,0 0-16 0,13 6 5 0,-9 4-25 16,-2 2-26-16,3 6-23 0,-1 4-5 0,4 8-58 15,-2 3-31-15,2 7-29 0,1 1-28 0,1 1-18 0,0 1-18 16,1 0-25-16,0-2 3 0,-1-1-23 0,2-2 12 16,-1 0-19-16,-1-2 6 0,1-5-25 0,-1-2-9 15,0-3-63-15,-2-5-126 0,-1 0-134 0,0-4-78 16,-2-3-94-16,-3-3-105 0,0-3-366 0,-2-8-571 16</inkml:trace>
  <inkml:trace contextRef="#ctx0" brushRef="#br0" timeOffset="57426.13">21805 15005 435 0,'-12'-10'462'0,"0"0"-86"0,5 4-96 0,1-3-28 15,2 2-26-15,4 7 8 0,-1-12-14 0,6 7-17 0,2-1-13 16,6-1-22-16,5 1-9 0,6 0-31 16,6-3-20-16,4 2-18 0,9-5-19 0,4 5-20 15,0-3 1-15,5 2-14 0,1-2-8 0,-2 1-11 16,-1 1-9-16,-2-1-20 0,-3-1-51 0,-3 0-49 0,-1 2-34 15,-8-2-2-15,-3 1-7 0,-5-1 7 0,-3 1 15 16,-3 1 13-16,-5-5 18 0,0 4 18 16,-5-3 19-16,-1 2 12 0,-2-3 0 0,-2-2 35 15,-3 3 21-15,1-1 24 0,-1 1 25 0,-2-1 0 0,1 1 40 16,-3 0 0-16,3 2 31 0,-2-2-1 16,0 3 20-16,2 0-11 0,-2 2-9 0,2 0-16 0,-4 1-7 15,4 6 53-15,0 0-13 0,4-6 34 0,-4 6-4 16,2 8-1-16,1 2-19 0,-2-1-18 0,4 8 42 15,-2 4-36-15,2 1 1 0,0 7-24 0,4 2-17 16,-1 0-2-16,1 7-12 0,2-1-18 0,-1 0-11 16,2 0-13-16,1-1-40 0,-3-1 34 0,0-5-45 15,0-2 42-15,2 0-43 0,-3-3 0 0,0-3 1 16,-2-3 4-16,0-4-2 0,-1 0 3 16,-2-4 0-16,2 0 8 0,-3-1 0 0,1 0 18 0,-2-4 6 15,-2-6-3-15,3 6-8 0,-3-6 41 0,0 0-53 16,-5-10 39-16,1 2-51 0,-5-6 41 0,3-2-6 15,-5-5-8-15,-3-4-1 0,0-7-5 0,-5-4-8 16,1 0 3-16,0-5-3 0,0 2-42 0,-1-5 51 16,5 2-48-16,-1 3 9 0,5-1 10 0,2 7-3 15,4 3 3-15,4 5 45 0,3 3-52 0,4 3 47 16,4 0-51-16,1 4 49 0,6 5-50 0,3-1 4 16,-1 5 2-16,-1 2 2 0,3 4 3 0,-3 2-2 0,4 4 5 15,-1 0-6-15,-3 3 0 0,0 1 4 16,-3 3 37-16,0 0-47 0,-4 0 44 0,-3 1-47 15,-2-2 44-15,-3 2-44 0,-1-1 43 0,-5-1-40 16,1 1 42-16,-5-1-1 0,-4 1-11 0,-2 2 6 0,-2-3-4 16,-4 1-5-16,0-3-11 0,-1-1-25 15,0 1-45-15,1-3-60 0,1-1-74 0,3 1-86 16,2-2-90-16,1-1-63 0,2-2-146 0,9-2-569 16,-10 4-780-16</inkml:trace>
  <inkml:trace contextRef="#ctx0" brushRef="#br0" timeOffset="57693.2">23246 14516 542 0,'15'-11'815'0,"-3"3"-188"0,0 1-123 0,-5 0-60 0,2 2-26 16,-9 5-43-16,0 0-7 0,0 0-50 0,0 0-35 15,-11 8-14-15,-1 2-43 0,-5 5-34 0,-3 6 30 16,-4 5-83-16,-3 5 16 0,4 2-34 0,-2 3-23 15,4 1-20-15,1 1-16 0,4 1-11 0,2-1-12 16,5 1-9-16,4-5-45 0,3-1 41 0,4 0-41 16,2-3 43-16,4-1-44 0,3-3 43 0,6-2-46 15,2-3 3-15,2-3-1 0,4-4 37 0,2-2-75 16,2-3-13-16,-3-4-122 0,1-3-126 0,-3-4-132 16,4 0-74-16,-5-4-119 0,1-5-670 0,-1-3-916 15</inkml:trace>
  <inkml:trace contextRef="#ctx0" brushRef="#br0" timeOffset="58059.55">23392 14683 175 0,'-6'-7'666'0,"3"2"-182"0,3 5-115 0,-4-5-6 0,4 5 11 16,0 0-9-16,0 0-18 0,8 8-40 0,2 0-19 16,0 1-35-16,8 2-15 0,2 3-30 0,4 3-34 15,1 0-33-15,6 2-22 0,0-1-28 0,-2 2-20 16,-3-5-12-16,-3 0-12 0,1 0-10 0,-4-3-7 15,-3-2-5-15,1 3-4 0,-3-7-5 0,-1 3-6 16,-3-3-1-16,0-2-9 0,-2-1-42 0,-9-3-55 16,14 0-29-16,-14 0-24 0,10-9-24 15,-6 0-11-15,-3 0 4 0,1-3 13 0,-2-1 34 0,0-3 29 16,-2-1 18-16,-3 1 21 0,1-1 21 16,-2 1 24-16,2 3 25 0,0 0 18 0,2 1 3 0,-1 3-7 15,-1 2 2-15,4 7 34 0,-9-4 17 16,3 8 31-16,-3 3-1 0,0 6 7 0,-2 4-16 0,-3 6 34 15,-2 2-24-15,1 6-19 0,-4-1-16 0,2 5 9 16,-1-2-15-16,2 0-9 0,-2 1-12 0,2-3-11 16,4-4-3-16,-1-2-7 0,0 0 1 0,4-4-13 15,0 0 2-15,3-2-55 0,-2-5-137 0,4 0-121 16,2-3-86-16,-1-2-138 0,3-1-596 0,0-8-740 16</inkml:trace>
  <inkml:trace contextRef="#ctx0" brushRef="#br0" timeOffset="58293.17">23958 14761 389 0,'0'0'819'16,"4"-6"-161"-16,-4 6-82 0,3-6-89 0,-3 6-58 15,2-6-60-15,-2 6-56 0,3-6-60 0,-3 6-55 0,4-7-44 16,-4 7-26-16,10-9-30 0,-4 3-17 15,6 2-17-15,2-3-13 0,2 1-10 0,6-1-20 16,1 0 6-16,1-1-15 0,3-2 4 0,1 3-15 16,-3-2 6-16,-1 3-33 0,-2-1-75 0,-2 0-72 0,-3 2-65 15,-3 2-55-15,0-1-99 0,-5 0-64 0,-9 4-36 16,14 0-454-16,-14 0-528 0</inkml:trace>
  <inkml:trace contextRef="#ctx0" brushRef="#br0" timeOffset="58476.09">24011 14925 354 0,'0'0'674'0,"-7"5"-135"0,7-5-62 0,0 0-70 15,0 0-56-15,0 0-33 0,9-3-56 0,-1 1-46 16,1-1-49-16,5-3-27 0,3 2-35 0,4-2-17 16,5 0-22-16,4-1-18 0,2 1-38 0,2 0-77 15,-2-2-121-15,1 1-70 0,-1-1-95 0,-2-1-105 16,1-2-452-16,-2 2-477 0</inkml:trace>
  <inkml:trace contextRef="#ctx0" brushRef="#br0" timeOffset="58909.76">24568 14593 353 0,'-3'-10'585'0,"-2"0"-100"0,3 2 0 16,-1-2-19-16,3 3-42 0,0-1-32 0,0 0-50 0,0-2-38 15,3 2-66-15,2-3-39 0,-2 4-49 0,5-2-20 16,1 0 4-16,3 3 11 0,-1-1-38 0,2 3-6 15,1 1-40-15,-2 0 6 0,3 1-25 16,-2 4 3-16,1-1-22 0,-3 2 9 0,2 2-21 16,0 3-1-16,-3 0-2 0,-2 3 10 0,-1 0-15 0,-4 3 12 15,-3 2-15-15,-3-1 10 0,-4 6-11 16,-5-2 12-16,-1 3-18 0,-6 0 16 0,-4 2 2 16,3-3-4-16,-3-2-4 0,1-2-1 0,5-6 1 15,0 3-1-15,1-4 1 0,5 1 2 0,0-5 10 16,4-2 2-16,7-4-7 0,-12 3-2 0,12-3-1 0,0-9-2 15,7 3-21-15,3-5 25 0,3 3-21 0,3-5 24 16,4 3-24-16,1 0 21 0,2 1-23 16,0 0 22-16,0 2-16 0,1 2 18 0,1 0-23 0,-6 4 24 15,0-1-21-15,0 4 15 0,-1-1-18 0,-1 4 22 16,-2 0-3-16,-1 2-2 0,-2 2-1 0,-1 0 1 16,-2 2-3-16,-1 1-1 0,-2 1-1 0,-3 2 3 15,-2-4-1-15,-1 3-4 0,0-1 6 0,-4 2 7 16,-1-1-6-16,1 0-3 0,-5-1-3 0,2 0 2 15,-2-2-4-15,-2 0-4 0,1-2-4 0,-1 2-5 16,-1-4-10-16,0-2-54 0,1 1-53 0,0-6-82 16,-3 2-80-16,2-4-48 0,-2 1-47 0,-1-5-47 15,0-1-47-15,0-8-469 0,0 3-541 0</inkml:trace>
  <inkml:trace contextRef="#ctx0" brushRef="#br0" timeOffset="59127.8">24762 14379 354 0,'17'-13'504'0,"-1"5"-81"0,2 0-37 0,0 5 1 0,1 2-8 0,-1 2-18 0,5 4-10 16,0 3-3-16,4 4-33 0,-3 6 2 0,4 6-62 15,-2 2-59-15,-2 5 5 0,-3 1-49 0,-6 4-5 16,2 1-41-16,-8 1 9 0,-3-3-23 0,-1 0-22 16,-4-1-8-16,-4 0-13 0,-1 0-11 0,-4-2-31 15,0-1 25-15,-7 3-31 0,-2-2 32 0,0-3-37 0,-3-2 44 16,0-5-43-16,-6 1 29 0,2-5-56 0,2 0-5 15,-5-4-85-15,2-1-103 0,-3-2-127 16,1-2-107-16,0-3-132 0,2 0-653 0,0-4-851 16</inkml:trace>
  <inkml:trace contextRef="#ctx0" brushRef="#br0" timeOffset="59575.61">26105 14519 296 0,'0'-10'563'0,"0"0"-49"0,1 2-78 16,1 0-50-16,-2 8-56 0,1-11-47 0,-1 11-17 15,1-8 18-15,-1 8-3 0,0 0-12 0,2 7-35 16,-1 0-24-16,-2 6-38 0,1 3-35 0,1 4-18 16,0 6-22-16,2 5-17 0,1 1-7 0,0 4-27 15,1-2-9-15,2 6-6 0,-2-5-7 0,2-2-4 16,-1 0-6-16,2-2-7 0,-2-1-24 0,-1-6-77 16,-1 0-152-16,3-2-135 0,-5-4-113 0,1-3-106 15,-2-2-453-15,-2-5-670 0</inkml:trace>
  <inkml:trace contextRef="#ctx0" brushRef="#br0" timeOffset="60142.92">25824 14698 157 0,'-14'-14'653'0,"5"2"-150"16,0 1-136-16,4 0-54 0,1 2-82 0,4 9-32 0,2-12-43 16,3 5 26-16,5 3-23 0,4-2-8 0,6 2-26 15,6-2-9-15,6 1-2 0,5 1 12 16,1 1-12-16,1 2-25 0,0-4-11 0,2 4-18 15,-2-3-17-15,1-1-2 0,-4 2-10 0,0-2-5 16,-3-1-5-16,-1-1-7 0,-1-3 2 0,-3 1-5 0,-1-3-1 16,-2 0-2-16,-3-1-5 0,0-4 1 0,-3 1-2 15,-2-5-3-15,0 2 3 0,-4-1 6 0,0 1 22 16,-3 0 15-16,-1 2 15 0,-2 1 24 16,0 4 1-16,0-1-9 0,-4 1-16 0,3 5-13 0,-3-2-9 15,1 5 8-15,-4 4 19 0,0 0-9 0,12 4 10 16,-8 6 6-16,-2 5-13 0,3 2-1 0,-2 8 11 15,4 7 2-15,0 9 9 0,-1 1-38 0,2 5 10 16,-2-2-2-16,3 3-10 0,-4-3-11 16,2-1-7-16,-3-2-2 0,-2-9-4 0,2 0-4 0,-3-5 0 15,2-4-2-15,-1-4 22 0,-2-2 12 0,2-1 27 16,-2-4 16-16,0-2-8 0,-4-3-15 0,-3-2-8 16,7-6-24-16,-14 2 1 0,5-7-5 15,-5-3-5-15,0-4-1 0,0-7-4 0,-1-2-4 0,0-6-44 16,-1-6 46-16,1-2-41 0,3-4 0 0,3 1 10 15,3-3-1-15,4 4 33 0,4-5-47 0,4-2 46 16,5 1-7-16,3 5-2 0,4 1-5 0,3 7-3 16,1 2-3-16,5 6-1 0,-3 6 4 0,-1 6-3 15,0 3 3-15,-2 4 4 0,0 4-6 0,-3 2 4 16,3 6-2-16,-4 3-46 0,-1 1 53 0,-3 4-40 16,-4 2 8-16,-2 1 3 0,-3 1 52 0,-2-2-50 15,-4 0 46-15,-2 3-48 0,-5-3 46 0,0 2-47 16,-7-2 49-16,-3 0-6 0,-2-2-3 0,-2-2-5 15,-2 0-53-15,-1-4 8 0,4-2-67 0,-1-1-49 16,4-4-72-16,2 0-114 0,4-4-86 0,1 2-42 16,12-2-93-16,-15-3-75 0,15 3-342 0,-3-10-564 15</inkml:trace>
  <inkml:trace contextRef="#ctx0" brushRef="#br0" timeOffset="60376.09">27243 14151 467 0,'20'-8'819'0,"1"-1"-215"0,-7 3-107 0,-2 2-55 0,-12 4-9 0,11 2-35 0,-11-2-28 16,1 10-41-16,-5-2-25 0,-4 4-42 0,-2 2-52 15,-4 3-2-15,-2 5-50 0,-2 2 26 0,-3 4-64 16,2 2 8-16,0 1-26 0,2 3-18 0,3-3-20 0,5 0 26 16,5 1-55-16,-1-1 29 0,5-2-53 0,7 4 39 15,0-3-51-15,6 5 40 0,4-2-7 16,1-5-10-16,5 1-10 0,2-5-4 0,1-3-35 15,-1-2-82-15,0-6-103 0,0-1-152 0,-4-3-131 0,-5-6-71 16,2 0-119-16,-1-6-609 0,-4-2-898 0</inkml:trace>
  <inkml:trace contextRef="#ctx0" brushRef="#br0" timeOffset="60742.97">27502 14327 677 0,'-2'-9'545'0,"-1"3"-131"0,3 6-85 0,0 0-22 15,0 0 15-15,0 0-31 0,-4 9-3 0,7-2-6 16,1 5-14-16,2-2-42 0,2 5-36 0,4 2-30 0,5 2 3 16,2 1-29-16,2-1-18 0,-1 0-32 0,1-1-8 15,0-1-13-15,-1-1-5 0,-1-4-21 0,-3 0-7 16,1-1-5-16,-3-3-6 0,0-1-6 0,-2-1-7 16,-2-2-23-16,-10-4-31 0,16 1-24 0,-16-1-7 15,9-6-22-15,-4 0-15 0,-5-1-5 0,0-2 10 16,0-1 19-16,-5-4 15 0,0 0 12 0,0 0 15 15,-1 0 11-15,-3-4 14 0,0 2 6 16,1 3 17-16,0 1 5 0,-2-1 15 0,1 3 1 16,-1 0 10-16,0 2-7 0,-4 2 10 0,2 3 6 15,-3 3 18-15,-2 4 21 0,-3 4-8 0,-2 2-18 16,0 5-8-16,-6 8-2 0,0 4 36 0,0 1-12 0,0 4-12 16,1 0-11-16,0 2-8 0,3 0-6 15,2 0-4-15,-1 1-6 0,3-1-3 0,2-3-5 16,3-5-2-16,3-2-29 0,3-4-117 0,2-1-131 15,4-3-126-15,3-4-180 0,3-2-540 0,5-2-732 0</inkml:trace>
  <inkml:trace contextRef="#ctx0" brushRef="#br0" timeOffset="60993.38">28048 14420 464 0,'0'0'813'0,"-13"-4"-175"16,13 4-93-16,-11-5-92 0,11 5-59 0,-9-3-51 16,9 3-43-16,-8-4-33 0,8 4-48 0,0 0-51 15,-3-6-35-15,3 6-27 0,13-7-17 0,-1 3-20 16,4 1-12-16,4-2-16 0,4 0-10 0,3-1-8 16,5-1-9-16,1-2-53 0,1 1-29 0,0 0-49 15,-1-1-52-15,-4 3-39 0,-5-1-35 16,-1 1-45-16,-8 0-57 0,-3 2-15 0,-7 1-12 0,-5 3-17 15,0 0-57-15,0 0-225 0,0 0-180 0</inkml:trace>
  <inkml:trace contextRef="#ctx0" brushRef="#br0" timeOffset="61143.32">27909 14641 393 0,'-6'8'366'0,"5"1"-34"15,4-3-61-15,1-2-19 0,6 0-40 0,1-2-40 16,2-2-32-16,6 0-30 0,3-2-25 0,5-2-21 15,7 0-17-15,3-1-16 0,8-5-24 0,6 2-37 16,2-3-77-16,10-3-79 0,5 0-105 0,1-5-294 16,0 1-97-16</inkml:trace>
  <inkml:trace contextRef="#ctx0" brushRef="#br0" timeOffset="61528.98">29357 14366 74 0,'17'-2'601'0,"-4"-2"-194"0,-3 2-71 16,-10 2-85-16,13-5 8 0,-13 5-1 0,0 0 17 15,0 0 16-15,-16-3 5 0,3 3-4 0,-8-1-29 16,0 1-17-16,-9 0-14 0,-2 0-11 0,-9 0-44 16,0 0-30-16,-1 1 10 0,-9 1-21 0,-2 2-27 15,1 1-15-15,1 0-9 0,0 0-29 0,4 3-10 16,1-1-9-16,4 2-4 0,7-2-7 0,3 0-21 16,5-1 17-16,3 0-21 0,5-3 20 0,2 1-27 15,0 1 55-15,5-2 4 0,0 0 57 0,12-3-56 16,-16-2 34-16,16 2-61 0,-5-8 32 0,7 1-14 15,2-1-10-15,4-7-9 0,3-2-5 0,2-7-6 16,2-3-3-16,3-3-4 0,1-3 2 0,1-1-1 16,0-1 0-16,-1 4-3 0,-1 2 1 0,-4 4-12 15,0 2 17-15,-2 6-44 0,-3 1 48 0,-2 5-9 16,0 3 3-16,0 2 24 0,-7 6 11 0,9 3 17 16,-4 7 6-16,1 3-3 0,-2 11 27 15,1 7-8-15,1 2-3 0,-1 11 1 0,0 1-46 0,0 3-4 16,2 2 23-16,0 2-44 0,0 2 31 0,-1-1-8 15,6 7-14-15,-4-9-5 0,3-3-21 0,-1-3-46 16,0-3-71-16,0-4-73 0,-1-6-95 0,2-5-148 16,-5-5-90-16,-1-3-36 0,0-5-117 0,-1-3-608 15,1-4-893-15</inkml:trace>
  <inkml:trace contextRef="#ctx0" brushRef="#br0" timeOffset="61777.3">28985 13973 541 0,'0'-16'624'0,"1"2"-169"0,0 6-30 0,-1 8-42 15,10-5-7-15,-2 9-17 0,4 5-31 0,7 9-11 16,5 10-20-16,2 4-33 0,6 12-47 0,1 2-40 16,-1 2-30-16,-2 3-28 0,-3 0-32 0,0 2-5 15,-5 1-16-15,-4 0-15 0,-7-8-10 0,-4 1-8 16,-4 0-3-16,-1-3-3 0,-6 0-12 0,-4-1-4 15,-5-2-4-15,-4-3-9 0,-5-1-18 16,-4-5-21-16,-1-2-47 0,-3-4-62 0,-2-2-69 0,-1-5-78 16,4-5-45-16,0-3-42 0,-2-4-59 0,3-3-63 15,3-3-431-15,-2-4-512 0</inkml:trace>
  <inkml:trace contextRef="#ctx0" brushRef="#br0" timeOffset="62243.8">29171 13759 204 0,'-4'-20'698'0,"2"-4"-99"16,1 5-27-16,-1 0-73 0,0 1-52 0,0 0-25 16,1 2-46-16,0-1-42 0,2 3-62 0,0 0-62 15,3-1-18-15,0 2-35 0,5 1-31 0,2 0-27 16,6 2-17-16,2 3-9 0,7 0-27 0,3 3-8 15,1 1-5-15,0 2-7 0,2 1-5 0,0 0-3 16,-1 1-4-16,-2-1-2 0,-4 3-1 0,-2-1-4 16,-3 0-2-16,-2 2 2 0,-1 0-1 0,-3 0-22 15,-2 5 23-15,-3 1-9 0,-2 1 31 0,0 4-27 16,-5 1 89-16,-1 4-48 0,-1 4-5 0,0 2 33 16,-1 7-56-16,1 6 54 0,0 7 82 0,2 3-20 15,2 2-26-15,1 3-18 0,3 11 62 0,3 0-21 16,-2-2-50-16,2 0 24 0,1-2-50 0,0 1 28 15,-2 0-45-15,1-1 95 0,-3-10-55 0,1 1 33 16,-4-2-21-16,2 3 30 0,-4-6-64 0,1 0 29 16,-4-2-57-16,-2-1 33 0,-3-2-16 0,-4-3 44 15,-3-1-27-15,-1-5 51 0,-3 0-31 0,-6-5-50 16,0-1-29-16,-6-3 0 0,-4-4 0 0,0-1 0 16,-5-3 0-16,0-2 0 0,-4-5 0 0,-3 0 0 15,0-5 0-15,3-1 0 0,-5-3 0 0,-4-4 0 16,-3-2 0-16,-1-4 0 0,-10-1-313 0,2-4-164 15,-1 1-183-15,0-1-183 0,-2 5-208 0,10-1-486 16,4 1-1172-16</inkml:trace>
  <inkml:trace contextRef="#ctx0" brushRef="#br0" timeOffset="63243.21">16534 16683 698 0,'-14'-2'580'0,"3"1"-111"0,-1 1-70 16,2-1-44-16,10 1-25 0,-18 0-19 0,18 0-28 0,-14-4-28 15,14 4-40-15,-13 0-38 0,13 0-31 0,0 0-26 16,0 0-27-16,0 0-21 0,0 0-12 0,18 0-10 16,3 0-13-16,8-1-7 0,8 0-5 0,5-3-3 15,8 1-7-15,3-2 1 0,1-1-3 0,3 1-5 16,-2-2-13-16,0 1-89 0,-4 0-155 0,-4 1-131 15,-7 2-129-15,-10-2-127 0,-7 5-276 0,-2 0-481 16</inkml:trace>
  <inkml:trace contextRef="#ctx0" brushRef="#br0" timeOffset="63426.03">16427 16972 322 0,'-15'7'489'16,"1"-2"-113"-16,5 1-94 0,1-3-34 0,4 2 41 0,4-5-9 15,0 0-30-15,7 8-45 0,3-6-14 0,5-1-60 16,9-2-2-16,8-3-51 0,12-2 11 0,4-4-41 16,4 1-12-16,10-7-2 0,3 0-6 0,4-1-5 15,-2-1-5-15,-1-1-22 0,-3 2-108 0,-6-1-85 16,-12 2-138-16,-3 1-169 0,-9-1-256 0,-6 2-273 16</inkml:trace>
  <inkml:trace contextRef="#ctx0" brushRef="#br0" timeOffset="64160.29">17893 16646 319 0,'-4'-23'482'0,"0"1"-65"0,2 5-69 0,-1 1-56 0,-1 3-52 0,3 1-41 0,0 2-49 16,-2 1 28-16,3 9 46 0,3-7 23 0,-3 7 9 16,0 0-7-16,9 12-24 0,-4 0-6 0,1 5-16 15,3 5-13-15,4 6-14 0,-2 10-41 16,5 0-16-16,-4 4-37 0,4 1-7 0,-1 4-15 0,4 7-11 15,-3 0-12-15,0-9-10 0,-3 3-6 16,2-4-6-16,-2 0-7 0,0-1-18 0,2-4-49 0,-3 0-110 16,0-4-109-16,0-6-127 0,-3-2-136 0,4 0-103 15,-3-6-337-15,0-5-573 0</inkml:trace>
  <inkml:trace contextRef="#ctx0" brushRef="#br0" timeOffset="64367.6">18325 16999 239 0,'1'-6'719'0,"-1"6"-168"0,4-13-125 16,-4 13-86-16,3-10-80 0,-3 10-56 0,5-9-40 16,2 4-31-16,0 1-22 0,4 0-23 0,6-1-16 15,3-1-14-15,6-1-12 0,6 0-9 0,1-1-4 16,12-1-16-16,-2 2-57 0,3-2-101 0,0 0-143 15,0 1-142-15,2 0-397 0,-1-2-360 0</inkml:trace>
  <inkml:trace contextRef="#ctx0" brushRef="#br0" timeOffset="64859.82">19929 16187 588 0,'4'-12'484'0,"-2"1"-111"16,-3 1-79-16,-2-1-59 0,-2 2-43 0,-1-2-13 0,-3 0-26 15,-4 1-11-15,0-2 5 0,-6-1 2 0,0 1-12 16,2-1 17-16,-3 3 10 0,1-2 37 0,-2 0-6 16,2 3-17-16,2-1-30 0,2 4-8 15,2-1-28-15,-2 1-23 0,2 5-18 0,2-1 4 0,-3 2-7 16,-2 3 3-16,2 3-15 0,-4 3 12 0,0 4-7 15,-2 5-11-15,2 4-11 0,-5 4 2 0,3 5-18 16,2 1 5-16,1 4 37 0,0 2 9 0,5 0-26 16,0 3 36-16,3 2 2 0,3 1 18 0,2 2-46 15,4 2 45-15,3 2-3 0,-1 2-14 0,6 12 43 16,-2 3-40-16,3 1 52 0,-2 1-12 0,3 4 25 16,-4-1 5-16,1 4-17 0,-1-2 11 0,2 2 1 15,-3 1-44-15,0 1-6 0,-3 1-18 0,1-1 13 16,1-1-19-16,-2-4-17 0,1-2-13 0,3-3-8 0,-2-2-10 15,0-11-10-15,1-3 1 0,0-2 14 16,-1-5 15-16,6 0-2 0,-3-4 5 0,3-6-1 16,-1-6-3-16,4-2-33 0,-2-4-18 0,4 0 0 0,2-6 0 15,0-2 0-15,4-4 0 0,0-2 0 0,3-3 0 16,2-1 0-16,2-3 0 0,1-4 0 0,8-3 0 16,6-3-68-16,0-6-82 0,2-2-21 0,-1-3-76 15,6-5 9-15,1-3-65 0,-2-2-28 0,-2-1-150 16,2-1-26-16,-3 0-41 0,-4-2 3 0,-6 8-23 15,-4 0-31-15,-4 1-474 0,-6 3-688 0</inkml:trace>
  <inkml:trace contextRef="#ctx0" brushRef="#br0" timeOffset="68792.99">20731 16930 372 0,'0'0'601'0,"-5"-6"-81"0,5 6-114 0,-4-5-75 0,4 5-82 0,0 0-57 16,0 0-29-16,0 0-6 0,-2 6-6 0,2-6-10 16,6 11-13-16,1-5-5 0,-1 1-21 0,7 0-16 15,-2 2-12-15,2-4 9 0,0 1 9 0,3-1 0 0,-3-2 7 16,1-2-12-16,2-2-12 0,-1-2-19 16,2-1-10-16,0-4-9 0,-3-1-6 0,3-2-10 0,-4-2 0 15,-3-3-7-15,1 1 4 0,-1-3-7 0,-5 4 2 16,-3-4-5-16,1 1 8 0,-3 0-6 0,-3 1-1 15,-2-2 3-15,1 4-1 0,-5-1 3 0,0 2 0 16,-1 1 10-16,1 2 1 0,-3 2-4 16,-1 3 5-16,2 3 14 0,-4 2-11 0,3 3 5 0,-1 4 11 15,1 4 20-15,-2 3-13 0,5 5 8 0,1 2-26 16,3 5 11-16,3 0-1 0,2 1 4 16,2 4-5-16,6 0 1 0,2-3 2 0,3 1 27 0,4 2 13 15,4-6-15-15,2 0-10 0,-1-7-9 0,4-4-7 16,-1-2-5-16,1-5-7 0,0-3-8 15,3-3-31-15,-1-3 26 0,5-5-30 0,5-4 18 0,-2-2-34 16,1-3 27-16,-2 1-38 0,-6-2 5 0,-3 0-62 16,-5 1-45-16,-3-2-46 0,-2 2-33 0,-6 1-53 0,-4 2-54 15,0-2-39-15,-3 5-72 0,-3-1-66 16,-1 1-521-16,-2 1-634 0</inkml:trace>
  <inkml:trace contextRef="#ctx0" brushRef="#br0" timeOffset="70075.88">20743 16456 536 0,'-14'-5'712'0,"1"-1"-141"0,0 0-63 0,-1-2-71 0,1 4-49 0,3 0-44 15,1-1-58-15,0-1-38 0,3 3-63 0,-2-2-27 16,8 5-42-16,-6-7-18 0,6 7-27 0,4-9-4 0,3 4-23 16,7-3 0-16,2 2-17 0,4-4 6 0,8 2-17 15,2-1 6-15,0-2-12 0,1 1 4 0,1 1-7 16,1-2 3-16,0 2-15 0,-1-3-14 16,-2 3-100-16,-1-1-106 0,-2 1-112 0,-5 1-140 0,-2 1-162 15,-3 0-340-15,-3 1-572 0</inkml:trace>
  <inkml:trace contextRef="#ctx0" brushRef="#br0" timeOffset="70426.03">21300 15879 354 0,'1'-8'723'0,"-1"8"-141"15,0 0-127-15,0-6-62 0,0 6-55 0,0 0-27 16,-10 3-33-16,6 2-26 0,0 2-24 0,-1 0-20 15,-1 8-16-15,-3 5-29 0,4 1-27 0,-3 10-26 16,4 1-22-16,-1 2-11 0,4 3-25 0,1-2-3 16,1 2-13-16,6 4-1 0,2-1-16 0,3-4 7 15,2-3-9-15,4-1 43 0,2-4-18 0,-1-6 10 16,2-4-23-16,1-2 7 0,0-5-20 0,-1-4 10 0,-1-3-17 16,0-4 14-16,-1 0-19 0,-1-6 17 15,0-2-22-15,-2-3 16 0,-1 0-15 0,-4-4 15 0,-4 1-21 16,0-3 21-16,-7-1-24 0,0 2 22 15,-5-1-23-15,0-2 4 0,-5 2 2 0,-2 3-1 0,-4 1-1 16,0 2 2-16,0 5 5 0,-1 1-6 0,-1 4 0 16,-1 2-1-16,1 4-3 0,-1 4 5 0,1 1-38 15,3 2-65-15,1 4-109 0,0 0-108 0,5 3-82 16,2 0-101-16,1-1-105 0,5-2-389 0,1 2-602 16</inkml:trace>
  <inkml:trace contextRef="#ctx0" brushRef="#br0" timeOffset="72875.88">22570 16124 532 0,'2'-13'434'0,"-2"4"-62"0,-2-1-82 0,1 3-22 0,-3 1-39 15,2 0 12-15,2 6-27 0,-12-4 4 0,3 7-14 16,0 0 4-16,-2 8-25 0,-1 3-30 0,2 4-30 16,-3 6-26-16,4 2-19 0,2 4-18 0,-1 1-8 15,6 1-14-15,2-3 21 0,1 4-39 0,3-1-4 0,3-1 0 16,2-2 1-16,0-1 2 0,5-3 3 15,2-1-3-15,1-4-5 0,0-2 0 0,2-5-1 16,0-2 1-16,1-4-5 0,-1-3-1 0,-1-1-3 16,-1-3-3-16,1-3 1 0,-1-1-3 0,-2-2 0 0,-3-1 4 15,-2-1-1-15,1-3 1 0,-3 1-3 0,-3 1-3 16,-1-2 2-16,-2-1-1 0,-2 4 1 16,-3-3 1-16,-2 4-3 0,-2-2 1 0,0 3-3 0,-5 3-1 15,-1 0 0-15,-1 3 2 0,2 3-5 0,-5 0-8 16,0 3 20-16,0 3-46 0,1 1-18 0,0 2-66 15,1 1-24-15,4-3-67 0,3 2-67 0,1-1-81 16,1-2-121-16,4 1-307 0,2-10-317 0</inkml:trace>
  <inkml:trace contextRef="#ctx0" brushRef="#br0" timeOffset="73210.87">22472 15775 479 0,'-13'-13'517'0,"3"3"-103"0,1 4-56 0,-2 5-22 15,3 5-30-15,-1 2-56 0,1 5-43 0,3 4-23 16,1 6-34-16,3 4-27 0,2 2-26 0,6 3-18 16,1 3-13-16,4 2-11 0,5-2-14 0,-2-1-6 0,2-9-6 15,-1-1-2-15,2-3 1 0,-2-6-6 0,1-2 1 16,-2-5-4-16,0-5-11 0,-2-2 3 15,2-2 0-15,-2-5 1 0,-2-2-4 0,-1-3 3 16,-2-3-8-16,0-2 0 0,-2-2-3 0,-3-4 2 16,-3 4 0-16,-2-4-1 0,-3 0 5 0,0-1-4 0,-4 5 0 15,0-1-5-15,-2 2 4 0,-2 2-3 16,-2 3-1-16,-1 3 2 0,0 4-2 0,-2 3-2 16,-1 4-6-16,-2 4-15 0,-1 4-65 0,-2 3-74 0,-1 6-90 15,2 4-95-15,0 2-116 0,5 2-340 0,2-3-334 16</inkml:trace>
  <inkml:trace contextRef="#ctx0" brushRef="#br0" timeOffset="73591.73">21025 17755 486 0,'-27'7'691'0,"3"1"-177"16,1-1-103-16,3 0-88 0,0 0-79 0,6-3-39 16,-1 1-25-16,5 0-14 0,10-5-6 0,0 0 5 15,0 0-16-15,13 0-24 0,8-5-24 0,13-4-10 16,9-5-44-16,18-5 24 0,8-2-42 0,6-5 32 15,6-1-12-15,20-8 30 0,4-2-21 0,0-4 45 16,1-3-32-16,2-2 51 0,1 0-50 0,2-2 43 16,-2-2-55-16,1 2-12 0,-4-3-9 0,-3 0-8 15,-2 4-5-15,-2 0-12 0,-4 2 10 0,-5 3-17 16,-16 10 20-16,-6 3-26 0,-7 3 7 0,-6 5-11 16,-16 4-3-16,-9 6-57 0,-7 3-63 0,-7 4-89 0,-16 4-85 15,11 1-71-15,-11-1-118 0,-9 14-140 0,-5 0-303 16,-9 3-506-16</inkml:trace>
  <inkml:trace contextRef="#ctx0" brushRef="#br0" timeOffset="73960.44">22202 17475 154 0,'0'-8'752'0,"-2"2"-163"0,-1-1-128 16,3 7-66-16,-1-12-121 0,1 12-25 0,-3-9-67 0,3 9 25 15,0 0-16-15,0-7 21 0,0 7-48 0,0 0 40 16,0 7-34-16,0-7-25 0,0 13 26 0,3-3-13 16,-2 1-9-16,2 3-36 0,1 5 1 0,-2-1-10 15,5 1-6-15,-1 4 5 0,0-2-7 0,3 2 20 16,-1-2-41-16,2 1 32 0,-1-2-44 0,1 0 32 15,4 2-37-15,-2-4 37 0,6 1-35 0,0-3 24 16,5-1-42-16,2-5 26 0,3-2-45 0,0-3 48 16,4-5-42-16,4-1 29 0,10-6-49 0,-1-2 5 15,-2-2-1-15,2-3 25 0,-5 2-4 0,-3-1-5 16,-8 3-5-16,-3 2-23 0,-5 1 10 0,-4 1-43 0,0 2-56 16,-3-2-114-16,-4 2-101 0,-2 2-114 0,-8 2-96 15,0 0-61-15,2 5-141 0,-2-5-491 0,-11 10-815 16</inkml:trace>
  <inkml:trace contextRef="#ctx0" brushRef="#br0" timeOffset="74591.71">22716 17331 98 0,'-1'-6'559'0,"-2"-2"-130"16,-1 3-70-16,2-2-24 0,-1 3-37 0,-2-2-2 16,5 6-52-16,-5-9 10 0,5 9-49 0,-6-6 13 15,6 6-54-15,-8-3 24 0,8 3-60 0,0 0 11 0,-10 4-47 16,10-4 8-16,-5 9-50 0,5-9 24 16,-3 11-42-16,4-4 75 0,-1 0-39 0,4 1 29 0,-1 0-48 15,3 0 36-15,-1 1-44 0,4-2 26 0,0 1-45 16,0-1 0-16,1-1-3 0,1 1-2 15,-4-3 1-15,3 1 0 0,-3 0 7 0,-1-3 5 0,-6-2-3 16,12 3-7-16,-12-3 1 0,11-3-7 0,-6-2-2 16,-5 5 2-16,4-10-4 0,-1 2 42 0,-2 0-54 15,0-1 42-15,-2 0-48 0,-2-1 43 0,1 1-49 16,-1 1 44-16,-2 0-47 0,1 1 44 0,-2 1-47 16,0 2 32-16,-1-2-56 0,7 6-7 0,-18-2-51 15,18 2-35-15,-19 3-104 0,10 2-66 0,-2 1-85 0,2 1-127 16,0 0-544-16,1 1-680 0</inkml:trace>
  <inkml:trace contextRef="#ctx0" brushRef="#br0" timeOffset="74942.84">23723 16637 443 0,'-4'-6'857'0,"-1"-1"-172"0,1 0-117 0,-1-1-103 0,1 1-52 0,-2 1-52 0,2 0-38 15,2 0-64-15,-2 1-32 0,4 5-39 16,-4-8-24-16,4 8-45 0,1-10-4 0,7 4-42 15,3-1 9-15,5 1-36 0,7-2 10 0,6-3-31 0,8 0 11 16,3-1-23-16,2-1 17 0,-1 2-23 0,0-3 14 16,-2 3-24-16,-7 2 19 0,-4-3-25 0,-6 5-6 15,-1 1-78-15,-7-2-101 0,-3 3-129 16,-4-2-82-16,-7 7-52 0,1-7-56 0,-1 7-44 0,-14-5-390 16,1 3-528-16</inkml:trace>
  <inkml:trace contextRef="#ctx0" brushRef="#br0" timeOffset="75125.77">23717 16262 400 0,'0'0'518'0,"0"0"-131"0,0 0-3 15,-12 8-9-15,12-1-17 0,1 5-8 0,3 3-2 16,-1-1-13-16,2 10-35 0,3 2-40 0,2 3-24 16,5 4-56-16,0 2-25 0,4 1-41 0,0 0-9 15,1 0-31-15,-1 0-5 0,0 1-24 0,-1-3-2 16,1 1-21-16,1-2-12 0,-4 0-76 0,1-2-132 15,-4-2-146-15,-1-2-128 0,1-2-186 0,-4-1-380 16,3-5-653-16</inkml:trace>
  <inkml:trace contextRef="#ctx0" brushRef="#br0" timeOffset="75591.7">24639 16270 832 0,'0'0'649'0,"0"0"-142"0,-5-5-94 0,5 5-82 0,0 0-56 16,-5-4-28-16,5 4-49 0,0 0-28 0,0 0-41 15,0 0-11-15,0 0-4 0,0 0 21 0,0 0-19 16,0 0 4-16,0 0-25 0,14 1 1 0,-14-1-23 15,17-2 8-15,-8 1-10 0,1-3 3 0,3 0-22 16,0-3 1-16,-1 0-19 0,1-1 3 0,-1-2-14 16,2-3 10-16,-3 3-22 0,-1-5 1 0,-1 2 1 15,-1 0-2-15,-3 1 1 0,-1-2-3 0,-1 3-1 16,-1-1-4-16,-4 0 3 0,-2 3-4 0,-1-1-1 16,-2 2-1-16,-2 0 2 0,-1 4-5 0,0 1 2 15,-3 3 5-15,-2 0-5 0,-1 4 3 0,-3 7 0 16,-4 5 3-16,4 1 6 0,-1 4-11 0,0 1 11 15,6 3 1-15,-1 1 14 0,6 1-12 0,5-5 28 16,2 1-11-16,4-2 21 0,1 0-20 0,5 1 16 16,3-4-28-16,0-1 20 0,7-3-26 0,-1-2 17 15,5-2-28-15,1-3 23 0,1-3-28 0,4-4 24 0,2 0-26 16,-2-3 20-16,4-4-24 0,-2-2 11 0,0-1-43 16,-2-4-53-16,-3 0-82 0,-2-4-106 0,-5 2-107 15,1-1-45-15,-6 0-113 0,-3-2-86 0,-2 0-330 16,-3 1-547-16</inkml:trace>
  <inkml:trace contextRef="#ctx0" brushRef="#br0" timeOffset="75859">24544 15842 154 0,'0'0'693'0,"-16"-5"-145"0,16 5-86 0,-13-3-21 0,13 3-35 0,-9-4-39 16,9 4-44-16,-6-3-42 0,6 3-44 0,-5-8-51 15,5 8-27-15,6-10-39 0,-2 3-26 0,6-2-25 16,3-1-8-16,5-1-15 0,6-3-4 0,2 1-13 16,3-1-4-16,4-2-10 0,3 0 3 0,-2 2-12 15,-4 1-3-15,-2 1-108 0,-2 0-123 0,-2 1-89 16,-3 1-98-16,-4 2-87 0,2 0-503 0,-6 2-607 15</inkml:trace>
  <inkml:trace contextRef="#ctx0" brushRef="#br0" timeOffset="76207.67">25182 15279 478 0,'-6'-6'492'0,"1"1"-92"16,5 5-38-16,-11-2-10 0,2 6 5 0,-3 3-19 0,2 3-38 15,-3 8-2-15,-4 2-16 0,3 7-39 0,-2 3-55 16,2 4-32-16,4-4-22 0,3 4-11 16,1-2-4-16,3 1-16 0,4-5-27 0,3 4-6 15,3-4 7-15,2 0 6 0,3-3-28 0,4-2 1 0,0-3-13 16,2-3 21-16,3-1-21 0,-2-4-7 0,0-5-5 15,2 2-3-15,-4-6-6 0,1-3-6 0,-2 0 18 16,0-3-24-16,-2-1 15 0,-1-2-22 16,-1-2 19-16,-1-2-26 0,-6 2 21 0,0-3-23 0,-5 2 20 15,-4-1-24-15,-1 1 21 0,-6 0-21 0,-3 1 19 16,-5 1-25-16,-2 2 9 0,-2 3-19 0,2 1-21 16,-5 3-35-16,2 1-45 0,-1 4-48 0,1 2-81 15,-1 1-85-15,3 3-98 0,3-1-115 0,2 1-530 16,4-1-701-16</inkml:trace>
  <inkml:trace contextRef="#ctx0" brushRef="#br0" timeOffset="77674.94">26288 15587 311 0,'-1'-11'532'0,"-2"0"-111"0,-1 4-64 16,1-2-28-16,-4 6-22 0,7 3-19 0,-16-3-1 0,5 5-17 15,-3 4-2-15,-2 3-29 0,0 4-18 16,-3 7-7-16,1 1-8 0,4 3-51 0,1 1-29 15,2 3-31-15,3-1-12 0,3 3-23 0,4-4 5 16,1-1-8-16,5 2 6 0,3 1 14 0,4-2-4 16,1-1-12-16,4-3-10 0,-2-1-11 0,4-3 3 15,-3-5-7-15,0 0-4 0,2-6-9 0,0 0-1 16,-3-1-21-16,3-6 18 0,-5 0-17 0,2 0 14 16,0-4-5-16,0-2 2 0,-2 0-7 0,-1-3-4 0,-3 1 3 15,0-3-4-15,-2 1 1 0,-2-1 1 16,-3 1 1-16,1 0-4 0,-6 0-1 0,2-1 0 15,-5 4 1-15,-1 0-1 0,-2 1 19 0,0 1-26 0,-5 3 21 16,0 2-22-16,0 1 14 0,-3 2-16 0,-3 3-1 16,0 3-12-16,2-1-21 0,-3 5-15 15,5-1-52-15,-1 1-62 0,4 2-58 0,-1-1-64 16,7-3-55-16,0 1-83 0,5-3-73 0,2-9-508 0,1 13-624 16</inkml:trace>
  <inkml:trace contextRef="#ctx0" brushRef="#br0" timeOffset="77891.7">26342 15323 56 0,'-3'-19'727'0,"1"2"-162"0,-1 3-130 0,0 2-84 16,2 2-63-16,-1 0-52 0,0 2-30 0,2 8 19 15,0-9-13-15,0 9-40 0,0 0-33 0,0 0-27 16,3 10-21-16,-2 0-16 0,4 4-18 0,-1 1-12 15,0 5-11-15,4 1-11 0,-1 1-12 0,-2 2-115 16,3-1-117-16,-3 5-126 0,3-3-121 0,-4 0-449 16,0-3-485-16</inkml:trace>
  <inkml:trace contextRef="#ctx0" brushRef="#br0" timeOffset="78192.89">25073 16986 928 0,'-30'1'843'0,"5"0"-170"16,4-1-156-16,2 0-104 0,5 2-82 0,-1-2-67 16,3 2-51-16,12-2-40 0,-15 0-34 0,15 0-32 15,0 0-19-15,10-6-14 0,7 1-8 0,12-3-13 16,15-3-19-16,7-3 8 0,15-4-20 0,8-1 7 15,6-5 5-15,6-1 21 0,24-7 58 0,-1-1 36 16,3-2 15-16,-2-4 1 0,3-3-49 0,-1-2-6 16,-2 2-36-16,0-2 6 0,-6-1-32 0,-7 4 5 15,-21 12-27-15,-8 1 10 0,-9 4-37 0,-17 6-70 16,-2 2-76-16,-11 5-60 0,-10 5-79 0,-5 4-80 16,-14 2-82-16,8 3-86 0,-13 5-114 15,-8 1-454-15,-7 8-719 0</inkml:trace>
  <inkml:trace contextRef="#ctx0" brushRef="#br0" timeOffset="78524.5">25586 17040 621 0,'-12'-9'719'0,"3"5"-113"0,1 0-131 16,0-1-114-16,1-1-68 0,7 6-56 0,-11-3-33 15,11 3 7-15,-6 6 5 0,2 0-24 0,2 4-6 16,-3 5-23-16,2 1 1 0,-1 8 2 0,2 1-25 16,-1 6-26-16,2 1-5 0,0 2-10 0,-1 2-27 0,2-1 19 15,2-2-42-15,-1 2 25 0,1-2-18 16,2-2 22-16,-1-3-5 0,-1-5-7 0,3 2-15 16,-1-3 16-16,1-1 1 0,-1-6-1 0,4 0-14 15,2-2-4-15,2-3-6 0,2-3-9 0,5-2-4 16,6-2-8-16,3-3 0 0,8-3-6 0,0-2-18 0,6-2 13 15,0-2-23-15,-1 2-6 0,-7-2-79 16,-1 0-40-16,-2-1-78 0,-2 1-96 0,-5 2-114 0,-2 0-91 16,-4-1-94-16,-4 1-88 0,-3 1-351 0,-2 1-666 15</inkml:trace>
  <inkml:trace contextRef="#ctx0" brushRef="#br0" timeOffset="78742.35">25773 17197 220 0,'-13'-10'813'0,"4"2"-134"0,2 0-179 0,0 2-88 0,0 2-102 15,7 4 19-15,0 0-21 0,0 0-14 0,-7 4-8 16,9 4-38-16,0 0-28 0,4 8-35 0,1 2-19 16,-1 2-17-16,1 3-23 0,0 4-26 0,1 0-16 15,-2 3-37-15,1-3 13 0,-1-3-34 0,-1 0 3 16,0-1-44-16,2-1-11 0,-2-3-74 0,-1-2-90 15,1-2-106-15,1-2-158 0,-1-2-171 0,4-4-600 16,0-2-834-16</inkml:trace>
  <inkml:trace contextRef="#ctx0" brushRef="#br0" timeOffset="79076.21">27115 16384 591 0,'-10'-9'868'0,"2"3"-193"0,0 0-144 16,2-1-106-16,1 3-61 0,1 0-67 15,0-1-37-15,4 5-34 0,0-12-25 0,5 5-46 0,2-2-9 16,5 0-44-16,5-2-5 0,7-4-31 0,3 2-14 16,8-2-10-16,1-1-10 0,3 1-2 0,-1-1-9 15,-2-2-6-15,3 6-4 0,-4-4-5 0,-5 5 0 16,-3-2-19-16,-4 4-96 0,-4-1-132 0,-6 2-89 16,-3-1-61-16,-3 3-79 0,-3 0-55 0,-4 6-457 15,-4-10-575-15</inkml:trace>
  <inkml:trace contextRef="#ctx0" brushRef="#br0" timeOffset="79274.78">27143 15990 526 0,'0'0'568'0,"-13"0"-133"16,13 0-72-16,-9 3-9 0,9-3-17 0,-5 12-5 0,5-2-6 16,3 2-31-16,0 3-14 0,4 5-39 15,-1 2-38-15,8 4-44 0,-2 1-28 0,2 6-35 16,1 2-11-16,1-2-26 0,0 2-6 0,-3-2-18 15,0-5 4-15,-2 0-21 0,2 0 1 0,-4-3-20 16,-1-3-6-16,-2 2-99 0,-1-4-137 0,0-2-104 16,-2-1-107-16,-1-2-111 0,-2-3-450 0,0-1-622 15</inkml:trace>
  <inkml:trace contextRef="#ctx0" brushRef="#br0" timeOffset="79675.92">27684 16080 704 0,'0'0'791'0,"6"-7"-146"0,-6 7-141 16,5-5-81-16,-5 5-62 0,5-6-73 0,-5 6-54 16,12-7-49-16,-6 2-33 0,4-2-31 0,4 1-32 15,-1 0-13-15,1-1-11 0,3 1-18 0,1-3-4 16,-3-1-15-16,3 1 4 0,-4-1-15 0,1 1 2 15,-2-1-9-15,-1-1 4 0,-1 2-9 0,-2-3 7 16,0 1-9-16,-3-1 10 0,-2 1-15 0,-1 2 7 16,-2-3-6-16,-1 3 5 0,-2-1-6 0,-2 3 6 15,-3-1-1-15,-3 1 29 0,1 4 3 0,-4 2 14 16,-1 1-6-16,-4 4 8 0,-1 5-17 0,-4 3 11 16,0 4 1-16,0 3-15 0,0 6-6 0,2 4 0 15,3 1-5-15,4-4 1 0,3 2 51 0,5 1-17 16,2-4 25-16,2 0-37 0,5-1 23 0,0 0-15 15,3-5 20-15,3 1-30 0,5-4 18 0,-1-1-36 16,6-3 21-16,1-4-30 0,1-1 10 0,1-4-36 16,-2-3-13-16,7-3-37 0,-4-1-69 0,3-3-112 0,-3-2-115 15,-3 0-87-15,1-4-70 0,-6 1-128 16,2-4-471-16,-5-1-729 0</inkml:trace>
  <inkml:trace contextRef="#ctx0" brushRef="#br0" timeOffset="79909.11">27454 15656 286 0,'-12'-7'756'0,"4"1"-184"0,3 0-121 16,-2 0-95-16,7 6-86 0,-4-8-49 0,4 8-5 15,6-9-18-15,2 3-31 0,5 0-11 0,3-1-38 16,4-1-13-16,4 0-27 0,3-3-9 0,2 1-22 15,0 0 1-15,1-1-20 0,0 1 7 0,-2-2-16 16,2 1 0-16,-3 0-11 0,-3 1-21 0,-2 0-68 16,-3 2-85-16,-4 1-82 0,-1 1-121 0,-3 2-133 15,-2-1-392-15,-1 1-455 0</inkml:trace>
  <inkml:trace contextRef="#ctx0" brushRef="#br0" timeOffset="80274.82">28040 15249 603 0,'3'-6'552'0,"-3"6"-106"16,1-8-43-16,-1 8-14 0,0 0-28 0,-9-3-18 16,9 3 1-16,-10 9-64 0,2 1 27 0,-1 2-53 0,-2 5-29 15,0 2-42-15,0 6-37 0,2 1-27 0,1 3-8 16,3 0-35-16,0 0 5 0,4 0-33 0,2-2 5 15,4 4-26-15,2-1 11 0,0-4-11 16,1 0 25-16,6-1-21 0,0-4 0 0,-1-2 3 0,2-4-8 16,2-3-1-16,0-1-6 0,0-2 2 0,-1-4 19 15,2-1-34-15,-6-1 28 0,4-4-36 16,-3-2 28-16,-1 0-28 0,1-4 23 0,-3 1-21 0,-1-2 15 16,-4 1-28-16,-1-3 30 0,-1 2-32 0,-3-1 32 15,-3 1-33-15,-1 0 33 0,-3 0-33 16,-5 4 3-16,1 0 4 0,-3 1 0 0,0 1-1 15,-6 4-1-15,2 2-15 0,-3 0 3 0,-1 5-46 0,3 1-49 16,0 2-72-16,-2 0-88 0,6 2-72 0,0 2-33 16,2-1-95-16,4 1-80 0,4-5-459 0,2 4-624 15</inkml:trace>
  <inkml:trace contextRef="#ctx0" brushRef="#br0" timeOffset="80641.81">28743 15762 228 0,'8'-8'678'0,"-6"-1"-143"0,1 1-64 15,-5 2-37-15,0-1-43 0,-3 3-26 0,-3-1-34 16,1 2-29-16,-4 1-7 0,11 2-53 0,-24 2-35 16,9 2-36-16,1 3-10 0,-3 3-38 0,2 2-4 15,1-1-38-15,1 6-1 0,1 0-31 0,2 1 11 16,4 0-13-16,2-1 2 0,3-1-4 0,1 2 0 0,2 0 5 15,5 1-11-15,0-2-4 0,3 0-8 16,2-3-2-16,-2-2-8 0,3-1 5 0,0-3-7 16,1-2-4-16,1-1 0 0,-1-3 2 0,0-2-33 15,2-1 32-15,0 0 0 0,-2-5-5 0,0 1-3 0,0-1 3 16,-1-1-6-16,-4 0-2 0,1-3 5 0,-5 2-7 16,1-1 28-16,-4-1-32 0,-2 1 26 0,0-1-31 15,-4-1 28-15,-1 5-30 0,-5-2 30 16,-2-1-23-16,-2 3 19 0,-1 2-46 0,-3-1 16 0,2 2-40 15,-5 2 2-15,4 1-30 0,-2 0-24 0,3 3-59 16,-2-2-60-16,0 5-65 0,1 0-66 0,1 0-48 16,0-2-97-16,1 4-87 0,4-4-326 15,0 0-489-15</inkml:trace>
  <inkml:trace contextRef="#ctx0" brushRef="#br0" timeOffset="81025.28">28565 15337 268 0,'-5'-15'771'15,"3"1"-154"-15,1 4-98 0,-1-1-78 0,1 3-48 16,0 2-44-16,1-2-43 0,0 8-57 0,2-11-3 16,2 6-43-16,6 2-40 0,-10 3-25 0,22 0-21 15,-7 3-23-15,1 3-15 0,-1 1-18 0,-1 2-10 0,1 2-12 16,-2 0-9-16,0 4-7 0,-5-1-4 15,-1-2 7-15,-3 3-16 0,-1 1 12 0,-3-2-18 16,-3 1 10-16,-1 1-14 0,-1-2 12 0,-4 1-13 16,2-2 10-16,0-1-11 0,1-1 17 0,-1-2-12 15,2 0 12-15,0 0-11 0,0-2 14 0,3-3-15 16,-1 2 18-16,3-6-16 0,-4 7 8 0,4-7-17 16,0 0 27-16,0 0-30 0,19-4 13 0,-8 0-12 15,1-2 12-15,6 0-10 0,1-2-6 0,2 0 1 16,2-1-2-16,0 1-3 0,5-3 4 0,-5 4-9 0,1 0-33 15,0-2-70-15,-2 4-91 0,-3 1-85 16,1 1-80-16,-6 3-72 0,0 0-90 0,-3 2-475 0,-1 2-624 16</inkml:trace>
  <inkml:trace contextRef="#ctx0" brushRef="#br0" timeOffset="81295.83">27732 16787 425 0,'-13'9'925'16,"4"-3"-237"-16,4-2-147 0,5-4-121 0,-7 7-30 15,7-7-52-15,10 3-42 0,-10-3-33 0,27-3-10 16,-4 1-40-16,11-3-23 0,10-3-25 0,4-2 15 16,7 1 11-16,14-5-55 0,3-1-6 0,3-5-11 15,2 0-2-15,2-3-29 0,-1-1 26 0,-1-3-34 16,-1-3 7-16,-3 0-9 0,-2-2 5 0,-4 0-34 15,-3 1 4-15,-5-1-26 0,-8 6 4 0,-14 1-24 16,-1 3-13-16,-7 2-102 0,-9 1-84 0,-7 6-110 16,-5 1-71-16,-5 4-79 0,-4 0-39 0,-3 4-43 15,-5 1-76-15,-5 3-521 0,-2 1-746 0</inkml:trace>
  <inkml:trace contextRef="#ctx0" brushRef="#br0" timeOffset="81574.39">28234 16696 724 0,'-15'8'689'0,"2"-1"-139"0,1 0-103 16,3-2-66-16,1 2-19 0,0 2 18 15,1 2-22-15,2 1-22 0,1 2-50 0,0 2 10 16,1 2-54-16,1 6 12 0,-2 1-59 0,1 5-17 0,-2 3-34 16,0-1-25-16,1 0-20 0,-1 0 39 15,3 0-8-15,-4-1-26 0,3 0-15 0,0-5 0 0,-2-2 4 16,1 1-26-16,4-3 31 0,-2-2-3 0,2-2 28 15,0-2-18-15,2 1 7 0,1-2-22 0,1-1 0 16,3 0-24-16,2-4-1 0,1-1-27 0,7-2 5 16,0-1-21-16,4-3 6 0,1 0-14 0,2-3 0 15,1-2-27-15,2-1-22 0,-1-1-84 0,4-3-73 0,-1-1-75 16,-1-3-56-16,0-3-98 0,-2 0-114 0,-1 0-98 16,-5-3-70-16,-1 0-88 0,-4 1-379 0,-3-2-780 15</inkml:trace>
  <inkml:trace contextRef="#ctx0" brushRef="#br0" timeOffset="81974.1">28137 16987 560 0,'-2'-8'494'0,"-1"-1"-43"0,2 4-40 0,0-2-11 15,1 7-27-15,0-13-28 0,1 6-28 0,0 0-49 16,4 1-22-16,0-1-45 0,3 0-16 0,0 1-19 0,3-1-8 16,1 1-25-16,-1 1 2 0,3 2-34 0,-2 0-3 15,1 3-34-15,-2 0-3 0,2 0-25 0,0 3 7 16,-3 0-23-16,1 2 13 0,-2-1-22 0,-2 2 8 16,-1 0-10-16,-1 1 21 0,-2 2-3 0,-1-2-3 15,-2 4-6-15,-5-2-3 0,3 1-2 0,-3-1 1 0,1 1-1 16,-1 0-9-16,-2-2 2 0,3-1 0 15,-2 0 0-15,2-1 3 0,0 0 11 0,4-6 26 16,-7 7 15-16,7-7 6 0,-4 8-9 0,4-8-8 0,0 0-5 16,0 0-7-16,14-2-6 0,-3-2-7 15,0 2-29-15,1-3 23 0,6 0-26 0,-2 1 25 16,5-2-29-16,2-1 26 0,0 1-30 0,-1-2 25 0,0 2-32 16,-2-1 16-16,0 0-72 0,-3 2-43 0,0-1-93 15,-2-1-87-15,-2 2-98 0,2-1-52 0,-6-1-100 16,-1 2-99-16,1-2-349 0,-3 0-598 0</inkml:trace>
  <inkml:trace contextRef="#ctx0" brushRef="#br0" timeOffset="82658.98">29468 16209 400 0,'0'0'602'0,"-13"-3"-149"0,13 3-94 0,-12 0-19 0,12 0-12 0,0 0 6 0,-10-2 6 16,10 2-16-16,0 0-31 0,-9-4-55 0,9 4-12 0,0 0-37 16,7-10-26-16,-2 4-33 0,4 1-7 0,2-3-35 15,7-1-13-15,1-1 10 0,8 0-1 0,-1-3-9 16,8-4-5-16,3 2-10 0,0-2-14 0,2-1-8 15,-2 3-9-15,0-1-6 0,-7 3-3 0,-3 1-9 16,-2 1-17-16,-4 1-51 0,-3 1-127 0,-1-1-122 16,-7 0-100-16,0 1-59 0,-3 0-122 0,-5 0-519 15,-2 1-722-15</inkml:trace>
  <inkml:trace contextRef="#ctx0" brushRef="#br0" timeOffset="82842.58">29576 15826 497 0,'-7'3'548'0,"7"-3"-121"0,-7 8-15 16,6-2-4-16,2 2-39 0,1 3 0 0,0 0-7 16,2 3-26-16,0 1-45 0,2 1-15 0,0 4-50 15,2 1-46-15,0 0-33 0,0 5-11 0,2 2-44 16,-1 0 7-16,-3 0-46 0,6-1 7 0,-5 2-28 16,2-2 11-16,-4-3-29 0,4-2 9 0,-4 0-48 15,2-2-54-15,-1-1-99 0,1 0-126 0,0-4-120 16,2-2-140-16,-1-1-641 0,3-3-815 0</inkml:trace>
  <inkml:trace contextRef="#ctx0" brushRef="#br0" timeOffset="83241.21">30266 15586 619 0,'-10'3'918'0,"10"-3"-189"0,-6 4-184 0,6-4-106 16,0 0-80-16,-8 5-82 0,8-5-42 0,0 0-46 16,-2 4-23-16,2-4-14 0,0 0-2 0,2 7-32 15,-2-7 1-15,9 5-42 0,-9-5 4 0,17 4-30 0,-17-4 6 16,20 0-25-16,-7-2 11 0,-1 0-24 0,0-1 12 16,0-2-22-16,-1-3 16 0,1-1-25 0,-2-1 17 15,-2-1-19-15,-1 0 21 0,0-3-24 0,-3 0 24 16,-3 1-22-16,-1-1-4 0,-1 2 0 0,-5-4 2 15,1 3 3-15,-5 0 2 0,1 2 2 0,-2 3 4 16,-2 2 1-16,1 1-1 0,-2 5-1 16,3 0 2-16,-3 6 0 0,1 3 20 0,0 6-25 0,-1 1 20 15,5 4-26-15,0 6 25 0,5-1-17 0,-1 0 45 16,7 1-12-16,1-1 38 0,1 0-28 0,5 1 28 16,1-2-38-16,4-1 18 0,3-2-31 0,2-3 14 15,2-4-46-15,-2-2-2 0,3-3-69 0,0-4-23 16,-1-2-91-16,1-3-98 0,-2-3-99 0,1-2-61 15,-1-3-85-15,-1-2-94 0,-3-3-407 0,0-2-648 16</inkml:trace>
  <inkml:trace contextRef="#ctx0" brushRef="#br0" timeOffset="83474.61">30132 15298 204 0,'-25'-5'664'0,"2"-1"-171"15,4 5-94-15,2-3-40 0,0 1-22 0,6 1-8 16,-2-1 18-16,4 2-26 0,9 1-37 0,-10-5-37 0,10 5-47 16,0 0-36-16,8-5-40 0,2 4-8 0,6-1-39 15,2-1-16-15,8-2-10 0,1 0-13 0,7-1 2 16,-1-2-14-16,8-2-1 0,0-1-12 16,0-1 2-16,-3-1-16 0,-1 0-40 0,-1-3-95 0,-8 1-88 15,-1 1-89-15,-4-3-42 0,-1 2-81 0,-2-3-70 16,-4-2-411-16,-2 2-487 0</inkml:trace>
  <inkml:trace contextRef="#ctx0" brushRef="#br0" timeOffset="83807.62">30674 14627 116 0,'0'-11'587'0,"0"11"-126"0,0 0-50 0,-8 6-21 15,2 3-11-15,-1 4-23 0,-1 3-24 0,-1 3 5 16,-1 3-33-16,2 3-18 0,-1 4-45 0,1 0-28 15,1 1-24-15,2 1-14 0,1-2-51 0,1 1-5 16,3-3-32-16,4 4-18 0,1 0-1 0,4-2-16 16,1 1 5-16,2-5-8 0,2 2-8 0,1-5-8 15,3-2-6-15,0-2-7 0,0-3-3 0,0-4 13 16,0-2-20-16,-2-3-2 0,0-2-2 0,0-2-2 16,-2-2 3-16,0-3-2 0,0-1 7 0,0-2 11 15,-3-3-33-15,-2 0 28 0,-3-3-26 0,0 2 26 16,-4-2-29-16,-2 0 25 0,-2 1-25 0,-3-1 25 15,-2 0-27-15,-2 3 26 0,-2 1-26 0,-1 1 27 0,-4 3-27 16,2 1 24-16,0 3-23 0,-4 4 27 16,-3 1-29-16,1 4 25 0,-1 2-21 0,-2 4-11 15,3 2-18-15,1 2-33 0,5 1-50 0,2-1-81 16,4 2-88-16,3 0-83 0,3-3-87 0,4 0-115 0,2-1-518 16,1-1-710-16</inkml:trace>
  <inkml:trace contextRef="#ctx0" brushRef="#br0" timeOffset="84075">31060 15189 574 0,'4'-8'641'0,"-2"1"-105"0,-2 7-37 16,3-12-47-16,-3 12-13 0,0 0-53 0,-5-4-11 0,5 4-51 16,-8 6-25-16,2 1-76 0,-1 2-21 0,1 4-30 15,0 2-31-15,-2 0-30 0,4 5 11 16,0 0-9-16,2 0 18 0,1 1-17 0,2-1 6 0,1 3-25 15,0-2 5-15,3 1-23 0,2-2 7 0,0 0-23 16,-1-2 8-16,5-2-29 0,-1-3 8 16,0 0-37-16,0-4 3 0,3 0-36 0,0-4-7 0,-2-2-45 15,1-1 0-15,-12-2-60 0,21-2-8 0,-12-2-36 16,-1-2-37-16,0-4-52 0,-1 0-75 0,0-3-60 16,-3-2-28-16,-2 0-60 0,2-2-77 0,-3-1-435 15,-1-2-602-15</inkml:trace>
  <inkml:trace contextRef="#ctx0" brushRef="#br0" timeOffset="84341.74">30991 14754 455 0,'-2'-18'548'16,"-2"2"-95"-16,1 1-5 0,2 3 14 0,-2 1-43 15,2-2-16-15,0 4-69 0,-1-2-27 0,2 3-61 16,0 0-47-16,3-1-42 0,0 0-27 0,0 2-5 16,4 1-23-16,-1-1-20 0,4 1-17 0,-1 1-14 15,-1 1 3-15,2-2-25 0,-3 4 9 0,0-2-22 0,-7 4 7 16,11-4-14-16,-11 4 6 0,10-5-15 16,-10 5 0-16,0 0 0 0,0 0-20 0,0 0-88 0,0 0-136 15,0 0-102-15,0 0-85 0,-8 5-131 0,8-5-518 16,-13 1-698-16</inkml:trace>
  <inkml:trace contextRef="#ctx0" brushRef="#br0" timeOffset="84842.86">31001 15305 46 0,'3'-12'508'0,"-3"12"-118"0,2-7-61 0,-2 7-29 16,3-7-19-16,-3 7-36 0,1-6 0 0,-1 6-33 15,3-7-18-15,-3 7-11 0,0 0 11 16,0 0 31-16,0 0 1 0,0 0 9 0,-3 11-3 16,2-2-20-16,-2 3-50 0,-1 2 8 0,1 3-36 0,0 2-13 15,-1 2 3-15,3 3-15 0,0 1-25 16,1 2-15-16,1 0-6 0,-1-2-17 0,5 1-3 16,0-1-14-16,3-3-11 0,0 1 4 0,1-4-1 15,3 0-1-15,0-2 1 0,2-3-22 0,0 0 15 16,0-6-3-16,-1-1 4 0,0-2-6 0,1-3-4 15,-3-1-2-15,2-2-6 0,-3-1 11 0,0-3-6 16,1 0 0-16,-4-2 2 0,0-1-2 0,-3-1 1 16,-2-1 1-16,1 1-5 0,-5-3-12 0,1 4 18 0,-3-3-18 15,-3 4 17-15,-2-3-14 0,-3 2 16 0,-1 0-18 16,-1 2 23-16,-1 1-24 0,-3 1 20 0,4 1-21 16,-3 1 5-16,3 2-31 0,0 1-21 0,-2 1-57 15,-1 2-86-15,4 0-96 0,-1 0-84 0,0 1-82 16,6 0-85-16,-2 0-515 0,3-1-682 0</inkml:trace>
  <inkml:trace contextRef="#ctx0" brushRef="#br0" timeOffset="85341.2">30937 14711 584 0,'-7'-14'564'0,"4"2"-103"0,1 4-57 0,-1-1-43 16,2 2-68-16,1-2-29 0,2 3-41 0,5-1-27 15,2-1-39-15,2 1-23 0,3 1-32 0,3-1-14 16,1 2-25-16,0 1 1 0,1-2 12 0,-1 3 4 16,0-1-16-16,-3 2-6 0,0-1-18 0,-4 2-2 0,1 1-12 15,-12 0-3-15,16 1 4 0,-16-1 17 16,9 7-18-16,-9-7 2 0,-2 15-1 0,-1-7-4 15,-5 5-1-15,-1 3 4 0,-4 1-4 0,2 0-4 0,-2-1-3 16,-1 3-4-16,1-4 1 0,0 1-5 0,4-4-1 16,0-1-1-16,-1 0 1 0,5-2-2 0,-1-2-1 15,0 0 4-15,1 1-5 0,5-8 1 16,-5 8 0-16,5-8-1 0,5 3 2 0,-5-3-7 0,17 3 4 16,-4-2 1-16,-1-1-4 0,5 1-1 15,0 2-1-15,1-1 5 0,1 3-5 0,1 1 1 16,2 2 5-16,-3 1-3 0,0 2 0 0,-1 2 1 15,-1-1-3-15,-1 4 4 0,-3 0 0 0,-4 0 0 0,1 3 1 16,-5-2-3-16,-1-1 2 0,-2 3-2 0,-2-2 6 16,-2-2-4-16,-2 2 3 0,-4-1-9 15,0 0 10-15,-4 1-7 0,-2-3 6 0,0-1-5 0,-4-1 7 16,2 0-6-16,-2-3 1 0,-1 0-16 0,1-4-24 16,0-2-71-16,1 1-77 0,-2-2-77 0,5-1-72 15,-1-1-86-15,1-1-110 0,3-1-353 0,-1-2-444 16</inkml:trace>
  <inkml:trace contextRef="#ctx0" brushRef="#br0" timeOffset="85596.07">30557 16104 967 0,'-3'7'853'0,"0"-1"-184"0,3-6-169 16,0 9-91-16,0-9-83 0,0 0-1 0,17 1-38 16,-3-5-18-16,5-3-57 0,11-1-25 0,8-7-33 15,6 2 2-15,13-6-42 0,4 0 28 0,5-3-51 0,1 1 8 16,5-2-42-16,-1-3 5 0,2 1-12 0,-1 2-13 16,-3-2-10-16,-4 2-7 0,-4 3-9 0,-13 2-34 15,-6 4-36-15,-4 0-95 0,-8 5-127 0,-9 1-173 16,-8 2-73-16,-3 3-97 15,-10 3-607-15,0 0-839 0</inkml:trace>
  <inkml:trace contextRef="#ctx0" brushRef="#br0" timeOffset="85890.98">30909 16326 894 0,'-5'21'698'0,"5"-2"-63"0,-2 1-127 0,2 2-33 15,0 1-77-15,1 2-44 0,0 2-37 0,3 0-39 16,-3-1 3-16,3 0-65 0,-1 7 48 0,1-2-21 16,-1-1-9-16,1 2-11 0,-1 0 30 0,1-2-18 15,1 1-11-15,0-1-43 0,-1-4 0 0,-2-1-26 0,3-3 2 16,-1 0-23-16,0-3-7 0,2-2-14 0,-3-3-9 16,1 0-19-16,1-1-13 0,-1-3-16 0,2-1-10 15,3-2-8-15,-1-1-26 0,2-3-24 0,3-1-32 16,-2-4-65-16,5 1-33 0,0-4-43 0,1-3-64 15,1-1-50-15,1-3-53 0,-2-2-36 0,4-3-46 16,-2-2-89-16,-2 0-60 0,-1-2-67 0,0-1-105 16,-1-1-327-16,-3 1-701 0</inkml:trace>
  <inkml:trace contextRef="#ctx0" brushRef="#br0" timeOffset="86324.72">31152 16568 113 0,'-14'-16'872'0,"2"-1"-227"0,1 0-98 0,3 0-140 15,1 3-3-15,2 0-50 0,1 0-12 0,4 1-42 16,1 0-24-16,3 0-37 0,2-2-44 0,3 3-37 0,3 2-28 16,3-2-22-16,3 2-12 0,0 3 12 15,0 2-6-15,0 2-20 0,1 0-13 0,-1 2-20 16,-4 2-5-16,2 3-9 0,-3 0-6 0,-1 1-9 16,0 2-3-16,-5 1-2 0,-1 0-7 0,-1 0 6 0,0 2 8 15,-5 1-4-15,-3-1-1 0,-1 2-5 0,-3 1 0 16,0 0 1-16,-2-2-1 0,-1 1-3 15,-1-4-5-15,-1 3 2 0,3-3-4 0,-2 1 1 0,2-3-1 16,1-2 0-16,1 2 1 0,1-1 6 0,6-5-16 16,-9 5 8-16,9-5-14 0,0 0-1 0,0 0-5 15,0 0 1-15,11 0 7 0,-11 0-3 0,22-1 2 16,-9 2-1-16,2-1 2 0,0 2-3 0,3 1 10 16,0 0 4-16,-1 2-5 0,0 0 1 0,-1 1 0 15,-2 0 0-15,1 2 2 0,-2-1-4 0,0 0 3 16,-3 1 1-16,-3 0 3 0,-1 0 0 0,-1 0 4 15,-4-2 0-15,-1 0-30 0,-5 4 39 0,0-3-35 16,-4 0 33-16,0-1-28 0,-6 0 30 0,-2-2-24 16,-2-1 28-16,-2 0-2 0,0-3 1 0,-6 0-1 15,0-3-5-15,-1-2 9 0,3 2-18 0,-1-3 5 16,4-1-29-16,1-2-38 0,2 1-49 0,2-3-60 16,4 2-79-16,4-1-142 0,3-3-64 0,2 3-104 0,3-2-138 15,3-4-281-15,3-1-571 0</inkml:trace>
  <inkml:trace contextRef="#ctx0" brushRef="#br0" timeOffset="86675.59">31814 15616 506 0,'-10'-2'696'0,"10"2"-134"0,-15-3-142 0,15 3-35 0,-11-5-42 0,11 5 27 0,-7 0-51 0,7 0 4 15,0 0-90-15,0-8-6 0,0 8-88 0,11-11 9 16,-2 6-69-16,5-3 24 0,0 0-62 0,7 0 32 15,0-2-52-15,4-2 31 0,2 0-47 0,1-1 40 16,2-1-53-16,2-2 7 0,0 0-5 0,-4 2 0 16,-1 0 2-16,-1 1 0 0,-2 0-2 0,-6 1-36 15,0 0-119-15,-5 0-134 0,-1 0-103 0,-5 1-118 16,-5 0-149-16,0 1-269 0,-5-1-509 0</inkml:trace>
  <inkml:trace contextRef="#ctx0" brushRef="#br0" timeOffset="86841.84">31837 15216 551 0,'-9'11'529'0,"4"2"-59"0,3 4-47 16,-1 5-36-16,0 1 1 0,2 5-66 0,1 1 38 15,3 5-92-15,-1 2-19 0,1 0-72 0,2 7 29 16,1-2-80-16,2 0 9 0,0 0-66 0,1-1 29 0,-1-2-56 16,0 1-12-16,-1-7-13 0,-1-1-34 15,0 0-130-15,-3-5-170 0,-2-1-145 0,-2 1-228 0,-2-2-314 16,-2 0-605-16</inkml:trace>
  <inkml:trace contextRef="#ctx0" brushRef="#br0" timeOffset="87574.99">28389 18258 115 0,'-4'-4'564'0,"-2"-2"-160"0,6 6-91 15,-8-7-58-15,8 7-37 0,-6-5-9 0,6 5 47 0,0 0 9 16,-12 1-8-16,12-1-5 0,-9 6-8 0,6-1-37 16,-1 1 3-16,1 2-6 0,1-1-43 15,0 3 33-15,2-4-44 0,0 2 18 0,2 0-51 0,-1 0 28 16,3 0-56-16,0-2 30 0,3-2-64 0,-7-4 26 15,17 3-53-15,-6-6 35 0,5-1-55 0,-1-4 39 16,3-2-46-16,-3-2 39 0,2-1-50 0,-3-1 22 16,0-2-45-16,-4-1 36 0,0 1-45 0,-1-1 43 15,-5 0-37-15,0 1 46 0,-3 0-37 0,-1-2 38 16,-2 3-36-16,-1-1 36 0,-3 3-33 0,-1 0 37 16,-4 1-34-16,-1 4 49 0,-2 1-20 0,0 1 43 15,-2 5-45-15,0 1 41 0,-3 3-36 0,0 4 34 16,-3 3-40-16,1 4 36 0,1 2-29 0,1 4 58 15,0 1-18-15,6 1 51 0,0 3-32 0,5-4 38 16,4 1-28-16,1-2 47 0,6 0-44 16,2 0 28-16,5 1-60 0,3-2 18 0,5-2-55 0,2-2 27 15,8-3-69-15,0-4 13 0,6-2-46 0,0-4 17 16,-3-2-52-16,3-3 6 0,2-3-104 0,-4-2-72 16,-3-2-151-16,-4-3-72 0,-2 1-57 0,-7-2-93 15,0-1-536-15,-4-2-783 0</inkml:trace>
  <inkml:trace contextRef="#ctx0" brushRef="#br0" timeOffset="87775.1">28153 17939 172 0,'-22'-8'848'0,"1"2"-222"0,6 0-131 0,0 1-105 0,2-1-38 0,3 3-46 0,3-4-36 0,3 2-72 16,4 5-10-16,6-12-67 0,5 4 5 15,6-1-54-15,8-1 16 0,5-3-50 0,7 1 12 0,1-3-93 16,3 1-90-16,1 1-144 0,-3 0-104 16,0 0-86-16,-3-2-49 0,0 0-283 0,-9 2-324 0</inkml:trace>
  <inkml:trace contextRef="#ctx0" brushRef="#br0" timeOffset="88077.62">28638 17423 514 0,'-2'-10'440'0,"-3"5"-82"0,1 1-52 0,4 4 1 15,-13-2 13-15,13 2 43 0,-15 7-50 0,5 0 24 16,-1 4-35-16,2 4-35 0,-2 2 1 0,2 3-23 16,2 1-46-16,0 3-12 0,2 1 26 0,2 0-62 15,3 2 14-15,0 1-57 0,4-3 26 0,2 1-47 16,-1-2 8-16,4 1-46 0,0-5 23 0,5 4-45 16,-2-8 25-16,1 0-38 0,1-4 34 0,0-2-38 15,0-3 34-15,0-4-39 0,-1-1 25 0,0-2-35 16,-1-2 36-16,-3-1-39 0,3-2 34 0,-2-2-40 15,-4-1 1-15,1 0-4 0,-1-1-5 0,-3-1-10 16,-1 0 1-16,-2 1 5 0,-2 0-2 0,-1 1 2 16,-3-1-2-16,-1 3 1 0,-2 0 2 0,-1 3 5 0,0 0 1 15,0 2-43-15,-2 1-28 0,1 4-10 16,-1 0-91-16,-2 4-52 0,4 1-94 0,0 2-90 16,1 3-114-16,0 2-109 0,4 0-321 0,0-1-562 0</inkml:trace>
  <inkml:trace contextRef="#ctx0" brushRef="#br0" timeOffset="88441.7">29123 17838 488 0,'0'0'865'0,"0"0"-145"0,-7-4-176 15,7 4-61-15,0 0-109 0,0 0 1 0,-3-5-78 16,3 5 8-16,0 0-88 0,0 0 26 0,0 0-76 0,1-9 2 16,-1 9-68-16,10-4 19 0,-2-1-59 0,-1 2 25 15,2-3-52-15,1 1-7 0,-2-3-7 0,1 0-5 16,2 0-2-16,0-3-3 0,-3 1-5 0,0 0 0 16,-1-3 4-16,-1 1-3 0,-2 1-5 0,-1-1 4 15,-1 1-28-15,-3 0 27 0,-2 1-22 0,-2 0 28 16,1 1-3-16,-5-1-28 0,-2 3 29 0,-1 1-26 15,-3 0 25-15,5 4-22 0,-2 1 24 0,0 1-22 16,-1 1 25-16,1 4-4 0,-2 1-9 0,4 2 4 16,-3 2 5-16,4-1-4 0,0 3 0 0,2-1 2 15,2 0-6-15,1-1 4 0,1 0-14 0,2-1-34 16,0 1 0-16,2-4-120 0,0 2-111 0,-1-8-163 0,5 9-95 16,-5-9-156-16,5 5-423 0,-5-5-728 15</inkml:trace>
  <inkml:trace contextRef="#ctx0" brushRef="#br0" timeOffset="88975.65">29103 17376 513 0,'-5'-10'450'0,"0"0"-73"0,1 4-51 0,-2-2-3 15,2 2-18-15,-1 0-7 0,1 1-52 16,-1 1 17-16,5 4-41 0,-10-4 34 0,10 4-18 15,-12 6 41-15,7 2-27 0,-2 5-4 0,-2 5-42 0,2 4-32 16,-2 4 4-16,3 6-44 0,-3 1 40 0,4 6-27 16,0 2-3-16,1 2 14 0,1 0-22 0,3-5 35 15,2-4-63-15,0 1 33 0,3 0-59 0,1-2 34 16,2-3-47-16,3-2 23 0,0-2-43 0,4-3 27 16,2-5-49-16,0-4 18 0,1-3-59 0,2-3 21 15,-2-3-53-15,1-5 26 0,0-2-35 0,0-3 44 16,-1-4-36-16,1-2 46 0,-2 0-44 0,0-5 37 15,-2-1-30-15,-2 1 33 0,-4-3-28 0,-1 1 2 16,-3 2 6-16,-2 1 4 0,-3 1 2 0,-2-1 3 16,-2 1 2-16,-2 0 3 0,-1 3-1 0,-2 1 3 15,-3 1 4-15,-1 3-1 0,-1 1-3 0,0 2 5 16,0 1-1-16,-2 2 0 0,1 2 1 0,0 2-11 16,-3 0-40-16,2 4-43 0,-1 1-40 0,1 1-65 15,0 2-52-15,3-1-127 0,-1 2-66 0,3-2-87 16,2 1-121-16,4-2-515 0,-2-2-783 0</inkml:trace>
  <inkml:trace contextRef="#ctx0" brushRef="#br0" timeOffset="89296.17">29123 17014 507 0,'-2'-10'571'0,"-1"-1"-125"0,1 4-78 0,2 7 26 0,-5-7 9 16,5 7-10-16,0 0-30 0,-9 4-63 0,5 0-4 16,-1 5-35-16,3 1-46 0,-3 4-40 0,0 2-12 15,2 0-23-15,0 1-27 0,2 1-14 0,0 1 7 16,2-1-14-16,0 0-13 0,3-1-12 0,0 0-12 15,2-1-7-15,2-3-10 0,1 0 0 0,1 0-8 16,3-2 0-16,0-1-11 0,3-2-4 0,0-1-16 16,2-1-16-16,-2-3-39 0,2-2-67 0,1 1-70 15,-3-4-135-15,-1 1-51 0,-2-1-56 0,-3-1-88 16,3-2-44-16,-6 0-433 0,1-2-601 0</inkml:trace>
  <inkml:trace contextRef="#ctx0" brushRef="#br0" timeOffset="89457.39">29282 17100 491 0,'0'6'482'0,"0"4"-18"0,2 3-31 16,-1 1-34-16,2 5 35 0,-1 5-71 0,2 1 20 15,-1 1-82-15,-1 5-23 0,2 0-95 0,0 1-30 16,-1 3-33-16,1-2-24 0,0 1 18 0,3 0-60 16,-2 0 21-16,4 0-53 0,-2-2 17 0,0-1-173 15,0 0-171-15,2-4-169 0,-2 2-179 0,-2-5-382 0,-1-3-647 16</inkml:trace>
  <inkml:trace contextRef="#ctx0" brushRef="#br0" timeOffset="89741.02">28666 18851 801 0,'-19'5'946'0,"3"0"-224"0,2 1-113 15,3-4-72-15,2 2-54 0,9-4-97 0,-14 1-74 16,14-1-60-16,0 0-48 0,6-3-39 0,5-1-33 16,4-5-31-16,7 0-15 0,7-4-20 0,8-6-11 15,4-3-19-15,14-6-4 0,2-3-7 0,3-4-2 16,4-3-8-16,2-2-33 0,14-10 37 0,1-4-35 16,-2-3 33-16,-1 1-40 0,-4 1 38 0,-14 9-40 15,-3 3 31-15,-7 4-55 0,-5 3 26 0,-13 7-100 16,-4 7-65-16,-7 3-105 0,-6 6-81 0,-6 2-38 15,-5 5-67-15,-4 6-59 0,0 0-551 0,0 0-705 16</inkml:trace>
  <inkml:trace contextRef="#ctx0" brushRef="#br0" timeOffset="90045.88">29322 18484 458 0,'0'0'824'0,"-13"0"-176"16,13 0-120-16,0 0-106 0,-14 0-54 0,14 0-21 0,-7 3 41 16,7-3-35-16,-8 5-25 0,4 2-69 0,-4 0 8 15,3 3-10-15,-1 0-16 0,-1 5 0 0,1 0-12 16,-2 5-38-16,3 0-38 0,3-2 10 16,-3 2-8-16,3-2-10 0,0 0 1 0,2-1-13 0,1 0-7 15,0-2 1-15,3-1-15 0,1-1-19 16,4-1-25-16,1-1 3 0,1-3-25 0,3-1-8 15,2-2-21-15,2 0 15 0,4-5-6 0,6-2-7 16,-1-3 1-16,6-1-5 0,-1-5-24 0,6-1-3 0,-3-2-34 16,-6 0-17-16,-2 1-87 0,0 0-35 0,-3-2-90 15,-1 1-100-15,-7 0-168 0,-2 1-143 0,-4 1-84 16,-4 1-90-16,-1 1-432 0,-3 1-895 0</inkml:trace>
  <inkml:trace contextRef="#ctx0" brushRef="#br0" timeOffset="90424.87">29411 18480 211 0,'-7'-7'860'15,"7"7"-238"-15,-5-4-123 0,5 4-78 0,0 0 2 16,0 0 14-16,0 0-23 0,-10 4-78 0,10-4-3 16,-2 8-87-16,2-8-12 0,0 13-35 0,0-6-34 15,2 3-4-15,0-1-15 0,2 1-24 0,2 1-18 16,-1-1-20-16,2 0-2 0,1 0-13 0,2-1-14 15,0 0-3-15,0-2-16 0,0-2-5 0,-1 0-8 16,2-3-5-16,0-1-2 0,-11-1-5 0,18-3-11 16,-7 1-6-16,-2-4 3 0,0 0-6 0,-1-1-30 15,1-2 36-15,-1-1-29 0,-1-1 26 0,-2 1-26 16,2 1 40-16,-2-1-32 0,-1 1 32 0,0 0-30 16,-1 2 40-16,1 0-39 0,-1 0 35 0,-1 1-35 15,-2 6 33-15,7-8-35 0,-7 8 30 0,0 0-28 0,0 0 36 16,7 4-34-16,-7-4 37 0,2 13-7 0,-2-3 0 15,2 1-3-15,-2 2 1 0,0 0-2 0,1 2-3 16,2 0 1-16,-2 1-2 0,3 0-11 0,-1-1-17 16,3 1-7-16,-1-2-35 0,2-2-50 15,0 1-93-15,1-2-117 0,1-2-149 0,0-1-59 0,0-1-99 16,1-3-581-16,0-1-825 0</inkml:trace>
  <inkml:trace contextRef="#ctx0" brushRef="#br0" timeOffset="93141.81">29845 17209 330 0,'-12'-8'524'0,"3"2"-92"0,2 0-97 0,0 1-51 0,-2 1-41 0,5-3-20 16,-2 2-64-16,4-1-6 0,0 2-28 16,2 4 21-16,3-15-41 0,4 8 13 0,0-2-53 15,4-1 17-15,3-2-29 0,2-1 4 0,2 0-17 0,2-4 31 16,4 4-16-16,-2-5 66 0,0 5-5 0,-2-3 16 15,1 0 10-15,-6 2-8 0,3 2 13 0,-4-1 0 16,-1 3-10-16,-2 0 21 0,-2 1-37 0,0 2 3 16,-1 1-37-16,-2 0 15 0,1 0-28 0,0 0 15 15,-2 3-35-15,-5 3 39 0,9-3-7 0,-5 8 43 16,3 1-14-16,0 6 25 0,1 6 6 0,2 7-11 16,0 5-2-16,3 8 5 0,1 3-2 0,2 3-2 15,3 10 10-15,1-2-23 0,3 1-40 0,1 0 22 16,3 5-7-16,1 1-5 0,3-1-14 0,0 4-12 15,3 1-9-15,1-2 26 0,1 0 21 0,3-1 20 16,3 0 2-16,-1-2-71 0,0 0-54 0,2-1 0 16,-2-1 0-16,-2-2 0 0,-3 1 0 0,-3-2 0 15,-9 0 0-15,-1-4 0 0,-10-7 0 0,-4 2 0 16,-7-7 0-16,-7-1 0 0,-5 5 0 0,-3-3 0 0,-7-3 0 16,-2-3 0-16,-5-1 0 0,0-4 0 0,-3-4 0 15,0 0 0-15,5-6 0 0,-1-4 0 16,-2-2 0-16,8-3 0 0,-3-2 0 0,4-4 0 15,-1-3 0-15,0-1-88 0,-2-6-296 0,-3-2-84 0,3-5-184 16,-4-1-154-16,-2-3-124 0,-1-2-612 0,-1-1-1178 16</inkml:trace>
  <inkml:trace contextRef="#ctx0" brushRef="#br0" timeOffset="96213.11">8626 16805 94 0,'-13'-3'864'0,"13"3"-169"0,0 0-129 0,-15-1-108 0,15 1-82 0,-8 3-44 0,8-3-55 0,-6 7-37 0,6-7-49 0,-5 8-31 16,5-8-41-16,-4 12-20 0,4-12-14 15,4 12 27-15,-2-4-21 0,2-1 20 0,4 0-13 0,0-1 7 16,3-1-23-16,2 0 2 0,2-2-31 0,2-1 7 16,-1-2-30-16,1-3 16 0,2 1-29 0,-1-3 12 15,1-3-26-15,0-1-1 0,-3-1 23 0,0-2-27 16,-4 1 21-16,-3-2-24 0,0 0 20 0,-3 0-19 16,-3 1 14-16,-2-1-15 0,-4 2 17 0,-1 0-19 15,-2 0 16-15,-3 0-18 0,0 2 16 0,-2 2-15 16,-3 1 16-16,1 3-17 0,0 2 19 0,-1 2-19 15,-1 4 20-15,1 1-15 0,0 2 21 0,2 4-26 16,3 3 7-16,3 1 15 0,-1 1-18 0,6 1 14 0,1 1-17 16,1 1 17-16,6-1-18 0,-1 1 18 15,3-1 1-15,0 0-4 0,6-1 2 0,0-2 2 0,4 0 4 16,2 0-2-16,-3-4-1 0,5-3-6 0,-1 0-13 16,0-2-20-16,2-4-45 0,-1 3-79 0,0-6-95 15,-2 0-111-15,-1 0-64 0,0-3-78 0,-2 0-83 16,3-4-438-16,-6 0-629 0</inkml:trace>
  <inkml:trace contextRef="#ctx0" brushRef="#br0" timeOffset="96474.57">8593 16519 710 0,'-12'-3'571'0,"2"0"-139"0,1 1-83 0,9 2-77 0,-11-5-65 16,11 5-19-16,0 0 15 0,-3-5-8 0,3 5-11 15,9-5-14-15,1 0-31 0,5-2-23 0,5 0-22 16,7-3-17-16,2-1-15 0,9-5-13 0,3 0-5 16,3 0-15-16,-1-2-56 0,1 0-79 0,-2 1-81 15,-3-1-92-15,-3 5-119 0,-8 1-150 0,-3-1-258 16,-6 3-333-16</inkml:trace>
  <inkml:trace contextRef="#ctx0" brushRef="#br0" timeOffset="96811.88">9136 16079 301 0,'0'0'676'0,"-4"-5"-129"16,4 5-70-16,0 0-54 0,0 0-40 0,-14 1-32 15,10 4-43-15,-1 1-9 0,1 1-28 16,-2 4-45-16,2 2-51 0,-1 0-8 0,1 5-39 16,-1-2-18-16,4 1-31 0,-2 4-4 0,4-2-24 0,2 0-1 15,1 1 24-15,1 0-16 0,3-1-3 16,0 0-14-16,1 0 6 0,2-1-18 0,0-2 12 0,1-1-18 16,2-2 7-16,-4-2-21 0,3-1 13 0,-1-3-18 15,0 0 14-15,1-1-18 0,-2-3 15 0,0 2-14 16,-2-4 12-16,-9-1-18 0,15 2 17 15,-15-2-20-15,10-3 19 0,-10 3-18 0,10-6 22 16,-10 6-26-16,0-8 15 0,0 8-15 0,-5-7 10 0,5 7-19 16,-9-9 8-16,3 4-26 0,-2 3 1 0,-2 0-44 15,1-1-47-15,0 1-68 0,9 2-95 0,-19 0-76 16,19 0-61-16,-17 1-47 0,7 3-78 0,4-1-373 16,1 3-497-16</inkml:trace>
  <inkml:trace contextRef="#ctx0" brushRef="#br0" timeOffset="97258.2">9733 15906 100 0,'8'-27'808'0,"-3"2"-169"0,-3 1-106 16,1 6-67-16,-5-1-73 0,-1 3-35 0,0 0-33 15,-2 1-15-15,-3 3-43 0,2 1-17 0,-7 0-42 0,2 1-33 16,-2 3-13-16,-4 2-24 0,1 0-24 16,-1 1-20-16,-1 3-21 0,3 1-14 0,-2 1-13 15,2 1-9-15,-2 2-8 0,2 0-4 0,0 4 0 16,2 1-11-16,0 1-1 0,0 3 18 0,3 5 55 0,1 1-7 16,1 3-16-16,3 0-10 0,3 3-2 0,2 5-18 15,1 3 65-15,0 2-19 0,7 6-13 16,-2 1 5-16,4-1 10 0,1 4 27 0,3-1-37 15,-1 1 18-15,4 8 59 0,3 0-4 0,3-1-45 0,-2 1 1 16,5-2-34-16,1 0 27 0,1 2 9 0,0 0-24 16,0-2-11-16,3 1 4 0,-2-2 18 0,-1 1-14 15,-1-5-14-15,1 3-15 0,-6-12-6 0,1-1-8 16,-3-2-5-16,0-3-9 0,-4-6 4 0,1-2-4 16,-2-3 55-16,-2-4-71 0,3-1-2 0,1-5 0 15,1-1 0-15,0-3 0 0,1-3 0 0,4-3 0 0,5-3 0 16,3-3 0-16,2-3 0 0,4-3 0 15,-1-4 0-15,2-1 0 0,-6-1 0 0,-1-2-162 0,-8 3-292 16,0-4-160-16,-3 2-182 0,-7 3-120 0,0-1-745 16,-5 0-1326-16</inkml:trace>
  <inkml:trace contextRef="#ctx0" brushRef="#br0" timeOffset="98625.57">6241 17423 1310 0,'-23'4'244'0,"-1"-1"-79"16,-3 2-50-16,-1 0-25 0,-3 1-13 0,-2 0-25 16,3 1-2-16,-4 1-28 0,2-1 6 0,2 0-11 15,-2-1 2-15,1 0-11 0,4 0 5 0,2-3-15 16,1 0 6-16,4-2-6 0,1-2 5 0,4-4-10 15,-1 0 10-15,5-4-14 0,2-2 3 0,1-2 2 16,4-3 3-16,3-1-3 0,1-1 6 0,3 0 6 0</inkml:trace>
  <inkml:trace contextRef="#ctx0" brushRef="#br0" timeOffset="99374.74">7467 17098 554 0,'-8'-11'678'0,"2"3"-127"0,1 1-107 0,-1-1-103 0,3 3-66 0,-2 1-53 0,2-1-38 0,3 5-32 15,-8-5 55-15,8 5-4 0,0 0-11 0,0 0-7 16,-1 11 30-16,5 0-58 0,4 2-26 0,3 2 9 16,1 3-18-16,4 4-17 0,1 1-26 0,7 3-21 15,-1 2-17-15,0 1-3 0,3-2-7 0,-2 1-11 16,-1 1-6-16,1-2-14 0,-3 0-14 0,-2-4-50 15,-2-1-92-15,-1 2-146 0,-3-4-96 0,0-1-99 16,-3 0-103-16,-1-2-431 0,-2-4-645 0</inkml:trace>
  <inkml:trace contextRef="#ctx0" brushRef="#br0" timeOffset="99578.26">7895 17350 688 0,'9'-10'576'16,"-3"1"-119"-16,1 1-17 0,-1-3-78 0,4 1-7 16,1 0-64-16,3-3-2 0,1-3-65 0,3 3-17 15,4-2-70-15,2-2 1 0,0 1-53 0,2 1 10 0,-1-1-48 16,2 3-11-16,-1-2-10 0,-1 3-66 0,-6 4-120 16,-1-2-127-16,-2 3-121 0,-6 1-188 0,-2 1-333 15,-3 2-503-15</inkml:trace>
  <inkml:trace contextRef="#ctx0" brushRef="#br0" timeOffset="102027.74">10727 15908 333 0,'-8'-16'577'0,"2"3"-90"0,1-1-96 0,-3 3-36 15,3 0-65-15,1 2-68 0,-1 1-30 0,3 3 9 0,2 5 54 16,0 0 18-16,0 0-26 0,0 0-22 16,1 10-47-16,1 2-24 0,4 3-44 0,0 4-7 0,5 6 10 15,1 0-16-15,2 4 17 0,0 5-21 16,4 0-5-16,-3 1-29 0,2 0-3 0,-2 1-20 0,0-1 1 15,1-1-20-15,-5-6 14 0,2 1-22 16,-4-4 6-16,1 2-13 0,-2-5 1 0,-2-3-36 16,2-2-50-16,-4-3-116 0,2-1-128 0,-1 0-100 15,-1-2-178-15,0-5-553 0,-4-6-772 0</inkml:trace>
  <inkml:trace contextRef="#ctx0" brushRef="#br0" timeOffset="102911.77">11323 15943 72 0,'0'0'702'0,"0"0"-160"0,-9-2-125 0,9 2-63 0,0 0-24 15,0 0-20-15,0 0-6 0,0 0 15 0,-8-5-20 16,8 5-12-16,0 0-18 0,0 0-46 0,0 0-44 16,0-7-34-16,0 7-27 0,10-8-22 0,-1 1-19 0,4-1 2 15,6 0-31-15,0-3 2 0,8-3-13 0,3 2 1 16,5-4-20-16,5 0 11 0,-2-3-20 15,3 0 1-15,1 1-3 0,-1-3 5 0,0 0-7 16,1 2-1-16,-3 2-1 0,-5-1-1 0,-4 4-6 0,-5 3-16 16,-7 0-51-16,1 3-124 0,-7 2-149 15,-5 0-91-15,-7 6-100 0,4-9-115 0,-4 9-332 16,-9-3-575-16</inkml:trace>
  <inkml:trace contextRef="#ctx0" brushRef="#br0" timeOffset="103143.28">11484 15554 650 0,'0'0'670'0,"0"0"-154"15,-6-5-107-15,6 5-81 0,0 0-46 0,0 0-5 16,0 0-18-16,-1 8-10 0,2-1-15 0,2 2-6 16,2 4-39-16,-1 1-24 0,4 5-40 0,1 2-14 15,2 5-29-15,1 3-7 0,4 5-24 0,-2-1-9 16,4 2-10-16,0 1 1 0,-1-1-18 0,2 3 5 15,-2-2-4-15,0 1-8 0,0-4-2 0,2 2-4 16,-1-5-94-16,-5-3-138 0,1-2-103 0,3 0-100 16,-5-6-132-16,2-2-503 0,1-3-684 0</inkml:trace>
  <inkml:trace contextRef="#ctx0" brushRef="#br0" timeOffset="103557.69">12475 15187 31 0,'6'-22'816'0,"-4"4"-157"0,-2 1-147 0,0 3-89 16,-5 2-67-16,0 2-27 0,-3 3-41 0,-2 3-5 0,0 3-13 15,-3 4-18-15,-5 3-6 0,-1 5-28 16,-2 5-56-16,-4 9-6 0,1 3-45 0,1 5-7 0,2 4-32 15,5 2-1-15,3 3-11 0,0-1-12 0,9 4-3 16,3-7-9-16,5 6 25 0,5-2 18 0,2-1-3 16,7-5 2-16,1-2-6 0,4-3-7 0,3-1-9 15,0-7-11-15,4-4-6 0,-6-4-8 0,3-4-6 16,-4-4-4-16,0-3-3 0,-2-3-2 0,-1-2-5 16,-1-2 0-16,-3-3-5 0,1-4 5 0,-2-2-6 15,-3-3 4-15,0 1-3 0,-5-4 0 0,0 3 0 16,-5-2-7-16,-2 3 4 0,-5-2 2 0,0 0-2 15,0 3-3-15,-4 1-1 0,-4 0 0 0,1 4-1 16,-5 2-1-16,2 3 2 0,-6 1-4 16,3 4-3-16,-5 2-17 0,-1 3-29 0,1 2-35 0,1 4-47 15,0 3-71-15,5-4-60 0,3 4-99 0,1 0-79 16,3 1-34-16,3-2-88 0,5-1-580 0,2-2-760 16</inkml:trace>
  <inkml:trace contextRef="#ctx0" brushRef="#br0" timeOffset="103907.64">13048 15405 139 0,'0'0'673'0,"-18"-4"-159"0,9 2-97 0,9 2-24 0,-16-3-10 0,16 3-9 0,-13-3-8 15,13 3-18-15,-13-3-27 0,13 3-34 0,-9-3-31 16,9 3-51-16,-8-2-8 0,8 2-57 0,0 0-4 16,-1-8-49-16,1 8 2 0,12-9-40 0,-2 3 16 15,1-1-35-15,5-1 19 0,3-2-38 0,1 0 3 16,2-2 18-16,5-1-26 0,-3 0 19 0,2 1-32 15,-1-3 20-15,-2 2-32 0,2-1 6 0,-4 1-35 16,-2-1-53-16,-3 4-56 0,-1-2-70 0,-5 1-83 16,-1 1-54-16,-2 3-62 0,-2-2-58 0,-3 3-61 15,-3 0-371-15,-2-1-485 0</inkml:trace>
  <inkml:trace contextRef="#ctx0" brushRef="#br0" timeOffset="104140.61">13066 15151 490 0,'0'0'546'0,"0"0"-116"0,-13 3-88 16,13-3-12-16,0 0-45 0,0 0-41 0,-11 1-19 15,11-1-20-15,0 0 12 0,-5 3 9 0,5-3-29 16,0 10 1-16,0-10 2 0,3 15-41 0,2-5-30 16,0 5-30-16,2-1-15 0,-1 4-17 0,2 0-15 15,2 1-9-15,-1 2-6 0,-1-1-5 0,2-1-10 0,-2 3 0 16,1-2-11-16,-3 0 4 0,4 1-14 15,-2 0 4-15,-2-1-21 0,2-1-105 0,0-5-116 0,-2 2-94 16,0-3-85-16,2 0-121 0,2-3-478 0,-2-2-624 16</inkml:trace>
  <inkml:trace contextRef="#ctx0" brushRef="#br0" timeOffset="104557.08">13626 14816 35 0,'0'-22'742'0,"0"3"-144"0,0 0-69 0,-2 3-58 0,1 2-73 16,1 2-51-16,0 0-45 0,0 1-32 0,0 4-19 16,0 7 3-16,-1-8-23 0,1 8 2 0,0 0-43 15,-3 8-11-15,-1 1-54 0,2 6-2 0,-1 1-40 16,2 3 11-16,0 6-47 0,1-2 16 0,0 2-14 15,4 2-7-15,-2-2-37 0,5 4 28 0,-1-2-34 16,4-2 32-16,-2-3-41 0,2-2 31 0,1 0-31 16,1-4 33-16,2 0-36 0,-1-1 36 0,1-4-38 15,1-1 32-15,1-2-45 0,-1-4 31 0,-1-1-38 16,1-1 18-16,-2-4-13 0,1-1 23 0,2-1 7 16,-4-1-12-16,0-2 3 0,-2-2-2 0,-1 2 6 15,-4 0 1-15,-2-2 1 0,-2 2-1 0,-1-2 8 16,-3 3-8-16,-2-1 0 0,-1 1 4 0,-4 2-3 0,-1-1 1 15,-1 4 1-15,0 0 2 0,-1 2 1 16,-2 2-4-16,2 0 1 0,-2 4 2 0,2-2-33 16,-1 2-42-16,2 3-66 0,2-2-91 0,0 1-92 0,4 0-62 15,2 0-87-15,0 0-102 0,0 0-472 0,4-9-665 16</inkml:trace>
  <inkml:trace contextRef="#ctx0" brushRef="#br0" timeOffset="104911.33">13801 14474 319 0,'-4'-22'754'0,"1"4"-110"0,1 0-78 0,-2 1-80 16,1 3-41-16,2 1-63 0,-4 1-59 0,5 1-51 15,-3 2-58-15,2 0-51 0,1 2-34 0,0 7-25 16,0-10-20-16,0 10-19 0,0 0-11 0,10-3-11 15,-10 3-11-15,9 7-7 0,-2 0-4 0,-2 1-10 16,0 2 2-16,1 2-11 0,-2-1 14 0,1 3-16 16,-5-1 0-16,3-1 9 0,-2 1-10 0,-1-1 12 15,0 1-15-15,0-3 13 0,0-1-9 0,0 0 15 16,0-2-9-16,0 1 19 0,0-8 0 0,0 11 31 16,0-11-21-16,1 8 19 0,-1-8-37 0,0 0-3 0,0 0-1 15,18-5-6-15,-9-1 22 0,1 1-29 0,6-6 21 16,-1 2-21-16,6-2 16 0,-2-1-23 0,4 0 22 15,0-1-25-15,-2 2 20 0,0 2-23 16,-2-2 17-16,3 3-56 0,-7 2-52 0,0-2-90 0,-2 4-100 16,0 1-70-16,-13 3-37 0,15 0-62 15,-15 0-86-15,8 5-421 0,-8-5-561 0</inkml:trace>
  <inkml:trace contextRef="#ctx0" brushRef="#br0" timeOffset="105141.32">13629 15519 102 0,'-8'19'760'0,"1"0"-139"0,2-3-68 0,0-3-26 15,2-3-42-15,-3 0-17 0,3-2-23 0,3-8-58 16,-1 10-70-16,1-10-60 0,10 5-37 0,-10-5-32 16,21-5-38-16,-2 0-27 0,5-3-21 0,5-1-25 15,9-6-8-15,1-1-19 0,5-1-7 0,-1-4-10 16,12-3-5-16,-4-2-47 0,0 1 46 0,-8 4-47 15,-3-1-22-15,-3 1-16 0,-3 4-50 0,-7 1-75 16,-5 3-60-16,-3 2-83 0,-6 4-102 0,-4 1-52 16,-2 0-66-16,-7 6-102 0,0 0-272 0,0 0-490 15</inkml:trace>
  <inkml:trace contextRef="#ctx0" brushRef="#br0" timeOffset="105478.27">13853 15810 705 0,'0'0'675'0,"-15"1"-121"0,15-1-45 16,-8-2-71-16,8 2-68 0,-4-7-25 0,4 7-50 15,3-11-16-15,-1 4-45 0,4 2-18 0,1-2-55 16,-2 0-15-16,4 1-46 0,0 2-2 0,1 1-36 0,-1-1 4 16,-9 4-31-16,17-3 13 0,-4 4-24 0,-4 2 8 15,0 0-24-15,-1 1 19 0,0 2-29 16,-1 3 34-16,-2-3-32 0,-1 4 25 0,1 0-28 0,-4 1 2 15,0 0 0-15,-1 0 0 0,0 2 2 0,0 0-2 16,-1-1 8-16,0 1-2 0,-1-2-6 0,2-1 1 16,-3-1 1-16,1-2-2 0,1-1 4 15,1 1 5-15,0-7 32 0,-1 11 12 0,1-11 18 0,-1 10 16 16,1-10-9-16,0 0-14 0,8 3-15 0,-8-3-15 16,16-6-9-16,-6 1-3 0,5-1-13 0,-1-1-32 15,4-1-43-15,1-3-65 0,1 1-65 0,0-2-52 16,2-1-73-16,0-2-85 0,-1 1-48 0,0-1-108 15,-6 0-566-15,4-1-745 0</inkml:trace>
  <inkml:trace contextRef="#ctx0" brushRef="#br0" timeOffset="105778.34">14249 15162 833 0,'-10'-11'833'16,"4"3"-143"-16,1 0-105 0,-2 2-59 0,3-1-65 15,-1 1-80-15,1 1-37 0,4 5-95 0,-3-12-5 16,3 12-28-16,2-12-33 0,2 5-32 0,6-1-26 0,0-2-22 16,8 0-18-16,0-1-14 0,5 0-52 15,5-3 35-15,7 0-11 0,-1-2-9 0,2 2-7 0,2 0-5 16,-3-1 0-16,-6 2-9 0,-1 2-6 0,-3 0-10 15,-5 2-28-15,-3-1-76 0,-4 1-109 16,-3-1-106-16,-5 3-75 0,0-1-26 0,-5 8 10 16,-5-12-15-16,1 7-4 0,-5 2 3 0,0 1-10 0,-2-1-40 15,-2 0-219-15,0 2-205 0</inkml:trace>
  <inkml:trace contextRef="#ctx0" brushRef="#br0" timeOffset="105972.83">14303 14802 146 0,'-10'-2'533'0,"10"2"-138"0,-17-1-74 0,17 1-29 0,-11 5 5 15,11-5 21-15,-7 10-4 0,7-3 25 0,0 4-31 16,3 0-7-16,-1 5-15 0,5 5-31 0,0 1-27 16,1 3-44-16,2 2-41 0,2 1-15 0,-1-2-37 15,1 3-4-15,-1 0-31 0,5 4-6 0,-4-3-1 16,1-3-20-16,-4 0 1 0,4-1-7 0,-4 0-6 16,0-4-11-16,0-2-48 0,-3-1-83 0,2-1-128 15,-2-2-97-15,-2-3-70 0,2 2-104 0,-2-7-94 16,1 1-291-16,2-2-475 0</inkml:trace>
  <inkml:trace contextRef="#ctx0" brushRef="#br0" timeOffset="106373.03">15020 14225 521 0,'-1'-16'719'0,"-1"1"-148"0,2 2-94 0,-2 4-77 0,-2-1-44 16,3 6-32-16,1 4-26 0,-5-9-22 0,5 9-18 16,0 0-13-16,-13 6-19 0,8 0-35 15,-3 1-38-15,4 3-5 0,-1 3-41 0,1 1 8 16,2 3-46-16,0 0 19 0,2 2-51 0,3 1-4 0,1 3-10 16,1 0 2-16,1 0-5 0,3-2-7 0,3 2 0 15,2 1 2-15,-3-6-5 0,1-1-4 0,3-3-2 16,-1 0 2-16,3-1 0 0,-2-4-2 0,2-1-4 15,-2-2 1-15,0-2 1 0,0-3-1 0,0 1 0 16,-4-2 2-16,3-3 6 0,-5 1-8 0,2-2-1 16,-1 0 2-16,-4-2-3 0,1 0 1 0,-5-1 1 15,2 1 0-15,-4 6-5 0,1-12 1 0,-5 5 6 16,1 2-6-16,-4 1 40 0,-3 1-47 0,1 1 41 16,-4 0-35-16,0 4 31 0,-2 0-47 0,-1 2 4 15,-1 2 0-15,-2 1 3 0,2 1-17 0,-1 4-11 16,4-2-26-16,0 0-45 0,4-1-103 0,0 1-115 15,2-2-80-15,4 1-81 0,2-1-118 0,2-8-479 16,1 11-705-16</inkml:trace>
  <inkml:trace contextRef="#ctx0" brushRef="#br0" timeOffset="106856.88">15191 13921 644 0,'-8'-22'600'16,"2"0"-121"-16,0 3-12 0,-2 0-25 0,4 1-56 16,0 1-65-16,2 0-49 0,1 2-15 0,-1 2-57 0,2 1-28 15,2 1-36-15,0 1-27 0,3-1-25 0,-1 4-13 16,4 0-21-16,-1 2 0 0,2 2-13 0,0 0-5 16,4 2-10-16,-13 1-7 0,22 1-2 0,-11 2-4 15,-2 1-1-15,-1 2-1 0,2 0 0 0,-5 3-5 16,2-1 9-16,-2 2-8 0,-4 0 0 0,2 2-7 15,-3-2 9-15,-3 3-7 0,1 0 4 0,-5 1-4 16,2 0 1-16,-3-2 4 0,-2 0-2 0,0 0 0 16,1-1 2-16,0-2-2 0,1 0 0 0,2-2-1 15,-1-1 2-15,2 0 0 0,0-1-1 0,5-5 4 16,-5 5-4-16,5-5-2 0,0 0 1 0,10 3-1 16,-10-3-4-16,13 0 3 0,-13 0 2 0,23-1 2 15,-11-1-2-15,0 2 0 0,1 0-1 0,-1 0 1 16,0 2-1-16,0-1-1 0,2 2 6 0,-2 2-5 15,-1 0-2-15,3 2 2 0,0 1-2 0,-2 2 3 16,-1 2-1-16,1 1-1 0,-2 3 1 0,-4 0-1 16,1 0-3-16,-5 1 1 0,2 0-1 0,-4-1 1 15,-2 0 0-15,-1 0 4 0,-1-2-4 0,-2 1 1 16,-1-1 1-16,-3-3 2 0,1 1 0 0,-1 1-2 16,-3-5 0-16,2 2 0 0,-2-3-9 0,-1 1-25 0,1-2-35 15,-2-1-56-15,1-1-63 0,2-2-61 0,-1 1-42 16,2-1-57-16,1 0-93 0,10-2-527 15,-16 0-557-15</inkml:trace>
  <inkml:trace contextRef="#ctx0" brushRef="#br0" timeOffset="107123.16">14979 14866 683 0,'1'7'852'0,"1"1"-184"0,-2-8-132 0,5 9-97 0,-5-9-78 0,9 6-15 16,-9-6-42-16,19 1-45 0,-6-2-44 15,6-2-40-15,4-2-34 0,6-3-41 0,3-2-6 0,8-2-34 16,1 1 6-16,2-3-16 0,3-1-7 0,1 1-9 16,3-3-23-16,5-1 15 0,-9 1-23 0,9-4 33 15,-8 4-39-15,-3-2 24 0,-3 3-31 0,0-3 0 16,-7 3-2-16,-6 5-31 0,-7 0-83 0,-2 3-139 15,-8 2-125-15,-2 0-49 0,-9 6-85 0,0 0-103 16,0 0-336-16,0 0-547 0</inkml:trace>
  <inkml:trace contextRef="#ctx0" brushRef="#br0" timeOffset="107523.03">15356 15012 471 0,'0'0'734'0,"0"0"-141"0,0 0-70 15,0 0-83-15,-11 3-47 0,11-3-35 0,-8 3-28 0,1 1-37 16,0 3-37-16,-3-2-35 0,-1 4-53 0,1 0-12 16,-3 2-48-16,2 3 0 0,-1 0-33 0,3 4 50 15,4-4-45-15,-1 2 9 0,3 3 14 0,3-2 37 16,0 1-59-16,4 1 34 0,4 1-51 0,1-1 37 15,3-2-22-15,3 2-14 0,0-4-10 0,0-1-13 16,3 0-8-16,0-3-5 0,1-2-7 0,2-1-1 16,-3-4-6-16,-2-1-2 0,2-2-3 15,-3-1-2-15,0 0-42 0,-3-3 46 0,0 0-42 0,-2-2 49 16,0-1-42-16,-3-2 43 0,-2 0-37 0,-4-1 38 16,-1 0-48-16,-1 0 47 0,-3 1-48 0,-1-3 48 15,-3 3-44-15,-3-1 46 0,-1 1-44 0,1 1 36 16,-2 1-35-16,0 3 43 0,-1 0-46 0,1 1 47 15,0 2-44-15,2 0 18 0,-1 2-88 0,0 1-14 16,0 0-57-16,2 2-58 0,1 0-67 0,1 1-92 16,3-1-75-16,1 1-55 0,-1 0-125 0,5-6-493 15,-1 7-741-15</inkml:trace>
  <inkml:trace contextRef="#ctx0" brushRef="#br0" timeOffset="107807.58">15834 14577 491 0,'-6'-9'822'0,"0"1"-165"0,3 1-57 0,-1 1-74 0,0-1-38 15,0 2-89-15,4-2-31 0,-2 1-58 0,2 0-51 0,1-1-49 16,0-2-34-16,3 2-43 0,4-3 19 15,1 1-73-15,2-1 25 0,3-1-63 0,3 1 37 16,3 0-61-16,-1-1 40 0,3 3-56 0,2-3 43 0,3-1-52 16,-4 5 38-16,-1-3-61 0,1 2-43 0,-1-2-82 15,-1 1-66-15,-4 2-99 0,-2-2-77 0,-3 2-33 16,-3-2-52-16,-4 2-31 0,1 0-29 16,-6 1-356-16,0 0-462 0</inkml:trace>
  <inkml:trace contextRef="#ctx0" brushRef="#br0" timeOffset="108007.13">15882 14225 64 0,'0'0'576'0,"-12"5"-165"0,12-5-25 0,-3 9-12 15,3-2 7-15,2 2-27 0,0 2-29 0,4 2 11 16,1 2-50-16,-1 5-43 0,3-1-16 0,1 0-41 0,-1 7-29 16,2-1-28-16,1 1-29 0,-3 3-18 15,0-4-23-15,1 3-7 0,-1-2-8 0,0 1-8 16,-1-4-10-16,1-1-6 0,-4-1-5 0,3-1-13 15,-2-1-81-15,3-1-98 0,-4-1-102 0,3-5-86 0,0 1-114 16,2-3-131-16,-1-2-295 0,0-1-471 16</inkml:trace>
  <inkml:trace contextRef="#ctx0" brushRef="#br0" timeOffset="108391.08">16537 13868 603 0,'-4'-20'692'0,"0"6"-145"0,0 0-99 0,-3 2-75 15,2 5-8-15,-2-1-3 0,-2 4-38 0,9 4-3 16,-21 2-45-16,8 4-23 0,-4 5-43 0,4 3-17 16,-5 7-30-16,4 0 5 0,-1 5-68 0,6 0 13 15,-1 4-56-15,6-2 31 0,2-1-55 0,2 0 30 16,2 0-47-16,3 1 36 0,5-1-51 0,2-1 40 15,2-3-44-15,1-2 39 0,3-2-48 0,0-2 46 16,1-4-43-16,0-2 34 0,2-2-47 0,-1-3 45 16,-2 0-47-16,1-3 43 0,-1-2-41 0,-1-1 43 15,-2-1-30-15,-2-2 29 0,1-1-46 0,-4 0 38 16,-1-2-38-16,-2-2 42 0,-1 1-42 0,-5-3 43 16,2 3-41-16,-6-2 39 0,1 0-40 0,-5 1 43 15,0 0-7-15,-2 2 1 0,-5 0-2 0,1 1-7 16,-4 3-6-16,3 1-5 0,-5 2-28 0,2 1-58 0,1-1-35 15,-1 3-53-15,3-1-65 0,0 2-63 16,3-2-60-16,0 0-41 0,2 1-76 0,2 0-96 16,7-4-377-16,-13 2-545 0</inkml:trace>
  <inkml:trace contextRef="#ctx0" brushRef="#br0" timeOffset="108906.23">16653 13415 220 0,'5'-18'739'0,"-1"4"-185"0,1 2-138 15,-1 3-48-15,-4 4-44 0,0 5-6 0,0 0-24 16,0 0-18-16,0 0-25 0,-4 7-45 0,-3 0-33 16,-4 4-21-16,-1 1-19 0,-4 1-32 0,1 0-19 15,-2 0-21-15,1-1 1 0,0 1-15 0,1-3 16 16,2 0-4-16,1-2-1 0,1 0-19 0,-2-2 1 15,3 1-15-15,0-3 4 0,0 0-15 0,-2-3 7 16,12-1-12-16,-16 0 6 0,16 0-13 0,-18-1 11 16,18 1-12-16,-14-7 9 0,6 3-12 0,4-1 9 15,-1 0-8-15,1 0 6 0,2-1 1 0,-2 1 2 16,4 5-4-16,-5-9-2 0,5 9 2 0,-5-7-5 16,5 7 0-16,-5-6-2 0,5 6 3 0,0 0-1 15,-4-6-3-15,4 6 2 0,0 0 1 0,5 5 1 16,-5-5 1-16,11 7-1 0,-4-3 6 0,0 1-7 15,4-1 2-15,0-1 2 0,2 2 3 0,2-2-3 16,-1 0 13-16,3-1-12 0,0-2 11 0,0 2-12 16,-1-2 13-16,3 0-9 0,-1-2 42 0,-3 1-24 15,-2-2 21-15,2 2-22 0,-2-2 14 0,0 0-26 16,-3 0 23-16,-1 1-30 0,1 1 26 0,-10 1-32 16,14-5 27-16,-14 5-31 0,14-3 23 0,-14 3-30 0,11 2 24 15,-11-2-24-15,7 4 29 0,-3 1-26 16,2 1 26-16,-1 0-31 0,2 1 31 0,-2 1-31 15,4 2 25-15,1-1-24 0,-1 1-1 0,3 0 1 0,-1 0-23 16,1-1-24-16,2 0-46 0,-3 0-51 0,0 0-68 16,0-1-82-16,-2-3-83 0,-1 1-105 0,-2 0-119 15,0-4-374-15,-6-2-584 0</inkml:trace>
  <inkml:trace contextRef="#ctx0" brushRef="#br0" timeOffset="109590.94">16885 13420 366 0,'0'-8'391'0,"0"8"-51"0,-2-8-32 16,2 8-37-16,-2-6-23 0,2 6 13 0,-5-4-40 15,5 4-8-15,-11-3 8 0,11 3 1 0,-16-1 12 0,4 1 6 16,-2 3 4-16,-4-2-13 0,-2 1-23 16,-7 3-18-16,0-1-28 0,-5 3-33 0,-2-1-16 15,-1 1-29-15,3 1-10 0,-4-1-23 0,3 2 2 0,1 0-23 16,0-2 4-16,0 2-13 0,3 0 8 16,-1-1-15-16,6 0 5 0,3-2-11 0,1 1 11 15,1-1-17-15,4-1 14 0,0 0-17 0,2 2 13 0,1-3-18 16,3 0 16-16,0 0-7 0,-1 0 7 0,2-1-12 15,8-3 15-15,-9 8-12 0,9-8 14 0,0 0-16 16,3 6 20-16,-3-6-22 0,14 0 12 0,-2-4-12 16,-1 2 13-16,2-3-15 0,5-2 19 0,1-3-18 15,0-2 19-15,3-2-18 0,0-3 14 0,-1-3-10 16,6-2 20-16,-4-2-7 0,-2 2 22 0,-3 0-19 16,1 0 28-16,-4 0-38 0,-1 0 29 0,-1 3-31 15,-2 1 7-15,-2 2 5 0,-1 2 7 0,0 1 2 16,-1 4-8-16,-2-1-8 0,1 3-2 0,-1-2-4 15,-5 9 2-15,6-4 13 0,-6 4 19 0,8 6 42 16,-6 2-55-16,2 4 35 0,1 3-51 0,0 6 39 16,3 2-20-16,2 4 39 0,0 0-58 0,6 4 43 15,-1 2-55-15,2 1 4 0,1-4 2 0,1 1 4 16,0-2-3-16,0 0-2 0,3 0-8 0,-3-2 6 16,0-4-35-16,0-1-74 0,-2-1-100 0,1 0-132 15,-3-1-130-15,-1-2-118 0,-2-2-200 0,-3-2-335 0,1 0-739 16</inkml:trace>
  <inkml:trace contextRef="#ctx0" brushRef="#br0" timeOffset="109906.82">16418 14687 320 0,'-4'14'836'0,"2"-3"-164"15,-1-3-98-15,0-2-90 0,3-6-55 0,2 10-28 0,-2-10-19 16,7 3-72-16,-7-3-16 0,22-6-88 0,-6-1 3 16,7-1-75-16,5-3 18 0,2 0-65 0,7-2-7 15,2-2-14-15,2-1-12 0,0 3-5 0,1-4-12 16,1 3-6-16,-1-4-5 0,3 2-5 0,-3 0-2 15,-1 1-5-15,1-1-3 0,-2 1-3 0,-4 0 39 16,-7 1-55-16,-2 3 28 0,-3-3-76 0,-6 2-40 16,-1 0-119-16,-3 0-127 0,-5 1-108 0,-4 2-65 15,-4 0-127-15,-5 1-503 0,-2 1-758 0</inkml:trace>
  <inkml:trace contextRef="#ctx0" brushRef="#br0" timeOffset="111406.52">16566 15122 680 0,'0'0'570'0,"0"0"-122"16,-1 8-68-16,1-8-22 0,0 0-15 0,0 0 4 0,-1 7-32 0,1-7-47 0,0 0-46 16,0 0-42-16,-9-4-38 0,9 4-24 15,-8-6-22-15,8 6-14 0,-5-11-11 0,2 5-1 16,2-2 4-16,0 0-14 0,2 0-5 0,-1-1 15 16,3-2-7-16,2 0-13 0,1-1-7 0,6-1-12 0,1-1-7 15,2 2-3-15,0-1-5 0,3 4-2 16,0-1-5-16,0 4 1 0,-3 2-1 0,3 3-4 0,0 1-2 15,-1 4-1-15,-1 1 1 0,2 4 0 16,1 1-3-16,-3 5 5 0,0-1-10 0,-4 2 27 0,-1 2-4 16,-2-1 18-16,0 2-24 0,-6-2-2 0,-1 0 5 15,1-2 0-15,-7 4-5 0,3-4 18 16,-4 1-28-16,-2-3 22 0,1 0-24 0,-2-1 19 0,-3-2-18 16,2-1 14-16,-2-2-22 0,3 0 20 0,-1-4-19 15,1 1 10-15,8-4-25 0,-13 3 10 0,13-3-13 16,0 0-15-16,0 0 8 0,0 0-3 0,3-8 12 15,4 5 2-15,-7 3 8 0,17-6-4 0,-6 4 11 16,1 0-8-16,1-1 12 0,1 2-8 0,-1-1 9 16,2 1-6-16,0-1 10 0,-1 1-7 0,0 0 9 15,2 0-8-15,-4-1 6 0,1-1-7 0,1 0 11 16,-1-1-10-16,0-1 4 0,-2-4-45 0,3 2-12 16,-3-4-9-16,-2 1-6 0,1-3-5 0,-1 1-1 15,-3-1 15-15,3-1 13 0,-4-3 9 0,3 1 8 16,-4-1 8-16,1-1 5 0,-3 0 4 0,2-2 3 15,-1 5 7-15,-2-4 6 0,2 3 10 0,-3 3 11 16,3 0 15-16,-3 2-3 0,2 2-8 0,-2-2-4 16,2 3-3-16,-2 8 12 0,0-11 13 0,0 11 10 15,0 0-9-15,0 0-2 0,0 0-8 0,0 0-3 0,-4 5-8 16,4-5-1-16,2 13 7 0,0-6 13 16,2 1 13-16,1 2 2 0,0-3 0 0,3 1-6 15,0-1-9-15,1-1-8 0,0 0-6 0,3 0-4 16,-3-2-6-16,3-2 4 0,-1-1-9 0,-11-1-4 0,22-1-4 15,-8 0 3-15,-2-2-2 0,-1-2-3 0,-1-1-1 16,-1 0 2-16,-1-2 10 0,2-2-14 16,-2 0-1-16,-2 0 0 0,-2 1 2 0,1-1-1 15,-2-1 4-15,-1 3-1 0,1 0-3 0,-2 0-3 0,-1 8 0 16,4-10 3-16,-4 10 18 0,0 0 18 16,0 0 9-16,5 5 20 0,-1 1-2 0,-2 6-8 15,5 1 8-15,-2 1 8 0,4 4-2 0,-1 2-6 0,3-1-9 16,-1 1-52-16,1-1 46 0,1 1-52 0,0-3 48 15,-2 0-54-15,4-1 44 0,-2-1-67 0,-1-4-31 16,-1 0-46-16,1-4-80 0,0-1-126 0,-1-3-109 16,-10-3-56-16,16 0-87 0,-6-5-101 0,-4-2-383 15,3-4-668-15</inkml:trace>
  <inkml:trace contextRef="#ctx0" brushRef="#br0" timeOffset="111857.42">17213 13439 438 0,'-15'-34'473'0,"3"6"-40"0,4 0-86 16,2-2-25-16,-2 2-50 0,5 2 16 0,-1 2-18 15,1-1-9-15,2 2-3 0,0-1-9 0,-1 5-20 16,4-1-13-16,-2 4-31 0,0 2-24 0,1 0-33 0,0 2-26 15,3 2-21-15,1 1-17 0,5 1-12 16,3 4-9-16,6 2-8 0,2 2 36 0,6 5-9 0,7 2-11 16,6 6-10-16,-2 4 20 0,-1 2 9 15,0 4-19-15,-2 3-8 0,-5 6 63 0,0 0-52 16,2 11 28-16,-4 1-43 0,-3 4 19 0,0 3-8 16,-2 3-3-16,-3 5 20 0,3 4 2 0,-1 4-13 0,-3 3 51 15,1 3-63-15,2 4 37 0,-1-2-55 0,4 1 44 16,-1 2-60-16,5-1 4 0,4 13-8 15,-3-14 36-15,1-3-51 0,0-2 43 0,-2 0-8 0,1-6-5 16,-4-2-6-16,0-5-4 0,-4-4-1 0,-4-12-1 16,-4-3-4-16,0-3 1 0,-5-8-43 0,-3-4 48 15,-2-2-36-15,0-5 67 0,-7 0-30 0,-1 0 43 16,-3-4-49-16,-6 0 33 0,-5 0-43 0,-2-5 37 16,-7 3-44-16,-3-3 37 0,-5 0-40 0,-2-4 25 15,-8 0-81-15,-5-1-24 0,-1 0-132 0,-6-1-126 16,-1-1-170-16,-4 1-113 0,-12 1-221 0,9-3-375 15,-8 0-839-15</inkml:trace>
  <inkml:trace contextRef="#ctx0" brushRef="#br0" timeOffset="-199583.16">10317 14941 93 0,'0'0'472'0,"1"-6"-113"0,-1 6-70 0,0 0-4 16,-2-8-27-16,2 8-21 0,0 0-24 16,-4-6-13-16,4 6-37 0,0 0-18 0,0 0-19 15,-7-6-8-15,7 6-17 0,0 0-4 0,0 0-5 16,0 0-1-16,0 0 8 0,-10-3 2 0,10 3-13 15,0 0-13-15,0 0-9 0,0 0-4 0,0 0 5 0,0 0 5 16,0 0 11-16,0 0 6 0,0 0 0 16,0 0-9-16,0 0-12 0,0 0-10 0,0 0-13 15,14 0-6-15,-5-3-9 0,1 2-8 0,3-2-2 16,-1 0-5-16,2 1-4 0,-3-1 1 0,2-1-2 0,0 4-3 16,0-3 0-16,-1 1 1 0,-3 1-5 15,0 0 0-15,-9 1-1 0,17-3 0 0,-17 3 2 16,10 0 9-16,-10 0 19 0,0 0 6 0,8 3-2 0,-8-3-7 15,-7 5 1-15,2 1-7 0,-4-1-2 0,-3 1 2 16,-1 1 6-16,-1 0 1 0,1-2-2 0,-1 2 0 16,1-1 0-16,0 0-7 0,3-3-2 0,0 2-5 15,2-1 1-15,-2-1 0 0,10-3 13 0,-12 5 12 16,12-5 6-16,-7 5-21 0,7-5 12 0,0 0-18 16,0 0 8-16,4 5-20 0,-4-5 15 0,12 0-1 15,-12 0-10-15,18-4-1 0,-7 3-3 0,0-2 2 16,-1 1-5-16,-1-1 3 0,1 2 1 0,-10 1-7 15,16-3 0-15,-16 3 2 0,11-2-5 0,-11 2-1 16,0 0-1-16,0 0-8 0,0 0-13 0,0 0-30 16,0 0-40-16,-22 1-68 0,6 2-107 0,-5-1-98 15,-3 1-91-15,-3-1-149 0,-1 0-458 0,0 1-684 16</inkml:trace>
  <inkml:trace contextRef="#ctx0" brushRef="#br0" timeOffset="-195832.22">21287 5154 30 0,'-39'-5'376'16,"-1"2"-121"-16,-10 0-53 0,2 0-48 0,-2 2-20 0,-1-2-40 16,1 1 8-16,-1 0-14 0,1 0 23 15,8 1 16-15,-2 0 13 0,3 0-12 0,2-2-23 0,0 2-3 16,0 1-25-16,7 0-14 0,1 0-14 16,-1 1-12-16,4 1-8 0,1 0-9 0,3 1-2 0,2 2-4 15,1-2-7-15,4-1-9 0,0 2-13 0,3-2-5 16,3 2 7-16,-1-2 0 0,3 2 4 0,9-4 2 15,-14 3 2-15,14-3 9 0,-8 5-4 0,8-5 8 16,0 0 6-16,-2 6 5 0,2-6 10 0,0 0 5 16,8 7 8-16,-8-7 31 0,14 0-21 0,-14 0 26 15,20 0-27-15,-5 0 25 0,3-2-24 0,4 0 12 16,4 0 13-16,2 0-1 0,2 0-5 0,7 1 1 16,3 0 8-16,11 0 9 0,0 1 1 0,2 0-6 15,0 1-14-15,4 0-10 0,0 3-3 0,3-1-9 16,0 1-5-16,13 2 1 0,0 1 2 0,2 0 10 15,1 1-8-15,0 0-4 0,1 1-8 0,0 0 0 16,-2 0-5-16,2 1-3 0,0-1-8 0,0 1 1 16,2-2-16-16,1-1 10 0,-2-1-2 0,5 0-3 0,1-1-2 15,-2-1-6-15,3-3 3 0,-2-1-9 16,0-3 9-16,-1 1-2 0,-1-2 7 0,1 1 1 0,-3-2 11 16,0 0-8-16,0-1 9 0,2 0-2 15,-4 1 12-15,3-2 0 0,1 2 1 0,-2 1-7 16,4-3 3-16,2 1-7 0,-1 1-3 0,4-1-5 15,0 1-2-15,3-1-1 0,0 2-1 0,0-2-2 0,-2 0-1 16,3 2-1-16,-1-1-1 0,2 1 0 0,0 0 1 16,-1 1 1-16,0 0 0 0,-2 3-1 15,-1-2 2-15,-2 0-3 0,0 2 1 0,-1 0 3 16,-1 2-3-16,-2 0 0 0,1-2 0 0,-1 1 11 0,-2 2 4 16,1-1-6-16,-3-1 1 0,1 0 3 0,-1 2-8 15,-2-1 9-15,2 1-6 0,1 0 3 0,-2 0-2 16,3 1-3-16,-2 1-1 0,2 0-8 15,-5 0 9-15,2-1-6 0,-2 1 9 0,-2 1-5 0,-3-4 14 16,-8 0-11-16,0-1 11 0,-1 1-8 0,2-4 12 16,1 1-12-16,11-2 15 0,-2 0-24 0,1-1 17 15,-2-1-18-15,-1 1 14 0,-10 1-17 0,2 0 18 16,-3 1-20-16,1 0 15 0,-1 2 0 16,-3 0-3-16,0 0-2 0,1 0 6 0,-3 0 9 15,1 2-22-15,-4 0 26 0,0-1-24 0,-1-1 24 0,-1 2-30 16,-1-1 24-16,-1 1-27 0,-7-1 26 0,0 1-33 15,-4-1 29-15,1 1-26 0,-3-1 28 0,-6 1-29 16,2-1 38-16,-2-1-33 0,0 2 33 0,0-1-35 16,0-1 36-16,-2 0-37 0,-1 2 44 0,1-2-37 15,-5 0 40-15,-2 0-43 0,-1 0 46 16,1-2-47-16,-5 2 44 0,-1 0-48 0,0-1 43 0,-3 1-49 16,0-2 50-16,-12 2-53 0,19 0 48 0,-19 0-44 15,14-1 37-15,-14 1-50 0,14 0 50 0,-14 0-54 16,13 0 50-16,-13 0-51 0,0 0 47 0,13 0-52 15,-13 0 43-15,0 0-54 0,0 0 28 16,15 0-41-16,-15 0 7 0,0 0-34 0,0 0-20 16,0 0-56-16,12 0-81 0,-12 0-108 0,0 0-97 0,0 0-200 15,9-2-506-15,-9 2-765 0</inkml:trace>
  <inkml:trace contextRef="#ctx0" brushRef="#br0" timeOffset="-194626.77">1817 6559 800 0,'-12'-3'735'0,"1"2"-134"0,1-1-130 0,10 2-95 0,-19-3-72 15,19 3-50-15,-16-2-42 0,16 2-25 0,-13-3-10 16,13 3 2-16,0 0 7 0,0 0 13 0,0 0-49 15,14-4 21-15,12-1-25 0,20 1 15 0,13 0-61 16,21-1 5-16,15-1-43 0,11 2-8 0,33 0-9 16,11-1-5-16,3 2-2 0,5-1-45 0,5 2 39 15,-2-2-4-15,0 2-5 0,-6-3-52 0,-7-1 58 16,-6 0-55-16,-9 0 53 0,-26 0-42 0,-6 0 65 16,-8 0-58-16,-3-1 53 0,-11 0-56 0,-5 1 44 15,-17 0-64-15,-5 1 31 0,-6-1-54 0,-12 2-7 0,-7 1-93 16,-3-4-89-16,-11 2-95 0,-6 1-65 15,-7 4 0-15,-8-10-61 0,-10 5-58 0,-13-1-492 0,-14 0-622 16</inkml:trace>
  <inkml:trace contextRef="#ctx0" brushRef="#br0" timeOffset="-194381.42">2277 6632 384 0,'-59'8'690'0,"7"-1"-146"0,3-1-104 0,2 1-85 16,11-1-81-16,3-2-54 0,7 2-38 0,6-1-1 15,7 0 22-15,7 1 6 0,6-6 18 0,9 11-12 16,10-8 7-16,14 1-48 0,17-3-32 0,10-1 0 16,23-5-1-16,13-1-12 0,10-2-12 0,27-4-12 15,2-1-49-15,5 0 48 0,0-1-46 0,2 0 34 16,0-1-56-16,-5 2 50 0,-7-1-61 0,-6 1 66 16,-24 2-34-16,-7 0 34 0,-7 0-65 0,-6 3 43 15,-12 0-68-15,-13 3 31 0,-8-1-73 0,-13 4 4 16,-5-3-108-16,-11 2-71 0,-7-1-109 0,-11 4-121 15,0 0-87-15,-7-5-214 0,-13 4-391 0,-17-1-753 16</inkml:trace>
  <inkml:trace contextRef="#ctx0" brushRef="#br0" timeOffset="-192766.67">1114 10428 984 0,'0'0'879'0,"0"0"-189"0,-8-6-155 0,8 6-107 0,-5-4-77 0,5 4-26 0,0 0-53 0,-5-6 12 16,5 6-47-16,0 0 2 0,0 0-56 0,1-9 3 15,-1 9-46-15,12-6-4 0,-2 3-48 0,7-1 16 16,3 2-21-16,6 1 6 0,3-1-35 0,11 5 7 16,-1-1-25-16,9 4 7 0,-1 2-22 0,-1 2-2 15,-1 2-7-15,-2 2 0 0,-2 0-1 0,-4 3-1 16,-1-1-5-16,-3 3-7 0,-7-3-3 0,-2 2-64 0,-4 0 27 16,-2 2-79-16,-2-2 14 0,-5 1-52 15,-1-2-21-15,-2 2-53 0,-3-2-54 0,-1-3-68 16,-2 0-61-16,0-1-24 0,-1-3-103 0,-2-3-571 15,1-7-729-15</inkml:trace>
  <inkml:trace contextRef="#ctx0" brushRef="#br0" timeOffset="-192583.33">1625 10497 701 0,'0'0'722'0,"-14"6"-154"0,6 1-127 15,1 3-94-15,-1 2-36 0,-2 6-21 0,1 2-16 16,0 0-29-16,0 3-32 0,0 1-29 0,3 1-44 15,-2 1-20-15,0-2-36 0,2 0-4 0,1 2-28 16,1-1 3-16,0 0-28 0,2 2-23 0,-1-4-85 16,2 1-106-16,-2-3-143 0,3 0-77 0,3-2-144 15,-3-1-478-15,1-2-643 0</inkml:trace>
  <inkml:trace contextRef="#ctx0" brushRef="#br0" timeOffset="-190200.31">3589 10567 555 0,'0'0'847'0,"-8"-5"-173"0,8 5-103 0,-3-12-118 0,3 4-91 0,0-3-55 0,4 0-9 15,0-3-42-15,3 1-44 0,-2-1-10 0,3 1-36 16,1 0-1-16,2 0-65 0,2 2 9 16,4-1-50-16,2 4 26 0,3 2-37 0,2 3 59 0,4 3-54 15,7 3 38-15,-1 3-63 0,3 5-1 0,3 1-2 16,-2 5 4-16,1 0-15 0,-4 2 3 0,0 2-20 15,-3-1-2-15,-3 5-8 0,-2-2-2 16,-3 2-30-16,-3-6-32 0,-6 0-38 0,0-2-35 0,-3 0-65 16,-4-4-60-16,-2-1-42 0,0-2-62 0,-3-4-61 15,-3-6-60-15,-3 7-70 0,3-7-294 0,-10-5-412 16</inkml:trace>
  <inkml:trace contextRef="#ctx0" brushRef="#br0" timeOffset="-190050.04">4038 10538 27 0,'-13'-10'743'16,"1"3"-163"-16,0 2-88 0,4 4-69 0,8 1-49 15,-19 4-42-15,10 2-25 0,3 4-23 0,-2 4-8 16,3 2-17-16,1 6-20 0,2 3 7 0,2 0-55 16,0 3-29-16,2 3-14 0,2 1-28 0,1 2-21 15,-1-3-25-15,2-2-12 0,1 0-15 0,-1-5-26 16,1-2-50-16,-1-3-81 0,0-3-87 0,2-3-113 0,-2-2-114 16,1-3-167-16,0-5-621 0,-7-3-820 0</inkml:trace>
  <inkml:trace contextRef="#ctx0" brushRef="#br0" timeOffset="-189799.24">4295 9926 1522 0,'0'0'894'0,"0"0"-221"0,0 0-139 0,0 0-108 16,0 0-79-16,4 8-66 0,-4-8 3 0,5 10-29 15,-4-3 3-15,3 1-15 0,0 3-16 0,1 2 18 16,3 7-47-16,-1 1-43 0,2 6 11 0,-1 4-67 15,5 7 16-15,-3 0-59 0,3 3 26 0,1-3-50 16,1 1-4-16,2-2 6 0,2-1 0 0,-1-3-6 16,2-2-21-16,1-2 27 0,-2-6-30 0,1-3 25 15,1-4-36-15,0-1 7 0,0-5-61 0,-1-2-26 16,1-4-98-16,-1-3-66 0,-2-2-71 0,1-5-132 16,2-2-130-16,-6-3-54 0,-1-2-116 0,-2-3-492 15,-5-2-854-15</inkml:trace>
  <inkml:trace contextRef="#ctx0" brushRef="#br0" timeOffset="-189633.33">4447 10335 418 0,'-13'0'843'15,"3"2"-183"-15,10-2-131 0,-18 0-122 0,18 0-75 0,0 0-43 16,-9-3-19-16,9 3-27 0,12-8-33 16,2 0-37-16,5-2-31 0,14-6-33 0,8-4-18 0,9-5-25 15,3-3-8-15,5 2-42 0,-2-5-80 0,-2 0-102 16,0 1-103-16,-5 1-85 0,-4 0-125 0,-9 4-135 15,-4-1-299-15,-4 1-483 0</inkml:trace>
  <inkml:trace contextRef="#ctx0" brushRef="#br0" timeOffset="-189248.9">4962 9687 86 0,'-28'-13'683'0,"-4"-5"-165"0,-5 0-106 0,-3 4-80 15,-2-3-29-15,-4 6-43 0,-5-2-17 0,-1 4 21 0,-2-1 12 16,-2 2-17-16,-3 2-16 0,-1 3-14 0,-3 3-5 15,2 3-26-15,-11 5-9 0,2 6-31 0,4 5 8 16,0 8-54-16,4 4 25 0,3 9-44 0,4 9 3 16,-1 20-4-16,2 7 75 0,11 8-51 0,7 5 27 15,12-12-6-15,6 6 25 0,9 4-23 0,0 3-3 16,9 1 28-16,5-1-61 0,10-4 51 0,6-2-44 16,12 11-4-16,6-13 8 0,1-16-17 0,16 4-26 0,-5-18 24 15,6-4-52-15,4-5-4 0,7-6-10 16,5-5 34-16,7-11-44 0,6-6-3 0,2-9-3 15,3-8 0-15,1-7-1 0,1-8 5 0,18-12 57 16,-6-7-29-16,-2-10 48 0,-5-5-55 0,-9-8 48 16,-5-8-82-16,-8-2-4 0,-11-6 0 0,-6-8 0 15,-12-3 0-15,-9-3 0 0,-13 8-20 0,-10 0-63 16,-10 1 17-16,-7 0-45 0,-11 3 19 0,-11 3-15 16,-7 4 18-16,-9 6 4 0,-10 6 47 0,-3 6-40 0,-9 8 8 15,-4 5 34-15,-4 8-52 0,-7 6 24 16,-2 7-66-16,-3 7-9 0,-1 6-82 0,2 3 6 15,1 6-79-15,7 4-82 0,1 5-88 0,6 4-67 0,5 2-83 16,6 6-711-16,4 2-929 0</inkml:trace>
  <inkml:trace contextRef="#ctx0" brushRef="#br0" timeOffset="-188865.1">2198 10572 464 0,'-18'-2'507'0,"0"-1"-134"0,2-1-70 0,3 2-78 16,0 0-30-16,-1 1-58 0,3-2-7 0,1 1-20 0,10 2 38 15,-15-2 19-15,15 2 16 0,0 0 17 16,-9 4 3-16,9-4 2 0,8 4-26 0,-1 1 8 16,7 3-8-16,7 1 0 0,3 4-24 0,6 1 10 15,4 3-36-15,4 1-3 0,3-1-31 0,3 1 4 0,2 0-23 16,7 4 17-16,-5-6-41 0,9 3 20 16,-6-6-38-16,-1 2 32 0,4-6-43 0,1 1 32 15,0-4-42-15,0 0 35 0,-3-3-47 0,2 0 37 16,-7-2-44-16,-4 0-2 0,-4-1-24 0,-7 0-38 0,-4-1-48 15,-5 0-101-15,-5 0-121 0,-3-1-47 0,-5-1-98 16,-10 3-67-16,8-5-508 0,-8 5-676 0</inkml:trace>
  <inkml:trace contextRef="#ctx0" brushRef="#br0" timeOffset="-188632.41">2894 10686 585 0,'-15'-11'536'0,"5"3"-85"0,-1-2-80 15,5 4-68-15,1-2-52 0,4 2-30 0,1 6-21 16,1-12-6-16,4 8-2 0,-5 4-9 0,13-5 0 15,-13 5-4-15,18 0-4 0,-8 2 1 0,4 4-14 16,3-1 6-16,2 3-17 0,-1 5-6 0,5 0-12 16,-3 5-27-16,1 1 26 0,-1 3-25 0,4 5 31 15,-4-2-63-15,-5 2 41 0,-1 4-28 0,-1-4 44 16,-4 5-65-16,-4-1 57 0,-1 3-50 0,-4 0 30 16,-4 1-57-16,-4 4 30 0,-2-2-48 0,-4 2-5 15,-2-3-8-15,-3 0-32 0,0-4-29 0,-3-3-76 16,2 1-91-16,1-11-165 0,-1 0-195 0,3-7-321 15,0-1-432-15,2-7-928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08:17.034"/>
    </inkml:context>
    <inkml:brush xml:id="br0">
      <inkml:brushProperty name="width" value="0.05292" units="cm"/>
      <inkml:brushProperty name="height" value="0.05292" units="cm"/>
      <inkml:brushProperty name="color" value="#FF0000"/>
    </inkml:brush>
  </inkml:definitions>
  <inkml:trace contextRef="#ctx0" brushRef="#br0">16975 6640 227 0,'0'-17'702'0,"-1"3"-93"15,0 3-89-15,-2-1-85 0,3 3-97 0,-1-1-76 16,1 4-46-16,0 6-21 0,0-8 32 0,0 8-11 15,2 6-4-15,2 1-12 0,0 6-31 0,4 1-28 16,1 6-8-16,0 1-40 0,3 6-1 0,2 6-28 16,3 2 4-16,-4-1-26 0,2 3 8 0,3-1-16 15,-3 1-10-15,1-1-5 0,-1 0-12 0,-1-1-13 16,-2-5-20-16,-1-2-40 0,-2-1-50 0,3-3-71 16,-5-4-79-16,2-2-79 0,-4-4-44 0,2-5-79 15,-1 0-129-15,-6-9-292 0,8 4-450 0</inkml:trace>
  <inkml:trace contextRef="#ctx0" brushRef="#br0" timeOffset="251.31">17060 6651 193 0,'-21'-38'681'0,"6"0"-189"0,0 5-80 16,6 4-104-16,2 6-45 0,3 1-62 0,4 4-2 16,3 2-22-16,2 0 9 0,3 3-9 0,4 3 19 0,2 1 12 15,6 4-5-15,0 3-4 0,6 2-21 0,2 6-12 16,4 1-43-16,-2 4-16 0,0 2-24 15,2 3-12-15,-7 2-21 0,-2 0 0 0,-3 3-20 16,-3-1-2-16,-4 3-5 0,-3-1 1 0,-6 1-1 0,-4-3 9 16,-4 4-17-16,-6 2 13 0,-1 0-23 15,-8 3 19-15,-3-3-15 0,-3-1 9 0,1-9-15 16,1 0 10-16,-2-4-13 0,3-5-7 0,-1-2-50 0,3-3-20 16,0-3-77-16,4-3-63 0,0-5-60 0,5 0-77 15,1-7-128-15,3-3-138 0,6-5-306 16,5-2-500-16</inkml:trace>
  <inkml:trace contextRef="#ctx0" brushRef="#br0" timeOffset="518.32">17929 6155 878 0,'12'-5'619'0,"-12"5"-128"0,4-6-86 0,-4 6-59 15,-10 4-18-15,1 0-13 0,-10 4-4 0,-3 5-29 16,-3 4-27-16,-7 4-10 0,-3 4-8 0,3 2-28 15,0 2-39-15,0 2-27 0,4 2-3 0,5 0-14 16,0 2-17-16,6 0 34 0,6 1-1 0,2-3-28 0,5-2 33 16,6-4-44-16,1 6 0 0,6-2 14 15,7 4-46-15,2-4 16 0,6 1-48 0,1-5 20 16,6-2-59-16,0-3 6 0,3-2-66 0,2-6-19 16,4-1-87-16,-7-4-44 0,1-3-95 0,1-4-98 15,-6 0-71-15,-1-2-100 0,-1-3-194 0,1-3-394 16,-2-4-776-16</inkml:trace>
  <inkml:trace contextRef="#ctx0" brushRef="#br0" timeOffset="918.11">17998 6369 733 0,'0'0'761'15,"-7"-9"-176"-15,7 9-130 0,0 0-65 0,0 0-9 16,0 0-23-16,4 12-22 0,5-6-37 0,1 5-37 15,3 0-19-15,9 5-28 0,3-2-31 0,7 4-33 16,3-2-22-16,2 2 3 0,0-2-23 0,2 2-10 16,1-2-30-16,-3 0-12 0,-1-1-49 0,2 0-18 0,-10-4-61 15,-2 0-72-15,-3-2-59 0,-1-1-54 16,-4 0-23-16,-2-2-8 0,-5-3-3 0,-3 1 4 16,-8-4 14-16,0 0 27 0,9-3 24 0,-9 3 55 15,-5-12 16-15,-2 4 46 0,-2-4-1 0,-3-5 52 16,-3-3 8-16,-2-2 50 0,-2-6 2 0,-1 0 63 15,-1-1-6-15,5 5 41 0,-1 2 23 0,2 1 24 0,4 5 1 16,-1 0-21-16,3 4-28 0,2 4-20 16,1 2-11-16,6 6 38 0,-10-3 38 0,10 3-6 0,-7 9 16 15,2 2-8-15,3 4-9 0,-2 5-5 0,-3 4-7 16,1 5-6-16,0 0-19 0,-2 1-12 0,-1 3-14 16,-4 2-16-16,3 2-14 0,-2-1-6 15,-4 0-5-15,3-1-12 0,-2-3-1 0,3-2-15 16,1-5-3-16,2-5-13 0,0-1-40 0,1-1-43 0,1-5-77 15,0-1-116-15,3-3-107 0,-1-4-133 0,5-5-161 16,0 0-394-16,0 0-694 0</inkml:trace>
  <inkml:trace contextRef="#ctx0" brushRef="#br0" timeOffset="1251.08">19033 5979 859 0,'23'-2'878'0,"-5"-1"-175"0,-2 3-159 16,-3 0-94-16,-1 1-71 0,-3 3-57 0,-3-1-37 16,-6-3-61-16,5 10-43 0,-5-3-24 0,-2 1-25 15,-5 3-18-15,2 0-17 0,-4 1-19 0,-4 4-16 16,0-1-5-16,-2 5-13 0,-2-1-8 0,0 4-4 16,-1-3 10-16,0 4-13 0,0-4-1 0,5 1-3 15,0-4-3-15,1 2 3 0,0-3-7 0,6-1 8 16,-2-1-3-16,6 0-1 0,0-4 5 0,2 2 1 0,4-1 3 15,6-1 0-15,2-1-2 0,4-3-9 16,4 0 1-16,3 1-6 0,2-4-1 0,2 1-5 16,2-4 2-16,-2 2-3 0,5-2 7 0,-2 0-10 15,0-2 1-15,1 2 2 0,0-1-4 0,-2-2-2 16,-1 1-6-16,0 2-29 0,-6 0-45 0,-2-1-55 16,-2 0-80-16,-1-1-71 0,-4 2-95 0,-1-1-99 15,-12 1-141-15,13-2-630 0,-13 2-858 0</inkml:trace>
  <inkml:trace contextRef="#ctx0" brushRef="#br0" timeOffset="1933.3">20170 5950 674 0,'0'0'659'0,"0"0"-101"0,-6-3-63 0,6 3-56 16,-15-5-46-16,7-1-19 0,-1 4-38 0,-1-4-4 0,-2 1-57 16,3-1-34-16,-1 2-24 0,1-2-5 0,1 0 5 15,3 0-66-15,-2-1 22 0,2 0-72 16,3-1 29-16,2 2-65 0,2-2 31 0,1 1-56 0,5-2 33 16,0 2-53-16,1 3 38 0,3 0-56 0,0 1 41 15,-2 1-50-15,4 4 43 0,0 2-49 0,0 2 7 16,-1 1 4-16,-1 3 1 0,-1 2 1 0,-2 5 4 15,-1 0-2-15,-2 4-19 0,-5 2 28 16,-1 1 0-16,-2 1-2 0,-6 4 2 0,2-1 4 0,-3 2 3 16,-1-5-4-16,1 0 1 0,0-4 6 0,0-3 12 15,1 0-9-15,0-5 3 0,3-1 25 0,0 0 21 16,1-3 28-16,-1-1 25 0,3 0 15 0,2-8-15 16,-2 8-19-16,2-8-16 0,0 0-18 0,20-2-15 15,-4-3-16-15,2-1-4 0,6-2-39 0,4-3 28 16,3 1-36-16,6-2 23 0,2 0-41 0,-2 1-13 15,1-2-90-15,-6 2-22 0,-2 1-92 0,1 2-59 16,-3-1-70-16,-5 1-128 0,-1 2-85 0,-3 0-117 16,-3 0-751-16,-4 2-1070 0</inkml:trace>
  <inkml:trace contextRef="#ctx0" brushRef="#br0" timeOffset="2408.61">20624 5634 656 0,'-3'-12'784'0,"3"0"-136"0,-3 5-134 0,3-3-115 0,-2 5-80 0,2 5-55 0,7-9 3 0,-7 9-1 15,16-1-14-15,-2 4-6 0,7 5-58 0,6 2 15 16,7 6-64-16,3 5 18 0,0 4-69 16,7 6 27-16,-2 2-67 0,-1 3-6 0,-4 1-3 0,-8-3-9 15,-1 1-10-15,-3 1 17 0,-5-1-20 0,-3 2 4 16,-3 1-3-16,-5 0-4 0,-6-4-5 16,-4-2-6-16,-3 3-4 0,-4 3-12 0,-5-2-8 0,-4-2-8 15,-1-2-20-15,-2-3-21 0,1-6-17 0,3-1-51 16,0-7-73-16,3-1-82 0,1-3-85 0,2-3-76 15,4-3-116-15,6-5-520 0,0 0-708 0</inkml:trace>
  <inkml:trace contextRef="#ctx0" brushRef="#br0" timeOffset="2654.6">21986 5861 1297 0,'0'0'909'0,"0"0"-211"0,0 0-139 0,0 0-110 15,0 0-88-15,-9-1-79 0,9 1-46 0,0 0-21 16,9-7-84-16,-2 2-23 0,4-1-23 0,6-1-18 16,6 0 22-16,6-4-56 0,4 5 26 0,10-5-82 15,1 3-63-15,0-2-95 0,-1 4-100 0,-3-1-78 0,-4 2-40 16,-4 1-89-16,-6 3-89 0,-3 1-418 15,-10 0-593-15</inkml:trace>
  <inkml:trace contextRef="#ctx0" brushRef="#br0" timeOffset="2817.12">22009 6103 1043 0,'-9'8'908'0,"6"-2"-210"0,3-6-159 15,-2 10-110-15,2-10-94 0,14 4-57 0,-2-4-59 16,7-1-50-16,5-1-32 0,4-2-31 0,11-1-20 15,4-3-19-15,4 2-15 0,1-2-7 16,0-1-59-16,-2 0-138 0,0 2-142 0,-4-4-165 0,-6 4-254 16,-4-1-374-16,-5 0-704 0</inkml:trace>
  <inkml:trace contextRef="#ctx0" brushRef="#br0" timeOffset="3767.73">23726 5692 390 0,'0'-6'727'15,"0"6"-125"-15,0-13-114 0,0 13-115 0,0-7-71 16,0 7-42-16,0 0-31 0,0 0-25 0,0 14-17 16,2-5 5-16,2 7-2 0,-2 2-17 0,4 5-37 0,1 6 21 15,4 0-27-15,3 9-14 0,1 2-7 16,4 0-31-16,2 2-15 0,2 7 4 0,2-2-28 16,-1 0 0-16,-2-6-25 0,-1-3-14 0,-2-1-53 15,0 0-65-15,-4-5-110 0,-2-5-107 0,-3-2-58 0,-3-3-103 16,-3-7-102-16,-2-4-355 0,-2-3-537 0</inkml:trace>
  <inkml:trace contextRef="#ctx0" brushRef="#br0" timeOffset="4001.41">23741 5926 200 0,'-8'-42'628'0,"6"7"-146"0,2 5-122 16,2-1-85-16,5 2-40 0,4 2-45 0,3 1-23 15,6 5 3-15,6-1 3 0,2 4 8 0,6 1 20 16,-2 6 8-16,1 4-6 0,3 3-20 0,2 1-32 15,-2 4-32-15,-1 4-20 0,-1 0-19 0,-2 4-17 16,-4 0-13-16,-4 4-2 0,-6-2 0 0,-3 2-4 16,-6 2-7-16,-5-2-5 0,-3 0-10 0,-4 2-2 15,-6 3-4-15,-8 3-1 0,-7 1-6 0,-6 3-3 16,0-2 0-16,-2-1-3 0,-2 0-17 0,4-3-39 16,0 0-64-16,5-3-77 0,1-1-74 0,6-2-65 15,4-3-71-15,3-1-94 0,5-3-396 0,6-6-455 16</inkml:trace>
  <inkml:trace contextRef="#ctx0" brushRef="#br0" timeOffset="4234.58">24852 5492 705 0,'0'0'623'15,"-21"3"-98"-15,6 5-43 0,-8 3-68 0,-8 7-20 0,-2 3-30 16,-2 3 3-16,-2 3-75 0,-5 4-37 15,1 1-43-15,3 4-31 0,6-5 2 0,2 1-50 16,6 2 0-16,3 1-15 0,5 1 2 0,6 2-2 0,8-8 2 16,4 4-14-16,6-2-11 0,6 4-15 0,5-1-18 15,1-4-11-15,7-2-27 0,1-2-35 16,4-4-55-16,3-3-59 0,4-4-71 0,-2-3-91 0,3-3-99 16,-5-5-74-16,-1-1-113 0,-3-4-709 0,-2-4-888 15</inkml:trace>
  <inkml:trace contextRef="#ctx0" brushRef="#br0" timeOffset="4650.74">24816 5675 1008 0,'0'0'707'0,"-13"-2"-155"0,13 2-132 0,0 0-86 15,-2 9-53-15,7-3-6 0,5 3-14 0,4 1-5 16,6 4-21-16,6 1-34 0,8 3-38 0,2 0-13 15,4 2-46-15,2-1 7 0,-1 4-45 0,-1-4-17 16,-2 2-16-16,-3-2-28 0,-1 1-39 0,-9-5-60 16,-3 1-48-16,-3-4-21 0,-3-1-2 0,-4-1-11 15,-3-3-33-15,-3-2-31 0,-6-5-13 0,1 8-15 16,-1-8 8-16,0 0 29 0,-14-2 29 0,6-4 41 16,-3 1 32-16,-1-6 25 0,-2-1 22 0,1-2 25 15,0-2 24-15,-1 0 47 0,0-2 3 0,0 0 28 16,3-1 15-16,-1 0 6 0,2 0 12 0,2 4 19 15,1 2 15-15,-2 0 18 0,4 1-7 0,-1 2-25 16,3 2-17-16,-1 2-8 0,4 6 35 0,-7-4 46 16,7 4 16-16,-6 7 0 0,2 2-9 0,-1 3-12 15,1 3-23-15,-2 5-14 0,-1 1-22 0,-3 6-8 16,1 0 2-16,0 3-4 0,-2-1-13 0,-1 0 0 16,-2 6-28-16,3-8-3 0,-1 3-12 0,1-3-15 15,2-2-99-15,1-4-131 0,2-3-127 0,1-2-101 16,2-4-148-16,2-5-410 0,1-7-610 0</inkml:trace>
  <inkml:trace contextRef="#ctx0" brushRef="#br0" timeOffset="4867.6">25558 5699 804 0,'0'0'858'0,"0"0"-173"0,0 0-163 0,0 0-90 0,0 0-51 15,0 0-39-15,4 4-55 0,-4-4-14 16,13-1-72-16,-2-3-14 0,4 0-66 0,4-1 0 0,5 1-47 16,5-2 12-16,4-1-46 0,3 1 41 0,-1-1-85 15,-1 1-40-15,2-2-82 0,-4 2-74 0,-5 1-68 16,-3-1-50-16,-1 1-36 0,-7 2-48 0,-4-1-73 16,-3 2-106-16,-9 2-277 0,0 0-406 0</inkml:trace>
  <inkml:trace contextRef="#ctx0" brushRef="#br0" timeOffset="5017.66">25623 5877 745 0,'-7'11'707'0,"2"-4"-151"0,1-1-94 0,4-6-79 15,2 8-63-15,-2-8-40 0,13 5-47 0,-1-5-36 16,4-1-41-16,2-3-26 0,8 1-24 0,6-5-24 16,5 1-19-16,4-2-31 0,2-2-82 0,-1 0-114 15,2 0-93-15,-3-2-48 0,1-1-68 0,-4-2-66 16,-3-1-461-16,-1 0-463 0</inkml:trace>
  <inkml:trace contextRef="#ctx0" brushRef="#br0" timeOffset="5284.12">26324 5580 86 0,'2'-10'697'0,"-2"-1"-179"0,-2 4-84 0,-1-1-42 15,3 8-25-15,-9-8-28 0,9 8-7 0,-11 2-10 16,4 2-24-16,0 4-5 0,-2 2-39 0,1 1-46 16,-1 3-34-16,5-1-22 0,-2 4 2 0,4 0-35 15,0 1 44-15,4-1-54 0,1 2 35 0,5 0-60 16,0-1 35-16,3-1-55 0,0-1-1 0,4-3-7 15,1-1 46-15,1-1-55 0,-1-6 32 0,1 1-55 16,2-2 42-16,-3-2-56 0,0-2 47 0,-3-5-51 0,2 1 37 16,-2-4-51-16,-1-2 42 0,-3 0-8 0,-3-3-3 15,-2-4-8-15,-3 0-41 0,-2-1 45 16,-3 0-46-16,-4-2 44 0,-1 1-42 0,-6-3 44 16,-2 3-45-16,-4 0 47 0,0 3-46 0,-3 2 43 0,2 6-50 15,-1 0 33-15,0 3-86 0,4 4-33 16,-1 2-91-16,-1 2-99 0,3 3-129 0,2 0-75 15,3 1-77-15,0 4-137 0,4-2-340 0,7 1-682 16</inkml:trace>
  <inkml:trace contextRef="#ctx0" brushRef="#br0" timeOffset="5549.9">26863 5384 936 0,'10'-11'852'0,"-1"1"-185"0,0 0-153 16,4 4-109-16,0 1-68 0,5 2-22 0,0 4-27 16,7 4-52-16,3 3-28 0,3 3-15 0,2 7-24 15,2 3 40-15,-1 3-53 0,0 5 14 0,-1-1-36 16,-4 5-26-16,4 6-18 0,-6-4-18 0,-4 2-13 16,-1-1-58-16,-4 0 47 0,-4 2-53 0,-3-4 2 15,-4-3 0-15,-5-4 0 0,-2-1-10 0,-4 2-9 16,-2-1-28-16,-4 1-31 0,-4-3-26 0,0-3-38 15,-3-2-60-15,-1-2-94 0,2-2-80 0,0-5-71 16,2-3-149-16,5-4-598 0,9-4-808 0</inkml:trace>
  <inkml:trace contextRef="#ctx0" brushRef="#br0" timeOffset="5766.84">27742 5694 908 0,'0'0'850'16,"0"0"-180"-16,0 0-153 0,0 0-78 0,0 0-61 16,9-3-41-16,-9 3-34 0,12-3-43 0,-1 1-66 15,4 0 0-15,4 0-68 0,5 0 9 0,4-1-67 16,5-1 22-16,4 3-17 0,2-2-16 0,0 0-10 0,7-2-24 16,0 1-33-16,-1 0-36 0,-7-1-34 0,-4-1-52 15,-2-1-64-15,-6 3-101 0,-3-4-107 16,-10 1-134-16,0 0-155 0,-7-4-329 0,-4 3-628 15</inkml:trace>
  <inkml:trace contextRef="#ctx0" brushRef="#br0" timeOffset="5950.81">27911 5344 34 0,'-9'-3'864'0,"9"3"-225"16,-10 4-79-16,9 2-66 0,1 6-40 0,3 3-40 15,4 6-20-15,1 5-17 0,2 5-90 0,1-2 2 16,1 8-73-16,2 0 19 0,-1 0-74 0,2 1 9 15,-1-2-76-15,1 1 31 0,-2 1-67 0,1-2-12 16,0-1-16-16,-2-2-74 0,-1-7-78 0,1 2-113 16,-1-5-134-16,-2-4-83 0,-1-1-161 0,1-4-688 15,0-3-903-15</inkml:trace>
  <inkml:trace contextRef="#ctx0" brushRef="#br0" timeOffset="6367.66">28532 5436 855 0,'7'-9'725'16,"-2"3"-103"-16,-5 6-74 0,14 3-50 0,-4 5-45 0,0 7-37 15,3 3-74-15,2 6-58 0,2 7-51 16,0 1-18-16,-1 2-28 0,0 2-29 0,-2-2-31 16,1 2-69-16,-5-1 36 0,2-3-62 0,-5-5-8 0,1 1-5 15,-3-6-11-15,-2 1-9 0,-1-7 1 16,2 0-3-16,-3-4-1 0,-2-1 1 0,0-5-6 0,-4 0-12 15,5-6-17-15,-12 2 35 0,6-8-37 0,-6-2 37 16,1-5-32-16,-2-3 42 0,-4-5-21 0,3-5 7 16,-2-6 0-16,3-2-4 0,0-2 7 0,4-2 5 15,5 4 20-15,-1-2-39 0,5 1 58 16,1 2-36-16,5-1 44 0,1 3-49 0,2 1 32 0,4 4-39 16,1 1 44-16,1 3-53 0,1 8 50 0,2 2-47 15,-2 0 40-15,5 6-49 0,-5 2 3 0,2 2 25 16,-4 2 15-16,3 3-56 0,-3 0 38 0,-3 3-46 15,-2 1 36-15,0-1-34 0,-6 3 43 0,-2 0-36 16,-3 0 35-16,-5 1-26 0,-2 0 29 0,-6 3-3 16,-6-1-4-16,-3-2-12 0,-4 2-3 15,-1-2-15-15,-2 0-24 0,9-3-56 0,-3-1-58 16,4 0-67-16,5-2-55 0,0 1-60 0,5-3-49 16,11-2-88-16,-13-2-57 0,13 2-373 0,4-8-492 0</inkml:trace>
  <inkml:trace contextRef="#ctx0" brushRef="#br0" timeOffset="6589.86">29217 5092 174 0,'18'-19'745'0,"-1"6"-122"15,-4 0-72-15,-3 1-77 0,-3 3-55 0,-1-1-47 16,-6 10-20-16,1-9-33 0,-1 9-7 0,0 0-57 16,-17 0-12-16,8 7-25 0,-2 3-32 0,-6 4-29 15,3 4-6-15,-4 4-20 0,3 3-57 16,0 8 34-16,2-1-61 0,1 4 31 0,3-4-15 0,4 2-13 15,3 0-10-15,2-2-7 0,1 2-5 0,3-1 1 16,2-1-3-16,4-2-9 0,1 0-19 0,0-3-21 16,7-1-53-16,-1-3-79 0,4-3-64 0,0-2-74 15,-1-1-77-15,-1-5-56 0,0-2-70 16,-2-5-104-16,2-2-533 0,-5-3-748 0</inkml:trace>
  <inkml:trace contextRef="#ctx0" brushRef="#br0" timeOffset="6966.84">29459 5159 37 0,'0'0'876'0,"-5"-10"-244"15,5 10-144-15,-3-7-101 0,3 7-66 0,0 0 16 16,0 0 24-16,0 0-28 0,19 5-10 0,-10 0-38 16,3 2-56-16,0 2-62 0,6 4-14 0,3 3-45 15,2 1 2-15,4 4-46 0,-1 0 11 16,1 1-46-16,0-2-14 0,-4-1-46 0,-1-2-72 0,-2-1-78 15,-4-3-72-15,0-3-53 0,-3 1-22 0,-1-4-16 16,0-3-50-16,-3-1-29 0,-9-3-22 0,14-4 9 16,-7-1 53-16,-1-2 135 0,-3-2 139 0,2-1 116 15,-3-5 85-15,1 1 90 0,-2-3 11 16,2 1 26-16,-3 0 38 0,0 2 22 0,-3-3 20 0,3 2-3 16,0 2-17-16,-1 1-14 0,0 1-34 0,1 2-19 15,-2 0-35-15,2 9-16 0,-5-7-13 0,5 7-21 16,-9 0-11-16,2 6-16 0,-5 1-20 0,1 3 18 15,-3 6-44-15,0 5 30 0,-4 2-37 0,-2 6 18 16,1-1-13-16,-1 2-9 0,1 0-10 0,0-3-5 16,4-2-9-16,-1-1-32 0,4 0-60 0,0-5-77 15,1-2-84-15,2-1-108 0,2-4-79 0,-1 1-74 16,3-3-99-16,2-4-425 0,3-6-628 0</inkml:trace>
  <inkml:trace contextRef="#ctx0" brushRef="#br0" timeOffset="7184.34">30150 5178 734 0,'0'0'932'0,"7"-10"-209"0,-7 10-154 0,7-8-117 0,0 5-70 16,0-3-64-16,2 1-11 0,5-1-66 0,2 0-44 15,5 0-32-15,1 0-30 0,1 0-34 0,4 0-15 16,1 2-21-16,0 0-8 0,0 0-15 0,-1 1-28 15,-1 0-37-15,-1 2-64 0,-4-2-53 0,-1 1-91 16,-3 1-103-16,-2 1-83 0,-3-1-110 0,-12 1-82 16,14 2-376-16,-14-2-581 0</inkml:trace>
  <inkml:trace contextRef="#ctx0" brushRef="#br0" timeOffset="7350.16">30228 5350 303 0,'0'0'744'15,"0"0"-193"-15,5 6-120 0,-5-6-76 0,18 0-64 0,-4-2-33 16,3-1-23-16,2 0-21 0,5-1-26 0,-1-2-37 16,2 2-29-16,1-2-25 0,5-1-20 0,0 0-37 15,1 2-85-15,-2-5-92 0,0 2-89 0,-1-1-85 16,-1-1-154-16,-4-2-438 0,0-1-466 0</inkml:trace>
  <inkml:trace contextRef="#ctx0" brushRef="#br0" timeOffset="7584.16">30961 4803 530 0,'0'0'852'0,"-11"-2"-159"0,11 2-117 16,-9-3-77-16,9 3-66 0,-10 3-20 0,6 2-73 15,0 0-32-15,2 6-56 0,1 1-5 0,2 3-54 16,3 4-10-16,1 5-51 0,6 6-8 0,3 4-43 15,3 2 7-15,1 1-37 0,2 1-4 0,1 1-11 16,-2 0-28-16,1-2-71 0,-3-2-95 0,0 0-134 16,-2-2-155-16,-4-5-98 0,-2-3-127 0,-1-4-561 15,-2-2-842-15</inkml:trace>
  <inkml:trace contextRef="#ctx0" brushRef="#br0" timeOffset="7800.19">31247 4711 637 0,'5'-15'660'0,"1"3"-129"15,3 4-40-15,4 4-48 0,0 4-25 0,6 5 4 0,1 4-36 16,7 6-39-16,1 7-94 0,2 3-17 0,-2 5-45 16,0 3 20-16,3 12-63 0,-5 2 0 0,0 3-47 15,-7 3 9-15,-2 5-36 0,-6 1 1 0,-7-4-25 16,-3 1 9-16,-3-1-23 0,-6 7 17 0,-3-2-36 15,-6-1-18-15,-3-4-70 0,-4-3-53 0,-4-6-96 16,-7-2-148-16,-5-4-136 0,-1-4-92 0,-7-3-740 16,0-6-940-16</inkml:trace>
  <inkml:trace contextRef="#ctx0" brushRef="#br0" timeOffset="19584.14">16101 8122 275 0,'0'0'347'0,"12"-3"-58"0,-12 3-29 0,10-3-42 0,-10 3-5 15,6-5-39-15,-6 5-7 0,7-5-32 0,-7 5 5 0,3-5-35 16,-3 5 13-16,3-4-36 0,-3 4 12 0,0 0-37 16,0-11 16-16,0 11-40 0,0-5 29 15,0 5-32-15,-4-9 21 0,4 9-32 0,-5-9 25 16,5 9-23-16,-6-10 33 0,2 4-33 0,-3 0 19 0,5 0-19 15,-3-1 32-15,-2 1-27 0,2-3 11 0,-2 2-7 16,0 0 22-16,0-4-9 0,-1 2 11 0,-2-1-23 16,1-2 8-16,-3 2-12 0,1-3 15 15,-1 1 3-15,-1-1 8 0,-2 0-5 0,2-2-10 0,-3 2-9 16,0 0 3-16,-3-1-6 0,3-1-2 0,-2 2-5 16,-3-1-3-16,-3-1-1 0,2-1-2 0,-1 2-6 15,-2 1 2-15,-1 0-1 0,-2-2-3 16,2 4-4-16,-3-2 3 0,-2 0 0 0,-1 4-4 0,0-4 4 15,-2 4-8-15,1-1 7 0,-7 1 0 0,6 1-2 16,-7 0-4-16,-1 1 3 0,-2 0 0 0,-1 1 0 16,1-1-1-16,-4 2-1 0,2 1-1 0,-3-3 5 15,1 1 0-15,0 1-2 0,0-2 7 0,-3 2-1 16,3 0 0-16,-1-1 1 0,1 1-1 0,0-1 7 16,1 3 15-16,0 0-4 0,-3-3-7 0,0 3 0 15,0 2-6-15,-2-2-1 0,-2 3-5 0,2 0 1 16,-3 0-5-16,0 0 3 0,-1 0 0 0,-2 0 1 15,4 0-3-15,-2 0-1 0,-1 1 2 0,2 2-5 16,-3-1 4-16,2 0-1 0,2 3 2 0,-1-4-3 16,-1 4 3-16,1-2-4 0,1 1 1 0,-2 3-5 0,1-2 7 15,2-1 0-15,0 3 0 0,1-1-2 16,-1 0 2-16,5 2 0 0,-2-1-5 0,0 0 6 16,4 3-1-16,-1-3 3 0,-1 1-5 0,0 0-3 0,1 2 2 15,-2-1 3-15,-2 2-11 0,2-3 11 0,0 3-3 16,-1-3 1-16,-3 2-3 0,2 1 6 0,3-1-3 15,-3 1 0-15,-1 1-2 0,5 1 4 16,-4-2-2-16,4 3 0 0,-3 0-5 0,1 1 6 0,2-2-5 16,-3 2 3-16,3 1-2 0,-3-1 2 0,3 0 2 15,-2-1-2-15,1 1 2 0,2 0 0 0,-3-2-3 16,6 1-1-16,-2-3 5 0,3 3-3 16,-1-3 3-16,4 0-5 0,1 0 9 0,6 0-1 0,0 0 5 15,1-1 0-15,0 1 2 0,2 2-5 0,2-1 4 16,-2 1-3-16,2-1 0 0,1 2-8 0,-2 1 10 15,0-1-2-15,1-1 33 0,-1 3-3 0,-4 1-2 16,3 1-5-16,-3 0 0 0,0 1-4 0,1 0 5 16,-1 0 13-16,2 2-3 0,-1-2-10 0,0 0-5 15,3 0-4-15,3 0 3 0,-1-3 6 0,4 1-4 16,-3 0-3-16,2-2-4 0,1 2 0 0,1 1 36 0,1-2-18 16,0 3-6-16,2-1-12 0,-1 0 1 15,1 2-1-15,0 0-6 0,0 2 5 0,3 1 7 16,-2 0-5-16,3 1-1 0,-1 1-5 0,0-1-3 15,3 1-2-15,-1 2 0 0,3-2-6 0,-2 2 2 16,5-1 17-16,-1 1 1 0,1-2 7 0,4-2-13 0,-2 1 7 16,2 2-6-16,1-4-13 0,2 2 7 15,0-2 12-15,1 2 6 0,0-1-12 0,4 0 14 0,0-1-8 16,-1 2-4-16,5 3 5 0,0-1-3 16,2 1-4-16,2-1 1 0,1 1-7 0,6 2-1 15,0 0 21-15,2-1-3 0,1 2 0 0,1-4-2 16,4 1-2-16,0-4-5 0,3 1-3 0,1 0-8 0,1-2 28 15,4 0-20-15,4-2 17 0,0-1-15 0,1-1 26 16,4-1-34-16,3-2 25 0,9 1-24 0,4-1 23 16,0-2-19-16,5-1 24 0,-1-2-33 0,2 1 25 15,0-4-33-15,-8-1 31 0,1-2-36 0,0 1 26 16,2-4-25-16,0 2 1 0,1-3 27 0,2 0-28 16,11-1 25-16,0-2-34 0,2 1 34 0,0-4-31 15,0 1 25-15,4-1-29 0,-1-3 34 0,4 0-28 16,-1-3 25-16,7 0-35 0,3-1 35 0,20-5-3 15,-1 1 0-15,1-1 6 0,-2-1 3 0,-17 4-32 16,22-3 44-16,-1 1 21 0,-3 0-7 0,4 1-8 16,-22 3-7-16,-1-1-7 0,0 1-29 0,0 1 32 15,0-1-15-15,-1-3 39 0,0 4-10 0,1-2-8 16,-2-1-5-16,0-1-36 0,1-1 33 0,-5 1-33 16,3-2 28-16,0-1-26 0,14-6 28 0,-14 6-28 15,18-6 48-15,-5 0-31 0,2-2-1 0,-21 7-2 16,0-4-3-16,2 1-5 0,-5 0 8 0,-4 0 23 15,0 1-29-15,-4-2 50 0,-3 1-43 0,-3-1 28 16,-5 1-8-16,-2-1-3 0,-5-1-7 0,-3 0-6 0,-3-2 1 16,-4 0-6-16,-10 2-3 0,-1-2 1 0,-1 2-5 15,-5-5-23-15,-3 0 33 0,0-3-11 0,-6 0 34 16,-1-2-32-16,-4 0 11 0,-3-3 7 0,-1-1-6 16,-5-1 44-16,-3 1-37 0,-1 0 30 0,-5-6-13 15,0-2-8-15,-5-2-9 0,0-1-4 0,-6-8-5 16,-2 0-2-16,-4 4-34 0,-3-1 30 15,-5 4-33-15,-2 1 31 0,-6 4-32 0,-2 6 16 0,-8 1-38 16,-7 6 11-16,-7 3-53 0,-7 4-12 16,-12 8-43-16,-13 6-68 0,-7 3-87 0,-12 7-76 0,-28 7-117 15,-9 9-108-15,-11 7-125 0,-5 11-723 0,-5 5-1062 16</inkml:trace>
  <inkml:trace contextRef="#ctx0" brushRef="#br0" timeOffset="24316.56">5232 9246 697 0,'0'-8'571'0,"-2"1"-68"0,2 7-60 0,-1-11-70 0,1 11-52 0,-1-11-35 16,1 11-35-16,0-6-17 0,0 6-15 0,0 0-2 15,0 0 7-15,0 0-43 0,2 9-19 0,1-1-42 16,1 1 6-16,-2 2-13 0,4 2-24 0,1 1 5 16,-1 1-1-16,2-1-9 0,1-2 17 0,1 4 8 15,2-2 8-15,2-3 9 0,4-1 28 0,2-3 2 16,2-1-2-16,5-4-10 0,6-6-5 0,12-7-29 16,1-4-17-16,11-7-20 0,6-6-40 0,2-3 20 0,7-6-30 15,11-10 17-15,2-2-8 0,1-5-5 0,1 0-11 16,-4-4-2-16,0-2-5 0,-1 1-8 0,-5 1-28 15,-2 1-31-15,-15 13-40 0,-1 3-55 16,-8 3-87-16,-1 5-88 0,-16 8-105 0,-2 2-90 0,-6 7-110 16,-10 3-172-16,-3 4-401 0,-4 2-814 15</inkml:trace>
  <inkml:trace contextRef="#ctx0" brushRef="#br0" timeOffset="26616.8">3763 12047 154 0,'-20'-6'643'0,"-2"2"-134"16,-1 0-87-16,4-1-60 0,1-1-35 0,3 5-59 15,2-2-46-15,1-1-36 0,1 2-35 0,11 2-22 0,-10-3 10 16,10 3 5-16,0 0-3 0,15 0-12 0,4 0-22 15,8 0-19-15,10 2-16 0,8-4-12 0,9 2-7 16,6-1-12-16,4-1-9 0,15-1 1 0,0 0-6 16,4-2 5-16,0 1-14 0,-5 0-8 0,0 1-12 15,-14 1-18-15,-5-1-66 0,-6 2-92 0,-12-1-75 16,-2 2-35-16,-11 2-68 0,-8 1-54 16,-3-1-99-16,-8 1-252 0,-9-3-274 0</inkml:trace>
  <inkml:trace contextRef="#ctx0" brushRef="#br0" timeOffset="26799.49">3923 12178 198 0,'-41'0'690'16,"1"3"-164"-16,3-3-92 0,8 2-88 0,1-2-62 15,6 1-74-15,3 1-30 0,9 1-23 0,10-3 35 16,-7 4 2-16,7-4-13 0,22 7-20 0,2-4-30 16,15 1-23-16,12-3-21 0,9-1-12 0,16-1-16 15,8-3-7-15,4 0-9 0,4-1-7 0,0 1-14 0,-1-3 1 16,-4 1-5-16,-7 1-2 0,-6-2-5 15,-15 4-8-15,-7-1-76 0,-12 1-121 0,-9 1-57 16,-10 2-79-16,-7 0-92 0,-14 0-109 0,8 5-301 16,-8-5-371-16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12:06.390"/>
    </inkml:context>
    <inkml:brush xml:id="br0">
      <inkml:brushProperty name="width" value="0.05292" units="cm"/>
      <inkml:brushProperty name="height" value="0.05292" units="cm"/>
      <inkml:brushProperty name="color" value="#FF0000"/>
    </inkml:brush>
  </inkml:definitions>
  <inkml:trace contextRef="#ctx0" brushRef="#br0">21313 6754 78 0,'8'-4'233'0,"-8"4"-61"15,0 0-18-15,8-3-13 0,-8 3 16 0,0 0 2 0,0 0-4 16,7-4-31-16,-7 4-7 0,0 0-16 16,0 0-12-16,0 0-5 0,0 0 12 0,0 0 12 15,0 0-6-15,0 0 18 0,0 0-19 0,0 0 14 16,0 0-31-16,0 0 20 0,0 0-26 0,0 0 41 16,-3 6 4-16,3-6 15 0,0 0-17 0,0 0 13 15,0 0 13-15,-10-5-15 0,10 5-24 0,-4-6 5 16,4 6-4-16,-6-9-20 0,4 2-7 0,1 0-12 15,1-2-12-15,0 1-13 0,0-2-7 0,3 1-6 0,-1-3-7 16,4 4-2-16,-1-3-11 0,2 3 0 0,1-1-1 16,1 0-2-16,2 3-4 0,0 0-1 15,0 2-3-15,0 0 4 0,1 2 1 0,3 2 3 16,-2 2-2-16,-1 0 5 0,2 3 5 0,-1 1-7 16,-1 1 4-16,0 3-5 0,-2 0 1 0,0 4-2 15,-1-3 3-15,0 4 5 0,0 0 1 0,-4-1 1 0,2 2-2 16,-2-3-1-16,-1 0-7 0,-1-1 4 15,0-1 0-15,2-2 19 0,-4 0 16 0,3-2 28 0,-3 1 14 16,-1-8-10-16,2 8-10 0,-2-8-9 16,0 0 2-16,0 0-9 0,-12-1-9 0,7-4-4 15,1-3-10-15,0-1-4 0,1-3 20 0,0-2-33 16,-1-1 16-16,3-3-29 0,1 1 22 0,0-1-26 16,1 2 18-16,3-1 5 0,1 3-8 0,0 0-2 15,2 0-4-15,0 3 6 0,4 1 11 0,-1 3-5 16,1 1-28-16,-2 4 30 0,4 1-26 0,0 2 31 15,0 3-34-15,2 3 33 0,-2 2-32 0,-2 0 34 16,5 5-33-16,-5-1 0 0,4 2 7 0,-4 0 1 16,1 1-6-16,-3-1 4 0,0 2 0 0,-2-2 1 15,0 0-4-15,-3-2-10 0,1-1-31 0,-2 1-57 0,-2-6-81 16,2 4-104-16,-2-4-109 0,-1-7-72 16,0 11-128-16,0-11-499 0,0 0-712 0</inkml:trace>
  <inkml:trace contextRef="#ctx0" brushRef="#br0" timeOffset="283.45">22059 6472 778 0,'8'-5'595'0,"-4"-1"-94"0,-1 2-44 0,-3 4-53 0,6-7-40 0,-6 7-39 0,2-6-36 0,-2 6-32 0,0 0-25 0,0 0-29 0,-10-1-39 15,10 1-32-15,-13 7-23 0,3-1-24 16,0 2 0-16,-3 1-27 0,0 6 7 0,-1-2 1 0,4 2-26 15,1 0 11-15,-1 2-21 0,3 1 26 0,2-2-34 16,1 0-1-16,2 1-1 0,2 0 4 0,0-1-17 16,2 2 2-16,2 0-2 0,1-2 1 15,3 2-2-15,1-4-1 0,0 3 1 0,1-3-2 16,1-1-3-16,2-1 0 0,1-3 4 0,-1 1-6 16,0-4 1-16,2-2-3 0,1 1 0 0,-2-4-8 0,0-1-73 15,2-1-94-15,0-4-95 0,-1-1-110 0,-1-1-58 16,0-2-102-16,-2 0-576 0,0-2-733 0</inkml:trace>
  <inkml:trace contextRef="#ctx0" brushRef="#br0" timeOffset="783.3">22459 6748 108 0,'0'0'821'0,"0"0"-208"0,-10-4-103 15,10 4-50-15,-8-3-54 0,8 3-55 0,-10-6-35 16,10 6-29-16,-9-7-27 0,9 7-33 0,-5-9-36 16,5 9-43-16,-3-8-11 0,3 8-37 0,3-8-5 15,-3 8-30-15,6-8 6 0,-6 8-32 0,14-4 19 16,-5 1-31-16,-9 3 14 0,20-2-27 0,-8 4 21 16,-1 2-33-16,1-1 26 0,-1 2-27 0,0 2-4 15,-1 1 2-15,0 1 0 0,0 1 0 0,-2 2 6 16,-3 1-4-16,1 0 0 0,-4 1-1 0,2 0 1 15,-3-1 1-15,-1 1 21 0,-1-3-24 0,0 1 20 16,-2-1-28-16,2-1 26 0,-2-1-20 0,1-3 33 16,-2-1-26-16,4-5 34 0,-10 6-30 0,10-6 0 15,-12-6-4-15,8 0 2 0,-1-1 1 0,1-4-3 16,-2-2-4-16,5-3 5 0,1 0 34 0,1-3-45 0,5-3 28 16,1 0-30-16,-1 1 28 0,3 0-32 15,-2 2 28-15,3 1-21 0,-4 4 26 0,1 1-41 16,-2 0 31-16,2 5-30 0,-3 2 31 0,3 2-28 15,-7 4 34-15,0 0-36 0,11 3 34 0,-8 1-32 0,2 5 33 16,-3 0-34-16,1 3 6 0,-1-1 1 16,0 3 4-16,0 0-3 0,1-1 14 0,1 3-10 15,0-3 2-15,-2 0 0 0,4 1 4 0,-2-3 8 16,3-3-4-16,0 1 2 0,1-3 3 0,3-1-6 0,2-2-1 16,1-3-19-16,2 0-46 0,0-5-60 0,2 1-103 15,-1-2-110-15,-2-3-38 0,4-1-95 0,-6-2-103 16,2 2-508-16,-4-3-696 0</inkml:trace>
  <inkml:trace contextRef="#ctx0" brushRef="#br0" timeOffset="1466.98">23308 5864 454 0,'-3'-8'556'0,"3"8"-143"0,-1-8-87 16,1 8-55-16,-1-7-15 0,1 7-6 0,0 0 0 0,-4 5 14 15,4-5 6-15,0 14-20 0,2-3 1 0,0 4-6 16,1 2-48-16,4 5 26 0,3 4-37 0,1 4-14 16,5 6-23-16,-1 0 5 0,3 3-61 0,1-1 16 15,2 3-52-15,-1-2 23 0,1 3-44 0,-1-2 33 16,-1 0-49-16,0 0 35 0,-1-1-46 0,0 0-3 15,1 0 0-15,-3-3-2 0,-1 0-3 0,-3-1-5 16,-1-5-7-16,-2 0-16 0,-1-5-31 0,-3-2-51 16,1-3-78-16,-3-3-93 0,-2-1-81 0,2-5-47 15,-3-1-137-15,-3-4-614 0,3-6-773 0</inkml:trace>
  <inkml:trace contextRef="#ctx0" brushRef="#br0" timeOffset="1733.4">23382 6375 165 0,'-8'-22'672'15,"4"1"-158"-15,3 3-141 0,2 1-49 16,1 0-79-16,5-2-15 0,1 0-37 0,7 3-2 16,1-3 0-16,4 2 17 0,6-1-8 0,-1 3-9 0,3 2-18 15,2 3-34-15,-1 3-25 0,-5 2-18 16,3 3-21-16,-1 5-7 0,-1 1-18 0,-2 3-2 0,-3 2-11 16,-1 4-1-16,-4 2-2 0,0 2-6 15,-3 1-9-15,-4 1 7 0,-1 1-5 0,-6-2-2 0,-1 1-1 16,-3 2 0-16,-5-1 1 0,-1-1-4 0,-3 0-3 15,-3 1 3-15,-3-1-5 0,-2-3 1 16,1-3-4-16,1-2 1 0,-1-2-5 0,-2-1-2 0,6-5-21 16,1 0-61-16,1-3-118 0,0-2-117 15,3-2-83-15,2-4-145 0,3-5-472 0,1-1-625 0</inkml:trace>
  <inkml:trace contextRef="#ctx0" brushRef="#br0" timeOffset="2216.41">23737 5922 120 0,'-4'-8'706'0,"-1"1"-184"0,0-3-114 0,1 2-26 16,-1 0-13-16,3-1-22 0,-2 0-47 0,1-1-55 16,2 0-29-16,2 2-34 0,-1-2-33 0,5 1-28 15,-1 0-23-15,4 2-19 0,3-1-15 0,0 1-10 16,0 4-15-16,3 0-3 0,-1 3-10 0,1 2-3 15,1 1-6-15,1 4-3 0,-4-1 0 0,2 3-4 16,-1 1-1-16,-2 1 2 0,0-2-4 0,-3 5 0 16,-2-1 10-16,-2-3 7 0,-3 2-4 0,-1-1 1 15,0 2-2-15,-2-3 0 0,-2-1-4 0,0 1 4 16,-1-1 7-16,-2-3 4 0,1 2 1 0,0-3 1 16,-1-1-3-16,7-4 3 0,-9 7-6 0,9-7 1 15,0 0-13-15,-12-4 4 0,12 4-12 0,-2-12 4 16,4 4-2-16,0-1-2 0,6-6-2 0,-2 1 0 0,2-3 0 15,2 0-2-15,0 0-4 0,-1 0 6 0,-1 2-4 16,-2 2 0-16,2 0 3 0,-2 2 8 16,-2 1 7-16,1 3 3 0,-3-2 5 0,0 3 4 15,-2 6-5-15,1-6 3 0,-1 6-3 0,0 0-1 16,-7 3-5-16,0 2-2 0,1 3 2 0,-3 0-3 16,3 3-6-16,-2 0-14 0,0 2 15 0,1-1-15 15,0 1 14-15,2-1-20 0,1 1 21 0,0-2-17 16,4 1 16-16,-1-1-17 0,2-1 2 0,1 0-2 0,1-1 5 15,4 1-2-15,3-1 1 0,0-1-6 0,1 0-36 16,4-2-49-16,0 1-56 0,0-3-59 16,4 0-61-16,0 0-45 0,0 0-71 0,0-1-76 15,0 0-89-15,2 0-339 0,0-2-450 0</inkml:trace>
  <inkml:trace contextRef="#ctx0" brushRef="#br0" timeOffset="2816.44">24664 6178 405 0,'0'0'617'0,"0"0"-148"0,0 0-91 0,6-4-73 0,-6 4-18 16,0 0-50-16,7-6-3 0,-7 6-17 0,3-9-16 15,-3 9-18-15,7-10-37 0,-5 4-21 0,-2 6-26 16,1-12-17-16,1 4-14 0,-4 1 0 0,1 0 6 15,1-2 5-15,-4 1 3 0,-1 1-1 0,0 0-5 16,-1-1-2-16,-3 1-7 0,-1 3-2 0,-1 1-19 16,1 0 5-16,-4 3 0 0,1 0-6 0,-2 1-7 15,2 4 0-15,-3-1 7 0,3 3-19 0,-1 2 7 16,1 1-12-16,1 1 2 0,2 0-14 0,3 2 14 16,1-1-18-16,4 1 12 0,1-2 8 0,1 1 8 15,2 0-9-15,1-3 25 0,3 4-27 0,4-3 17 16,1-3-25-16,0-1 19 0,6 0-31 0,-2-3 25 0,0-3-30 15,2 0 19-15,1-3-26 0,0-3 26 16,-3 0-27-16,3-4 25 0,-4 0-25 0,1-3 2 16,-3-2 3-16,-4 1 3 0,-2 0-1 0,0-1 4 15,-3-1 22-15,-2 1-21 0,-1 2 37 0,0 1-16 16,-1-1 19-16,-2 3-34 0,0 0 27 0,0 5-41 0,-1 1 32 16,4 4-33-16,-9-2 5 0,5 5 13 15,-1 4 5-15,-1 7 14 0,2 0 4 0,2 4 3 16,0 4-1-16,4 2 46 0,0 3-47 0,4 4 51 15,1 2-58-15,-1-3 43 0,5 0-56 0,0-2 57 0,0-1-54 16,2-1 44-16,1-4-49 0,-3-4 50 0,1-1-38 16,-2-2 38-16,1-4-28 0,0-1 46 0,-2-6-49 15,1-1 30-15,-10-3-42 0,20-1 28 0,-11-5-43 16,1-1 34-16,-3-5-43 0,1-1 33 0,-1-5-41 16,-2-5 37-16,1 0-40 0,-5-2 34 0,2-3-32 15,-3 0-1-15,0 0 5 0,0 0-2 0,-2 0 26 16,1 2-92-16,1 4-49 0,0 2-151 0,1 1-129 15,-2 3-117-15,1 2-62 0,0 2-101 0,0 2-585 16,-2 2-878-16</inkml:trace>
  <inkml:trace contextRef="#ctx0" brushRef="#br0" timeOffset="3282.03">24637 5761 440 0,'-3'-10'653'0,"1"1"-155"15,-1 1-95-15,3 1-54 0,0 0-57 0,0-2-33 16,1 3-3-16,2 0-3 0,1-2-15 0,0 2-21 16,0 0-30-16,-1 0-36 0,5 2-20 0,-3-1-30 15,2 2-18-15,0-1-13 0,-7 4 8 0,14-4-36 16,-14 4-7-16,14 0-6 0,-14 0-7 0,16 4-1 15,-9 0 3-15,1 2-2 0,0 0-2 0,-1 3-4 16,1-2-5-16,-3 3-1 0,2-2 0 0,-2 2-2 0,0 0 6 16,-3-1 4-16,3 0 3 0,-3-1 2 15,0-2 8-15,1 1 20 0,-2-1 38 0,-1-6 27 16,3 9-49-16,-3-9 45 0,0 0-7 0,0 0-21 16,0 0-15-16,-6-6-9 0,4-4-16 0,-1 2-11 15,1-4-2-15,-1-1 4 0,1-3-7 0,0 0-2 16,-1 0-7-16,3-2-1 0,1 2-3 0,1 0-6 15,1 0-1-15,-1 4-46 0,2-2 52 0,0 4-50 0,3 2 50 16,-1 1-2-16,3 1-6 0,0 4-3 0,-9 2 3 16,18 1-2-16,-7 2-2 0,0 5 5 15,0-1-4-15,-1 4 4 0,1-1-5 0,-1 2 0 0,-3 2 4 16,2-1-1-16,-2 2-2 0,0-2 1 0,-3 2-2 16,1-4-10-16,-1 4-10 0,-1-2-23 0,-1-3-68 15,-2 0-70-15,2-2-104 0,-4 3-129 0,2-6-72 16,0-5-134-16,-2 11-622 0,2-11-850 0</inkml:trace>
  <inkml:trace contextRef="#ctx0" brushRef="#br0" timeOffset="3483.38">24995 5684 276 0,'0'0'609'15,"0"0"-128"-15,0 0-49 0,0 0-24 0,0 0-49 0,0 0-18 0,0 0-37 16,0 0-47-16,2-6-52 0,-2 6-37 0,8-5-39 15,-8 5-18-15,14-4-31 0,-4 1-11 0,4-2-17 16,0 1-4-16,4 0-19 0,-1-2-6 0,2-2-27 16,3 1-78-16,-2 0-96 0,-1-3-77 0,1 2-80 15,-3-2-87-15,0 1-113 0,-3-1-277 0,-2 3-345 16</inkml:trace>
  <inkml:trace contextRef="#ctx0" brushRef="#br0" timeOffset="3916.16">25289 5495 327 0,'0'0'540'0,"0"0"-101"0,-4-6-17 16,4 6 4-16,0 0-42 0,-1-8-33 0,1 8-17 16,2-8-26-16,-2 8-35 0,5-8-37 0,-5 8-42 15,7-9-35-15,-1 5-39 0,-1-1-22 0,-5 5-19 16,13-5-14-16,-13 5-12 0,15-2-13 0,-15 2-9 0,18 2-1 16,-8 2-8-16,-1 0-4 0,0 5 17 15,1-3-27-15,1 4 1 0,-2 0-5 0,-2 2-1 16,2 0 0-16,-1-1 2 0,-2 3-3 0,-2-1 2 0,1-3-3 15,0 1 1-15,-5-1 1 0,2 1 0 16,-2-4 4-16,0 1 6 0,-2-2 26 0,2-6 8 0,-5 12 20 16,5-12 4-16,-5 4-7 0,5-4-6 15,0 0 35-15,-9-4-9 0,9 4-12 0,-5-13-15 0,4 3-1 16,-2 1-11-16,4-4-5 0,1 1-50 0,0-3 49 16,2-1-61-16,0-1 54 0,1 3-51 0,0-1 3 15,0 0 4-15,0 2 6 0,-1 2 19 0,0 2 2 16,0-2-1-16,-1 3-3 0,-1 0-1 0,1 2 2 15,-1 1 2-15,-2 5-1 0,5-10 7 0,-5 10-2 16,0 0 55-16,0 0-59 0,0 0 50 0,0 0-51 16,0 0 41-16,-5 7-44 0,5-7 37 15,-4 7-52-15,4-7 44 0,-1 12-52 0,1-12 46 0,0 11-49 16,1-2 51-16,2-4-10 0,1 4-5 0,-2-1-5 16,3 0-5-16,-1 2 2 0,3-3-3 0,-1 3-3 15,5-2-25-15,0 0-60 0,3-2-115 0,0 0-113 16,1 1-120-16,1-3-94 0,1-3-121 0,-4-1-699 15,1-1-943-15</inkml:trace>
  <inkml:trace contextRef="#ctx0" brushRef="#br0" timeOffset="5600.56">18102 7907 355 0,'0'0'385'0,"-5"-8"-92"0,5 8-57 15,-6-6-52-15,6 6-43 0,-4-8-24 0,4 8-24 16,-5-5-20-16,5 5-53 0,0 0 12 0,-4-3-29 16,4 3-43-16,0 0-51 0,0 0-59 0,0 0-109 0,0 0-181 15,3 7 89-15</inkml:trace>
  <inkml:trace contextRef="#ctx0" brushRef="#br0" timeOffset="14749.58">21650 7242 1 0,'-4'5'856'0,"0"2"-222"0,4-7-131 16,-5 7-60-16,5-7-41 0,-5 6-12 0,5-6 0 0,-3 5-13 16,3-5 17-16,0 0-78 0,-3 6-12 15,3-6-99-15,0 0 16 0,0 0-84 0,0 0 16 0,11-3-64 16,-11 3 26-16,17-8-65 0,-7 5 36 0,4-3-57 15,0 2 34-15,3-3-48 0,-3 1 36 16,3 1-53-16,-2-3 42 0,2 2-52 0,-3 1 47 0,2-3-54 16,-3 2 47-16,1 2-49 0,-4-2 34 0,1 3-96 15,-1-1-31-15,-4 2-114 0,-6 2-99 0,12-5-103 16,-12 5-39-16,0 0-58 0,0 0-40 0,0 0-81 16,-8 6-261-16,0-3-474 0</inkml:trace>
  <inkml:trace contextRef="#ctx0" brushRef="#br0" timeOffset="14902.04">21657 7389 98 0,'-7'8'668'0,"5"0"-135"16,-2-3-81-16,4-5 6 0,-2 9 15 0,2-9-8 0,4 8-16 15,-4-8-72-15,11 2-55 0,-11-2-78 0,19-2-48 16,-6-1-33-16,3 0-36 0,1-4-25 0,6 1 4 16,0 1-43-16,0-4-13 0,-1 1-22 0,-1 0-45 15,2 0-80-15,-5-1-137 0,-1 2-171 0,-4 0-163 16,-3 1-714-16,-5 0-888 0</inkml:trace>
  <inkml:trace contextRef="#ctx0" brushRef="#br0" timeOffset="15985.57">21843 8287 434 0,'-13'-1'825'0,"-2"1"-206"0,2 0-125 0,-1 0-111 16,0 0-27-16,14 0-25 0,-23 0-6 0,23 0-17 16,-15 1-21-16,15-1-20 0,-15 0-25 0,15 0-15 15,0 0-26-15,0 0-30 0,0 0-22 0,0 0-31 16,12-5-22-16,4 2-20 0,3-1-16 0,1-2-10 15,5-1-10-15,5-2-7 0,-2 0 0 0,4-3-12 16,0 2-11-16,3-3-1 0,-6 1-2 0,1-1-5 16,-2 3-5-16,-3-4-24 0,-2 4-43 0,-5 1-57 15,1-1-68-15,-5 3-99 0,0 1-142 0,-7 1-65 16,-7 5-114-16,6-5-617 0,-6 5-841 0</inkml:trace>
  <inkml:trace contextRef="#ctx0" brushRef="#br0" timeOffset="16181.99">21663 8517 932 0,'-8'9'779'0,"3"-2"-164"0,5-7-143 0,-2 8-38 15,2-8-46-15,0 0-31 0,11 1-32 0,2-5-49 0,1-1-38 16,6-3-42-16,7-1-42 0,4-6-21 0,6 2-35 16,3-3-3-16,2 0-28 0,1-1-17 15,-2 2 1-15,1-1-27 0,-3 3-9 0,-9 3-46 16,-2-1-87-16,-5 4-86 0,-3-1-84 0,-5 2-103 0,-2 0-100 15,-4 2-148-15,-9 4-468 0,8-6-722 0</inkml:trace>
  <inkml:trace contextRef="#ctx0" brushRef="#br0" timeOffset="22715.21">16936 8365 267 0,'0'0'592'0,"2"-9"-115"0,-2 9-75 0,0-7-51 0,0 7-58 0,0 0-62 15,0 0-19-15,0 0-22 0,0 0-8 0,0 0 10 16,12 8-3-16,-6 2 26 0,2 2-30 0,1 6 7 15,0 3-23-15,5 4-33 0,-3 3-4 0,6 4-19 0,-2 2-24 16,2 1-13-16,-2-2-11 0,0 0 7 0,1 0 4 16,-1 0-9-16,-2-7-11 0,0 1-11 15,-2-5-12-15,-2 0 0 0,1-5-1 0,-2-2-15 16,-3-2 9-16,3-1-1 0,-4-1 10 0,2-2 25 16,-2 0 5-16,-2-3-2 0,-2-6-24 0,4 4 3 0,-4-4-20 15,0 0 9-15,4-9-4 0,-5 1-6 0,-1-3-7 16,1-2-3-16,-1-1-1 0,-1-3 0 0,0-1-1 15,2 1 8-15,1-1-3 0,0 0-4 0,0 2 1 16,4-1-6-16,1 0 6 0,2 2-8 0,2 2 4 16,1 1-3-16,0 1-8 0,3 4-2 0,0 1 7 15,-2 3-6-15,3 0 1 0,-2 3 4 0,2 3 1 16,-3 1-6-16,1 1-1 0,-1 2-1 0,-1 2 2 16,-2-2 1-16,2 2 4 0,-6 0 2 0,1 0-4 15,-3 0 2-15,-2 2-4 0,-2-1 1 0,-3 2 4 16,-5-1 2-16,2 2-2 0,-6 0 16 0,-2-3-17 15,-1 2 0-15,-1-3-18 0,-1-1-36 0,4-2-4 16,-2 0 5-16,3-1-65 0,2-1-87 0,0-3-114 16,12-1-118-16,-16-1-87 0,16 1-125 0,-10-10-448 15,10 3-714-15</inkml:trace>
  <inkml:trace contextRef="#ctx0" brushRef="#br0" timeOffset="22965.39">17719 8241 1188 0,'1'-9'653'16,"-1"9"-115"-16,-5-7-104 0,5 7-50 0,-11 3-50 0,2 1-34 15,-3 5-21-15,-2 1-15 0,0 6-32 16,-3 3-31-16,2 2-36 0,1 3-25 0,0 2-27 0,5 2-23 16,1 0 1-16,3 2 5 0,4-2 10 15,2 0-4-15,2 4-5 0,3-2-4 0,3-1-6 16,5-1-8-16,0-2-13 0,4-2-15 0,0-3-8 0,4-2-14 15,-1-1-40-15,0-3 17 0,1-3-44 0,-2-2-44 16,-1-4-43-16,1 1-55 0,-3-5-70 0,0-1-83 16,-2-2-90-16,-1-1-34 0,2-2-143 0,-3-5-583 15,-2 2-795-15</inkml:trace>
  <inkml:trace contextRef="#ctx0" brushRef="#br0" timeOffset="24099.22">17899 8425 200 0,'0'0'724'0,"-13"-3"-173"0,13 3-102 0,-15-6-38 0,6 1-20 0,3 0-39 16,-2 0-10-16,-1-1-38 0,1 0-16 0,2-1-51 16,1 1-33-16,0-2-59 0,1 2-16 0,4-3-36 0,3 3-6 15,3-3-28-15,-1 2-12 0,7 0-9 16,0-1-9-16,2 2-5 0,4 1-5 0,-2 3-6 0,3 0 0 15,-1 4-4-15,0 0 1 0,1 1 9 0,-4 4-9 16,4 2 9-16,-2-1-15 0,-3 3 8 0,-4-3-7 16,1 6-3-16,-3-1 0 0,-1 1 1 0,-3 0 0 15,-2 2 0-15,-2-2 0 0,-1-1 3 16,-2 1 0-16,-2-1-1 0,1 1 3 0,-2-4-3 16,2-1 0-16,-1-1-1 0,0-1-2 0,-2-3-1 0,7-4 0 15,-11 4 1-15,11-4-3 0,-9-7-2 0,8 1-1 16,1-4 9-16,1-2-12 0,2-4 8 0,2-3-7 15,2-2 2-15,1-3-19 0,0-4 4 0,0 2 2 16,2 0 0-16,-4 4 6 0,-1 0 21 0,2 3-3 16,-4 3 8-16,1 2 13 0,1 2 6 0,-2 2-1 15,-2-1-3-15,2 4 3 0,-3 7 10 0,1-8-14 16,-1 8-5-16,0 0-5 0,0 0-1 0,-5 8-3 16,2 1-5-16,3 0 4 0,-1 1 0 0,1 0-8 15,0 1 2-15,1 2-4 0,-1-3-2 0,3 2 4 16,-2-1-4-16,3 0 0 0,-1 0 2 0,0-1-4 15,3 0 4-15,-1-1-10 0,2-2 0 0,1-1-37 0,0 0-42 16,1-1-85-16,2-3-86 0,-2 1-80 16,4-3-63-16,0-1-127 0,-2-2-135 0,3-2-314 15,2-2-567-15</inkml:trace>
  <inkml:trace contextRef="#ctx0" brushRef="#br0" timeOffset="24247.87">18414 8136 366 0,'-5'-8'751'0,"5"8"-177"0,-4-8-124 0,4 8-75 16,-7-6-51-16,7 6-25 0,-8-6-20 0,8 6-24 16,-4-5-34-16,4 5-44 0,0 0-34 15,-8-4-31-15,8 4-39 0,0 0-69 0,-3-5-48 16,3 5-70-16,0 0-110 0,0 0-70 0,0 0-150 0,9-2-580 16,-9 2-634-16</inkml:trace>
  <inkml:trace contextRef="#ctx0" brushRef="#br0" timeOffset="24450.39">18500 8315 582 0,'0'0'842'0,"8"6"-148"16,-8-6-163-16,5 4-83 0,-5-4-75 0,0 0-43 0,6 6-55 16,-6-6-6-16,4 3-45 0,-4-3-29 0,9 9-31 15,-4-5-35-15,0 0-29 0,0 5-15 0,2 0-20 16,0 3-12-16,0-1-12 0,-2 2-8 15,1 1-13-15,-2-1-18 0,1 1-54 0,-2-3-58 0,-1 0-76 16,-2 0-78-16,0 0-94 0,0-1-60 0,-2-3-149 16,-1 0-527-16,3-7-711 0</inkml:trace>
  <inkml:trace contextRef="#ctx0" brushRef="#br0" timeOffset="24914.81">18725 8065 697 0,'0'0'885'0,"4"-8"-168"16,-4 8-146-16,1-6-72 0,-1 6-49 0,1-7-43 15,-1 7-71-15,2-8-65 0,-2 8-48 0,2-10-40 16,4 2-25-16,-2 1-27 0,3-1-11 0,-1-3-28 0,3 0-20 16,4 2-14-16,-3-2 1 0,4 1-22 15,-2 1-6-15,0-1-9 0,4 3-4 0,-3 0-7 16,0 4 13-16,-1 1-14 0,3 0-10 0,-3 4 6 15,1 0-5-15,-1 5 2 0,1 0 4 0,-1 5 9 16,-2-1-3-16,-1 3-5 0,-1-1-2 0,-1 1 2 16,1 1-1-16,-2 1 1 0,-2-4 1 0,1 1-1 15,0-1-3-15,-2-1 1 0,-1-1 1 0,0-1 3 16,0-3-1-16,-2-6 4 0,-1 11 0 0,1-11 1 0,0 0-4 16,-5 6 6-16,5-6 4 0,-5-6-1 0,0 1-5 15,2-3-3-15,1-3 1 0,-1-1-6 0,-1-1 2 16,3-3 30-16,0-2-41 0,1 1-2 0,0 0 3 15,2 0 0-15,1 0 1 0,1 3-2 0,1-1 1 16,2 2-3-16,0 1 2 0,2 2-3 0,0 1 2 16,2 2 0-16,-1 4 0 0,4-2 6 0,-2 4-6 15,-1 2-2-15,5 4 2 0,-3 0 0 16,0 1 1-16,-1 3-1 0,0 1 3 0,0 1-1 0,-3 2-1 16,0-2-30-16,0 2-42 0,0-1-68 0,-4 0-74 15,0 3-99-15,-2-5-103 0,1 0-94 0,-2 3-143 16,-2-3-597-16,0-1-861 0</inkml:trace>
  <inkml:trace contextRef="#ctx0" brushRef="#br0" timeOffset="25103.16">19351 7896 294 0,'10'-6'883'0,"-6"0"-218"0,-4 6-134 0,10-5-79 15,-10 5-25-15,11 2-31 0,-11-2-54 0,14 7-32 16,-8-1-54-16,-1 3-32 0,5 1-40 0,-3 2-34 15,-1 1-31-15,1 1-14 0,-2 3-28 0,2 2-16 16,-3 0-7-16,1-2-17 0,-2 2-5 0,1-3-22 16,-2 1-35-16,-2 0-66 0,0-3-134 0,0 1-115 15,-4-1-85-15,-1-3-154 0,0-1-659 0,1-2-847 16</inkml:trace>
  <inkml:trace contextRef="#ctx0" brushRef="#br0" timeOffset="25565.83">19846 7385 567 0,'-3'-16'709'0,"-1"1"-116"0,2 4-62 0,-2 2-92 0,3-1-64 16,-2 1-59-16,0 1-56 0,2 1-48 16,1 7 6-16,-2-6 26 0,2 6 13 0,0 0-70 15,1 6-6-15,0 4-16 0,3 4 12 0,1 2-4 0,2 4 0 16,4 8-24-16,2 5-34 0,3 1 24 0,-2 2-28 16,4 1-24-16,0 2-17 0,0 0-12 0,0-1-13 15,1 0-4-15,-1-2-5 0,-1 0-14 0,2-2-11 16,-2-2-42-16,-2-7-83 0,-1-1-63 0,1-2-79 15,-5-6-72-15,2-1-61 0,-3-3-69 0,-1-4-27 16,-3-3-103-16,-5-5-92 0,0 0-306 0,0 0-582 16</inkml:trace>
  <inkml:trace contextRef="#ctx0" brushRef="#br0" timeOffset="25814.67">19956 7643 152 0,'-21'-28'741'0,"4"5"-123"0,2 0-106 15,5 4-75-15,1 1-80 0,3 3-56 0,3-1-31 16,3 1-18-16,6 1-1 0,2 1-24 0,4-3 4 15,3 3-46-15,2 0-4 0,4 3-43 0,2 0 18 16,-1 2-48-16,2 1-13 0,2 1-19 0,-1 2-16 16,-2 4-8-16,-3-2-6 0,0 4-16 0,-3-2 13 15,1 3-29-15,-6 1 4 0,2 3 0 0,-6-1-4 16,-3 4-1-16,-2-1-1 0,-2 4-2 0,-5-4-3 16,-1 7-2-16,-5-2 2 0,-3 5-2 0,-4 0-1 15,0 0-5-15,-1-1-2 0,1-2-11 0,3-2-25 16,0 0-60-16,1 0-70 0,2-4-76 0,2-1-75 15,0 0-37-15,2-4-120 0,0-2-186 0,7-3-354 16,0 0-624-16</inkml:trace>
  <inkml:trace contextRef="#ctx0" brushRef="#br0" timeOffset="26064.57">20104 7117 1039 0,'0'0'821'0,"0"0"-181"0,2-6-155 15,-2 6-92-15,0 0-66 0,8 6 16 0,1 1-44 16,4 0 7-16,2 5-78 0,8 4-28 0,9 3-14 16,3 3-34-16,2 2-24 0,10 6-25 0,-2 1-14 15,-1 1-17-15,-3 2-14 0,-7-4-5 0,-6 0-25 16,-3 3 26-16,-5-1-28 0,-4-1 21 0,-5 0-4 16,-6-1-8-16,-3-1-2 0,-5-2-7 0,-4 3-9 15,-5 7-5-15,-2-4 0 0,-5-3-3 0,-2-2-18 16,5-4-10-16,-5-2-29 0,2-3-49 0,1-3-71 15,-1-2-84-15,8-6-113 0,-3 0-96 0,3-7-125 16,11-1-766-16,-10-3-954 0</inkml:trace>
  <inkml:trace contextRef="#ctx0" brushRef="#br0" timeOffset="26298.25">20735 7304 630 0,'-4'-7'840'0,"4"7"-170"0,-5-9-95 0,5 9-59 16,-2-7-56-16,2 7-15 0,-2-4-96 0,2 4-12 15,-1-10-96-15,1 10 3 0,6-10-90 0,2 2 23 16,4 0-79-16,4-5 24 0,2 2-68 0,6-3 37 0,-1 1-72 16,4-2 15-16,0 3-104 0,1-2-33 0,-4-1-53 15,2 1-45-15,-7 4-58 0,-1 0-61 0,-4 2-45 16,-2 2-54-16,-5 2-47 0,-7 4-4 0,7-4-22 15,-7 4-370-15,0 0-410 0</inkml:trace>
  <inkml:trace contextRef="#ctx0" brushRef="#br0" timeOffset="26448.58">20784 7282 207 0,'-12'12'518'16,"3"-3"-79"-16,2-1-6 0,3-2-24 0,4-6 4 0,-3 7-30 16,3-7-9-16,0 0-6 0,18 0-51 0,-1-7-36 15,1 0-59-15,7-6-40 0,1-3-48 0,7-2-12 16,0-3-33-16,-1 1-11 0,0 1-30 0,-1-3-49 15,-6 4-114-15,-4 1-157 0,-6 2-172 0,-5 3-288 16,-1 2-347-16,-5 0-694 0</inkml:trace>
  <inkml:trace contextRef="#ctx0" brushRef="#br0" timeOffset="29114.85">17986 9146 563 0,'-1'-11'620'0,"0"0"-110"0,-1 3-48 0,0-1-27 0,-1 2-37 0,2 1-40 0,-2 0-67 0,3 6-28 16,-2-9-14-16,2 9 18 0,0 0-40 15,0 0-21-15,2 15-33 0,1-5-29 0,2 6-25 16,1 3-11-16,2 3-21 0,6 5-9 0,-1-2-19 0,2 8 7 16,3-1-23-16,-1-3 10 0,-2-2-22 15,-1-2 14-15,0-2-24 0,-2-4 19 0,-2-2-21 0,-2-3 16 16,-2 0-9-16,2-4 55 0,-3 0 6 15,-1-4 23-15,-4-6-48 0,2 10 21 0,-2-10-42 0,0 0 20 16,-10-1-36-16,2-4 30 0,1 0-33 0,-1-6 34 16,-2 0-46-16,-2-5 27 0,3 0-37 0,0-1 32 15,-1-1-31-15,5 1 29 0,1 2-38 0,2 0 1 16,2 4 0-16,1-2 0 0,1 3 0 0,5 1-2 16,2 2 6-16,-3 2 29 0,6 1-38 15,0 4 32-15,1 2-32 0,-1 0 30 0,2 3-33 0,-4 2 31 16,3 2-32-16,-3 3 32 0,-1-1-32 0,-3 2 31 15,2-1-29-15,-4 2 33 0,-3-1 10 0,2 0-21 16,-6-1-34-16,-1 4 26 0,-2-1-51 0,-2 2-3 16,-1-1-78-16,-5-2-41 0,3 0-47 0,-2-1-86 15,0-4-96-15,2 0-72 0,0-4-79 0,0-2-163 16,11-3-451-16,-14 0-781 0</inkml:trace>
  <inkml:trace contextRef="#ctx0" brushRef="#br0" timeOffset="29364.69">18428 8909 1064 0,'9'-5'880'0,"-9"5"-186"0,0 0-141 0,0 0-87 0,0 0-50 16,-2 12-48-16,-6 0-72 0,-1 4-11 0,-3 1-45 16,-1 7-26-16,-4 5-23 0,-1 6 8 0,5 3-48 0,-1 3-2 15,1 0-48-15,6 2 9 0,-1-1-40 16,6 3 30-16,3-7-20 0,3 3 20 0,3-1-28 0,5-3 16 15,4-1-38-15,1-3 13 0,3-6-42 16,5 1-9-16,-5-8-31 0,3-3-17 0,3-4-47 0,-1-2-43 16,-3-4-46-16,4-3-54 0,-5-4-112 15,2 0-81-15,-5-5-83 0,3-3-77 0,-5-2-121 16,0-3-508-16,-5-3-816 0</inkml:trace>
  <inkml:trace contextRef="#ctx0" brushRef="#br0" timeOffset="30431.65">18786 9074 485 0,'0'0'768'0,"-2"5"-201"0,2-5-96 0,-7 9-76 0,3-4 2 0,4-5-35 0,-10 6-7 0,10-6-35 16,-10 5-41-16,10-5-58 0,-10 7-41 0,10-7-35 0,-13 3-43 15,13-3-9-15,-13 3 16 0,13-3-20 16,0 0 1-16,-16-1-28 0,16 1-4 0,-9-5-16 16,9 5-9-16,-8-10-7 0,5 5-1 0,0-3-7 0,3 1-3 15,-2 0 6-15,4-2-12 0,1 1 11 0,1 0-20 16,1 0 33-16,-1-1-36 0,3 3 10 0,-1 2-8 16,4 0 5-16,-10 4-9 0,14 0 10 0,-4 1-10 15,-2 4 11-15,-2 1-12 0,2 2 2 0,-3 3 0 16,2 3 5-16,-4 1-1 0,1 3-1 0,-2 2 17 15,-2-1-19-15,-2 0 12 0,2 1-17 0,-2-1 21 16,-1 0-13-16,1-3 5 0,0 0-8 0,-1-4 21 16,0 0-9-16,2 0 20 0,0-4-19 0,1 3 58 15,-2-6-10-15,2-5 40 0,0 11-46 0,0-11 24 16,0 0-38-16,10 3 14 0,-10-3-39 0,13-10 29 16,-1 6-42-16,0-3 29 0,1-2-36 0,2 2 29 15,2-3-41-15,2 2-16 0,-2-2-23 0,-2 3-39 16,-2-2-62-16,4 0-77 0,-4 2-103 0,-1-1-85 15,0 1-92-15,-2 0-163 0,-1-1-537 0,-3 2-825 16</inkml:trace>
  <inkml:trace contextRef="#ctx0" brushRef="#br0" timeOffset="30648.41">19120 8880 879 0,'-3'-6'799'0,"-1"-2"-167"0,2 2-118 0,-2 0-75 0,1 1-70 16,3 5-63-16,-3-11-62 0,3 11-45 0,-4-7-49 15,4 7-27-15,-3-7-25 0,3 7-17 0,0 0-19 16,0 0-12-16,0 0-16 0,0 0-49 16,5-4-109-16,-5 4-177 0,0 0-124 0,0 0-190 0,0 0-479 15,0 0-710-15</inkml:trace>
  <inkml:trace contextRef="#ctx0" brushRef="#br0" timeOffset="30897.91">19154 9001 1279 0,'1'6'960'16,"-1"-6"-238"-16,0 0-147 0,2 6-121 0,-2-6-86 15,0 0-95-15,5 6-25 0,-5-6-18 0,6 6 10 16,1-2-56-16,0 2-33 0,1 0-28 0,1 2-22 0,4 0-24 16,-2 1-11-16,1 3-10 0,-2 1-16 15,-1-1-9-15,-1 2-6 0,-1 1-7 0,-4 2 11 16,-1-3-59-16,-4 2 5 0,-2 2-59 0,-5 1-29 16,0-1-33-16,-4-1-65 0,-2 3-80 0,-2-2-70 0,-1-3-40 15,1-1-73-15,1-6-109 0,2 0-522 16,0-5-720-16</inkml:trace>
  <inkml:trace contextRef="#ctx0" brushRef="#br0" timeOffset="31306.57">19393 8751 721 0,'0'0'748'0,"-4"-8"-138"0,4 8-83 15,-3-7-66-15,3 7-52 0,-3-7-44 16,3 7-48-16,0 0-44 0,-4-7-50 0,4 7-42 0,0 0-31 16,0 0 23-16,0 0 10 0,0 0 4 0,4 7-13 15,1 2 40-15,0 0-14 0,0 4-36 0,3 3-61 16,0 1 6-16,2 2-45 0,-2-1 12 0,1 2-41 16,-1-2 21-16,0 2-37 0,1-1-5 0,0 0 2 15,-1-3-14-15,-1-2-43 0,-2 0-62 0,2-1-65 16,-2-1-51-16,1-3-90 0,-1 0-97 0,1-1-64 15,0-4-76-15,-6-4-125 0,9 5-539 0,-9-5-820 16</inkml:trace>
  <inkml:trace contextRef="#ctx0" brushRef="#br0" timeOffset="31614.52">19589 8750 838 0,'-3'-10'722'0,"2"0"-116"15,0 4-98-15,-1-1-66 0,0 1-49 0,2 6-34 16,-3-8-21-16,3 8-32 0,0 0-20 0,0 0-45 15,0 0 3-15,-10 7-19 0,10 1-49 0,-2 2-25 16,2 2-25-16,0 1-50 0,0-1 18 0,2 4-18 16,2-1 30-16,2-1-39 0,-1 0 39 0,2-1-35 15,-1 1 29-15,4-4-36 0,-1 1 24 0,2-3-41 0,1 0 16 16,-3-5-35-16,3-1 22 0,-1-2-37 16,1 0 23-16,-2-3-36 0,3-2 28 0,-2-2-2 0,-3-2-10 15,2 0-3-15,-1-2 0 0,-2-2-13 0,-1-2 13 16,-1 1-8-16,-3 1-2 0,1-3 1 15,-3 3-2-15,0 1-1 0,-1 0-2 0,-2 0-4 0,-1 1-2 16,-3 1-4-16,-1 3-7 0,-1 1-3 0,-1 3-13 16,-3 0-10-16,0 2-28 0,-2 4-48 0,1 1-75 15,-3 2-39-15,3 1-61 0,0 2-116 0,0-1-78 16,3 3-51-16,3-1-108 0,2 0-624 0,0-3-880 16</inkml:trace>
  <inkml:trace contextRef="#ctx0" brushRef="#br0" timeOffset="31948.36">19931 8609 1068 0,'0'0'941'0,"2"-10"-186"16,-2 10-121-16,-4-6-104 0,4 6-40 0,0 0-62 0,-11 0-53 16,11 0-53-16,-11 6-50 0,7 0-53 0,-2 1-41 15,3 2-26-15,-1 1-12 0,4 2-8 0,0-2-12 16,2 3-10-16,0 0-13 0,5 0-16 0,-1-1-14 15,3 0-11-15,-1-3-15 0,2-1-7 0,1 0-5 0,-2-3-6 16,0-2-1-16,3-1-5 0,-12-2-3 16,20 0 0-16,-10-2 2 0,-1-3-9 0,0 1 2 15,-1-5 2-15,2 2-4 0,-2-4 0 0,-2 1-2 16,-1-4-24-16,2 1 30 0,-5 3-30 0,-2-5 31 16,0 5-27-16,-2-2 30 0,-2 1-31 0,-2 0 20 15,-3 3-31-15,-2-1 25 0,-3 2-43 0,-1 2 12 16,-3 1-60-16,1 2-10 0,-2 1-46 0,-1 2-74 15,2 1-42-15,-1 0-78 0,3 2-102 0,0 2-85 16,2-1-21-16,2 0-96 0,5 0-596 0,0 0-853 16</inkml:trace>
  <inkml:trace contextRef="#ctx0" brushRef="#br0" timeOffset="32148.48">20215 8632 1258 0,'13'2'860'0,"-4"1"-199"0,-3 0-145 16,4 2-67-16,-2 0-64 0,-3 2-67 0,3 2-55 0,-1-3-42 16,-3 5-41-16,3 1-34 0,-4 0-38 0,3 3-12 15,-2 1-27-15,-2-1-4 0,1 0-27 0,0-1 11 16,-3 1-34-16,2-2-24 0,-2-2-42 0,1 3-75 16,-2-5-74-16,-1 0-101 0,2-2-65 15,-3-1-50-15,3-6-95 0,-5 6-43 0,5-6-435 0,0 0-584 16</inkml:trace>
  <inkml:trace contextRef="#ctx0" brushRef="#br0" timeOffset="32464.86">20347 8401 281 0,'2'-8'741'0,"-1"1"-179"0,-1 7-57 0,4-8-20 0,-4 8-30 16,0 0-13-16,0 0-62 0,0 13-24 0,0-5-50 15,0 1-57-15,0 3-32 0,0 1-32 0,2 3-19 16,-1-2-45-16,3 4-5 0,0-2-20 0,1 0 35 15,1-3-18-15,-1 3-9 0,3-3-5 0,0 0-12 16,2-3-5-16,-1 0-8 0,1-2-12 0,1-3-12 16,0-1-7-16,0-3-9 0,-11-1-7 0,22-1-6 15,-12-1-4-15,0-4-5 0,0 0-1 0,-1-3-1 16,2 1-32-16,-4-5 34 0,-3 2-31 0,1-1 31 16,-2-1-26-16,-2 1 27 0,-1-1-33 0,-2 0 2 15,-4 0 4-15,1-1 0 0,-1 3-2 0,-3 1-2 16,-1 1 5-16,-2 3-1 0,0 0 0 0,0 2-7 15,-3 4-23-15,2 0-27 0,-1 3-63 0,-3 2-64 16,4-1-112-16,-2 5-117 0,2-1-109 0,2 0-159 16,1 1-584-16,2-1-886 0</inkml:trace>
  <inkml:trace contextRef="#ctx0" brushRef="#br0" timeOffset="32648.17">20730 8446 1033 0,'5'-5'942'0,"-5"5"-192"0,4-11-147 16,-4 11-79-16,4-10-79 0,-4 10-96 15,4-8-42-15,-4 8-87 0,2-6-21 0,-2 6-68 0,1-6-8 16,-1 6-107-16,0 0-84 0,3-7-91 0,-3 7-86 16,0 0-123-16,0 0-83 0,0 0-157 15,0 0-569-15,0 0-788 0</inkml:trace>
  <inkml:trace contextRef="#ctx0" brushRef="#br0" timeOffset="32963.69">20818 8244 97 0,'4'-10'858'0,"-4"10"-200"16,5-6-130-16,-5 6-63 0,0 0-16 0,4-6-11 16,-4 6-23-16,0 0-23 0,4 9-47 0,-4-9 5 15,-4 11-37-15,3-2 9 0,-2 1-69 0,2 3-45 16,0 0 12-16,-2 0-47 0,3 2 5 0,0 1-36 15,3 0 12-15,-1 0-39 0,2-1 36 0,4 0-44 16,-1-2 24-16,0 0-60 0,2-2 26 0,2-2-57 16,1-1 25-16,0-1-53 0,1-4 30 0,-1 0-44 15,0-3 44-15,1-1-52 0,1-1 36 0,-2-2-42 16,1-3 4-16,-2-1 4 0,-1-1 1 0,-1-1 3 16,0-1 1-16,-4 0-4 0,-1 1-7 0,-4-1 33 15,0 0-41-15,-1 0 34 0,-3 1-43 0,-2 1 32 16,-3-1-32-16,0 3 21 0,-3-1-46 15,-2 3 5-15,3 0-69 0,-2 4-10 0,1-2-81 0,2 3-42 16,10 0-43-16,-20 0-80 0,20 0-91 0,-16 3-48 16,16-3-40-16,-15 4-86 0,15-4-637 0,-9 4-884 15</inkml:trace>
  <inkml:trace contextRef="#ctx0" brushRef="#br0" timeOffset="33331.41">21089 8175 894 0,'8'-7'760'0,"-2"2"-93"0,-1 0-109 16,2 1-60-16,-7 4-68 0,7-7-45 0,-7 7-44 16,7-6-53-16,-7 6-30 0,6-5-31 0,-6 5-29 15,0 0-32-15,0 0-32 0,0 0-26 0,0 0-22 16,0 0-16-16,-6 7-8 0,1-1-18 0,-2 0-8 16,0-1-5-16,0 1 1 0,2 0-15 0,1 0 0 15,-1-2-35-15,5-4 31 0,-9 11-28 0,9-11 29 16,-5 8-27-16,5-8 30 0,0 9-32 0,0-9 33 15,8 9-29-15,-8-9 29 0,11 9-36 0,-3-5 35 0,0-1-32 16,3 3 27-16,-2-3-26 0,4 2 31 0,-2-3-34 16,0 4 38-16,1-1-37 0,-1 1 31 15,-1-2-33-15,1 0 34 0,-2 1-32 0,-1 0 30 16,0 0-34-16,-1-2 38 0,0 2-32 0,-2 0 2 16,-1-1 5-16,-4-4 1 0,3 13 2 0,-3-13-3 0,-1 11 0 15,1-11-7-15,-4 12-14 0,2-6-20 0,-3 1-24 16,1-1-16-16,-1 0-12 0,-3-1-34 15,2 0-16-15,-1-2-62 0,-2 1-55 0,9-4-37 0,-14 5-47 16,14-5-22-16,-15-2-93 0,15 2-101 0,-13-4-397 16,7 0-551-16</inkml:trace>
  <inkml:trace contextRef="#ctx0" brushRef="#br0" timeOffset="33498.32">21101 8207 312 0,'2'-10'716'0,"-2"10"-194"0,3-11-81 0,-3 11-43 0,7-8-24 15,-2 2-14-15,3 0-20 0,0 0-32 0,2 0-49 16,2-1-52-16,-1-1-49 0,4 1-23 0,0 0-35 16,-2 1-22-16,-1 0-44 0,0-1-64 0,-2 2-92 15,-1-1-97-15,-3-1-114 0,-2 1-81 0,2 0-118 16,-6 6-436-16,0-10-555 0</inkml:trace>
  <inkml:trace contextRef="#ctx0" brushRef="#br0" timeOffset="33764.91">21025 7915 491 0,'0'-9'870'0,"0"9"-202"0,4-7-114 16,-4 7-29-16,0 0-31 0,18 1-47 0,-3 6-40 16,2 2-34-16,7 7 53 0,8 6 41 0,3 4 55 15,9 7-84-15,0 3-16 0,2 1-12 0,-3 5-35 16,3 2-73-16,-7 2-302 0,-5 2 0 0,-3-1 0 15,-6 5 0-15,-9-9 0 0,-5 3 0 0,-6 0 0 16,-5-1 0-16,-5 1 0 0,-6 0 0 0,-5-2 0 0,-8 4 0 16,-1-2 0-16,-1-12 0 0,-6 7 0 15,1-12 0-15,1-1 0 0,-2-3 0 0,0 3 0 16,-1-3 0-16,1-4-34 0,-2-2-423 0,9-4-45 16,-2-2-127-16,8-6-116 0,1-1-204 0,1-1-596 0,5-5-1184 15</inkml:trace>
  <inkml:trace contextRef="#ctx0" brushRef="#br0" timeOffset="35233.76">22609 7730 250 0,'-3'-6'282'0,"2"0"-19"0,1 6 7 0,-3-10 12 0,3 10-34 0,-5-9-2 0,5 9-50 16,-1-7 6-16,1 7-55 0,-1-6 11 0,1 6-43 16,0 0 22-16,-2-8-23 0,2 8 17 15,0 0-14-15,0 0 10 0,0 0 7 0,0 0 14 0,13 0 13 16,-13 0-6-16,8 8 5 0,-3-1-7 15,1 0-16-15,-1 3-32 0,2 2-19 0,1-2-16 16,0 5-2-16,1 1-18 0,2 0-4 0,1 2-13 16,-1 1-3-16,0-3-5 0,2 2-9 0,-3 0-42 15,2-2-73-15,0 0-109 0,1 0-136 0,-1-1-110 16,-2-3-143-16,0-3-383 0,0 0-573 0</inkml:trace>
  <inkml:trace contextRef="#ctx0" brushRef="#br0" timeOffset="35581.71">22887 7694 371 0,'-5'-13'775'0,"3"2"-170"0,-4 0-100 0,3 3-98 0,0-2-62 16,-2 3-51-16,5 7-27 0,-5-8-10 16,5 8-26-16,0 0-25 0,-8 2-27 0,8-2-31 0,0 13-22 15,0-1-22-15,0-1-14 0,4 3-15 16,1 2 24-16,-1 1 2 0,5 1-19 0,-1 0-14 0,1-2-3 15,1 2-11-15,-1-5-3 0,0-1-5 0,0 0 1 16,2-2 1-16,-2-2-2 0,0-2-8 16,1-3 4-16,-1 1-4 0,-9-4-1 0,21-4-6 15,-12 0-10-15,1-4-1 0,1 0-4 0,-3-3 0 16,0 0-7-16,-2-4 1 0,2 3-2 0,-5-3-17 0,1 0 19 16,-2-1-20-16,-1 2 21 0,-1 1-21 0,-3-1 19 15,-2 0-11-15,1 2 10 0,-4 2-23 0,-1-2 18 16,-2 5-18-16,-3 1 8 0,0 0-19 0,0 2-3 15,1 2-22-15,-2 2-43 0,2 2-28 16,3-1-59-16,-1 2-82 0,2 1-59 0,2 1-80 16,7-5-99-16,-6 7-123 0,6-7-416 0,2 6-655 0</inkml:trace>
  <inkml:trace contextRef="#ctx0" brushRef="#br0" timeOffset="36081.04">23370 7456 769 0,'0'0'616'0,"-5"-7"-107"0,5 7-54 0,-10-3-50 0,10 3-30 16,-10-4-24-16,10 4-31 0,-12 0-21 0,1 4-36 15,1-1-43-15,-2 3-44 0,-1 4-24 0,-2 1-32 16,4-1-24-16,0 7-14 0,2-3-8 0,2 4-5 15,4-3 16-15,2 2-6 0,2 1-2 16,4-1-3-16,4-1 13 0,1 1-6 0,6-2-11 0,0-4-12 16,2 0-9-16,3-3-9 0,-3-3 7 0,2-2 1 15,-1-5-10-15,0 1-5 0,4-6-8 0,-3 1-4 16,-1-5-30-16,-1 0 38 0,-2-4-38 0,-2 1 23 16,-2-4-4-16,-3 0 0 0,-3-1-8 0,-3 0-5 15,-3 0 4-15,-2-2 35 0,-3 0-50 0,-1 1 43 16,-2 1-48-16,-3 0 43 0,-1 2-48 0,-1 3 33 15,-3 2-70-15,0 2 3 0,-1 5-108 0,-1 2-37 16,-2 3-88-16,1 3-129 0,-5 2-72 0,5 6-137 16,0 0-645-16,3 0-880 0</inkml:trace>
  <inkml:trace contextRef="#ctx0" brushRef="#br0" timeOffset="36646.86">24114 7264 613 0,'0'-7'731'0,"-2"0"-150"0,-1-1-98 0,-1 4-84 0,0-2-41 0,-2 2-37 15,6 4-25-15,-13-3-20 0,13 3-27 0,-20 4-19 16,8 3-57-16,-2-1 4 0,-2 7-36 0,-1 1-24 16,0 3-20-16,0 7-16 0,2-2 41 0,0 3-1 15,2 3 41-15,3-2-15 0,0 4 17 0,2-3-35 16,4-1 25-16,4 0-6 0,0-4-4 0,2 2-5 15,0-2-10-15,6-3-8 0,1-2-9 0,1-3-7 16,3-1-14-16,2-5-3 0,1-1-16 0,4-4-16 16,0-3-5-16,3-2-50 0,3-4 26 0,-2-1-40 15,3-2 23-15,-3-4-62 0,-2-1-2 0,0-4-15 16,-3 0-28-16,-2-1-43 0,-5 3-44 16,-1-3-54-16,-1 0-40 0,-1 0-57 0,-2 1-77 0,-3 2-83 15,0 3-38-15,1-1-81 0,-2 2-685 0,-1 3-903 16</inkml:trace>
  <inkml:trace contextRef="#ctx0" brushRef="#br0" timeOffset="37113.33">24568 7719 1791 0,'-13'-8'867'0,"2"1"-198"16,2 2-132-16,1 0-93 0,3 0-53 0,5 5-17 16,-8-8-47-16,8 8-21 0,-2-9-64 0,2 9-2 15,-2-9-64-15,2 9-2 0,4-9-54 0,-4 9 4 16,9-9-51-16,0 4 9 0,1 1-41 0,1 2 16 16,2 0-35-16,2 1 20 0,1-1-34 0,-2 4 23 15,4-1-34-15,-2 1 28 0,-1 2-35 16,0 5 31-16,-2-3-7 0,-3 4 1 0,-1 2-5 0,0 1 0 15,-4 2-4-15,-1 0-2 0,-3 2 1 0,-1 1 1 16,-2 1-3-16,-2-1 1 0,0 3 1 0,-2-4-3 16,-1-1 4-16,2-2 0 0,-1 2-5 0,-1-4 2 15,1-1 1-15,1-1-2 0,1-2 3 16,0 1 2-16,0-1 3 0,2-4 43 0,-1 3 19 0,3-7-3 16,0 7-8-16,0-7-12 0,0 0-14 0,16 0-7 15,-4-3-7-15,4-2-3 0,4-3-6 0,1 2-2 16,4-4-3-16,2 2-1 0,1-3-1 0,2-2 2 15,-2 2-1-15,0-3-3 0,-3 3-1 0,-3 2-2 16,-3 0 11-16,-3 2-10 0,-1 1-1 0,-2-2-14 16,-2 4-30-16,-2-2-66 0,-2 2-88 0,-2-1-109 15,-5 5-74-15,1-8-128 0,-1 8-134 0,-10-3-76 16,10 3-819-16,-19-2-1173 0</inkml:trace>
  <inkml:trace contextRef="#ctx0" brushRef="#br0" timeOffset="38513.42">26298 6800 795 0,'2'-8'609'0,"-2"0"-144"0,0 2-65 0,0 6-91 16,-2-10-34-16,2 10-23 0,-5-5-14 0,5 5-7 0,-10 3-14 15,10-3-40-15,-13 7-26 0,4 4-13 0,-1-1 11 16,2 2-23-16,1 2 9 0,0 2-14 0,3 0-14 16,-2 0-3-16,6 1-8 0,0 1-8 0,3-4-8 15,4 1 1-15,-2 0-13 0,4-2-11 0,0-1-11 16,4-3-3-16,1-2-12 0,1-1-2 0,1-3-9 16,0-1-6-16,0-5-2 0,2-1 1 0,-2-3 1 15,2-1-8-15,0-6 3 0,-3 1-6 0,-1-3-5 16,-1-1 9-16,-4-2-3 0,1-1 5 0,-3-1-4 15,-2 0 14-15,-4 2-2 0,-1 2-2 0,0-2 40 16,-2 1-59-16,-4 1 49 0,1 1-50 0,-5 1 41 16,1 3-54-16,-1 1 7 0,-3 3-1 0,-1 2 48 15,0 0-55-15,0 4 59 0,-1 4-76 0,-1 1-18 16,1 1-21-16,2 3-29 0,0 1-36 0,1 1-74 0,5 3-104 16,1-4-95-16,3 3-159 0,3-2-692 15,5 1-871-15</inkml:trace>
  <inkml:trace contextRef="#ctx0" brushRef="#br0" timeOffset="38680.28">26866 6678 761 0,'2'-6'736'0,"-2"6"-170"16,2-11-125-16,-2 11-99 0,-2-8-61 15,2 8-50-15,-1-8-47 0,1 8-40 0,-1-6-24 16,1 6-32-16,0 0-37 0,0-7-71 0,0 7-89 15,7-4-85-15,-7 4-83 0,9-3-105 0,-9 3-547 16,16-4-504-16</inkml:trace>
  <inkml:trace contextRef="#ctx0" brushRef="#br0" timeOffset="38997.49">27115 6395 795 0,'0'0'631'0,"-3"-10"-136"0,3 10-77 0,-5-4-59 16,5 4-21-16,-10 3 13 0,4-1-31 0,-1 4-13 15,0 0-17-15,0 3-46 0,1 2 17 16,-1 1-77-16,1 0 21 0,2 3-64 0,2-1 35 0,0 0-51 16,4-1 41-16,0 3-46 0,2-2 25 0,2 0-47 15,2-1-10-15,1-1-4 0,1 0-15 0,2-3-14 16,-1 0-8-16,3-3-10 0,-1 0-7 16,2-4-6-16,-2 0-5 0,0-2 28 0,1-2-42 0,-2 0 33 15,1-3-40-15,-1-1 33 0,0-2-40 0,-1-1 34 16,-3-1-40-16,-2-1 36 0,-1-1-39 0,0 0 35 15,-5 1-31-15,0-1 30 0,-3 0-38 0,-1 1 37 16,-1 0-38-16,-4 1 34 0,-2 0-46 0,-4 3 28 16,2-1-61-16,-2 3 11 0,-2 1-80 0,1 3-22 15,0 1-65-15,0 0-81 0,-1 4-95 0,2-1-58 16,2 2-32-16,2 1-105 0,3-2-106 0,0 0-271 16,8-4-564-16</inkml:trace>
  <inkml:trace contextRef="#ctx0" brushRef="#br0" timeOffset="39380.23">27323 6373 618 0,'14'-10'516'0,"-2"1"-121"0,-2 0-52 15,3 2-29-15,-3-2-10 0,-1 3-7 0,0 1-18 16,-3 0-17-16,1 1-27 0,-1-1-33 0,-6 5-35 16,10-6-15-16,-10 6-19 0,5-5-24 0,-5 5-21 15,0 0-13-15,0 0-21 0,0 0-8 0,0 0-8 16,-2 10-7-16,2-10-5 0,-5 10-6 0,1-5-4 15,0 0-2-15,4-5-3 0,-4 12-2 0,4-12-3 16,-2 12 1-16,2-12 1 0,-2 10 22 0,2-10 23 16,7 9-1-16,-7-9-1 0,11 6-12 0,0-3-4 15,-1-2-3-15,1 1-1 0,3-2-3 0,0 0-1 16,-2-2 2-16,1 2 4 0,1 0-5 0,-3-1 0 16,1 1-7-16,-12 0-5 0,16-2-3 0,-16 2-3 15,17-1-2-15,-17 1-4 0,11 1 1 0,-11-1 0 16,13 5 3-16,-13-5-5 0,9 6 0 0,-9-6-1 15,5 8 0-15,-5-8 1 0,4 12-2 0,-3-6-1 16,-1-6 2-16,2 11 4 0,-2-11-7 0,-2 13-1 16,1-7 8-16,-1 0-10 0,-4 0-2 0,1 1-7 15,0-2-19-15,-2 0-32 0,0-1-48 0,-1 1-71 0,0-1-66 16,1-2-54-16,7-2-49 0,-15 2-46 0,15-2-62 16,-17-1-87-16,11-2-293 0,-2-1-382 15</inkml:trace>
  <inkml:trace contextRef="#ctx0" brushRef="#br0" timeOffset="39548.16">27484 6273 569 0,'5'-9'507'15,"-1"1"-116"-15,0 2-59 0,1 0-14 0,0-2-10 16,2 1-5-16,0 1-8 0,4 0-31 0,-2-2-50 0,3 2-41 16,1-3-38-16,1 4-24 0,0 0-27 0,0-1-15 15,2 0-33-15,-4 1-48 0,4 1-74 0,-5 0-91 16,1 1-47-16,-3 0-97 0,0 0-70 0,1 0-121 15,-4-1-246-15,1 1-269 0</inkml:trace>
  <inkml:trace contextRef="#ctx0" brushRef="#br0" timeOffset="39766.11">27684 6044 116 0,'0'0'675'0,"-2"-4"-166"0,2 4-142 0,0 0-16 15,8-6-32-15,-8 6 2 0,17 2 1 0,-7 2-1 16,5 3 15-16,2 3-29 0,3 0-20 0,1 8-54 15,3 0-10-15,3 6-59 0,0 2 3 0,1 3-66 16,-3 0 13-16,-3 4-52 0,0 0 13 0,-3 0-43 16,-4 1 28-16,-1 0-43 0,-6-2 29 0,-3-1-45 15,-5-3-3-15,0 0-7 0,-5 3-15 0,-3 1-22 16,-6-3-15-16,0 3-17 0,-5-2-26 0,-1-1-40 16,-2-4-54-16,0-3-75 0,2-3-42 0,-2-2-92 15,-2-2-95-15,-2-2-546 0,2-6-666 0</inkml:trace>
  <inkml:trace contextRef="#ctx0" brushRef="#br0" timeOffset="40015.08">26205 6294 246 0,'-61'6'804'0,"-7"3"-175"15,5 10-102-15,3 3-97 0,8 7-61 0,6 8-6 16,4 6-18-16,7 4 37 0,6 6-55 0,7 4-46 15,5 7-20-15,5 3-16 0,7 2-11 0,3-1-20 16,6-2-23-16,7-1-12 0,5-2-27 0,4-5-11 0,5-4-32 16,3-3-21-16,5-7-17 0,3-5-39 15,3-4 21-15,-1-9-38 0,5-6 8 0,2-6-57 16,3-3 9-16,5-5-55 0,4-4-41 0,1-4-65 16,2-3-70-16,9-7-84 0,-2-3-145 0,-3-7-87 15,-4-6-167-15,-2-4-482 0,-2-7-830 0</inkml:trace>
  <inkml:trace contextRef="#ctx0" brushRef="#br0" timeOffset="42013.87">27695 5623 149 0,'-9'5'426'0,"4"-2"-65"0,5-3-53 15,-11 5-14-15,11-5-18 0,-8 5 4 0,8-5-21 16,-8 1-43-16,8-1-24 0,0 0-25 16,-6-1-16-16,6 1-15 0,-3-7-5 0,3 7 1 0,-2-6 17 15,-1-2-23-15,3 8-9 0,-2-11-11 0,2 1 9 16,-2 2-21-16,1-2-10 0,1 1-19 0,0-2-15 16,0 0-11-16,3-3-7 0,-2 3-9 0,0 0 1 15,4-2-9-15,-1 4-2 0,1-4-4 0,3 2-3 16,0 2-1-16,2 2-3 0,-3 1 0 0,4 2 0 15,-1 2-1-15,-10 2 1 0,19 1 0 0,-9 3 0 16,2 3-2-16,-2 2 7 0,0 3 3 0,-3 1 3 16,0 4 4-16,-3 2 5 0,0 0-6 0,-3 0 12 15,1 1-9-15,-4-1 6 0,1 2-11 0,-3 1 10 16,-1-3-7-16,-1 1 4 0,-2-1 3 0,-2-2 1 16,1 0 5-16,0-5 2 0,-3 1 2 0,3-3 18 15,-1-1 11-15,1-1 11 0,3 0 23 0,-2-2 18 16,4-2-6-16,-1 2-16 0,5-6-17 0,0 0-8 15,0 0-11-15,0 0-11 0,0 0-10 0,9-12-11 16,5 6-8-16,4-2-3 0,4-4-4 0,5-1-2 16,0 1-1-16,3-1-4 0,3-3 0 0,-6 2-9 15,1 1-7-15,-1 2-12 0,-6 0-27 0,-3 3-43 16,-2 0-94-16,-2 0-136 0,-5 2-123 0,-2 1-96 16,-7 5-185-16,5-6-361 0,-5 6-707 0</inkml:trace>
  <inkml:trace contextRef="#ctx0" brushRef="#br0" timeOffset="43686.55">29091 5829 358 0,'0'0'338'0,"0"0"-77"0,5-4-7 0,-5 4-39 0,0 0 12 15,0 0-37-15,0 0 11 0,4-6-24 0,-4 6-9 0,0 0-16 16,0 0 0-16,0 0 1 0,0 0 2 0,0 0 5 16,0 0 3-16,2-6 8 0,-2 6 3 0,0 0-4 15,0 0-12-15,0 0-11 0,0 0-16 16,0 0-22-16,0 0-16 0,0 0-7 0,0 0-9 0,0 0-1 16,0 0 2-16,0 0-1 0,0 0-8 15,0 0-9-15,-4-6-7 0,4 6-5 0,0 0 9 16,0 0 10-16,-12-1-4 0,12 1-8 0,0 0-10 0,-11-2-6 15,11 2-5-15,0 0-10 0,-11 0-4 16,11 0-4-16,0 0-5 0,-13 3 5 0,8 1-3 0,-1 1 8 16,-2 1-33-16,0 4 28 0,-1 0-30 15,0 2 32-15,-2 5-30 0,2-2 2 0,0 3 22 16,1 3-22-16,1-1 7 0,3 2 5 0,1 0-4 0,3-1 29 16,2 3-31-16,1-1 38 0,5-2-40 0,0-2 35 15,1 1-22-15,3-1 38 0,0-3-49 16,1-2 44-16,3-2-42 0,-3-2 44 0,4-6-50 0,-2 1 44 15,2-5-45-15,-1 0 42 0,2-5-53 0,1-2 46 16,-1-3-47-16,1-1-2 0,-4-3 5 0,0-1 6 16,-2-3-1-16,-1-1 45 0,-3-1-33 0,0 1 20 15,-4-4-4-15,2 2-4 0,-5-2-3 0,1 4-3 16,-3-1-2-16,-2 1 2 0,0 1-1 16,-3 3-3-16,0 0 1 0,-2 2-7 0,0 1 3 0,-2 3-4 15,-3 2-4-15,-2 1-12 0,-1 3-21 0,-1 3-35 16,-1 0-40-16,0 5-50 0,-1-1-75 0,2 1-96 15,0 1-80-15,6 2-137 0,-1 0-654 0,5-2-820 16</inkml:trace>
  <inkml:trace contextRef="#ctx0" brushRef="#br0" timeOffset="43847.77">29546 5872 690 0,'9'-5'812'0,"-9"5"-180"0,0-8-142 0,0 8-112 0,-4-7-66 16,4 7-65-16,-4-7-46 0,4 7-43 0,-4-7-25 16,4 7-51-16,0 0-85 0,0 0-137 0,10-4-113 15,-10 4-82-15,13-3-134 0,-1 2-452 0,0 0-492 16</inkml:trace>
  <inkml:trace contextRef="#ctx0" brushRef="#br0" timeOffset="44263.53">29960 5635 138 0,'6'-12'667'0,"-1"0"-139"0,-1 4-106 0,-1-3-40 16,-2 0-26-16,-1 3-46 0,-1 0-14 0,-2-2-36 15,-1 3-22-15,-3 0-22 0,-1 1-30 0,-2 2-11 16,-2 1-30-16,2 1-29 0,-4 2-20 0,0 3-13 16,-1 0 15-16,0 3-2 0,0 1-12 0,1 2-1 15,0 0-7-15,2 2 3 0,2 0-4 0,1 0-8 16,3 2 0-16,1-5 1 0,1 3-6 0,1-3-4 15,3 1-1-15,0-1-7 0,3 0-6 0,2-2-12 16,2 0-3-16,1 0-7 0,3-4-5 0,0 1-6 16,2-3-3-16,0 0 0 0,-2-2 8 0,3 0-5 15,0-3-12-15,2-1 4 0,-3 0-4 0,-1-1-4 16,2-2 2-16,-2 0 3 0,-1-1 2 0,-2-1-4 16,0 3-2-16,-1-3 1 0,-2 3 5 0,-1-2 7 15,1 2-12-15,-1 2 8 0,0-1-7 0,-3 2-3 16,3 0-3-16,-5 5-1 0,4-4 2 0,-4 4 2 15,7 4-1-15,-5 2 7 0,1 2-1 16,-1 2 2-16,3 5 6 0,-1 0-10 0,0 0 2 0,1 5 4 16,0-1-3-16,2 3 5 0,0-2-4 0,-2 2 3 15,2-2 0-15,-1 0-3 0,-2 1-30 0,4-5-86 16,-3 0-81-16,-1 0-131 0,1-4-118 0,-3 0-87 16,2-3-127-16,-1-1-445 0,-3-8-720 0</inkml:trace>
  <inkml:trace contextRef="#ctx0" brushRef="#br0" timeOffset="44650.03">30314 5418 963 0,'2'-11'665'0,"1"5"-135"0,-1-3-118 0,-2 9-88 0,2-10-52 16,-2 10-45-16,-2-6-37 0,2 6-31 0,0 0-24 15,0 0-25-15,0 0-12 0,-10 4-29 0,10-4-10 16,-6 6-15-16,3 0-2 0,-1 3-15 0,2-3 0 15,-1 1-12-15,-2 2 0 0,4-1-5 0,-2 1-1 16,2-3-5-16,1 1 3 0,0-7-7 16,0 12 4-16,0-12-8 0,4 10 9 0,-4-10-7 0,9 4 4 15,-9-4-3-15,11 3 3 0,-11-3-4 0,14 0 5 16,-14 0-5-16,13-1 5 0,-13 1-6 0,18-3 3 16,-18 3-1-16,19-2 5 0,-19 2-6 0,22-1 4 15,-10-1-3-15,0 4 3 0,2-2-6 0,0 3 8 16,-1-3-6-16,0 3 7 0,2 0-7 15,-2 2 7-15,2 0-7 0,-4-1 5 0,0 1-9 0,-2 1 8 16,-1-1-2-16,-2 3 3 0,-1-1-4 0,-1 0 6 16,-3-1-6-16,-3 4 7 0,-2-3-6 0,0 2 2 15,-2 0-3-15,-3 0 5 0,-1 0-5 16,-1 0 7-16,0 0-8 0,-2-2 5 0,2 1-6 16,0-2-3-16,0-1-29 0,1 0-81 0,1-2-93 15,9-3-68-15,-18 1-58 0,18-1-88 0,-16-6-79 0,8-1-303 16,0 0-331-16</inkml:trace>
  <inkml:trace contextRef="#ctx0" brushRef="#br0" timeOffset="44829.98">30298 5429 191 0,'0'0'583'0,"4"-9"-157"16,-1 3-100-16,2 2-68 0,0-2-28 0,5 1 6 0,-2-2 2 16,4 1 2-16,0-2-28 0,2 2-37 0,5-3-35 15,-2-1-26-15,3 2-23 0,1-2-19 0,-2 3-13 16,2-3-13-16,-5 3-11 0,0 3-10 15,-4-4-7-15,2 4-40 0,-5 0-68 0,0 1-63 16,-1-1-57-16,-8 4-75 0,6-5-62 0,-6 5-109 0,0 0-225 16,0 0-189-16</inkml:trace>
  <inkml:trace contextRef="#ctx0" brushRef="#br0" timeOffset="45063.85">30520 5214 351 0,'0'0'511'0,"7"-8"-132"0,-7 8-66 16,12-3-25-16,-12 3 11 0,20-2 11 0,-6 4-1 0,3 2 9 16,5 3 4-16,6 4-38 0,5 6-34 15,1 2-49-15,1 5-26 0,-2 2-50 0,2 3-19 16,2 7-28-16,-9-2-5 0,-3 1-25 0,-2 1 4 16,-2 0-20-16,-6 2-1 0,-2-1-15 0,-5-1-3 0,-6-3-20 15,-3 2-15-15,-3-3-53 0,-7 5-58 0,-4-1-38 16,-2-1-23-16,-7 0-28 0,-1-3-14 0,-6-1-17 15,-1-1-22-15,-7 4-36 0,1-9-75 16,0 0-435-16,-1-1-356 0</inkml:trace>
  <inkml:trace contextRef="#ctx0" brushRef="#br0" timeOffset="45363.6">28629 5740 542 0,'-12'5'715'0,"3"1"-172"0,-2 4-86 0,0 7-78 0,-1 2-61 16,0 4-33-16,1 6-23 0,2 1 8 0,4 4 2 15,-2 8-41-15,4 2-11 0,3 0-50 0,5 5-13 16,3-1-24-16,1 1-26 0,4-2-22 15,6 3-33-15,0-5 15 0,1-6-29 0,5-3 25 16,0-2-21-16,3-5-5 0,2-3-2 0,2-4-11 0,2-4-4 16,1-4-7-16,-1-3-18 0,1-5-1 0,4-3-73 15,-2-1-83-15,0-4-150 0,2-3-122 16,-3 2-125-16,-1-6-166 0,1-7-290 0,-3-1-624 0</inkml:trace>
  <inkml:trace contextRef="#ctx0" brushRef="#br0" timeOffset="48246.6">30698 4693 654 0,'-4'-9'739'0,"1"-2"-151"15,-2 2-123-15,2 2-108 0,-1 0-65 0,2 1-51 16,2 6-15-16,-5-8-7 0,5 8-4 0,0 0 2 15,-4 8-28-15,4-1-29 0,2 3-37 16,0 2-15-16,0 3-30 0,3 2-2 0,2 5-28 0,0-1 2 16,0 1-14-16,0 5 0 0,1-4-19 0,0-1 4 15,-1 0-24-15,0-1-83 0,1-2-153 0,-3 0-143 16,1-4-113-16,-1-2-139 0,-1-3-400 0,0-2-647 16</inkml:trace>
  <inkml:trace contextRef="#ctx0" brushRef="#br0" timeOffset="48580.53">30818 4686 631 0,'0'-10'747'0,"0"10"-168"0,-1-10-127 0,1 10-102 0,0 0-73 16,0 0-25-16,0 0-12 0,0 0-5 0,0 0-24 16,-1 7-23-16,2 0-36 0,0 4-18 0,3 1-34 15,0 1-6-15,0 2-33 0,1-1-3 0,2 0-21 16,0-1 4-16,2-1-17 0,0 1 6 0,1-3 6 15,-1 0-8-15,3-3 8 0,-1-2-22 0,0-3 13 16,0-1-12-16,2-2 6 0,-2-3-19 16,3-3 11-16,-2-2-14 0,-1-1 11 0,3-3-14 15,-5-2 12-15,2-2-9 0,-4-3 5 0,1 2-11 0,-4 2 21 16,0 0-3-16,-2-1 12 0,-2 2-18 0,-1 2 14 16,-2 0-3-16,-1-1 13 0,1 3-17 0,-4 0 13 15,0 3-18-15,-2 1 11 0,0 2-20 0,-3 3 0 16,1 2-4-16,-2 2 4 0,-1 3-10 0,1 2-15 15,-1-1-51-15,4 3-55 0,1 1-87 16,0 0-69-16,5-1-48 0,2-2-74 0,2-7-76 0,5 13-532 16,-5-13-628-16</inkml:trace>
  <inkml:trace contextRef="#ctx0" brushRef="#br0" timeOffset="48897.6">31302 4473 513 0,'7'-7'605'0,"-2"1"-152"0,-3 0-70 15,-2 6-28-15,2-6-22 0,-2 6 9 0,0 0-10 0,0 0-15 16,0 0-48-16,-11 1-36 0,6 6-47 16,2 0-32-16,-1 2-37 0,0 3-8 0,3-1 6 15,0 3 32-15,2-1-31 0,-1 1 20 0,4 1-45 16,0-1 28-16,1-1-39 0,2 0 11 0,1-1-34 16,-1-2 22-16,-1-3-36 0,4 1 23 0,-3-4-34 15,0-1 17-15,-7-3-21 0,17-1 13 0,-8 1-28 0,-1-6 19 16,2-2-28-16,-1-2 1 0,-2-1 0 0,1-2 4 15,0 0 13-15,-2-3-25 0,-2 1 22 16,-2 0-16-16,1-1 39 0,-2 2-14 0,-2 1 7 0,0 1-22 16,-2-1 17-16,-1 3-28 0,-1 1 15 0,-4 1-23 15,2 3 20-15,-2 1-24 0,-3 2 12 16,1 4-29-16,-1 1-4 0,-2 0-64 0,1 3-67 0,2 0-83 16,2 0-87-16,1 1-86 0,2 2-44 15,1-2-107-15,1 1-114 0,4-8-329 0,1 11-618 16</inkml:trace>
  <inkml:trace contextRef="#ctx0" brushRef="#br0" timeOffset="49100.12">31676 4484 907 0,'0'0'781'0,"0"0"-146"0,0 0-109 15,9-2-44-15,-9 2-8 0,0 0-80 0,5-4-35 16,-5 4-70-16,7-5-28 0,-7 5-68 15,11-8-15-15,-3 4-55 0,1-1-11 0,2-3-50 0,4 2 5 16,3-1-25-16,-1-1-48 0,3-1-66 0,-3 1-79 16,2 0-77-16,0-2-83 0,-2 2-138 0,-2 0-94 15,-3 1-128-15,-2-1-408 0,0 0-695 0</inkml:trace>
  <inkml:trace contextRef="#ctx0" brushRef="#br0" timeOffset="49497.14">32067 4223 883 0,'0'0'1025'0,"0"0"-240"0,0 0-172 0,0 0-123 16,0 0-95-16,0 0-62 0,-1-6-44 0,1 6-39 16,6-4-22-16,-6 4-38 0,16 0-32 0,-16 0-35 15,23 3-24-15,-11 0-22 0,1 1-14 0,3 3-13 16,-4 1-9-16,4 0-9 0,-5 3-3 0,1-1-8 15,-2 0 5-15,-2 2 9 0,-1 0 6 16,-2 1 2-16,-2-2 2 0,-3 0-8 0,-3 1 26 0,-2 1-9 16,0 1 9-16,-5-1-16 0,1 0 28 0,-2-3-16 15,0 3 29-15,2-5-9 0,0 1 23 0,3-2 8 16,-2 1 38-16,3-3 20 0,1 0 27 16,4-5-21-16,-6 6-40 0,6-6 9 0,0 0-55 15,15-7-88-15,-2 1 0 0,6-2 0 0,3-3 0 0,6-2 0 16,5-3 0-16,4-1 0 0,0 2 0 0,1-3 0 15,-3 3 0-15,-5 3 0 0,-2-1 0 16,-3 2 0-16,-4 2 0 0,-3 1 0 0,-3 1 0 16,-2 0 0-16,-2 1 0 0,-2 0-60 0,-2 0-162 15,-7 6-98-15,2-6-13 0,-2 6-114 0,-8-4-55 16,8 4-131-16,-20 1-56 0,3 2-129 0,-2 1-503 0,-4 1-924 16</inkml:trace>
  <inkml:trace contextRef="#ctx0" brushRef="#br0" timeOffset="52880.18">18253 11311 183 0,'9'-5'508'0,"-2"-1"-104"0,-1 0-80 0,2 1 3 16,-1-3-62-16,-2-1 3 0,3 2-62 0,0-4 9 0,-1 3-30 16,1-4-7-16,0 1 24 0,1 0-20 0,-3-4-20 15,2 2-10-15,-2 1 15 0,1-2-8 16,-1 0-18-16,-2 0-10 0,0 1-21 0,-3-3-22 0,0 2-13 15,-2-2-17-15,-2-2-9 0,-3 4 3 16,-4-4 7-16,-2 0-13 0,-6-1-2 0,-2 2-3 16,-8-4 38-16,-4 1 0 0,-4 4 3 0,-5-1-2 0,-2 0-15 15,-6 2 7-15,-10-1-4 0,-2 0-6 0,-3 5-12 16,-4-3 7-16,-1 3 3 0,-6 2 14 16,2 1-30-16,1 1 21 0,0 4-28 0,12 1 15 0,3 2-25 15,0 1-3-15,2 2 20 0,3 4-28 0,3 2 21 16,0 3-30-16,5 1 25 0,0 3-3 0,1 2-4 15,-2 3-6-15,-2 5 0 0,-2 2-3 0,3 0-3 16,1 2-1-16,3 1-3 0,3 2-2 0,-2 0 2 16,9-2 0-16,-4 7-27 0,8-4 28 0,-3 6-24 15,4-3 3-15,6 2 31 0,0 1-15 0,1 3 51 16,4 0-3-16,1 0-13 0,6 0-1 0,3 1 14 16,3 1 31-16,8 1 15 0,4-2-10 0,6-1-1 15,12 6-9-15,8-2 20 0,6-3-22 0,9-1 6 16,3-5-5-16,9-3 10 0,5-3-37 0,5-5 30 15,3 1-25-15,7-6 7 0,1 1-6 0,0-8-4 16,2 1-18-16,-5-3 22 0,-2-5-25 0,0 0 17 16,-4-4-27-16,0-1 16 0,-11-6-27 0,1 3 19 15,9-4-23-15,0-4 16 0,1-2-5 0,-3-2-3 16,2-5-4-16,-4-3 0 0,-1-6-1 0,-4-2-7 0,-3-6-3 16,-1-4 0-16,-5-4 0 0,-5-4 0 0,-3-2 0 15,-5-1 0-15,-2 0 0 0,-7-2 0 0,-3 2 0 16,-7-2 0-16,-7 6 0 0,-3 3 0 15,-3-2 0-15,-3 1 0 0,-5 6 0 0,-3-1 0 0,-4-3 0 16,-5 0 0-16,-3 2 0 0,-9 3 0 0,-3 1 0 16,-12-2 0-16,-10 1 0 0,-6 4 0 0,-7 6 0 15,-7 2 0-15,-2 2-53 0,-5 8-186 0,1 0-94 16,-3 4-39-16,0 5-25 0,12 5-82 0,-11 2-116 16,17 4-103-16,-12 2-893 0,19 1-1242 0</inkml:trace>
  <inkml:trace contextRef="#ctx0" brushRef="#br0" timeOffset="80466.87">15390 15174 87 0,'-12'-2'723'0,"12"2"-137"0,-11-1-147 0,11 1-72 0,0 0-99 16,-10-3-47-16,10 3-47 0,0 0 4 0,-11 0-18 16,11 0-6-16,0 0-21 0,0 0-17 0,-8-3-25 15,8 3-18-15,0 0-13 0,5-4-13 0,-5 4-12 16,8-5-6-16,-8 5-4 0,10-7-6 0,-10 7-4 16,10-6-1-16,-10 6 2 0,9-6 10 0,-9 6 16 15,9-4 0-15,-9 4-5 0,4-6-6 0,-4 6-3 16,5-9 4-16,-5 9 4 0,1-7-4 0,-1 7-6 15,2-7-8-15,-2 7 7 0,0 0-15 0,0-8-3 16,0 8-4-16,0 0-7 0,0 0-25 0,0-9-76 16,0 9-125-16,0 0-69 0,0 0-94 0,0 0-123 15,0 0-380-15,0 0-456 0</inkml:trace>
  <inkml:trace contextRef="#ctx0" brushRef="#br0" timeOffset="81364.42">15424 15143 305 0,'0'0'595'0,"0"0"-122"0,-13 2-139 0,13-2-30 0,0 0-62 16,-8 3-4-16,8-3-10 0,0 0 9 0,-2 7-28 15,2-7-7-15,0 0-5 0,1 7-11 0,-1-7-5 16,6 6-18-16,-6-6-13 0,13 3-20 0,-13-3-10 16,14 3-26-16,-14-3-8 0,22-2-16 0,-12 0-5 15,4-2-15-15,-1 0-6 0,2-2-7 0,-3-3-7 16,1 1-5-16,-2-2 2 0,-2-1-4 15,0 1 0-15,1-1-2 0,-6-1 4 0,1 1 12 0,-2 0 0 16,-2 2-8-16,-1-1 0 0,-4 2 4 0,0 1-6 16,-1 0 3-16,-6 3-2 0,-1 1-3 0,-3 4-17 15,-2 1 13-15,-4 5-22 0,1 4 17 0,-4 3-19 16,1 2 20-16,1 5-22 0,4 1 0 0,1 2 22 16,4 1-20-16,3 3 17 0,3-5-19 0,5 2 21 15,2-1-21-15,4-2 28 0,2 0 15 0,5-1 6 16,5-1 1-16,4-2 12 0,2-2-9 0,1-6-9 15,1-3-6-15,3-2 2 0,1-5-44 0,3-1 42 16,2-6-47-16,7-2 46 0,-1-4-48 0,-3-1 0 16,-1-4-6-16,-5 1-23 0,-4-1-47 0,-7 0-35 15,0-3-74-15,-2 1-65 0,-8 1-77 0,-3 0-42 16,-3 1-52-16,-1 1-35 0,-4 1-65 0,-2-1-378 0,-4 2-485 16</inkml:trace>
  <inkml:trace contextRef="#ctx0" brushRef="#br0" timeOffset="81662.21">15283 14805 412 0,'-13'-6'792'0,"2"3"-151"0,3-2-123 0,-1 4-128 0,9 1-79 16,-15-6-55-16,15 6-39 0,-10-4-2 0,10 4-13 15,-7-5-27-15,7 5-32 0,-2-6-33 0,2 6-21 16,6-10-19-16,3 6-19 0,2-4-3 0,2 0-19 16,5-1 0-16,2-3-26 0,0-1-38 0,3 1-70 15,-1-2-88-15,1-1-72 0,-3 0-79 0,-3 2-74 16,-1-1-64-16,0 0-416 0,-2-1-462 0</inkml:trace>
  <inkml:trace contextRef="#ctx0" brushRef="#br0" timeOffset="81944.89">15509 14480 881 0,'0'0'714'0,"2"-11"-149"0,-2 11-124 15,2-11-84-15,1 3-63 0,1 1-7 0,1-3-22 0,1 0 3 16,7 1-51-16,2-4-17 0,4 1-40 16,7 0-14-16,3 0-32 0,2 0-4 0,2 3-34 0,2 1 12 15,1 2-29-15,-2 3 31 0,-3 3-37 0,-2 1-6 16,0 4-5-16,2 2-2 0,-1 0-8 0,-5 6-5 16,-1-1-9-16,-3 2-11 0,-5 1-3 15,-1 2-15-15,-3-1-18 0,-1 3-25 0,-4 0-18 0,0 2-43 16,-4-3-61-16,-1 0-60 0,-2 0-48 0,-2-1-70 15,0-2-30-15,-2-1-54 0,2-3-47 16,-2-3-445-16,-1-1-503 0</inkml:trace>
  <inkml:trace contextRef="#ctx0" brushRef="#br0" timeOffset="82128.58">15971 14427 740 0,'-4'-11'600'0,"3"2"-120"15,-1 1-69-15,1 2-67 0,1 6-33 0,-4-7-4 0,4 7-16 16,0 0-33-16,-14 5-4 0,8 2-46 0,-4 3-31 15,-1 4-36-15,-4 4-13 0,2 4 5 0,-3 0-33 16,0 4-10-16,-2 3-24 0,4-2-6 0,-1 0-11 0,2 1-5 16,4-2-13-16,-3 1-5 0,4 0-20 15,3-5-21-15,1-2-49 0,2 1-93 0,2-4-145 16,3-1-129-16,2-1-202 0,-1-1-513 0,4-5-760 16</inkml:trace>
  <inkml:trace contextRef="#ctx0" brushRef="#br0" timeOffset="82428.03">16569 14669 1409 0,'-3'-7'899'16,"-2"-3"-218"-16,2 2-130 0,2-2-99 0,-1 1-85 0,2-1-72 15,0 1-48-15,2-2-44 0,1 0-7 0,1 0-26 16,2 0-28-16,2 1-24 0,3 1-27 0,2 0-17 16,2 3 8-16,1 2-2 0,3 4 10 0,0 2 1 15,4 2-7-15,0 3-15 0,4 4-14 16,0 3-10-16,-3 0-2 0,6 6-14 0,-6-2 24 0,1 5-43 16,-3-2 28-16,-3 0-48 0,-1-1 21 0,-3-1-84 15,-1-1-8-15,-1-2-100 0,-1-2-25 0,-5-3-69 16,1 1-66-16,-1-4-72 0,-2-1-67 0,-5-7-97 15,6 8-100-15,-6-8-370 0,0 0-666 0</inkml:trace>
  <inkml:trace contextRef="#ctx0" brushRef="#br0" timeOffset="82594.75">16913 14637 154 0,'-12'-7'659'0,"-1"2"-132"0,3 4-112 0,-3 1-22 16,1 3-48-16,-4 1 5 0,0 6 8 0,0 3-14 15,-2-1-36-15,2 8-13 0,-2-1-29 0,4 5-67 16,-2-1-23-16,6 2-35 0,-1-3 2 0,3 1-48 15,2 0 7-15,2-2-47 0,0 1 13 0,-1-2-45 16,5-3-10-16,-1-1-77 0,-1 0-87 0,2-3-155 16,-1-1-136-16,1-1-188 0,0-3-579 0,0-8-817 15</inkml:trace>
  <inkml:trace contextRef="#ctx0" brushRef="#br0" timeOffset="83411.71">16708 14033 267 0,'-4'-6'305'0,"2"0"-92"0,-1 0-36 0,1 2-19 16,-2-2-1-16,1 0-8 0,-1 1-1 0,2 0-19 0,2 5-24 16,-5-10 1-16,1 4 13 0,4 6 6 0,-5-7-2 15,5 7 15-15,-4-7-34 0,4 7 16 16,-4-5-25-16,4 5 26 0,-2-7-15 0,2 7 18 0,0 0-9 16,-3-6 2-16,3 6-24 0,0 0-10 0,0-7-20 15,0 7-6-15,4-7-15 0,-4 7 0 0,6-6-11 16,-6 6 4-16,12-6-10 0,-12 6 4 0,15-6 10 15,-3 5 17-15,0 1 14 0,1 3 4 0,6 0 19 0,-2 1 1 16,2 3 20-16,0 2-13 0,-1 1-2 16,0 3-17-16,-4 1-8 0,-1 0-9 0,-3 2-2 15,-1 1-14-15,-1-2 2 0,-6 2-18 0,2-1-2 16,-4 3-12-16,0-3 3 0,-3 1-12 0,0-2 6 0,-2-1-11 16,0 1 8-16,-1-3-12 0,1 0 5 15,-1-4-16-15,1 0-44 0,-3-1-122 0,8-7-154 16,-9 5-106-16,9-5-128 0,-6-5-541 0,3-2-720 15</inkml:trace>
  <inkml:trace contextRef="#ctx0" brushRef="#br0" timeOffset="83629.71">16993 13816 371 0,'0'0'741'0,"0"0"-149"0,-14 2-83 15,6 2-62-15,1 0-58 0,-2 2-29 0,-1 1-47 16,1-1-27-16,1 2-50 0,-1 0-27 0,3 0-47 15,0 1 3-15,3 2-48 0,-1-3-3 0,2 3-39 16,1 0 3-16,4 3-32 0,1-4 7 0,1 2-25 16,4 1 12-16,2-4-22 0,3 3 7 0,4-4-18 15,3 1 12-15,-1-4-26 0,4-1 3 0,1 0-43 16,-4-3-78-16,1-1-109 0,1 0-98 0,1-1-63 16,-4-3-84-16,0 3-62 0,-2-4-469 0,0 1-615 15</inkml:trace>
  <inkml:trace contextRef="#ctx0" brushRef="#br0" timeOffset="83961.62">15862 15808 1331 0,'-32'18'912'0,"7"-4"-209"0,0 0-97 16,6-4-161-16,3 0-53 0,0-3-128 0,5 1-18 0,2-2-45 16,4 1-35-16,5-7-62 0,1 4 38 0,-1-4-8 15,22 0-12-15,2-4-25 0,18-6-11 0,7-5-14 16,18-8-12-16,6-2-8 0,23-13 1 0,6-3-14 16,6-3-1-16,-1-3-8 0,2-6-43 0,-2 1 46 15,4 0-39-15,-1-2 3 0,-4 2-3 0,-4 2 45 16,-4 2-53-16,-8 4 42 0,-20 9-46 0,-7 3 46 15,-7 3-55-15,-15 8 13 0,-7 0-153 0,-9 4-107 16,-8 5-123-16,-7 2-102 0,-8 5-55 0,-2 5-137 16,-10-9-485-16,-4 11-787 0</inkml:trace>
  <inkml:trace contextRef="#ctx0" brushRef="#br0" timeOffset="84328.87">16515 15961 797 0,'-14'1'856'0,"0"-1"-126"15,4-1-144-15,-1 0-104 0,11 1-73 0,-16-1-83 16,16 1-35-16,-13-1-67 0,13 1 5 0,-11-2-61 16,11 2 21-16,0 0-55 0,-8 4 34 0,8-4-53 0,3 9 72 15,0 1-52-15,4 4 14 0,0 4-69 16,1 2 25-16,4 7-19 0,2 8-5 0,-3 1-7 15,3 3 7-15,-1-1-30 0,1 3 8 0,-1-1-26 16,-2 0 12-16,3 0-3 0,-1-2 11 0,1-1-4 16,-2-3-12-16,-2-5 16 0,3-3 6 0,-3-1 20 15,-1-4 14-15,1-3-10 0,2-1 45 0,-2-3-29 16,7-3 20-16,-3-2-56 0,5-5 28 0,4-3-59 0,5-4 37 16,11-8-53-16,5-2 34 0,3-5-51 0,9-4 33 15,2-3-41-15,-4 1 40 0,-2 0-46 16,-10 5 25-16,-1 0-78 0,-3 1-20 0,-3 2-52 0,-8 1-74 15,-3 3-71-15,-6 2-102 0,1-1-96 0,-6 4-161 16,-3-3-90-16,-5 4-176 0,-3 0-415 0,-5 0-929 16</inkml:trace>
  <inkml:trace contextRef="#ctx0" brushRef="#br0" timeOffset="84794.71">16842 16212 1074 0,'-7'-13'796'0,"-1"1"-169"16,4 2-153-16,2-2-84 0,-1 1-57 0,3 0 1 16,4-2-49-16,1 0 1 0,4 1-75 0,2-2-8 15,6 2-14-15,0 1-24 0,3 2 14 0,1 2-78 16,2 3 26-16,-2 2-75 0,2 2 37 0,-3 2-59 16,1 2 37-16,1 0-59 0,-3 7 47 0,-1-1-12 15,-4 1-15-15,0 1-2 0,-5 0-6 0,0 2-6 16,-3-1 0-16,-2 0 1 0,-4 2 1 0,0-2 5 0,-2 0 12 15,-5 0 5-15,2 2 4 0,-3-3-1 16,2-3 7-16,-2 1 0 0,1-2-5 0,-1-2-1 16,2-1-9-16,6-5 4 0,-13 2-17 0,13-2-3 15,-6-6-2-15,3-1-6 0,3-4-1 0,3-2-38 0,2-2 41 16,2-6-36-16,2 1 40 0,0-1-36 0,3-3 39 16,-3 2-39-16,0 3 42 0,-2 0-5 15,2 0-5-15,0 0 0 0,-5 5 6 0,1 2 29 0,0-1 20 16,0 3-37-16,-1 1 29 0,-1 1-44 0,1 0 37 15,-4 8-36-15,2-7 56 0,-2 7-19 16,0 0 48-16,-1 6-47 0,-2 1 39 0,2 3-23 0,-3 3 32 16,3-1 17-16,-1-1 9 0,1 4 10 0,1-2 8 15,0 0-67-15,3 5-78 0,-2-2 0 0,4-2 0 16,-1 0 0-16,3-2 0 0,-1 1 0 0,4-2 0 16,-1-1 0-16,6-4 0 0,-2 1 0 0,1-4 0 15,2-2-106-15,-2-1-302 0,2-4-98 0,-2 0-121 16,2-5-133-16,-2-1-165 0,0-5-615 0,-4-1-1178 15</inkml:trace>
  <inkml:trace contextRef="#ctx0" brushRef="#br0" timeOffset="87110.83">12305 16842 355 0,'-6'-13'424'0,"2"-3"-51"0,-1 4-59 0,3 2-27 0,-2 0-12 0,1 1-41 0,0-1-45 16,2 4-3-16,1 6 28 0,3-8 14 0,-3 8 14 15,11 0 19-15,2 2-19 0,1 6-4 0,7 6-15 0,2 2-8 16,5 9-43-16,1 3-22 0,-1 2-37 0,2 3-12 15,-4 1-18-15,0 2-13 0,1 2-22 16,-4-1-1-16,0 0-12 0,-1 0-5 0,-2-1-8 0,-3 0-9 16,-1-2-12-16,0-3-38 0,-4-5-67 0,-1-1-100 15,-5-6-145-15,2-2-80 0,-1-3-101 0,-4-5-137 16,-2-2-292-16,-1-7-546 0</inkml:trace>
  <inkml:trace contextRef="#ctx0" brushRef="#br0" timeOffset="87979.02">12230 16834 411 0,'1'-12'473'0,"-1"12"-125"0,4-11-85 0,-1 6-52 0,2-2-17 0,1 0-12 0,2-1-8 0,2 0-11 15,3 0-11-15,0-1-1 0,4 0-16 0,3-1-2 16,0 0-12-16,3 3-5 0,-1 1-19 0,1-1-11 16,-4 5-19-16,-1-1-7 0,1 3-16 0,0 3-7 15,-6 0-10-15,2 4-4 0,-2-1 16 0,-4 4 4 16,1 1 8-16,-5 2-18 0,-1 2 1 0,-2 0-7 15,-4 3-10-15,-3 0-5 0,0 3-5 0,-4 1 1 16,-2 0-3-16,-1-3-7 0,-1 0 22 0,2-1-67 16,-2-1-42-16,3-2-87 0,1-4-41 0,0-1-96 15,1-4-101-15,8-6-439 0,0 0-399 0</inkml:trace>
  <inkml:trace contextRef="#ctx0" brushRef="#br0" timeOffset="88261.86">13121 16093 400 0,'1'-12'850'0,"-4"2"-179"0,1 0-125 0,-6 3-104 16,-1 1-58-16,-1 4-53 0,-3 2-49 0,-6 3-47 16,0 4-28-16,-3 9-34 0,-6 5-26 0,3 9-15 15,-1 3-29-15,-1 16-9 0,2 2-26 0,5 5-5 16,5 4-17-16,4 1 18 0,4-7-23 0,6 3 16 15,5 10 26-15,3-3-45 0,5 0 13 0,6-5-29 0,5-3 15 16,2-4 4-16,6-3 21 0,2-6 8 0,3-4-8 16,-3-9-13-16,3-6-9 0,4-4-9 0,2-4-5 15,0-6-4-15,3-4-7 0,-4-7-34 0,6-4 5 16,2-5-63-16,-3-4-42 0,0-2-64 0,-4-4-118 16,-3-1-159-16,-7-4-82 0,-2-2-155 0,-7-1-422 15,-3-3-734-15</inkml:trace>
  <inkml:trace contextRef="#ctx0" brushRef="#br0" timeOffset="91327.7">13144 16739 466 0,'-4'-6'524'0,"-2"0"-109"0,2 2-62 0,0-1-29 0,0-2-23 0,0 2-24 0,4 5-31 0,-2-11-31 15,2 3-34-15,1 2-29 0,0-2-32 0,4 0-17 0,2-2-20 16,4 1-4-16,1 0 2 0,4-2-17 15,1 3-7-15,2-1-10 0,2 4 4 0,-2-1-5 0,0 3 10 16,0 1-28-16,0 2-5 0,-2 2 0 0,1 1 5 16,-2 3 13-16,0-1 2 0,-2 4 0 0,-3 0-5 15,-3 1 2-15,0 3-13 0,-3 0 5 0,-3 3-13 16,-2-3 2-16,-1 3 0 0,-4-1 6 0,0 2-9 16,-2-1 0-16,0 1-9 0,0-4 9 0,-3-1-5 15,4-1 10-15,-2-3 7 0,3 1-5 0,-1-5 3 16,6-4-14-16,-9 5 7 0,9-5-12 0,-6-6 4 15,5-1-10-15,2-2 7 0,2-4-9 0,0-3 8 16,2-4-13-16,2-1 10 0,-3-4 0 0,3-2-1 0,-1-3-1 16,-1 0-1-16,-1 5 3 0,2 0-9 15,-3 5 18-15,-2 1 7 0,2 2 22 0,-1 3-6 16,0 2 18-16,-1 0-16 0,-1 4 13 0,0 8-13 16,1-9 15-16,-1 9-17 0,0 0 0 0,0 11-23 15,0 0 27-15,0 1-35 0,3 3 15 0,-1 2-25 16,2 1 22-16,0-1-25 0,2 1 25 0,3-1-25 0,-5 1-1 15,5-5 6-15,0 1-6 0,0-2-14 0,1-1-51 16,2-4-97-16,0-2-181 0,0-3-137 0,2-4-183 16,0-3-507-16,0-2-789 0</inkml:trace>
  <inkml:trace contextRef="#ctx0" brushRef="#br0" timeOffset="91480.59">13672 16254 197 0,'-2'-11'766'0,"2"11"-185"0,-2-5-124 0,2 5-81 0,-5-4-76 0,5 4-39 0,0 0-55 0,-8-4-34 16,8 4-41-16,0 0-28 0,-8 4-27 0,8-4-60 15,-1 7-150-15,1-7-162 0,0 13-168 0,3-8-402 16,-1 1-415-16</inkml:trace>
  <inkml:trace contextRef="#ctx0" brushRef="#br0" timeOffset="91678.09">13821 16476 289 0,'9'4'891'16,"-9"-4"-215"-16,12 6-133 0,-12-6-76 0,11 5-40 15,-6-2-45-15,2 1-50 0,-1 2-22 0,3-1-80 16,-1 2-27-16,-1 0-54 0,1 3-11 0,2 0-45 0,-1 2 1 16,0 1-40-16,1 0 8 0,-2 5-33 0,-2-3 14 15,2 2-36-15,-2 1-60 0,-2-1-84 16,-1 1-107-16,-2 0-123 0,-2-2-74 0,-2 0-138 0,-1 0-548 15,-2-4-743-15</inkml:trace>
  <inkml:trace contextRef="#ctx0" brushRef="#br0" timeOffset="92063.38">14178 16159 249 0,'-14'-5'790'0,"6"0"-143"0,-1 1-111 15,1-1-80-15,2 0-31 0,-2-1-35 0,1 0-26 0,2 0-42 16,-2 0-44-16,3 0-66 0,2 1-12 15,-1-2-57-15,3 7-5 0,0-10-52 0,5 4 9 16,-1 1-45-16,5 0 10 0,4 3-32 0,2-1 31 16,3 6-36-16,0-1 32 0,5 3-44 0,1 0 29 15,-1 3-5-15,-1 0-8 0,6 3 0 0,-5 0 2 16,-1 0-12-16,-3-1-10 0,0 2-24 0,0 1-27 16,-5-1-10-16,2-1-54 0,-6 1-30 0,-1-2-58 0,-4 1-59 15,1-3-63-15,-4 2-37 0,-2-3-28 0,-2 0-2 16,-3-2 8-16,2 0 5 0,3-5 25 0,-11 3 5 15,11-3 15-15,-15-2 32 0,9-2-174 0,-1-3 53 16</inkml:trace>
  <inkml:trace contextRef="#ctx0" brushRef="#br0" timeOffset="92183.44">14376 16196 907 0,'-5'-13'195'0,"-2"1"37"0,4 3 36 0,0 1 9 15,-1-1-18-15,3 1-54 0,-2 2-22 0,3 6 58 16,-2-5 45-16,2 5 2 0,0 0-5 0,1 8-33 16,0 0-11-16,-1 2-39 0,0 3-33 0,0 3-40 15,0 3-18-15,0 0-31 0,-2 0-9 0,0 3-19 16,1-2-2-16,0-1-21 0,-1 0-11 0,1 0-77 15,1-1-130-15,-1-1-165 0,0-5-152 0,1-2-718 16,0-2-835-16</inkml:trace>
  <inkml:trace contextRef="#ctx0" brushRef="#br0" timeOffset="92445.33">14256 15619 1231 0,'-3'-13'944'16,"2"5"-222"-16,1 1-157 0,0 7-102 0,1-8-97 0,-1 8-80 16,9 3-39-16,6 1-19 0,2 6-21 15,9 2-33-15,7 9-32 0,5 1-23 0,9 6-25 16,1 3-21-16,0 3-17 0,-3-1-8 0,-3 4-9 16,-2 1-9-16,-4 4-45 0,-4 0 39 0,-10-3-4 15,-1 0 7-15,-7 5-21 0,-5 0 9 0,-3-1-27 16,-6-2 20-16,-6 5-55 0,-2-2-17 0,-2-1-57 0,-4-3-40 15,1-2-68-15,-3-3-63 0,3-7-85 0,1-5-45 16,1 0-95-16,2-4-112 0,1-7-385 16,1-4-619-16</inkml:trace>
  <inkml:trace contextRef="#ctx0" brushRef="#br0" timeOffset="92699.69">14970 15987 1373 0,'0'0'861'0,"-6"-7"-198"15,6 7-126-15,-7-4-99 0,7 4-66 0,-6-7-35 16,6 7-31-16,-4-4-8 0,4 4-18 0,0 0-35 16,-1-9-44-16,1 9-33 0,12-8-36 0,0 1-29 15,3-3-21-15,2 2-22 0,2-3-34 0,2 3-54 0,-1-3-78 16,-1 1-54-16,-1 0-52 0,1 2-72 15,-5 2-65-15,-1 1-74 0,-1-1-30 0,-6 1-8 16,-6 5-10-16,10-1 14 0,-10 1 18 0,0 0 9 16,0 6-270-16,-7 0-208 0</inkml:trace>
  <inkml:trace contextRef="#ctx0" brushRef="#br0" timeOffset="92844.74">15080 15942 791 0,'-13'13'158'0,"2"-2"10"0,0 0 24 0,0-1-13 16,3 1 27-16,1-3-10 0,-1 1 49 0,4-1 27 15,-1-2 29-15,5-6 18 0,-3 8 8 0,3-8-40 0,6 5-41 16,-6-5-33-16,16-5-31 0,-4 2-39 0,4-1-26 15,2-6-24-15,4 2-19 0,2-5-13 0,2 1-15 16,-3-1-10-16,1-1-12 0,-2 1-75 0,-4 1-182 16,0 0-171-16,-7 1-267 0,-1 1-429 0,-5 1-716 15</inkml:trace>
  <inkml:trace contextRef="#ctx0" brushRef="#br0" timeOffset="95528.67">18697 15037 1103 0,'-5'-4'751'0,"5"4"-161"0,-8-8-141 0,8 8-91 0,-6-7-52 0,6 7-52 0,-3-6-36 16,3 6-35-16,6-8-24 0,1 2-36 0,2 1-27 15,2-3-17-15,6 2-16 0,3-5-13 0,5 1-12 16,1-1-22-16,5-1-7 0,4-1-20 16,2-1-33-16,-7 3-48 0,-2 1-57 0,-4 0-70 0,-4 4-89 15,-6 1-54-15,-3 2-59 0,-11 3-61 0,0 0-386 16,0 0-420-16</inkml:trace>
  <inkml:trace contextRef="#ctx0" brushRef="#br0" timeOffset="95678.86">18652 15221 6 0,'-3'4'820'0,"3"-4"-191"0,0 0-130 0,4 7-66 0,-4-7-90 16,18-3-56-16,-1-1-41 0,6-2-42 0,7-2-26 15,7-3-34-15,7-2-28 0,3-2-26 0,13-2-16 16,2-3-15-16,0 0-22 0,2-4-66 15,1 1-138-15,-1-2-112 0,-2-3-172 0,-2-1-560 0,-3 1-616 16</inkml:trace>
  <inkml:trace contextRef="#ctx0" brushRef="#br0" timeOffset="96149.13">20172 14630 1403 0,'-7'-3'904'0,"7"3"-219"16,-11-6-142-16,11 6-109 0,-9-5-91 0,9 5-76 16,0 0-49-16,0 0-46 0,0 0-32 0,-3 8-29 15,3-8-22-15,9 7-19 0,-1-2-13 0,-2 0-6 16,3 0-7-16,0-2-5 0,1 0 2 0,-1-1 2 15,0 1 8-15,-9-3-1 0,19-3-8 0,-8-2-5 16,-1 0-3-16,1-5-9 0,-2 1 5 0,-1-2-23 16,1-3 23-16,-3 1-23 0,-2-1 12 0,-1-1-5 15,-3 2-5-15,-3-2 2 0,-1 1-5 0,-5 1-2 16,-2 1 0-16,-3 1 0 0,-3 2-1 0,-1 2 0 16,-2 5-2-16,-3 2 2 0,-4 3-1 0,-1 7 2 15,-7 6-10-15,5 5 12 0,0 4-1 0,5 6 44 16,2 3-50-16,4 1 58 0,3 1-45 0,5 2 65 15,4-6 15-15,5 0 0 0,2-3-34 0,4 1 48 0,3-1-30 16,6-3 29-16,1-3-35 0,6-1 25 0,5-4-54 16,2-4 29-16,3-3-49 0,2-4 31 0,4-5-42 15,4-2 36-15,6-4-45 0,-2-4 32 0,2-3-43 16,-2-3 33-16,-4 0-49 0,-1-3 13 16,-6-1-113-16,-3-2-35 0,-10 2-94 0,-1-1-55 15,-6 0-118-15,-4 3-130 0,-5 1-91 0,-3 2-200 0,-5-3-367 16,-2 4-826-16</inkml:trace>
  <inkml:trace contextRef="#ctx0" brushRef="#br0" timeOffset="97027.61">18946 13609 818 0,'-17'3'747'0,"-1"-1"-113"0,6-2-132 0,-2 0-110 0,3 0-67 15,-1 2-33-15,12-2-3 0,-17 0-12 0,17 0-28 16,-8-2-31-16,8 2-28 0,3-6-22 0,7 0-38 15,7 1-19-15,8-5-23 0,15-4-17 0,2 0-7 16,5-2-17-16,13-4-8 0,-3 1-9 0,1-2-5 16,1 2-2-16,-4 0-10 0,-8 4 2 0,-4-1-12 15,-4 2-6-15,-3 0-17 0,-8 4-19 0,-6 0-50 16,-2 2-82-16,-7 0-93 0,-1 1-80 0,-4 0-68 16,-4 2-84-16,-4 5-91 0,-2-7-453 0,2 7-654 15</inkml:trace>
  <inkml:trace contextRef="#ctx0" brushRef="#br0" timeOffset="100198.29">20041 13430 665 0,'5'-8'560'0,"-2"4"-130"15,-3 4-82-15,4-9-41 0,-4 9-41 0,0 0-8 0,0 0-16 16,0 0-18-16,0 0-19 0,-3 6-30 0,-1 1-29 15,-1 2-26-15,1 1-20 0,-2 2-25 0,2 1-6 16,-2 1-21-16,1 0 1 0,-2 1-15 16,3-1 13-16,-3 0-13 0,2 1-2 0,1-3-10 0,0-1-3 15,0 0-2-15,0-3-7 0,2 0 3 0,0 1 2 16,-3-4 8-16,4 1 10 0,1-6 5 0,-4 12 9 16,4-12-6-16,0 6-7 0,0-6-7 0,0 0-3 15,17 0-5-15,-7-3-5 0,4 0-1 0,0-3-7 16,5 0 6-16,1 0-10 0,1-2 6 0,2 2-3 15,7-2 7-15,-7 3-5 0,1-1 5 0,0 1-1 16,2 2 8-16,-1 0 3 0,-4 1 6 0,-1 2-9 16,2 1 4-16,-4 3-13 0,0-1 9 0,-3 3-5 15,2 3-2-15,-4 0-5 0,-1 1 6 0,-2 2-1 16,-2 0-5-16,0 4 3 0,-3-2 1 0,-3 2-3 16,0 0 3-16,-4 0-1 0,0 1 5 0,-3 1-2 15,-3-1-2-15,-1 2 7 0,-4-2 1 0,-1-1 9 16,0-1-20-16,-2-2 13 0,0 0-21 0,-3-2 8 15,0-3-44-15,4-2-61 0,-4-1-109 0,2-4-143 0,-2-2-104 16,3-1-171-16,-5-5-487 0,2-2-726 0</inkml:trace>
  <inkml:trace contextRef="#ctx0" brushRef="#br0" timeOffset="100378.24">20069 13573 93 0,'9'-11'748'0,"0"1"-161"0,1 1-132 16,-1-2-26-16,2 1-6 0,1 0 3 0,2-2-25 15,4 1-34-15,-1-3-62 0,5 0-63 0,2-3-50 16,8-2-30-16,1-1-39 0,2 1 3 0,2-1-48 16,1 1 7-16,0 2-42 0,1 1 15 0,-4-3-37 15,1 3-7-15,-2-2-10 0,-6 5-22 0,-3 0-97 16,-2-1-177-16,-7 1-140 0,-5 2-203 0,-6 1-592 16,-5 1-835-16</inkml:trace>
  <inkml:trace contextRef="#ctx0" brushRef="#br0" timeOffset="107428.3">22499 14058 76 0,'-3'-8'604'0,"3"8"-172"0,0 0-107 0,-5 6-52 0,1 3 6 0,-1 1 12 16,1 4-50-16,-3 4-20 0,-2 2-2 0,1 1-31 16,0 3-2-16,1-2-24 0,-1 0-28 15,0 2-19-15,3-3-16 0,-1 0 10 0,-2-2-19 0,4-4-12 16,1 0 13-16,-1-3 14 0,1-2 6 0,1 1 6 16,0-6-19-16,2-5-10 0,4 8-24 15,-4-8-7-15,19-5-21 0,-5-1 3 0,7-5-8 0,4-3-5 16,0-2-5-16,2-1-5 0,1-2 1 0,2-1-9 15,2 0-1-15,-1 3-1 0,-3 1-4 0,0 6 2 16,0 1-4-16,-2 3 3 0,-1 4-4 0,-5 2 1 16,3 4-1-16,-2 2 2 0,-1 5-2 0,-1 1 0 15,-4 3-2-15,2 6-5 0,-6-3 9 0,0 1-5 16,-3 1 6-16,-3 1-5 0,-1-4 1 0,-2 1 1 16,-2 0-1-16,-2-2 2 0,-3 1 2 0,0 0 5 15,-5-3-8-15,-4 1 8 0,-2-2-11 0,-3-1-2 16,-5 0-20-16,-3-1-59 0,-1-5-97 0,2 1-120 15,-2-3-78-15,-1-3-141 0,1-2-592 0,-2-2-728 16</inkml:trace>
  <inkml:trace contextRef="#ctx0" brushRef="#br0" timeOffset="107644.29">22320 14199 394 0,'4'-8'757'0,"1"-2"-142"16,1 1-112-16,-1 1-77 0,4-3-33 0,0 1-20 15,1 0-39-15,7-3-44 0,0 0-39 16,7-3-55-16,1 2-47 0,7-5-17 0,4 1-28 16,-1 0-7-16,4 1-36 0,0-1 9 0,-1 0-33 0,-1 1 7 15,1 0-23-15,-2 0-5 0,-8 5-2 0,0 0-12 16,-3 1 0-16,-5 1-27 0,-2 1-120 0,-6 3-139 16,-3-1-104-16,-6 2-119 0,-3 5-116 15,-1-7-409-15,1 7-644 0</inkml:trace>
  <inkml:trace contextRef="#ctx0" brushRef="#br0" timeOffset="116544.97">22646 13516 301 0,'-5'-7'367'0,"5"7"-60"0,-7-7-64 0,7 7-15 15,-5-6-23-15,5 6-16 0,-6-7-19 0,6 7-28 0,-8-6-23 16,8 6-24-16,-4-6-10 0,4 6-8 0,-5-5 2 16,5 5 0-16,0 0 1 0,-5-7 2 0,5 7-4 15,0 0-8-15,-5-7-1 0,5 7-9 0,-4-6 0 16,4 6 3-16,-6-6 13 0,6 6 3 0,-5-7 5 16,5 7 2-16,-7-8 5 0,7 8-17 0,-2-9-9 15,2 9-8-15,-2-8-9 0,2 8-10 0,0-10 0 16,0 10-10-16,7-9-6 0,-1 5-7 0,4-1 0 15,-1 3-3-15,0 0-2 0,4 0-3 0,-13 2 0 16,22 2-2-16,-10 0-1 0,0 1-2 0,-2 3-1 16,3 1 3-16,-3 1-2 0,-1 2 4 0,0-1-5 15,-1 3 6-15,-2-2 6 0,-2 0 2 0,2 2 10 16,-4-2 5-16,-1 0 12 0,-2 1 6 0,1 1-6 16,-2-3-1-16,-3 1 6 0,3 0 7 0,-1-2 7 15,1-1 10-15,-1-1-5 0,1 0 15 0,0 0-15 0,2-6 0 16,-5 10-11-16,5-10 12 0,-3 8-23 15,3-8 16-15,-1 6-21 0,1-6 8 0,0 0-25 16,0 0 11-16,11 2-22 0,-2-5 17 0,3 1-22 0,2-5 13 16,7 0-10-16,-2-3 18 0,4 1-19 15,4-4 17-15,1-1-24 0,5-2 36 0,4-3-28 16,0 0 23-16,4-2-24 0,-1 0 21 0,-1 2-21 16,0 0 23-16,-5 2-30 0,-6 3 28 0,-5 3-38 15,-2 2 24-15,-5-2-48 0,-3 6-24 0,-4-1-55 0,-9 6-62 16,4-5-102-16,-4 5-109 0,-13 2-93 0,-5 4-177 15,-4 0-413-15,-7 5-684 0</inkml:trace>
  <inkml:trace contextRef="#ctx0" brushRef="#br0" timeOffset="117161.41">21333 15374 598 0,'-23'-1'521'0,"3"2"-145"16,-2 0-43-16,-5 3-20 0,2-1-26 0,-2 2-23 0,-3 2 4 16,1 3-20-16,2-1-39 0,-1 2-30 15,0 2-13-15,4 2-1 0,-2-1-11 0,3 1-16 0,4-3-16 16,2 0-18-16,2-4 9 0,6 2-7 0,1-3 5 16,6 0-1-16,2-7 2 0,6 9-1 15,7-7-17-15,10-5-13 0,10-4-10 0,16-2-30 0,15-8 25 16,7-4-23-16,8-2 62 0,21-8-49 0,4-2 0 15,4-5 12-15,0-1 27 0,5-1 8 0,6-6 41 16,3 3-41-16,0-3 39 0,0-1-42 0,-3 0 15 16,-3 1-52-16,-2 0 19 0,-3 1-34 0,-4 1 28 15,-3 3-48-15,-6 4 27 0,-20 7-44 0,1 2 0 16,-10 5-4-16,-5 1-4 0,-6 3-11 0,-15 6-24 16,-5-1-55-16,-8 5-94 0,-11 4-31 0,-4 0-28 15,-15 5-60-15,0 0-96 0,0 0-92 0,-10 6-95 16,-12 1-132-16,-15 4-459 0,-10 2-784 0</inkml:trace>
  <inkml:trace contextRef="#ctx0" brushRef="#br0" timeOffset="117543.36">21892 15349 898 0,'0'0'825'0,"0"0"-139"16,-13-1-170-16,13 1-102 0,0 0-86 0,0 0-63 16,-4 7-48-16,4-7-23 0,5 13-27 0,3-1-12 0,-2 2-8 15,3 5-24-15,3 5-19 0,-1 4-6 16,0 1-5-16,1 7-13 0,2 2 6 0,0-1 4 0,-2-1-14 16,-1 2-45-16,2-1 72 0,0-1-56 0,-2-1 48 15,0-6-60-15,-2 3 3 0,1-6 63 0,-1 2-56 16,-2-1 40-16,1-6-16 0,2 2 73 15,-2-3-27-15,0-1-20 0,2-1 12 0,1 0 34 16,2-4 2-16,4-1-55 0,1-1 37 0,5-2-60 0,2-3 30 16,6-6-56-16,1 0 25 0,6-3-48 0,8-4 34 15,0-1-47-15,-1-5 40 0,-2 0-47 0,2-3 41 16,-4-3-43-16,-3-1 26 0,-2 0-54 0,-1-1 21 16,-6-1-76-16,-5 3-19 0,-1 2-96 15,-9 0-17-15,2 1-79 0,-5 2-33 0,-6 1-76 0,0 1-87 16,-3 2-34-16,-4-1-62 0,-3 4-66 0,0-4-471 15,-2 3-743-15</inkml:trace>
  <inkml:trace contextRef="#ctx0" brushRef="#br0" timeOffset="117910.08">22421 15612 779 0,'-9'-14'771'0,"0"2"-155"16,3-1-113-16,-1 2-74 0,2 3-32 0,1-3-38 15,0 3-44-15,3 2-57 0,1-4-18 0,3 3-63 0,0 1 1 16,5 0-60-16,2 2 12 0,3-1-58 16,1 5 19-16,3-1-48 0,0 2 19 0,0 1-12 15,1 4-9-15,-2 0-9 0,-2 1-8 0,0 3-6 0,-3 0-3 16,1-1 7-16,-5 4 16 0,0-2 27 0,-1 3 7 16,-3-4 9-16,-2 3 6 0,-1-3-6 15,-1 3-8-15,-2-1-5 0,2 0-7 0,-2-2-3 0,1-1 2 16,-1 2-11-16,1-4-9 0,0-2-1 0,0 2-4 15,-1-1 14-15,3-6 33 0,-1 11 27 0,1-11 24 16,-1 6-9-16,1-6-21 0,0 0-16 0,10-3-18 16,0 0-12-16,3-4-8 0,4-3-52 0,4-1 36 15,2-3-43-15,5-1 41 0,2-3-45 0,0-1 41 16,2 0-53-16,-2-1 30 0,-6 4-72 0,0-1-36 16,-1 3-124-16,0 0-26 0,-6 1-73 0,-1 1-73 15,-4 2-133-15,2-1-84 0,-6 1-139 0,-2 3-598 16,-3-2-955-16</inkml:trace>
  <inkml:trace contextRef="#ctx0" brushRef="#br0" timeOffset="118359.75">24356 14196 634 0,'-8'-5'836'0,"-1"1"-165"0,5 0-157 15,4 4-113-15,-10-6-77 0,10 6-67 0,-8-7-49 16,8 7-23-16,0 0-23 0,3-6-18 0,-3 6-31 15,15-3-24-15,-1 1-16 0,2 1-16 0,5 1-10 16,4-3-10-16,0 0-9 0,3 0-9 0,3 0-14 0,2 0-39 16,2-1-107-16,-3-1-113 0,-7-1-91 15,1 1-104-15,-4 0-118 0,-5-2-377 0,-4 1-525 16</inkml:trace>
  <inkml:trace contextRef="#ctx0" brushRef="#br0" timeOffset="118526.22">24250 14464 270 0,'-5'11'795'0,"1"-3"-197"0,1-1-124 0,3-7-62 0,5 7-66 15,-5-7-53-15,21 2-48 0,-5-2-41 16,9-2-20-16,4-2-37 0,7-2-32 0,7-1-40 16,6-1-30-16,3-5-105 0,-1 1-165 0,12-2-115 0,-2-5-187 15,-2-2-428-15,-4-3-540 0</inkml:trace>
  <inkml:trace contextRef="#ctx0" brushRef="#br0" timeOffset="118826.56">25409 13854 590 0,'-3'-9'789'0,"-2"3"-149"0,-3 0-103 0,-2 2-84 16,-1 2-54-16,-3 2-46 0,1 2-51 0,-4 4-13 15,3 3-67-15,-1 2-22 0,2 4-61 0,1 4-4 16,4 0-48-16,3 1 8 0,3-1-44 0,4 3 16 15,1-1-22-15,6 0 31 0,0-2-49 0,2-2 32 16,2 0-42-16,3-4 35 0,0-3-24 0,1-1 4 16,2-4-41-16,0-3 38 0,-1-2-41 0,0-2 43 15,3-5-46-15,-1-2 43 0,-1-2-42 0,-1-4 35 16,0-1-37-16,-5-2 41 0,-2-1-40 0,-2-2 8 16,-5 0 5-16,0-2 10 0,-5 4 2 0,-2-3 4 15,-1 2 1-15,-5 1-1 0,-3 1-6 0,-4 1-2 16,-2 3-2-16,-3 4-17 0,-2 2-27 0,-3 3-26 15,-2 3-47-15,-1 4-74 0,-2 3-104 0,0 5-96 0,3 2-150 16,3 2-206-16,5 2-328 0,5-1-687 16</inkml:trace>
  <inkml:trace contextRef="#ctx0" brushRef="#br0" timeOffset="118993.7">25760 13845 936 0,'7'-11'764'16,"-5"0"-155"-16,1 2-146 0,-1 0-85 0,0 1-78 16,-2 1-57-16,0 7-57 0,0-13-60 0,0 13-88 15,0-11-117-15,0 11-121 0,-2-5-102 16,2 5-139-16,0 0-505 0,0 0-528 0</inkml:trace>
  <inkml:trace contextRef="#ctx0" brushRef="#br0" timeOffset="119326.58">26052 13546 885 0,'0'0'768'0,"5"-7"-135"0,-5 7-107 15,0 0-53-15,0 0-43 0,-4-6-66 0,4 6-20 16,-10 3-97-16,1 2-11 0,2 1-62 0,-2 2 8 16,0 2-77-16,2 2-16 0,0 0 20 0,4 1-17 15,0 1-15-15,3 1 14 0,1 1-13 0,3-1-8 16,3-1-1-16,1 0 3 0,1-1-12 0,2-2-2 15,1 1 10-15,-1-2-5 0,1-3-8 0,4-1-11 16,-1-3-7-16,-1 0-8 0,0-2-5 0,0-2-4 16,3-2-1-16,-2-2 1 0,-1-1-12 0,0-2 0 15,-3-1-4-15,-1-1-2 0,-1-2-3 0,-4-1 34 16,-3-3-45-16,0 2 38 0,-4-2-42 0,-3 1 38 16,-2 1-40-16,-4-3 36 0,-3 3-39 0,-5 1 38 15,-4 1-48-15,-4 1 31 0,4 4-69 0,-5 2 12 16,1 3-83-16,2 2-9 0,1 1-53 0,2 1-36 15,0 3-55-15,4 2-85 0,5 0-88 0,4 0-97 16,2 1-93-16,6-1-418 0,3-1-690 0</inkml:trace>
  <inkml:trace contextRef="#ctx0" brushRef="#br0" timeOffset="119743.98">26384 13483 509 0,'22'-17'599'0,"-1"1"-74"16,-4 3-38-16,0-2-82 0,-2 1-38 0,-2-1-42 0,-2 1-46 15,1 1-34-15,-6 2-46 0,2-1-38 16,-4 2-33-16,-3-1-24 0,-1 3-25 16,-4-1-16-16,0 0-15 0,-2 2-4 0,-2 1-6 0,-3 1-5 15,0 2-4-15,1 1-3 0,-4 1-4 0,14 1-7 16,-22 1-1-16,10 1-4 0,1 0-2 0,1 0 1 16,1 2-3-16,0 2-2 0,3-2 2 0,1 0 1 15,0 2-3-15,3 2 3 0,2-1 0 0,3 2-3 16,2 0 3-16,0 1-3 0,3 1 0 0,2-2-1 15,0 3-1-15,2 0-2 0,1 0 1 0,2 0 0 16,-2 0 3-16,3 1-5 0,-3-2-2 0,0 1 6 16,-3-2-6-16,0 1 2 0,0-3 1 0,-2 3-1 15,-3-4 2-15,-1 0 0 0,-1 2 1 0,-3-2-1 16,-1 0-2-16,-5-1 3 0,-1 1-3 0,-2-2 3 16,-3 0-2-16,-1-2 3 0,-2 2 0 0,-2-3 29 15,1-1 3-15,-1 2 33 0,1-3-5 0,0-1 45 16,2-1-34-16,0 0 52 0,1 0-60 0,3-3 25 15,1 0-40-15,0-1 28 0,7-2-56 0,1 0 38 16,3-2-53-16,6-1 38 0,2-1-49 0,4-3 35 16,5-2-47-16,3 1 39 0,0-1-44 0,-1 1 41 15,2 1-43-15,-1 0 3 0,-5 1-83 0,0 1-98 16,0 0-136-16,-3 1-132 0,0 1-161 0,-2-1-649 16,-2 2-886-16</inkml:trace>
  <inkml:trace contextRef="#ctx0" brushRef="#br0" timeOffset="120166.53">27451 13116 462 0,'19'-4'941'0,"-5"2"-219"0,-2 0-121 0,-1-1-105 15,-11 3-36-15,14-1-68 0,-14 1-63 0,0 0-31 0,-5 6 3 16,-5-1-100-16,-8 5 11 0,-9-1-78 15,-10 5 17-15,-4 3-64 0,-5 1 21 0,0-2-58 0,0 1 31 16,-1 1-15-16,2-1-3 0,3-3-11 16,1 1-5-16,5 0-8 0,6-2-8 0,2-5-12 15,5 3 7-15,3-5 4 0,4 1 35 0,-1-1 25 0,4-2 35 16,3-1-24-16,10-3 7 0,-16-1-50 16,9-4 29-16,5 1-50 0,-2-6 25 0,4-1-47 15,2-3 32-15,2-5-50 0,4-2 32 0,3-6-41 0,0-2 3 16,3-3 3-16,2-2 4 0,0 2 2 0,-1 7-2 15,-1 0 3-15,1 2-1 0,-3 4 2 16,-1 5-2-16,-2-1-5 0,-2 3-1 0,0 4 0 16,2 5 6-16,-9 3 23 0,17 1 11 0,-6 7-12 15,2 8 31-15,-1 5 25 0,2 7-10 0,1 6 4 0,0 3 61 16,0 3-56-16,0-1-10 0,0 2-2 0,2-1-12 16,-2 0-13-16,3-2-9 0,-3 2-4 0,3-6-6 15,-2-2-38-15,-1-5-63 0,-4-2-112 0,3-2-140 16,-6-5-96-16,1-1-170 0,-1-3-205 15,-3-3-962-15,-3-2-1458 0</inkml:trace>
  <inkml:trace contextRef="#ctx0" brushRef="#br0" timeOffset="121959.98">19238 11451 244 0,'3'-8'681'0,"-3"1"-104"0,1-1-85 0,1 2-56 0,-2 6-56 0,1-11-49 0,-1 11-32 15,1-10-29-15,-1 10-53 0,0-7-25 0,0 7-51 16,2-7-14-16,-2 7-7 0,0 0 29 0,0 0-35 16,0 0-7-16,0 0-17 0,0 0 13 0,9 3-9 15,-9-3-2-15,8 7 0 0,-8-7-2 0,9 7 4 16,-9-7-1-16,12 10 6 0,-3-7-2 0,0-1-8 15,2 0-4-15,1-1-6 0,1 0-7 0,1-2 4 0,5 0-15 16,1-2-1-16,2-4-4 0,2-1-11 0,3-3 21 16,1-2-39-16,5-4 25 0,1-4-36 15,-2-1 30-15,0-4-9 0,1-2-4 0,6-8-9 16,0-2-7-16,-1-3-3 0,2-2-3 0,0 0-1 0,1-4-3 16,3 1-31-16,1 1 39 0,1-3-35 15,2 4 32-15,-2 0-32 0,4 3 31 0,0-1-8 0,-1 5-9 16,-2 2-3-16,-4 3-16 0,-7 7-17 15,-4 6-49-15,-6 3-72 0,-5 1-97 0,-2 6-110 0,-8 2-64 16,-5 2-27-16,-6 5-62 0,0 0-135 0,-9 5-518 16,-6 1-786-16</inkml:trace>
  <inkml:trace contextRef="#ctx0" brushRef="#br0" timeOffset="123061.59">12805 14943 227 0,'5'6'732'0,"-5"-6"-164"0,0 0-108 0,-1 10-83 0,1-10-79 15,-4 13-47-15,4-5-33 0,0 2-24 0,0 1 6 16,3 0 5-16,-1 0-3 0,2 2-13 0,4-2-6 15,1 1-10-15,1 0-14 0,0-3 15 0,3-1-32 16,1-2 3-16,2-3 15 0,3-1 15 0,2-4-59 16,2-4 18-16,9-6-71 0,5-6 37 0,3-6-66 15,8-5 46-15,5-6-57 0,-1-4 43 0,3-4-50 16,3-2 0-16,12-12-2 0,3-1 4 0,1-5-4 16,3 3-5-16,3-8 38 0,1 0-53 0,0 0 44 15,1 0-55-15,-3 4 48 0,-4 4-55 0,-18 17-15 16,-7 3-16-16,-4 8-31 0,-14 6-64 0,-3 5-64 15,-8 8-93-15,-9 3-80 0,-4 5-73 0,-8 5-89 16,0 0-111-16,-1 6-369 0,-9 3-638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15:46.379"/>
    </inkml:context>
    <inkml:brush xml:id="br0">
      <inkml:brushProperty name="width" value="0.05292" units="cm"/>
      <inkml:brushProperty name="height" value="0.05292" units="cm"/>
      <inkml:brushProperty name="color" value="#FF0000"/>
    </inkml:brush>
  </inkml:definitions>
  <inkml:trace contextRef="#ctx0" brushRef="#br0">6526 10015 768 0,'-2'-15'673'0,"-2"3"-134"16,0 0-83-16,0 4-107 0,2-1-39 0,-1 3-70 16,2-1-23-16,1 7-56 0,-4-8-11 0,4 8-21 0,0 0 42 15,0 0-3-15,-1 13 1 0,2-4-37 0,0 6 9 16,3 3-10-16,-1 4-2 0,3 3-27 15,0 6-13-15,2 1-24 0,1 5-8 0,2 2-14 0,0-2-3 16,-1 1-8-16,3 1-8 0,-3-2-3 0,4 1-7 16,-2-5-1-16,-2-3 11 0,1-2-61 0,1-2-66 15,-1-4-73-15,1-3-104 0,-3-1-49 16,0-5-36-16,-3-3-87 0,0-3-75 0,-6-7-499 0,8 4-635 16</inkml:trace>
  <inkml:trace contextRef="#ctx0" brushRef="#br0" timeOffset="249.06">6507 10104 709 0,'-6'-30'600'0,"-1"0"-99"0,5 5-77 16,0 5-94-16,4 1-61 0,2 1-47 0,2 3-34 15,3 2-20-15,4 3-13 0,0 2 16 0,4 1-17 16,1 4 0-16,4 1-45 0,1 4 8 0,4 2-35 16,1 4 0-16,-1 2-31 0,-3 3 5 0,0 2-29 15,-2 1 0-15,-4 4-12 0,-4 0 5 0,-4-1-4 16,-3 3 2-16,-2 0 0 0,-9-2 0 0,0 5-7 15,-5 2-2-15,-2-2 0 0,-6 0 2 0,2-3 0 16,-4 1-4-16,-2-6-2 0,3-2-3 0,0-5-3 16,2 0-48-16,-1-5-51 0,4-3-85 0,2-3-66 15,1-2-50-15,3-6-98 0,2-3-72 0,4-5-471 0,2-2-524 16</inkml:trace>
  <inkml:trace contextRef="#ctx0" brushRef="#br0" timeOffset="450.4">7089 9751 494 0,'11'-2'728'0,"-11"2"-186"0,10-2-107 16,-10 2-90-16,-1 9-42 0,-3 3-9 0,-3 1 39 15,-4 6-8-15,-2 5 11 0,0 2-19 0,-4 6-33 0,-1 4-11 16,5-3-62-16,-1 5-11 0,5-3-53 0,3-2-1 16,2 0-31-16,3-5-47 0,3 3 11 15,2-2-41-15,4 0 23 0,6-1-42 0,4 0 27 0,5-2-45 16,2-4-60-16,2-5-99 0,0-5-149 0,1-1-121 15,2-3-99-15,-6-4-159 0,-4-1-569 16,-1-3-864-16</inkml:trace>
  <inkml:trace contextRef="#ctx0" brushRef="#br0" timeOffset="849.59">7161 9980 690 0,'-6'-13'795'0,"5"2"-153"0,0 1-167 0,2 1-84 16,0 0-95-16,7 2-26 0,-2-1-42 0,4 2 7 15,4 0-21-15,3 2-3 0,6-2-15 0,1 3-8 16,2 2-32-16,3 2-24 0,2 2-6 0,3 5-40 16,0-3-17-16,-3 6-12 0,0 0-13 0,-3 1-8 15,-2 3-11-15,-3 0 0 0,-1 0-19 0,-7-1 13 16,-1 2-5-16,-2 1-2 0,-6-3-4 0,-1 1 3 16,-2-2-5-16,-3 0-2 0,-3-1-7 0,-2 0 15 0,-1-1-13 15,-2-2 7-15,-2-1-5 0,0-2 4 16,-2-4-7-16,2 0 8 0,-3-4-6 0,4-1 7 15,0-3-8-15,-1-4 3 0,2-2-5 0,2-3 1 0,2-2-13 16,1-3 0-16,2-2 11 0,4-3-10 0,-1 0 4 16,2-1-2-16,1 2 1 0,2 0-6 15,-2 2 3-15,2 2 6 0,-3 5 4 0,3 2-9 16,-5 3 8-16,2 2-1 0,-4 8 7 0,8-4-5 0,-8 4 7 16,6 4-2-16,-6-4 3 0,4 15-4 0,-3-4 1 15,2 2 1-15,-2 2 2 0,2 2 0 0,-1 0-4 16,2 1-4-16,-1-1 8 0,3 3-6 15,0-3 8-15,2 1-8 0,-2 0 4 0,3-1 2 0,3-1-1 16,-2-2-8-16,0-3-19 0,3 0-109 0,0-3-105 16,1 0-119-16,-1-4-109 0,1-2-231 0,-2-2-449 15,4-3-760-15</inkml:trace>
  <inkml:trace contextRef="#ctx0" brushRef="#br0" timeOffset="1198.86">8002 9585 902 0,'0'0'845'0,"0"0"-187"0,0 0-155 0,-4-6-85 15,4 6-54-15,0 0-39 0,0 0-42 0,0 0-44 16,0 0-32-16,0 0-36 0,0 0-28 0,0 0-21 0,7-5-17 16,-7 5-20-16,19 0-3 0,-5 0-26 15,5-2-2-15,2-1-17 0,4-1 3 0,2 1-19 0,5-4 7 16,-1 1-13-16,-2-1 8 0,2 0-21 0,-7-2 15 15,-2 3-12-15,0-2 8 0,-3 3-26 16,-5-1 24-16,1 2-13 0,-3 0 13 0,-2 2-13 16,0-1 9-16,-10 3-10 0,13 0 11 0,-13 0-14 0,8 9 16 15,-6 0-12-15,-2 0 22 0,-4 2-19 0,1 5 39 16,-3-1-49-16,1 4 26 0,-3 1-21 0,1-1 1 16,-2 1-1-16,0 1 7 0,0 1-7 15,-5 3 4-15,2 0-4 0,0 0 8 0,0-2-1 0,-3 4-12 16,2-4-63-16,3 2-95 0,-2-4-124 0,5 0-101 15,-1-2-117-15,2-3-166 0,2 0-497 0,0-4-782 16</inkml:trace>
  <inkml:trace contextRef="#ctx0" brushRef="#br0" timeOffset="1432.01">8652 9717 1017 0,'11'-9'797'16,"-1"4"-162"-16,-2-1-132 0,-2 2-66 0,-6 4-92 15,9-7-27-15,-9 7-40 0,9-7-27 0,-9 7-12 16,0 0-18-16,0 0 15 0,0 0-52 0,0 0 1 16,0 11-53-16,-9-4 9 0,0 6-54 0,0-1-15 15,-3 3-15-15,0 2-7 0,1 1-12 0,-1 1-8 16,1 5-4-16,2-3-6 0,0-1-6 0,2 0-6 0,1 1-46 16,2-5-85-16,0 0-64 0,4-1-65 15,0-2-58-15,0-2-87 0,4-3-47 0,0 0-73 0,1-2-81 16,-5-6-481-16,17 2-696 0</inkml:trace>
  <inkml:trace contextRef="#ctx0" brushRef="#br0" timeOffset="1636.02">8870 9403 465 0,'7'-16'875'0,"-2"3"-159"16,0 2-179-16,-3 1-105 0,2 3-99 0,-4 7-39 15,7-5-25-15,-7 5 32 0,6 5-20 0,-2 2 7 16,-2 2 22-16,5 4-48 0,-2 1 5 0,1 4-64 15,1 3 3-15,2 0-67 0,1 4 13 0,0 0-71 16,4 1 13-16,-2-2-45 0,-1 1-8 0,3 0-10 16,-1-3-4-16,0-2-8 0,-2-1-29 0,-1-1-126 15,2-2-97-15,-3-4-163 0,-1-1-127 0,-2 0-76 16,0-6-116-16,1 0-569 0,-7-5-891 0</inkml:trace>
  <inkml:trace contextRef="#ctx0" brushRef="#br0" timeOffset="1882.23">9144 9158 508 0,'0'0'778'0,"2"-8"-176"0,-2 8-138 0,4-6-86 0,-4 6-56 16,0 0 4-16,13 5-1 0,-7-1-3 0,6 4-3 16,4 3-27-16,1 1 0 0,7 5-15 0,8 6-5 15,0 0 31-15,1 2-66 0,3 6-12 0,4 4-70 16,-5 1-3-16,-5-4-54 0,-3 2 7 0,-4 1-46 15,-3 0-11-15,-4 2-10 0,-2-1-4 0,-8-3-8 16,-3-2-5-16,-5 3-13 0,-4 0 9 0,-6 4-3 16,-4-3-7-16,-3-1 1 0,-2-2-11 0,-3-3-27 15,1-2-77-15,2-6-78 0,2-3-58 0,1-5-66 16,4-1-139-16,3-4-67 0,1-4-106 0,10-4-830 0,0 0-1068 16</inkml:trace>
  <inkml:trace contextRef="#ctx0" brushRef="#br0" timeOffset="2132.39">10461 9613 1369 0,'-7'5'985'0,"7"-5"-208"0,-11 6-154 0,11-6-96 16,0 0-77-16,-7 2-76 0,7-2-63 0,0 0-35 15,0 0-81-15,13-2-7 0,2-3-63 0,4-1 6 16,12-2-59-16,4 2 17 0,9-7-46 0,2 3-10 16,1-1-6-16,4 1-11 0,-5 0-46 0,0 0-159 15,-1 1-90-15,-10 2-129 0,-3 0-99 0,-7 4-117 16,-6 1-164-16,-6 2-404 0,-13 0-801 0</inkml:trace>
  <inkml:trace contextRef="#ctx0" brushRef="#br0" timeOffset="2282.19">10557 9765 1202 0,'-20'7'965'0,"4"0"-209"16,6-1-135-16,1-3-129 0,9-3-90 0,-6 5-56 16,6-5-13-16,0 0-12 0,19 0-35 15,-1-3-41-15,9 0-41 0,7-5-35 0,10 0-33 0,4-3-19 16,3 0-26-16,2-1-19 0,-1 1-15 0,-1-1-41 16,-3-1-176-16,-4 1-143 0,-3-1-236 0,-6-3-200 15,-10 3-873-15,-6 3-1265 0</inkml:trace>
  <inkml:trace contextRef="#ctx0" brushRef="#br0" timeOffset="5932.47">12239 9172 573 0,'0'-9'482'0,"1"1"-109"15,2 2-50-15,-6-2-21 0,3 8-14 0,3-12-22 16,-3 12-54-16,0-11-18 0,0 11-46 0,0-7-8 16,0 7-40-16,0 0 19 0,0 0-20 0,0 0 19 15,6 7 2-15,-3 3 3 0,1-1-40 0,1 5 5 16,0 3-32-16,0 3 11 0,1 1-27 0,2 1-8 16,-3 0-6-16,2 4-5 0,0 0 1 0,-1 0-9 0,0-1-3 15,-1-3-1-15,0 1-4 0,-1 2-1 16,1-2 16-16,-1-3-65 0,-2-1-101 0,2-3-141 15,-1 0-180-15,-2-7-638 0,0 2-720 0</inkml:trace>
  <inkml:trace contextRef="#ctx0" brushRef="#br0" timeOffset="6148.98">12605 9362 951 0,'0'0'800'0,"10"-5"-152"16,-10 5-178-16,10-6-75 0,-4 2-95 0,3 0-38 16,4-1-73-16,4-2-17 0,3 0-43 0,9-1-8 15,3-2-45-15,3 3 7 0,8-3-38 0,1 2 8 16,1-1-35-16,1 1-66 0,-2 0-99 0,1-1-89 16,-4 2-99-16,-5-1-136 0,-3 2-615 0,0-4-702 15</inkml:trace>
  <inkml:trace contextRef="#ctx0" brushRef="#br0" timeOffset="7182.42">14156 8697 12 0,'0'0'754'0,"-6"-5"-164"0,6 5-93 0,-2-6-72 15,2 6-97-15,0 0-56 0,0 0-44 16,0 0-13-16,0 0 59 0,0 0-8 0,4 17 35 16,-1-2-16-16,-1 5-39 0,3 1-11 0,3 8-39 15,0 2-33-15,3 7-32 0,1 2-16 0,2 1-21 16,-3 1-19-16,1 0-18 0,2-1-11 0,-3 2-12 0,3 0-6 16,-5-4-12-16,2 1 1 0,-1-4-17 0,-4-4-52 15,2-6-61-15,-2-4-71 0,-2-3-106 0,0-1-53 16,0-6-44-16,-2-4-130 0,-2-8-82 0,0 9-467 15,0-9-682-15</inkml:trace>
  <inkml:trace contextRef="#ctx0" brushRef="#br0" timeOffset="7414.49">14207 8784 242 0,'0'-21'729'0,"-1"4"-150"15,1 2-92-15,1 2-123 0,-1 1-86 0,3 3-57 0,2 3-24 16,0 2-8-16,-5 4 11 0,14-2 30 0,-5 4-58 15,2 3-7-15,2 3-45 0,1 2-6 0,0 2-40 16,1 4 3-16,0-1-32 0,-3 0 4 0,0 4-23 16,-2-2 12-16,-1 3-25 0,-4-3 17 0,-1-1-26 15,-3 1 14-15,-2 0 2 0,-3-1-2 0,-3 1-5 16,-4-3-5-16,-3 1-2 0,-1-1-2 0,-2-2-13 16,-2-4-36-16,0-1-72 0,4-2-84 0,-2-3-57 0,4-2-84 15,-1-2-123-15,5-2-562 0,2-3-638 16</inkml:trace>
  <inkml:trace contextRef="#ctx0" brushRef="#br0" timeOffset="7681.46">14934 8484 681 0,'7'-13'613'0,"-5"1"-127"0,-2 2-112 16,-2 2-54-16,-2 2-65 0,-3 0-7 0,0 3-21 15,-6 2-5-15,0 4-21 0,-3 4 30 0,-4 4-34 16,-4 6 23-16,-3 11-39 0,2 3 28 0,-1 3-3 16,1 3-38-16,0 11 14 0,4-7-35 0,3 2-21 15,4 0-19-15,3 2-8 0,4-1-11 16,4 0-13-16,5-7-15 0,3 6-3 0,6-3-7 0,5-2-14 16,4-2 1-16,3-3-14 0,4-5-5 0,2 0-5 15,3-5-3-15,1-2-25 0,2-5-88 0,-3-6-78 16,0 0-111-16,1-5-79 0,-5-3-75 0,0-2-87 15,0-2-75-15,2-4-526 0,-2-6-749 0</inkml:trace>
  <inkml:trace contextRef="#ctx0" brushRef="#br0" timeOffset="8170.57">15127 8785 601 0,'-5'-9'755'0,"0"-1"-130"0,0 1-115 0,2 2-74 15,-3 0-26-15,6 7-68 0,-4-8-36 0,4 8-60 0,4-5 2 16,-4 5 4-16,15 6-22 0,-4 1 23 0,8 6-31 15,0 2-34-15,5 4-37 0,4 3-33 0,3 2-19 16,-2 0-20-16,2 3-12 0,0-4-16 0,-3 2-11 16,0 0-12-16,-4-4-12 0,-3-3-57 0,-1-1-83 15,-5-4-31-15,-2-1-59 0,-1-4-34 0,-3 0-42 16,-2-5-26-16,-7-3 19 0,0 0 15 0,0 0 40 16,8-3 23-16,-8 3 53 0,-3-14 30 0,1 2 27 15,-1-1 18-15,-1-5 16 0,1-2 23 0,-1-4 6 16,-3 0 29-16,4-1 25 0,-1-1 14 0,0 2 50 15,-1 2 35-15,2 5 12 0,-1 0-11 0,1 3-18 16,0 3-23-16,2 6-1 0,1 5 10 0,0 0 15 16,0 0 27-16,-12 5 30 0,6 7 23 0,-3 1-23 15,0 6 28-15,-4 4-24 0,-1 3-11 0,-4 4 4 16,0 0-44-16,2-6-9 0,-3 8-22 0,-2-3 0 16,4 0-31-16,2-4 10 0,1 0-29 0,3-6-6 15,2-2-27-15,2-4-91 0,1 0-125 0,2-3-137 16,3-3-142-16,1-7-215 0,2 7-435 0,-2-7-773 15</inkml:trace>
  <inkml:trace contextRef="#ctx0" brushRef="#br0" timeOffset="8419.44">15796 8754 1038 0,'0'0'910'0,"3"-5"-178"0,-3 5-171 0,0 0-57 15,-1-6-1-15,1 6-84 0,0 0-9 0,0-7-87 0,0 7-31 16,7-7-92-16,0 3-9 0,6 1-70 0,1-2 6 16,5 1-56-16,7-1 14 0,4 0-44 0,5 1-8 15,1-2-42-15,1 1-37 0,0 0-100 0,0 0-56 16,-3-1-63-16,0 3-25 0,-9 0-74 0,-3 0-5 16,-3 0 6-16,-2 0 5 0,-7 3 5 0,-10 0-4 15,10 0 3-15,-10 0-1 0,-5 6-3 0,-3-1-396 16,-6 1-263-16</inkml:trace>
  <inkml:trace contextRef="#ctx0" brushRef="#br0" timeOffset="8549.16">15918 8861 154 0,'-24'15'569'16,"9"0"-88"-16,-2-5-71 0,7 1-14 0,0-4 2 15,3 2-15-15,7-9-47 0,2 9-28 0,4-6-61 0,4-1-17 16,6-1-60-16,5-2-16 0,6-3-54 16,8-2 1-16,2 2-43 0,10-5 9 0,0 0-36 15,4 0-10-15,-2-2-107 0,2-1-104 0,-3 0-95 16,-1 0-108-16,-4-4-129 0,-6 0-459 0,0 0-575 15</inkml:trace>
  <inkml:trace contextRef="#ctx0" brushRef="#br0" timeOffset="8849.11">16587 8543 509 0,'0'0'708'0,"-13"1"-161"0,13-1-113 15,-8 9-19-15,3-4-34 0,1 4 29 0,-2 0-37 0,2 3-35 16,-1 1-34-16,1 1-43 0,0 0-32 0,0 3 3 15,3 0-61-15,0-1-7 0,1 1-51 0,1 0 15 16,4-1-48-16,-1-1-8 0,1 0 16 0,3-2-41 16,1-1-3-16,1-1-11 0,2-3 0 0,0 1-6 15,3-4-2-15,0-2 1 0,-2-2 19 0,2-2-34 16,-1 0 32-16,1-2-27 0,-2-4 34 0,-1-1-8 16,-1 1 21-16,-2-5-43 0,-4 2 29 0,3-3-38 15,-6 1 27-15,-2 0-36 0,0-1 31 0,-6-3-31 16,1 2 28-16,-4 1-37 0,-3-2 25 0,-3 2-37 15,1 0-23-15,-4 3-75 0,3 0-62 0,-2 4-56 16,3-1-85-16,-3 1-78 0,1 3-65 0,3-2-50 16,0 2-76-16,2 1-88 0,1-3-294 0,2 0-563 15</inkml:trace>
  <inkml:trace contextRef="#ctx0" brushRef="#br0" timeOffset="15916.67">16872 8324 492 0,'-13'-6'544'0,"3"4"-100"0,1-1-55 0,9 3-52 0,-14-3-54 0,14 3-30 0,0 0 5 15,-13 3 10-15,13-3-11 0,0 0-39 0,1 9-41 16,6-5-9-16,-1 2-41 0,5 5-14 0,4 0-11 15,0 3-9-15,3 4 2 0,2 2-2 0,3 7-6 16,-1 2-9-16,2 2-5 0,-3 1-11 0,-3 3-15 16,-2 1-7-16,-3 0-6 0,-3 2-5 0,-5-4-7 15,-2 0-3-15,-3 0-3 0,-1 0 5 0,-3-2-8 16,-1-2 0-16,-3-1-8 0,2 0 12 0,-1-4-8 16,-2-2-22-16,0-3-10 0,2-1-61 0,-1-2-86 15,0-3-120-15,1-1-89 0,0-2-155 0,2-3-663 16,1-2-808-16</inkml:trace>
  <inkml:trace contextRef="#ctx0" brushRef="#br0" timeOffset="33213.33">24798 3478 285 0,'4'-8'389'0,"-4"8"-102"0,0-10-61 0,0 10-56 15,-3-9-39-15,-2 3-9 0,1 0-15 0,-2 1-4 16,-1-2 0-16,-1 0 5 0,-1 0-13 0,-2-2-7 16,-1 1-7-16,0 0-18 0,-3-3-2 0,-1 3-8 15,-1-4-13-15,-3 3-3 0,-1-2-7 0,-5-1-3 16,-2 0 9-16,-3 0 6 0,-5-1 1 0,-3-1-8 16,-3 3-3-16,-2-4-8 0,-2 3-5 0,-2-1-2 15,-3 3 30-15,-1-3 0 0,-8 0 0 0,-2-1-13 16,-2 1 4-16,9 4-10 0,-9-3 0 0,6 3-14 15,-7 0 7-15,5 1-4 0,-9 2 9 0,10 1-1 0,-2 1 2 16,-2 0-3-16,0 4 3 0,0-3-1 16,-1 3 21-16,0 0-2 0,-11 3-7 0,-2-2 3 0,4 2 12 15,-2 1-4-15,-2 2 0 0,0 0-11 16,1 1 15-16,0 4-4 0,2-4-6 0,0 3-6 16,0 1 34-16,1 0-9 0,3 2 8 0,-3-1-12 0,5 2-10 15,-1 1 2-15,0-1 2 0,4 2-10 0,-1 0-5 16,2 2-8-16,1 0-2 0,3 0 0 0,4 1-11 15,-2 1 10-15,5 2 0 0,-1-1 7 16,3 2-12-16,0 0 2 0,0 0-9 0,3 2 8 16,-3 1-12-16,3-1 3 0,0 2 3 0,1 0 29 0,2 1-8 15,7-3-4-15,0 1-6 0,1 1-7 0,2-1 1 16,3-1-4-16,1 0 8 0,3 0 5 0,3-2-5 16,5-2-6-16,3 0-2 0,1-1-5 0,4-2 0 15,1 1 1-15,2-1-3 0,-1 0-4 0,4 3 1 16,-1-1-1-16,3-3-2 0,1 2 2 15,-1-1-2-15,0 1 3 0,4 1-2 0,-1-1 1 0,0 2-2 16,1 0 3-16,1 3 0 0,0 0-2 0,3 0-3 16,0-1 25-16,1 2-9 0,1 0 9 0,1 3-11 15,4 0-1-15,-1 1 22 0,6 4-31 16,2 1 16-16,2-2-17 0,2 2 17 0,3-3-8 0,1 1-1 16,3-1 0-16,3-1-2 0,3-3 1 15,1 0 19-15,8 2-13 0,-5-4-19 0,10 0 30 0,0 0-29 16,3-2 26-16,1-1-20 0,2-2 36 15,2-1 2-15,5 0-25 0,0 1 45 0,1-3-47 16,1-1 42-16,1 2-55 0,3-2 50 0,-2 0-50 16,2-1 7-16,2 1 39 0,3-3-50 0,0-1 56 15,1 0-41-15,3-3 46 0,-2 0-55 0,4-3 45 16,-1-2-56-16,0 0 51 0,3 0-58 0,-1-3 76 0,2-1-40 16,2 0 53-16,-2-1-47 0,5-3 37 0,-1-2-41 15,-1 2 39-15,-3-1-48 0,1-5 36 16,-2 3-44-16,-2-5 54 0,0 0-8 0,-3-1-11 15,0-3-5-15,-3-1-4 0,2-1-1 0,-4-2-7 16,-2 0 2-16,-1-1 4 0,-3-1-4 0,-1 0 9 16,-2 0-34-16,-4-1 34 0,1-1-22 0,-1 2 45 15,-3-1-31-15,-1 1 31 0,-9 2-43 0,-1 0 47 16,-3 0-24-16,-2 1 23 0,-1-4-35 0,-1 3 2 16,-4-3 4-16,-1 0 40 0,1-1-54 0,-6-2 37 0,1-1-49 15,-5 0 42-15,2 0-47 0,-4-2 40 0,2-1-51 16,-5-1 38-16,0-2-3 0,-1-3-8 0,-1-1-4 15,-3 1-7-15,0-3-4 0,-3-1-41 0,-1 1 45 16,-1-2-40-16,-3-2 44 0,-1 2-42 16,-2 4 43-16,-3 1-39 0,-2-3 42 0,-2-3-8 15,-2-1-6-15,-5 0-1 0,-1 2-3 0,-6-1 11 16,-1 0-16-16,-6-5 9 0,-1 3-10 0,-3 0 10 0,-2 2-14 16,5 7 4-16,-3 1-2 0,2 4 2 0,-2-1 4 15,-1 3-7-15,-2 3-1 0,0 0-4 0,-7 4-8 16,-1 4-24-16,-4 0-40 0,-6 3-38 0,-13 2-53 15,-6 1-50-15,-3 4-60 0,-5 6-80 0,0 1-120 16,-2 1-103-16,-6 8-111 0,-2 1-735 0,-4 2-1047 16</inkml:trace>
  <inkml:trace contextRef="#ctx0" brushRef="#br0" timeOffset="34598.39">21451 5725 204 0,'2'-14'660'0,"-2"3"-169"0,2-1-107 0,-1 2-40 16,0-2-27-16,2 0-5 0,-1 2-3 0,2 0-6 16,1 1-14-16,2-1-35 0,3 4-19 0,1-3-18 15,6 7-8-15,1 1-4 0,4 2-42 0,3 4 6 0,6 1-61 16,1 1 15-16,5 5-58 0,1 2 24 16,-1 0-48-16,1 2 34 0,0 0-53 0,-3 1 36 0,0 1-46 15,-3 0-10-15,-7-2 14 0,0 0-16 16,-5 2 2-16,-1-2-6 0,-3-1-4 0,-5 2-19 15,-2 0-24-15,-5-2-22 0,2 0-49 0,-6-3-59 16,0 0-56-16,-5 0-50 0,0-2-39 0,1 0-48 16,-2-5-40-16,-2 1-12 0,1-3-19 0,7-3-36 15,-16-1-225-15,7-4-209 0</inkml:trace>
  <inkml:trace contextRef="#ctx0" brushRef="#br0" timeOffset="34750.48">21929 5868 932 0,'-12'-14'324'0,"3"2"-5"0,2 1-16 0,-1 0-43 15,0 2-19-15,1 1-41 0,2 0-40 0,-2 2-33 0,7 6 4 16,-9-7 18-16,9 7 39 0,-11 2-2 0,4 3 9 15,2 3-3-15,-4 1-21 0,2 2-30 0,-1 4-20 16,-1 3-23-16,1 0 26 0,-2 3-31 0,1-1-11 16,1 3-17-16,1-2-13 0,-1 4-4 0,0-1-19 15,3-2-16-15,-1 1-33 0,0 0-63 0,2-1-136 16,1-3-146-16,-1-3-176 0,3-1-626 0,1-4-781 16</inkml:trace>
  <inkml:trace contextRef="#ctx0" brushRef="#br0" timeOffset="34964.17">22246 5740 1066 0,'11'-4'945'0,"-3"0"-235"16,-2 0-137-16,-6 4-133 0,16-6-72 0,-7 2-93 15,2 0-38-15,0 0-63 0,5-1-9 0,2 2-58 0,2-3-1 16,5-1-33-16,0 3-27 0,3-1-39 15,4-2-72-15,0 3-101 0,-4-1-112 0,-2 2-83 16,-1-4-74-16,-3 4-101 0,1-3-542 0,-6 3-694 16</inkml:trace>
  <inkml:trace contextRef="#ctx0" brushRef="#br0" timeOffset="35114.72">22327 5982 500 0,'2'10'829'0,"-1"-3"-210"15,6-3-131-15,1-1-114 0,4-2-64 0,2-1-29 16,5-2-40-16,9-1-45 0,4-3-31 0,9-4-38 16,4-1-25-16,0 0-59 0,2-2-111 0,0-2-121 15,-1 1-139-15,0-1-180 0,0-3-486 0,0-1-593 16</inkml:trace>
  <inkml:trace contextRef="#ctx0" brushRef="#br0" timeOffset="35396.86">23197 5517 142 0,'-7'-6'765'0,"7"6"-187"0,0 0-97 0,-11 2-38 16,11-2-56-16,-12 10-41 0,7-3-22 0,-1 1-25 15,-1 4-22-15,3-1-17 0,-2 3-42 0,2 2-37 16,2 0-31-16,2 0-28 0,2 0-41 0,0 1 12 16,3 0-16-16,2-2 33 0,2 1-40 0,0 1 41 15,5-4-56-15,0-1 44 0,2-1-62 0,2-4 46 16,-1-2-61-16,0-1 43 0,2-1-54 0,0-3 47 15,-1-3-55-15,0 0 40 0,-2-3-51 0,-1-1 44 16,-2-3-7-16,-1 1-7 0,-4-5-2 0,-3 1-8 16,0-2-2-16,-5 0-4 0,-2-2-48 0,-3 1 56 15,-4-3-55-15,-4 1 58 0,-1 3-49 0,-4 0 52 16,1 4-60-16,-3-2 20 0,-1 6-83 0,5 1-41 16,-1 4-88-16,4 2-149 0,-2 2-111 0,4 3-141 15,2 0-634-15,1 1-874 0</inkml:trace>
  <inkml:trace contextRef="#ctx0" brushRef="#br0" timeOffset="35680.42">23623 5673 619 0,'0'0'864'0,"13"-1"-179"0,-13 1-143 0,0 0-100 15,14-2-73-15,-14 2-48 0,0 0-46 0,9 5-46 16,-9-5-51-16,4 9-38 0,-3-4-21 0,2 4-22 15,1-1-10-15,-2 2-12 0,1-1-23 0,-1 2 6 16,1-1-26-16,-1 1 13 0,2-4-24 0,-2 2 14 16,0-3-22-16,-2-6 23 0,3 13-13 0,-3-13 25 15,2 6-32-15,-2-6 27 0,0 0-38 0,0 0 20 16,7-4-33-16,-6-4 20 0,-1 8-23 0,0-14 22 16,0 5-29-16,-3-1 3 0,2-2-17 0,-4 1-37 15,1 1-46-15,0-1-69 0,-1 1-89 0,1 0-72 16,-1 3-73-16,-2 0-83 0,2 1-123 0,5 6-287 15,-7-8-481-15</inkml:trace>
  <inkml:trace contextRef="#ctx0" brushRef="#br0" timeOffset="36030.83">24338 5328 836 0,'9'-14'847'0,"-6"4"-155"0,0-1-137 0,-4 4-94 16,-2 0-43-16,-2 1-73 0,-2 3-5 0,-4 1-74 16,-4 1-22-16,0 4-32 0,-6 3-17 0,-2 4-32 0,0 5 9 15,-4 6-76-15,3 5 25 0,1 2-69 16,6 2 37-16,2 4-15 0,6-6-20 0,0 4 14 0,7 0 14 16,2-4-7-16,2 1-4 0,3-1-41 15,4 2 32-15,3-4-39 0,1 1 34 0,1-4-41 16,3-1 30-16,4-3-39 0,-2-4 28 0,5 0-35 0,-1-6 32 15,0-1-41-15,-1-2 32 0,0-4-35 0,-2-1 35 16,-2-4-38-16,1 0 34 0,-4-5-37 0,2-1 40 16,-6-3-41-16,-1 0 36 0,-4-1-37 0,-2-1 34 15,-4 2-3-15,-5-2-39 0,-5 0 38 0,-6 2-4 16,-5 3-5-16,-9 2-19 0,-7 2-41 0,-3 7-86 16,-8 3-118-16,-2 4-111 0,-9 8-182 0,-1 4-124 15,5 3-832-15,-1 3-1141 0</inkml:trace>
  <inkml:trace contextRef="#ctx0" brushRef="#br0" timeOffset="135259.84">5845 13778 598 0,'-4'-6'438'0,"-2"0"-66"0,0-2-85 0,-1-1-1 0,1 0-38 16,-1 0 12-16,0 0 2 0,2 1 31 0,-2-1 11 16,2 2-27-16,0 0-25 0,1 1-42 0,-1 1-36 15,5 5-40-15,-5-6 6 0,5 6-3 0,0 0-17 0,5 9 1 16,3 1-5-16,-2 2-13 0,4 6-19 15,5 8-12-15,4 3 21 0,0 4-31 0,1 1 35 16,-1 1-55-16,3 1 38 0,0 0-56 0,-2 1 40 16,3-4-55-16,-2 3 39 0,-3-3-55 0,1-1 43 15,-3 0-66-15,0-6-28 0,-5-1-24 0,2-2-54 0,-4-4-58 16,-4-3-91-16,3-3-102 0,-3-1-51 16,-4-3-122-16,-1-9-590 0,0 10-765 0</inkml:trace>
  <inkml:trace contextRef="#ctx0" brushRef="#br0" timeOffset="135492.04">5831 13804 186 0,'-4'-24'686'0,"3"0"-177"0,2 5-82 15,3 2-81-15,2 1-39 0,3 2-43 0,3 1-6 16,2 2-14-16,3 3-8 0,-1 2-8 0,2 1-20 16,0 2-16-16,2 2-20 0,0 2-22 0,0 2-33 15,-2 2-21-15,1 1-27 0,0 2-10 0,-2 2-11 16,-3 1-6-16,-5 1-5 0,-3 3-11 0,-2 1 2 15,-4 3-14-15,-5 0 6 0,-1 3 0 0,-6 3-7 16,-6-1-3-16,-2 3-2 0,-1-2 0 16,1-2-7-16,-1-4-12 0,2-3-18 0,4-3-50 0,1-4-105 15,1-3-111-15,3-3-97 0,10-3-138 0,-13-6-567 16,9-2-714-16</inkml:trace>
  <inkml:trace contextRef="#ctx0" brushRef="#br0" timeOffset="135758.42">6488 13441 684 0,'4'-7'891'0,"-4"7"-148"0,-3-8-160 0,3 8-65 0,-11-3-78 16,2 6-14-16,-3-1-95 0,-2 4 17 0,-3 5-82 16,0 2 17-16,-5 6-88 0,0 6 3 0,-1 3-61 15,4 3-16-15,2 1-16 0,5 2-21 16,4-3 18-16,4 2-46 0,4-4 39 0,4 3-19 15,4 1 39-15,6 3-43 0,4-3 25 0,2-1-52 0,6-4 19 16,-1-3-67-16,4-3 5 0,2-4-84 0,-4-4-26 16,0-2-105-16,1-5-39 0,-1-4-75 15,-3 0-128-15,-1-3-110 0,-5-3-98 0,1 0-739 16,-3-3-1004-16</inkml:trace>
  <inkml:trace contextRef="#ctx0" brushRef="#br0" timeOffset="136157.24">6549 13614 222 0,'0'-12'781'0,"-2"4"-187"0,2 1-122 0,0 0-67 15,2 0-51-15,1 2-23 0,2-1-26 0,0-1-23 16,4 4-19-16,1-2-32 0,3 3-4 0,4 0-32 16,-1 0-32-16,5 2-19 0,-2 2-21 0,4-1-23 15,1 3-20-15,2 1-13 0,-1 1-9 0,-3-1-16 16,0 3-5-16,-2 0-11 0,-1 1-2 0,-1 1-13 15,-5-1 5-15,-2 1-1 0,-2 0-4 0,-3-1-1 16,-3 1-5-16,0 1-1 0,-4-1-4 0,-2 0 6 16,-2-1-4-16,1 0 2 0,-5-1-1 0,2 0-2 15,-2-2 1-15,0-2-3 0,1-2 5 0,8-2-3 16,-18 2 3-16,9-6 0 0,3 1-1 0,-2-5-5 0,4-2-2 16,2-5-9-16,-1 0-4 0,3-4 0 0,4-5 34 15,0 1-38-15,1-1 27 0,1 2-27 0,1 0 27 16,-1 3-23-16,-1 3 27 0,-1 1-24 0,2 3 22 15,-2 3-19-15,0 2 41 0,1 4-22 0,-5 3 44 16,0 0-34-16,16 2 44 0,-9 4-50 0,0 2 50 16,0 3-54-16,1 3-3 0,2 3 2 0,0-1 0 15,1 2-1-15,0-1 0 0,1 1 0 0,0-1-7 16,1-1 4-16,0 1 2 0,1-3-1 0,0-2-6 16,4 0-28-16,-3-3-60 0,3-3-90 15,0-2-137-15,0-3-157 0,1-2-236 0,-1-3-567 0,4-2-883 16</inkml:trace>
  <inkml:trace contextRef="#ctx0" brushRef="#br0" timeOffset="136508.01">7349 13145 812 0,'0'0'878'0,"-7"-6"-149"0,7 6-153 15,-5-5-88-15,5 5-74 0,-7-4-61 0,7 4-59 16,0 0-56-16,-5-3-16 0,5 3-54 0,0 0-15 15,0 0-1-15,-4-5 17 0,4 5-8 0,0 0 2 16,9-2-19-16,-9 2-22 0,20-4-15 0,-4 2-16 0,3-2-16 16,5-1-12-16,2-2-16 0,5 0-5 0,-2-2-11 15,-1-1-3-15,-4 4-3 0,-2-1-32 16,-4 1 29-16,-3 0 4 0,-1 3-11 0,-1-2-1 16,-1 2 10-16,-3 0 11 0,-1 1-3 0,-8 2-2 15,11-3 4-15,-11 3-8 0,0 0-4 0,-1 6-5 16,-2-1 0-16,-2 5-8 0,0 2-1 0,-3 2 0 15,3 4-5-15,-1 3 0 0,-1 1-3 0,2 1 0 0,0 1 37 16,1 1-41-16,-1 0 1 0,1 0-1 16,-1 0-1-16,2 0-9 0,1-2-48 0,-1-1-72 15,0 2-85-15,1-5-54 0,1-1-95 0,0-1-158 16,1-2-111-16,-1-3-171 0,1-1-478 0,0 0-890 0</inkml:trace>
  <inkml:trace contextRef="#ctx0" brushRef="#br0" timeOffset="136725.21">7923 13202 821 0,'0'0'867'15,"17"-2"-134"-15,-17 2-97 0,10 8-93 0,-6-1-55 16,-2 0-63-16,0 4-3 0,-1 1-86 0,-2 2 16 16,-2 2-56-16,-1 0-17 0,0 2-89 0,-2 3-6 15,1 1-68-15,-4-2 13 0,3 3-62 0,-1 0-12 16,-1-2-12-16,0-1-8 0,0 1-14 0,2-1-41 15,-1-4-49-15,3 0-68 0,-2-3-58 0,2-1-34 16,3-1-35-16,-2-3-61 0,5-1-98 0,-2-7-87 16,5 6-84-16,-5-6-139 0,14-2-374 0,-4-4-724 15</inkml:trace>
  <inkml:trace contextRef="#ctx0" brushRef="#br0" timeOffset="137657.57">8271 12823 270 0,'0'0'598'0,"0"0"-162"0,-10-1-44 16,10 1-55-16,0 0-14 0,0 0-43 0,-12-1-13 16,12 1-29-16,0 0-29 0,0 0-24 0,0 0-31 15,0 0-20-15,0 0-15 0,-10-2-8 0,10 2-22 0,0 0-8 16,0 0-15-16,0 0 2 0,0 0-8 16,0 0-3-16,0 0-7 0,0 0 12 0,0 0-10 0,0 0-1 15,0 0-10-15,0 0 0 0,0 0 1 16,0 0 0-16,0 0-6 0,0 0 9 0,0 0 9 15,0 0-5-15,-13 1-6 0,13-1-5 0,0 0-2 16,-5 6-5-16,5-6-6 0,0 0-1 0,-7 5-2 16,7-5-2-16,0 0-1 0,0 0 1 0,-6 6 1 15,6-6-1-15,0 0 6 0,0 0 21 0,0 0-2 0,0 0-3 16,0 0-2-16,0 0 4 0,0 0-18 16,8-8-3-16,-2 4-4 0,1-2-6 0,0-1-4 0,5 1 6 15,-2-3-8-15,4 1 0 0,-2 0-4 0,-1-1 2 16,3 1 1-16,0-1-2 0,0 1 3 0,-1 0-8 15,1 2 2-15,-2-2 3 0,-1 1 1 0,0 3-5 16,-2-2-4-16,-1 1 20 0,1 2-23 0,-9 3 2 16,13-5 3-16,-13 5 14 0,9-2 16 0,-9 2 0 15,5 5-6-15,-5-5-1 0,1 11-5 16,-2-4 0-16,1 5-4 0,-4-3-1 0,0 6-2 0,-1-2-4 16,0 0 6-16,0 2-16 0,-1 1 9 0,-1-2-12 15,2 2 7-15,0-2-2 0,0-1 15 0,0 2-18 16,0-6 12-16,1 3-12 0,0-3 10 0,1-1-6 15,1 0 8-15,-2-1-9 0,3-1 34 0,1-6-18 16,-2 10 17-16,2-10-23 0,6 4 21 0,-6-4-18 16,11-1 11-16,-1-1-21 0,2-2 11 0,1 0-16 15,2 2 15-15,-1-3-18 0,1 2 19 0,1-2-3 0,0 1-2 16,0 2 6-16,0-1-8 0,-3 2-3 16,4-1-1-16,-5 2 1 0,1 0-4 0,0 0-14 0,0 3 22 15,-2 0-24-15,-2 2 28 0,0 1-19 16,-3 0 16-16,0 1-15 0,-1 1 26 0,-4 2-9 0,-1 1-4 15,-1 0 3-15,-2 1 4 0,-5 2 7 0,0-1 6 16,-4 1 2-16,-1 0 10 0,-3-1 2 16,0-1-3-16,-3 1-3 0,0-1-7 0,0-3-9 0,-3 1 2 15,3-2-5-15,0 1 30 0,2-4-41 0,2-1 35 16,0 1-41-16,2 0 1 0,0-4-4 0,3 1-28 16,10-2-50-16,-16-3-88 0,9-2-87 15,2-1-128-15,2-2-126 0,-1-2-162 0,4-1-710 0,1-3-987 16</inkml:trace>
  <inkml:trace contextRef="#ctx0" brushRef="#br0" timeOffset="137958.84">8483 12485 625 0,'0'-10'790'0,"5"3"-157"0,-1-2-109 0,4 3-55 0,3 0-33 0,8 2-19 15,3 1-51-15,7 3-31 0,7 5-21 0,8 3-27 16,3 5 10-16,0 2-12 0,7 8-20 0,-2 1-10 0,-4 5-21 16,-4 1-32-16,-3 4-32 0,-9-4-49 15,-4 1 19-15,-5 2-44 0,-4 2-5 0,-1 2-12 0,-5 2-14 16,-4 0 16-16,-5-2-47 0,-4 0 25 16,-5 5-44-16,-4-1 24 0,-3 1-11 0,-7-4-6 0,1-1-14 15,-2-2-14-15,-3-4-37 0,1-2-24 16,-2-4-39-16,3-5-40 0,2-2-63 0,1-4-77 15,0-4-84-15,3-4-173 0,0-2-128 0,2-2-210 0,0-2-535 16,0-3-1021-16</inkml:trace>
  <inkml:trace contextRef="#ctx0" brushRef="#br0" timeOffset="139207.35">9941 12522 906 0,'-10'3'874'16,"10"-3"-146"-16,-13 1-169 0,13-1-108 0,-9 2-88 15,9-2-67-15,0 0-40 0,-14 1-30 0,14-1-21 0,0 0-34 16,0 0-33-16,0 0-9 0,14-7-24 16,-1 1-24-16,5-1-12 0,2-2-20 0,10-2 3 0,8-6-23 15,0 3 5-15,2-4-19 0,1 4 2 16,0 0-27-16,-3 0-46 0,-6 3-47 0,-3 2-98 0,-4 0-94 15,-6 4-73-15,-4 0-38 0,-4 4-79 0,-11 1-51 16,0 0-491-16,10 4-638 0</inkml:trace>
  <inkml:trace contextRef="#ctx0" brushRef="#br0" timeOffset="139358.51">9999 12733 211 0,'-12'13'760'0,"4"-3"-201"15,2-1-115-15,5-2-73 0,1-7-57 0,1 10-19 16,-1-10-15-16,14 3-28 0,-1-2-31 0,1-3-36 15,5-1-36-15,7-6-29 0,6 1-23 0,7-7-20 16,4-1-18-16,10-6-11 0,2-3-15 0,1 0-13 16,2 0-36-16,-7 1-104 0,-8 2-155 0,-4 4-175 15,-5 0-690-15,-7 5-753 0</inkml:trace>
  <inkml:trace contextRef="#ctx0" brushRef="#br0" timeOffset="141007.9">2154 12889 371 0,'-20'1'749'0,"2"-1"-178"0,-1-1-120 0,2-1-87 0,2 1-64 16,3-2 3-16,-2 1-16 0,4-1 4 0,2-1-37 16,1-2-17-16,3 2-38 0,4 4-16 0,1-13-47 0,4 7-3 15,4 0-38-15,4-1 21 0,3 3-20 16,4 2-19-16,0 1-10 0,7 2-8 0,0 2-10 15,0 2-5-15,2 4-38 0,2 0 29 0,-3 4-36 16,0 0 4-16,-1 3-1 0,0-1 29 0,-3 4-34 0,-2 1 26 16,-4 1-32-16,1 0 30 0,-5 1-35 15,-3-3 36-15,-2-1-33 0,-1 1-31 0,-3-4-34 16,1-1-64-16,-3-2-71 0,-2-2-120 0,2-3-96 0,-3-7-145 16,0 0-603-16,0 0-787 0</inkml:trace>
  <inkml:trace contextRef="#ctx0" brushRef="#br0" timeOffset="141191.89">2386 12845 337 0,'0'0'743'16,"-3"-8"-183"-16,3 8-96 0,0 0-97 0,0 0-50 15,-8 6-25-15,7-1-34 0,-3 6-22 0,3 1-4 0,-3 4-20 16,3 2-15-16,-2-1-14 0,-1 7-39 16,-1 2-22-16,3-2-25 0,-2 2-1 0,1-1-35 0,1 0 3 15,1 0-31-15,-2 0-10 0,3-4-50 0,0-3-65 16,1-1-101-16,1-1-113 0,0-5-102 0,1 0-170 0,1-5-494 15,-4-6-689-15</inkml:trace>
  <inkml:trace contextRef="#ctx0" brushRef="#br0" timeOffset="141442.12">2728 12691 821 0,'0'0'884'16,"0"0"-195"-16,0 0-168 0,0 0-98 0,-10 3-69 16,10-3-16-16,0 0-28 0,0 0-24 0,0 0-11 15,0 0-18-15,0 0-34 0,0 0-31 0,0 0-32 16,5-10-34-16,5 5-23 0,3-2-22 0,6-3-19 16,4-3-23-16,0-1-36 0,4-2-49 0,-1 0-84 15,-1-1-51-15,1 1-57 0,-6 2-66 0,1 2-67 16,-6 1-15-16,-1 4-31 0,-5 0-12 0,-1 4-1 15,-8 3-1-15,0 0-30 0,11 0-278 0,-11 0-244 16</inkml:trace>
  <inkml:trace contextRef="#ctx0" brushRef="#br0" timeOffset="141591.09">2857 12823 460 0,'-5'11'418'0,"0"0"-40"16,5-4-45-16,-1 0 25 0,1-7-29 0,5 9-25 0,-5-9-16 15,9 3-33-15,-9-3-46 0,15-3-38 16,-2-1-29-16,0-2-31 0,3-5-19 0,2-2-22 0,4-1-16 15,2-3-13-15,0-1-16 0,2-2-102 16,2-2-143-16,-5 6-144 0,-1-2-211 0,-4 3-306 0,-3 0-439 16</inkml:trace>
  <inkml:trace contextRef="#ctx0" brushRef="#br0" timeOffset="142260.12">3499 12214 791 0,'-5'-8'856'0,"0"-4"-134"0,1 2-165 0,0 1-118 0,3 0-80 0,-2 1-61 15,4-2-3-15,3 1-50 0,4-1 30 0,2 0-74 16,4 0 24-16,6-1-62 0,6 0 31 0,1 3-62 16,6 0 26-16,0 1-78 0,0 3 32 0,-2 3-62 0,0 1 29 15,-2 1-55-15,-1 1-3 0,-2 2 0 0,1 2-5 16,-3 1-7-16,-2 1-13 0,-3 2-34 0,-2 1-42 15,-3 0-7-15,-3-1-23 0,-3 1-33 16,-3 2-29-16,-2-2-25 0,-3-1-31 0,-3 0-28 0,0 0-24 16,-2-1 19-16,-1 0-17 0,-3-5 60 0,1 1 4 15,-1-1 54-15,9-4-5 0,-17 0 57 0,7-3-7 16,3-1 49-16,-3 0 1 0,2-1 47 0,0-1 3 16,2 0 61-16,1 0 19 0,-2 4 46 0,7 2-4 15,-7-8 2-15,7 8-24 0,-8-6 31 0,8 6 34 16,0 0 22-16,0 0 12 0,0 0 9 0,-1 9-25 15,1-9-3-15,2 16-2 0,0-4-29 0,-1-2-19 16,0 5 2-16,0 1-16 0,1 1-24 0,-1 0 34 16,-1 2-68-16,0-1 34 0,1 1-59 0,1 0 42 15,-1 1-55-15,0-2 49 0,-1-2-88 0,1 1-30 16,2-5-64-16,1-2-79 0,-1-1-125 0,3-1-103 16,-6-8-127-16,14 0-711 0,-5-3-881 0</inkml:trace>
  <inkml:trace contextRef="#ctx0" brushRef="#br0" timeOffset="142641.09">4046 11653 946 0,'0'-12'841'0,"-3"3"-175"0,2 2-158 16,1 7-76-16,-3-6-62 0,3 6-27 0,0 0-50 0,-2 9-27 16,2 0 5-16,1 1 46 0,-1 2-47 0,4 4 23 15,1 1-67-15,3 2 35 0,2 3-78 16,3 1-25-16,3 2-7 0,2-2-30 0,3 5-21 0,-1-7-20 15,-2 1-14-15,4-1-20 0,-2-2-23 0,-2-1-32 16,-1-4-23-16,-2-1-45 0,0-1-36 0,-3-1-42 16,0-3-29-16,-1 1-20 0,-2-3-38 15,-2 0-78-15,-7-6-64 0,9 6-48 0,-9-6-30 0,0 0 3 16,0 0 18-16,0 0 48 0,-9-4 55 0,9 4 56 16,-16-6 56-16,5 3 42 0,0 1 35 0,0-1 42 15,-6-1 42-15,4 1 44 0,0-1 46 0,1 1 56 16,0 0 39-16,2-1 12 0,1 1 9 0,3-3-37 15,0 1 28-15,2 0-16 0,3-4 28 0,1 4-3 16,3-6 20-16,2 0-25 0,4-1-29 0,2-6-14 16,2 2-11-16,5-4-23 0,1 1-6 15,7-4-9-15,-1-1-11 0,2 0-7 0,0 2-6 0,0 0-6 16,-1 3-6-16,-5 3-67 0,2 0-82 0,-6 5-120 16,-3 0-142-16,-4 6-555 0,-2 0-543 15</inkml:trace>
  <inkml:trace contextRef="#ctx0" brushRef="#br0" timeOffset="142874.01">3559 13254 1640 0,'0'0'1025'0,"0"0"-287"0,0 0-103 0,0 0-195 0,-4-7-66 0,10 1-128 0,2 2-5 15,0-3-90-15,2-1 30 0,3-3-77 0,3-3 26 0,9-5-68 16,4-4-9-16,4-4-17 0,3 1-30 0,9-7-48 16,-3 3-47-16,-5 3-82 0,-1 4-102 0,-4-2-139 15,-4 2-59-15,-8 7-133 0,-3 3-660 16,-6 4-871-16</inkml:trace>
  <inkml:trace contextRef="#ctx0" brushRef="#br0" timeOffset="143041.65">3678 13322 196 0,'-9'19'723'0,"1"0"-179"0,0-4-95 16,2-1-14-16,2-3-48 0,3-2-32 0,1-3-29 15,2 0-38-15,-2-6-44 0,13 5-47 0,-1-9-37 16,4-3-33-16,6-5-32 0,9-7-20 0,2-5-13 16,12-8-23-16,-3 0-52 0,1-3-116 0,-2 2-128 15,-2 1-146-15,-9 1-195 0,0 3-431 0,-4 0-643 16</inkml:trace>
  <inkml:trace contextRef="#ctx0" brushRef="#br0" timeOffset="143342.91">4254 12821 1281 0,'0'0'897'16,"0"0"-211"-16,-4 6-141 0,4-6-113 0,-4 10-85 15,3-3-72-15,-2 0-55 0,2 4-29 0,1-1-35 0,0 2-25 16,0 0-17-16,0 0-21 0,4-1 18 15,1 2 1-15,0-2-19 0,3 0-6 0,2-1-20 0,-1-2 2 16,0-1-14-16,4-3-12 0,-3 0-7 0,0-4-14 16,3-1-5-16,-1-3-22 0,2-2 22 0,-4-2-26 15,0-2 24-15,0-4 0 0,-2 2-10 16,-3-4-2-16,-1 0 0 0,0-1-1 0,-3-1 1 0,-2-1 4 16,0 2 37-16,-3-1-49 0,0 3 52 0,-1 2-55 15,-2-1 45-15,-2 3-52 0,2 5 48 0,-2 1-59 16,-3 2 52-16,2 5-49 0,-4 2 2 0,-1 4 5 15,-1 3-25-15,1 4-43 0,1 2-56 0,1 1-66 16,3 0-105-16,2 3-116 0,3-7-117 0,1 3-203 16,4-3-417-16,4-2-780 0</inkml:trace>
  <inkml:trace contextRef="#ctx0" brushRef="#br0" timeOffset="143508.29">4625 12678 933 0,'1'-10'809'0,"-1"3"-179"16,-1 0-154-16,1 7-91 0,-3-13-67 16,3 13-62-16,-4-8-46 0,4 8-46 0,-1-9-29 15,1 9-36-15,-3-8-30 0,3 8-77 0,0 0-123 16,-1-7-114-16,1 7-154 0,0 0-211 0,0 0-357 16,4-6-556-16</inkml:trace>
  <inkml:trace contextRef="#ctx0" brushRef="#br0" timeOffset="144007.62">4704 12315 915 0,'0'0'993'0,"0"-9"-207"0,0 9-175 0,0 0-121 16,0 0-93-16,0 0-63 0,0 0-43 0,-9 8-29 15,9-1-23-15,0 0-21 0,0 5-30 0,1 1-25 16,4 0-2-16,-1 4-71 0,2 2 22 0,5 0-56 16,0-1 23-16,2 1-50 0,1-5 33 0,3 4-45 15,-1-4-3-15,1-2-5 0,2-1-4 0,-1-2 0 16,-1-2-4-16,-2-3-3 0,3 0-6 0,-4-3 5 16,1-2-1-16,-2 0-3 0,1-3-3 0,-2-1 4 0,-1-2 2 15,-2-1 0-15,-1 0 1 0,-2-1 3 0,-3 0-4 16,-1 0 1-16,1-1 2 0,-3 1 1 15,-4 1 0-15,0 2-5 0,-1 1-1 0,-1 1-3 16,6 4 1-16,-20 0 1 0,10 3-3 0,-4 0-18 0,-1 4-25 16,1 3-38-16,-2 1-25 0,2-1-39 15,4 3-35-15,0-3-78 0,2 2-117 0,1-1-33 16,3-2-94-16,3 0-137 0,1-9-465 0,2 12-729 0</inkml:trace>
  <inkml:trace contextRef="#ctx0" brushRef="#br0" timeOffset="144198.47">5225 12161 709 0,'9'-13'998'0,"2"4"-216"0,-4 1-184 15,-1 2-113-15,1 2-72 0,-7 4-46 0,10 2-56 16,-6 4-10-16,1 4-23 0,-2 3 18 0,-1 0-76 16,-2 5-11-16,1 1-47 0,-1 1-34 0,0 1-24 15,-1 2-24-15,1 0-18 0,-1 2-11 0,0-2-11 16,-2-1-45-16,-1 0-76 0,2-5-81 0,-1-1-66 15,-2 0-94-15,1-5-149 0,-1 0-80 0,-1-5-130 16,-3-2-615-16,9-4-900 0</inkml:trace>
  <inkml:trace contextRef="#ctx0" brushRef="#br0" timeOffset="144358.29">5091 12257 646 0,'-2'-10'768'0,"-1"2"-178"0,2 0-125 0,1 8-90 15,0-9-12-15,0 9-15 0,0 0 9 0,10 3-49 16,-10-3-34-16,17 7-33 0,-7 0-29 0,1 1-33 0,6 3-38 15,1-1-21-15,1 0-20 0,8 1-27 16,1 0-12-16,1-3-13 0,2 0-18 0,1-2-60 0,-4-1-104 16,0-4-157-16,-1 1-160 0,1-4-153 0,-1-2-724 15,0-1-932-15</inkml:trace>
  <inkml:trace contextRef="#ctx0" brushRef="#br0" timeOffset="144740.7">5869 11922 907 0,'11'-6'895'0,"-11"6"-196"0,0 0-156 16,6-4-71-16,-6 4-57 0,0 0-34 0,0 0-51 15,-1 9 7-15,-4-4 2 0,-2 3-15 0,-3 2-29 16,1 2-18-16,-4 2-63 0,-6 5-12 0,0-3-64 16,0 3 0-16,-3 1-51 0,-1 0 12 0,2-1-45 15,1-1 13-15,1-1-37 0,4-2 19 0,1-4-34 16,2-2 21-16,2 2-41 0,0-3 21 0,2-3-29 15,2 1 4-15,6-6-52 0,-9 3 9 0,9-3-36 16,-4-6 38-16,4-2-23 0,1 0 37 0,2-8 3 16,-1 1 6-16,2-2 2 0,1-3 13 0,2 1-2 0,-2-2 3 15,1 2 6-15,-1 1 2 0,-1 2 12 16,0 2 21-16,0 1-1 0,-2 3-4 0,2 0-6 16,-1 1 0-16,2 3 42 0,-5 6 32 0,10-2 17 15,-10 2 33-15,15 9-18 0,-3 0 34 0,1 5-56 16,0 1-12-16,3 5-15 0,2 0-16 0,0 3-26 15,1 0 11-15,-1 0-8 0,0-2-9 0,-1 0-8 16,2-2-55-16,-3 0-71 0,-2-3-72 0,-1-1-124 0,-3-5-74 16,2 1-75-16,-2-1-153 0,-1-1-102 15,-1-3-139-15,-1 0-601 0,-1 0-1062 0</inkml:trace>
  <inkml:trace contextRef="#ctx0" brushRef="#br0" timeOffset="144847.01">6000 12264 1299 0,'0'0'1018'0,"0"0"-242"16,0-12-141-16,0 12-76 0,0 0-94 0,0-8-127 15,0 8-67-15,0 0-56 0,1-10-55 0,-1 10-115 16,0 0-158-16,0-8-349 0,0 8-384 0,-5-10-540 16,-3 6-987-16</inkml:trace>
  <inkml:trace contextRef="#ctx0" brushRef="#br0" timeOffset="145742.07">4162 13846 824 0,'0'0'956'0,"-17"-1"-192"0,17 1-177 0,-15-1-90 16,15 1-123-16,-12-1-44 0,12 1-101 0,0 0-6 15,-16-2-54-15,16 2 6 0,0 0-15 0,-9-1-14 16,9 1-19-16,0 0-22 0,5-7-14 0,2 2-15 15,4 0-24-15,0-2-25 0,7-4-32 0,2 0-48 16,3-3-71-16,1 0-73 0,0 0-102 0,-1 1-80 16,-5 2-74-16,-1 1-95 0,-3 3-75 0,-5 1-385 15,-2 3-614-15</inkml:trace>
  <inkml:trace contextRef="#ctx0" brushRef="#br0" timeOffset="145892">4147 14014 209 0,'-4'10'877'15,"-1"-4"-204"-15,5-6-135 0,-5 9-102 0,5-9-58 0,0 0-30 16,0 0-34-16,0 0-28 0,0 0-58 0,7-5-42 16,2 1-48-16,-1-4-15 0,2 0-37 15,5-5-7-15,2 1-31 0,6-7-1 0,8-4-47 16,1 0-93-16,1-4-147 0,1 0-147 0,7-8-186 0,0-1-589 16,-2 1-776-16</inkml:trace>
  <inkml:trace contextRef="#ctx0" brushRef="#br0" timeOffset="146290.56">4761 13308 824 0,'0'0'819'0,"0"0"-185"0,-7-5-154 0,7 5-94 16,0 0-36-16,0 0-20 0,-8-5-22 0,8 5-42 16,0 0-1-16,0 0-66 0,-4-4 34 0,4 4-64 15,0 0 20-15,0 0-84 0,1-7 26 0,3 3-75 16,3-3 43-16,3 1-48 0,0 0 6 0,3-3 0 15,5-1 3-15,2 1-10 0,-3 1-15 0,5 1-1 16,-2 1-7-16,-2 1-3 0,1 3-7 0,-2 0-3 16,1 5-1-16,-3 3-6 0,2 1 39 0,-3 6-46 15,0 3 36-15,-5 2-44 0,-3 2 41 0,-1 3-45 16,-2 2 9-16,-6 2-5 0,-1-1 3 0,-2 3 4 16,-3-2 2-16,-1 1 1 0,-4-5 0 0,2 1 3 15,-2-6 2-15,3-2-4 0,-3-1 1 0,2-5 0 0,-1-1 4 16,3-4-4-16,0-2-2 0,10-3-10 15,-14-2-6-15,6-3-11 0,6-2 3 0,0-3 41 16,4 1-49-16,3-4 44 0,1-1-46 0,3 3 51 0,3 0-48 16,0 1 7-16,5 2 0 0,5 1 6 0,-3 3 51 15,0 2-32-15,3 2 50 0,3 2-47 0,1 2 48 16,-2 2-44-16,-1 0 35 0,1 1-36 16,-1 0-14-16,-1 2-31 0,-1-1-26 0,-2 0-51 0,-4-2-70 15,2 0-108-15,-3 0-154 0,-4-1-126 0,0-1-281 16,-10-4-378-16,16 0-837 0</inkml:trace>
  <inkml:trace contextRef="#ctx0" brushRef="#br0" timeOffset="146459.34">5288 13224 717 0,'1'-8'1008'0,"-1"8"-236"0,3-11-173 0,-3 11-117 0,1-11-97 0,-1 11-77 0,0-8-66 0,0 8-49 16,3-8-43-16,-3 8-30 0,2-6-24 0,-2 6-22 15,0 0-34-15,9-4-67 0,-9 4-86 0,10-2-129 0,-10 2-121 16,13-1-97-16,-13 1-129 0,14-4-469 16,-6 1-675-16</inkml:trace>
  <inkml:trace contextRef="#ctx0" brushRef="#br0" timeOffset="146691.79">5352 12979 1194 0,'-3'-8'738'0,"1"-1"-157"0,2 9-133 0,-3-9-89 16,3 9-68-16,-4-6-3 0,4 6 3 0,0 0-16 15,4 6-14-15,-4-6-6 0,5 9-30 0,-1 1 14 0,1 0-28 16,-1 3-25-16,1 0-9 0,4 1-26 16,-3 1-20-16,2 1-29 0,1 0 16 0,0 1-54 0,-1-2 19 15,-1-2-44-15,1 0 35 0,2 0 6 16,-1-2 47-16,2 0-42 0,1-2 2 0,0-2-13 0,2-2-10 16,-1-4-14-16,1 1-8 0,2-4-21 0,3-2-27 15,1-2-34-15,0-4-49 0,-1-1-75 16,3-5-77-16,-3-2-54 0,-1-1-69 0,0-2-98 0,-8 2-76 15,3 0-92-15,-5-2-167 0,-3 1-394 0,-1 3-802 16</inkml:trace>
  <inkml:trace contextRef="#ctx0" brushRef="#br0" timeOffset="146858.38">5601 12908 568 0,'-4'4'637'0,"0"2"-121"0,3-2-27 0,0 6-43 15,1-2-23-15,1 3-9 0,2-1-28 0,-1 4-24 16,6 0-39-16,-3 0-53 0,4 3-40 0,2 2-41 15,1-3-32-15,2 1-33 0,0 2-12 0,4 1-36 16,-4-1-15-16,1-2-20 0,-2 0-40 0,0-3-68 16,2-1-75-16,-4-1-97 0,-1-1-159 0,-1-3-85 15,-3 3-161-15,2-4-570 0,-2-1-823 0</inkml:trace>
  <inkml:trace contextRef="#ctx0" brushRef="#br0" timeOffset="147291.03">5885 12784 583 0,'-7'-15'778'0,"1"2"-138"0,-4 1-116 15,-2-2-71-15,-3 2-45 0,1 0-29 16,-4 0-49-16,-1 1-25 0,-4 1-25 0,-5-1-36 16,-7 3-46-16,-6-2-17 0,-6 5-1 0,0 1 10 15,-7 4 36-15,-1 2-62 0,-4 2-6 0,-11 11-8 0,-3 1-14 16,-2 6-3-16,-2 5 2 0,-1 7-13 0,-7 12-2 15,5 5-29-15,6 6 28 0,9 9-4 0,19-8 44 16,3 7-63-16,8 3-10 0,8 5 2 0,7-1 5 16,6 1-35-16,8-1 32 0,9 0-4 0,7-3-3 15,9-5-73-15,7-4-10 0,7-4 0 0,7-9 0 16,6-2 0-16,4-11 0 0,6-5 0 0,5-12 0 16,7-7 0-16,-5-8 0 0,15-8 0 0,2-8 0 15,2-5 0-15,1-6 0 0,10-11 0 0,-2-5 0 16,-5-8 0-16,-7-3 0 0,-5-6 0 0,-9-6 0 15,-16 8 0-15,-6-5 0 0,-7 0 0 0,-5-3 0 16,-10 4 0-16,-5 2 0 0,-10 10 0 0,-6-1 0 16,-5 3 0-16,-5 4 0 0,-8 1-9 0,-4 5 17 15,-5 2-42-15,-5 2 42 0,-3 7-10 0,-5 3 6 16,-5 3-14-16,-1 4-5 0,-1 3-67 0,-3 5-55 16,3 2-49-16,2 4-69 0,7 2-98 0,-2 2-87 15,7 1-142-15,7 5-185 0,2-1-921 0,6 1-1362 16</inkml:trace>
  <inkml:trace contextRef="#ctx0" brushRef="#br0" timeOffset="147441.74">6074 12864 2230 0,'-8'-3'1233'0,"8"3"-297"0,-11-3-233 0,11 3-233 0,0 0-166 16,-17 0-208-16,17 0-154 0,-5 4-140 0,5-4-226 0,-10 7-275 15,1-1-759-15,-1 0-1076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16:31.912"/>
    </inkml:context>
    <inkml:brush xml:id="br0">
      <inkml:brushProperty name="width" value="0.05292" units="cm"/>
      <inkml:brushProperty name="height" value="0.05292" units="cm"/>
      <inkml:brushProperty name="color" value="#FF0000"/>
    </inkml:brush>
  </inkml:definitions>
  <inkml:trace contextRef="#ctx0" brushRef="#br0">6921 4892 423 0,'-10'3'658'0,"1"0"-164"0,3-1-109 0,6-2-79 0,-12 9-77 16,6-4-44-16,1 4-34 0,1 0-17 0,1 0 27 15,1 1 31-15,-1 0 4 0,3 1 5 0,0-2 15 16,3 1 20-16,-1 0 5 0,2-2 30 0,1-1-54 15,2 0 56-15,3-2-67 0,0-4 76 0,4-1-72 16,3-1 13-16,4-7-59 0,9-3 3 0,4-5-63 16,5-4 16-16,9-6-56 0,1-5 17 0,3-3-49 15,-1-3 28-15,2-2-48 0,2-2-4 0,2-1-7 16,-2-2-22-16,4 0-1 0,-4 0-60 0,1 0-3 16,-4 3-38-16,-2 2-59 0,-5 6-93 0,-10 8-97 15,-6 4-131-15,-6 3-58 0,-4 8-124 0,-5 1-576 16,-5 3-869-16</inkml:trace>
  <inkml:trace contextRef="#ctx0" brushRef="#br0" timeOffset="3313.3">10091 4986 618 0,'0'0'704'0,"0"0"-169"0,-9 4-106 0,9-4-105 0,0 0-63 16,-9 2-59-16,9-2-38 0,0 0-33 0,-7 7-21 16,7-7-12-16,-4 6 59 0,4-6 7 0,0 0 15 15,-1 10 29-15,1-10-19 0,4 7-8 0,-4-7 9 16,8 6-8-16,-8-6-3 0,16 4-22 0,-16-4-19 16,25-3 10-16,-6 0-28 0,4-7-13 0,5-2-10 15,6-6-13-15,2-5-18 0,9-5-14 0,2-4-12 16,2-4-8-16,-2-2-4 0,3-2-5 0,-1-1-10 0,-1 0-26 15,2-3 20-15,-2 1-28 0,1-1-26 16,-3 0-44-16,0 1-70 0,-4 1-81 0,-3 4-119 16,-10 7-119-16,-1 1-86 0,-2 0-812 0,-3 5-978 15</inkml:trace>
  <inkml:trace contextRef="#ctx0" brushRef="#br0" timeOffset="7948.94">13631 6394 1017 0,'-8'4'775'0,"8"-4"-184"0,-8 9-123 0,8-9-116 0,-5 6-56 15,5-6-75-15,-5 4-25 0,5-4-40 0,0 0 3 16,0 0-45-16,0 0 3 0,0 0-25 0,7 4 5 0,-7-4-44 16,15-5 16-16,0 3-36 0,-1-1 11 0,5-2-31 15,3 1 18-15,2-1-26 0,1 0 18 0,-1-1-26 16,2 4 17-16,-2-4-19 0,0 3 18 16,-3-2-25-16,-1 2 14 0,-3-1-11 0,-1 1 16 0,-3 2-19 15,0-1 22-15,-4-1-24 0,0 2 22 0,-9 1-19 16,10-2 5-16,-10 2-1 0,0 0 20 0,0 0-18 15,-18 5 24-15,5-2-8 0,-8 5 18 0,-4-2-14 16,-3 3 30-16,-2 1-17 0,0-2 37 16,1 2-6-16,-1-3 7 0,7 1-16 0,0-1-7 15,3 0-11-15,3-3-3 0,2 1-5 0,2-1-5 16,0 0 10-16,3-1 6 0,4 1 6 0,-1-1-5 0,7-3-8 16,-2 5-6-16,2-5 0 0,6 5-10 0,-6-5 2 15,17 2-12-15,-3-4-4 0,3 1-6 0,2-2 1 16,1 0 0-16,2-1 0 0,2-1 0 0,-1 2-1 15,1-1 8-15,-6 1-7 0,1 0-11 0,-2-1-19 16,-2 2-43-16,-2 0 7 0,0 1-43 0,-3-2-6 16,-1 2-70-16,-9 1-45 0,14-4-50 0,-14 4-72 15,8-6-110-15,-8 6-120 0,0-7-366 0,0 7-537 0</inkml:trace>
  <inkml:trace contextRef="#ctx0" brushRef="#br0" timeOffset="45445.15">13793 6522 39 0,'-8'-2'692'0,"-2"-1"-199"0,1 2-65 0,1-2-98 0,8 3-11 15,-13-4-32-15,13 4 9 0,-11-2-13 0,11 2-18 16,-9-3-29-16,9 3-44 0,0 0-36 0,-2-7-36 16,2 7-20-16,6-6-18 0,3 1-16 0,0 1-17 15,4-2-9-15,1 1-11 0,1-2-3 0,4 0-7 16,3 0-3-16,0-1-5 0,3 1-1 0,-3-1-1 16,6-1 0-16,2 1 2 0,-6 1 5 0,0 1-2 15,0 0 6-15,-2 0-5 0,-3 2 0 0,-2 1 1 0,0-2-5 16,-3 1 8-16,-3 2-6 0,1-1-2 0,-12 3 5 15,14-3 0-15,-14 3 1 0,0 0 0 0,0 0-5 16,-10 6 1-16,-6-1-3 0,-4 2 0 16,-8 2-1-16,-4 0 3 0,-5 4 7 0,-2-1 10 0,0-2-1 15,-1 1 6-15,7-1 12 0,1-2-7 0,0-1-3 16,1 1-6-16,8 0 8 0,1-3 7 0,5-2 22 16,0 2 6-16,7-2-9 0,10-3-7 15,-12 3-17-15,12-3-2 0,0 0-8 0,16-2-3 0,0-2-10 16,6-1-1-16,4-1-7 0,7-2-3 0,6-2-4 15,2 1 2-15,-2-1 9 0,-6 1-10 0,-1 1-2 16,-3 1-5-16,-6 1-37 0,-3 1-56 0,-3 2-41 16,0-1-45-16,-7 1-78 0,0-1-119 0,-1 1-73 15,-9 3-159-15,5-8-495 0,-5 8-722 0</inkml:trace>
  <inkml:trace contextRef="#ctx0" brushRef="#br0" timeOffset="55843.99">16904 9182 689 0,'-13'6'782'0,"5"-4"-120"0,-1 1-168 16,9-3-96-16,-11 3-92 0,11-3-48 0,-13 3-68 16,13-3-13-16,-8 2 3 0,8-2 24 0,0 0-14 0,0 0-17 15,0 0-24-15,0 0-25 0,0 0-21 16,21 0-17-16,-7-2-20 0,6-1-13 0,2-2-11 15,9-1-11-15,2-1-6 0,3-2-5 0,3-2-3 16,0 2-18-16,-6-2-26 0,-1 3-33 0,-3-1-64 16,-5 2-25-16,-2 1-54 0,-4-1-17 0,-1 3-46 15,-6 1-28-15,-3 1-23 0,-8 2-23 0,0 0-8 16,0 0-15-16,0 0 6 0,-10 4-65 0,-4 3-183 16,-7 3-117-16</inkml:trace>
  <inkml:trace contextRef="#ctx0" brushRef="#br0" timeOffset="55993.59">17011 9244 915 0,'-32'18'283'0,"8"-4"-24"0,1-1-29 0,4-1-25 15,2-2-11-15,4 0 21 0,2-3-12 0,3 2 0 0,2-3 2 16,3 1 6-16,3-7-7 0,4 9-16 0,2-5-1 16,5 1-44-16,0-3-7 0,6-1-41 15,4-1-7-15,4-3-29 0,7-2 3 0,6-1-35 0,5-5 16 16,7-1-31-16,-2-3 1 0,10-4-53 0,1 0-41 16,-3 0-83-16,-10 2-63 0,-1-2-124 0,-3 0-206 15,-3 0-371-15,-2 0-503 0</inkml:trace>
  <inkml:trace contextRef="#ctx0" brushRef="#br0" timeOffset="56211.8">17650 8807 1400 0,'0'0'823'0,"0"0"-185"0,0 0-144 0,5 6-80 0,-5 2-65 16,3 4-24-16,2 4-37 0,-1 3-48 0,-1 1-30 15,4 2-28-15,-1 6-22 0,2 1-29 0,3 1-25 16,2 5-21-16,1 1-20 0,3-1-8 0,1 1-15 16,-2-1-6-16,5 0-11 0,-2-2-18 0,-1-3-44 15,1-1-84-15,-4-6-135 0,3-1-140 0,-2-3-154 16,-2-6-310-16,-3-2-356 0,2-4-824 0</inkml:trace>
  <inkml:trace contextRef="#ctx0" brushRef="#br0" timeOffset="56459.4">18179 8989 1774 0,'0'0'987'0,"-5"-6"-200"0,5 6-188 0,0 0-104 15,0 0-140-15,0 0-45 0,14-3-87 0,-4-1-16 16,3 3-63-16,2-3 5 0,8-1-56 0,-1-1 10 15,10-3-51-15,3 2 20 0,7-3-45 0,-1 1 18 16,0-3-61-16,-2 3-16 0,-1-2-70 0,-6 0-52 16,-1 1-66-16,-3-4-100 0,-5 2-96 0,-3-1-60 15,-5-1-120-15,-4-1-699 0,-4 2-899 0</inkml:trace>
  <inkml:trace contextRef="#ctx0" brushRef="#br0" timeOffset="57060.4">19323 8166 745 0,'6'-9'556'0,"-3"-1"-107"0,-2 2-105 0,0 0-52 16,1 1-78-16,-4 1 20 0,1-1-18 0,1-1-7 15,-3 2 6-15,0 0-25 0,-2-3-27 0,-2 3-15 16,1 0-6-16,-3 1-21 0,-3 0 16 0,2 1-17 16,-3-1-11-16,-1 3-7 0,1 0-10 0,0 1-11 15,-3 1-5-15,0 1 9 0,-1 3-13 0,-4 2-10 16,1 3 32-16,2 4-9 0,-5 2 8 0,2 5-11 16,1 1 37-16,0 7-38 0,1 2-2 15,3 1 17-15,1 3-14 0,6 4 38 0,0 1-32 0,5 2 65 16,2-1-57-16,2-1 18 0,2 6 30 0,2 2-20 15,2 0 13-15,2 2-31 0,2-3 60 0,2 3-44 0,1-2-14 16,2-1-10-16,2 6 53 0,2 5-18 16,-3-11 9-16,1 9-41 0,0 1 2 0,-3-9-103 15,-3 0 0-15,3-1 0 0,-3-1 0 0,0-1 0 0,-1-1 0 16,-1-2 0-16,0-8 0 0,-3-2 0 16,2-2 0-16,1-1 0 0,-1-5 0 0,-1-2 0 15,2-2 0-15,2-1 0 0,3-4 0 0,1 0 0 16,4-3 0-16,4-5 0 0,4-1 0 0,2-3 0 0,11-4 0 15,6-1 0-15,5-5 0 0,3-2 0 16,7-7 0-16,-1-6 0 0,-1 0 0 0,-8-6-359 16,0-2-213-16,-7-3-144 0,-5-1-159 0,-11 3-914 0,-4-1-1490 15</inkml:trace>
  <inkml:trace contextRef="#ctx0" brushRef="#br0" timeOffset="58900.67">20101 8604 654 0,'-2'9'813'0,"2"-9"-122"0,-2 6-137 0,2-6-139 0,0 0-64 0,0 12-87 0,0-12-52 15,4 10-34-15,1-4 0 0,2 0 6 0,0 1-23 16,4-1-13-16,0-1-12 0,3 0-8 0,2 1-33 16,-1-3-15-16,3-1-12 0,1-2-12 0,0 0-4 15,2-2-9-15,-2-2-6 0,3-3-10 0,-1 0-6 0,-2-3-7 16,-1 0 2-16,-1-2-3 0,-4 1-1 16,1-4 1-16,-7 2 7 0,0 0 0 0,-3 1-3 15,-2-2 9-15,-4 4 12 0,-1-1 18 0,-1 1-13 16,-5 2-5-16,-3 2-5 0,1 1-1 0,-5 4-2 0,-2 2 4 15,-4 6 17-15,-5 3 26 0,2 4-35 0,-6 5 37 16,7 3-15-16,-1 2 17 0,6-1-42 16,2 0 48-16,5 2-17 0,4-3 27 0,4 1-16 15,4-4 23-15,3 2-19 0,3 1-2 0,6-3 1 16,2 1-14-16,5-3-14 0,1-1-8 0,7-5-7 16,1-3-11-16,2-6-9 0,2-2-18 0,6-2-31 15,7-7-20-15,-2-1-93 0,2-4-30 0,-4-3-101 16,-1-4-74-16,-5-1-108 0,0-3-93 0,-5-3-88 15,-4 1-161-15,-3-3-453 0,-4-1-857 0</inkml:trace>
  <inkml:trace contextRef="#ctx0" brushRef="#br0" timeOffset="59125.61">19878 8266 880 0,'-21'-2'904'0,"5"0"-204"0,5-2-158 0,1 1-127 16,1-1-75-16,9 4-91 0,-2-7-30 0,7 2-65 15,6-2-21-15,7-3-38 0,9-1-18 0,7-3-19 16,7-1-9-16,0-1-13 0,0 0-11 0,1 2-31 16,-1 0-64-16,0 0-73 0,0 3-79 0,-5-4-67 15,-7 5-64-15,-1-1-92 0,-1-1-127 0,-8 4-303 16,-1-2-425-16</inkml:trace>
  <inkml:trace contextRef="#ctx0" brushRef="#br0" timeOffset="60613.52">21075 7611 526 0,'0'-9'682'0,"-2"0"-175"0,-2 1-97 0,0 1-90 0,-3 3-72 0,1-1-55 16,6 5 10-16,-18-1 17 0,8 5 5 0,-3 2-8 15,2 2 17-15,-3 5-37 0,1 1-5 0,1 2-64 16,1 4-18-16,2-1 13 0,1 2-17 0,6 0-15 16,-3 0 18-16,5-2-3 0,3 0-15 0,1 2-10 15,3-1 3-15,2-4 5 0,3 1-23 0,0-3 0 16,4-2-26-16,-3-1 11 0,3-3-15 16,0-3 25-16,2-4-39 0,-4-1 13 0,5-1-28 0,-2-4 20 0,2-3-25 15,-2-3 14-15,-1 0-18 0,-2-3 25 16,-1-1-17-16,-1-3 20 0,-3 0-25 0,-2-3 1 15,-3 1 6-15,-3-1 12 0,-1 1-5 0,-4 0-7 16,-1-2 23-16,-3 0-30 0,-1 3 20 0,-2 0-27 16,-3 3 20-16,0 2-23 0,-2 3 25 0,0 4-35 0,1 2 31 15,-2 5-33-15,-3 1 14 0,-2 5-49 16,2 5-1-16,-3 6-28 0,1 1-36 0,3 4-62 16,0 0-113-16,5 1-84 0,5 0-85 0,2-4-149 15,7-4-584-15,3 1-807 0</inkml:trace>
  <inkml:trace contextRef="#ctx0" brushRef="#br0" timeOffset="60926.93">21561 7578 1241 0,'0'0'820'0,"0"0"-207"15,11 0-122-15,-11 0-114 0,0 0-58 0,8 4-66 16,-8-4-2-16,1 10-38 0,-1-10-7 0,5 10-7 15,-3-3-38-15,0-1-16 0,1 1-40 0,1 3-11 16,-2-2-27-16,4 1-6 0,-3-2-18 0,-1 0 12 16,2 0-27-16,-1-2 9 0,-3-5-17 0,5 11 12 15,-5-11-15-15,4 7 13 0,-4-7-28 0,0 0 26 16,0 0-28-16,0 0 18 0,0 0-23 0,5-7 19 16,-5 7-18-16,-1-12 21 0,1 12-31 0,-1-13 12 15,-1 8-7-15,2 5 2 0,-2-9 2 0,2 9-12 16,-4-9-29-16,4 9-13 0,-5-6-23 0,5 6-52 15,0 0-54-15,0 0-114 0,-17 2-83 0,17-2-85 16,-8 6-132-16,8-6-535 0,-5 7-751 0</inkml:trace>
  <inkml:trace contextRef="#ctx0" brushRef="#br0" timeOffset="61292.98">22041 7272 1247 0,'9'-16'809'0,"0"2"-160"0,-1 4-125 0,-4 0-91 16,-2 3-51-16,-2 7-37 0,-1-8-38 0,1 8 8 15,0 0 1-15,-17 8 5 0,8 2-31 0,-7 4-23 0,-1 4-36 16,-1 4-42-16,0 1-59 0,-1 6 15 0,5-4-60 16,0 4 19-16,5-1-8 0,3 1-9 15,1-4-14-15,3 0 44 0,7 0-46 0,-1-1 31 16,5-2-46-16,3 1 39 0,4-2-58 0,1-4-11 0,5-3-10 15,-2-2-16-15,4-6-3 0,-1-1-15 16,4-3 35-16,-4-4-46 0,5-2 3 0,-2 0 3 16,2-5 5-16,-5-1 6 0,-1-2 5 0,-3 0 0 15,-4-1 40-15,-1-2-38 0,-6 2 39 0,-3 0-45 0,-2 1 37 16,-3 1-42-16,-4 0 36 0,-4 2-38 0,-3 0 34 16,-5 4-38-16,-3 3 39 0,-1 0-44 0,-10 4 24 15,-2 4-64-15,-3 1-9 0,-2 5-67 0,-1 5-53 16,5-1-22-16,6 1-59 0,3-1-33 0,5 0-68 15,2-1-128-15,6 1-69 0,1-2-145 0,3-2-652 16,3-1-972-16</inkml:trace>
  <inkml:trace contextRef="#ctx0" brushRef="#br0" timeOffset="62027.02">23581 7749 1047 0,'-1'-9'786'0,"-2"-1"-171"0,-4 4-130 0,2 0-110 0,-3-1-72 0,8 7-57 0,-18 2-23 0,8 3 5 16,0 5-16-16,-2 0 16 0,1 6-40 15,0 2-32-15,0 3-12 0,3 0-17 0,-1 6-22 16,3-3-20-16,2 1-15 0,3-2-7 0,2 2 11 0,2-2 19 16,3-1-5-16,0-1-11 0,2-3-15 15,4-2 14-15,0-3-39 0,2-1 22 0,2-3-39 16,0-5 22-16,3-2-11 0,2-4-7 0,1-2-10 15,3-3-6-15,1-5-2 0,-1-1-3 0,-2-5-4 0,-1-3 4 16,-3-1-2-16,-2-3-2 0,-2 2 1 0,-4-4-25 16,-3 4 35-16,-5 2-29 0,-2 0 32 0,-2 2-31 15,-5-1 28-15,-3 2-30 0,-3 1 31 0,-4 2-30 16,-1 5 30-16,-5 0-30 0,-1 4 28 0,1 4-29 16,-2 2 15-16,-1 3-26 0,0 3-34 0,-1 6-38 15,1 1-24-15,3 0-41 0,6 2-69 0,2 1-94 16,1 1-63-16,8-4-84 0,1-1-173 0,7 0-524 15,1-3-785-15</inkml:trace>
  <inkml:trace contextRef="#ctx0" brushRef="#br0" timeOffset="62293.37">24062 7750 873 0,'0'0'857'0,"0"0"-188"16,0 0-157-16,-9-1-80 0,9 1-47 0,-12 8-30 15,3-2-39-15,4-1-38 0,-1 2-6 0,-1 0-32 16,2-1-2-16,0 5-6 0,3-3-16 0,0 2-15 16,1-1-21-16,2 1-21 0,2-1-22 0,2 1-22 15,-1-4-23-15,2 1-19 0,1-1-21 0,0-2-16 0,-7-4-9 16,18 1-6-16,-18-1-3 0,16-4-8 16,-8 0-3-16,0-2-3 0,-3-1-1 0,1-1-10 15,-4-1-8-15,1 1-6 0,-3-1-15 0,0 2-16 0,-3-3-30 16,2 2-67-16,-2-1-31 0,-1 1-30 0,4 8-79 15,-5-10-98-15,5 10-88 0,-6-6-70 16,6 6-122-16,0 0-562 0,0 0-836 0</inkml:trace>
  <inkml:trace contextRef="#ctx0" brushRef="#br0" timeOffset="62642.64">24477 7484 910 0,'8'-10'921'0,"-3"1"-185"0,-2 3-154 16,-3 6-94-16,0-7-65 0,0 7-53 0,0 0-45 0,-11 8-39 16,2-2 14-16,0 4-31 0,0 2 40 0,-1 3-65 15,0 2-22-15,2 1-66 0,-1 2 37 0,3 2-52 16,0 1 7-16,3 0-18 0,2 1-3 0,2 0-14 16,0-1-46-16,4-1 17 0,2 0-44 0,-1-3 28 15,2 0-50-15,2-1 29 0,0-4-48 0,1-3 27 0,1-1-39 16,1-3 36-16,2-2-44 0,-2-2 41 15,1-3-38-15,3-2 33 0,1-2-35 0,-3-2 39 16,2-4-37-16,-2-1 39 0,-2 0-45 0,-3 0 40 16,-2 0-23-16,-2-2 16 0,-2 4-37 0,-3-1 33 0,-3-1-33 15,-3 2 5-15,-4 2 3 0,-8-1 30 16,0 5-32-16,-2 0 36 0,-1 5-36 0,-7-1 16 16,1 6-82-16,-2 2-26 0,0-1-64 0,4 4-60 15,5-2-34-15,-1 1-46 0,6 0-95 0,2-2-111 16,4 2-38-16,1-6-128 0,7-5-651 0,-1 9-944 15</inkml:trace>
  <inkml:trace contextRef="#ctx0" brushRef="#br0" timeOffset="62859.19">24763 7392 1402 0,'17'-10'839'0,"-4"4"-208"15,0 4-127-15,3 2-58 0,3 4-51 0,3 4-45 16,5 5-36-16,5 5-23 0,-1 3 27 0,1 4-77 15,-3 0-16-15,-2 4-71 0,-2 1-5 0,-2 1-31 16,-5 4-23-16,-1-1-15 0,-4 0-21 0,-1 3-28 16,-8-6-32-16,1 2-40 0,-5-4-38 0,-4 4-31 15,-1 0-32-15,-5-3-39 0,-5 4-59 0,-7-3-54 0,-1-4-47 16,-4-2-17-16,-3-2-6 0,-4-4-22 16,0-3-32-16,-3-1-30 0,2-9-107 0,-3 1-291 15,-3-6-391-15</inkml:trace>
  <inkml:trace contextRef="#ctx0" brushRef="#br0" timeOffset="63059.87">23565 7596 544 0,'-16'3'846'0,"2"5"-143"16,-5 10-99-16,-4 8-87 0,-1 6-68 0,0 4-56 16,-3 11-34-16,2 3-46 0,5-1-23 0,3-4-34 15,7-2-46-15,6 3 16 0,3-9-60 0,6 8-26 0,8-4-23 16,5 2-19-16,11 1 11 0,3-3-53 15,9-5 15-15,5-7-58 0,6-3 5 0,3-5-74 16,8-5-25-16,-7-6-94 0,13-1-90 0,-9-5-83 16,2-4-107-16,-2-1-95 0,-3-6-211 0,7-5-438 15,-2-6-808-15</inkml:trace>
  <inkml:trace contextRef="#ctx0" brushRef="#br0" timeOffset="64127.65">24822 6909 6 0,'-4'-6'777'0,"-1"1"-175"0,1-1-119 0,4 6-96 0,-8-8-87 0,8 8-57 0,-7-6-42 15,7 6-33-15,-5-7-23 0,5 7-13 0,0 0 8 16,-5-5 9-16,5 5-12 0,0 0-12 0,0 0 7 16,4 6-6-16,-4-6-7 0,11 8-18 0,-1-4 2 15,-1 0-6-15,2 1-7 0,1 0-8 0,1-2-12 16,1-1 0-16,0-2-9 0,-1 0-10 0,4 0-6 16,-3-2-9-16,2-3-5 0,-3-1-5 0,2 0-6 15,-3-4-5-15,-1 1 0 0,-2-1-4 0,-4-1-4 16,-1 1-2-16,-2-1-1 0,-4-1 0 0,-3 2-4 15,-1-2 16-15,-6 1-20 0,-2 0 19 0,-5 1-19 16,1 2 15-16,-5 2-15 0,2 3-1 0,0 1-2 16,1 4 2-16,-1 0 3 0,-1 3-1 0,3 1 0 15,-1 4 16-15,4 0-1 0,5 2 10 0,1 0-5 16,3 2 2-16,3 2 0 0,3-5-6 0,6 4-10 16,2-1-39-16,4 1-60 0,6-4-86 0,2 2-95 15,0-4-112-15,4-1-107 0,-2-2-149 0,-3-1-390 16,1-5-647-16</inkml:trace>
  <inkml:trace contextRef="#ctx0" brushRef="#br0" timeOffset="64563.31">22325 9142 1028 0,'-27'12'859'0,"2"2"-173"0,-1-4-159 0,7 0-122 0,-3 1-64 0,4-1-87 16,4-1-29-16,4-1-19 0,1-2 47 15,7 1 21-15,2-7-7 0,8 7-16 0,5-7-20 0,13-3 6 16,19-6-4-16,20-5-33 0,14-5-9 0,26-11 0 16,12 0-3-16,11-1-8 0,15-7-21 0,5 0-27 15,8-5-28-15,9-3-18 0,42-12 23 0,0 1-71 16,-37 11 39-16,3 3-59 0,1 2 46 0,-2 5-59 16,-7 1 2-16,-7 5-4 0,-12 5-1 0,-8 0 0 15,-13 4-2-15,-29 6 4 0,-6 2-8 0,-12 1-4 16,-9 2-15-16,-19 1-36 0,-6 3 0 0,-11-1-58 15,-7 2-31-15,-11-2-84 0,-4 2-22 0,-5 1-44 16,-9-2-44-16,-5 1-52 0,-9-1-93 0,-9-1-46 16,-18 0-70-16,-6 2-134 0,-8 0-439 0,-13 2-786 15</inkml:trace>
  <inkml:trace contextRef="#ctx0" brushRef="#br0" timeOffset="64960.16">23480 9283 1160 0,'0'-14'843'0,"0"-4"-148"0,2-1-145 15,-2 3-105-15,0 1-32 0,0 2-28 0,2 0-43 0,-1 4-20 16,-1-3-17-16,2 4-15 0,-1-1-36 0,-1 3-41 15,0 6-21-15,1-9 41 0,-1 9 45 0,0 0-10 16,1 11-17-16,1 3-3 0,-2 5-54 0,1 5-5 16,0 2-68-16,1 8-121 0,0 1 0 0,3 6 0 15,-1 3 0-15,4-3 0 0,-2-1 0 0,3 0 0 16,3-3 0-16,0 0 0 0,1-3 0 0,0-8 0 16,2 0 0-16,3-1 0 0,0-5 0 15,12 1 0-15,1-5 0 0,9-2 0 0,2-6 0 0,7-3 0 16,5-2 0-16,4-4 0 0,16-5 0 0,-1-1 0 15,0-4 0-15,1-3 0 0,-5 2 0 0,-5-1 0 16,-13 2 0-16,-6 1 0 0,-7 0-380 16,-6-1-113-16,-5 1-92 0,-6 0-44 0,-4-1-21 0,-6 3-41 15,-5-1-73-15,-3 0-499 0,-3-2-872 0</inkml:trace>
  <inkml:trace contextRef="#ctx0" brushRef="#br0" timeOffset="65359.79">24058 9253 705 0,'-3'-8'892'16,"1"0"-134"-16,-2 0-171 0,-1 1-114 0,1 0-88 15,-1 2-44-15,1 1-55 0,4 4-15 0,-9-7-13 16,9 7-4-16,-9 2 2 0,5 3-5 0,-2 1-12 16,1 2-22-16,1 1-19 0,1 5-14 0,2-1 11 15,1 3-50-15,3 1 7 0,1 1-57 0,2 1 23 0,3-1-54 16,0-2 18-16,1 0-50 0,0-3 22 0,2-2-49 16,1-1 14-16,1-5-19 0,-1-1-9 15,2-2-40-15,-2-4 10 0,3-2-27 0,0-3 30 0,1-4-15 16,-4-1 35-16,1-1-16 0,-2-2 10 0,-5-2 3 15,1 1 4-15,-5-1 0 0,-2 0 2 0,-4 2 2 16,-3 0 2-16,-2-1-1 0,-6 0 2 0,-1 1 2 16,-6 1-2-16,-3 3 1 0,-1-2-3 0,0 6 4 15,1 1-36-15,2 1-50 0,3 2-47 0,0 2-60 16,5 1-24-16,2 0-132 0,0-2-108 16,12 2-79-16,-12 0-167 0,12 0-655 0,0 0-966 0</inkml:trace>
  <inkml:trace contextRef="#ctx0" brushRef="#br0" timeOffset="65875.14">25353 6440 1017 0,'-20'-33'696'0,"1"4"-138"0,-1-2-83 0,6 6-71 0,0 3-45 0,2 3-29 0,3 1-18 0,3 2-17 16,-2 3-36-16,6-1-34 0,0 3-45 16,5-1-27-16,2-1-27 0,8 1-28 0,5 1-19 15,5 2-13-15,7 0 12 0,2 2 27 0,2 6 9 16,-2 1 1-16,3 1-6 0,2 7 7 0,4 4 37 15,-2 3-43-15,-4 4 23 0,2 2-51 0,-4 7 36 16,3 10-38-16,-2 3 33 0,-4 5-54 0,-2 3 26 16,-2 4-54-16,-4 6 4 0,1 6 24 0,-4 5 32 15,-2 6 34-15,0 5 45 0,-2 8 51 0,2 16-34 16,0 1-117-16,-2 5-70 0,-1-1 0 0,3 4 0 16,-3-2 0-16,1-1 0 0,1-4 0 0,0-15 0 15,1 10 0-15,0-15 0 0,0 0 0 0,-1 0 0 16,2-6 0-16,-2-2 0 0,1-4 0 0,-2-5 0 15,-2-7 0-15,-4-12 0 0,-3-4 0 0,0-6 0 16,-4-9 0-16,1-4 0 0,-3-2 0 0,-4-2 0 16,-1-4 0-16,-4 2 0 0,-7-5 0 0,-3 1 0 15,-8-3 0-15,-10 0 0 0,-5-6 0 0,-3 2 0 16,-4-7 0-16,-3-1 0 0,-1 0 0 0,-1-5 0 16,-1-2 0-16,3-2 0 0,2-4 0 0,1-3 0 15,8-3-426-15,4-2-443 0,5-5-191 0,7-4-781 16,6-6-1553-16</inkml:trace>
  <inkml:trace contextRef="#ctx0" brushRef="#br0" timeOffset="66043.2">25966 8787 2870 0,'0'0'1428'0,"-6"-8"-346"0,6 8-244 0,0 0-304 0,0 0-170 0,0 0-198 0,0 0-77 16,0 0-128-16,-4-3-78 0,4 3-116 0,0 0-127 15,0 0-226-15,0 0-269 0,-7-5-785 0,7 5-1300 16</inkml:trace>
  <inkml:trace contextRef="#ctx0" brushRef="#br0" timeOffset="105408.99">16358 11366 395 0,'-1'-9'302'0,"1"9"-61"0,0-10-26 0,0 10-25 0,1-8-19 16,-1 8-1-16,3-11-30 0,-3 11 7 15,2-9-33-15,-2 9-3 0,8-10-31 0,-6 6 13 16,-2 4-33-16,8-11 9 0,-8 11-3 0,5-8-1 16,0 2 0-16,-5 6-19 0,4-9 30 0,0 3-35 15,-2 0 18-15,-2 6-22 0,4-11 11 0,-4 6-8 16,0 5 16-16,0-15-25 0,0 8 22 0,0-2-15 0,-1 0-6 16,-2 0-2-16,0-1 35 0,-1 1-4 15,1-2-4-15,-2 2-21 0,1-3 10 0,-2 1 8 0,-3-1 10 16,3-1-8-16,-2 3-8 0,0-2 10 15,-2 3 2-15,1-1 7 0,0 1-2 0,-2 0-8 0,-1 1-11 16,2-1-9-16,-3 3-1 0,4 2-5 16,-1-2-7-16,-3 3 11 0,4 0 13 0,-2 2-7 0,-1 1-1 15,-1 1 20-15,2 1-8 0,-2 1 20 0,0 4 3 16,-2 0-4-16,1-1-1 0,-4 6-12 0,4 1 7 16,-4-1 15-16,3 2-10 0,-4 4 2 0,1 0-7 15,1 1 2-15,2 2-7 0,1-1-13 0,0-2-3 16,3 2-2-16,1 0 7 0,4 0-2 0,-2 1 1 15,3 0-9-15,1-1 19 0,4 0-16 0,0 4 26 16,4-2-13-16,1 5 32 0,4-1-35 0,0 2 27 16,1-2-35-16,4 0 20 0,-1 0-15 0,4-1 30 15,-1-2-39-15,2-1 19 0,3-1-39 0,-1 0 24 16,3-4-7-16,1-2-8 0,2-2-4 0,2-2-4 16,2-3-5-16,3-2-2 0,0-1-4 0,1-5 2 15,5-3-4-15,4-3-2 0,2-1 1 0,-3-4-5 16,2 0-24-16,-5-2 33 0,-1-3-21 0,0-3 40 15,-5 3-20-15,-2-6 34 0,-2 2-31 0,-4-4 3 16,0-1 2-16,-9 3-6 0,1-3-2 0,-5-2 29 0,-1 0-36 16,-3-3 32-16,-3 0-35 0,-4-2 34 15,-1 3-5-15,-4-6 1 0,0 2 0 0,-3-7 0 0,-5 2-4 16,-2 5-31-16,0-3 30 0,-4 5-34 0,-2 3 28 16,-5 2-32-16,-3 3 30 0,-5 4-33 0,-3 5 32 15,-6 3-35-15,-4 3 29 0,0 2-50 16,1 6-1-16,-5 6-62 0,1 2-41 0,3 1-99 0,1 5-103 15,4 2-165-15,4 2-131 0,1 2-171 0,8 0-527 16,4-2-942-16</inkml:trace>
  <inkml:trace contextRef="#ctx0" brushRef="#br0" timeOffset="106390.31">17471 11893 477 0,'0'0'591'0,"0"0"-170"0,0 0-66 0,0 0-100 0,-11-2-24 16,11 2-85-16,0 0-2 0,0 0-52 0,0 0 2 15,0 0-66-15,0 0-36 0,0 8-112 0,0-8-149 16,6 4-504-16,-6-4-290 0</inkml:trace>
  <inkml:trace contextRef="#ctx0" brushRef="#br0" timeOffset="106856.85">18551 11508 120 0,'0'0'815'0,"-4"6"-148"0,4-6-143 0,0 0-113 0,0 0-95 16,0 0-76-16,-5 4-28 0,5-4-39 0,0 0-26 16,0 0-26-16,0 0-22 0,0 0-22 0,0 0-14 0,-4 5-14 15,4-5-11-15,0 0-8 0,0 0-15 16,0 0-61-16,0 0-97 0,0 0-109 0,0 0-165 16,0 0-600-16,-2 5-624 0</inkml:trace>
  <inkml:trace contextRef="#ctx0" brushRef="#br0" timeOffset="107707.7">17154 13034 2101 0,'0'-20'997'0,"1"12"-249"0,1 0-362 16,-2 8-392-16,0 0-356 0,0 0-856 0,0 0-827 15</inkml:trace>
  <inkml:trace contextRef="#ctx0" brushRef="#br0" timeOffset="112298.98">15116 14827 830 0,'-9'-8'726'0,"1"3"-167"0,2-2-126 0,1-1-97 0,2 3-96 0,3 5-158 15,-5-7-108-15,5 7-54 0,0 0-38 0,0 0-52 0,8-3-77 16,-8 3-72-16,12 5-394 0,0-4-219 0</inkml:trace>
  <inkml:trace contextRef="#ctx0" brushRef="#br0" timeOffset="112641.14">17065 14630 596 0,'0'0'481'0,"-3"-8"-133"16,3 8-57-16,-1-8-81 0,1 8-25 0,-3-6-70 15,3 6-22-15,0 0-71 0,-2-6-40 0,2 6-59 16,0 0-53-16,0 0-61 0,0 0-97 0,0 0-224 15,0 0-12-15</inkml:trace>
  <inkml:trace contextRef="#ctx0" brushRef="#br0" timeOffset="112923.91">18467 14686 165 0,'0'0'757'0,"0"0"-173"0,2-7-140 15,-2 7-79-15,0 0-111 0,1-8-44 0,-1 8-54 16,0 0-26-16,6-5-46 0,-6 5-23 0,0 0-68 15,9-1-50-15,-9 1-105 0,0 0-118 0,14 0-139 16,-14 0-307-16,0 0-232 0</inkml:trace>
  <inkml:trace contextRef="#ctx0" brushRef="#br0" timeOffset="113474.38">15521 15471 122 0,'-18'2'508'0,"1"-1"-106"0,0-1-53 0,-3 1-53 0,1-1-13 15,-1 0-17-15,-1 0-11 0,1-1-15 0,-1 1-19 16,3 0-8-16,3 0-8 0,1 0-14 0,0 0-30 16,1 0-18-16,13 0 31 0,-19-1 17 0,19 1-1 15,0 0-7-15,0 0-13 0,0 0-38 0,10-2 1 16,12-3-39-16,16 1-17 0,14-2-14 0,20-2-15 16,5 0-26-16,6-2 31 0,5 0-28 0,4-1 1 15,4 0 21-15,2-3-29 0,20-1 2 0,-20 4-3 16,1-4-2-16,-4 3 2 0,-3-1 3 15,-3 0 1-15,-5 1 4 0,-2-1 5 0,-8 1-3 0,-9 1-1 0,-11 2 31 16,-8 2-52-16,-11 1 37 0,-2 0-49 16,-9 2-4-16,-1 0-3 0,-6-1-24 0,-6 1-43 15,-2 1-82-15,-9 3-71 0,7-5-85 0,-7 5-53 16,-12-2-13-16,-1 2-61 0,-6 0-39 0,-4 3-62 16,-5 1-311-16,-5 3-404 0</inkml:trace>
  <inkml:trace contextRef="#ctx0" brushRef="#br0" timeOffset="113723.55">15834 15759 57 0,'-10'5'836'0,"1"-3"-219"0,9-2-134 16,-12 2-74-16,12-2-48 0,0 0-57 0,8-6-16 0,2 2-23 16,6 0-13-16,3-1-50 0,6-1-27 0,5 0-17 15,4-1-30-15,10 0-5 0,4 0 24 0,3 1-1 16,6 1 0-16,1 1-23 0,4 1-22 15,9-2-17-15,-6 2-10 0,8 0-17 0,-11 0-5 0,-1-1-6 16,-1 3-5-16,-4-2-10 0,-2 0-2 0,-3-1-7 16,-10 1-23-16,-3 0-17 0,-7 2-43 15,-4-1-58-15,-7 0-127 0,-2-2-153 0,-6 2-64 0,-5-3-112 16,-7 5-131-16,4-7-285 0,-11 0-586 0</inkml:trace>
  <inkml:trace contextRef="#ctx0" brushRef="#br0" timeOffset="114373.14">13853 15545 172 0,'-9'3'636'0,"9"-3"-168"0,-15 3-103 0,15-3-25 0,-12 3-36 0,12-3-17 16,-10 3 3-16,10-3-10 0,0 0-3 15,-11 2-20-15,11-2-15 0,0 0-14 0,0 0-28 0,0 0-42 16,0 0-25-16,0 0-26 0,5-4-17 16,5 1-17-16,5-1-14 0,6-1-13 0,-1-1-7 0,4 1-7 15,1 0-4-15,-1-1-3 0,-3 1-3 0,-2 1-3 16,-4 0-1-16,0 1-3 0,-2 0-5 0,-3 0 1 16,-1 2-2-16,-9 1-4 0,0 0 5 0,0 0-3 15,0 0-2-15,-9 6-1 0,-6-1-1 0,-8-1 1 16,1 4-1-16,-7 0-3 0,-1-1 3 0,2 2-2 15,1-3 1-15,3 1 13 0,-3-1-11 0,6 0-7 16,-2 0-1-16,4-2 3 0,2 2-1 0,0-3 4 16,6 1-3-16,-2-1 3 0,4-1 18 0,9-2-9 15,-6 6 2-15,6-6-4 0,0 0 1 0,15 2 14 0,-1-3-18 16,4 0-5-16,2-1-16 0,7-2-38 16,-1-1-75-16,-1 1-96 0,-5 2-145 0,-1-1-137 15,-4-2-243-15,-4 2-294 0,-3 0-662 0</inkml:trace>
  <inkml:trace contextRef="#ctx0" brushRef="#br0" timeOffset="124972.82">19113 11818 453 0,'-15'-2'359'0,"5"0"-79"0,10 2-59 15,-17-2-26-15,17 2-4 0,-9 6 27 0,5-1-22 0,3 4 12 16,1 0-43-16,0 5 23 0,4 1-40 16,-2 4 3-16,4 1-12 0,-1 0 0 0,2 1-25 15,-2-2 18-15,3 1-10 0,-3-1-2 0,2-3 18 0,0 1-23 16,-2-3 51-16,2-3-36 0,-2 2-6 0,0-1 33 16,3-3 21-16,1 0-20 0,2-3-6 0,3-1-31 15,4-4-15-15,4-2 1 0,10-5-7 0,9-6 17 16,5-5-25-16,14-8 5 0,6-7 32 0,7-5-25 15,19-11-18-15,3-6-2 0,4-4-4 0,2-7-20 16,4 0-35-16,6-2 16 0,7-3-36 0,3 0-17 16,3-2-44-16,3 1-6 0,-1 3-64 0,0 1-63 15,-1 6-56-15,-4 4-91 0,-10 8-129 0,-10 8-71 16,-26 9-193-16,-10 7-418 0,-19 8-760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19:17.751"/>
    </inkml:context>
    <inkml:brush xml:id="br0">
      <inkml:brushProperty name="width" value="0.05292" units="cm"/>
      <inkml:brushProperty name="height" value="0.05292" units="cm"/>
      <inkml:brushProperty name="color" value="#FF0000"/>
    </inkml:brush>
  </inkml:definitions>
  <inkml:trace contextRef="#ctx0" brushRef="#br0">16063 11905 596 0,'-8'-11'529'0,"3"3"-121"0,1 0-11 0,2 0-30 16,-2 2-29-16,1 0-19 0,3 6-35 0,-5-10-36 16,5 10-44-16,-6-9-30 0,6 9-30 0,-3-5 17 0,3 5-13 15,0 0 23-15,0 0-37 0,1 11-30 16,2-3 3-16,3 4-7 0,1 1-19 0,0 5-16 15,4 0-10-15,-1 0 2 0,0 1-14 0,5 6 4 0,-3-1-17 16,-1 0 2-16,2 1-4 0,-1 0-5 16,-1-1-17-16,1 0-8 0,-2-3-22 0,-1 0-21 15,0-4-75-15,-3-2-97 0,1-1-95 0,-1-2-67 16,-1-2-96-16,-2-2-109 0,-3-8-428 0,2 8-617 0</inkml:trace>
  <inkml:trace contextRef="#ctx0" brushRef="#br0" timeOffset="266.89">15969 11943 631 0,'-8'-21'520'0,"1"2"-148"0,6 0-59 0,0 3-58 16,4-1 19-16,4 2-21 0,4-2-7 0,2 2-14 15,6 3-18-15,3-1 0 0,6 3-18 16,2 3 7-16,3 0 1 0,4 3-13 0,0 3-38 0,1 1-24 16,1 3-7-16,0 2-31 0,3 3-14 0,-2 2-17 15,-4 4-10-15,-3 0-9 0,-6 2-9 0,-3 3-4 16,-5 0-7-16,-1 1-3 0,-5 3-3 0,-5 0-2 15,-6 0 0-15,-3 0 9 0,-6 7-16 0,-4-2 18 16,-6 6-12-16,-7-5 7 0,0 1-12 0,-3-1 11 16,0-5-2-16,-2 1 17 0,-1-5-12 0,5-5 5 15,-1-1-7-15,3-4 1 0,3-3-23 0,1-3-18 16,1-3-54-16,5-2-66 0,1-2-103 0,4-4-78 16,4-2-85-16,2-4-129 0,6-2-618 0,5-4-766 15</inkml:trace>
  <inkml:trace contextRef="#ctx0" brushRef="#br0" timeOffset="517.35">16717 11947 440 0,'0'0'756'15,"0"0"-152"-15,0 0-97 0,4-6-103 0,-4 6-59 0,0 0-45 16,0 0-44-16,0 0 9 0,0 0-21 0,0 0-40 15,5 3-40-15,-5-3-34 0,5 9-18 16,-1 0-20-16,1-2-19 0,-1 2-15 0,1 2-11 16,-1-3-3-16,1 3-17 0,0 2 0 0,-1-3-31 0,2 0-35 15,-3 2-89-15,1-3-66 0,-2 0-81 0,1-1-34 16,-1-2-49-16,-2-6-85 0,4 8-102 0,-4-8-336 16,0 0-441-16</inkml:trace>
  <inkml:trace contextRef="#ctx0" brushRef="#br0" timeOffset="648.65">16789 11800 115 0,'0'-15'655'0,"0"4"-184"0,-2 1-77 16,1 1-71-16,1 1-31 0,0 1-73 0,0 0-25 15,0 7-60-15,-1-11-17 0,1 11-23 0,-3-4-5 16,3 4-28-16,0 0-5 0,0 0-62 16,0 0-67-16,-4 6-142 0,4-6-146 0,3 9-448 15,-3-9-340-15</inkml:trace>
  <inkml:trace contextRef="#ctx0" brushRef="#br0" timeOffset="1032.13">17017 11717 549 0,'13'-16'683'0,"-3"2"-158"16,3-1-27-16,-4 3-67 0,0-1-58 0,-1 3-45 16,-2-2-37-16,-1 2-58 0,-2 1-42 0,-2 0-25 0,-1 2-49 15,0 7-13-15,-4-12-32 0,4 12-4 0,-14-5-25 16,14 5 2-16,-19 2-22 0,5 1-2 15,1 0-5-15,0 3-2 0,-2-1-7 0,2 3-1 16,1 0-2-16,1-1 1 0,4 0-3 0,-2-1 2 0,4 1-2 16,1 1 1-16,4-8-3 0,0 13 0 0,2-7 4 15,5 0 1-15,2-2-2 0,1 2 0 0,1 0 0 16,3-1-4-16,1 1 2 0,1 0-2 16,-1-1 6-16,3 0 7 0,-1-1-3 0,0 2 2 0,0-1-7 15,0 2 3-15,-2-1-8 0,-2-2 5 0,0 3-4 16,0-1 4-16,-4 0-2 0,-3 3 3 0,0-2-7 15,-2 0 6-15,-3 0-2 0,-2 1 4 0,-1 1 5 16,-6-2 4-16,-1 3 2 0,-4 0-5 0,-2-2-1 16,2-1-2-16,-6 0 0 0,4 0-2 0,-6 0-1 15,2-3-1-15,1 3 0 0,2-4-6 0,0 0 4 16,4-1-6-16,1-2-20 0,11 0-81 0,-19-2-113 16,19 2-92-16,-9-6-134 0,9-2-169 0,0-1-420 15,5-1-646-15</inkml:trace>
  <inkml:trace contextRef="#ctx0" brushRef="#br0" timeOffset="1282.67">17394 11556 337 0,'7'-9'788'16,"-3"1"-175"-16,-2 2-84 0,-2 6-57 16,0-12-57-16,0 12-21 0,-2-7-46 0,2 7-30 15,-7-5-57-15,7 5-35 0,-15 1-35 0,6 4-25 16,-1 0-33-16,-3 3-28 0,3 3-16 0,-2 0-17 15,0 3-11-15,1 0-16 0,2 4-9 0,-1-5-1 16,6 3-13-16,-1 2 1 0,4-3-6 0,1-2-6 16,1 1 3-16,4 1-7 0,2-1 0 0,3-4-3 15,0 0 0-15,5-1-2 0,-2-2-3 0,4-1-4 0,-2-4-16 16,4-1-59-16,-1-1-75 0,0-1-79 0,-2-4-80 16,1-1-46-16,-4-1-67 0,0 0-61 0,-3-5-32 15,0-1-462-15,-1 0-575 0</inkml:trace>
  <inkml:trace contextRef="#ctx0" brushRef="#br0" timeOffset="1565.01">17522 11516 389 0,'0'0'464'0,"0"-13"-101"16,0 13-34-16,4-9-2 0,-4 9-7 0,8-7 4 15,-8 7-34-15,11-9 1 0,-3 7-32 0,0 0-5 16,2 0-29-16,1 1-12 0,-2-1-26 0,5 4 11 16,-2-2-44-16,1 1-14 0,2 2-14 0,-1 0-13 15,1 2-28-15,1 1-12 0,0-1-22 0,-3 2 4 16,1 0-28-16,-2 1 8 0,0-1-21 0,-3 2 11 15,-2-2-13-15,-1 1 15 0,-2-1-9 0,1 3 10 16,-4-5-6-16,-1-5 7 0,-1 12-6 0,1-12-2 16,-9 8 0-16,9-8 4 0,-9 4-8 0,9-4 3 15,-13 0-6-15,13 0-5 0,-15-6 6 0,7 2-8 16,3-4-3-16,1 1 1 0,-2-2 0 0,6 0 2 16,0-2-8-16,1-2 2 0,4 1-2 0,0-3-3 0,3 3-2 15,1-3-5-15,1 2-37 0,-1 1-81 0,0 2-77 16,3-1-114-16,-2 3-83 0,0-1-123 15,-2 3-136-15,1 0-381 0,-3 1-657 0</inkml:trace>
  <inkml:trace contextRef="#ctx0" brushRef="#br0" timeOffset="2064.73">17949 11423 244 0,'0'0'704'0,"14"-1"-142"0,-14 1-79 0,10-3-52 0,-10 3-48 15,11-5-62-15,-11 5-39 0,12-7-66 0,-3 3-42 16,0-1-35-16,0 1-27 0,1-1-25 0,-2 0-16 16,1 0-13-16,0 1 15 0,-1-2 15 0,-1 3-13 15,-2-1-7-15,1-1-19 0,-6 5-9 0,6-8-6 16,-6 8-9-16,0-6-5 0,0 6 19 0,-4-6-1 16,4 6 2-16,-11-3 5 0,11 3 1 0,-19 3-11 15,8 0 9-15,0 0-22 0,-2 3 15 0,1 2-2 16,1 0 6-16,1 0-5 0,2 4-15 0,0-2 2 15,2-1-10-15,2 4 9 0,4-4-17 0,0 2 11 16,4-1-4-16,4-1 15 0,1-1-6 0,2-1 9 16,2-2-6-16,2-3 1 0,-1 0-8 0,2-4 6 15,3 0 0-15,-1-2 8 0,2-3-6 0,2-2-5 16,-3-3-3-16,3-1 0 0,-2-4-6 0,-2-2-2 16,-1-3-1-16,-3-1 0 0,-2-2 3 0,-1-3-6 15,-5 0-2-15,-1-4-1 0,0-2 2 0,-5 0 0 16,-1-2-10-16,-5-4 24 0,-2-2 15 0,0 5 22 0,-1 5 0 15,-1 1 12-15,1 6-27 0,0 2 22 0,3 3-38 16,0 6 11-16,0 1-23 0,3 4 18 16,3 9-26-16,-7-4 32 0,7 4-18 0,-2 14 39 0,2 1-13 15,2 6-8-15,5 4 2 0,0 6 3 0,6 6-1 16,0 1 2-16,2 0-6 0,-1 0-41 0,5-1 35 16,-2-2-31-16,2-3 0 0,-1-1 3 0,4 1-2 15,-4-10-17-15,2 3-42 0,1-5-47 0,0-4-95 16,-4-2-175-16,1-5-151 0,-3-3-146 0,0-3-774 15,-2-1-1062-15</inkml:trace>
  <inkml:trace contextRef="#ctx0" brushRef="#br0" timeOffset="2386.38">18574 11204 89 0,'0'0'684'15,"0"0"-178"-15,3 6-47 0,-3-6-12 0,5 6-35 0,-5-6-29 0,7 6-17 0,-7-6-22 16,7 6-44-16,-7-6-49 0,7 4-32 0,-7-4-61 15,12 5-21-15,-12-5-34 0,14 0-7 0,-14 0-29 16,14-3-9-16,-4 1-6 0,-2-2-7 0,0-2 10 16,-1 2-8-16,2-2-11 0,-2-3-7 0,-1 0-9 0,-1 2 0 15,-1-4-3-15,0 0-4 0,-2 2 1 16,-2-1-1-16,0 3 2 0,0-2 6 0,0 1 2 16,0 8-2-16,-1-8 4 0,1 8 3 0,0 0 4 15,0 0-8-15,-9 4 3 0,5 1-7 0,2 5 8 0,-2 0-11 16,1 2 3-16,2-2-8 0,0 3 3 15,-1 2-7-15,2-2 4 0,2-1-15 0,0 1 13 16,1-2-8-16,1 0-3 0,1 0-3 0,0-3 0 16,4-2-9-16,-1 0-41 0,1-1-77 0,3-4-70 15,-12-1-87-15,21-1-51 0,-10-2-25 0,1-1-64 16,-2-3-59-16,1-1-108 0,-3-2-312 0,1 0-473 16</inkml:trace>
  <inkml:trace contextRef="#ctx0" brushRef="#br0" timeOffset="2583.04">18457 11151 60 0,'-49'2'645'0,"-2"0"-100"16,0-1-56-16,3 0 18 0,5 0-17 0,6-1-17 15,6 1-41-15,2-1-54 0,7 0-39 0,2 0-33 16,3 2-19-16,17-2-44 0,-14 0-8 0,14 0-27 16,0 0-34-16,15-5-30 0,10-1-28 0,9-2-26 15,12-6-11-15,3 0-17 0,9-4-16 0,1-2-25 16,-13 3-67-16,-1 1-41 0,-5-3-73 0,-3 1-95 15,-13 4-114-15,0-2-100 0,-10 4-105 0,-5 2-192 16,-5 1-377-16,-4 1-756 0</inkml:trace>
  <inkml:trace contextRef="#ctx0" brushRef="#br0" timeOffset="3753.55">21438 10446 595 0,'-1'-14'593'0,"-2"4"-139"0,2 1-56 0,-2 0-66 0,-2 0-38 16,1 2-16-16,-3 0-9 0,-1 0-19 0,-1 1-26 15,-1 3-13-15,-3 1-11 0,0 1-33 16,-3 4-23-16,-3 0-16 0,-2 5-19 0,-3 3-7 0,-2 3 9 16,1 3-19-16,-2 5-17 0,1 3 31 0,3 1-18 15,0 3-15-15,7 2-9 0,-1 1-12 0,8-2-8 16,0 0-12-16,7-2-5 0,3 0-4 15,5 1 10-15,3 2 18 0,4-5-7 0,4-1-6 16,3-2-4-16,2-3 4 0,3-6 5 0,3-1-6 0,3-4 0 16,2-5-8-16,-2-3-9 0,4-4-4 0,-1-5 0 15,7-1 3-15,-4-7-4 0,-2-2-20 0,-5-1 16 16,0-2-18-16,-5-3 19 0,-7 1-20 0,0 1 13 16,-6 0-10-16,-4 1 8 0,-5 0-5 0,-3 0 2 15,-3 3 0-15,-5-4-4 0,-3 3 4 0,-2 1-1 16,-3 4 1-16,-2-1 0 0,1 3 1 0,-4 5 2 15,4 2 0-15,-2 2-2 0,0 3 1 0,2 2 6 16,-1 3-8-16,1 1-14 0,2 3 24 0,0 2-12 16,2 2 21-16,2 2-20 0,4-1 9 0,2 1 27 15,0 0-32-15,6 1 21 0,4 0-22 0,-1-3 22 16,5 5-25-16,1-4 22 0,3 0-4 0,1 1-6 16,0-8-3-16,-1 3-3 0,1-2 0 0,-2-4-1 15,-1-1 1-15,-1-2-1 0,-10-1-1 0,20-4-22 16,-10 0 27-16,-3-2-23 0,0-3 25 0,-1 0-21 15,-1-4 19-15,2 0-22 0,-5-2 28 0,1 1-13 16,-1-2 2-16,2 0-1 0,-3 2-1 0,3 2 2 0,0-1-5 16,4-2 2-16,-2 5-1 0,2-1-3 15,2 3 1-15,0 0 3 0,3 3-3 0,-1 3-1 0,2 1 4 16,0 2 2-16,2 2 2 0,-3 0-3 16,4 2 6-16,-3 3-26 0,1 0 27 0,-2 0-24 0,0 0 29 15,-3 3-26-15,0-2 28 0,0 1-29 0,-5-2 29 16,2 2-30-16,-3-4 30 0,-2 1-26 15,-2-7 26-15,2 10-17 0,-2-10 23 0,-7 8-32 16,7-8 29-16,-10 1-22 0,10-1 34 0,-14-6-32 0,6 2 26 16,0-3-30-16,2-2 30 0,-2-2-9 15,3-2-3-15,1-1-4 0,3-3-3 0,1 2 0 16,1-3 4-16,3 1-9 0,1 1 2 0,6-1-4 16,-2 0-4-16,2 3 1 0,3 3 0 0,0 3 1 0,0 2 0 15,3 2 1-15,1 2-2 0,-3 3 3 16,2 3 1-16,-2 1 4 0,3 2-2 0,-1 2 5 0,-1 2-2 15,1 0-21-15,-3 3 27 0,-1-3-28 0,-2 1 27 16,-1 0-27-16,-2-2 27 0,1 2-32 0,-3-5-5 16,-2 2-6-16,-1-3-25 0,-3-6-60 15,2 10-90-15,-2-10-148 0,0 0-84 0,0 0-37 0,-9-2-65 16,5-4-26-16,1-2-58 0,-5-2-255 0,4-3-441 16</inkml:trace>
  <inkml:trace contextRef="#ctx0" brushRef="#br0" timeOffset="4198.28">21916 10224 337 0,'-5'-24'590'0,"1"4"-56"0,2 2-86 0,0 3-42 0,4 1-51 0,0 5-24 0,4 0 10 0,-1 3-11 0,3 4-21 16,-8 2-22-16,21 2-24 0,-9 6-32 0,6 4-30 15,-2 3-21-15,3 5-21 0,0 3-23 0,4 3-19 16,-1 3-16-16,-2-1-14 0,-1 1-13 0,-1-6-14 16,-5 4-7-16,2-4-9 0,-2 0-12 0,-4-3-21 15,1-1 14-15,-1 1-33 0,-2-3 0 0,-2-1-28 16,-1-2-8-16,-1-3-11 0,-3-1 3 0,0 0-9 15,0-3-1-15,-5-1-37 0,2-1-10 0,3-5-42 16,-13 5-9-16,13-5 11 0,-17-2 32 0,7-1 22 0,0-2 19 16,-4 0 15-16,2-3 13 0,-2 1 8 0,3 1 20 15,-1-3 14-15,2 3 17 0,1 2 5 16,1-2 4-16,2 0-6 0,1 2 1 0,5 4-7 16,-5-10 2-16,5 10 5 0,3-11 5 0,4 6-4 15,0 0-1-15,4 1-5 0,0-3 1 0,5-1-2 0,-1 3 0 16,4-3-2-16,1 1 3 0,0 1-3 15,0-1 12-15,0 0 0 0,-3 2 22 0,1-2 10 0,-4 1 33 16,0 4-8-16,-2-2-2 0,-1 0-8 16,-2 0-8-16,0 1-7 0,-1 1 0 0,-8 2 5 0,14-6-22 15,-14 6-1-15,11 2 16 0,-11-2-7 16,13 6-6-16,-8 0-6 0,3 1-2 0,-2 3-10 16,3 0-2-16,0-1-3 0,0 2-3 0,0 1 5 15,1-2-4-15,-1 3-3 0,2-4-3 0,-3 1-25 16,1-1-23-16,-2-2-36 0,-1-1-60 0,-1-1-134 0,-5-5-143 15,9 4-101-15,-9-4-150 0,0 0-477 0,4-9-759 16</inkml:trace>
  <inkml:trace contextRef="#ctx0" brushRef="#br0" timeOffset="4315.14">22377 10239 227 0,'-6'-7'679'0,"2"1"-161"0,4 6-139 0,-6-7-57 0,6 7-79 0,-3-7-41 16,3 7-53-16,0-5-18 0,0 5-64 0,8-3-50 15,-8 3-135-15,11-1-153 0,-11 1-535 0,13 1-332 16</inkml:trace>
  <inkml:trace contextRef="#ctx0" brushRef="#br0" timeOffset="4699.09">22523 10267 201 0,'10'-4'835'0,"-10"4"-181"0,7-4-93 16,-7 4-91-16,7-6-49 0,-7 6-47 0,13-6-26 15,-13 6-27-15,12-4-75 0,-12 4-40 0,15-1-34 16,-15 1-33-16,20 0-24 0,-7 2-24 0,-1 1-19 16,-1 1-13-16,2 2-11 0,-2 0-7 0,1 1-9 15,1 2-3-15,-3-2-4 0,-1 3-6 0,0-2-5 16,-3 0-2-16,-2-1-4 0,0 3 1 0,-3-4 1 16,1 2 2-16,-4-2 0 0,0-1-2 0,-1 1 5 15,-2 0-4-15,5-6-1 0,-13 6 0 0,13-6 3 16,-13 3-1-16,13-3-3 0,-14-4 1 0,7 1 4 15,0-5 0-15,2 2 4 0,1-4-7 0,3 0-4 16,0-2 1-16,3-1-4 0,2-2-12 0,1 0 11 16,2 0 7-16,2 2-8 0,1-1-1 0,0 1 0 15,1 2 3-15,1 2-4 0,0 1 3 0,0 0 8 16,0 5 7-16,1 2 6 0,-13 1-1 0,20 1 2 16,-6 1-3-16,-2 4 1 0,0 1-2 0,0 0 1 15,-2 4 1-15,2-3-10 0,-3 5-1 0,0-2-13 16,1 1-37-16,-4 0-41 0,2-2-64 0,-2 2-69 15,-2-4-95-15,1 1-91 0,0-1-88 0,-2-1-118 16,1-3-564-16,-4-4-780 0</inkml:trace>
  <inkml:trace contextRef="#ctx0" brushRef="#br0" timeOffset="5048.79">22970 10134 497 0,'0'0'776'0,"0"-10"-191"0,0 10-104 0,2-9-83 16,-2 9-29-16,0 0-21 0,0 0-19 15,0 0-22-15,7 5-29 0,-7-5-49 0,4 11-23 16,-1-3-25-16,2 2-31 0,-1 0-27 0,1 0-21 0,0 3-23 16,1-2-14-16,1 0-9 0,0 0-17 15,0-2-5-15,-1-1 8 0,2 0-10 0,1-2-1 16,-2-1-4-16,2 0-13 0,2-4-11 0,-11-1-6 16,19 0-5-16,-10-3-2 0,1-1 2 0,-2-2-6 15,-1-1 2-15,1-4 11 0,-2 0-14 0,-1-3 5 0,-1 0 2 16,-4 1 2-16,0 0 3 0,0-1 4 0,0 0-2 15,-2 2 6-15,0 0 0 0,0 0 1 0,0 2-1 16,1 4-2-16,1 6 1 0,-4-9 7 0,4 9 1 16,0 0-2-16,0 0-4 0,-6 10 4 0,7-2-6 15,1 3 3-15,1 0-3 0,1 3-1 0,1-1-8 16,2 2-15-16,1-1-12 0,0-2-33 0,1 1-63 16,0-3-78-16,3-1-96 0,-1-2-104 15,-2-1-31-15,3-3-92 0,-1 0-106 0,-11-3-309 0,21-3-524 16</inkml:trace>
  <inkml:trace contextRef="#ctx0" brushRef="#br0" timeOffset="5348.87">23385 10041 727 0,'-2'-6'593'0,"2"6"-104"0,-2-13-64 0,2 13-68 16,-2-9-13-16,2 9-9 0,0 0-6 0,0 0-25 16,0 0-20-16,0 0-32 0,-5 9-27 0,6-2-31 15,2-1-30-15,0 3-18 0,1 0-23 0,-1 0-20 16,5 3-18-16,-2-1-16 0,1-1-18 0,-1 1-6 15,4-3-10-15,-3 0-8 0,-1 0-2 0,2-2-1 16,1-2-8-16,0 1 6 0,-2-1-7 0,-7-4 2 16,17 0-2-16,-17 0 1 0,15-6-2 0,-7 1-3 15,0-2-4-15,-2 1 5 0,-1-4 4 0,0 1 5 16,-3-3-6-16,-1 0-14 0,-1 1 15 0,-3-3-12 16,1 1 14-16,-3 0-20 0,-2 0 20 0,-2 0-27 15,0 2 19-15,-1 1-13 0,-3 2 13 0,2 2-23 16,-1 1 22-16,0 3-17 0,1 3 10 0,0 0-14 15,-1 4-7-15,2 1-34 0,2 1-35 0,0 2-90 16,4 0-90-16,2 2-85 0,2-1-80 0,3 0-62 16,1 1-86-16,5-1-522 0,0-1-718 0</inkml:trace>
  <inkml:trace contextRef="#ctx0" brushRef="#br0" timeOffset="5949.24">23682 9983 553 0,'7'-9'670'0,"-4"-2"-109"0,1 2-44 15,1 1-52-15,-3 0-31 0,0 2-21 0,-1 0-57 16,-1 6-30-16,3-8-64 0,-3 8-40 0,-1-8-26 16,1 8-37-16,0 0-19 0,0 0-27 0,0 0-19 0,-7 5-26 15,7-5-6-15,-3 9-21 0,3-9 8 16,2 13-21-16,-1-4 2 0,2 1-17 0,1-2 8 16,1 2 7-16,0-1 5 0,0 0 0 0,3-1 3 15,-2 0 0-15,1-1 2 0,0 2-4 0,-2-3 1 0,4-1 8 16,-2-3-6-16,-7-2-5 0,11 4-2 15,-11-4-6-15,14-3-6 0,-7 0-1 0,0-3-3 16,-3-1-27-16,4-2 24 0,-3 0-23 0,-1-2 28 16,0-2-27-16,-2-2 26 0,1 3-28 0,-1 0 30 15,1 0 50-15,-2 2 8 0,2 0-1 0,-2 1 0 0,1 2-16 16,0 0-12-16,-2 7-5 0,2-7 2 16,-2 7-30-16,0 0 28 0,0 0-34 0,0 0 31 0,0 11-37 15,3-4 26-15,-1 2-31 0,0 1 28 16,1 0-6-16,3 2-5 0,0 1 1 0,3-1-4 15,0 0-1-15,1-1-1 0,0-1 4 0,2-2-12 0,-1-1-5 16,5-3-7-16,-5-1-8 0,3-2 1 16,0-2 1-16,2-3 1 0,-2-1 4 0,0-3 5 15,-1 0-26-15,-2-3 34 0,3-1-27 0,-4-4 30 16,-2 0 2-16,2-1-2 0,-5 0 0 0,-1 0-3 16,-3-1 0-16,1 0-3 0,-2 2 5 0,-2-1-3 15,1 2 0-15,-1 0 33 0,-2 3-41 0,1 2 32 0,-1 0-37 16,-1 3 31-16,2 2-34 0,-3 2 1 0,6 3 5 15,-11 2-5-15,11-2-2 0,-13 6 1 16,9 0-2-16,-1 1 3 0,3 0 9 0,0 0-30 16,4 2 36-16,-1-1-29 0,3 2 36 0,1-1-29 15,4 1 30-15,0-1-23 0,2 0 27 0,2 0-28 16,1-1 29-16,1-1-29 0,-2 0 29 0,2-2-32 0,-2 1 20 16,-1-1-65-16,-1 1-6 0,-2-2-55 15,-1 0-6-15,-3 2 13 0,-5-6-14 0,4 11-14 16,-11-5-67-16,-3 1-85 0,-6 2-75 0,-9 2-68 0,-4 2-74 15,-9 1-96-15,-3 0-444 0,-4-1-674 16</inkml:trace>
  <inkml:trace contextRef="#ctx0" brushRef="#br0" timeOffset="6598.92">20256 10732 460 0,'-4'-17'576'0,"-2"3"-94"0,1 1-100 16,-2-1-25-16,1 0-49 0,-2 4-19 0,-1-3-32 15,3 7-36-15,1-1-3 0,-2 1-10 0,7 6 4 16,0 0 0-16,-11 6 5 0,10 4 2 0,3 5-33 16,4 6-1-16,3 8-8 0,5 9-12 0,8 12 40 0,5 6-17 15,1 4-19-15,5 4 39 0,3 1 13 0,8 20-1 16,4 1 18-16,1 6 73 0,-1 2-89 15,3 2 78-15,-2 2-34 0,6 0 14 0,-1-5-248 0,2 7-32 16,1 2 0-16,-2 3 0 0,4-2 0 0,4 0 0 16,-2 0 0-16,0-3 0 0,3 0 0 0,1 0 0 15,-3-5 0-15,-6 1 0 0,2-6 0 0,-7-3 0 16,-5-4 0-16,-11-15 0 0,-4-1 0 0,-4-4 0 16,-4-1 0-16,-4-4 0 0,-3-1 0 0,-5-9 0 15,-5 0 0-15,-2-3 0 0,-3-7 0 0,-2 0 0 16,1-5 0-16,-4 0 0 0,0-6 0 0,2-4 0 15,-1-3 0-15,0-3 0 0,0-3 0 0,2-5 0 16,1-9 0-16,0 0 0 0,0 0-588 0,-8-12-619 16,6-5-806-16,0-9-1769 0</inkml:trace>
  <inkml:trace contextRef="#ctx0" brushRef="#br0" timeOffset="7648.72">15792 13328 141 0,'-34'6'371'16,"3"1"-86"-16,-1 1-48 0,1-2-14 0,3 0-32 0,2-1-8 0,2 0 6 15,1-1-23-15,8-1 23 0,-2 1-34 0,4-2 11 16,2 0-30-16,11-2 26 0,-16 4-13 0,16-4 1 16,0 0-14-16,0 0 1 0,12-1-12 0,3-3-5 0,8-1-1 15,8-3 10-15,11-2 6 0,3-3-4 0,15-3 7 16,3-5-10-16,7-2-9 0,3-2-15 15,6-2 4-15,21-7-7 0,1-1-11 0,3 0-6 0,1-1-20 16,3 3 27-16,3-3-6 0,4 1-12 0,2-1-19 16,5 1-7-16,0 0-1 0,-1 0 8 0,-1 3-5 15,1-3 14-15,1 2 5 0,0-3-13 0,2 2-7 16,-4-1-8-16,-1 2 5 0,0-3-4 0,0 2-20 16,1 0 5-16,1-1 1 0,3 3 6 0,-2-2-18 15,-2 3 27-15,-1 0-15 0,0 2 19 0,-2 1-22 16,-2 3 51-16,-2 1-36 0,-2 1 15 0,-20 5-10 15,-1 1-7-15,-3-2 8 0,1 0-37 0,-2 0 28 16,0 0-6-16,-1-1-2 0,2-2-4 0,-2 0-5 16,2 0-1-16,-3-4 1 0,16-5-8 0,-3-4 1 15,0 0-4-15,1-1 1 0,1-3-4 0,2 1 2 0,3-3-1 16,0 2 0-16,-2 3-24 0,-2-3 36 16,-3 3-27-16,-1 2 12 0,-17 7 28 0,0-1-32 15,2 1 32-15,-3 0 3 0,2 1-3 0,-3 0-5 16,1-1 4-16,-3 3 3 0,-1-1-6 0,0 1 5 0,2 0 2 15,1 0-9-15,4 0-7 0,1 0-6 0,4 1 13 16,1 0-22-16,16-4 13 0,-15 2-16 16,16-3 0-16,-1 1-2 0,0-4 0 0,0 5 1 0,3-6-2 15,-2 1 4-15,2-1-5 0,-5 0 0 16,-1-2-27-16,-3 2 35 0,-17 4-28 0,2-2 32 0,11-7-3 16,-15 7-1-16,0-3-2 0,-1 0-5 0,-2-1 0 15,1-2-3-15,-5 1 33 0,-1-3-45 0,-2 0 25 16,-3-2-43-16,1-1-11 0,-4 1-18 15,0 0-8-15,-6 3 2 0,-4 4 9 0,-7 2 20 16,-12 6 10-16,-3 2 5 0,-9 4 3 0,-2 0 3 0,-6 3-6 16,-4 2 3-16,-5-1-22 0,-4 3 15 0,-2 1-25 15,-5 0 1-15,-3 3-43 0,-4 1-23 0,-2 3-45 16,-3 2-77-16,1 2-110 0,-5 2-111 0,-1 6-101 16,1-1-811-16,-1 4-977 0</inkml:trace>
  <inkml:trace contextRef="#ctx0" brushRef="#br0" timeOffset="8415.34">17042 13764 102 0,'-11'-21'724'0,"0"-2"-167"0,-2 4-112 15,3 1-64-15,0 1-71 0,1 4-55 0,1 1-42 0,2 1-42 16,1 3-38-16,1 2-16 0,4 6 29 16,0 0 2-16,0 0-13 0,2 9-7 0,5 2-21 15,0 2-17-15,5 6-18 0,3 6-16 0,3 3-10 16,-1 3-14-16,2 0-5 0,-1 0-12 0,1-1 0 16,-2 1-12-16,-1-6-36 0,-3-1-117 0,0-2-113 15,-3-4-72-15,-4-4-105 0,1-2-112 0,-5-3-285 16,-2-9-380-16</inkml:trace>
  <inkml:trace contextRef="#ctx0" brushRef="#br0" timeOffset="8831.87">16928 13774 193 0,'-15'-25'584'0,"3"-1"-171"0,2 5-80 0,4-1-81 0,2 1-15 16,1 3-37-16,6 1 1 0,1-1-32 0,2 1 6 16,4-1-42-16,4 2-1 0,3 2-8 0,6 0-3 15,1 3 5-15,4 2-9 0,-2 4-21 0,-1 2-20 16,-2 3-15-16,2 3-12 0,0 2-10 0,-3 3-9 15,-2 0-7-15,-3 5-1 0,-2 1 0 0,-6 0-9 16,-1 0 3-16,-5 3-3 0,-3 2 2 0,-4 1-6 16,-3 1-2-16,-4 2 0 0,-5 0 0 0,2-3-3 15,-1-4 4-15,1-3-1 0,0-1 11 0,1-3 11 16,2-3 8-16,2-2-8 0,9-4-2 0,-13-1-9 16,13 1-3-16,-5-9-3 0,7 0-1 0,5-1-7 15,2 1 2-15,6-4-5 0,2 3-1 0,2-1 0 16,0 1-1-16,5 4-1 0,-1-1 4 0,0 4-3 15,-1 2 2-15,0 1-6 0,-2 2 8 0,4 3-3 16,-3 2 0-16,-1 2 4 0,-3 1-3 0,0 2 3 16,-3 1-2-16,-3-1 8 0,-2 2 4 0,-1-2 10 15,-2 1 4-15,-3 1 26 0,-2-1 4 0,-2 1 5 0,-4-1-8 16,-2 1-2-16,-2-1-3 0,-4 1 9 16,-3-1 6-16,-2-1 5 0,1-2-10 0,-2-1 4 0,4-3-18 15,-2-1-3-15,3 0-13 0,0-2 1 0,4-3-31 16,10 0-25-16,-18-2-72 0,18 2-103 0,-9-8-94 15,9 1-92-15,4-3-97 0,1 0-99 16,4-2-375-16,1-1-544 0</inkml:trace>
  <inkml:trace contextRef="#ctx0" brushRef="#br0" timeOffset="8999.44">17525 13714 412 0,'8'-7'631'0,"-8"7"-126"0,5-4-88 0,-5 4-51 0,0 0-58 0,8-5-47 0,-8 5-34 0,0 0 0 15,0 0-5-15,11 1-17 0,-11-1-39 0,7 6-33 16,-3 0-22-16,3-2-19 0,-1 3-16 0,-1-1-17 16,2 2-10-16,-1-1-14 0,0-1-18 0,1 1-40 15,-1-1-78-15,-1 0-127 0,0 0-77 0,-5-6-117 16,9 9-150-16,-9-9-329 0,0 0-465 0</inkml:trace>
  <inkml:trace contextRef="#ctx0" brushRef="#br0" timeOffset="9131.6">17567 13602 526 0,'-4'-9'531'0,"-1"2"-147"0,1-1-52 0,2 2-79 16,-1 0-24-16,-1 2-76 0,4 4-11 0,-2-10-57 15,2 10 0-15,-2-7-62 0,2 7-52 0,0 0-113 16,4-4-93-16,-4 4-174 0,0 0-196 0,9 4-117 16</inkml:trace>
  <inkml:trace contextRef="#ctx0" brushRef="#br0" timeOffset="9515.44">17608 13655 642 0,'10'-2'539'0,"-10"2"-127"0,7-6-13 0,-7 6-43 0,10-7-21 15,-10 7-34-15,11-9-32 0,-2 5-17 0,-1-2-40 16,-1 1-25-16,2 1-35 0,2 1-20 0,-1 0-25 16,0 2-22-16,2 2-1 0,0 1 2 0,1 1-19 15,0 2-14-15,-2 1-7 0,1 3-10 0,-1 0-9 16,0 1-3-16,-2 0 7 0,-2 1-18 0,2-2-2 15,-5 1 2-15,1-2 2 0,-3 2 0 0,0-4 1 16,-2 1 5-16,-1 0 0 0,1-7 12 0,-4 11 5 16,4-11 10-16,-8 4-7 0,8-4 11 15,-11-2-15-15,11 2 5 0,-13-8-19 0,8 2 5 0,0-1-10 16,2-4-5-16,-1 0-2 0,4-3-3 0,0-2 2 16,4 0-7-16,0-1-1 0,1-2 4 0,3 3-3 15,2-1-3-15,0 2 4 0,3 1-2 0,1 1 16 16,-1 4-24-16,2 0 29 0,-1 2-21 0,4 2 17 15,-2 2-16-15,0 2 23 0,-2 2-27 0,4 0-1 16,-4 4 5-16,3-1 4 0,-3 3-3 0,0 1 2 16,-4 0-6-16,0 2-7 0,0 0 2 0,-2 1-19 0,-3 0-12 15,-1-1-40-15,-1 0-54 0,-2 3-71 16,0-2-83-16,2-1-79 0,-3 0-131 0,0 0-93 16,1-2-435-16,0-2-631 0</inkml:trace>
  <inkml:trace contextRef="#ctx0" brushRef="#br0" timeOffset="9815.29">18280 13478 116 0,'4'-6'795'0,"-2"-1"-164"0,-2 7-106 15,6-7-76-15,-6 7-53 0,2-6-22 0,-2 6-14 16,0 0-52-16,0 0-14 0,1 7-67 16,-1-7-21-16,2 10-46 0,-2-10-21 0,2 12-25 15,2-6-23-15,-4 0-16 0,4 1-12 0,2 0-14 0,-2 0-10 16,3-3-7-16,-1 1-3 0,0 0-6 0,3-1-5 15,-9-4-4-15,14 3 3 0,-14-3-5 0,18-2 1 16,-10-1-5-16,2-1-1 0,-1-3 1 16,-1 0-1-16,-2-1 3 0,1 0-6 0,-2-2 10 0,-2 1 1 15,0-3-5-15,-2 2 2 0,-3 0-7 0,-3-1 2 16,0 3-2-16,-2 1-2 0,-2 0-1 0,-1 2 0 16,-2 1 0-16,2 3-4 0,-4 1-8 0,3 1-22 15,0 3-46-15,1 1-67 0,1-2-84 0,0 4-96 16,4 1-56-16,3-2-92 0,-1 1-77 0,3-7-532 15,4 10-700-15</inkml:trace>
  <inkml:trace contextRef="#ctx0" brushRef="#br0" timeOffset="10365.2">18425 13469 529 0,'5'-5'530'0,"1"-1"-83"0,-1-2-72 0,0 2 3 16,0-1-39-16,1 0-3 0,-1-1-14 0,1 0-36 15,0-1-16-15,-1 0-14 0,3-1-19 0,0 0-39 16,1 0-24-16,-3-1-7 0,3 2-26 0,1-1-18 15,-2 2-25-15,0 1-17 0,1 0-12 0,-1 2-18 0,3 1-11 16,-2 1-4-16,2 3-12 0,1 0-5 0,-1 3-5 16,2 0-2-16,-1 3 0 0,0 1 1 0,-3 2 4 15,0 0-4-15,1 1 4 0,-1 0-7 16,-2 0-3-16,-2 0-1 0,0 0-4 0,0-2 4 0,-4 0 2 16,3 1-10-16,-4-2 7 0,0-7 3 0,-1 12 0 15,1-12-2-15,-5 8 5 0,5-8-3 0,-10 3 7 16,10-3-1-16,-11-3 1 0,11 3 2 15,-12-8-2-15,7 1 2 0,1-1 9 0,-2-2-20 0,4-2-2 16,-1 0 0-16,2-3-2 0,1 1 5 0,3-1 5 16,-1 0-8-16,2 2-2 0,3-2 1 15,1 5-1-15,1-1-4 0,0 1 1 0,3 3 2 16,-1 1-4-16,0 1 1 0,1 3 1 0,1 1-1 0,2 2 1 16,-3 0-4-16,1 3 3 0,1 0 2 0,-1 1-1 15,-1 1 2-15,-2 1-1 0,0-1-2 0,-2 1 1 16,-1 0-3-16,-1-2 2 0,-3 3 0 0,-2-2 2 15,-1-6 0-15,0 12 2 0,-3-8 3 0,0 1-2 16,3-5-1-16,-9 8-3 0,9-8 1 0,-12 3 1 16,12-3 2-16,-9-3-1 0,9 3-2 0,-9-7 2 0,7 1-10 15,-1-1-1-15,2-3-2 0,1-3 4 16,1 2 1-16,4-4 1 0,0 0 3 0,2-1-3 16,1 1 2-16,0 1-2 0,1 1 7 0,-1 1-2 15,1 3-3-15,1 0-3 0,-1 4 5 0,1 0-3 0,2 4-3 16,-12 1 3-16,18 1 3 0,-7 4-2 0,-2-1 4 15,2 5 0-15,-1-2-7 0,-1 3-5 16,0-1-2-16,-2 3-15 0,2-5-33 0,-1 4-49 16,-2-3-83-16,-2-2-82 0,2 1-70 0,-2-2-108 0,-4-5-108 15,7 5-608-15,-7-5-781 0</inkml:trace>
  <inkml:trace contextRef="#ctx0" brushRef="#br0" timeOffset="10531.76">19107 13114 705 0,'0'0'603'16,"9"4"-92"-16,-9-4-19 0,6 8-55 0,-2-2-34 16,1 2-45-16,-1 0-45 0,1 2-41 0,0 1-51 0,2 1-36 15,-2 0-49-15,0 0-15 0,0-1-37 0,1 0-11 16,-3-1-36-16,1-1-67 0,0-1-126 0,-2-1-143 16,2 0-108-16,-4-7-169 0,5 3-512 0,-5-3-706 15</inkml:trace>
  <inkml:trace contextRef="#ctx0" brushRef="#br0" timeOffset="10681.27">19113 12995 509 0,'-6'-13'616'0,"2"3"-153"15,-1 2-47-15,1 1-60 0,2 1-68 0,0-2-57 16,2 8-35-16,-5-7-33 0,5 7-21 0,0 0-36 16,0 0-32-16,0 0-49 0,0 0-82 0,7 5-106 15,-4 2-138-15,3 1-131 0,-1-2-399 0,2 4-369 16</inkml:trace>
  <inkml:trace contextRef="#ctx0" brushRef="#br0" timeOffset="11249.03">19478 13103 50 0,'17'-9'712'0,"-1"4"-162"0,-3-4-92 0,-2 1-47 16,0-2-53-16,-3 1-46 0,-1 0-17 0,-2 1-34 0,-1-1-23 15,-1 0-42-15,-3 0-36 0,-2 2-31 0,-2 0-24 16,0 1-19-16,-2-2-19 0,-3 4-13 0,-1 0-12 15,-2 1-9-15,3 2-8 0,9 1-3 0,-23 0-4 16,12 2 11-16,-1 2-20 0,1 0-3 0,0 4-3 16,1 0 6-16,1-1 10 0,2 5 0 0,0-2-2 15,3 0 0-15,3 3-1 0,1-2-1 0,3 0-1 16,-2 0-2-16,7-1 0 0,-3 0-7 0,1-3 2 16,2-2-2-16,2 2-4 0,-1-4 0 0,0 0-6 15,-9-3-6-15,19-2 2 0,-10-1 6 0,0-2-2 16,2 0 1-16,0-3 1 0,-2-3 3 15,-2 4-8-15,2-5 6 0,-2 2-1 0,-2-2 19 0,-1 1-18 16,-1 0 1-16,1 1 1 0,-4 0 4 0,3 0-1 16,-2 2-1-16,0 1 4 0,1 0-2 0,-2 7-4 15,2-11 1-15,-2 11 2 0,4-5-3 0,-4 5 3 16,0 0-3-16,15 2 3 0,-11 4-1 0,5-2 0 16,-1 1 1-16,2 0-4 0,0 2 0 0,-1-2 0 15,1-1 2-15,-1 0 0 0,0 2 0 0,2-5-2 16,-1 2 3-16,-10-3-1 0,15 0-1 0,-5-3 4 15,-1 0-2-15,0-3 5 0,-1 0-5 0,-1-2 1 16,1-2-3-16,1-2 5 0,-4-1-4 0,2-1 3 16,-2-1-4-16,-1-2 5 0,-3-2-6 0,0-2 6 15,-3-3-8-15,-1-2 8 0,-3-4-5 0,-2-2 7 0,-2-5 0 16,-2 0 21-16,-2 1 4 0,1 2 3 16,2 8 29-16,-2 1-4 0,4 3 0 0,-1 4 1 15,4 3-2-15,-1 3-10 0,2 4 11 0,5 8 16 0,0 0 46 16,-8 6-2-16,6 5-2 0,6 8-12 0,1 6-21 15,4 8 15-15,6 4-23 0,0 1-13 16,6 1-13-16,-2 1-33 0,4-2 23 0,3 1-35 0,-3-3 23 16,0-2-25-16,2 2-63 0,-2-6-60 0,-1-2-88 15,-4-4-205-15,-3-4-183 0,-6 0-262 0,-6-4-450 16,-6-4-910-16</inkml:trace>
  <inkml:trace contextRef="#ctx0" brushRef="#br0" timeOffset="11665.87">17848 14835 122 0,'-10'-13'746'0,"2"2"-145"0,0 0-86 0,3 2-104 0,-1 3-89 0,2-2-59 16,-1 3-26-16,5 5 24 0,0 0 26 0,0 0-13 16,-4 9-42-16,8 3-13 0,1 3-41 0,2 4-33 15,4 6-32-15,1 3-23 0,4 5-16 0,0 1-27 16,0 1 2-16,2-1-23 0,1-1 14 0,-3 0-23 16,0-2 1-16,-2-5-38 0,0-1-63 0,-5-6-129 15,-1 0-133-15,-2-5-97 0,-5-3-148 0,-2-2-536 16,-1-4-742-16</inkml:trace>
  <inkml:trace contextRef="#ctx0" brushRef="#br0" timeOffset="11886.51">17722 14902 246 0,'-3'-28'582'0,"4"5"-126"16,4 1-126-16,0 0-37 0,4 1-40 0,3 3 16 16,7-1-7-16,3 3-2 0,1 1-34 0,3 2-26 15,2 5-28-15,-3 2-12 0,2 2-11 0,-3 2-32 16,-2 2-21-16,0 1-20 0,-2 2-14 0,-1 1-16 15,-1 1-6-15,0 2-8 0,-5 2-7 0,-3-1-6 0,0 3-4 16,-3-1-5-16,-5 1-1 0,-2-1-1 16,-2 3-4-16,-5 0-1 0,0-1-2 0,-2 2-2 15,0-1-8-15,-4-5-20 0,4 4-51 0,-1-3-67 16,0 1-69-16,3-5-48 0,0 2-98 0,1-4-125 16,6-3-401-16,0 0-449 0</inkml:trace>
  <inkml:trace contextRef="#ctx0" brushRef="#br0" timeOffset="12198.31">18294 14689 265 0,'0'0'739'0,"9"-4"-162"15,-9 4-76-15,0 0-55 0,0 0-62 0,4 6-37 16,-4-6-44-16,0 10-31 0,-1-4-40 0,1 2-42 16,0 0-39-16,1 3-30 0,0 2-22 0,4-1-18 15,2 3-14-15,-1-2-11 0,3 0-5 0,1 2 0 16,3-1-1-16,2-5-11 0,-3 2-4 0,2-3-10 15,1-1-1-15,-1-1-1 0,3-4-7 0,-4-1-4 16,1-2-3-16,1-3-2 0,-2-1 1 0,0-3-2 16,-3-1-2-16,0-3-9 0,-2-1 11 0,-2 0-7 15,-3-1 6-15,-2 0-9 0,-1 0 9 0,-4 2-11 16,-1-3 14-16,-1 3-13 0,-3 1 9 0,-3 2-10 16,1 1 9-16,-3 2-7 0,2 2 4 0,-1 1-8 15,-1 3 9-15,1 0-22 0,1 4-9 0,0 1-40 16,1-1-72-16,-1 4-100 0,5-1-115 0,0 1-132 15,3 0-122-15,1-1-396 0,3-7-607 0</inkml:trace>
  <inkml:trace contextRef="#ctx0" brushRef="#br0" timeOffset="12364.96">18675 14639 399 0,'9'-6'735'0,"-3"2"-178"0,-6 4-86 16,8-5-71-16,-8 5-49 0,0 0-49 0,0 0-53 15,10 1-49-15,-10-1-38 0,5 8-37 0,-2-2-19 16,-2 1-23-16,4 2-16 0,-2 1-14 0,1-1-15 16,0 2-22-16,1 1-65 0,1-2-122 15,-2 1-138-15,0-2-156 0,-1 1-570 0,0-4-649 16</inkml:trace>
  <inkml:trace contextRef="#ctx0" brushRef="#br0" timeOffset="12514.98">18837 14587 730 0,'0'-13'568'0,"-1"4"-138"16,0-1-36-16,-2 3-63 0,3 0-53 0,-1 1-59 15,1 6-42-15,-1-13-43 0,1 13-29 0,-2-8-45 16,2 8-31-16,0 0-77 0,-1-7-82 0,1 7-140 16,0 0-128-16,0 0-426 0,4 5-360 0</inkml:trace>
  <inkml:trace contextRef="#ctx0" brushRef="#br0" timeOffset="12898.8">19112 14505 26 0,'14'-9'699'0,"-2"0"-193"0,2 0-62 16,-4 0-60-16,1-1-31 0,-2 3-57 0,-1-2-34 16,-3 2-17-16,3-1-45 0,-4 1-42 0,-2 2-30 15,-2 5-25-15,3-11-20 0,-3 11-18 0,-7-4-7 16,7 4-12-16,-15-3-8 0,6 6-11 0,-2-1-7 0,-1 0-2 15,3 3-6-15,-2 1 1 0,2 0-5 0,0-1 1 16,2 2-3-16,-2 0-1 0,4 0 0 16,1 1 5-16,3-2-4 0,1-6 9 0,3 13-2 0,2-7 5 15,4 0-7-15,0-2 5 0,2 1-5 0,2-2-2 16,1 0-2-16,1-2 2 0,2 3-5 0,0-2 2 16,-1-1-6-16,1 0 3 0,-2 0-3 0,0 1 5 15,0-1-4-15,-1 0 1 0,-3-1-5 0,-2 2 5 16,1-1-4-16,-1 2 4 0,-9-3-4 0,9 7 11 15,-9-7-2-15,2 11 2 0,-4-5-5 0,-4 2 4 16,-1 0-4-16,0 0 1 0,-5-1-1 0,2 3-1 16,-3-4 0-16,3 3-1 0,-3-3 0 15,2 0-2-15,-1 1 7 0,3-3-17 0,-1 1-11 0,1-2-73 16,9-3-132-16,-13 0-88 0,13 0-106 0,-6-3-97 16,6 3-372-16,4-8-446 0</inkml:trace>
  <inkml:trace contextRef="#ctx0" brushRef="#br0" timeOffset="13232.95">19486 14346 145 0,'12'-13'731'0,"1"4"-137"0,-3-1-40 0,-1 1-50 0,-1 1-71 15,-1 2-49-15,0-1-47 0,-2 2-39 0,-1-1-55 16,-4 6-28-16,2-5-56 0,-2 5-12 16,0 0-34-16,-9-4-10 0,9 4-35 0,-16 2 2 15,4 2-35-15,2-1 10 0,-3 3-22 0,0 2 7 16,-2-2-15-16,5 2 7 0,-1-1-19 0,3-1 14 15,0 2-16-15,2-3 12 0,0 1-16 0,4 2 17 16,2-8-19-16,0 11 0 0,2-5 1 0,4-3 3 16,-1 2-1-16,2 0 1 0,3-2 2 0,1 1 1 0,-1-2-1 15,0 1 2-15,3-1-4 0,-3-1 5 0,3 2-6 16,-3-1 16-16,2 0-18 0,-2 1 17 16,0-1-18-16,-2 1 1 0,1 1-2 0,-3 0 3 0,-1 1-2 15,-1-1 4-15,0 2 0 0,-4 0-1 0,0-6 1 16,0 13 0-16,-4-4 2 0,2 0-3 15,-5-1 1-15,1 0 2 0,-1-2-3 0,-3 2 0 0,3-2 3 16,-1 0-4-16,-2 1-2 0,3-2-12 0,-2-2-60 16,9-3-110-16,-15 3-112 0,15-3-53 0,-13 0-102 15,13 0-68-15,-6-6-531 0,6 6-670 0</inkml:trace>
  <inkml:trace contextRef="#ctx0" brushRef="#br0" timeOffset="13515.34">19687 14257 352 0,'10'-9'663'0,"-1"2"-146"0,-2 2-68 0,-1-1-40 16,-1 3-45-16,-5 3 9 0,9-6-8 0,-9 6-23 16,0 0-33-16,9 1-45 0,-9-1-31 0,1 8-57 15,-1-8 12-15,2 9-58 0,-2-9 24 0,2 12-69 16,-2-12 25-16,2 10-60 0,-2-10 34 0,1 10-59 0,-1-10 42 16,1 8-61-16,-1-8 43 0,3 8-53 15,-3-8 46-15,0 0-47 0,1 8 82 0,-1-8-45 16,0 0 39-16,0 0-61 0,0 0 47 0,10-2-53 15,-10 2 47-15,3-6-54 0,-3 6 45 0,2-10-53 0,-2 10 48 16,-2-8-51-16,2 8 45 0,-7-11-53 0,7 11 52 16,-7-9-55-16,7 9 50 0,-7-8-52 0,7 8 49 15,-9-5-56-15,9 5 26 0,-6-2-96 0,6 2-68 16,0 0-124-16,-13 2-152 0,13-2-83 0,-4 4-121 16,4-4-591-16,-4 6-852 0</inkml:trace>
  <inkml:trace contextRef="#ctx0" brushRef="#br0" timeOffset="13848.96">19742 14216 50 0,'7'-5'720'16,"-1"-1"-149"-16,3 0-90 0,0 1-35 0,1 2-37 0,1-1-31 15,1 1-16-15,3 2-22 0,-2 1-15 0,0 0-45 16,2 4-2-16,-1-2-71 0,3 3 26 0,-4 0-79 16,2 2 15-16,-2-1-75 0,-1 1 28 0,0 2-65 15,0-1 29-15,-2 2-63 0,-1-2 43 0,-3-1-60 16,-2 1 48-16,2-1-55 0,-3 0 49 0,-2-1-57 15,-1-6 51-15,0 10-57 0,0-10 49 0,-5 7-47 16,5-7 47-16,-9 3-39 0,9-3 42 0,-9-1-49 16,9 1 47-16,-9-9-51 0,3 3 60 0,2-3-43 15,3-2 44-15,0 0-45 0,2-2 47 0,0-3-51 16,5-1 37-16,1-2-42 0,-1-1 47 0,3 4-53 16,3-1 45-16,-3 5-48 0,2 1 44 0,2 2-49 15,1 2 50-15,1 4-40 0,-2 0 58 0,2 5-37 0,1 1 48 16,0 1-41-16,-3 4 38 0,1 0-47 15,0 2 39-15,-1 2-47 0,0 0 34 0,-3-1-53 16,-1 0 8-16,1 0-109 0,-3-2-65 0,-1 0-86 16,-1-2-140-16,-5-1-141 0,0-6-168 0,0 12-621 15,0-12-945-15</inkml:trace>
  <inkml:trace contextRef="#ctx0" brushRef="#br0" timeOffset="14932.1">22694 12340 585 0,'-5'-18'683'0,"3"4"-139"0,-2 0-76 0,-1 0-48 16,2 2-27-16,1 2-37 0,0 0-52 0,0 2-54 16,0 1-38-16,2 7-24 0,2-6-18 0,-2 6-37 15,6 6-14-15,2 1-30 0,1 5-14 0,1 4-17 16,3 3-11-16,1 6-9 0,4 4-12 0,-2 2 0 16,2 0-10-16,3 2-11 0,-3-3-23 0,-4-5-52 15,2 0-89-15,-4-2-104 0,-2-5-104 0,0-3-83 16,-3-3-71-16,-4-2-525 0,-3-10-664 0</inkml:trace>
  <inkml:trace contextRef="#ctx0" brushRef="#br0" timeOffset="15264.42">22733 12291 680 0,'-5'-8'492'0,"1"1"-108"16,4 7-77-16,-3-7-26 0,3 7-25 0,0 0-26 15,12 1-15-15,-3 4-29 0,5 1-29 0,2 2-22 0,5 0-29 16,-1 3-20-16,7 0-17 0,-3 3-16 15,3-4-5-15,1 3-18 0,-2-4 1 0,-5 1-10 16,0-3 1-16,-1-2-9 0,-2 1 3 0,0-4-12 16,-4-1 6-16,2-1-23 0,-1-3-25 0,0-3-43 0,-1-2-9 15,-2 0-20-15,-2-4-17 0,0-1-23 16,-1-3-5-16,0 0 1 0,-5-4 16 0,2-1 4 16,-4 1 13-16,-1 0 19 0,-1-1 20 0,-3-2 18 0,-2-1 32 15,0 3 22-15,0 0 58 0,-3 4 9 0,3 2 39 16,-5 2-7-16,5 1 21 0,-1 4-13 0,-1 2 42 15,7 6 7-15,-9-5 9 0,9 5-22 16,-4 8-7-16,3-1 1 0,4 3-18 0,-1 1-20 0,3 4-5 16,0 5-27-16,3-1-15 0,1 2-6 0,5 2-7 15,-1-1-11-15,2 1-2 0,-1-3-9 0,2-2-41 16,-2-4-92-16,1-2-110 0,-1 1-92 0,-2-5-104 16,2-3-474-16,-3-2-472 0</inkml:trace>
  <inkml:trace contextRef="#ctx0" brushRef="#br0" timeOffset="15548.69">23434 12129 491 0,'0'0'671'0,"0"-10"-128"0,0 10-87 0,-4-5-61 15,4 5-36-15,0 0-29 0,-10 2-30 0,10-2-21 16,-6 11-41-16,3-2-23 0,1 1-51 0,2 2-19 0,0 1-27 16,4 2-12-16,-1-1-21 0,6 2-19 15,-1 1-12-15,1-2-11 0,0-1-14 0,1-4-1 16,0 1-4-16,1-1-4 0,1-3-3 0,-1-2-3 15,1-4-2-15,-12-1-3 0,22-3 13 0,-12 0-26 0,3-3 20 16,-3-2-18-16,2-2 15 0,-3-1-15 16,0-1 16-16,-2 0-17 0,-2-1 13 0,-1-1-14 0,-2 0 1 15,-1 3 5-15,-4-1-8 0,1 0 2 16,-5 0 0-16,0 2 3 0,-2 1-5 0,0 1-3 0,-4 3-6 16,1 2-22-16,1 0-42 0,-2 2-82 15,-1 2-98-15,0 0-96 0,3 1-150 0,0 1-134 0,1 2-358 16,4-2-595-16</inkml:trace>
  <inkml:trace contextRef="#ctx0" brushRef="#br0" timeOffset="15832.91">23594 12093 293 0,'13'-8'730'0,"0"2"-193"16,-2-1-60-16,3 1-48 0,0 2-42 0,3-3-26 0,-2 2-36 15,6 2-34-15,-2 0-46 0,0 0-47 0,1 3-37 16,-3 0-39-16,2 3-24 0,2 0-20 15,-5 3-18-15,1 0-7 0,-2-1-11 0,-1 2-9 16,-1 0-6-16,-4 0 7 0,1 1-23 0,-3-1 13 0,-2 2-16 16,-1-2 19-16,-2-1-21 0,-2 1 13 0,0-7-19 15,-2 10 18-15,2-10-16 0,-7 8 14 0,7-8-5 16,-8 5 15-16,8-5-2 0,-11-2 12 0,11 2-18 16,-6-10 6-16,2 3-2 0,1-4-3 0,2 1-1 15,1-4-8-15,1-2-5 0,0-1-3 0,3-2-2 16,0 1-2-16,1-2 2 0,2 3-14 0,-2 2-35 15,0 1-92-15,1 2-121 0,-2 2-122 0,4 2-117 16,-3 2-159-16,1 2-373 0,-6 4-647 0</inkml:trace>
  <inkml:trace contextRef="#ctx0" brushRef="#br0" timeOffset="16349">24136 11903 707 0,'0'0'754'0,"8"-6"-178"0,-8 6-124 0,6-4-107 16,-6 4-41-16,0 0-35 0,18 1-27 0,-9 2-43 0,1 0-32 15,1 0-37-15,2 4-22 0,3-2-24 16,-4 2-16-16,4 2-14 0,-3-1-11 0,-2 0-8 16,2 1-6-16,-2-1-6 0,-4-2-5 0,2 0-4 0,-3 2-3 15,-1-3 1-15,-2 1-2 0,-3-6-2 0,0 8 0 16,0-8 2-16,-5 5-1 0,5-5-2 15,-11-2 9-15,11 2 4 0,-14-6 9 0,7 0 2 16,0-2 2-16,0-2-9 0,2-1 2 0,-2-3-11 0,6-2 2 16,0 0-10-16,1 0 6 0,1 0-11 15,4-1 5-15,0 2-3 0,4 1 3 0,-1 1-7 0,2 1 3 16,1 3-2-16,1 0 2 0,-1 3-6 0,3 1 6 16,-1 3-5-16,-1 1 10 0,-1 2-10 0,0 1 4 15,1 2-7-15,-3 1 8 0,0 0-6 16,1 3 6-16,-2-1-4 0,-3 0 1 0,2 2-4 15,-2-2 9-15,-2 0-6 0,0-2 6 0,-3-5-3 0,-1 13 5 16,1-13-6-16,-7 8 6 0,7-8-9 0,-9 6 9 16,9-6-10-16,0 0 7 0,-14 0-4 0,14 0 3 15,-10-9-6-15,9 4 7 0,0-4-8 0,1 0 7 16,1-1-9-16,1-4 9 0,6 1-7 0,-3 0 7 16,4-2-5-16,1 0-1 0,4 2 3 0,-1 0-3 15,-1 4 3-15,-1-1-1 0,3 3 3 0,0 1-4 16,-3 3-2-16,1-1 4 0,-12 4-1 0,22 2-2 15,-9 1 6-15,-4 2-10 0,0 2-17 0,1 1-30 16,-2 2-35-16,-1 0-49 0,0 2-83 0,0-2-66 16,-3 1-85-16,3 0-90 0,-4-1-137 0,1-1-257 15,1-2-404-15</inkml:trace>
  <inkml:trace contextRef="#ctx0" brushRef="#br0" timeOffset="16898.5">25114 11637 727 0,'12'-11'613'0,"-5"1"-113"0,-1 2-63 0,-2-1-67 16,-3 2-32-16,-1 7-37 0,-2-9-25 0,-3 4-34 15,-2 0-26-15,-3 4-38 0,-3 1-29 0,-1 0-36 0,-4 3-19 16,1 2-16-16,-3 2-13 0,1 2-12 16,2 0-11-16,0 2-4 0,2 1-12 0,0 0 0 15,5-1 4-15,1 3 7 0,0-3-7 0,5 2 3 16,2-1-11-16,0-1 4 0,4-1-11 0,0 1 6 15,6-4-19-15,-2 0 6 0,2 1-11 0,2-4 8 16,0 1-10-16,1-3 4 0,0-1-8 0,2-1 9 16,-2-2-4-16,2-1 6 0,-1-1-8 0,-1-3 8 15,2 0-6-15,-3-1 7 0,-1-2-9 0,1 1 4 16,-1-2 0-16,0 1 0 0,-4 3-3 0,3-1 8 16,-2-1 0-16,-2 3-3 0,1 2-2 0,-5 4 4 15,13-5 5-15,-13 5-2 0,14 0 2 0,-5 1-2 16,1 3 9-16,1-1-12 0,-1 1 15 0,1 0-19 15,-2 1 9-15,0-1-10 0,1-1 11 0,-3 1-10 16,-1-1 15-16,-6-3-15 0,12 2 11 0,-12-2-11 16,12-5-1-16,-8-2 2 0,3-2-3 0,-2-2 2 0,0-4 2 15,1 0 0-15,-2-2 0 0,0-4 9 0,-2-1-14 16,2 0 2-16,-2-2 4 0,-2-5-7 16,0 4 2-16,-3-8 1 0,-1 1 7 0,0-2-8 15,-1 4 7-15,-2-4-7 0,0 3 12 0,0 4 1 0,0 5 40 16,1 2-8-16,-1 4 27 0,4 1-26 15,-1 6 16-15,0 4 26 0,4 5 1 0,-4 5 14 16,3 4-14-16,2 6 1 0,2 2-2 0,2 7 6 16,4 7-19-16,3 7 12 0,3 3-2 0,2 2-14 15,0-2-18-15,6 9-18 0,-4-10-34 0,2 0-42 16,0-2-44-16,2-3-62 0,0-4-73 0,-1-4-176 16,-3-8-177-16,2-1-261 0,-5-5-454 0,-2-5-894 15</inkml:trace>
  <inkml:trace contextRef="#ctx0" brushRef="#br0" timeOffset="17031.68">25781 11515 1515 0,'0'0'836'0,"0"0"-188"0,0 0-130 16,0 0-82-16,0 0-79 0,0 0-89 0,0 0-43 0,0 0-53 16,0 0-42-16,0 6-80 0,0-6-214 0,-3 12-296 15,2-6-980-15,-4 1-1050 0</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22:10.175"/>
    </inkml:context>
    <inkml:brush xml:id="br0">
      <inkml:brushProperty name="width" value="0.05292" units="cm"/>
      <inkml:brushProperty name="height" value="0.05292" units="cm"/>
      <inkml:brushProperty name="color" value="#FF0000"/>
    </inkml:brush>
  </inkml:definitions>
  <inkml:trace contextRef="#ctx0" brushRef="#br0">3973 14194 442 0,'-31'8'422'0,"6"-1"-62"0,0 0-94 0,5-1-26 0,-1 1-58 15,6 0-13-15,2-2 8 0,4 3 24 0,4-2 15 16,3 0 17-16,2-6-1 0,9 12-13 0,2-6-20 15,11-1-8-15,5 0-17 0,10-3-17 0,12 1-20 16,10-3-21-16,18 0-21 0,6-3 5 0,8 1-32 16,3-3 1-16,6-1-4 0,1 0 1 0,24-1 6 15,2-3-10-15,-1 1 3 0,1-2-24 0,-5 0 0 0,-19 2 4 16,-2-3-20-16,-3 3 4 0,-2-2-10 0,-9 2-37 16,-5-1-37-16,-12 4-74 0,-16-1-88 0,-16 2-86 15,-8 3-63-15,-10 1-88 0,-10 1-90 16,-10 0-428-16,0 0-564 0</inkml:trace>
  <inkml:trace contextRef="#ctx0" brushRef="#br0" timeOffset="249.45">4374 14527 420 0,'-51'7'776'16,"2"-1"-146"-16,4 1-115 0,9-1-124 0,1 1-79 15,6 1-63-15,6 0-49 0,3 2-38 16,4-3-34-16,7 5-24 0,4-5-15 0,6 3-1 0,6-2 28 15,5 1 8-15,13-2 6 0,10-1-6 0,18 0-6 16,11-4-6-16,19-2-10 0,10-5-26 0,8-1 9 16,26-2-12-16,7-3 31 0,1-1-42 0,3-1-10 15,0-2-8-15,-2 1-5 0,-2 0-10 0,-6-1-2 16,-6 0-7-16,-23 2-12 0,-8 2-30 0,-11 0-49 16,-11 4-66-16,-20 0-104 0,-14 2-92 0,-13 2-73 15,-9 0-61-15,-13 3-12 0,0 0 3 0,-15 0 10 16,-11 3-299-16,-8 0-280 0</inkml:trace>
  <inkml:trace contextRef="#ctx0" brushRef="#br0" timeOffset="415.58">5697 14526 1085 0,'-82'8'173'16,"0"1"15"-16,-6-1 31 0,-4 1 25 0,-4 1-40 16,-1 1-2-16,-5 1-15 0,-16 3-6 0,20-1-11 15,3 0 19-15,5 0 15 0,4 2-9 0,9-3-33 16,9 1-32-16,17-3-6 0,12 0 18 0,12-3 6 16,13 2-4-16,13-3 14 0,9-2-21 0,18 2-19 15,23-3-4-15,29-2-9 0,16-5-22 0,37-5-24 16,15 0-3-16,14-5-7 0,9-1-28 0,10-3-2 0,5 1 12 15,3-3-20-15,-7 2-7 0,-7-1-8 16,-9 1-47-16,-12 2-139 0,-19-1-188 0,-32 3-176 0,-18 0-738 16,-15-1-894-16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21:01.861"/>
    </inkml:context>
    <inkml:brush xml:id="br0">
      <inkml:brushProperty name="width" value="0.05292" units="cm"/>
      <inkml:brushProperty name="height" value="0.05292" units="cm"/>
      <inkml:brushProperty name="color" value="#FF0000"/>
    </inkml:brush>
  </inkml:definitions>
  <inkml:trace contextRef="#ctx0" brushRef="#br0">14896 11859 131 0,'0'0'159'16,"0"0"-42"-16,0 0-27 0,0 0-10 0,0 0-8 0,0 0 5 16,0 0 1-16,0 0-11 0,0 0-13 0,0 0 3 15,0 0 0-15,0 0 3 0,0 0-4 0,0 0-13 16,0 0-9-16,0 0-8 0,0 0-7 0,0 0 0 15,0 0-2-15,0 0-2 0,0 0-3 0,0 0 2 16,0 0-14-16,0 0 11 0,0 0-3 0,0 0-16 16,0 0 19-16,0 0-3 0,0 0 3 0,0 0 0 15,-13 3 5-15,13-3-4 0,0 0 2 0,0 0 4 16,0 0 3-16,0 0 8 0,0 0 3 0,0 0 6 16,0 0 12-16,0 0 5 0,0 0 5 0,0 0 5 15,0 0-17-15,0 0 6 0,0 0-12 0,0 0-2 16,5 4-10-16,-5-4-3 0,0 0 0 15,0 0 11-15,0 0-15 0,9 4 20 0,-9-4-5 0,0 0 14 16,0 0-15-16,9 2 16 0,-9-2-13 0,0 0 18 16,9 3-21-16,-9-3 25 0,0 0-23 0,0 0 28 15,0 0-35-15,14 0 34 0,-14 0-32 0,0 0 32 16,0 0-29-16,12 0 21 0,-12 0-34 0,0 0 20 16,0 0-19-16,14 0 22 0,-14 0-26 0,0 0 23 15,0 0-31-15,11-1 29 0,-11 1-25 0,0 0 23 16,0 0-18-16,11 0 15 0,-11 0-25 0,0 0 18 15,0 0-20-15,12-2 20 0,-12 2-13 0,0 0 21 16,0 0-14-16,13 0 3 0,-13 0-14 0,0 0 11 16,10 0-13-16,-10 0 12 0,0 0-9 0,0 0 0 15,14 0 0-15,-14 0-7 0,0 0 5 0,11-2-1 16,-11 2-2-16,0 0 0 0,0 0 17 0,13 0-1 16,-13 0-7-16,0 0 0 0,0 0-3 0,15 0-2 15,-15 0-2-15,0 0-3 0,12-1 4 0,-12 1-1 16,0 0-1-16,13-1 3 0,-13 1 6 0,0 0 1 0,12 0-7 15,-12 0 4-15,0 0-2 0,12-2-7 0,-12 2 3 16,0 0-1-16,12-1 2 0,-12 1-3 16,0 0-4-16,14 0 9 0,-14 0 1 0,0 0 0 0,13-1 3 15,-13 1-1-15,0 0-2 0,13 0-7 0,-13 0 3 16,0 0 0-16,14 0-8 0,-14 0 6 0,0 0 0 16,14 0 0-16,-14 0-2 0,0 0 1 0,16 0-2 15,-16 0 1-15,0 0 14 0,17 0 9 0,-17 0-3 16,11-2-2-16,-11 2-3 0,12 0-4 0,-12 0-1 15,13-1-8-15,-13 1 2 0,11-2 0 0,-11 2-1 16,13 0-4-16,-13 0-1 0,14-1 0 0,-14 1-3 16,14 0 2-16,-14 0 1 0,17-2-1 0,-17 2 1 15,15-1 1-15,-15 1 8 0,17-2 16 0,-17 2-10 16,15-2 2-16,-15 2-6 0,17 0-1 0,-17 0-4 16,15-1-2-16,-15 1-4 0,17-2 0 0,-17 2 1 0,15-1 0 15,-15 1-2-15,18-1 0 0,-18 1-2 16,19-1 1-16,-9 0 0 0,-10 1-6 0,21-1 7 15,-11-1-1-15,0 2 2 0,3-1 0 0,-3 1-4 16,2-1 2-16,-1 1-3 0,1 0 4 0,0 0-1 16,1 0-1-16,-3-2 1 0,3 2-1 0,0-1 7 15,0 1 17-15,-13 0 0 0,22-2-2 0,-10 1 0 16,0 1-3-16,-2-1 5 0,3 0-6 0,-2 1-3 16,2-2-6-16,-1 1 0 0,-12 1 2 0,21 0-7 0,-9-2 1 15,-1 2 0-15,3 0-4 0,-3 0 1 0,1-1 0 16,1-1 0-16,-1 1 0 0,0 0-3 0,1 1 0 15,0-1 0-15,-2 0-1 0,1 0 3 0,1 1 0 16,-2-2 2-16,2 2-5 0,-3-1 2 0,2 0 0 16,-1-1 3-16,1 2 0 0,-2-2 3 15,3 2 2-15,-3-1 5 0,5 0 2 0,-6 0-2 0,3 0-7 16,-1-1 4-16,-11 2-2 0,22-3-2 0,-11 3-2 16,1 0 0-16,1-1 1 0,-2-1-1 0,1 2-4 15,-1-1 22-15,2 0 5 0,1-1-1 0,-1 2-6 16,0-1-1-16,1 0-3 0,-1 0-5 0,2 0-3 15,-1 0 1-15,1-1-5 0,-2 2-2 0,2-2 1 16,-1 0-2-16,2 1 0 0,0 0 2 0,2-1-1 16,-2 1 3-16,0-1 18 0,2 1 10 0,-1-2-6 15,-1 2 1-15,2-1-8 0,1 1 1 0,-2-1-4 16,2 1 6-16,-1 0-9 0,1-1 8 0,-1-1 5 16,-1 2-14-16,2 1 7 0,-2-2-5 0,-1 1-1 15,2-1-4-15,1 0 3 0,-1 0-7 0,-1 0 5 16,0 1-5-16,0-2 8 0,1 3-17 0,-1-4 10 0,1 4-6 15,-2-3 5-15,2 0-10 0,0 1 8 0,-1-1 4 16,-1 3 37-16,2-3-25 0,-1 0 13 0,-1 2-24 16,4-1 25-16,-3 1-11 0,1-2 17 15,1 2-31-15,1-2 21 0,-1 1-25 0,1 1 19 0,1-1-27 16,-1 1 26-16,3-1-28 0,1 0 24 0,1 1-26 16,-2-2 29-16,-2 2-29 0,4-1 24 0,-3 0-28 15,2-1 31-15,1 1-15 0,-2-1 39 0,2 1-35 16,-1-1 27-16,0 0-20 0,0 0 7 0,1 0-24 15,-2 1 28-15,1-1-16 0,-2 0 43 16,3 1-33-16,-4 1-3 0,0-1-2 0,1-1-1 16,-1 0 18-16,-1 2-31 0,-1-2 29 0,-1 2-32 0,1-2 27 15,-2 1-33-15,0 0 31 0,-5 0-33 16,1 0 33-16,0 1-33 0,-2-1 28 0,0 1-30 0,-11 1 30 16,16-3-31-16,-16 3 30 0,16-2-35 0,-16 2 35 15,11-1-31-15,-11 1 26 0,13-3-29 0,-13 3 31 16,0 0-30-16,11-1 32 0,-11 1-37 0,0 0 33 15,11-2-32-15,-11 2 30 0,0 0-40 0,0 0 23 16,11-1-58-16,-11 1-38 0,0 0-58 0,4-7-46 16,-4 7-76-16,0 0-92 0,-3-8-108 0,3 8-130 15,-5-9-765-15,1 5-974 0</inkml:trace>
  <inkml:trace contextRef="#ctx0" brushRef="#br0" timeOffset="2183.84">5126 11865 47 0,'0'0'399'15,"0"0"-110"-15,0 0-63 0,-7-3-26 0,7 3-34 0,0 0-27 16,0 0-20-16,-5-4-19 0,5 4-16 16,0 0-22-16,0 0-3 0,0 0-13 0,0 0-7 0,-5-5-12 15,5 5-2-15,0 0-5 0,0 0-1 16,0 0-9-16,0 0 6 0,0 0 3 0,0 0 12 0,-13-2 5 15,13 2 12-15,0 0-14 0,0 0 25 16,-10 4-23-16,10-4 23 0,0 0-20 0,-9 3 23 16,9-3-28-16,0 0 18 0,-9 1-27 0,9-1 33 0,0 0-28 15,-10 5 22-15,10-5-30 0,0 0 39 16,-9 1-40-16,9-1 33 0,0 0-28 0,-10 3 26 0,10-3-29 16,0 0 25-16,-12 2-28 0,12-2 23 0,0 0-23 15,-10 2 12-15,10-2-22 0,0 0 23 0,-13 3-18 16,13-3 31-16,0 0-19 0,-11 3 19 0,11-3-10 15,0 0 7-15,-14 0-23 0,14 0 17 0,-12 0-15 16,12 0 29-16,-11 2-12 0,11-2 9 0,-14 0-8 16,14 0-2-16,-12 1-4 0,12-1 0 0,-12 0-11 15,12 0 9-15,0 0-8 0,-16 2 6 0,16-2 1 16,-10 0-4-16,10 0 0 0,0 0-4 0,-16 0-5 16,16 0-2-16,0 0-2 0,-12 0 0 0,12 0-8 15,0 0 3-15,-14 0 0 0,14 0-5 0,0 0 0 16,-13-2-2-16,13 2 1 0,-11-3-1 0,11 3-4 15,-12-2 6-15,12 2-3 0,-13-2 0 0,13 2-1 16,-14-2 3-16,14 2-3 0,-15-2-4 0,15 2 2 16,-17-2 4-16,17 2-3 0,-17-3-1 0,17 3 2 15,-19-1 2-15,19 1 0 0,-18 0-2 0,18 0 10 16,-20 0 20-16,20 0 5 0,-19-2-1 0,19 2-3 16,-20 0 4-16,20 0-3 0,-23-1-4 0,23 1-2 0,-24-2 6 15,13 2 7-15,-3-1-5 0,1 1-10 0,0 0-1 16,-1-2 15-16,1 2 4 0,-2-1-8 0,1 1-6 15,-1 0-5-15,2 0-3 0,-3-2-2 16,2 2 0-16,-1 0-4 0,2 0-3 0,-2 0 5 0,2 0 13 16,-1 0 1-16,0 0-10 0,1 0 4 0,1 0-6 15,0 0 8-15,-2 0-2 0,2 0 5 0,1-2-11 16,-3 2 1-16,1 0-11 0,-1 0 15 0,2 0-16 16,0-1 8-16,-1 1-11 0,0-2 24 0,-1 1-8 15,0 1 9-15,0-1-13 0,2 0 9 0,0 1-20 16,-5-1 11-16,3-2-17 0,-4 2 14 0,3 0-1 15,-2 1-1-15,-2-3 4 0,4 3-7 0,-3-3-2 16,1 2 3-16,1 0 0 0,-1-1 0 0,-1-1 3 16,1 3 11-16,1-1 19 0,-2-2-36 0,0 2 24 15,0-1-28-15,3-1 27 0,-3 1-31 0,0 0 26 16,0-1-28-16,3 1 25 0,-3-2-36 0,0 1 34 16,0 0-29-16,2 0 27 0,-1 0-31 0,-1-1 33 15,0 2-27-15,-1-1 26 0,1 0-27 0,0 0 29 16,-1-1-31-16,1 3 31 0,-2-3-34 0,-1 1 36 15,-3-2-32-15,2 4 27 0,-1-4-33 0,-2 2 39 16,-1 0-38-16,3 0 31 0,-4 2-6 0,2-3 4 16,-2 1-8-16,0 0-1 0,-1-2 4 0,2 3 1 15,2-2 8-15,-3 2 13 0,4 0-8 0,-4-2-4 0,3 1-3 16,1 0-2-16,0 1-3 0,3 1-4 16,-2-3 4-16,1 3-9 0,1-1 11 0,2 0-12 15,-1 1 0-15,2-1-1 0,2 1 4 0,0-1 3 16,2 1-9-16,0 1 3 0,-1-2 12 0,4 0-1 0,-3 2 1 15,3-1 0-15,-2 1-3 0,12 0 2 0,-16-1-3 16,16 1-1-16,-14-1-1 0,14 1-2 16,-13-1 0-16,13 1 12 0,-10-2-14 0,10 2-3 0,0 0 1 15,-14 0-3-15,14 0 3 0,0 0-3 0,0 0 4 16,-12-3-7-16,12 3-4 0,0 0-30 0,0 0-37 16,0 0-61-16,0 0-89 0,-10 0-119 0,10 0-92 15,0 0-79-15,0 0-115 0,0 0-469 0,0 0-716 16</inkml:trace>
  <inkml:trace contextRef="#ctx0" brushRef="#br0" timeOffset="3383.88">2682 12114 23 0,'0'0'436'0,"0"0"-106"0,-10 0-91 15,10 0-33-15,0 0-65 0,0 0-6 0,0 0-42 16,0 0 16-16,0 0-39 0,0 0 16 0,0 0-11 16,0 0-14-16,13 0-12 0,-13 0-6 0,19 1-1 15,-8 0-3-15,5-1 14 0,-2 2 3 0,5-2 14 16,0 1 14-16,4 0 14 0,4 0 18 0,0 0 16 0,2 0-30 16,-1 1 24-16,3-1-25 0,-2 0 8 0,3 1-9 15,-1 0-6-15,1 0-12 0,2-1-1 16,2 1 12-16,-1 1-12 0,-3-3-12 0,3 1-10 15,2 2-17-15,-1-1 0 0,0 0-11 0,1-1-7 0,-1 3-2 16,-2-3-5-16,2 1-2 0,-1 1-4 16,-1 0-2-16,-3 0 2 0,3-1-6 0,-3 0 4 15,0 1-2-15,-2-2-15 0,3-1 16 0,-1 2-5 16,-2 1 4-16,2-2-2 0,-2-1-5 0,0 0 4 0,1 0 2 16,-1 0-1-16,1 0-3 0,-1 0 16 0,-2 0 26 15,2 0-9-15,0 0 0 0,0-1-2 0,-2-1-5 16,1 2-2-16,-1-1 1 0,-2-1 5 0,-3 2-3 15,2 0-6-15,-2-1 1 0,1-1-4 0,-1 2-1 16,-1-1-4-16,1-1-1 0,-1 2-3 0,0-1 0 16,1 1 0-16,-3 0 2 0,3 0-5 0,0 1 0 15,-2-1-2-15,3 2-2 0,-2-2 1 0,0 1-2 16,0 1 0-16,-1-2 1 0,2 1-1 0,-3-1 0 16,3 0-2-16,-2 0 0 0,-2 0-3 0,3 0 4 15,-2 0 2-15,-1-1-2 0,1 1-2 0,-2-2 16 16,2 1-19-16,0-2-3 0,-3 2 7 0,2-1 9 15,-1-1 15-15,2 2-1 0,-2-2-5 0,-1 1-4 16,1 1 3-16,1-3-1 0,0 1 1 0,-3 1-3 16,2-2 2-16,-2 1-4 0,3 0-2 0,-1-1-2 0,-1 2-2 15,1-3 2-15,1 3 0 0,-2-2-1 16,2 2 6-16,1 0 6 0,-2-1-5 0,2 1-2 16,-1-2-3-16,1 2 1 0,0-1-1 0,1 2-3 15,1-1-1-15,-2-2-1 0,1 2-4 0,0 0 21 0,-2-1 7 16,1 1-6-16,0-1-7 0,-1 1-1 0,3-1-3 15,-2 1-2-15,-1-1 4 0,2 0-2 16,-2 2 11-16,1-2 4 0,0 3-2 0,-2-3-5 16,3 0 10-16,1 2-12 0,-2-1-1 0,0 1-8 15,2-2 7-15,-1 1-7 0,0 1 1 0,1-1 16 0,-1 1-2 16,2-1-4-16,-3 2-7 0,3-1-4 0,0-2 1 16,-1 2-1-16,0-1 24 0,3 1-10 0,-1-1 2 15,-1-1-8-15,1 3-1 0,1 0-4 0,-1-3 2 16,-1 0-9-16,1 3 1 0,-3-1-2 0,2-2 9 15,-1 1-7-15,-1 0-1 0,0 0-1 0,0-2-3 16,0 2 0-16,-2 1-4 0,1-1 3 0,0-3 0 16,-3 3-18-16,0-1-16 0,-3 0-48 0,1 2-74 15,-4-4-123-15,-2 2-133 0,-8 3-164 0,8-9-736 16,-8 9-915-16</inkml:trace>
  <inkml:trace contextRef="#ctx0" brushRef="#br0" timeOffset="8316.29">6245 11790 341 0,'0'0'492'0,"-10"3"-148"15,10-3-55-15,0 0-77 0,-9 4-28 0,9-4-51 0,0 0-4 16,-4 4-38-16,4-4 20 0,0 0-28 0,0 9 19 16,0-9-31-16,4 6 34 0,-4-6-36 0,9 7 30 15,-3-2-17-15,2-1 15 0,0-2-19 0,1 1 10 16,2-1-25-16,-1 0 5 0,3 1-7 0,0-2 6 16,0 0-18-16,2-1 6 0,-1 0-15 0,5-1 17 15,-1 0-12-15,0-2 0 0,1 1 4 0,0 0-5 16,2-1-8-16,-1 0 0 0,1-2 4 0,2-1 9 15,1 1 6-15,-1-1 11 0,-1-2 1 0,2 3 5 16,0-4-4-16,3 0-8 0,1-2 2 0,0 0-1 16,-2 1-8-16,-3 1-14 0,0 0-4 0,-1 0-11 0,-2-1-3 15,2 2-2-15,-2-1-3 0,-1 0-2 16,2-1-4-16,-1 2-8 0,-3 0 3 0,-2 1 0 16,2 0 0-16,-2-1-1 0,-2 1 0 0,2 0 0 15,-1-2-2-15,2 2 0 0,-5-1 2 0,3 0-3 16,2 0 3-16,-2-3-4 0,0 2 3 0,0-1-1 0,1 1 1 15,1-1 11-15,-1-2-14 0,0 1 14 16,0-1-15-16,2 2 9 0,-3-1-8 0,2 0 18 0,-1 1-17 16,0-2 10-16,-1 2 4 0,-1-1 4 0,1 3-1 15,-2-3 7-15,-1 2 4 0,3-1 5 0,-2-1-6 16,-1 3-5-16,1-3-3 0,-1 3 1 0,2-1-1 16,-3-2-2-16,2 3-6 0,-1-2 2 0,2-1-1 15,0 3-2-15,-2-3 0 0,1 3-1 0,0-3 13 16,0 2 8-16,2-1-2 0,-2 1 5 0,-1-3-15 15,2 2-3-15,-2-2-3 0,2 4 9 16,-3-3 7-16,3 1 10 0,-3-1 9 0,2 0-15 0,-2 2-3 16,1-3-9-16,1 2 0 0,-3-1-1 0,4 1 1 15,-4-2 0-15,1 1-1 0,0 0-3 0,2-1-3 16,-2 0-1-16,0 1-3 0,2-2 3 0,-3 2-3 16,2-1-4-16,-2-1 2 0,1 1 6 0,2-1-7 15,-2-1 0-15,0-2-11 0,3 1 12 0,-4 2-11 16,4-4 9-16,-3 0-11 0,0 2 9 0,-1-1-10 15,0 0 17-15,-1 4 0 0,-2-3 31 0,4 1-22 16,-3 0 18-16,-1 0-28 0,1-1 17 0,-1 1-22 16,1 1 17-16,1-1-21 0,-3 1 15 0,3-2-7 15,0 2 4-15,-2-1-2 0,2 1 2 0,-2 0-1 0,4 0-6 16,-3-2-4-16,2 1 1 0,0-1 2 0,2 0 17 16,-2-1 10-16,0-1-4 0,1 1-2 0,-1-1-4 15,1 0 2-15,1-1-11 0,-2 2-1 16,0-2 2-16,1 1-6 0,-3-2 2 0,2 2-5 0,-1-1-1 15,2-1 5-15,-1 2 3 0,-1-1 7 0,1 0 0 16,-2 1 6-16,1-1-8 0,1 1-4 16,0 0-1-16,-1-1 0 0,-1 2-1 0,1-3 11 15,2 3-21-15,-1-1 30 0,2 0-37 0,-1-1 47 0,0 1-35 16,0-2 35-16,0 1-31 0,2 0 33 0,-2-1-36 16,1 1 27-16,0-2-8 0,-1 1-5 0,0-2-4 15,2 0-3-15,-3 0-1 0,2-2 2 0,-2 1-1 16,0 2-5-16,1-2 30 0,-1 1-42 0,-1-1 38 15,2 1-43-15,-1 0 35 0,-1 0-37 0,1 0 33 16,0 2-36-16,0-2 36 0,0 1-39 0,1 0 39 16,0 1-32-16,2-2 36 0,0-1-35 0,0 2 4 15,1-2 5-15,1 4 1 0,-3-3 2 0,3 3-3 16,-1-4 0-16,2 1 7 0,-2 2-2 0,1-1 0 16,-2 1-2-16,-1 1-25 0,2-1 32 0,-3 1-2 0,2 0 0 15,-1-1-4-15,1 3-2 0,-3 0 0 16,1 3-1-16,-3 0 5 0,1 0-6 0,1 1-2 15,0 1 1-15,0-2-2 0,-1 2 1 0,2 0 0 16,0-1 2-16,-1 2-3 0,2-3 35 0,2 0-41 16,0 1 32-16,1-2-33 0,-1 2 35 0,1 0-39 15,0 0 33-15,1 0-36 0,0 1 41 0,0-2-44 16,-2 5 38-16,1-3-38 0,-3 4 39 0,2-3-37 16,0 2 36-16,-2-1-35 0,1 2 36 0,-3 1-39 0,0-2 38 15,1 3-37-15,-1-2 39 0,0 2-41 0,0-1 40 16,2 1-40-16,-2-3 39 0,0 4-39 0,1-1 39 15,0-1-38-15,0 0 36 0,0 2-37 0,-1 1 38 16,0-3-36-16,1 2 37 0,0-1-38 0,-1 2 38 16,4 1-35-16,-2-4 35 0,2 3-36 0,4 0 36 15,-2 0-40-15,3 1 42 0,1-1-39 0,-2 2 39 16,2-2-39-16,-1 2 37 0,1-1-31 0,-1 1 31 16,-2-1-39-16,2 2 40 0,-5 0-39 0,4-1 40 15,-5 1-39-15,1 0 38 0,1 0-40 0,-1 1 40 16,0 1-40-16,-2-1 39 0,2 1-40 0,-1 0 42 15,-1 3-36-15,3-2 39 0,-1 1-42 0,2 1 40 16,-2 1-39-16,2-1 37 0,1 1-38 0,-1 2 39 16,-1-1-40-16,3 0 7 0,1 2 10 0,1-1 2 15,-2 1 2-15,2-1-2 0,-3 1 0 0,3-2 3 16,-1 4-2-16,0-5 0 0,0 3-1 0,0 1 14 16,0-3-7-16,2 2 2 0,-3 0 3 0,2 1-5 15,-1 0 2-15,1-1-1 0,0 1 1 0,-1 0-1 16,1-1 7-16,-1 1-31 0,1 3 30 0,2-5-27 0,-3 6 28 15,2-3-26-15,-2 3 31 0,0-1-34 16,1 0 30-16,-2 2-22 0,-1-1 29 0,0 1-4 0,-1 0 4 16,0 1-2-16,1-1-2 0,-2 2-3 0,0 0 1 15,0 0-6-15,2 2 9 0,1 0-2 0,0 2-2 16,-2-1-6-16,3 1 1 0,-1-2 3 0,-1 2-5 16,3 0-3-16,-2-2 1 0,1 1 11 0,-1 0-2 15,-1 1-3-15,0-1 0 0,0 0-6 0,-2 1 0 16,-1-1-5-16,-3-4 5 0,0 7-2 0,2-4-26 15,-3 0 28-15,0 1-25 0,2 1 29 16,-3 0-26-16,0 0 29 0,2-1-28 0,0 6 4 0,-2-2 2 16,2 1 4-16,1-1-2 0,0 1 27 0,-2 0-30 15,2-1 30-15,-3 0-32 0,1 1 28 0,0-3-28 16,-3 1 28-16,2 0-31 0,-2 1 30 16,2 0-28-16,-3-1 25 0,0 1-28 0,0 0 33 0,-1-1-30 15,1-1 24-15,-1 2-26 0,2-1 30 0,-2-2-30 16,1 1 32-16,-1 0-30 0,1-2 25 0,-1 1-28 15,1-3 28-15,-1-1-26 0,1 1 27 0,0-1-28 16,-2-1 3-16,3 2 2 0,-2-1 2 0,2-1 3 16,-2 1 1-16,3 0 1 0,-1 0-2 0,-1-1 2 15,-1 1 5-15,3-1-3 0,0 3 0 0,-2 2-3 16,2-4 4-16,-1 2 0 0,3 0-3 0,-3 1 33 0,3-1-37 16,1 0 28-16,-2 1-30 0,1 1 31 0,1-2-30 15,2 2 44-15,1 3-21 0,0-2 32 16,2 1-36-16,1-1 30 0,-2 1-39 0,3-1 28 0,-3-1-34 15,4-1 42-15,-3 0-23 0,3-1 46 0,-1 0-49 16,1 1 36-16,1-3-44 0,-5-1 44 16,6 0-37-16,-2 1 10 0,1-1 2 0,2-1-3 15,-1 1-7-15,3 1 1 0,0-2 6 0,-1 1 1 0,4-2 6 16,-1 2-25-16,-2 1 14 0,3-3-16 0,-2 2 18 16,2-3-10-16,-1 2-5 0,1-1-4 0,0 1 0 15,1-4 0-15,-2 3 0 0,0-6 0 0,2 3 0 16,0-2 0-16,2 1 0 0,1-2 0 0,0 0 0 15,2 0 0-15,0-2 0 0,3 0 0 0,1-2 0 16,-1 0 0-16,2 2 0 0,-1-4 0 0,-1 1 0 16,-5-2 0-16,0 2 0 0,-2-2 0 0,-2 1 0 15,1-2 0-15,-5 0 0 0,1 0 0 0,-3-2 0 16,-1 2 0-16,-3-1 0 0,-2 1 0 0,0-1 0 16,-2-2 0-16,-2 0-47 0,-1-2-267 0,-3-1-98 15,-3-1-57-15,-4 1-128 0,-6-2-158 0,-3 0-242 16,-8-3-463-16,-6-1-1079 0</inkml:trace>
  <inkml:trace contextRef="#ctx0" brushRef="#br0" timeOffset="9315.15">8414 11753 130 0,'0'0'772'0,"0"0"-196"16,0 0-146-16,0 0-76 0,0 0-100 0,0 0-40 0,0 0-54 0,5 6-19 16,-5-6-40-16,0 0 18 0,14-1-2 0,-14 1-2 15,12 0-1-15,-12 0 1 0,14-2-7 0,-14 2 3 16,15-3-2-16,-15 3-6 0,23 0-13 0,-11-2-12 15,3 1-11-15,0-2-1 0,6 0-2 0,-1 2 5 0,2-5 3 16,2 0-3-16,-1-1-7 0,5-2 7 0,0-1-6 16,-1-2 21-16,0-3-10 0,4-3 14 15,-2-2 14-15,3-2-11 0,-4-4 3 0,3 1 3 0,-2-3-13 16,-2-2 11-16,1-1-26 0,0-3 5 0,-4-2-33 16,1-1 11-16,0-9-10 0,1-3-14 0,-3-2 7 15,-1-2-15-15,-2-2-24 0,-1 0 20 16,-2-1-25-16,-1 0 8 0,1 2 0 0,-3-3 18 0,-2 8-26 15,-1 0 17-15,1-10-2 0,-2 1-1 0,3-2-1 16,-4 9 3-16,0 1-9 0,1-1 1 16,0 2 3-16,-1 2-16 0,1 1 22 0,0 2-23 0,1 3 27 15,1 1-22-15,0 4 22 0,2 3-26 0,-1 6 21 16,2 0-19-16,6-1 21 0,2 4-1 16,3 0-8-16,5 4-2 0,4 1 2 0,3 5 1 0,3 1-1 15,1 1 1-15,0 5-18 0,-6 2 22 0,2 2-18 16,-2 1 26-16,-5 2-23 0,-2 3 21 0,-1 1-26 15,-1 2 30-15,-1 4-21 0,-1 0 16 0,-1 5-17 16,-1-1 13-16,-2 2-15 0,-2 4 27 0,0 0-12 16,-1 1 0-16,-1 2-4 0,-2 1-2 0,2 1-2 15,-3 1 2-15,1 5 0 0,2 0 3 0,-2 1 1 16,-1 2 35-16,0-1 5 0,0 1-4 0,0 4-6 16,-1-2-25-16,-1 1 43 0,0 2-24 0,-1 2-2 0,1 0 26 15,-4 1-39-15,1 0 27 0,0 2-6 16,2 0-3-16,0-1 35 0,-1-1-3 0,1 1-8 15,2-3-14-15,1 1-2 0,-1-3 27 0,2 0 6 16,1-2-36-16,0 0 22 0,1-2-34 0,-2 2 23 16,1-6-30-16,-1 4 28 0,-2-6-21 0,1-2 27 15,-3 1 9-15,1 3-5 0,-1-5-8 0,2 2-1 0,-3-2 6 16,3 2 7-16,-1-2 3 0,0-1-4 16,1-1-3-16,0-1 24 0,2 0 19 0,2-2-6 0,-2-1-11 15,4 0-13-15,-3-3-66 0,4-2-2 0,-1 0 0 16,4 0 0-16,2-2 0 0,-4-2 0 15,1 0 0-15,6-2 0 0,-2-2 0 0,-1 1 0 0,2-2 0 16,-1-1 0-16,2-2 0 0,-4-1 0 0,4 1 0 16,-5-2 0-16,3-3 0 0,-1 1 0 0,2-1 0 15,-4-2 0-15,3-1 0 0,-1 1 0 0,-2-3 0 16,-1-1 0-16,1 2 0 0,-1-2 0 0,-3-1 0 16,0 0 0-16,0-2 0 0,-6 1-102 0,2-3-278 15,-7 0-62-15,-3 0-112 0,-2-2-170 0,-3-2-213 16,-5-1-662-16,-6-2-1253 0</inkml:trace>
  <inkml:trace contextRef="#ctx0" brushRef="#br0" timeOffset="9820.51">9195 9504 19 0,'-8'-22'633'0,"4"0"-79"0,2 5-73 0,-2 0-18 15,1 2-73-15,2 3-62 0,0 2-28 0,2 2-15 16,-1 8-4-16,5-6-9 0,-5 6-10 0,17 7-27 0,-6 3-42 16,1 3-31-16,6 6 2 0,-3 3-31 15,4 1-13-15,0 7 6 0,-1-1-21 0,0 3-1 16,-1-3-12-16,-2-2-15 0,-2 0-30 0,0-2 9 16,-2 1-28-16,-2-2 14 0,1-2-35 0,-2-2-55 15,-3 1-152-15,-1-5-299 0,-4-1-388 0,0-2-488 16,-4-5-974-16</inkml:trace>
  <inkml:trace contextRef="#ctx0" brushRef="#br0" timeOffset="11266.18">6939 11456 399 0,'-40'-1'336'0,"2"1"-76"0,0-2-30 0,-3 2-50 0,4 0-21 0,-2 0-24 16,2 0-13-16,3 0-18 0,2 0 20 16,0 0-16-16,3 2 19 0,-2-2-31 0,4 0 17 0,-1 0-26 15,0 0 21-15,1 0-35 0,0 1 19 0,2-1-16 16,-1 2 5-16,2-2-21 0,-2 1 18 0,1 2-23 15,2-1 7-15,-3 0-22 0,7 0 9 0,-3 1-18 16,2-2 6-16,3 1-9 0,-1 0 8 0,4 0-13 16,1-2 13-16,3 3-4 0,10-3 28 0,-8 4 1 15,8-4 3-15,8 6-7 0,10-4 17 0,5 1 0 16,15-2-7-16,12-1 24 0,9 2 22 0,5-4 6 16,16 2-12-16,6-1-11 0,6-2 24 0,5 0-11 15,3 0-22-15,1-1 4 0,2 1-2 0,2-1-28 16,0 0 11-16,27 1-8 0,-2-1-11 0,6-2-16 15,1 5 0-15,4-4-11 0,2 5 3 0,11 0-14 16,1 0 7-16,5 3 20 0,0 0-3 0,6 3-6 16,0 1-6-16,3-1-6 0,-3 1-8 0,-5-1 2 15,-1 0-1-15,0 3-6 0,-6-6 0 0,-3 2-1 16,-8-3 1-16,-5-2-3 0,-28 0 0 0,0-1-2 16,-4-2 8-16,0 3-8 0,-5-4 4 0,-5 2-8 15,-5-3 7-15,-6 3 3 0,-5-1-4 0,-5 1 0 0,-14 1 7 16,-2-1-2-16,-4 0 5 0,-2 2-9 15,-4 0 4-15,-6 0-7 0,-3 0 3 0,-1 2 1 0,-3-2-6 16,-6 2 4-16,0-1-8 0,-4 2 9 0,-3-3-9 16,-2 2 4-16,-2 0-6 0,-2 0-12 0,-3-2-16 15,-3 1-18-15,-11-1-46 0,14-1-94 0,-14 1-122 16,-6-6-137-16,-7 2-199 0,-7-2-627 0,-17-7-882 16</inkml:trace>
  <inkml:trace contextRef="#ctx0" brushRef="#br0" timeOffset="11699.56">7450 10771 517 0,'-44'-6'590'0,"8"1"-159"0,3-2-72 0,4 4-89 16,4 2-36-16,6 1-83 0,1-3-8 0,5 3-41 15,13 0 7-15,-10-2-19 0,10 2 4 0,15 0-24 16,7-1 15-16,14-1 23 0,17-1 37 0,20-1-9 0,14 0 14 16,14-1-1-16,28-3 9 0,9-1-25 0,10 1 25 15,8 0-45-15,9-2 3 0,0 0-7 0,6 0-2 16,7-1-21-16,2 3 7 0,3-1-27 0,0 1 2 15,2 3-24-15,5 2 1 0,-2 3-14 16,-1-2 18-16,-6 4-12 0,1 1-8 0,-8 1 17 16,-6 0-10-16,-9 1 5 0,-10-2-6 0,-12-2 0 15,-28 2-5-15,-8-1-1 0,-8 1-4 0,-8-3 8 0,-8 0-1 16,-15 0-5-16,-9-2 6 0,-2 1-10 0,-14 1-2 16,-6-2-4-16,-3 2 3 0,-6-1-12 0,-4-2-18 15,-5 1-43-15,-6-1-71 0,-7 3-61 0,-2-11-117 16,-11 3-95-16,-10 0-101 0,-13-4-156 0,-10-1-489 15,-18-3-756-15</inkml:trace>
  <inkml:trace contextRef="#ctx0" brushRef="#br0" timeOffset="12066.29">7950 9931 532 0,'-23'-3'677'0,"8"0"-167"16,3 0-102-16,12 3-87 0,0 0-72 0,9-6-45 16,10 3-31-16,19 0-15 0,16 0-2 0,23-1 7 15,10 0 11-15,14 1-21 0,33-2-2 0,8 2-26 0,6 1-20 16,8 0 41-16,8 2-41 0,4 0-20 0,2 0 0 15,0 0-30-15,2 0 2 0,-1 2-20 0,-2-1 6 16,-5-1-24-16,-5 0 16 0,-6 1-22 0,-5-2 15 16,-3 1-10-16,-10-1 0 0,-26-1-4 0,-4 1 15 15,-8-1-17-15,-5-1 12 0,-9-1-17 0,-6-1 11 16,-17 1-19-16,-4 1 12 0,-6-2-13 16,-11 2-10-16,-4-2-34 0,-8 1-40 0,-7-1-33 0,-3 1-34 15,-8-1-60-15,-9 5-78 0,4-9-49 0,-11 4-94 16,-7-3-160-16,-9 0-294 0,-15-5-450 15</inkml:trace>
  <inkml:trace contextRef="#ctx0" brushRef="#br0" timeOffset="12416.16">8921 9370 489 0,'-31'1'447'0,"5"0"-90"0,4 2-79 16,0-2-48-16,6-1-36 0,-2 2-31 0,5-1 12 16,-1-1-18-16,4 2 0 0,10-2 1 0,-16 1-8 15,16-1-19-15,0 0-10 0,0 0-16 0,0 0 4 16,8-1-2-16,9-2 9 0,6 0 0 0,9-2-5 0,5-2 1 16,13 1 19-16,7 0-15 0,16-4 9 0,6 4-21 15,9-3-23-15,5 4-11 0,6-1-16 16,1 1-4-16,2 1-15 0,0 3-1 0,0-1 2 15,2 2 2-15,1 0 8 0,-3 0-17 0,3 1 24 0,-6 1-25 16,0 0 10-16,-6 1-11 0,-1 1-7 16,-2-1-2-16,-5-2 2 0,-8 2-12 0,-12-3 12 15,-2 0-18-15,-7 0 8 0,-5-1-13 0,-13-1-15 16,-3 1-53-16,-8-4-90 0,-8 0-114 0,-5 0 0 0,-8 1-46 16,-3-5-41-16,-7 2-69 0,-9-2-101 0,-6-2-327 15,-15-6-408-15</inkml:trace>
  <inkml:trace contextRef="#ctx0" brushRef="#br0" timeOffset="12715.48">9066 8868 124 0,'-20'0'580'15,"4"-4"-159"-15,3 3-105 0,2 0-44 0,11 1-29 16,-20-2-32-16,20 2-14 0,-15-2-23 0,15 2-15 15,0 0-14-15,-8-3-5 0,8 3-2 0,11-2 20 16,0 0-24-16,7 0-23 0,5-1 7 0,5-1-1 16,11 0-12-16,12-1 13 0,6 0-11 0,21-1-18 15,8 2-14-15,7 0-16 0,4 0-10 0,4 1-10 16,3 2-8-16,1-1-5 0,3 1-5 0,1 1-4 16,-2-2-2-16,-5 2-5 0,-2-1 2 0,-8 0-8 15,-2-2 9-15,-8 1-2 0,-5-2-2 0,-4-2-1 0,-14 1-3 16,-7 2-11-16,-3-5-10 0,-12 3-24 15,-4 1-49-15,-10-4-92 0,-1 0-99 0,-11 3-67 16,-6-4-106-16,-5 1-538 0,-7-5-586 0</inkml:trace>
  <inkml:trace contextRef="#ctx0" brushRef="#br0" timeOffset="12954.18">9055 8332 431 0,'-14'0'536'0,"14"0"-143"0,0 0-38 16,0 0-79-16,13 0-9 0,13 0-63 16,11 3-8-16,13 0-6 0,5 0-32 0,19 0-9 0,2 2-22 15,6-3-19-15,1 3-8 0,-2-2-17 0,2 0-12 16,-4-2-16-16,0 3-8 0,-1-2-7 0,-1-1-8 16,-2 1-8-16,-11-2-5 0,-4 2-3 0,2 0-3 15,-4-2-3-15,-3 2-3 0,-2-2-5 0,-11 1-7 16,-1 1-51-16,-5-1-77 0,-7-1-85 0,-2 3-110 15,-9-1-121-15,-3-1-408 0,-6 2-405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22:45.655"/>
    </inkml:context>
    <inkml:brush xml:id="br0">
      <inkml:brushProperty name="width" value="0.05292" units="cm"/>
      <inkml:brushProperty name="height" value="0.05292" units="cm"/>
      <inkml:brushProperty name="color" value="#FF0000"/>
    </inkml:brush>
  </inkml:definitions>
  <inkml:trace contextRef="#ctx0" brushRef="#br0">6291 10621 163 0,'0'0'279'15,"0"0"-72"-15,0 0-36 0,0 0-29 0,-6-3-15 16,6 3-17-16,0 0-12 0,0 0-17 0,0 0-11 15,-2-8-6-15,2 8 0 0,0 0-9 0,0 0-7 0,-1-7-11 16,1 7-3-16,0 0-4 0,0 0-6 0,-2-7 8 16,2 7 0-16,0 0 5 0,-6-3 0 0,6 3 12 15,0 0-4-15,-8-5 12 0,8 5-5 0,0 0 10 16,0 0-8-16,-12-2 11 0,12 2-12 0,0 0 24 16,0 0-6-16,-9-2-4 0,9 2-3 0,0 0-14 15,0 0 7-15,0 0 3 0,0 0-2 0,-10-2 0 16,10 2-9-16,0 0-5 0,0 0-5 0,0 0 0 15,0 0-4-15,0 0-5 0,0 0-4 16,0 0 0-16,0 0-4 0,0 0 2 0,0 0-2 0,0 0 2 16,0 0 10-16,9-4-4 0,-9 4 0 0,11-2-8 15,-11 2-1-15,18-4 3 0,-6 3 3 0,-2-1 11 16,4-2-1-16,0 2 0 0,0-2 7 0,2 2-2 16,0-2 1-16,-2 1-6 0,3-1-9 0,-2 1 1 15,2-1 1-15,-2 0 3 0,2 0-7 0,-2-1-3 16,4 1 0-16,-5 1-8 0,4-1 2 0,-1-1 2 15,-2 1 0-15,3-1-4 0,-1 0 12 0,0-1-1 16,3 0-4-16,0 0-6 0,2-1 5 0,-3-1-4 16,3 1-2-16,1 0 1 0,-4-2-3 0,4 1-3 15,-1 1-7-15,-1-3 7 0,0 3-6 0,-1-2 6 16,2 2 16-16,-3-3 10 0,0 3-8 0,-2-2-1 16,2 0-1-16,-2 3 1 0,-2-1-2 0,-1 0-2 15,0 0-3-15,3 1-3 0,-3 0-3 0,-1-1-1 16,2 0-1-16,-1 2 20 0,0-4 1 0,0 2-5 15,0 2 1-15,2-3 1 0,-1 1-10 0,-2 1 6 16,2 0-12-16,-2-1 1 0,1 0-8 0,-1 2 0 16,-1-2 0-16,2 0-7 0,-2 1 8 0,3 1-5 0,-3-1 1 15,-2 1-1-15,4-1 3 0,-4 1-2 0,3 0 5 16,-4-1 4-16,3 1 2 0,-1 0 0 0,0 0 1 16,1 0-1-16,-1 0-4 0,1-1-2 0,1 1-2 15,-3-1-2-15,3 0 1 0,-1 0-1 0,1-1 0 16,0 1 2-16,1-1 5 0,-1 0-2 0,1 1 1 15,0-3-4-15,1 2 2 0,0-1-4 0,1-1 2 16,-2 1-3-16,0-1 10 0,3-2-14 0,-2 3 11 16,-1-2-11-16,0 1 16 0,0 0-3 0,2 0 15 15,-5 0-21-15,2-1 12 0,1 2-15 0,0-2 13 16,0 1-18-16,-1 0 14 0,2 1-14 0,1-3 2 16,0 1-3-16,0-1 1 0,0 1 8 0,-2-1-5 15,1 4 13-15,0-2-2 0,-1 0-1 0,-2 0-1 16,4 0-2-16,-3 1-1 0,-2 0-4 0,3-1 0 15,-1 0-3-15,1 2 1 0,-3-2 1 0,1 0-4 16,2 1 1-16,-2 2 3 0,0-5-3 0,1 3 0 16,1 0 4-16,-2-1-3 0,-1 0-3 0,3 0 4 15,-2-1 2-15,-1 0-2 0,3-1 1 0,-2 1-2 16,2-3 1-16,0 1 1 0,-3 1-4 0,2-3 5 16,-3 3-1-16,2-1-4 0,-1-2 3 0,1 1-1 0,1-1 0 15,-2 0-2-15,1-2 2 0,-1 2 12 16,-2 0-6-16,5 0-2 0,-4-1-2 0,2 0 2 15,-1 2 0-15,0 1-4 0,0-1 5 0,-2 1-7 16,1 0 5-16,2-1 0 0,-2 1 4 0,0 1-9 16,4-4 2-16,-2 3-1 0,-1-1 1 0,2 1-2 0,-3 2 10 15,3-3-10-15,-3 2 11 0,1 1-10 16,1-2 8-16,-1 4-11 0,0-4 12 0,-1 1-12 16,2 0 9-16,-1-1-9 0,2 2 11 0,-1-2-4 15,1 0 4-15,2 0-2 0,0-1-3 0,-2 0-1 16,2 1 0-16,-1-1-1 0,0 0-2 0,2 1 4 0,-1-1 0 15,0 0-4-15,-2 2 0 0,2-1 1 0,-2 2 0 16,1-1 0-16,-2 1 0 0,-1 1 3 0,2-1-2 16,-1 2 10-16,0-1-1 0,-3 0-1 0,3 0-3 15,-1 0-4-15,-1 3 4 0,1-4 0 0,0 3-2 16,-2-3-3-16,3 2 0 0,-1-1 1 0,-2 0 1 16,1 0-4-16,2 0 4 0,-3-1-2 0,0 2 0 15,1 0 2-15,-2-1-3 0,-1 4 1 0,1-3-2 16,1 1 4-16,0 0 7 0,-1-1-10 0,-1 1-2 15,2 1 1-15,0-3 5 0,0 3 4 0,1-2 0 16,-1 2 2-16,0 0-4 0,1-1-2 0,-1 0 0 16,2-1 0-16,1 1-4 0,0 0 2 0,1-1 0 0,1 0 1 15,-2-1 4-15,4 2 1 0,-3 0-4 16,2-2 2-16,-2 1-2 0,1 1 0 0,-3 1 2 16,2 0-4-16,0 0 0 0,-3-1-2 0,3 3 0 15,-2-1-2-15,-2 0 0 0,3 0 6 0,-2 1-4 16,0 0 0-16,-1-2 0 0,1 2 2 0,-1 1 2 0,3-1-6 15,-3 1 1-15,1-2 5 0,-1 1-4 16,6-1 9-16,-3-2 5 0,3 3 10 0,-1-1-3 0,1 0 19 16,1-1-23-16,2 1 8 0,-3 1-25 0,2-2 21 15,-3 0-14-15,1 3 7 0,-3-1-11 0,0 1 8 16,-3 0-11-16,3 0 5 0,-2 0-6 0,-1 2 9 16,0-1-17-16,-9 2 22 0,15-4-18 0,-15 4 13 15,16-3-12-15,-16 3 15 0,16-2-14 0,-16 2 34 16,17-3-18-16,-6 1 14 0,-11 2-21 0,20-2 16 15,-9 1-22-15,-1-1 22 0,3 1-28 0,0-1 22 16,0 2-21-16,-1-3 17 0,1 2-15 0,2 0 17 16,-2-2-22-16,0 1 26 0,1 1-24 0,0 0 32 15,0 0-29-15,-2-1 24 0,0 1-27 0,1 0 24 16,-4 1-27-16,4-2 29 0,-13 2-24 0,18 0 19 16,-18 0-24-16,18-2 20 0,-18 2-20 0,15 0 23 15,-15 0-26-15,17 0 31 0,-17 0-27 0,15 2 22 16,-15-2-24-16,18 0 27 0,-18 0-24 0,20 2 28 15,-8-2-28-15,-1 1 28 0,2 0-13 0,1 1 24 16,-1-2-30-16,1 1 22 0,0 0-28 0,-1-1 26 16,0 1-19-16,1 0 14 0,-3 0-27 0,3 1 28 15,-2-1-28-15,-2 0 24 0,3 0-24 0,-2 0 31 16,1 1-10-16,-1 0-25 0,0-1 26 0,1 2 1 0,-2-1-8 16,2 0-25-16,-1 1 35 0,1-1-5 0,2 1 0 15,-2-2-1-15,0 2 4 0,2-1 1 16,1 1 0-16,1 0 0 0,-2 0 5 0,4-1 14 0,-4 1-7 15,3 0-4-15,-2 0-3 0,0 0-2 0,-2 2 2 16,0-1-7-16,-3-2-1 0,2 0 1 0,-1 3 0 16,-2-1-1-16,-1 2 0 0,3-2-3 0,-4 1-3 15,2 1-1-15,-3 0 0 0,4 1-1 0,-3 2 0 16,0-2-1-16,2 2 4 0,0-2-5 0,0 3 1 16,-1-2-4-16,2 2 3 0,-2-1 2 15,1 0-2-15,-2 0 5 0,3 0-6 0,-2-2 0 0,1 2 2 16,3-1-1-16,-2-1-1 0,-1 1 0 0,2 0 2 15,-2 0-2-15,2-2 3 0,0 1-2 0,-1 2-2 16,2-2 1-16,0-1 0 0,0 2 3 0,1 0-4 16,-2-1 0-16,0 0 2 0,1 1 0 0,0 0-1 15,-2-2 0-15,4 3 0 0,-2-3 4 0,0 1-5 16,0 2 1-16,-2-3-1 0,4 1 1 0,-4 0 0 16,3-1 0-16,-1 1 3 0,-1 0-2 0,2-2 0 0,-3 3 0 15,0-3-2-15,2-1 2 0,-2 2 0 16,-1 1 2-16,2-2-3 0,0 1 1 0,-1-1 0 15,3 1-3-15,-3 0 3 0,-1 0-1 0,1 0 1 16,-1-2-28-16,0 2 32 0,1 1-28 0,-1-2 31 16,0 2-27-16,1-1 34 0,-1 0-29 0,2 1 50 15,0 3-25-15,-1-3 26 0,1 3-37 0,1-2 31 0,-2 3-34 16,2-4 2-16,2 4 3 0,-2-2-1 16,2 1-2-16,-3-1-1 0,2 2 3 0,0-1 26 15,-2 0-34-15,3-1 32 0,-2 1-34 0,2 1 29 16,-4-3-32-16,3 4 31 0,-2-5-33 0,2 5 32 15,-3-5-31-15,3 3 29 0,-3-2-29 0,2 2 34 0,-2 0-36 16,2-1 32-16,-1 0-31 0,-1 0 31 0,1 0-33 16,-1 0 36-16,0 0-35 0,0 0 35 0,0 1-25 15,1 0 44-15,-1-1-25 0,1 1 30 0,0-1-37 16,0 2 26-16,-1-2-33 0,2 3 27 0,-2-3-6 16,4 2-5-16,-5-3-1 0,4 3-4 0,-3-1-2 15,0 0 2-15,2 0-9 0,-1 0 1 0,-2-1 3 16,3 1-1-16,-2 1 9 0,0-2-15 0,0 1 4 15,1-1-5-15,-2 2 1 0,1-2 2 0,0 3 0 16,-1-2 2-16,0 0-2 0,1 0-28 0,-1-1 32 16,0 1-27-16,1 1 31 0,-1 0-26 0,0-3 31 15,1 3-31-15,2-2 32 0,-2 2-28 0,0-3 28 16,2 3-26-16,-2-1 27 0,3 1-25 0,-3-3 27 16,3 3-27-16,-3-2 32 0,-1 1-33 0,4-1 29 15,-2 0-23-15,-2 0 9 0,3 1 4 0,-1-1 0 16,-2 0-1-16,3-1-1 0,-2 1-2 0,-1-1 0 15,2 2-1-15,-4-4 0 0,0 2-1 0,1 0 0 16,2-2-3-16,-3 2 1 0,-2-2 1 0,1 2 0 16,3 0 1-16,-3-2 4 0,2 1 19 0,-1 0 5 0,-1-1-6 15,1 0-1-15,1 1-4 0,-1-1-2 0,-1 0-3 16,2 0-3-16,-2 1-2 0,-1-1-2 0,2 0-2 16,-1 0 0-16,2 0 1 0,-2 1-4 0,-1-3 0 15,3 3 9-15,-3 0-12 0,4-1 0 0,-3 1 0 16,-1 0 2-16,3-1-4 0,0 1 3 0,-2 0 1 15,2 1-1-15,-2 0 0 0,4 0 0 0,-2 3-1 16,1-3-2-16,0 3 3 0,1-3 1 0,-1 1-3 16,0 1 27-16,1-1-31 0,1 0 29 0,-2 0-32 15,1 0 28-15,-1 2-25 0,1-3 25 0,1 1-22 16,-2 0 64-16,2 1-39 0,1-1 36 0,-1-2-42 16,-1 3 37-16,1-2-43 0,2-1 55 0,-1 2-44 15,0 0-4-15,1-2-4 0,0 0-1 0,-2 1-6 16,1 0-2-16,-1-1 1 0,1-1 1 0,-2 2-6 15,0-2 40-15,1 0-37 0,0 2-11 0,-1 0 8 16,2-2-5-16,-1 2 1 0,1-1 1 0,1 2 1 16,-2-2 0-16,3 0 0 0,-1 1 7 0,-3 0-7 15,3-2 0-15,1 2 3 0,-2-1-1 0,0 0 3 16,1 0 8-16,1 1 11 0,-2-2 11 0,2 0 5 0,0 0 5 16,1 0-3-16,-1 0-26 0,2 0 20 0,0 0-25 15,-2-1 13-15,3 1-23 0,-2 0 21 0,2-2-17 16,-2 2-4-16,0-1 0 0,1 2 0 0,-1-3 0 15,0 1 0-15,2 1 0 0,-3 0 0 0,1-1 0 16,1 1 0-16,-1 0 0 0,-1-1 0 16,0 1 0-16,-1 0 0 0,1-2 0 0,-3 2 0 0,1 0 0 15,2-1 0-15,-1 0 0 0,0 0 0 0,-2 2 0 16,2-3 0-16,0-1 0 0,-2 2 0 0,2 0 0 16,-3-2 0-16,3 2 0 0,0-2 0 0,0 1 0 15,2 2 0-15,-2-3 0 0,2 0 0 0,-1 3 0 16,1-2 0-16,-1 0 0 0,4-1 0 0,-5 2 0 15,6-2 0-15,-5 3 0 0,4-3 0 0,-2 0 0 16,0 1 0-16,2 0 0 0,-1-2 0 0,-1 2 0 16,3-2 0-16,1 1 0 0,-2-1 0 0,1 2 0 15,-1-2 0-15,1-2 0 0,-1 4 0 0,0-3 0 16,1 0 0-16,-4 1 0 0,4 0 0 0,-3-2 0 16,0 1 0-16,1-1 0 0,-3 0 0 0,0 0 0 0,4 0 0 15,-4 0 0-15,-1 0 0 0,1 0 0 0,1 0 0 16,-1 0 0-16,0 0 0 0,2 0 0 15,-1-1 0-15,-1 1 0 0,1-2 0 0,-1 2 0 0,2 0 0 16,-1 0 0-16,0-1 0 0,-2 0 0 0,4 1 0 16,-3-1 0-16,2 1 0 0,-3-1 0 0,4 1 0 15,-2-2 0-15,0 0 0 0,1 2 0 16,0 0 0-16,-2 0 0 0,3 0 0 0,-3-1 0 0,3 0 0 16,-3 1 0-16,2-2 0 0,-3 2 0 15,4-1 0-15,-4 1 0 0,1-1 0 0,0 1 0 0,-1-1 0 16,0 0 0-16,0 1 0 0,1-1 0 0,-2 1 0 15,1-2 0-15,-2 1 0 0,1 1 0 0,-2-1 0 16,-10 1 0-16,18-1 0 0,-18 1 0 0,15-1 0 16,-15 1 0-16,12-2 0 0,-12 2 0 0,11-2 0 15,-11 2 0-15,8-4 0 0,-8 4 0 0,5-6 0 16,-5 6 0-16,-3-12 0 0,-2 5-43 0,0-2-416 16,-6-1-49-16,-5-3-158 0,-3-2-119 0,-6-1-211 15,-7-4-506-15,-6-3-1129 0</inkml:trace>
  <inkml:trace contextRef="#ctx0" brushRef="#br0" timeOffset="1116.9">7706 10114 371 0,'-10'0'273'0,"10"0"-74"0,-17-1-35 0,17 1-37 0,-15-2-20 0,15 2-27 16,-17-2 1-16,17 2-18 0,-14-3-3 15,14 3 1-15,-14-5 4 0,14 5-2 0,-13-5-6 0,13 5-4 16,-13-3 3-16,13 3 9 0,-12-5 6 15,12 5 14-15,-11-1-13 0,11 1 14 0,-10-5-36 0,10 5 6 16,0 0-16-16,-9-3 29 0,9 3-14 0,0 0 36 16,0 0-19-16,0 0 31 0,0 0-31 0,12 3 24 15,-12-3-26-15,18 3 21 0,-8-1-24 0,5-2 20 16,3 0-7-16,3 1 20 0,0-1 4 0,7 0 5 16,3-1 0-16,5 1-2 0,1-2-2 0,5-1-14 15,7 0 22-15,2 0-3 0,0-1 1 0,4 0-15 16,1-1-13-16,2-1-13 0,3 3-9 0,8-2-9 15,6-1 14-15,-2 0-3 0,3 1-10 0,2 1-10 16,-4 0-4-16,1-1 35 0,-2 1-10 0,-8 3 19 16,-2 0-8-16,2 0-14 0,1 0-14 0,-2 1-7 15,12-2-3-15,-10 2 1 0,11-1-3 0,-12 1-16 16,9 0 8-16,-7 0-12 0,8-2 3 0,-11 1-16 16,0 0 11-16,1-2-4 0,10 1 9 0,-1-1-10 15,3 0 14-15,-3-1-14 0,2-2 12 0,2 3-6 16,-4-1 10-16,0-1-5 0,-3 1-5 0,-8 0-7 0,-3 1 4 15,1 0-1-15,0 2-4 0,-1-4 4 16,-3 3 1-16,3-1-2 0,-1 0 6 0,-4 0-4 16,4 0 1-16,-3 0 10 0,1 0 9 0,0-2-7 0,-1 3-8 15,-1-1 2-15,1-2-4 0,-2 1-1 0,1-1-5 16,-3 2-4-16,2-1 0 0,-2 0 0 0,-1-1 1 16,-1 0-4-16,1 1 0 0,-6 1-1 0,1-2 4 15,-6 3 1-15,-2-2 0 0,0 1 4 0,-3 0 0 16,-2-1-2-16,-2 1 27 0,-3-1-36 0,0 0 6 15,0 2 23-15,-4-1-32 0,3-1 27 0,-4 1-30 16,-1 0 29-16,-3 0-34 0,0 0 35 0,-2 2-34 16,1-2 28-16,-5 2-28 0,-1-1 30 0,0 0-33 15,-1 0 26-15,-11 2-59 0,11-5-50 0,-11 5-58 16,-2-6-107-16,-7 3-102 0,-9-3-80 16,-6 2-61-16,-12-2-110 0,-8-3-568 0,-9 4-795 0</inkml:trace>
  <inkml:trace contextRef="#ctx0" brushRef="#br0" timeOffset="1617.83">8249 9610 127 0,'-23'2'459'0,"5"-2"-128"0,3 0-70 0,1 1-61 0,1-1-32 16,1 0-23-16,12 0-17 0,-15 0 1 0,15 0-3 0,0 0 1 16,0 0 22-16,4-4-42 0,6 0 23 0,3 2-28 15,5-2 23-15,4-2 3 0,4 1 29 0,9-1 4 16,8-2 12-16,6-1-7 0,5 1-16 15,12-3-7-15,7 1-17 0,1 0-3 0,5-1-15 0,3 2-11 16,4-3-12-16,3 3 17 0,4-1-6 0,7 3-17 16,4-1-10-16,21 1 20 0,-19 1-10 0,22-1-13 15,-17 5-13-15,23 0-1 0,2 1-9 0,-2 2 14 16,-1 1-4-16,-2 3-6 0,-2 1-4 0,-1-1-3 16,0 4 13-16,-1-1-12 0,-20-3-4 0,-2 3 19 15,-3-2-19-15,-2 0-14 0,-6-1 3 0,-3 0 1 16,-8-2 0-16,-2 0-3 0,-19-3 0 0,-1 0-12 15,-4 0 2-15,-5-2-3 0,-11 1-2 0,-1-1-1 16,-6-1 0-16,-7 0-5 0,0-1-2 0,-6 0-8 16,-4-1-29-16,-4-1-30 0,-5-1-45 0,-6 1-37 15,-2 0-51-15,-6-3-48 0,-7 2-48 0,-4-3-9 16,-4 2-45-16,-10-3-15 0,-7 1-27 0,-7-1-44 0,0 3-70 16,-7-3-252-16,-2 3-268 0</inkml:trace>
  <inkml:trace contextRef="#ctx0" brushRef="#br0" timeOffset="1966.88">8620 9220 58 0,'-35'-4'651'0,"2"0"-157"0,6 1-151 0,4 1-42 16,4-1-91-16,6 2-12 0,13 1-74 0,-19 0 0 15,19 0-54-15,0 0 25 0,14-2 10 16,8 2 1-16,12-2 3 0,16-3-8 0,23-1 25 0,6 0-12 16,9 0 7-16,7-1-2 0,6-1-13 0,28 0-5 15,0 1-8-15,0-2-8 0,-1 2 2 0,-21 1 2 16,2 1 10-16,19 2-17 0,-21-2-17 0,-1 2 7 16,0-1 1-16,-5 1-13 0,-5 3 8 0,-4 0-19 15,-3 0 7-15,-3 0-28 0,-5 0 6 16,-2 0-12-16,-14 0 11 0,-1 0-23 0,-3 0 16 0,-2 0-23 15,0 0 11-15,-6-1-21 0,-4 1 11 0,-6-1-22 16,-3-1 14-16,-5 1-16 0,-7 0 4 0,-1 0-51 16,-8-1-68-16,-5-1-82 0,-5-1-72 0,-9 4-70 15,1-6-90-15,-7 3-149 0,-10-1-268 0,-8-2-416 16</inkml:trace>
  <inkml:trace contextRef="#ctx0" brushRef="#br0" timeOffset="2284.14">8598 8976 423 0,'-27'-1'590'0,"4"-2"-173"16,3 2-64-16,2-1-103 0,6 1-21 0,2 0-80 0,10 1-10 15,-9-4-49-15,9 4 9 0,15-10-48 0,7 4 26 16,13-1-9-16,12-4 22 0,19 0 1 15,10-1 17-15,6-3-13 0,7 3 5 0,7 1-5 16,29-6 11-16,3 3 2 0,2-1-16 0,1 3-8 0,-2-1-2 16,0 1 11-16,-3 2-20 0,-1-2 2 0,-21 3 19 15,-4 2-10-15,-3 1-19 0,-5 0 0 0,-4 0-10 16,-5 1-10-16,-5 2-6 0,-4-1-12 0,-15 1-2 16,0 1-9-16,-4 0-12 0,-5 2-11 0,-6-2-17 15,-5 2-28-15,-7 0-15 0,-2 2-36 0,-3-2-60 16,-5 0-41-16,-3 0-57 0,-4 2-4 0,-4 0-57 15,-11-2-84-15,6 5-496 0,-6-5-467 0</inkml:trace>
  <inkml:trace contextRef="#ctx0" brushRef="#br0" timeOffset="3149.98">7305 10324 341 0,'-22'-6'415'0,"4"0"-98"0,0 0-75 0,0 1-52 0,0 3-37 0,4-3-31 16,2 1 8-16,1 1-9 0,2-1-23 0,2 0-9 16,7 4-13-16,-4-8 20 0,4 8-23 0,5-8 25 15,5 3-26-15,3 0 42 0,5 1-21 0,6-2 33 16,3 2 1-16,5-1 24 0,9-1-1 0,6 2-5 15,5-1 2-15,7 1-2 0,1-1-2 0,16 1-22 16,3 1 7-16,1-1 13 0,1 2-24 0,3-1-27 16,2 2-14-16,0 1-5 0,3 0 1 0,2 1-10 15,3 4-9-15,5-1-9 0,-1 0-4 0,1 5 7 16,-1-1 12-16,4 2 8 0,20 2-9 0,-1 3-12 16,-1-1-10-16,-1 1-8 0,-1-1-5 0,-19-2 0 0,1 0-6 15,20 1 5-15,-17-3-3 0,20-1 2 0,-20-1-9 16,0-1 2-16,3-3-9 0,-4 1 1 15,1-2-1-15,0-2 6 0,-2 0-4 0,0-1 11 16,1 0-2-16,-5 0 1 0,-1 0-6 0,-5 0 1 0,-4 0 6 16,-7 1-6-16,-2-1 7 0,-12 0 5 0,-4 0-18 15,0 0 10-15,-5-1-5 0,0-1 1 0,0 0-10 16,-5-1 9-16,1 0-10 0,-2 0 8 0,-4-1-17 16,1 0 21-16,0-1-12 0,-2 1 6 0,-1-1-8 15,-7 0 6-15,3 2-5 0,-3-2 6 0,-1 2-4 16,0 2 4-16,0-1-8 0,-1-1 6 0,-5 3-10 15,-2-1 8-15,-1 1-9 0,-1 1 10 0,-5-1-6 16,-2 0 7-16,1 2-12 0,-5-2 11 0,0 1-8 16,-2-1 5-16,-1 0-10 0,-13 0 1 0,20 0-8 15,-20 0-12-15,18 0-25 0,-18 0-62 0,11-1-42 16,-11 1-49-16,0 0-42 0,7-5-4 0,-7 5-3 16,0 0 5-16,-4-7 10 0,4 7 6 0,-5-6 4 15,5 6-10-15,-8-9-17 0,5 5-26 0,0 0-18 16,-4-3-115-16,2-1-188 0,0 3-117 0</inkml:trace>
  <inkml:trace contextRef="#ctx0" brushRef="#br0" timeOffset="3268.35">12440 10197 496 0,'-18'2'619'0,"18"-2"-153"0,-12 0-96 0,12 0-75 0,0 0-76 0,-11 1-42 0,11-1-41 0,0 0-22 0,-10 4-24 0,10-4-56 0,-8 2-97 16,8-2-189-16,-14 1-600 0,14-1-396 0</inkml:trace>
  <inkml:trace contextRef="#ctx0" brushRef="#br0" timeOffset="8016.66">7381 10472 446 0,'-19'-3'432'0,"0"2"-111"0,1-1-65 0,-1 1-65 0,0 1-30 15,-3 0-47-15,3 0-8 0,0 0-31 0,-2 1 1 16,3-1-29-16,4 2 21 0,-2-2-22 0,3 0 11 16,0 0-18-16,0 1 19 0,13-1-24 0,-19 2 26 15,19-2-26-15,-14 0 27 0,14 0-32 0,0 0 21 16,0 0-35-16,0 0 28 0,12 0-33 0,3-2 24 15,7 2-25-15,7-1 42 0,8-1-29 0,13-2 24 16,6 1-33-16,4-1 35 0,18-1-12 0,4 2 17 16,9-4-27-16,1 1 17 0,2 1-27 0,6-2 16 15,2 0-1-15,2 1-27 0,3 0 21 0,2 0-23 0,-2 2 21 16,2 0-27-16,-2-3 21 0,-1 1-6 0,0 2-16 16,-1-2-11-16,2-1-42 0,-4 2-2 0,-4-2-63 15,-2 0-43-15,-3 1-72 0,-7 0-88 0,-6-1-429 16,-8 2-264-16</inkml:trace>
  <inkml:trace contextRef="#ctx0" brushRef="#br0" timeOffset="13650.38">9531 10081 54 0,'-9'7'726'0,"1"0"-169"0,-1-1-133 0,0 0-64 0,2 0-39 0,2 0-35 0,-2 0 1 0,1-2 19 0,-2-1 12 16,8-3 3-16,-8 7 6 0,8-7-19 0,-6 3-28 0,6-3-63 16,-4-6-8-16,7 0-62 0,-1-5-5 15,5-4-46-15,0-4 6 0,6-6-48 0,5-4-3 16,0-5 11-16,0 0-23 0,4-3-3 0,-2 1-6 15,2-4-10-15,-7 0-5 0,2 1-3 0,-6-1-6 16,-2 2 4-16,-5 4-9 0,-4 6 1 0,-2-4 1 16,-6 2-4-16,-4 3-4 0,-6 2 4 0,-2 1 3 15,-2 5-6-15,-2 3 0 0,-4 5-6 0,-2 1 6 16,4 6 7-16,-1 3-11 0,0 4 0 0,3 0-22 0,-2 5-5 16,4 0 10-16,6 3 3 0,-1 0 2 15,5 4 5-15,5 0-14 0,3-1 10 0,5-2 0 16,6 5 5-16,3-1-4 0,7 4 10 0,6-2-6 0,5 3 8 15,1-2 2-15,6 0 1 0,-1 0-8 0,1-1 15 16,-2 0-9-16,3 0 4 0,-6 0-9 16,-4-3 25-16,-2 1-18 0,-1 0 1 0,-2-1-3 15,-7 1-5-15,-4 0 5 0,-1-1-9 0,-7 1 6 0,-2 0-9 16,-4 2 13-16,-3 1-3 0,-3-1-2 0,-3-2 0 16,-5 3 8-16,3-4-6 0,-3-1 1 0,0-3-21 15,5-3-64-15,0-3-103 0,1-2-126 0,12-3-89 16,-18-3-108-16,10-2-155 0,4-3-409 0,4-5-700 15</inkml:trace>
  <inkml:trace contextRef="#ctx0" brushRef="#br0" timeOffset="14284.8">9830 9672 843 0,'8'9'708'0,"-1"3"-125"0,-2 0-89 15,2 5-62-15,-1 2-41 0,3 3-59 0,-1 5 3 16,1 1-56-16,0 1-35 0,2 3-26 0,1 4-9 15,0 0-13-15,1 0-56 0,-1 1-8 0,2-1-33 16,-1 1-4-16,-1-1-38 0,0-1 10 0,-3-4-30 16,1-4 13-16,-5-2-32 0,3-2 18 0,-3-4-27 15,-1-3 18-15,0-3-23 0,-2-3 20 0,-2-10-29 16,1 8 25-16,-1-8-34 0,-6-10 15 0,2-5-24 0,-2-8 27 16,-2-10-24-16,-2-10 24 0,0-5-19 15,-1-2 8-15,0-11 19 0,2 0-21 0,4 8 17 0,1 0 5 16,3 0 7-16,2 3-1 0,4 4-2 0,3 2-2 15,3 6-5-15,1 4 5 0,1 8 0 16,3 3 3-16,2 5 1 0,-1 6 3 0,3 3-1 0,-2 4-8 16,0 5-1-16,0 4 6 0,1 4-10 15,0 2-4-15,-1 4 3 0,1 4-3 0,-7 0 6 0,-1 2-36 16,-3 0 32-16,-4 3-27 0,-3-1 3 0,-1-1 4 16,-4 1 4-16,-4 0 5 0,-3-2-2 0,1-1 0 15,-7 0 3-15,2-5 5 0,-3-3-5 0,0-3 0 16,0-4 11-16,4-4-3 0,-4-3 3 0,4-3 20 15,-2-6-32-15,4-4 23 0,1-3-7 0,6-5 4 16,2 1-13-16,3-5-1 0,5-1-1 0,5 0-1 16,0 3-5-16,6 1 1 0,-1 2-2 0,4 2-3 15,2 5 5-15,-2 4-1 0,0 1-2 0,2 6 1 16,-1 2 4-16,-2 2-3 0,2 3 10 0,2 3-6 16,0 2 2-16,-3 2-2 0,5 5 1 0,-2 1 1 15,-4 2 3-15,-3 0 3 0,-2-2-2 0,-4 4-25 16,1-3 27-16,-3-1-23 0,-5 0 28 0,-2-1-25 15,0 0 32-15,-2-3-31 0,-4 0 5 0,0-1 4 16,-3-3 35-16,0-2-27 0,0-3 34 0,9-2-34 16,-20-4 32-16,8-3-21 0,2-4 27 0,1-6-4 15,1-4-8-15,3 0-3 0,4-4-10 0,2-1-2 0,2 0-6 16,3-5-3-16,3 2-4 0,4-1-3 0,2-1-6 16,4 2-5-16,-2 6-29 0,2 2 29 0,-2 3-42 15,-1 3 7-15,1 3-37 0,-3 2-60 0,0 3-46 16,0 2-68-16,-2 1-69 0,-1 2-60 0,-11 2-73 15,18 3-107-15,-9 2-663 0,-1-2-837 0</inkml:trace>
  <inkml:trace contextRef="#ctx0" brushRef="#br0" timeOffset="15353.75">10611 9488 845 0,'1'6'665'0,"-1"-6"-155"0,1 12-107 0,-1-12-91 0,2 9 7 15,-2-9 1-15,2 10-15 0,-2-10-22 0,4 7-35 16,-4-7-35-16,8 5-41 0,-8-5-19 0,10 1-29 16,-10-1-21-16,18-3-20 0,-9-1-20 0,1-1-12 15,-2-1-7-15,-1-2-11 0,1 0-4 0,0-2-7 16,-5 3-3-16,1-4-3 0,0 3-5 0,-4-4 1 16,0 3-3-16,0-2-1 0,-4 3-2 0,2-1-1 0,-3 2-2 15,-3 0 1-15,2 3 2 0,6 4 1 0,-16-2 5 16,6 4-3-16,1 4 2 0,0 2 2 15,-1 5-2-15,1-1 3 0,3 5 13 0,-1 2 15 16,3 2 18-16,2-1 2 0,-1-1 9 0,7 0 9 0,-1 2-19 16,3-1 15-16,2-1-26 0,1-2 26 0,2 0-37 15,2-4 24-15,2 1-34 0,1-4 23 16,3-2-40-16,-1-3 27 0,1-3-36 0,4-2 29 0,1-2-39 16,3-2 36-16,2-5-33 0,2-1 24 0,-3-2-4 15,-1-2-1-15,0-2-7 0,-3-2-1 16,0-1-1-16,-4-2-4 0,-1 0 0 0,-4-2-1 0,0 3 0 15,-4 2 0-15,-1 0-3 0,-5 4 4 0,-1-1-29 16,-3 1 22-16,-1 0-21 0,-1 3 35 0,-2 0-30 16,-1 2 32-16,-2 0-31 0,2 4 33 0,-4-1-28 15,8 6 26-15,-12-3-30 0,0 4 32 0,3 4-6 16,0 2 0-16,-3 4 0 0,1 0 0 0,2 4-7 16,-1 2 1-16,1 0 1 0,3 2 2 0,1-3-1 15,2 0 10-15,-2-1-5 0,5-1-26 0,0 1 33 16,3-3-30-16,0 0 33 0,1-1-28 0,3-3 30 15,-1-1-33-15,2-1 31 0,2-2-34 0,-10-4 32 16,19 0-28-16,-9-1 26 0,2-3-3 0,-2-1-1 16,1-2 1-16,0-1-8 0,-2-2 2 0,1-1-2 15,-2 0-2-15,-3-1 2 0,1-1-1 0,-3 0-1 16,-2 1-3-16,0 3 0 0,-1-4 0 0,0 6-1 16,-1-3-1-16,1 5-1 0,-3-1-6 0,3 6 5 15,-6-8-1-15,6 8 0 0,0 0 0 0,-9 4 11 0,5 2-5 16,2-1-4-16,0 3 4 0,0-2-3 15,2 1 4-15,0 3 0 0,2-2 0 0,2 0 0 16,0 1-1-16,1 0 5 0,4-2-4 0,-1-1 1 0,1 0 1 16,1-1-1-16,1-1 0 0,2-2 0 0,0-1-1 15,2 0-5-15,2-2 1 0,5-2 0 0,2 0 7 16,1-4-9-16,6-2 2 0,0 2 0 0,-1-2 0 16,0 0 1-16,-2-1 1 0,-5 2 3 15,-1-2-4-15,-2 3 7 0,-2-3-4 0,1 2 2 0,-5 1-2 16,-1-1-1-16,0 1 0 0,-3-2 0 0,-2 2-28 15,-2 0 27-15,-3-1-22 0,-2 4 26 0,-1 4-3 16,-4-11-2-16,-2 7 1 0,-2 2 1 0,-6 1 2 16,1 1 2-16,-3 1 3 0,-1 1-1 0,-2 2-1 15,-3 4 1-15,3 1-3 0,-1 0 5 0,2 2-6 16,1 2 0-16,3 1 1 0,1-2 0 0,5 2-1 16,1-1 3-16,3-2 2 0,4 0-3 0,0 1 3 15,3-3-4-15,4-1 2 0,0-1-4 0,0-3 4 16,5-2-1-16,-2-1 5 0,2-4-5 0,1-1-3 15,0-3 0-15,-1-3 0 0,3-4 0 0,-3-2 0 16,-1-4 6-16,-2 0-1 0,0-5-28 0,-1-5 35 16,-4 5-34-16,-2-5 32 0,-2 2-25 0,0-5 31 15,-2-2-34-15,-5 1 28 0,2 2 0 0,-3-1-1 16,1 4 7-16,0 6 23 0,1 2 10 0,2 3-10 0,-1 4-10 16,1 5-3-16,2 1 3 0,2 8 6 0,0 0 12 15,-6 6-24-15,5 5 23 0,4 6-28 16,-2 5 31-16,4 9-21 0,3 2 26 0,2 8-9 0,-1 1 4 15,4 4-8-15,0-3-10 0,-2-1-1 0,2 0-34 16,2-1-10-16,-3-3-61 0,0-2-1 16,-1-7-78-16,-4 0-4 0,2-7-67 0,-5 0-71 0,-1-4-62 15,-3-1-100-15,-3-2-44 0,-3 0-67 0,-7-1-60 16,-1-1-512-16,-5-2-756 0</inkml:trace>
  <inkml:trace contextRef="#ctx0" brushRef="#br0" timeOffset="15767.31">10750 9921 220 0,'-77'19'738'0,"-3"0"-105"0,-3 5-113 0,2 5-76 0,1 2-79 0,3 0-64 16,6 2-55-16,4 2-46 0,7-2-14 16,8-1-24-16,8-2-11 0,12-4 16 0,7-2 7 0,10-4 18 15,8-3 1-15,8-4 9 0,8-1-27 0,5-2-7 16,9-1-48-16,9-6 28 0,9-3-40 0,15-5 40 16,21-7-53-16,6-5 14 0,24-8-5 0,5-6-37 15,5-4 20-15,7-2-42 0,4-4 20 0,5 2-36 16,0-2-3-16,-3 4 3 0,-6 0-5 0,-4 4-8 15,-10 3-5-15,-28 7 26 0,-8 4-36 0,-13 3 26 16,-16 4-37-16,-12 3 28 0,-11 2-39 0,-10 5 28 16,-12 2-40-16,0 0-4 0,-15 2-2 0,-15 5 2 0,-20 5-16 15,-19 5 5-15,-13 3 34 0,-23 5-31 16,-7 4 36-16,-6 1-26 0,-9 2 36 0,-5 2-4 16,-2 2-2-16,1-1-24 0,-1 2 33 0,5-1-23 15,5-2 36-15,6 0-1 0,11-1 0 0,25-9-31 0,13-2 30 16,9-2-21-16,18-6 29 0,17-2-13 15,10-3 33-15,15-4-29 0,0-5 41 0,27 2-38 16,11-7 40-16,29-8-26 0,17-5 26 0,34-8-7 0,11-4-30 16,10-3 49-16,10-7-20 0,10 2 40 0,3-3-15 15,-2-1 19-15,-1 1 6 0,-5 3-16 0,-3 1-23 16,-12 1 0-16,-11 4-10 0,-18 4-12 0,-27 6-24 16,-14 4-24-16,-9 1-49 0,-19 6-65 0,-14 0-123 15,-13 3-61-15,-10 2-80 0,-4 6-154 0,-18-5-112 16,-10 5-218-16,-14 1-501 0,-15 3-973 0</inkml:trace>
  <inkml:trace contextRef="#ctx0" brushRef="#br0" timeOffset="22048.82">7321 10500 150 0,'0'0'276'0,"-11"1"-63"0,11-1-41 0,-12 2-12 0,12-2-12 16,-11 1-19-16,11-1-25 0,-13 3-19 0,13-3-16 15,-10 3-13-15,10-3-11 0,-13 3-8 0,13-3-2 16,-13 6-6-16,13-6 4 0,-10 3 2 0,10-3 7 16,-10 3 12-16,10-3 4 0,-8 3 23 0,8-3-10 15,0 0 15-15,-10 4-4 0,10-4 22 0,0 0-26 16,0 0 20-16,0 0-27 0,0 0 23 0,0 0-34 16,0 0 18-16,0 0-25 0,0 0 20 0,4 6-22 15,-4-6 15-15,0 0 1 0,0 0-14 0,15 0 18 16,-15 0-16-16,0 0 18 0,17-3-13 0,-17 3 5 15,15-3-10-15,-5 0 7 0,0 0-3 0,2 1 1 16,3-2-7-16,-2-1-4 0,1 0-8 16,0 1-1-16,3-1 8 0,-2 0-6 0,2-1-4 0,-3 1 5 15,2-1-6-15,0 1-6 0,0-1-2 0,1 1-4 0,-2 0-4 16,3 0-9-16,-1-1 6 0,-1 1-6 0,1-3-1 16,-1 3-1-16,1-2-4 0,2 0-2 15,-1 0 4-15,3-2-9 0,-1 0 4 0,-2-2 11 0,2 2 9 16,2-4-2-16,-4 5 2 0,3-4-8 0,0 1 6 15,-3 1-3-15,3-2 5 0,-1 1 0 0,-2 0 3 16,1 1-1-16,0-1 0 0,2 1 3 16,-3-1-4-16,0 2-3 0,-1-1-1 0,0-1-2 0,1 2-1 15,-3 1-2-15,1-1-5 0,-1-1-2 0,-1 2 2 16,1-3-1-16,-1 3-1 0,1-3-1 0,-3 1-3 16,1 2-2-16,1-1 6 0,-1 0-8 0,-3-1 6 15,4 2-1-15,-2-3-2 0,0 2 0 0,1-2 2 16,-4 1-4-16,4 0 8 0,-3 0 16 0,2 0-14 15,-1-1 14-15,-1 1-18 0,1-2 18 0,0 3-24 16,-2-1 20-16,0 0-21 0,1-1 15 0,-1 1-17 16,0 1 0-16,1-1 2 0,-2 1-2 0,1 0 1 15,-1 0 0-15,-1 1 1 0,1-1 0 0,-3 2 0 16,3-1-1-16,-1 1 2 0,0-1-1 0,-1-1-1 16,1 4 1-16,-1-3 1 0,3 1 0 0,-3-2-2 0,1 2-1 15,-1-1 0-15,3 0 3 0,-3 0-3 16,1 1 1-16,-1-1 1 0,1 1 4 0,0 0-4 0,0 0 5 15,-2-1-6-15,1 0 7 0,2 0-6 16,-2-1 2-16,1 1-4 0,-2 0 3 0,1-1-2 0,-2 1 4 16,2 0-3-16,-1-2 7 0,2 1-9 0,-3-2 7 15,1 3-6-15,0-3 4 0,1 3-6 16,-2-3 6-16,1 2-8 0,2-3 8 0,-2-1-3 0,1 2 2 16,2-3-2-16,-2 2 1 0,-1-1-7 0,2 0 14 15,0 0-5-15,-3 1 6 0,4-1-6 16,-6 3 4-16,5-4-7 0,-2 0 8 0,1 2-13 0,1 1 16 15,-2-3-11-15,0 1 0 0,0 2-1 0,0-2 0 16,0 0 2-16,-1 1-1 0,1-1-1 0,-2-2 1 16,1 1-2-16,-2 1 2 0,2-3 2 15,1 2 4-15,-2-2-5 0,-1 0 1 0,2 2 1 0,-1-2 1 16,-1 0 2-16,1-1 3 0,-1 1-2 0,2-1 4 16,-1 1-10-16,-1-3 9 0,3 2-9 0,-2 1 8 15,-1-1-12-15,2-2 10 0,-1 2-5 0,1-1-2 16,-2 0-5-16,2-2 14 0,1 1-12 0,-1-1 8 15,1-1-7-15,0-1 17 0,-1 0-9 0,2 1 4 16,2 1-8-16,-2-1 9 0,2 1-11 0,1-1 10 16,1 1-12-16,-2-1 10 0,0 2-10 0,1 1 0 15,-2-1-1-15,2 2 1 0,-1 0 0 0,-3 1 1 16,4 1 0-16,-3 0 2 0,2-1 7 0,-3 3-1 16,5-3 3-16,-5 1 12 0,3-1-11 0,-3 1-2 15,2 0-1-15,0-1 0 0,0 1 3 0,-1-1 0 16,1-1-11-16,-2 2 19 0,1-1-17 0,0-3 15 0,-1 2-19 15,3-2 15-15,-3 0-19 0,4-1 13 16,-1-1-12-16,0 1 16 0,-1-1-17 0,2 1 15 16,0 1-18-16,-1-2 19 0,1 2-6 0,-2 1 10 15,1 0-16-15,-3 2 16 0,3 0-18 0,-2 2 18 0,1-2-20 16,-2 1 32-16,1 0-25 0,2-2 17 0,-2 3-19 16,2-4-1-16,-2 2 2 0,2-1-2 0,2-1 5 15,-2 1 16-15,1 0-16 0,1-1-1 0,-1 2-2 16,0-1 3-16,2-1 1 0,-3 2-3 0,1 0 2 15,2-2 8-15,0 1-9 0,-2 1 0 0,0-1 1 16,2 1-2-16,-2 0-2 0,0-1 5 0,4 1-4 16,-4 0-1-16,1 0 22 0,0-1-25 0,-1 0 18 15,0 1-22-15,0 1 20 0,-1 1-17 0,-2-1 18 16,2 0-24-16,1 1 21 0,-3 0-15 0,2 0 22 16,-2-2-23-16,3 2 24 0,0-2-27 0,0 1 22 15,0-1-27-15,1 0 25 0,2-1-21 0,-1 0 22 16,-1 3-25-16,2-2 27 0,-1 2-25 0,1-1 17 15,-2 0-19-15,0-1 21 0,0 5-19 0,1-3 22 16,-1 3-20-16,0 0 17 0,-1-3-21 0,1 3 20 16,1 0-19-16,-2 0 23 0,3 0-29 0,-3-2 21 15,3 5-15-15,-1-4 21 0,-1 3-20 0,2-1 20 16,1 0-18-16,-3 1 19 0,3 0-27 0,0 0 33 16,-2-1-31-16,3 1 4 0,-1 0 3 0,0 1 0 15,-2 0 3-15,2-3-1 0,-2 4 5 0,0 0 0 0,-4 1-2 16,2-1 1-16,0 1 1 0,-2 1 0 0,-1 2-3 15,-6 3 2-15,10-9 7 0,-10 9-5 16,9-5 0-16,-9 5-4 0,9-5 3 0,-9 5 2 16,4-5-4-16,-4 5 3 0,8-4 1 0,-8 4-1 0,0 0 0 15,6-6 0-15,-6 6-1 0,0 0 1 16,8-2-1-16,-8 2 3 0,0 0 0 0,10-5-2 0,-10 5 0 16,9-4 0-16,-9 4 3 0,0 0-2 0,10-3 3 15,-10 3-2-15,0 0 0 0,9-3-1 16,-9 3-1-16,0 0 26 0,0 0-32 0,18 2 2 15,-18-2 4-15,10 2-2 0,-10-2-1 0,13 5 5 0,-13-5-3 16,14 6-1-16,-6-4 1 0,0 3 2 0,0-2-2 16,0 2 3-16,1 0-2 0,0 0-1 0,0 1 19 15,-1 1-23-15,0-3 23 0,0 2-23 0,1 0 18 16,0 0-20-16,1 3 24 0,0-2-27 0,1 0 23 16,0 4-22-16,1-3 27 0,-1 2-26 0,1-2 19 15,-1 3-23-15,1-2 35 0,-1 2-33 0,1 1 20 16,-1 0-21-16,1-1 25 0,-3 0-25 0,2 0 22 15,-2 2-24-15,0-2 15 0,1 1-7 0,-1 1 21 16,0-2-26-16,1 0 23 0,-1 0-23 0,-1-1 26 16,0 0-10-16,2 2 30 0,-1-1-35 0,-2-2 30 15,4 1-29-15,-2 1 29 0,0-1-29 0,1 0 46 0,0 1-48 16,-1-3 40-16,0 5-42 0,1-3 43 16,-1-1-50-16,0 4 55 0,1-4-50 0,0 4-1 15,-1-2 6-15,2 1 3 0,-2 1-5 0,0 1-1 16,-1-1 3-16,1 2 1 0,-1 1-1 0,0-2-10 15,-1-1 20-15,1 1-15 0,-3 1 10 0,3-1 0 16,-3-3-3-16,3 3 0 0,-2-1 5 0,-1-1-3 16,0-1 15-16,2 1-2 0,-2-3-5 0,0 1 3 0,1-1-5 15,-2 1 3-15,3 0-4 0,-2 1 6 0,2-3-11 16,-3 3-1-16,1-1 1 0,3 0 3 0,-3 1-6 16,4 1 7-16,-3 1-4 0,2-2-4 0,-3 1-1 15,5 1 6-15,-5-2-9 0,3 2 4 0,-1 0 57 16,-1-3-45-16,1 3 41 0,1-2-55 0,-1 0 44 15,-1 1-51-15,2-3 48 0,-2 2-56 16,-1-3 50-16,2 3-41 0,-2-4 35 0,1 3-50 0,-1-2 5 16,-1 2 10-16,1-2-1 0,-1 1 2 0,1-1 23 15,-1 2-9-15,2-1 1 0,-2 0-2 0,1 1 6 16,0-1 34-16,1 1-46 0,-1-1 1 0,1 1-4 16,-1 1 2-16,0-2 0 0,2 2-4 0,-2 1 7 15,2-2 1-15,0 1 8 0,-2-3-12 0,0 2-1 16,1-1 2-16,1 0-3 0,-2 0 1 0,1 0 5 15,-2-1-5-15,0 0 4 0,1 1-3 0,-1 0 1 16,2 0 0-16,-2 0 3 0,1-1-2 0,-2 1 3 0,1 1-21 16,-1 1 24-16,1-1-23 0,1 0 29 15,-1 2-26-15,1 0 27 0,-1 0-30 0,1 1 29 16,0-1-4-16,2 1-3 0,-4-1-3 0,3-2 1 0,-2 0-1 16,-1 2 0-16,1-1-1 0,0 0 8 0,0-2 10 15,0 3-4-15,-2-2-3 0,2 1-2 16,-1-1-3-16,-1 1 0 0,1 1 2 0,-2-2-10 0,4 2 3 15,-3 0 0-15,1 1-1 0,2 1-1 0,-1 0-1 16,1-1 37-16,0 1-45 0,1 2 40 0,0-2-43 16,2 0 38-16,-2 0-44 0,-1 0 44 0,3-1-44 15,1 0 39-15,-3 0-41 0,-1-1 42 0,3 1-43 16,-3-1 40-16,3-1-36 0,-3 0 35 0,-1 1-40 16,-1-3 3-16,1 2 6 0,0 0 1 15,-1-1 20-15,2 0 1 0,-3 0-3 0,2-1-1 0,-1 2 0 16,-2 1-1-16,3-3-2 0,-2 4-1 0,1-3 3 15,0 2 0-15,-1 1 0 0,2-1-1 0,2 2-2 16,-3 0 0-16,1 0-27 0,0-2 33 0,1 2-29 16,-1-1 33-16,-2 0-31 0,4 0 30 0,-2 0-27 15,0-1 28-15,1 1-30 0,-1 0 34 0,1-1-33 16,3 0 30-16,-3 1 0 0,0-2-7 0,0 1-1 16,2 1 1-16,-1-2-3 0,1 1-1 0,1 1 1 15,-3-2-1-15,2 2-2 0,0 0-1 0,0-3 2 16,-1 5-1-16,1-2-1 0,-1-1 0 0,2 2 0 15,-2 0 0-15,2-1 2 0,-2 0-2 0,4 2 1 16,-2 0 1-16,0-3 0 0,1 1-2 0,-2 0 2 16,2-1-2-16,0 1 0 0,-2 0 0 0,0-1 4 0,2 0-3 15,-4 1-2-15,2-1 2 0,0 0-1 16,0 1 0-16,-2-1 1 0,0-1 2 0,0 3-3 16,0-2 1-16,0 1 0 0,2-1 0 0,-2 1-1 0,0-2 2 15,0 3-4-15,-1-3 4 0,2 1-25 0,-1 1 30 16,0 0-28-16,1-2 31 0,-1 4-31 0,2-3 34 15,-3 1-29-15,3 1 30 0,-2 0-30 16,1-1 4-16,-2 0 4 0,3 0 2 0,0 1 2 0,-2-1-1 16,2 1 3-16,-1-1 2 0,3 1-6 0,-3-2 5 15,2 2 26-15,-3-3-36 0,4 2 36 0,-3-1-37 16,1-1 33-16,-1 0-33 0,2 2 29 0,-2-3-31 16,-1 2 32-16,2-1-32 0,-2 0 31 0,2 0-27 15,0-1 28-15,-1 0-31 0,1 0 29 0,-1-1-30 16,3 1 30-16,0-2-29 0,1 1 35 0,2-1-32 15,-2 0 33-15,0 0-6 0,3 0-3 0,0-2-4 16,1 2 2-16,0 0-2 0,1-2-4 0,-1 0 1 16,0 0-3-16,2 0-1 0,-1-1 2 0,0 0 1 15,1 2-3-15,0-4 1 0,1 2 3 0,-2 1-6 16,0-2 3-16,2-1 0 0,0 3 4 0,-1-2 17 16,2-1-11-16,0 1 2 0,-1-1-3 0,-1 2-2 15,2-1-3-15,0-1-1 0,-1 2 4 0,-1-3-33 16,1 1 31-16,1 2-30 0,-3-2 34 0,3 2-29 15,-1-3 32-15,1 0-29 0,-3 3 29 0,4-2-26 0,-1 1 51 16,0 0 4-16,2-1 30 0,-3 1-37 16,2 1 19-16,3-1-38 0,-4-1 21 0,2 0-31 15,2 3 23-15,0 0-33 0,-3-3 28 0,2 2-31 0,-3-1 25 16,2 1-30-16,-1 0 31 0,-1 1-33 0,-2-2 29 16,2 0-30-16,1 1 31 0,-2 1-29 0,2-2 31 15,0 0-25-15,-1 2 27 0,1-3-32 0,4 3 33 16,-3-1-7-16,2 0 64 0,1 0-35 0,-1-1 24 15,3 1-44-15,-1-1 26 0,0-1-40 16,2 1 28-16,-2 1-38 0,3-2 33 0,0 0-39 0,-2 0 37 16,3 1-42-16,-1-1 3 0,1 1 1 0,0-1 3 15,-2-1-1-15,2 0 2 0,0 1 42 0,-1 0-36 16,1 0 78-16,0-1-34 0,0 3 2 0,-1-5 5 16,0 1 3-16,-1 2-1 0,-1-2-14 0,1-1-7 15,-2 1-5-15,0-1-32 0,-2 0 0 0,6 0 0 16,-1 0 0-16,0-1 0 0,0 0 0 0,1 1 0 15,0-2 0-15,0 1 0 0,1 1 0 0,-3-1 0 16,5 1 0-16,-3 0 0 0,1 0 0 0,-1 0 0 16,-1 0 0-16,0-2 0 0,-4 2 0 0,-1-1 0 15,-1-1 0-15,1 1 0 0,-3 1 0 0,2-1 0 16,-5-1 0-16,0 2 0 0,-2-1 0 0,-3 1 0 0,1-1 0 16,-12 1 0-16,19-1 0 0,-19 1 0 15,15-3 0-15,-15 3 0 0,14-5 0 0,-14 5-111 16,4-10-118-16,-3 4-25 0,-2-1-91 0,-2-3-34 15,-3-1-41-15,-4-2-92 0,-3 0-59 0,-1-2-80 0,-8-3-166 16,-2 0-414-16,-7-2-839 0</inkml:trace>
  <inkml:trace contextRef="#ctx0" brushRef="#br0" timeOffset="25532.78">7537 10694 257 0,'0'0'328'0,"-10"-1"-73"0,10 1-37 0,0 0-28 0,-10-3-32 0,10 3-11 0,0 0-14 15,-11-3-8-15,11 3-8 0,0 0-18 16,0 0-9-16,-11-3-21 0,11 3-15 0,0 0-6 15,0 0-10-15,0 0-5 0,0 0 11 0,0 0 10 16,0 0 5-16,0 0-3 0,0 0 12 0,13 3 4 0,-13-3-1 16,14 1-10-16,-14-1-8 0,19 1-2 0,-19-1 5 15,22 1 3-15,-9-1 2 0,-2 0-1 16,3 0-4-16,-1 0-1 0,1-1 12 0,0 1-1 16,1-1-4-16,-2 0-3 0,4-2 1 0,-2 1 1 0,2-1-6 15,-2 0 4-15,4-1-15 0,-2 1-6 0,1-1-13 16,0-2 10-16,2 0 10 0,2 0 3 0,-3-1-2 15,1 1 3-15,1-2-3 0,-2 0-9 16,3 2 1-16,-3-3-4 0,0 3-9 0,0-3-5 16,0 2-3-16,-1 0-4 0,0-2-1 0,-1 2-2 15,-2 0 0-15,2 0 0 0,-2 1 10 0,0-1 11 0,2 0-1 16,-3 1-8-16,3-2 2 0,-2 1 6 0,2 1-4 16,-1-4 2-16,2 4-1 0,1-3-6 0,-3 2-2 15,3-1-6-15,-1 0 11 0,1-1 0 0,-1 0-1 16,0 0-5-16,-1 0 9 0,2 0-4 0,-3 1-1 15,2 0-7-15,-1-1 1 0,-3 2-4 0,1 0-4 16,-2-1 2-16,1 2-4 0,-1-2-1 0,-1 0 4 16,1 1-2-16,-1-2 8 0,-1 1 7 0,2-2-2 15,0 2 0-15,-2-2-8 0,2 1 5 0,0-2 9 16,1-1-6-16,0 0-2 0,-1-1-1 0,1 0-2 16,-2 0-6-16,3 0 8 0,-3-3 9 0,1 1-1 15,0 1-5-15,-3-2 1 0,0-1-6 0,2 2 10 16,-4 2-15-16,-2 0 11 0,2-1-8 0,-1 0 7 0,0 2-11 15,-1-2 11-15,-1 1-16 0,0 2 6 16,2-3-10-16,-1 3 10 0,-1 0-10 0,-1 1 10 16,1 0-9-16,0 0 4 0,3-1-7 0,-3 2-2 15,0-2 5-15,2-1 0 0,-1 2 4 0,0-2 3 0,1 0 5 16,-1 1-3-16,-1 0 0 0,2-2 1 0,-1 0 1 16,-1 1-2-16,1-3-3 0,1 2 2 0,-2-2-3 15,1 1 1-15,-1-2-7 0,1-1 6 0,-1 2-4 16,0-2 4-16,-1 2 0 0,1-1-4 0,-3 0 1 15,2-1 0-15,1 1 1 0,-2-1 0 0,-2 0 2 16,3-2-1-16,-1 2-2 0,-1-1 2 0,-1-1-2 16,3-2 1-16,-1 0 3 0,-2-2-5 0,0 2 6 15,2-3-3-15,-2 0 6 0,-1 4 6 0,3-4-4 16,-2 0 2-16,0-1-6 0,-1 0-2 0,3 0 6 16,-2-2-4-16,3 2-1 0,0-8 4 0,1 1-6 15,-1 1 3-15,1 0 0 0,0 0-1 0,0 1-2 16,0-3-1-16,3 4-8 0,-2-2 6 0,-1 0-1 15,0 1 0-15,2 1-2 0,-1 0 1 0,-2 2 1 16,0 2 2-16,0-1 1 0,1 2-4 0,-1-1-5 16,-1 0 3-16,0 0-2 0,2 0 3 0,0 2-2 15,-1-1 9-15,0-1-13 0,1 0 8 0,0 0-2 16,-1 0-3-16,2-3 3 0,-2-1-1 0,1-1 4 16,-1 4-3-16,0 1 11 0,1-2 7 0,-1 2-1 0,0-1-2 15,-2 0 49-15,2-1-62 0,-1 0 2 16,-1 1-1-16,1-1 10 0,-1 0-8 0,1 0-1 15,-2 2 4-15,2-3-2 0,-2 2 2 0,4-1-2 16,-4 1-3-16,2 0-8 0,-1 0 8 0,1 1-8 16,2 0 11-16,-1 0-11 0,4-3 7 0,-1 1 1 0,0 3-4 15,0-3 1-15,1 2-1 0,2-3 3 0,-1 3 3 16,-1-3 40-16,2 3-42 0,-2-2 43 0,-1 0-51 16,1 1 45-16,-3 2-49 0,3-1 43 0,-2-4-53 15,-2 5 52-15,3 1-53 0,-4-3 49 16,4 1-49-16,-5 0 53 0,2 1-55 0,1-1 11 15,-2 1 3-15,-1 1 3 0,1-2 3 0,0 1 0 0,-1 2 0 16,-1 0 10-16,1 1-6 0,0 2-16 0,1-3 14 16,-2 3-2-16,0-2-2 0,0 2 4 15,1-1 0-15,-1 1 1 0,-1 0 42 0,1-1-53 0,1 1 44 16,-2 1-48-16,1-1 45 0,0 2-48 0,-1-4 48 16,1 4-43-16,1-1 43 0,-1 0-53 0,2 0 47 15,-1-1-49-15,-1 2 49 0,2-1-50 0,1-1 50 16,0 3-3-16,-2-1-46 0,2-2 52 0,-1 3-54 15,-1-1 48-15,2-2-48 0,1 2 47 0,-2 1-47 16,2-1 50-16,-3 0-48 0,2 0 49 0,1 2-51 16,-2-1 52-16,1 0-49 0,0 1 47 0,-2-1-49 15,2-1 48-15,1 3-47 0,-1-2 12 0,-2 1 46 16,2-1-30-16,-1 2 5 0,1-2-3 0,-2 2-1 16,1-2 0-16,-1 0 17 0,2 1-3 0,0 0 2 15,-3 1-10-15,3-2 34 0,-3 2-48 0,2 0 38 0,-1-2-43 16,1 5 40-16,-2-6-49 0,3 3 45 15,-4-1-47-15,4 0 44 0,0-1-6 0,-2-2-5 16,-1 2-3-16,2 0 1 0,1-2-8 0,-1 1 2 16,-1 1-3-16,1-2-1 0,1 1 1 0,-2 0 1 0,2-1-4 15,1 1 5-15,-1 1-6 0,0-5 0 16,1 0-2-16,-1 3 3 0,0 0-4 0,-2 2 5 16,3-2 3-16,-1 0-6 0,-2 1 3 0,1 0 2 0,2-1-10 15,-4 1 42-15,2-1-45 0,1 1 40 0,-2 1-43 16,1-1 41-16,1 0-42 0,-2 1 39 0,0-2-40 15,0 1 29-15,-2 2 0 0,3-2 1 0,-2 4 22 16,0 0-40-16,1-2 41 0,-1 2-49 0,0 1 35 16,-1-1-41-16,0-1 47 0,1 3-49 0,1-3 42 15,-1 1-6-15,-1 1-4 0,3-2-5 0,-2 1-1 16,0 0 1-16,-1-1-3 0,3 0 9 0,-2-2 8 16,3 2-7-16,-2 1 0 0,-2-3-8 0,3 2 0 15,-2-2 0-15,2 3-3 0,-1-1-1 0,-2 0-3 16,3 0 6-16,-2 0 2 0,2 1-1 0,-2 1-1 15,0 0-2-15,1-1 0 0,0 2-1 0,-2 0 1 16,3 0-4-16,-1 0 0 0,-1 1 1 0,2 0 1 16,-2-1-4-16,0 3 5 0,2-1-5 0,-2-1 1 15,3 1 8-15,-3-1-9 0,2 2 2 0,1-2-3 16,-3 0 2-16,3 3 4 0,1-2-6 0,-2 1-2 16,-1 0 3-16,1 3 2 0,-3 5-2 0,4-11-1 15,-4 11-2-15,5-9-11 0,-5 9-5 0,4-7 4 0,-4 7-1 16,3-6-2-16,-3 6 2 0,9-4 3 15,-9 4 2-15,0 0 3 0,13-3 3 0,-13 3 2 0,15 3 1 16,-6-2 1-16,2 2-1 0,0 0 11 0,2 0-10 16,-2 0 1-16,5 1 1 0,-2 1 2 0,1-1-2 15,1 1 2-15,0 0 2 0,-2 0-6 0,1-1 3 16,1 2 1-16,-1 1 1 0,-2-2-2 16,2 1-1-16,-2 1 3 0,2-1-5 0,-4 0 1 0,0 2 0 15,2-1 0-15,-4-1 1 0,1 2-1 0,0-1 2 16,-1 1-1-16,0 0 0 0,-2 0 0 0,3 0 1 15,-4 1 2-15,3-1-1 0,1 4-1 0,-3-3 2 16,-1 2-3-16,3 1 4 0,-1-1-3 0,-1 1 0 16,1 0-1-16,-1 1 2 0,1 0 2 15,0 0-1-15,0 0-37 0,-2 2 43 0,3-1-33 0,-3 1 40 16,2-1-36-16,0 3 37 0,1 0-35 0,-2 0 4 16,1 1 37-16,0-1-38 0,1 2 40 0,-3 0-43 15,3 0 40-15,-1 0-42 0,-1 2 43 0,1-1-6 0,-3-1-1 16,2 1-1-16,-2-1-5 0,1 2-3 15,-2-3 2-15,-2 1-6 0,2-1 2 0,-1 0-2 16,-2 2 2-16,3-1 1 0,-4-2-4 0,3 2 2 16,-1 1 1-16,-1-1-2 0,2 3 3 0,1 0-12 0,-2 0 15 15,2-2-5-15,1 4 1 0,-1 0-33 16,1-2 40-16,-1 0-34 0,1 0 38 0,0 0-32 16,2 1-1-16,-1-1 8 0,-1 1 6 0,0-2-2 0,1 2 2 15,0 0 32-15,-1 1-35 0,0-1 35 16,-1 2-42-16,0-1 36 0,1 1-37 0,-3-2 36 0,2 3-36 15,-1-1 38-15,-1 1-2 0,-2-1-7 16,0 0-2-16,3 1-2 0,-2 1-3 0,-1-1 2 0,1 1-4 16,1-1-34-16,-1 2 42 0,0 1-36 0,-1-2 40 15,2 4-39-15,-2-3 40 0,-2 5-37 0,2 2 7 16,-2 1 12-16,-1-1-4 0,-1 2-2 0,-1 5 4 16,1 0 31-16,-3-1-37 0,0-1 34 0,2-6-36 15,1-2 32-15,-1 0-36 0,2 1 39 0,2-6-40 16,-4 0 36-16,4 0-36 0,1-1 37 0,0 2-38 15,1-3 36-15,3 3-34 0,-3-3 34 0,6 4-35 16,-2-2 4-16,3 3 1 0,-2-5 3 0,0 0 4 16,3 2 2-16,0 0-2 0,-2 1-25 0,3-2 33 15,-4 5 0-15,3-2 2 0,1 3-7 0,-2 0 3 16,1 5 5-16,-1-4-8 0,2 4 2 0,-4-5 31 16,3 1-38-16,0-2 41 0,-1-2-47 0,1 3 36 15,1-3-41-15,0 0 5 0,-1-1 3 0,3 0 4 16,-1-1 0-16,-1-2 0 0,2 0 4 0,-1 2-2 0,0-2 1 15,0-2 3-15,1 2-30 0,-1 0 35 16,0-3-27-16,0 2 33 0,-1 3-27 0,0-4 51 16,2 3-35-16,-2 1 28 0,3-2-31 0,-3 2 27 15,0-1-4-15,3 2 14 0,-1 0-7 0,0-1-7 0,0 1-3 16,-2-1-4-16,3 3 0 0,-2-4 6 0,3 2-2 16,-3-1-5-16,0-2 1 0,3 1-5 15,-1-2 0-15,0-1-2 0,1 0-2 0,0 0 1 16,-1-1-3-16,-2-1 0 0,4-1 0 0,0 2 0 0,0-2-23 15,0-1 28-15,0 1-27 0,2 2 34 0,1-1-30 16,0 0 28-16,1 0-26 0,0 0 29 16,0 1-31-16,2-1 29 0,-2 2-19 0,-1 0 45 0,1 0-26 15,-2-2 23-15,1 2-32 0,-3 0 25 0,3-1-37 16,-4 0 38-16,2 0-10 0,-1-1-4 0,1 3-3 16,-3-2-2-16,4-2-3 0,-3 1 2 0,1-1-1 15,-1 1-4-15,0-3-2 0,-1 0-26 0,0 0 31 16,-2 0-32-16,2 0 35 0,1-1-26 0,-2 1 27 15,0 0-30-15,0-1 37 0,-1 1-26 0,2 0 48 16,-1 1-24-16,0-2-2 0,2 5 0 0,2 0-3 16,-2-1-1-16,1-1-2 0,-3-1-3 0,2 1-6 15,1 2 10-15,-1 0 0 0,0-1-6 0,0 0 0 16,0 0 1-16,-4-2-1 0,1 0-1 0,1 1 1 16,-3-1 1-16,0 0 27 0,0 0-38 0,0 0 30 0,-1-1-33 15,0 2 32-15,0-2-31 0,0 0 38 0,1-1-38 16,-1 2 36-16,-1-1-40 0,1-1 47 15,1-1-32-15,0 1 63 0,-1 1-25 0,1-4-10 0,-3 1-5 16,5 2-6-16,-3-5-1 0,3 5-6 16,0-3-3-16,-1 3 4 0,2-1 17 0,2-1 11 0,-3 1-10 15,3 0-34-15,-1-2 0 0,4 3 0 16,-5-2 0-16,5 1 0 0,-3-2 0 0,-1 1 0 0,2 0 0 16,-2-1 0-16,0-2 0 0,-2 1 0 0,1 0 0 15,-2-1 0-15,-1-1 0 0,4 1 0 16,-3-2 0-16,-1 3 0 0,2-4 0 0,0 3 0 0,0-4 0 15,1 1 0-15,-1 0 0 0,1 0 0 0,2-2 0 16,1 1 0-16,-1-3 0 0,7 3 0 0,2-2 0 16,1-2 0-16,0 0 0 0,3 1 0 0,-3-2 0 15,3 1 0-15,0-2 0 0,0 0 0 0,0 0 0 16,-1-1 0-16,1-1 0 0,0 0 0 0,-1-1 0 16,1-1 0-16,-2-2 0 0,3-2 0 0,-2 0 0 15,3-2 0-15,-1-4 0 0,0-3-239 0,-3 0-104 0,4-8-68 16,-1-2-134-16,-4-2-149 0,-1-8-161 15,-3-3-761-15,-2-6-1271 0</inkml:trace>
  <inkml:trace contextRef="#ctx0" brushRef="#br0" timeOffset="26439.49">9614 6448 213 0,'-17'4'295'0,"5"-2"-80"16,0 3-31-16,1-4-17 0,-1 2 22 0,3 0-12 0,-2-1 38 0,2 1 0 0,9-3-20 15,-16 1-26-15,16-1-16 0,-15 1-13 16,15-1-8-16,-12 0 9 0,12 0-16 0,0 0-7 0,-15 2-13 16,15-2-2-16,0 0 2 0,0 0 1 0,-15 0 0 15,15 0-10-15,0 0-5 0,0 0-1 0,0 0-11 16,0 0-10-16,0 0 15 0,0 0 12 0,9-4 24 15,9 2-23-15,5 0-19 0,10-2 0 0,14-2 2 16,4-1-12-16,3 1 0 0,4 0-14 0,12-2-7 16,0 0-4-16,4-1-14 0,0 1-4 0,2 0-6 15,-1 3-1-15,-2-2-4 0,-4 0-3 0,-10 2 4 16,-3 1-8-16,-5 1-1 0,-5-2 0 0,-7 3-2 16,-9 0 1-16,-4-1 0 0,-3 2 8 0,-3-1 4 15,-3 1 1-15,-1-1-1 0,-5 1-3 0,-11 1-1 16,12-2-3-16,-12 2-3 0,0 0 2 0,-12-5-6 15,-9 5 0-15,-6-1-3 0,-11 0 2 0,-12 1 1 16,-5 0-4-16,-6 0 3 0,-4 0 0 0,-16 1-2 16,-2 0 0-16,1 0 0 0,-2 2-1 0,-2 1-2 15,2 1 2-15,2 1 5 0,4 1-3 0,5-1-2 16,13 0-3-16,5 0 2 0,7 1 2 0,8-3-1 16,7-2-1-16,6 3 4 0,8-3-1 0,1 1 1 15,9 1 0-15,9-4 2 0,0 0 1 0,13 2-2 16,7-1 6-16,12-2-5 0,9-1-2 0,12 0 1 15,3-2-1-15,1 1 0 0,-3-2-2 0,1 2-1 16,-4 0 2-16,-2-2-23 0,-10 4-53 0,-3 0-140 16,-8-1-154-16,-7 1-136 0,-4-2-775 0,-5 3-886 15</inkml:trace>
  <inkml:trace contextRef="#ctx0" brushRef="#br0" timeOffset="27166.21">9338 8116 42 0,'-8'-10'535'0,"-1"1"-150"0,-1 1-72 15,1 0-56-15,0-1-14 0,-1 0-9 0,2 2-21 0,2 0-22 16,-2 1-36-16,1-1 7 0,0 1-9 15,2 1-15-15,1 1-17 0,-1-1-21 0,5 5-16 16,-6-8-14-16,6 8-13 0,-7-5 8 0,7 5 34 0,5-4 16 16,-5 4-5-16,16-6-6 0,-1 5 15 0,3-2 9 15,8 0 4-15,4 2-18 0,9-3-11 16,9 2 13-16,3 1-22 0,6-3-1 0,0 2-8 0,6-1 7 16,12 1-24-16,2-2 4 0,3 2-33 0,3 1 16 15,6-2-27-15,0 2 15 0,3-1-24 0,0 1 25 16,0 0-24-16,-4-1 1 0,-5-1-1 0,-3 1-2 15,-18 0-3-15,-4 1-4 0,-7 0 35 0,-13-1-42 16,-6 1-6-16,-3 1 3 0,-4-2 1 0,-5 1 0 16,-5 1-2-16,-3-1-4 0,-12 1 17 0,13 0-17 15,-13 0 1-15,0 0-8 0,-14-3 10 0,2 1-3 16,-4 1 3-16,-4-1 31 0,-4 0-42 0,-4 0 34 16,-1-2-35-16,-7 1 29 0,-1 1-34 0,-4-2 25 15,0 1-43-15,-4 0-3 0,3-1-54 0,2 2-59 16,3 1-89-16,7-1-95 0,2 2-46 0,3 0-130 15,5 3-131-15,2-1-336 0,0 2-572 0</inkml:trace>
  <inkml:trace contextRef="#ctx0" brushRef="#br0" timeOffset="28465.25">8296 9537 53 0,'-15'-1'185'0,"-3"0"-47"16,0-2-37-16,0 3-16 0,-1 0-7 0,-1-1-2 0,-2 1 12 0,0-2 8 16,0 1 20-16,1-1 2 0,-6 2 5 0,3-1-19 0,-2 0-11 15,0-2-6-15,1 2-7 0,2 0 1 16,0 0-9-16,2 0 9 0,0-1 2 0,-1 2-12 16,3-2 2-16,-2 2-5 0,4 0 2 0,1 0-1 15,1 0-1-15,2 0-7 0,13 0-10 0,-20 2 55 16,20-2-9-16,-12 4 33 0,12-4-27 0,-5 5 19 0,5-5-25 15,5 4-10-15,-5-4-13 0,17 7-6 16,-7-5 12-16,7 1 7 0,2 1 4 0,5-2 5 16,4-1 14-16,1-1 10 0,3 0-4 0,8-1 4 0,0 0-3 15,8-1 8-15,1-1-8 0,3 1 11 0,3-1 0 16,3 0-11-16,2-1-19 0,1 2-7 0,15 0-1 16,0-1-13-16,1 0-10 0,2 0 9 15,-1 1 10-15,3 1-20 0,-2 1 28 0,3-3-4 0,2 3-14 16,3-2-13-16,2 1-9 0,2-1-11 0,2 1 9 15,1-1 14-15,0 1-13 0,-2 1-5 0,4-1-10 16,-1 2-3-16,2 0-9 0,-1 2 0 0,0 0 0 16,-2 0 1-16,-2 0-4 0,0 4 4 0,-1-2 19 15,-3 1-3-15,3 0-8 0,-2 1 2 0,-2-1 15 16,1 2-11-16,-3-1-8 0,-1 2-4 16,-2-3-5-16,-3 0-1 0,-2 1-4 0,-3-1-30 0,-1-2 35 15,-11-1-7-15,-4 1-1 0,2 1-4 0,0-2-2 16,-2 0 9-16,-4 0-3 0,0-2 14 0,-4 2-3 15,1-2-3-15,-10 1-1 0,1-1-6 0,-1 1 0 16,-1-2-5-16,2 1-32 0,-4 1 33 0,-2-2-29 16,1 0 31-16,-5 0-30 0,0 0 32 0,-3 0-32 15,1 0 29-15,-3 0-30 0,-3 0 33 0,-3 0-28 16,0 0 28-16,-2 0-28 0,-5 0 33 0,2 0-31 0,-5 0 30 16,3 0-30-16,-2 0 32 0,-12 0-34 0,17 0 31 15,-17 0-33-15,16 0 28 0,-16 0-28 16,14 0 27-16,-14 0-27 0,0 0 43 0,14 0-47 15,-14 0 32-15,0 0-33 0,18 0 32 0,-18 0-29 0,13 0 30 16,-13 0-32-16,16 1 34 0,-16-1-32 16,12 2 28-16,-12-2 0 0,10 1-3 0,-10-1 11 15,0 0-8-15,15 0 46 0,-15 0-28 0,0 0 19 0,0 0-36 16,0 0 25-16,0 0-35 0,0 0 31 0,-5-4-29 16,5 4 40-16,-14-2-42 0,14 2 26 0,-18-3-33 15,4 2 29-15,3-2-31 0,-5 3 29 0,2-2-35 16,-1 1 26-16,-4 1-56 0,-3 0 17 0,-1 0-37 15,-8 0 20-15,0 0-18 0,-9 1-8 0,-1-1 3 16,-10 0-2-16,-3 0 0 0,-2 0 12 0,2 0 11 16,-5 0-12-16,-1-1 9 0,-1 1-25 0,-4-1 19 15,-13 1 2-15,-1 0 5 0,-2 0-2 0,-4 0-8 16,-1 0-3-16,0 0-10 0,-5-2-4 0,-2 4-5 16,-4-2 13-16,-6 0-13 0,-5 0-4 0,-27 1-12 15,-2-1 18-15,-3 1 21 0,-6 2 1 0,-6-3 12 16,-3 2 5-16,-3-4 8 0,0 2 7 0,0-1 4 15,1-2 7-15,2 2 0 0,8-4 5 0,8 2 16 16,6-1 17-16,27-2 7 0,2 1 3 0,5 0-12 0,3-2 56 16,4 1-59-16,1-1 51 0,7 0-52 0,1 0 46 15,5-1-49-15,5-1 52 0,4 1-44 16,13-1 50-16,-1 3-50 0,5-3-1 0,3 3 44 16,2 0-55-16,2-1 35 0,8 4-41 0,0 0 33 15,3-1-43-15,4 2 36 0,2-1-45 0,3 3 38 0,3-1-42 16,0 2 39-16,4-1-42 0,2-1 39 15,0 1-44-15,4 0 41 0,0 0-42 0,1 1 37 16,11-1-45-16,-15 3 46 0,15-3-53 0,-3 6 43 0,3-6-47 16,6 3 48-16,2 0-74 0,3 0 22 0,2 0-91 15,6-2-58-15,0 2-118 0,7-1-167 0,1-1-152 16,1-1-807-16,3 0-1051 0</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23:24.603"/>
    </inkml:context>
    <inkml:brush xml:id="br0">
      <inkml:brushProperty name="width" value="0.05292" units="cm"/>
      <inkml:brushProperty name="height" value="0.05292" units="cm"/>
      <inkml:brushProperty name="color" value="#FF0000"/>
    </inkml:brush>
  </inkml:definitions>
  <inkml:trace contextRef="#ctx0" brushRef="#br0">14032 14011 31 0,'2'10'170'0,"2"-1"-34"0,0 0-39 0,0-1-25 15,1 3-12-15,-1-3-16 0,1 0-3 0,-1 1-13 16,-2-1-11-16,1 0-20 0,2 0-10 0,-2 0-28 16,1-1-162-16,-2-2 61 0</inkml:trace>
  <inkml:trace contextRef="#ctx0" brushRef="#br0" timeOffset="800.75">15434 14630 271 0,'0'0'277'0,"-12"3"-55"0,12-3-21 0,-12 4-8 16,12-4-11-16,-12 3-12 0,12-3-11 0,-9 1-6 15,9-1 22-15,0 0-22 0,-11 3 17 0,11-3-32 16,0 0 10-16,-4 5-6 0,4-5 8 0,6 6-33 15,3-2-9-15,4 2-21 0,5-2-17 16,4 3-16-16,5-1-7 0,6-1-4 0,5 1-18 0,0-3-2 16,5-2-1-16,6-2 16 0,0-2 6 0,3-3 8 15,1 2 20-15,-2-5 0 0,0 1-17 0,-3 1-1 16,-4-2-11-16,-7 5-7 0,-6-2-8 0,-6 2-3 16,-2-1-5-16,-5 3-5 0,-1 0-1 0,-7 0-5 0,-10 2-3 15,0 0-1-15,0 0-6 0,-4 6 5 16,-14 0-2-16,-9 3-6 0,-10 2-3 0,-10 0 3 15,-5 3-2-15,-13-1 3 0,-3 1-3 0,-4 0 7 0,-4 0-3 16,1-1 3-16,-1-1-1 0,2 0 0 0,3-3-3 16,12-1 6-16,7-2-1 0,7 1 1 0,10-2-6 15,10-2 6-15,6 1-1 0,19-4 3 16,-5 2-2-16,5-2-2 0,27 1 6 0,2-1-5 0,13-1-1 16,17 1-2-16,5-2 0 0,15 1 1 15,1-3 4-15,3 1-1 0,1-1 1 0,-1-3-2 0,-2 3 4 16,-2 1 4-16,-4-1 5 0,-15 2-1 0,-5-1-4 15,-11 3-1-15,-6-1-11 0,-8 1 1 0,-9 0-1 16,-3 1 3-16,-9 1 2 0,-9-2-6 0,0 0-5 16,-4 6-1-16,-8-4-3 0,-7 0 6 0,-6 1-8 15,-6-2-11-15,-6 1 4 0,-2-2 5 0,-2 0 4 16,1 0-1-16,3 0 4 0,5 0-6 0,4-2-42 16,4 2-108-16,3 0-96 0,7 2-129 0,2-2-588 15,12 0-570-15</inkml:trace>
  <inkml:trace contextRef="#ctx0" brushRef="#br0" timeOffset="4018.05">19238 14786 179 0,'-10'-7'544'0,"3"-1"-148"0,2 1-93 0,-2 1-61 0,3 2-72 0,4 4-24 0,-9-11-35 16,9 11-24-16,0 0-29 0,-1-6-36 0,1 6-26 16,0 0-40-16,12-4-41 0,-12 4-47 0,0 0-48 0,15 1-41 15,-15-1-279-15,13 3 9 0</inkml:trace>
  <inkml:trace contextRef="#ctx0" brushRef="#br0" timeOffset="4466.93">19094 14873 191 0,'-19'-2'356'16,"2"-1"-91"-16,0-1-29 0,-2 1-34 0,2-1-16 15,-2 1-26-15,3-2 0 0,-2 3-1 0,6-2 2 16,1 2-27-16,-1-1-19 0,1 1-22 0,2 1-19 16,9 1-14-16,-14-3-14 0,14 3-9 0,-6-3-6 15,6 3-1-15,0 0 13 0,6-6-2 0,2 2 2 16,5 1 4-16,2 1 3 0,4-1-17 0,4 0 43 16,4-1 9-16,0-1-6 0,9-1 2 0,1 2 11 0,8-5-11 15,2 1-7-15,3 0 17 0,2 0-7 16,4-1-6-16,11-2-9 0,2-2-1 0,2 4-6 15,3-1 21-15,4-1-14 0,-1 3-13 0,2 2-10 16,-1-4-12-16,-1 5 0 0,0-1-12 0,-1 0-1 0,-2 1-4 16,1 1-3-16,-1 1-3 0,-12 0-4 15,1-1 0-15,-2 2-1 0,-1 0-1 0,-1-2-1 16,-3 1-4-16,-3-1 4 0,-2 0-4 0,-6-1 4 0,-7 2-4 16,-9 1 1-16,-1 0-4 0,-4-1 1 0,-5-3-7 15,-5 4-18-15,-3 0-62 0,-6-3-70 0,-5 5-16 16,0-7-55-16,0 7-4 0,-20-5-37 15,2 4-24-15,-5 1-19 0,-5 0-15 0,-3 1-48 16,-5 1-221-16,-1 1-107 0</inkml:trace>
  <inkml:trace contextRef="#ctx0" brushRef="#br0" timeOffset="4832.87">19175 15056 113 0,'-29'3'436'0,"4"0"-114"0,-2 1-33 0,7-1-68 0,-1 0-36 16,2-1-26-16,4-1-11 0,-1 1-21 0,5 0-4 15,-2-1-18-15,4 1-22 0,9-2 6 0,-13 4 7 16,13-4 5-16,0 0 0 0,5 5-6 0,7-3-15 0,7-1-5 16,9-1-18-16,9-1-7 0,13-1 27 15,7-2 8-15,15-3 6 0,5-1 19 0,6 1-9 16,4-3 17-16,4-2-14 0,2 2 9 0,0-5-18 15,-1 5 21-15,-1-3-15 0,-3 1 13 0,0-1-23 16,-2 3-20-16,0 1-10 0,-3-1-9 0,-5 4-5 16,-2-2 9-16,-4 3 1 0,-12-1-10 0,-4 2-11 15,-1 0-3-15,-2 2-5 0,-6-2-6 0,-9 2-4 16,-8-1-3-16,-2 2-3 0,-5-2-10 0,-3 3-13 0,-1 0-6 16,-6-2-1-16,1 1-5 0,-14 1-24 0,14-1-47 15,-14 1-78-15,0 0-54 0,0 0-54 0,-15 4-20 16,-4-4-44-16,-4 6-19 0,-5 0-30 15,-6 0-70-15,0-1-226 0,-2 1-198 0</inkml:trace>
  <inkml:trace contextRef="#ctx0" brushRef="#br0" timeOffset="5167.39">19204 15206 670 0,'-22'0'498'0,"5"-1"-111"0,2 1-80 0,3 0-61 16,12 0-48-16,-16-1-48 0,16 1-32 0,0 0-9 16,0 0-2-16,13-6 15 0,4 2-19 0,7-1 15 15,9-1-8-15,13 0 9 0,8-3 1 0,16-1-10 16,8-3-3-16,10 2-12 0,7-2-3 0,5 1 3 16,22-4 15-16,2 3-5 0,0-1-15 0,0 2-14 15,1-1-18-15,-3 2 16 0,-24 1-18 0,-3 1 21 16,-3-1-3-16,-5 0-12 0,-7 1-15 0,-4-1-8 15,-9 1-3-15,-13 3-4 0,-6 0-6 0,-10 1-4 16,-5 0-2-16,-8 2-2 0,0 0-6 0,-7-1-5 16,-2 3-2-16,-6-2-28 0,-10 3-32 0,11-3-48 15,-11 3-53-15,0 0-52 0,0 0-71 0,-18 1-24 0,5 1-39 16,-2 1-30-16,-2 0-23 0,-1 1-54 0,2 0-296 16,-2 2-251-16</inkml:trace>
  <inkml:trace contextRef="#ctx0" brushRef="#br0" timeOffset="6718.73">21026 13640 248 0,'0'-6'470'0,"0"6"-114"16,0-13-81-16,0 13-59 0,0-10-44 0,0 10-30 15,0-9-32-15,0 9-20 0,0 0-11 0,0 0 60 0,0 0 0 16,0 0-28-16,0 0 16 0,0 0-40 0,4 10 14 16,-1-4-17-16,-2 3-2 0,4 0-30 0,-2 1 2 15,-1-1-6-15,1 1-26 0,3-1 11 0,-3 1-21 16,1-1 11-16,-2-1-26 0,1-2 28 0,-2 1-14 15,2-2 28-15,-3-5 8 0,4 9 28 0,-4-9 21 16,2 8-19-16,-2-8-15 0,0 0-9 0,0 0-17 16,-5-5-1-16,1 0-10 0,0-3-1 0,-1-1-10 0,0-4-4 15,-3 0-2-15,3-4-3 0,0 0-3 16,-1-4 2-16,1 1-5 0,-2-1 4 0,4-2 0 16,0 2 1-16,-1 1 5 0,4 4 6 0,-1-1 12 15,1 4-4-15,0 0-4 0,1 1-5 0,2 3-3 16,1 0-1-16,1 5-4 0,-5 4-5 0,14-5 3 0,-14 5 3 15,15 3-4-15,-5 2-2 0,-2 2-4 16,2 2 9-16,0 0-4 0,1-1 0 0,-2 1-2 16,-1 0 1-16,0-2 2 0,-3 1-3 0,3-2 2 15,-3 1 4-15,1-1-2 0,-2-1-3 0,1-1-1 0,-1 1 2 16,-4-5 2-16,7 5 3 0,-7-5-6 16,0 0 0-16,0 0 2 0,12-2-2 0,-12 2-2 0,7-12 0 15,-5 5 1-15,2-4-2 0,-3 0 1 0,2-2 1 16,-2 0-4-16,2-3 8 0,-3 1-3 0,1-1 1 15,-1 2 15-15,0 1 22 0,0 1 5 0,0-1-2 16,0 2-3-16,0 0-4 0,0 4-9 0,0 0-7 16,0 7-4-16,0-12-4 0,0 12-1 0,0 0-4 15,0 0 0-15,10 3-1 0,-6 1-6 0,1 4 6 16,-1 2-3-16,1-1 1 0,2 2-3 0,-1 3 1 16,0 0 1-16,-2 0-3 0,3 0 1 0,-2 3-2 15,0-4 2-15,-2 1-4 0,1 3 2 0,0-3-19 16,-1-2-43-16,-2 0-91 0,-1 0-92 0,0-1-19 15,0-1-50-15,0 0-36 0,-1-3-26 0,0-1-80 16,1-6-231-16,-4 9-198 0</inkml:trace>
  <inkml:trace contextRef="#ctx0" brushRef="#br0" timeOffset="6950.3">21340 13375 201 0,'2'-13'526'0,"-2"3"-115"0,3 1-70 0,-1 2-57 16,0-1-43-16,-2 8-34 0,2-12-26 0,-2 12 2 15,1-5 24-15,-1 5-1 0,0 0-6 0,0 0-20 16,13 3-31-16,-8 2 9 0,-1 3-10 0,1-1-30 0,-1 2-21 16,1 1-17-16,0 3-18 0,2-1-9 0,-3 3-10 15,1-1-9-15,-1 0-8 0,-2-1-4 16,3 2-11-16,-2 0 3 0,-1-2-10 0,1-1 3 16,-2 1-17-16,0-1-64 0,1-3-86 0,-1 2-72 0,0-2-4 15,-2 0-47-15,0-2-18 0,-1 0-26 16,0 0-42-16,2-7-393 0,-5 8-277 0</inkml:trace>
  <inkml:trace contextRef="#ctx0" brushRef="#br0" timeOffset="7149.63">21262 13581 150 0,'-11'-1'478'0,"11"1"-113"16,-14-3-45-16,14 3-55 0,-12-2-38 0,12 2-8 0,-9-3-44 16,9 3-10-16,0 0-59 0,-7-4 3 0,7 4-44 15,7-4 14-15,-7 4-40 0,14-7 11 0,-4 3-27 16,3 1-12-16,1-2-2 0,0 0 0 0,2 0-1 15,1-2-3-15,2 1-3 0,2-2 5 0,-1-1-7 16,3 0 3-16,-4-1-3 0,2 1 1 0,-2 0-3 16,-4 2-19-16,-1-2-23 0,-2 3-28 0,-3 0-41 15,1 0-53-15,-4 2-53 0,1-1-92 0,-1 0-299 16,-6 5-121-16</inkml:trace>
  <inkml:trace contextRef="#ctx0" brushRef="#br0" timeOffset="7383.82">21561 13311 484 0,'0'0'474'0,"-3"-11"-99"15,3 11-48-15,-1-9-39 0,1 9-15 0,-3-7-38 0,3 7-33 16,0 0-20-16,0-6 22 0,0 6-3 0,0 0-20 16,0 0-11-16,7 9-27 0,-5-3-26 0,2 1-21 15,4 2-16-15,-3 3-19 0,1 0-12 16,1 2-4-16,-2 0-12 0,2 0-7 0,-2 1-4 0,1-1-3 15,-1 1-6-15,0-1-3 0,-1-1-10 0,0 2-48 16,1-4-63-16,-3 1-53 0,1 1-84 0,-1-3-32 16,0-1-59-16,0 1-59 0,-2-2-460 0,3-1-405 15</inkml:trace>
  <inkml:trace contextRef="#ctx0" brushRef="#br0" timeOffset="7933.73">21864 13343 424 0,'0'0'419'16,"2"-4"-90"-16,-2 4-63 0,0 0-9 0,5-6-16 15,-5 6 0-15,0 0-21 0,4-6-17 0,-4 6-18 16,0 0-24-16,0 0-27 0,0 0-25 0,4-5-20 16,-4 5-17-16,0 0 23 0,6 5-7 0,-6-5-9 15,9 6-6-15,-5 0-9 0,1 1-14 0,-1-1-11 16,2 2-6-16,-2 0-10 0,1 1-2 0,0 0-5 0,1 0-2 15,-2-1-3-15,-1 1-1 0,4-1-3 16,-5-1 0-16,3-1-2 0,-3 0 0 0,0-1 2 16,-2-5-7-16,5 8 4 0,-5-8 13 0,4 9 6 0,-4-9 8 15,4 5 2-15,-4-5 1 0,0 0-6 16,4 6-5-16,-4-6-2 0,0 0-3 0,-9 5-6 16,9-5 0-16,0 0-3 0,-17 0-3 0,17 0 8 15,-12 0-13-15,12 0 2 0,-15 0 0 0,15 0-1 0,-15-2-2 16,15 2 0-16,-14-3 0 0,14 3 2 0,-17-3 0 15,17 3-2-15,-14-4 1 0,14 4 1 16,-15-7 2-16,9 4 0 0,-1-3 5 0,1 0 1 0,1-1 2 16,-2-1 3-16,4 0 30 0,-1-2 2 0,1 1-13 15,2-2-5-15,1 0-5 0,0 1-3 0,1-1-3 16,4 0-3-16,0 0-4 0,4 2 0 0,1-3-5 16,2 3 1-16,3-1 0 0,-1 3-2 0,6-4 1 15,1 2 0-15,-1 0-6 0,4 1 14 0,3-3 38 16,2 4-1-16,0-3-13 0,1 2 4 0,-1 0-10 15,-1-1 1-15,2 1-6 0,-7 0 47 0,0 3-21 16,-2-2 8-16,-5 2 4 0,0 1-16 0,-3 0-27 16,0 1 20-16,-3-2-24 0,-1 2 14 0,1 1-24 15,-3 0 14-15,-7 2-20 0,6-6 15 0,-6 6-24 16,0 0 16-16,-4-9-19 0,4 9 20 0,-9-3-35 16,9 3-3-16,-15-3-59 0,15 3-75 0,-15 1-101 15,15-1-92-15,-18 4-49 0,9-2-103 0,-3 2-610 16,-1 2-734-16</inkml:trace>
  <inkml:trace contextRef="#ctx0" brushRef="#br0" timeOffset="9201.37">25002 13394 482 0,'-7'-9'401'0,"-1"1"-95"16,4 2-65-16,4 6-54 0,-5-7-3 0,5 7-12 0,0 0-24 0,0 0-27 16,0 0-13-16,0 0-19 0,12 5-4 0,-5 1-4 15,-2 1-21-15,0-2-10 0,2 3 1 0,-1 1-2 16,2-1 2-16,-3 1-9 0,0 0-6 16,0 0-4-16,-1-1-5 0,0 1-6 0,1-1 3 0,-3-3-5 15,1 1 21-15,-3-6 22 0,5 9 31 0,-5-9 29 16,4 9 0-16,-4-9-28 0,0 0-16 0,0 0-21 15,0 0-10-15,-9-3-7 0,5-3-9 0,-3-1-7 16,2-4-3-16,-2 0-5 0,-1-4-2 0,2-3-6 16,-3-1 4-16,3-1-3 0,1-3-2 0,-2 0 1 15,1 1-2-15,1 1 2 0,0-1-3 0,1 5 22 16,0 1 27-16,1-1-9 0,-1 6-6 0,3 0-14 0,-1 1 0 16,-1 1-9-16,1 2-4 0,-1 1-5 15,3 6 3-15,0 0-5 0,3-6-1 0,-3 6 0 16,7 4 2-16,-7-4-3 0,11 11-3 0,-5-5-1 15,2 0 2-15,2 1 1 0,-1 0-1 0,1-1-1 16,0 1 1-16,-1-2 0 0,1 0 0 0,2-1 1 16,-3 0-3-16,1-2 1 0,0-1-1 0,-10-1 1 15,20-1 0-15,-9-2-3 0,-1-3 2 0,-1 0-5 16,1-3 5-16,-1-1-4 0,0-2 3 0,-2-1-2 0,0-3 4 16,0 0 0-16,-2-1 3 0,0 0-4 0,-1-1 5 15,0 2-5-15,-1-1 2 0,0 1-4 0,-2 0 5 16,0 4-3-16,2 2 6 0,-2-1-7 15,1 3-1-15,-1-1 0 0,-1 9 4 0,1-9-5 16,-1 9 3-16,0 0-2 0,0 0 4 0,8 2-2 0,-7 5 3 16,3 4-2-16,2 0 3 0,-2 4-7 0,1 1 4 15,-1 2-2-15,1 2 2 0,-1 1-1 0,4 0 0 16,-3 1 0-16,-1 1 1 0,1-1-3 16,-1-3 1-16,-2 0-2 0,2-2 2 0,-1 0-4 0,0-3-36 15,-1-1-74-15,0-1-65 0,-2-3-29 0,3 2-18 16,-1-4-15-16,-2 1-58 0,0-8-69 15,2 9-434-15,-2-9-330 0</inkml:trace>
  <inkml:trace contextRef="#ctx0" brushRef="#br0" timeOffset="9432.99">25447 13000 100 0,'3'-11'625'0,"-1"3"-195"0,-2 0-99 0,3 3-74 15,-3 5-31-15,4-10-4 0,-4 10 8 0,0 0-27 16,7-4 13-16,-7 4-10 0,9 4-27 0,-5-1-13 15,4 5-30-15,-2 0-12 0,1 4-22 0,0-3-18 16,3 7-19-16,-3-2-17 0,2 2-10 0,0 4-7 16,0-2-6-16,-2 1-5 0,2 1-3 0,-2-1-5 15,0 0-6-15,0 0-5 0,-3-1-17 0,-2-2-58 16,3-1-72-16,-3-1-53 0,-2 2-23 0,-2-3-26 16,2 0-18-16,-5-1-26 0,1 1-22 15,-1-5-57-15,0 1-242 0,-4-3-125 0</inkml:trace>
  <inkml:trace contextRef="#ctx0" brushRef="#br0" timeOffset="9632.67">25336 13312 292 0,'-6'-6'456'15,"3"0"-110"-15,3 6-59 0,0-10-38 0,6 3-38 16,-2 1-29-16,6-2-27 0,3-1 18 0,1 1-33 16,3-3-5-16,3 4-55 0,-1-3 8 0,3 2-39 15,1-2 13-15,3 1-33 0,2-2 14 0,1 2-28 16,2-2 16-16,-2 3-29 0,-2-2 21 0,-4 5-26 15,-1-2 25-15,-4 0-26 0,-3 4 12 0,-1-2-48 16,-1 0-1-16,-3 0-66 0,0 2-30 0,-2-1-34 16,0 1-43-16,-8 3-62 0,9-10-79 0,-9 10-186 15,2-5-47-15</inkml:trace>
  <inkml:trace contextRef="#ctx0" brushRef="#br0" timeOffset="10317.57">25935 12909 494 0,'6'-4'470'0,"-1"-1"-111"0,-5 5-83 0,7-6-51 16,-7 6-40-16,0 0 15 0,0 0-56 0,0 0-4 0,9 3-41 15,-9-3-2-15,0 0 0 0,0 9 2 16,0-9-34-16,-5 10 8 0,1-4-12 0,-1-1 15 0,-2 2-25 16,0-2 7-16,-1-1 8 0,-1 0-2 0,-1 1-10 15,0-3-8-15,-3 1-18 0,13-3 8 0,-20 0-15 16,20 0 4-16,-21-3-14 0,12 0 8 0,0-4-13 16,1 3 10-16,1-3-12 0,3-2 7 0,2 0-11 15,2-1 0-15,0-2 2 0,4 2-2 0,1-4-2 16,1 3 0-16,4 0 0 0,3 3 5 0,1-2-4 15,-1 3-3-15,2 1 3 0,-1 2 1 0,-1 3 0 16,2 1 0-16,-2 3 0 0,1 3 3 0,0 1-2 16,0 0 1-16,-3 4 10 0,0 2-7 0,2 1 6 15,-6 0-13-15,1 3 16 0,-3-2-12 16,0 1 7-16,-1 1-9 0,-4 0 1 0,0-1 0 0,-2 0 1 16,-3 0-2-16,-2 1 1 0,-2-3 3 15,0 3-3-15,-5-4 1 0,1 0 2 0,-1-3-3 0,4-2 0 16,-1-1 2-16,-1-1-2 0,3-1 2 15,0-2 0-15,9-3-1 0,-14 3 0 0,14-3 1 0,-7-3-1 16,7 3-1-16,-2-6 0 0,2 6 2 0,5-8-2 16,2 4 6-16,2 1-9 0,0-1 0 0,1 2 3 15,3 0-2-15,-2 0-1 0,3 1 1 0,0 1-2 16,5 3 3-16,-2-2-4 0,1 2 9 0,1 1-12 16,-1-1 1-16,-1 1-11 0,1 1-34 0,-1 0-41 15,-4-2-57-15,1 1-59 0,0 0-64 0,-5-1-83 16,3-2-469-16,-12-1-361 0</inkml:trace>
  <inkml:trace contextRef="#ctx0" brushRef="#br0" timeOffset="10799.35">26393 12837 440 0,'0'0'436'0,"6"-5"-98"0,-6 5-83 0,0 0-9 16,12-1-10-16,-12 1 22 0,0 0-46 0,11 2-29 15,-11-2-48-15,9 6-5 0,-9-6-40 0,5 8-5 16,0-3-25-16,-3 2 0 0,-1 0-20 0,-2 1 5 16,1-1-21-16,-2 1 11 0,-1 0-22 0,-1 1 11 15,1 0-14-15,-3-2 6 0,1 2-10 0,-2-3 11 16,-3-2-17-16,1 2 14 0,0-1-20 0,-2-1 19 16,11-4-14-16,-20 1 21 0,9-2 13 0,2-1 9 15,-1-1-8-15,0-4 0 0,1 3 8 0,0-2 22 16,2-1-14-16,-2-1-10 0,4-2 2 0,0 4 7 15,1-3 24-15,2 1 3 0,0 0-14 0,1 0-12 16,2 2-11-16,3-2-7 0,-1-1-3 0,2 1-4 16,0 1 35-16,4 0-8 0,-1 0-11 0,2-1-4 15,1 1-6-15,0 0-8 0,0 1-4 0,1-1-1 16,-1-1-1-16,1 2-2 0,2-1 0 0,0 0 22 16,0-1 3-16,1 1-7 0,4 0-6 0,2-1-4 15,-2-1-5-15,1 2-4 0,-2 0 0 0,0 2-2 16,1-1-2-16,-5 1-3 0,2 0-2 0,-2 1 0 15,-4 0-1-15,1 2-3 0,-2-3 3 0,1 3 0 16,-10 2-2-16,15-4-3 0,-15 4 2 0,11-3 0 16,-11 3-1-16,4-5-1 0,-4 5 0 0,-2-6-3 15,2 6 1-15,-7-5-3 0,7 5-20 0,-11-4-69 16,11 4-98-16,-14-2-91 0,14 2-67 0,-16 2-95 16,6 1-105-16,0-2-353 0,-2 4-469 0</inkml:trace>
  <inkml:trace contextRef="#ctx0" brushRef="#br0" timeOffset="11832.65">29166 13565 154 0,'9'-10'478'0,"-1"2"-82"0,-1 1-67 0,0 0-42 0,-1 0-43 15,-1 2-36-15,3 0-44 0,-2 0-6 0,1 2-26 0,-7 3 12 16,16-3 2-16,-16 3 9 0,13 2-11 0,-13-2-27 16,14 7 38-16,-6-3-1 0,-2 3-15 0,-1 0-15 15,1 0-21-15,-3 0-18 0,2 1-14 0,-2 0 14 16,-2-1-14-16,2-1-16 0,-3-6-2 0,0 12-5 15,0-12 9-15,-3 10-11 0,3-10-9 0,-11 5-7 16,11-5-4-16,-16 0-5 0,5-3-4 0,-2-3-1 16,0-3-6-16,-2-2 5 0,1-3-11 0,0-2 4 15,0-6-5-15,0-2 5 0,2-2-8 0,3-2 6 16,-1-1-7-16,4-2 0 0,3 0 1 16,1 4 0-16,2 0 0 0,1 5-2 0,0 1 4 0,-1 3-2 15,3 2 0-15,1 1 0 0,1 6-3 0,2 1 3 16,1 2-1-16,1 3-1 0,-9 3 0 0,22 3 0 15,-11 0 7-15,3 2-8 0,0 4 6 0,0 0-7 16,3 1 7-16,-2 1-4 0,1 0 6 0,-2-2-9 16,-2-1 7-16,1-1-3 0,-1 1 4 0,-2-3-5 15,-1 0 3-15,1-2-4 0,-10-3 5 0,18-2-3 16,-7-2-1-16,0-1-1 0,-1-2 2 0,0-4-5 16,0-1 1-16,1-3-1 0,-1-1 4 0,-2-2 0 15,-1-1-1-15,-2-2 2 0,2-2 2 0,-2 2-4 16,-1 3 2-16,-2 1 5 0,1 1-1 15,1 2-3-15,-2 0 0 0,0 3 6 0,0 1-10 16,-1 1 0-16,3 3 0 0,-4 6-1 0,4-8 2 0,-4 8-5 16,0 0 7-16,10 8-6 0,-5 3 9 15,2 0-3-15,0 4 1 0,2 4-2 0,0 2 8 16,0 5-9-16,3-1 4 0,-1-2-2 0,1 1 2 0,-2-2-4 16,-1-1 5-16,2-2-4 0,-2 0 2 0,0-1-8 15,-2-5-51-15,0 1-101 0,1 0-87 16,-2-4-41-16,-2 1-39 0,0-4-53 0,2 0-49 0,-6-7-452 15,8 5-435-15</inkml:trace>
  <inkml:trace contextRef="#ctx0" brushRef="#br0" timeOffset="12019.87">29836 13003 132 0,'4'-14'561'0,"-2"3"-151"0,3 2-94 0,-3 0-52 0,1 5 7 15,-3 4 2-15,12-6-23 0,-12 6-7 0,13 2-4 16,-7 3-29-16,4-1 7 0,-1 7-41 0,2 0-25 15,0 4-27-15,0 3-27 0,1 2-12 0,1 2-23 16,-2 2-8-16,1-1-18 0,-1 1-1 16,-3-2-15-16,0-1-24 0,-1 0-71 0,0-2-91 15,-4-3-76-15,1-1-79 0,-2-1-42 0,-2-1-49 0,-2-4-422 16,-2 2-374-16</inkml:trace>
  <inkml:trace contextRef="#ctx0" brushRef="#br0" timeOffset="12199.16">29795 13197 112 0,'-4'-8'537'0,"3"-1"-138"0,1 1-66 16,1 1-47-16,2 0-41 0,4-1-21 0,-2-1-20 15,6 0-43-15,1 2-18 0,2-3-29 0,6 2-25 16,0-2-13-16,2 2-19 0,3-1-13 0,2 0-8 16,2 0-10-16,2 0-5 0,1 0-30 0,-1-1-64 15,-2 3-61-15,-2-4-70 0,-5 4-85 0,-2-2-131 16,-2 0-202-16,-2 1-133 0</inkml:trace>
  <inkml:trace contextRef="#ctx0" brushRef="#br0" timeOffset="12666.59">30228 12875 408 0,'-4'-6'405'0,"4"6"-62"0,-5-8-50 0,5 8-47 15,-2-11-25-15,2 11-33 0,5-11-16 0,-1 4-45 16,3 2-7-16,2-1-16 0,0-1-10 0,6 2-24 0,-2 0-6 15,1 2-7-15,2-2 9 0,0 2-16 0,2 1 20 16,-3 2-3-16,2 0-14 0,1 2-5 0,-4 1-9 16,4 1-9-16,-4-1-7 0,1 2-6 0,-6-2 2 15,0 5-2-15,1-1-4 0,-6 0 1 16,0 1-4-16,-4 1-3 0,0 0-4 0,-4 0 6 0,-2 3-1 16,-4-3 0-16,-2 4-7 0,-4-3 1 15,-1 0 2-15,-3 0-1 0,0-2-1 0,1-1 0 16,1 0 2-16,4-2 0 0,-1 0-1 0,3 0 0 15,3-2 44-15,-1 1 14 0,1-2-9 0,9-2-11 16,-9 3-13-16,9-3-1 0,0 0-7 0,11 2-3 16,-11-2-3-16,24 0-4 0,-8 1-3 0,2 2-2 15,0-1-1-15,0-1 0 0,4 2 0 0,-2 0-5 16,-2-1-1-16,1 2 4 0,-1 2-2 0,0-2-4 0,1 0 5 16,-5 2-1-16,2 0 0 0,-5-1 7 0,2 1-4 15,-2 2 7-15,-3-2-8 0,-1 2 2 16,-2 0-6-16,0 1 13 0,-3-1-6 0,-2-1 7 15,0 3-7-15,-5-2 3 0,0 0-5 0,-1 0 7 16,-3-2-7-16,-3 1 6 0,-2-1-8 0,1-1 9 16,-2 0-10-16,0-2 5 0,-2 2-4 0,2-4 6 15,1 0-7-15,1-1 7 0,0 2-12 0,13-2-14 16,-19-2-53-16,19 2-89 0,-13-2-58 0,13 2-101 16,-5-9-75-16,6 2-479 0,5-1-429 0</inkml:trace>
  <inkml:trace contextRef="#ctx0" brushRef="#br0" timeOffset="13049.29">31010 12883 579 0,'13'0'445'0,"-3"3"-76"16,-1 0-63-16,-4 2-28 0,-1 1 3 0,0-1-15 16,-3 1-47-16,1 1 30 0,-4 0-45 0,1 3-35 0,-3-1-12 15,-1 4-34-15,-1-1-17 0,-3-2-23 16,-1 2-8-16,-1-1-14 0,2 1-1 0,-3-4-14 15,1 1-1-15,2-1-15 0,-1-3 8 0,1-2-8 16,-1 2 6-16,10-5-12 0,-18 0 2 0,9-3-10 16,-1 0 5-16,2-4-4 0,-1 1 19 0,3-5-1 15,-2 0-7-15,3-3-4 0,1 0-7 0,2 0 4 0,2-3-10 16,0 2 23-16,2 0 5 0,2 1 2 16,1 2-15-16,5-1 4 0,3-1-15 0,4 4 3 15,3-1 31-15,10 3-1 0,2 0-18 0,11 1 2 16,1 0-14-16,5 0 7 0,1 3-14 0,4-2 8 15,2-1-16-15,2 4 10 0,3-3-3 0,9-1 2 16,-1 1-6-16,-7 0-6 0,-3-1 8 0,-3 3-2 16,-5-2-2-16,-4 0 0 0,-11 0 5 0,-2 2-1 0,-11-1-1 15,0 0-2-15,-5 0-5 0,-4 1-11 0,-7-1-10 16,-7 5-45-16,0-8-101 0,-7 5-128 16,-4 1-88-16,-8 1-106 0,-2 0-104 0,-6 1-358 0,-2 1-533 15</inkml:trace>
  <inkml:trace contextRef="#ctx0" brushRef="#br0" timeOffset="14999.06">11061 14829 402 0,'-4'-7'337'0,"-1"1"-83"0,-2 1-13 0,1-1-50 0,0 0 4 0,-1 0-26 0,-1 0 12 16,3 0-18-16,-4 2-11 0,3-2-11 0,0-1-8 0,0 4-3 16,6 3-8-16,-10-7-10 0,10 7-21 0,-6-7-12 15,6 7-12-15,-8-6-9 0,8 6-6 16,-5-2-11-16,5 2-4 0,-4-6-6 0,4 6-9 16,0 0-1-16,0 0-3 0,-4-6-3 0,4 6-5 0,0 0-5 15,0 0 7-15,7-6-1 0,-7 6-1 0,0 0-3 16,6-3-2-16,-6 3 0 0,0 0-3 15,9-4 1-15,-9 4 4 0,0 0-4 0,9-2-1 16,-9 2-2-16,0 0 2 0,0 0 1 0,9-4-2 0,-9 4 2 16,0 0-3-16,0 0 2 0,0 0 4 0,0 0-6 15,8-3 2-15,-8 3-1 0,0 0 1 0,0 0 1 16,0 0-3-16,0 0 3 0,0 0-6 0,0 0 3 16,0 0 2-16,0 0-4 0,0 0 10 0,0 0-8 15,7-1-4-15,-7 1 5 0,0 0 0 0,0 0-4 16,0 0 1-16,0 0 5 0,0 0 0 0,0 0-5 15,0 0 3-15,0 0 2 0,0 0-3 0,0 0-1 16,0 0 0-16,0 0 5 0,0 0-2 0,0 0-5 16,0 0 3-16,0 0-3 0,0 0 1 0,0 0 0 15,0 0 5-15,0 0-2 0,0 0-4 0,0 0 6 16,0 0-3-16,0 0-1 0,0 0 2 0,0 0-5 0,0 0 8 16,0 0-3-16,0 0-3 0,0 0 2 15,0 0 1-15,0 0-1 0,0 0 0 0,0 0 1 16,0 0-2-16,0 0 0 0,0 0 1 0,0 0-3 0,0 0-10 15,0 0-27-15,0 0-55 0,0 0-29 16,0 0-40-16,0 0-56 0,0 0-51 0,3 8-52 16,-3-8-102-16,0 0-167 0,4 6-105 0</inkml:trace>
  <inkml:trace contextRef="#ctx0" brushRef="#br0" timeOffset="15666.2">11056 14793 248 0,'0'0'444'0,"-7"-7"-90"0,7 7-75 0,-6-6-58 0,6 6-34 15,-8-6-20-15,8 6-31 0,0 0 37 16,-9-2 4-16,9 2-34 0,-6 8 26 0,2-2-25 0,1 4-28 15,-3 1-23-15,5 0-17 0,-2 5-13 0,3 1-19 16,-1 0 0-16,1 2-14 0,1 0 1 0,0 0-9 16,2 0 0-16,1-1 2 0,0 0-13 0,-2-1 39 15,1-2-2-15,-1 0-9 0,1-3-6 0,-1-1-8 16,1 0-1-16,-2-1 33 0,1-4 14 0,0 2 30 16,-2-2 23-16,0-6 1 0,1 10-25 0,-1-10-18 15,0 0-17-15,0 0-17 0,0 0-9 0,-7-10-7 16,4 2-7-16,-2-3-5 0,1-3-4 0,-1-3-5 15,-4-2-3-15,4-4 0 0,-1 1-2 0,-1-8 0 16,-3 2-2-16,4-2 0 0,-1 0 0 0,1 1-1 16,-3 1 1-16,3 1-10 0,-1 4 9 0,2 2-5 0,1 4 7 15,0 0-9-15,-1 3 6 0,3 2-7 16,-1 1 6-16,1 1-7 0,0 4 9 0,2 6-8 16,0 0 5-16,4-5-6 0,-4 5 8 0,10 7-2 15,-3-3 1-15,3 6 0 0,3 1-1 0,1 2 0 0,1 1-1 16,2 0 3-16,2-2 1 0,-1 3-2 0,2-4 4 15,-3 0-6-15,3-1 7 0,-1-2-11 16,1-1 13-16,-4-2-9 0,0 0 7 0,0-4-6 16,-3-1 1-16,-13 0-3 0,24-1-4 0,-12-4-10 0,-3 0-4 15,-3-2-9-15,1-1 7 0,-2-4 3 0,0 0 2 16,-3-2 4-16,-2 1 3 0,0-3 2 0,0-2-5 16,-2 3 10-16,-2-1-1 0,0 1 5 0,2 2-3 15,-1 0 6-15,0 3-6 0,2-1 4 0,-1 4-8 16,0 1 9-16,2 6-8 0,-1-8 8 0,1 8-7 15,0 0 6-15,4 11-2 0,0-4-2 0,1 7 2 16,0 0-1-16,2 5 2 0,1 3-5 0,1 3 6 16,3 0-4-16,-3 3 5 0,1-3-6 0,1 3 9 15,-2-2-10-15,2-1 9 0,0-1-9 0,-1-2 1 16,-2-4-118-16,1-1-150 0,0-1-71 0,-3-3-130 16,3-1-531-16,-4-3-603 0</inkml:trace>
  <inkml:trace contextRef="#ctx0" brushRef="#br0" timeOffset="15848.84">11540 14930 497 0,'6'-3'559'0,"2"-2"-127"0,-2 2-61 0,3-1-57 0,3-2-50 0,1 1-42 0,6-6-39 15,1 4-35-15,8-6-34 0,4 3-19 0,7-4-19 0,-1 1-12 16,4 3-18-16,0-1-10 0,-1 0-20 0,-6 3-126 15,-2 1-136-15,-2-2-125 0,-2 1-483 0,-3 2-401 16</inkml:trace>
  <inkml:trace contextRef="#ctx0" brushRef="#br0" timeOffset="16050.21">12194 14584 585 0,'0'0'507'0,"0"0"-142"15,4-4-4-15,-4 4-28 0,0 0-16 0,9 6-45 16,-9-6-38-16,10 9-23 0,-5 1-16 0,3 0-31 16,-2 4-36-16,5 1-25 0,-2 5-19 0,1-1-9 15,1 3-24-15,1 4-4 0,-2-1-16 16,0 0 1-16,2 2-13 0,-3-1-1 0,2-2-15 0,-3-1-64 16,1-2-93-16,0-1-90 0,-3-1-106 0,2-1-94 15,-3-3-461-15,0-3-471 0</inkml:trace>
  <inkml:trace contextRef="#ctx0" brushRef="#br0" timeOffset="16471.59">12697 14671 161 0,'0'0'677'15,"12"-3"-183"-15,-12 3-123 0,0 0-73 0,13 0-24 16,-13 0-30-16,9 6-47 0,-3-1-37 0,-3 0 0 0,1 1-23 15,-2 2-30-15,2 2-18 0,-4 0-17 16,3 2-17-16,-3 1-10 0,0-1-4 0,0 2-6 16,-3-2 9-16,1 4-8 0,-1-3 5 0,-1 0-14 15,0 0-4-15,-3-2-4 0,0 0 7 0,2-3 14 0,-4-1 3 16,2 0 3-16,-1-3-2 0,0-1 9 16,8-3-19-16,-19 0-6 0,10-3 5 0,0-1-12 0,0-3 6 15,2-1-3-15,0 0 26 0,-2-2 23 0,4-1-18 16,-1-1-9-16,3 2-8 0,-2-2-2 0,4 1-1 15,1 0-9-15,0 0-7 0,4 0-1 16,1 0-2-16,2 0-6 0,4-1-1 0,0 2-8 0,7 0 5 16,1-1-2-16,7 1 2 0,3 0 0 0,2 1-3 15,2 0 1-15,9-2 0 0,-1 0 0 0,3 0-6 16,2 1 7-16,0 0-5 0,0-3 29 0,-2 3 15 16,1-1-1-16,-3 0-8 0,-3 1-5 0,-6 2-14 15,-9 2 8-15,-2 1-15 0,-2-1 2 0,-4 2-9 16,-1 1-4-16,-2-1-19 0,-3 2-36 0,-10 2-96 15,10-2-140-15,-10 2-91 0,0 0-123 0,-13 3-595 16,2-1-719-16</inkml:trace>
  <inkml:trace contextRef="#ctx0" brushRef="#br0" timeOffset="17549.71">7369 14868 320 0,'0'0'429'0,"0"0"-116"0,0 0-70 0,0 0-45 0,0 0-10 0,-3 9 14 16,3 0-42-16,1 1-11 0,1 2-42 0,-1 2 28 15,0 2-44-15,2 1-2 0,0 0-30 0,1 0-4 16,-1-1-16-16,1 1 3 0,-2-2-21 0,1-3 8 16,-2-2 2-16,2 2 45 0,-2-3 18 0,2-2 32 15,-3-7-2-15,1 12-32 0,-1-12-16 0,0 0-17 16,0 0-10-16,0 0-9 0,-8-3-8 0,4-3-13 15,-1-4 3-15,0 1-13 0,-4-4 3 0,3-1-3 16,-2 0-2-16,0-4-2 0,1-1 2 0,-2-1 0 16,1-1-3-16,2 0-2 0,-2-1 2 0,3 3-2 15,0-1 1-15,1 4-6 0,0-1 10 0,0 4-2 16,3 1-2-16,0 2-5 0,-3 1 0 0,8 2-1 16,-2 1 4-16,-2 6-3 0,9-5 2 0,-9 5-3 15,13 2 0-15,-3 1 1 0,-1 2 2 0,4 1-2 16,0 2 4-16,-2 0-1 0,3-1 3 0,-4-2-8 15,1 3 7-15,-1-3-4 0,-2-1 6 0,-1 1-2 16,-7-5 2-16,13 5-1 0,-13-5-3 0,12-3-4 16,-12 3 4-16,11-8-2 0,-5 2 4 0,-2-5-6 0,0 1 7 15,1-1-3-15,-4-5 3 0,2 3-2 16,0-3-2-16,-2 0 1 0,-1 0-6 0,0 1 11 16,0 3-5-16,0-1 3 0,0 1 3 0,0 2 3 0,-1 1-3 15,1 1-2-15,0 0-3 0,0 2-4 0,0 6 2 16,0-9 3-16,0 9-3 0,0 0 1 15,0 0-3-15,1 6-1 0,2 0 1 0,-1 4 7 16,3 0-8-16,-1 6 7 0,1 0-4 0,0 1 7 0,3 4-4 16,-2-1 2-16,3 1-4 0,0-1 5 0,0 1-8 15,1 0 6-15,-3-1-4 0,2 1 0 0,-3-1-1 16,4 0 6-16,-3-2-10 0,-1 1-13 0,0-3-106 16,2-3-87-16,-3 1-74 0,0-1-96 0,-1-2-98 15,1-3-274-15,-1-1-262 0</inkml:trace>
  <inkml:trace contextRef="#ctx0" brushRef="#br0" timeOffset="17716.15">7711 14955 226 0,'9'-6'492'0,"-9"6"-115"16,6-6-44-16,-6 6-46 0,11-8-10 0,-5 3-43 0,4 0-32 15,3-2-54-15,5-3-24 0,0 2-33 0,2-2-9 16,2 1-27-16,0 0-3 0,2 0-20 0,3 0-73 15,-4 0-135-15,0 0-88 0,-3 2-133 0,3-3-278 16,-5 2-183-16</inkml:trace>
  <inkml:trace contextRef="#ctx0" brushRef="#br0" timeOffset="18048.53">8125 14733 75 0,'0'0'502'0,"6"-6"-107"16,-6 6-27-16,8-6-46 0,-8 6-27 0,12-7 7 0,-6 0-36 15,2 2-48-15,1 0-9 0,2-1-34 0,-2 1-29 16,3 2 3-16,0 0-22 0,0 2-23 16,1-1-25-16,-13 2-11 0,20 2-15 0,-7-1-7 15,-3 3-11-15,-1-1-7 0,1 5 3 0,-1-1-9 16,-2 0-2-16,-2 2-5 0,-4 3 8 0,2-1-12 0,-5 4 7 16,-1 1-14-16,-4 2 10 0,-2 0-13 0,-1-2 11 15,0 0-10-15,-2-1 9 0,2-2-7 0,1-1 12 16,0-2-16-16,1 0 13 0,1-2-11 15,2-1 8-15,-2 0-9 0,2-2 10 0,5-5-10 0,-4 9 7 16,4-9-6-16,0 0 7 0,10 2-12 0,1-3 9 16,0-1-6-16,5-3 5 0,1 0-9 0,4-2 4 15,2 0-36-15,1-4-72 0,3-1-83 0,0-2-74 16,0 3-53-16,-3-4-104 0,4 1-485 0,-4-4-472 16</inkml:trace>
  <inkml:trace contextRef="#ctx0" brushRef="#br0" timeOffset="18433.72">8848 14586 360 0,'8'3'451'0,"1"1"-49"0,-1 3-54 0,-2 1-13 16,4-1-33-16,-2 3-21 0,1 1-57 0,-1 0-5 16,-1 1-18-16,2 0-43 0,-4 1-24 0,2 1-29 15,-1 2-14-15,-1-3-21 0,-1 3-2 0,0-1-16 16,-3 1-4-16,-1-1-14 0,0-4 3 0,-1 4-13 0,-3-1 4 15,0-3-12-15,-3 1 7 0,0-1-8 16,-2-2 25-16,-1-1-9 0,-1-2 7 0,-1-3-9 16,2-1 11-16,-3-3-18 0,1-1 4 0,-3-3-13 15,2-4 9-15,-2-1-11 0,1-2 6 0,-1-4-7 16,3-1 7-16,2 2-11 0,1-2 1 0,5 2 2 0,0-1-1 16,6 1 0-16,0 0-1 0,7 1-3 0,0-2 0 15,5 2 0-15,8-2-4 0,1 0 5 0,1 5-1 16,3-3-1-16,1 3-1 0,4-1 2 0,-1 1-8 15,2 3 8-15,0-4-5 0,5 1 8 0,1 0-4 16,-1 1 6-16,-6 0-6 0,8-1 13 16,-7 2 12-16,-1-1-1 0,-3 2-5 0,1-2-2 0,-9 4-4 15,1-1-3-15,-4 1 0 0,-4 2-9 0,0-2 3 16,-2 2-4-16,-1-1-4 0,-2 2-5 0,-9 3-23 16,9-4-113-16,-9 4-137 0,0 0-102 0,0 0-128 15,-14-2-508-15,4 4-625 0</inkml:trace>
  <inkml:trace contextRef="#ctx0" brushRef="#br0" timeOffset="19448.68">3701 14996 412 0,'0'0'456'0,"-9"1"-98"15,9-1-71-15,-7 11-13 0,7-5-20 0,0 3-58 0,0 2-38 16,5 2-31-16,2 1-11 0,-1 0-20 0,6 2-16 0,-3 0-17 16,1-2-7-16,1-1-12 0,0-1-5 15,-2 0-7-15,-2-2-7 0,2 1-6 0,-2-4-4 0,-2 0 16 16,0 0 13-16,1-1 25 0,-6-6 9 15,5 9-14-15,-5-9-11 0,0 0-13 0,0 0-5 0,0 0-11 16,-11-2 0-16,3-2-8 0,-1-1-1 0,-2-5-8 16,-1 0 5-16,-1-4-5 0,-1 0-1 0,3-3 0 15,-3-1-3-15,1-4 0 0,-1 0 7 0,4 1 11 16,1 1-8-16,1-1 1 0,-1 3 7 0,4 1 12 16,1 3-8-16,2 2-6 0,-1-1 4 0,3 5-12 15,3 0-4-15,2 2 0 0,1 0-4 16,4 4 3-16,1 0-6 0,1 4 0 0,2-1 3 0,3 0-4 15,1 4 5-15,-3-1 3 0,3 1-4 0,0-2-4 16,-4 2-1-16,4 0 3 0,-4-2-1 16,0 0 2-16,-2 0-1 0,-1-1 1 0,-1 1 1 0,1-3-3 15,-11 0 1-15,19-2 2 0,-10-1-2 0,-3-3 2 16,2 0-4-16,1-2 1 0,-4-3 1 0,1-1-1 16,-2-1-1-16,-1-3 7 0,-1 1-4 0,-1-1-2 15,1 0-5-15,-1 1 10 0,-1-1-8 0,0 4 8 16,-1 0-7-16,1 1 8 0,0 1-10 0,0-1 6 15,0 5-7-15,1 0 5 0,-1 6-7 0,4-8 8 16,-4 8-5-16,0 0 3 0,13 3-2 0,-7 4 3 16,2 0-6-16,2 5 5 0,-1 0 2 0,2 3 1 0,2 0 2 15,0 2-2-15,1 1 4 0,-1 0-2 0,2 3-2 16,-1-2 2-16,0-1-6 0,0-1 7 16,-2 2-11-16,-1-1 4 0,-1-1-9 0,1 0-57 15,-1-2-117-15,-2-1-113 0,-2 1-77 0,-1-2-117 0,-1-1-289 16,2-2-300-16</inkml:trace>
  <inkml:trace contextRef="#ctx0" brushRef="#br0" timeOffset="19634">4318 15033 643 0,'0'0'572'0,"10"-6"-100"0,-10 6-66 0,8-9-76 0,-2 3-72 0,3-2-41 0,5-1-44 15,4-3-31-15,4-3-26 0,5 2-16 0,3-4-20 16,4 1-15-16,0 0-9 0,1 1-14 0,-5 4-23 16,1-1-65-16,-2 1-94 0,1 0-102 0,-4 1-97 15,-3 3-124-15,-2-4-317 0,-2 2-300 0</inkml:trace>
  <inkml:trace contextRef="#ctx0" brushRef="#br0" timeOffset="20065.38">4806 14649 539 0,'0'0'465'0,"-6"-8"-88"16,6 8-48-16,-4-10-35 0,4 10-22 0,-3-7-32 16,3 7-23-16,3-10-26 0,1 5-26 0,0 1-18 15,2-1-16-15,3-2-24 0,1 3-16 0,3-1 12 16,2 2-17-16,1-1-14 0,0 1-8 0,0 2-12 16,-1 1-7-16,-1 1-13 0,4 2-1 0,-3 1-10 0,-1 2-1 15,-1 0 1-15,-4 3-1 0,1 0-9 16,-2 2-8-16,-4 3 10 0,-4-1-14 0,-3 4 9 0,-3 4-9 15,-7 4 9-15,0-1-12 0,-2-2 11 16,-2-1-2-16,-2-3 1 0,6-1-3 0,2-2 3 0,-1-6-3 16,3 1 9-16,1 0 9 0,1-2 3 0,2-2-3 15,5-6-6-15,-7 8-2 0,7-8-3 16,0 0-11-16,8-4 9 0,1 1-16 0,0-2 12 16,5 0-8-16,0-3 6 0,3 2-11 0,-2 0 8 0,3 0-7 15,0 3 8-15,0-1-5 0,-3 0 9 0,4 1-10 16,-2 1 12-16,-2 2-14 0,-2 0 14 0,1 1-14 15,-2 1 13-15,-1 1-9 0,-1 0 9 0,-1 2-11 16,-4 1 9-16,-1 1 3 0,-1 2 1 0,-3-1-3 16,-1 1 0-16,-3 3-8 0,-3-1 9 0,-2 1-6 15,-2 0 7-15,-2 0-8 0,-2 1 8 0,-2-1-11 16,2-2 10-16,-2 1-12 0,2-4 6 0,-1 0-9 16,1-3-37-16,4 0-114 0,-1-1-91 0,12-3-67 15,-18 0-112-15,18 0-537 0,-14-8-556 0</inkml:trace>
  <inkml:trace contextRef="#ctx0" brushRef="#br0" timeOffset="20466.09">5331 14652 448 0,'18'3'497'0,"-5"1"-90"0,2-1-49 0,-2 3-39 15,0 2 24-15,0 0-39 0,-3 1-53 0,-1 0-5 16,0 1-41-16,-3 1-11 0,1 2-24 0,-3-2-23 15,-2 1-42-15,3 1-12 0,-5-2-18 0,1 2-14 16,-2-1-10-16,-1-2-11 0,-1 2-5 0,-2-1-16 16,1-1 6-16,-1-2-9 0,-3 1 4 0,-1-4-5 15,2-1 8-15,-4 0-9 0,0-2 7 0,-1-2-12 0,1-4 5 16,-3-2-1-16,1 1-4 0,-1-5-4 0,-1 0 5 16,-2-2 5-16,3-1 14 0,0 1 2 15,5 0 14-15,-1 0-12 0,2 2 27 0,-2-3 6 0,6 4-12 16,-1-1-10-16,2 1-12 0,2-3-4 0,5 4-7 15,2-3 3-15,5 1 2 0,5-1-3 0,2 0-7 16,6-1 5-16,5 0-9 0,5-1-1 0,4-1-3 16,3 0 1-16,0-1-6 0,1-2 4 0,2 3-9 15,-1-2 12-15,3-1-14 0,-4 0 12 0,2 1 0 16,-5 0 0-16,-1 0-4 0,-9 4 4 0,-2 1 2 16,-6 3 5-16,-1-2-2 0,-5 2-6 0,-3 1-6 15,-2 2-5-15,-4-1-9 0,-6 6-8 0,5-6-36 16,-5 6-71-16,0 0-131 0,-14 2-112 0,3 3-111 15,-2 1-120-15,-4 1-436 0,1 2-652 0</inkml:trace>
  <inkml:trace contextRef="#ctx0" brushRef="#br0" timeOffset="24415.74">15932 7057 102 0,'0'0'401'0,"0"0"-78"0,-9-1-45 0,9 1-21 0,0 0-43 16,0 0-5-16,0 0-33 0,-10-3 2 0,10 3-47 15,0 0-2-15,0 0-44 0,0 0 11 0,0 0-39 16,0 0-2-16,0 0-17 0,0 0 20 0,0 0-27 16,0 0 28-16,0 0-27 0,0 0 23 0,0 0-8 0,0 0 21 15,0 0-27-15,10-6 14 0,-2 1-28 0,0 1 4 16,1 0-7-16,-2-2 35 0,1-1 1 0,2 1 2 16,-1-3-8-16,0 2-2 0,-2-1-8 0,0-1-3 15,0 1 1-15,-2 0-7 0,-1-1 8 0,-2-1-6 16,-2 2-5-16,0-2-5 0,-1 3-4 0,-3-4 3 15,0 3-5-15,-4-2-1 0,-2 2-1 0,0 2 3 16,-3-1 9-16,-1 1-1 0,-1 1-1 16,-3 3 7-16,1-1 5 0,-2 3 7 0,-2 1-1 0,-1 3-6 15,-3 2-2-15,1 1-5 0,3 3-6 0,0-2-9 16,-1 4 3-16,3 1-5 0,4 1-2 0,0 2-2 16,3-2 42-16,3 4 17 0,1-1 11 0,6 0 5 15,1 1 6-15,3 0-24 0,2-2 4 0,6 3-28 16,0-3-6-16,4 1-4 0,2-3 1 0,4 2-6 15,1-6-6-15,2 0-3 0,1-2-5 0,0 1-1 16,4-7-7-16,-3 2 2 0,0-2 1 16,-2-1-6-16,0-2-3 0,3-3 0 0,-4 1-2 0,-1-3 2 15,1-1-4-15,-4-2 5 0,-2-2-2 0,0 0 0 16,-2-2-3-16,-4-4 5 0,0 3-1 0,-1-4 3 16,-2 2 4-16,-4 0-5 0,0-2 5 0,-2 0-5 15,-1 0 10-15,-1 0-8 0,-3 0 5 0,0 2-4 16,-1-2 1-16,-5 1-6 0,2 1 5 0,-2 1-6 15,-4 1-1-15,1 3 1 0,-3 2-2 0,2 0-3 16,-4 5 2-16,1-2 3 0,-1 3-4 0,-2 1 9 0,1 2-8 16,-2 2 9-16,-2 4-12 0,0-1 11 0,-1 3-13 15,2 1 5-15,-2 3 1 0,-2 0-1 0,5 2 4 16,3 0-1-16,2 0 1 0,0 1-1 16,4 2-2-16,2 1 11 0,0 1 31 0,5 1-6 0,2-1 3 15,4 0-2-15,3 4-7 0,1 0-8 0,4-2 3 16,4 3-10-16,2-2-2 0,2-1 1 15,1-2 1-15,1-1-5 0,3-1 8 0,-2-6-3 16,-1-1-2-16,3-2-3 0,1-4 1 0,-4-1-3 0,3-1 0 16,2-4 2-16,-1-1-6 0,2-2 6 0,0-2-5 15,-3-1-2-15,-1-4-3 0,-1 0 0 0,-1-1 0 16,-5-1 4-16,1-2 0 0,-2-2-3 0,-3 0 2 16,-2-1-7-16,-3 0 7 0,0-2-11 0,-3 2 21 15,-1 0-14-15,-2 2 21 0,-3-3-19 0,-1 1 5 16,-3 0-1-16,-2 1 0 0,-2 4 17 0,-1 0-22 15,-3 1 19-15,-2 3-25 0,-1 1 18 0,-3 5-21 16,3 0 21-16,-4 4-16 0,-3 4 25 0,-2-2-22 16,0 6 8-16,1 2 0 0,-1 2-2 0,6 0-2 15,2 1 1-15,2-1-8 0,3-1-1 0,1 3-21 16,5-3-21-16,2 0-35 0,5 0-83 0,-1-4-107 0,4 0-146 16,3 0-171-16,-4-7-814 0,12 4-1004 15</inkml:trace>
  <inkml:trace contextRef="#ctx0" brushRef="#br0" timeOffset="32032.39">16230 13047 586 0,'0'0'497'0,"3"-10"-112"0,-3 10-82 0,1-7-52 0,-1 7-78 0,0-8 33 15,0 8-28-15,1-7-18 0,-1 7-21 0,0 0-19 16,2-9-17-16,-2 9-16 0,1-8-17 0,-1 8-1 15,0-7-10-15,0 7-4 0,-1-9-7 16,1 9-5-16,-3-9-5 0,3 9 1 0,-4-12 9 0,3 7 0 16,-2-4 9-16,-2 3 11 0,1-2 4 0,-2 0-6 15,0-1 1-15,-1 1 0 0,-2-1-9 0,-2-1-2 16,2 1-15-16,-3-1 18 0,2 1-17 0,0-1 14 16,0 2-18-16,-2-2 9 0,3 2-17 0,-2-1 20 15,1 1-16-15,-1 1 13 0,2-3-27 0,-1 5 16 16,1 0-23-16,-1-2 2 0,0 2-3 0,1 0 14 15,-2-1-20-15,0 1 16 0,1 1-19 0,-2-1 25 16,2 1-8-16,0 1 38 0,-2 0-27 0,2 2 20 16,-1-1-16-16,0 2 15 0,-3 0-12 0,3 2 25 15,-2-1 0-15,0 1-11 0,-1 1-12 0,0 2-2 16,-1 0-1-16,1-1-4 0,0 2 15 0,-2 1-1 0,3-1 2 16,1 0 16-16,0 1-7 0,1-1-9 15,-2 0-6-15,4 3-3 0,-2-3 18 0,2 4 5 16,0-1-12-16,2-1-7 0,-2 0-7 0,4 1-4 15,-1-1 25-15,1 2-8 0,0-1-3 0,1 1-8 16,-1 0-4-16,1 2-7 0,0-2-1 0,3 1-1 16,-2 1-3-16,2 0 16 0,0 0 3 0,1-1-4 15,0 2 10-15,2-1-2 0,-1 2-5 0,2 0-12 0,2-1-4 16,-1 2-2-16,4-4-3 0,-1 4-4 16,2-2-1-16,-1-1-4 0,5 2 0 0,-2 0 1 15,3-1-7-15,-1-1 2 0,1 1 3 0,-2-3 10 16,2 2 19-16,2-1-8 0,-3-3-3 0,4 3-5 0,-5-3-3 15,5 1-4-15,-3-2 0 0,3 0-6 0,-2-1-3 16,4-1 3-16,-1-1-3 0,-1 1-1 0,1 0-2 16,0-3 7-16,2 1-9 0,0-1-1 0,-3-1 2 15,3 0-3-15,-2-1 5 0,2 0-3 0,-3 0 1 16,0-1 0-16,1-1 2 0,-1-3 15 0,-1 1-1 16,0-4 0-16,0 0 1 0,1-4 2 0,1-5 2 15,-4 3-2-15,4-5 8 0,-3 0-9 0,-1-5 12 16,-2 2-10-16,-1 1 9 0,-3 0 9 0,-2-3 10 15,-1 2-21-15,-1 0 23 0,1 3-35 0,-4-2 8 16,-2 1-17-16,-4 0 11 0,1-1-21 0,-5-2 10 16,-4 3-24-16,-6-3 4 0,-4 5-33 0,-10-2-22 15,-5 2-50-15,-7 2-66 0,-8 6-66 0,-12-2-87 16,-6 5-128-16,-5 1-156 0,-2 5-160 0,2 5-756 16,0 2-1170-16</inkml:trace>
  <inkml:trace contextRef="#ctx0" brushRef="#br0" timeOffset="36475.25">12111 15193 72 0,'0'0'-26'0,"0"0"10"0</inkml:trace>
  <inkml:trace contextRef="#ctx0" brushRef="#br0" timeOffset="36931.94">19814 14940 45 0,'-12'-2'647'0,"12"2"-187"0,0 0-114 15,0 0-95-15,-6-3-65 0,6 3-40 0,0 0-32 16,0 0-23-16,0 0-28 0,0 0-33 0,0 0-22 16,0 0-61-16,-12 1-43 0,12-1-89 0,0 0-119 15,0 0-242-15,0 0-56 0</inkml:trace>
  <inkml:trace contextRef="#ctx0" brushRef="#br0" timeOffset="37298.69">12054 15644 787 0,'15'-7'811'0,"-14"-1"-189"16,2-2-146-16,1 3-205 0,0 1-230 0,-4 6-122 16,15-4-87-16,-4 4-53 0,7 3-108 0,4 0-371 0,5 1-208 15</inkml:trace>
  <inkml:trace contextRef="#ctx0" brushRef="#br0" timeOffset="39649.64">16610 6038 417 0,'0'0'485'0,"0"0"-96"16,0 0-59-16,2-6-39 0,-2 6-37 0,0 0-29 0,2-9-18 0,-2 9-22 15,0-6-6-15,0 6-19 0,-2-10-28 0,2 10-20 16,-2-10-13-16,-1 2-12 0,1 3-7 16,-2-4 10-16,-1 1-11 0,-2 0-9 0,-3-4 17 15,1 1 5-15,-1-2-5 0,-4-1-14 0,0-2 16 0,-3 2-6 16,2 0-9-16,-4-2-16 0,-2-1-6 15,3 1-12-15,-3 0-6 0,-1 0-14 0,0 2 3 16,0 0-12-16,-1-1 5 0,0 2-7 0,-1 2 2 0,-1-2-6 16,-4 1 2-16,1 4-7 0,0-3 7 0,-2 2-5 15,-2 1 4-15,0 0 3 0,-2 2 9 16,1-2 15-16,1 2-3 0,-1 1-1 0,0 0 8 16,3 2-22-16,2 1 4 0,-1-1-11 0,1 2 5 0,0 1-7 15,1 1 0-15,-1 0 47 0,2 2-23 0,-1-1 9 16,2 4-11-16,-1-2 6 0,3-1-18 0,-2 3 13 15,3 1-22-15,-1 1 15 0,-1-1-18 0,1 3 12 16,-2 1-14-16,-2-1 20 0,3 2-18 0,-4-1 16 16,4 3-18-16,-2 1 35 0,3-2-5 0,-1 0-5 15,0 2-6-15,1-1-5 0,2 1-2 0,1-2 2 16,2 2-2-16,1-1-1 0,1 1-3 0,0-1 1 16,1 0 1-16,2 0-5 0,0-1 3 0,-2 1 12 15,5 1 23-15,-3 0-3 0,4-2 2 0,0-1-21 16,-1 1 10-16,2-1-12 0,2 0 0 0,-2 1-2 15,4 0-1-15,-3 0 0 0,4-1 0 0,-2 1 6 16,4-1 24-16,-1 0-12 0,1 2 0 0,2-1-9 16,2 3 7-16,1-1-7 0,0 1-3 0,5 3-1 15,-3 0-6-15,4 0-3 0,2 0 2 0,-1-1-2 16,5 3 5-16,-1 0-5 0,0 0-5 0,3-1-1 0,-1-1 6 16,-1 0-8-16,2-1 1 0,2 0-2 15,-3 0 3-15,0-5-2 0,1 3 4 0,0-4-10 16,0 1 4-16,5 2 3 0,0-2 0 0,1-2 4 0,2 0 5 15,2-1 13-15,1-1-5 0,3 0-3 0,1-1-3 16,-1-1-6-16,4-3-1 0,0 2 0 0,-2-1-2 16,3-3 1-16,-2 3-4 0,-2-5-3 0,-1 3 0 15,-3-2-28-15,1 1 34 0,-1-2-30 0,-1 0 31 16,-1-2-30-16,1 2 34 0,-2-1-34 0,-2-1 35 16,2 1-29-16,-1-2 28 0,1-1 0 0,-1 1-7 15,0-1 1-15,1 0-4 0,1 0 2 0,0-2-1 16,5-1-2-16,-3 0 5 0,2 0-5 0,-3-3-1 15,0 2 1-15,-1-1 5 0,-4-1-8 0,0 0 7 16,-1 0 8-16,-2-1 2 0,-3-2 3 0,1 0 10 16,-3-1 13-16,-1-1 9 0,-1-2-1 0,-4-1-6 15,1-1 3-15,-1-2-1 0,-5-1-1 0,1-1 3 16,-1 0-34-16,-3-1 24 0,2-2-34 0,-6-1 26 16,2 1-35-16,0 0 27 0,-3-5-5 0,-1 1-4 15,0 1-4-15,-2 0-2 0,-2 3-3 0,2-2 0 0,0 6-1 16,-2 0-3-16,-2 2-2 0,1 1 36 15,-1 1-42-15,-4 0 40 0,2 3-47 0,-2-1 39 16,-3 3-45-16,-4-1 3 0,-3 0 2 0,-3 4-5 16,-2 0-18-16,-7 2-4 0,-5 0-86 0,-5 2-19 15,-3 1-99-15,-5 1-50 0,-4 1-151 0,-2 2-181 0,-6 1-223 16,-11 0-539-16,0 0-992 0</inkml:trace>
  <inkml:trace contextRef="#ctx0" brushRef="#br0" timeOffset="45350.08">15485 14139 503 0,'-18'-3'393'0,"3"0"-66"0,-3 2-55 0,1-2-2 16,-2 3-38-16,3-2 10 0,0 2-54 0,1 0-13 15,3-1-44-15,1 1 6 0,11 0-34 0,-21-2 10 16,21 2 8-16,-14 0 8 0,14 0 4 0,-10 3 4 15,10-3 3-15,0 0-8 0,3 6-15 0,6-3-25 16,2-2-17-16,8 2-15 0,7 0-10 0,11-1-12 16,8 2-7-16,6 0-6 0,4 1-5 0,1-2-5 15,4 0-2-15,0-1-9 0,0 2 20 0,2-2 15 0,-4 0 1 16,1-1-8-16,1-1-6 0,-4-1-1 0,-1 1 15 16,-2-2 10-16,-3 0-8 0,-8 0-3 15,-1-1-4-15,-4 2 4 0,-5-1-13 0,-4-1 3 16,-3 2-12-16,-5-1 5 0,-1 1-12 0,-5-1 4 0,-2 1-10 15,-12 1 10-15,12-3-3 0,-12 3 5 0,0 0-13 16,-14-1 4-16,-4 1-7 0,-5 1 7 0,-6 1-7 16,-8-1 6-16,-6 2-8 0,-5 0 11 0,-1-2-10 15,-3 2 3-15,0 0 1 0,2 1 2 0,-1-1-4 16,2 0 1-16,2 0 2 0,5-1-2 0,2 1-1 16,2-3 2-16,-1 3-1 0,7-2-5 0,2-1 9 15,1 2 1-15,5-2 25 0,4 0-4 0,2 0 36 16,3 0-17-16,15 0 24 0,-17 0-36 0,17 0 28 15,0 0-41-15,14 0 18 0,8 0-29 0,7 0 25 16,11 0-35-16,11 2 28 0,4 0-36 0,1 1 5 16,4-2 37-16,0 1-44 0,0-1 32 0,0-1-35 15,0 2 31-15,-1-2-29 0,-4 0 39 0,-5 0-33 16,-5-2 4-16,-6 1-1 0,-3-1 4 0,-6 2 2 16,-5-1-6-16,-2 1 9 0,-5-2 7 0,-1-1-5 15,-7 1-4-15,-10 2-12 0,9-8-2 0,-9 8 13 16,-12-9-44-16,-3 3-5 0,-6-1-48 0,-3 1-36 15,-5-2-60-15,2 3-70 0,0 2-58 0,-1-1-67 16,1 1-85-16,0 2-89 0,4 0-437 0,-1 1-591 16</inkml:trace>
  <inkml:trace contextRef="#ctx0" brushRef="#br0" timeOffset="47948.73">12778 13693 352 0,'0'0'288'0,"-8"-4"-63"0,8 4-36 0,-6-5-11 0,6 5-25 16,0 0-17-16,-5-7-14 0,5 7-19 0,0 0-1 16,-6-4-19-16,6 4-11 0,0 0-19 0,0 0-4 15,0 0-16-15,-5-4-1 0,5 4-3 0,0 0 66 0,0 0-30 16,-7 4 11-16,7-4-4 0,0 0 0 15,-2 7-4-15,2-7-9 0,-2 7 9 0,2-7-6 16,0 9-11-16,0-9 17 0,0 11-9 0,0-11-10 0,3 11-4 16,-3-11 21-16,1 9-13 0,-1-9-19 0,3 10 42 15,-3-10-9-15,1 9-11 0,-1-9-4 16,4 7 5-16,-4-7-2 0,1 8-8 0,-1-8-17 16,4 5 6-16,-4-5-10 0,0 0 12 0,3 9 9 0,-3-9 1 15,0 0 0-15,2 6 6 0,-2-6-3 16,0 0-10-16,8 6-6 0,-8-6-1 0,6 4 13 0,-6-4-1 15,9 3-3-15,-9-3-4 0,13 3-9 0,-13-3-3 16,16 0-8-16,-16 0 1 0,21 0-10 0,-21 0 5 16,19 0-8-16,-19 0 6 0,22 0 12 0,-12-1 13 15,-10 1-7-15,18-2 0 0,-18 2-3 16,15-3 17-16,-6 2-6 0,0-2-5 0,0 1-8 0,4-2-2 16,-4 0-5-16,1-1-4 0,4-1-2 0,0 2-4 15,0-3-1-15,2-1 1 0,1 0-1 0,3 0 0 16,0 0 35-16,3 0-10 0,0 0-4 0,4-2-1 15,1 2-5-15,2-2 10 0,0 3 9 0,-4 0-3 16,1 1 0-16,-1 2 6 0,4 1-2 0,-2 1-6 16,1-1 4-16,-1 3-3 0,2 0-2 0,-2 0-4 15,3 2-1-15,4 1 8 0,-3 0-8 0,3 0-5 16,-2 3-3-16,0-4-5 0,-1 4-6 0,0-1 2 16,-2 0-3-16,-4-1 16 0,2 1-23 0,1-1 1 15,-4 0 2-15,2 0 11 0,1 0 8 0,0-2 6 16,2 1-17-16,-2-1 11 0,1-1-14 0,1 2 9 0,0-2-17 15,0 0 15-15,2 0-6 0,0-1 2 16,1 0-11-16,0 0 6 0,0 0-8 0,-1 0 7 16,0 0-10-16,-1-1 13 0,0 0-13 0,-2 0 9 15,-1-2-11-15,-1 2 11 0,0-1 2 0,-2-2 20 16,-2 1 0-16,2 0-2 0,-3-1 3 0,0 0-2 0,0 0 0 16,1-1-3-16,1 0-3 0,0 1-4 15,2-1-4-15,0 0-6 0,2 1-1 0,1 0-2 0,3 0-5 16,1 0 7-16,-2 1-5 0,-3 2 7 0,3-2-9 15,-3 0 3-15,-1 0-4 0,-6 2 1 0,-1 0 1 16,-1 0-2-16,-5 0-1 0,1-1 3 16,-3 1 0-16,-1-1-3 0,1 1 0 0,-12 1 1 0,17 0-1 15,-17 0 4-15,15 0-3 0,-15 0-1 0,12-2 0 16,-12 2-3-16,0 0 1 0,12-3-4 0,-12 3-18 16,0 0-42-16,0 0-48 0,0 0-48 0,-8-6-90 15,8 6-95-15,-18-2-120 0,7 2-41 0,-6 0-118 16,-1 0-534-16,-7 2-775 0</inkml:trace>
  <inkml:trace contextRef="#ctx0" brushRef="#br0" timeOffset="48215.55">13011 14134 329 0,'0'0'571'0,"0"0"-139"0,0 0-105 0,-5 5-65 0,5-5-50 0,0 0-41 0,0 0-41 0,0 0-29 16,-5 4-26-16,5-4-8 0,0 0-20 0,0 0-2 15,-7 5-14-15,7-5-5 0,0 0-7 0,-10 4-52 16,10-4-94-16,0 0-102 0,-9 3-156 0,9-3-268 15,0 0-164-15</inkml:trace>
  <inkml:trace contextRef="#ctx0" brushRef="#br0" timeOffset="48415.4">13968 14169 748 0,'18'-5'725'0,"-3"0"-172"0,-1 2-118 15,-2-1-108-15,-2 0-89 0,0 1-80 0,-2 1-56 16,2-1-45-16,-10 3-46 0,13-3-68 0,-13 3-48 0,14-4-111 16,-14 4-103-16,0 0-519 0,10-3-380 15</inkml:trace>
  <inkml:trace contextRef="#ctx0" brushRef="#br0" timeOffset="49997.62">16611 13714 93 0,'0'0'537'0,"-9"-6"-165"0,9 6-61 16,-13-5-92-16,13 5-6 0,-12-5-30 16,12 5 11-16,-11-3-40 0,11 3-5 0,-10-2-49 0,10 2 7 15,-9-3-40-15,9 3 10 0,0 0-31 0,-9-3 33 16,9 3-8-16,0 0 26 0,0 0-8 0,8 4 1 16,-8-4 4-16,12 4 14 0,-2 0-2 0,0 0-6 15,1 1-2-15,2 1 0 0,2 0 1 0,-2 0-8 16,4 1 1-16,-2-1-15 0,4 1 4 0,-1-1 0 15,4 1 2-15,0 0-21 0,-2-1-10 0,6-1-4 16,-1-1-7-16,3 0 4 0,-1-3-1 0,5 0 1 16,0-2-10-16,5 1 4 0,2-2 20 0,1-2-11 15,0 1-7-15,4-3-9 0,0 1-3 0,-2-3-7 16,2 2-1-16,-7 0-4 0,-1-1 3 0,-2-1 8 16,1 0-1-16,-2 0-4 0,-1 2-5 0,-3-1-1 15,-2 0-4-15,-3 2-5 0,1 0-1 0,-5 2 0 16,3-2-1-16,3 2 20 0,-5 2 0 0,1 0 5 15,2 2 3-15,3-1-6 0,3 3 2 0,-2 1 0 16,4 1 5-16,1 0 3 0,-1 0 1 0,0 3-16 16,0-2 2-16,0 0-7 0,-3 1-3 0,-1-1 0 0,-2-1-4 15,-1 1-4-15,-3-4 4 0,1 3-6 16,0-4 2-16,-5 2-5 0,4-1 5 0,-3-2-13 0,-1 0 17 16,1 0-8-16,-1 0 1 0,-3-2-7 0,3 1 8 15,-3-2-4-15,3 0 2 0,-4-1 0 0,3-2-1 16,-3 1-1-16,2-1 3 0,1-1-5 15,1 0 4-15,-1-2 1 0,3-1 1 0,1-1-1 16,-2 1-5-16,1 0 1 0,6-1 1 0,-7 0-2 0,3 2 1 16,-2-2-2-16,1 3 9 0,-1 2-10 0,-1-2 1 15,-1 3 0-15,0-1 1 0,0 3-6 0,1 0 5 16,0 1 5-16,-1 0-6 0,1 1 3 0,-1 1-3 16,0 1 3-16,1 1-1 0,-2 0-1 0,1-1 0 15,-3 2 3-15,2 0 0 0,-3 2-1 0,1-4 3 16,-1 3-5-16,-1-1 4 0,-2-1-2 0,1 1 5 15,1 1-6-15,-3-2 1 0,1 1-2 0,-2-2 3 16,2 1 3-16,0 0 0 0,-1-2 1 0,1 2 0 16,3-1-5-16,-2-1 3 0,4 0-5 0,2-1 5 15,1-1-2-15,0 2 2 0,1-2-6 0,2-1 2 16,2 0 0-16,-3-3 0 0,-1 3 3 0,-3-1-2 16,2 0 1-16,-1 0 2 0,-4 0-2 0,1-1 2 15,-2 3 2-15,-4-2-4 0,3 0-5 0,-5 0 4 16,1-1 3-16,-2 0-7 0,-6 5-4 0,9-8-11 0,-9 8-27 15,4-7-56-15,-4 7-78 0,-4-5-96 16,4 5-93-16,-11-2-33 0,11 2-103 0,-18 2-92 16,5 1-441-16,0 1-653 0</inkml:trace>
  <inkml:trace contextRef="#ctx0" brushRef="#br0" timeOffset="54717.98">14712 9743 586 0,'5'-24'603'0,"-4"-1"-130"0,-1-4-109 0,-2-1-27 0,-3-1-53 15,-3-3-13-15,-1 3-28 0,0-7-23 0,-5 0-12 16,1 1-28-16,-2 0-18 0,0 1-5 0,-3 1-39 16,0-1-4-16,-4 0-35 0,-1 2 16 0,-1-3-13 15,-11-2-15-15,0 0-17 0,-5 2-6 0,-4 2 2 0,-9 2-16 16,-5 3-2-16,-7 2-11 0,-5 4 4 16,-7 5-8-16,0 4 2 0,-8 8-7 0,-5 2 7 15,-2 9 26-15,-6 4 30 0,-18 10-15 0,3 7 5 16,7 7-9-16,6 6 14 0,6 8-4 0,9 4-19 0,10 7 4 15,21-6-16-15,4 6 2 0,8 1-11 16,7 5-6-16,4-1 1 0,8 1-7 0,5 2 2 16,8-2-2-16,5-9 0 0,5 3 1 0,6 9-4 15,8-3 25-15,5-1-14 0,11 0 12 0,4-4-11 0,13-1 3 16,17 6 5-16,9-4 14 0,13-6-24 0,3-7 11 16,12-7-16-16,7-2-1 0,9-7 12 15,7-5-20-15,3-4 7 0,-2-4 12 0,3-6-19 0,-25-6 0 16,3-4 16-16,0-4-18 0,-3-7 24 0,12-8-18 15,-9-7 19-15,-23-3-23 0,6-13 22 0,-21 0-26 16,7-13 23-16,-20 4-26 0,-5-5 3 0,-5-1 6 16,-3-4-10-16,-7-2 24 0,-7-1-26 0,-5-2 11 15,-8-2 4-15,-5 2-3 0,-3-1-19 0,-9 9 22 16,-5-6-22-16,-5 2 22 0,-6 1-21 0,-2 8 17 16,-7 1-2-16,-5 3-37 0,-4 5-10 0,-3 4-11 15,-4 4-14-15,1 5-30 0,0 8-53 0,4 5-62 16,-2 7-69-16,6 4-68 0,4 4-33 0,2 6-95 15,-1 3-91-15,3 5-463 0,5 2-646 0</inkml:trace>
  <inkml:trace contextRef="#ctx0" brushRef="#br0" timeOffset="55533.49">18256 9646 1 0,'19'-18'531'0,"5"0"-120"0,-3-3-35 15,2-3-76-15,-1-2 22 0,-2-1-52 0,0-3 1 16,-2 1-2-16,-4 2-28 0,-4-2-19 0,0 2-25 15,-7 0-44-15,-1 2-2 0,-6-4-9 0,-4 0-21 16,-7-6-16-16,-8 0-6 0,-12-6-4 0,-7 3-6 0,-8 1 1 16,-9 0-15-16,-6 1-14 0,-10 3-5 15,-22-3 22-15,-7 8-12 0,11 9 60 0,-2 6-36 0,-3 7-15 16,5 6-12-16,4 8-7 0,2 8-11 0,6 7 12 16,5 11-12-16,-7 18 9 0,12 6-7 15,8 11-7-15,8 6 15 0,10 7-2 0,16-9 1 16,8 3-23-16,8 2 14 0,7 5-4 0,9 2 23 0,6 3-15 15,7-1 31-15,13 11-26 0,6 0 16 0,8-9-38 16,6-6 19-16,9-5-34 0,6-9 4 16,6-5-8-16,4-9 2 0,-5-13 0 0,2-6 19 0,3-5 16 15,0-8 3-15,4-5-7 0,-2-4-8 0,5-8-7 16,-2-6-5-16,0-4 1 0,1-8-7 0,-1-3-5 16,-2-8 26-16,-1-6-32 0,-2-6 29 0,12-14-28 15,-6-4 30-15,-3-5-2 0,-3-3-35 0,-7-3 30 16,-3 0-33-16,-13 8 0 0,-5 0 22 0,-8 0-44 15,-6-3 21-15,-11 0-6 0,-14-2-1 0,-9 8 0 16,-14-11-1-16,-8 2 4 0,-12 3-4 0,-10 1-23 16,-19-2 29-16,-9 4-61 0,-10 7 18 0,-10 5-76 15,-3 10-14-15,13 9-45 0,-3 6-33 0,-2 5-51 16,0 8-76-16,5 5-75 0,2 7-44 0,7 5-99 16,1 4-676-16,7 4-845 0</inkml:trace>
  <inkml:trace contextRef="#ctx0" brushRef="#br0" timeOffset="60313.56">11789 12932 595 0,'0'0'481'0,"0"0"-113"0,0 0-81 0,0 7-56 16,0-7-48-16,0 0-37 0,0 0-34 0,0 0-17 0,0 0-4 16,0 0 0-16,0 5 5 0,0-5-5 0,0 0 5 15,0 0-11-15,0 0 9 0,0 0-12 0,0 8 10 16,0-8-25-16,0 0 8 0,0 0-21 16,0 0 18-16,0 0-16 0,0 7 20 0,0-7-12 0,0 0 13 15,0 0-16-15,0 0 14 0,1 6-16 0,-1-6-23 16,0 0 11-16,4 7-4 0,-4-7 20 0,3 6-21 15,-3-6 8-15,4 8-25 0,-4-8 5 0,5 9-15 16,-5-9 13-16,6 8-21 0,-6-8 10 0,3 9-16 16,-3-9 15-16,2 7-19 0,-2-7 19 0,4 8 2 15,-4-8 25-15,3 6-16 0,-3-6 22 0,0 0-5 16,2 6 23-16,-2-6 13 0,0 0 8 0,0 0 13 16,4 5-1-16,-4-5-15 0,0 0-30 0,5-5 1 15,-1-1-13-15,1 1 9 0,-1-7-24 0,1 4 6 16,-1-5-18-16,0-3-4 0,0 1-4 0,-2-2 3 0,1-2 6 15,-2-1-1-15,-1-2 0 0,2 0 10 16,-2-2 17-16,-2-2-2 0,2 2 3 0,-1-1-3 16,-1-1 10-16,1 1 2 0,0 0-5 0,0-3-8 15,-2 4 1-15,3-2-11 0,-1 1-5 0,-1 0 7 0,1 0-2 16,1 0 9-16,0 1 11 0,0-1-11 16,0 2-10-16,1-2-3 0,1 1 2 0,-1-1-6 15,2 0 2-15,-1 0-8 0,-1 0 0 0,2 3 9 16,-1-2-19-16,1 2 1 0,-2-1 6 0,0 4 17 0,2 0-4 15,-2 1 0-15,1 0 23 0,0 1-40 0,-1 0 30 16,2 0-34-16,-2 2 28 0,2-3-27 0,0 3 58 16,-1 1-29-16,1-2 22 0,-1 1-39 0,3-1 22 15,-2 1-33-15,1-1 25 0,-2 1-31 0,2-1 26 16,1 0-31-16,-1-1 29 0,1 0-29 0,-2 1 54 16,0-1-22-16,0 0 18 0,1-1-32 15,0 1-2-15,-3-1 0 0,3 1-4 0,-3-2 1 0,2 1-3 16,-2 0 2-16,-1-1-4 0,1 0-1 0,2-2 2 15,-3 2-10-15,-3-1 10 0,3-1-4 0,-1 1 6 16,1-1-6-16,-1-3 1 0,-2 2-2 0,3-3 4 16,-2 1-3-16,2 2 25 0,-3-3-32 0,2 2 28 15,1-2-33-15,-3 3 33 0,3-2-33 0,-1-1 26 16,1 5-26-16,0-5 28 0,-1 6-22 0,-1-6 16 16,1 0-21-16,1 2 26 0,0-1-28 0,-1-1 26 15,-2 2-22-15,2 0 27 0,0 1-29 0,-1-5 2 16,-3 5 4-16,4-1 0 0,-3-1 1 0,3 0 0 15,-3 3 5-15,3 1-3 0,-2 0 3 0,2 1 2 0,-2-3-2 16,2 1 2-16,-2 2 0 0,2-2 0 0,0 1-1 16,0-4 28-16,-2 1-33 0,3 1 27 0,-2-4-29 15,-1 2 25-15,2 0-26 0,0-1 26 0,-2 2-24 16,0 1 45-16,1 0-38 0,-1 0 28 0,1-1-33 16,-2 2 28-16,1-2-26 0,-3 3 24 0,3 1-31 15,1 1 30-15,-3-2-26 0,2 2 44 0,1 0-35 16,0 1 28-16,0-3-35 0,-1 3 30 0,2-1-31 15,-1 1-6-15,1-2 5 0,1 0 1 0,0 1 1 16,0-1-1-16,-1 1 0 0,0-1 6 0,1 0-5 16,-3 0-1-16,2 0 2 0,1 1 1 0,-1-1-2 15,-2 0 32-15,3-1-36 0,-2 3 27 0,-1-2-35 16,2-5 30-16,-2 5-33 0,1-3 32 0,-1 1-32 16,0-1 31-16,1-1-2 0,-2 1-3 0,-1 0-4 15,3 0-1-15,-1 2-2 0,-1 1 1 0,3 0-2 16,-2 2-3-16,3-1 1 0,-2 0 0 0,0 0 1 0,1 2-1 15,1 2 2-15,-1 1-3 0,1-2 2 16,0 2-2-16,0 1-29 0,0 0 33 0,0-2-26 16,0 2 27-16,1-2-27 0,-1 0 40 0,0 1-40 0,1 0 33 15,1-3-28-15,-2 3 27 0,1 0-27 0,0 1 31 16,-1-2-28-16,0 3 27 0,3-1-30 0,-3 1 32 16,1 2-35-16,0-2 35 0,1 3-33 15,0-3 7-15,-2 5-1 0,2-1 2 0,-1 0 2 0,0 1 0 16,4-3 0-16,-4 3 1 0,3 0 3 0,-1-1 0 15,1 1-1-15,1 0-1 0,0-1 2 0,0 0 1 16,1 1 1-16,3-2 26 0,-1 0-29 0,1 1 23 16,4-2-28-16,-2 1 29 0,1 0-31 0,-1-1 32 15,1 1-35-15,-1 1 33 0,2-2-37 16,1 1 32-16,-1 0-3 0,1-1-1 0,2 0-5 0,4 0-1 16,-4 2 3-16,3-3-6 0,1 4-2 0,0-4-2 15,-1 3-1-15,2-1 3 0,-1 1 2 0,3-3-1 16,-2 3 0-16,-1-1 3 0,3-2-3 0,0 2 1 15,-2-3 0-15,4 1 1 0,-3-2-2 0,-3 1 5 16,5 0-6-16,-1-3 1 0,-1 2 3 0,0-1-3 16,-3 1 2-16,1 0 1 0,-2 1 1 0,3-2-5 15,-2 0 0-15,-1 3 1 0,2-3 1 0,-2 2-1 16,1 0 2-16,2-1 1 0,-3 2-4 0,1-4 0 16,-1 3 3-16,-2 0 8 0,3-2-13 0,-3 3 5 15,0-2-2-15,1-1 1 0,1 2-3 0,-1-2 2 16,0-1 2-16,0 2 0 0,1-1 1 0,1 1-30 0,-2 0 38 15,-1 0-31-15,2 0 31 0,-1 0-30 16,-2-1 34-16,4 3-33 0,-3-2 34 0,0 1-28 16,0-1 27-16,0 0-29 0,3 1 26 0,-2-2-28 15,1 1 29-15,-1 1-29 0,0-1 32 0,0-1-31 0,0 3 28 16,-2-2 0-16,2 0-2 0,-3 2 3 16,0 0-8-16,0-1 1 0,1 0-4 0,-1 0-1 15,0 0 1-15,2-2-1 0,-3 1 0 0,0-2-1 16,1 1-1-16,-1 0 8 0,-1 0-9 0,0-1-1 0,0 0 1 15,1-1 1-15,-2-2-8 0,1 3 1 0,-1-2 2 16,2-1-4-16,0 0 0 0,-2 1-2 0,2-2 3 16,1-1-2-16,-1 3 1 0,0-2 0 0,-1 0 0 15,0 0-2-15,3 1 0 0,-2-2 2 0,0 3 4 16,0-2-1-16,1 0 5 0,-3 2-5 0,2 1 2 16,1-2 2-16,-1 1-1 0,-1 0 1 0,0-2-33 15,1 4 30-15,2-4-21 0,-2 3 26 0,1-1-27 16,0 2 28-16,1-2 0 0,1 0 0 0,0 2-7 15,1 0 5-15,2-2-8 0,3 0 3 0,-3 0 2 16,2-1-2-16,0 3 0 0,-3 2 2 0,1-3 39 0,-2 1-46 16,2 0 38-16,0 1-42 0,-1-3 37 15,0 3-38-15,-1-1 38 0,-1 3-38 0,0-3 38 16,0 3-43-16,-3 0 40 0,2 0-40 0,-2 0 41 16,0 1-38-16,0 0 37 0,1-1-37 0,-3 3 36 15,1-3-39-15,2 1 39 0,-3 2-38 0,3-5 39 16,0 5-40-16,3-4 39 0,-3 2-44 0,5-1 42 15,-3 2-40-15,1-2 39 0,0 3-37 0,4-3 43 16,-2 2-41-16,0 0 40 0,0 2-39 0,3-3 36 16,-3 2-38-16,3 0 39 0,-3 0-39 0,3 2 39 15,-3-1-30-15,-1 1 31 0,0 2-41 0,-3-3 44 0,4 1-42 16,-1 2 39-16,1 0-39 0,0-2 42 0,0 3-40 16,3-2 38-16,1 2-41 0,3-2 43 0,-1 2-43 15,1 0 35-15,1 0-38 0,2 1 41 0,-1-2-40 16,0 1 38-16,2 1-37 0,-1 0 41 0,-1 0-38 15,2 1 34-15,-1-1-35 0,-1 1 40 0,0 1-41 16,0 0 47-16,-1 0-47 0,0 1 39 0,1 2-40 16,-1-1 39-16,1 0-37 0,0 3 42 0,-1-1-43 15,1 0 44-15,4 0-42 0,0 2 40 0,1 1-36 16,-1-3 37-16,3 1-40 0,-2 1 40 0,2-1-38 16,-1 0 37-16,3-1-38 0,-4 1 39 0,2-1-40 15,-1-1 41-15,0 1-39 0,-1 1 36 0,-4-2-37 16,1 0 40-16,-2 0-44 0,1 0 40 0,-1 0-38 15,0 1 37-15,2-1-36 0,-2 0 39 0,-1-1-41 0,2 2 43 16,-1-1-41-16,-1 1 38 0,-1 1-40 16,-1-4 43-16,2 2-41 0,-5 1 40 0,3-2-42 15,-2 3 46-15,1-1-44 0,-3-4 40 0,1 3-40 16,-1 0 39-16,-1-1-41 0,0 0 40 0,2 2-40 16,-3-2 40-16,7 1-37 0,-2 0 38 0,1 0-41 15,1 1 39-15,1 0-34 0,-3 2 37 0,3-1-34 0,-2 2 39 16,2-1-41-16,-1 0 39 0,-1 2-43 15,-2-1 38-15,2 0-36 0,-2 2 38 0,0 0-42 16,-3 0 45-16,3 0-41 0,-3 1-1 0,0-2 6 16,0 3 3-16,-1-3 4 0,-1 3 0 0,1-2-2 15,-1 1 4-15,3 2 0 0,-2-4 4 0,0 5-4 16,5-2 3-16,2 1 2 0,-2 1 1 0,4 1-27 0,-2-3 32 16,2 3-27-16,0-3 31 0,2 1-30 15,-4 2 31-15,1-3-29 0,0 0 32 0,-3 2-32 16,-3-4 28-16,-1 2-29 0,1-2 33 0,-3 1-4 15,1-1-2-15,-1 1-5 0,0-1 5 0,-1 0-4 0,-1-2-2 16,0 0 10-16,-3 2-13 0,4-3 12 0,-3 3-15 16,2-3 1-16,-3 2 2 0,3-2-3 0,0 0 1 15,2 4-1-15,1-2 2 0,-1-1-1 16,3 3 0-16,-1-2-1 0,0 1 2 0,1 0 0 0,-2 1-1 16,0-4-2-16,2 5 4 0,-3-4-1 0,-3 0 3 15,0 2-3-15,-2-3 35 0,2 2-41 0,0-1 36 16,-2 2-43-16,0-1 41 0,1 0-41 0,-2 2 39 15,4 0-40-15,0 1 39 0,0 0-35 0,1 1 36 16,0 0-42-16,1 1 42 0,1 1-43 0,2 1 5 16,0 1 4-16,1-1 5 0,-1 2-1 15,0-3 7-15,-1 2-2 0,-1-2-2 0,-3 0-1 16,0 1 1-16,1-4 1 0,-2 3 3 0,-2-1-2 0,2-1-2 16,-3-1 5-16,-2 2-31 0,3-3 31 0,-3 2-27 15,-1 1 32-15,1-3-28 0,-1 2 32 0,0 1-29 16,1-3 29-16,-2 5-25 0,0-3 4 0,2 3 26 15,0 0-22-15,2 1 25 0,-2 0-28 0,1-2 27 16,1 2-26-16,1 0 25 0,-2-1-5 0,1 1 3 16,-1-3-6-16,2 0-2 0,-3-1-2 0,3-1-1 15,0 1 3-15,-2 0-7 0,2-2 1 0,-1 0 1 16,0 0-3-16,1 1 0 0,0-3 1 0,0 2-6 16,-2-2 13-16,3 2-1 0,-1-3 1 0,2 2-7 15,-3-1 4-15,2 0-2 0,-1-1-3 0,1 0 2 16,-1 1-1-16,-2-3-1 0,2 1 3 0,-4 0-3 15,0-1-2-15,0-1 0 0,-2 0 1 0,1-1-1 16,-2 2-2-16,3-1 3 0,-2 0 1 0,-1 0-1 16,2 0 0-16,1 2-1 0,-2-1 2 0,1 1 0 15,1-1 2-15,2 2-3 0,1 0 3 0,1 0-3 16,-2 0 0-16,2 1 1 0,1 0 1 0,0 0 0 16,0 0-1-16,-1 0 1 0,2 1 0 0,-2-2 1 15,0 0-5-15,2 1 2 0,-2-1 2 0,1 0-1 16,-2 0 1-16,0 0 3 0,-3-1-4 0,0-1 11 15,-1 1-13-15,2-2 0 0,-2 1 3 0,-2 0-3 16,2 1 3-16,-2 1-4 0,1-3 1 0,-1 3 13 0,1 1-15 16,-2-2-24-16,2 2 34 0,0 0-27 0,0 2 29 15,2 0-26-15,1 3 33 0,-1-4-33 0,2 4 29 16,0-2-26-16,2 2 44 0,-2-1-28 16,1-2-3-16,-2 1 1 0,2-2 3 0,-3 1-2 0,-2-3-1 15,1-1 0-15,-2 0 0 0,2 0 0 0,-3 0 0 16,-5-6 2-16,9 8 1 0,-9-8-2 0,10 8 2 15,-10-8-3-15,5 6-1 0,-5-6 2 16,7 6-3-16,-7-6 2 0,6 7 3 0,-2-2-3 0,-4-5 0 16,8 9 0-16,-3-3 31 0,-1-1-29 0,1 0 45 15,-1 0-32-15,1 1 38 0,1-2-41 16,-6-4 38-16,9 7-40 0,-9-7 32 0,8 10-41 0,-8-10 36 16,6 4-44-16,-6-4 41 0,8 6-42 0,-8-6 32 15,3 4-38-15,-3-4 34 0,6 6-37 0,-6-6 35 16,0 0-35-16,5 5 41 0,-5-5-45 0,4 6 41 15,-4-6-38-15,4 8 40 0,-4-8-29 0,3 13 33 16,2-5-33-16,-3 1 44 0,0 1-38 0,3 1 43 0,-1-1-52 16,0 4 41-16,0 0-37 0,0-2 35 15,2 4-39-15,-2-2 38 0,0 1-43 0,0 0 49 16,-1-1-43-16,1 1 40 0,0 2-37 0,-1 0 51 16,0 1-46-16,1-4 44 0,-1 2-48 0,-2 1 47 15,3-1-46-15,-3 0 39 0,2 1-51 0,-2-1 33 16,-1-3-17-16,3 0 0 0,-3 1 0 0,0 0 0 15,0-3 0-15,-2 3 0 0,1-3 0 0,0 2 0 16,-2-1 0-16,-1 4 0 0,2-3 0 16,-2 0 0-16,1-1 0 0,-3 1 0 0,4-2 0 0,-1 0 0 15,-1 0 0-15,2 0 0 0,0 1 0 0,-2-2 0 16,3 1 0-16,-1 0 0 0,0 1 0 0,0-2 0 16,-2 0 0-16,4 1 0 0,-1-2 0 0,-2 2 0 15,3-1 0-15,-1-1 0 0,0 2 0 0,-1-3 0 16,2 3 0-16,-2-1 0 0,-1 0 0 0,3 2 0 15,-2-1 0-15,0 0 0 0,1 1 0 0,-2 1 0 16,2 0 0-16,0-1 0 0,0 0 0 0,-1 1 0 0,1 0 0 16,-1 1 0-16,0-2 0 0,1 2 0 0,0-2 0 15,1 1 0-15,-1 0 0 0,-1 0 0 16,2-1 0-16,-2 3 0 0,-1-2 0 0,3-1 0 16,-3 4 0-16,2-2 0 0,-1 2 0 0,-1-2 0 0,-1 1 0 15,2 0 0-15,-3-1 0 0,1 1 0 0,1 0 0 16,-2-1 0-16,0 3 0 0,0-2 0 0,0 1 0 15,-2-2 0-15,4 2 0 0,-4-1 0 16,3 1 0-16,0 0 0 0,1 2 0 0,-1-3 0 0,-1 2 0 16,2 0 0-16,-2-1 0 0,2 1 0 0,2 0 0 15,-3-1 0-15,3 1 0 0,0 0 0 0,-2-1 0 16,3 0 0-16,-1-1 0 0,0 2 0 0,1 0 0 16,-2 0 0-16,2 1 0 0,0-1 0 0,0 1 0 15,0 2 0-15,0-3 0 0,0 3 0 0,-2 0 0 16,1 0 0-16,1 1 0 0,-3-1 0 0,3 5 0 15,0-2 0-15,-1 0 0 0,1 0 0 0,-1 2 0 16,1-1 0-16,0 1 0 0,0-4 0 0,0 5 0 16,0-5 0-16,0 4 0 0,0-1 0 0,1-1 0 15,-1-1 0-15,1-3 0 0,-1 1 0 0,0 0 0 16,3 2 0-16,0-3 0 0,-3 1 0 0,4 3 0 16,-3 0 0-16,3-1 0 0,-1 0 0 0,-1 3 0 15,2-1 0-15,0 1 0 0,4 1 0 0,-3 2 0 16,1 1 0-16,1 0 0 0,-1 0 0 0,2-1 0 0,-1 0 0 15,1 0 0-15,0-2 0 0,1 2 0 16,-3-6 0-16,0 2 0 0,2-4 0 0,-3 5 0 16,4-4 0-16,-2 3 0 0,-1-5 0 0,-1 2 0 15,4 0 0-15,-3 1 0 0,2 6 0 0,0-2 0 0,1 1 0 16,-3 0 0-16,3-1 0 0,-1 2 0 16,1-2 0-16,0 1 0 0,-2-2 0 0,1 3 0 0,2-3 0 15,-3 0 0-15,0-3 0 0,-2 2 0 0,4-2 0 16,-4 1 0-16,2 1 0 0,-1-1 0 0,-2 0 0 15,4-1 0-15,-3 1 0 0,1 0 0 0,-1-2 0 16,0 1 0-16,2 0 0 0,-2-2 0 0,1 0 0 16,-2 2 0-16,1-6 0 0,-1 6 0 0,1-6 0 15,1 5 0-15,0-7 0 0,-2 2 0 0,-2 0 0 16,3 1 0-16,-1-2 0 0,2-2 0 0,-3 3 0 16,1-1 0-16,0-2 0 0,-2 2 0 0,2-4 0 15,0 4 0-15,-1-3 0 0,0 0 0 0,2 1 0 16,-2-3 0-16,1 2 0 0,0 1 0 0,-2-1 0 15,3 1 0-15,-1 0 0 0,0 1 0 0,2-3 0 16,-1 3 0-16,1-1 0 0,-1 0 0 0,0 1 0 0,2 0 0 16,0-1 0-16,-1-1 0 0,1 3 0 15,-1-1 0-15,2-1 0 0,-1 0 0 0,0-1 0 16,-1-1 0-16,-2-2 0 0,2 0 0 0,-2 0 0 0,1-3 0 16,-2 0 0-16,1-2 0 0,-4-4-118 0,0 0-355 15,5-6-126-15,-8-3-184 0,-2-3-247 16,-1-7-612-16,-10-3-1303 0</inkml:trace>
  <inkml:trace contextRef="#ctx0" brushRef="#br0" timeOffset="62413.52">16175 13216 431 0,'0'0'416'0,"0"0"-81"0,7-4-67 0,-7 4-56 15,0 0-34-15,7-3-27 0,-7 3-20 0,0 0-10 16,8-6-4-16,-8 6-3 0,4-6-4 0,-4 6 6 15,0 0 9-15,4-6-15 0,-4 6 10 0,0 0-25 16,4-7 17-16,-4 7-24 0,0 0 10 0,2-6-31 16,-2 6 3-16,0 0-25 0,0-6 16 0,0 6-16 15,0 0 31-15,-1-8-9 0,1 8 20 0,0 0-19 16,-3-8 17-16,3 8-24 0,-5-8 14 0,5 8-14 0,-6-5 16 16,6 5-21-16,-7-4 20 0,7 4-19 0,-11-7 20 15,11 7-9-15,-10-3 3 0,10 3-14 16,-17-2-17-16,17 2 13 0,-14-1-4 0,14 1-24 15,-18-1 14-15,18 1-9 0,-19 1 7 0,19-1-11 0,-22 0 10 16,22 0 5-16,-22 1-2 0,22-1-3 0,-19 0-1 16,19 0-13-16,-19 0-3 0,19 0 9 0,-23-1-1 15,23 1 1-15,-22 0-10 0,22 0 2 16,-23-1 8-16,9 2-6 0,1-1-3 0,1 0 3 0,-2 0 14 16,-2 1 0-16,2 0-8 0,-4 0-2 0,0-1-5 15,2 3 2-15,-2-2 2 0,-1 2 11 0,2 0 0 16,-2-2 14-16,2 0-30 0,-1 2 22 0,1-1-27 15,1 0 20-15,-3 0-24 0,2 1 21 0,0 0-30 16,0 0 25-16,-2 0-27 0,1-1 5 0,0 0 19 16,-1 3-30-16,1-2 0 0,-3 1 5 0,1-2 2 15,2 1 1-15,-1 0 4 0,0 1 3 0,-2-1 22 16,2 1 25-16,0-2-38 0,0 2 26 0,0-2-36 16,2 1 28-16,-1 0-34 0,3 1 27 0,-2-3-34 15,3 2 28-15,0 0-32 0,3-3 32 0,-2 4-32 16,0-3 27-16,0 1-33 0,2 1 35 0,-2-1-29 15,-1-1 35-15,1 0-36 0,0 0 28 0,-2 1-31 16,0-1 33-16,-5-1-31 0,1 0 29 0,0 1-30 16,-4-1 33-16,0 0-33 0,-4 0 34 0,-1 0-37 0,1 0 35 15,-5-1-33-15,-1 0 34 0,1 1-29 16,-5-2 29-16,0 2-25 0,1-1 45 0,-1 1-20 0,-1-1 31 16,6 1-38-16,0 0 26 0,0-1-34 15,3 1 26-15,-1 0-35 0,2 0 27 0,5 0-33 0,0-1 31 16,2 2-30-16,0-1 29 0,-1 0-34 15,-1 0 28-15,2 1-31 0,0-1 32 0,-2 0-31 16,0 1 32-16,-1 0-30 0,-4 1 27 0,1 0-25 0,-1-2 26 16,0 2-33-16,-2 0 34 0,0-1-32 0,-1 0 34 15,-5 3-36-15,0-3 30 0,2 1-30 0,-4-1 35 16,2 2-32-16,-1-2 30 0,1 0-33 0,0 0 38 16,5 2-36-16,-1-2 28 0,3 2-31 0,0-1 32 15,2-1-31-15,1 0 32 0,5 0-32 0,0 2 32 16,1-2-33-16,1 1 33 0,0-2-35 0,0 4 29 15,3-3-36-15,-3 4 22 0,0-5-41 0,-1 4 14 16,1-2-46-16,0 0 14 0,1-1-47 0,0 3-7 16,-1-4-26-16,1 3-25 0,-1-2-3 0,5 1-44 15,1-2-33-15,-1 0-28 0,14 0-36 0,-20 0-21 16,20 0-57-16,-9-3-55 0,9 3-96 0,2-9-382 0,7 4-496 16</inkml:trace>
  <inkml:trace contextRef="#ctx0" brushRef="#br0" timeOffset="63147.22">16050 13018 899 0,'-10'-4'656'0,"-2"-2"-163"0,2 0-92 0,0 2-108 16,-3 2-44-16,0 0-70 0,-2 1-15 0,1-1-48 0,-4 1 1 15,1 0-17-15,-2 1 21 0,1-2-7 16,-2-1 22-16,-2 2-11 0,-2-1 17 0,-2 0-9 16,3-1-15-16,2 0-2 0,1 0-8 0,1 1-14 15,0-1-6-15,6 0-10 0,0 2-17 0,1 0 11 16,1 0 2-16,11 1 0 0,-15-1 8 0,15 1-19 15,0 0 19-15,-11 2-3 0,11-2-1 0,5 6-8 16,1-1 0-16,8 0-10 0,4 1-10 0,5 1-14 16,9-1-2-16,5 1 5 0,9 3 11 0,1-2 18 15,6 5 11-15,3-5-10 0,10 4 12 0,5 0 8 16,3-2-5-16,0 1-11 0,3-1-6 0,1-2-7 16,-1-1-5-16,2 0-9 0,0-3-5 0,0 0 13 0,2-1 2 15,0-4-14-15,1 1-8 0,4-1-5 0,-1-1-6 16,0-1-2-16,-2 0-7 0,-1-1 0 0,-2 1-1 15,-3 1-3-15,-3 1-1 0,-13 0 0 16,1 1-2-16,-5 0-2 0,-1 0 6 0,-3 1 1 0,-3 0 34 16,-7 0-2-16,-3-1 0 0,-1 1-4 15,1 1 27-15,-2 0-10 0,-2 1 8 0,0-2-9 0,-5 1-11 16,-1-1 11-16,2 2 6 0,-2-1-38 0,-1-1 12 16,-1 3-26-16,0-3 16 0,-1 4-21 0,-4-5 17 15,-1 0-22-15,-2 1 23 0,-1-1-24 0,-1 0 21 16,-4 0-19-16,-1 1 13 0,2-1-21 0,-15 0 20 15,22 2-19-15,-22-2 17 0,17 0-19 0,-17 0 1 16,11-4-48-16,-11 4-29 0,8-7-54 0,-8 7-64 16,-1-9-55-16,-3 5-31 0,-4-4-14 0,-1 2-62 15,-5-1-135-15,-4 0-93 0,-4-1-160 0,-2 0-682 16,-4-1-1045-16</inkml:trace>
  <inkml:trace contextRef="#ctx0" brushRef="#br0" timeOffset="71148">7690 12397 274 0,'0'0'291'0,"0"0"-59"0,-1-6-41 0,1 6-17 16,0 0-25-16,-7-4-29 0,7 4-21 0,0 0-15 16,-7-3-10-16,7 3-17 0,0 0-4 15,0 0-13-15,0 0-2 0,-10-2-4 0,10 2 3 0,0 0-6 16,0 0 6-16,0 0-9 0,0 0 8 0,0 0-5 15,-13 1 10-15,13-1-12 0,0 0 10 0,0 0-17 16,-5 4 10-16,5-4-15 0,0 0 0 0,0 0 2 16,0 0 5-16,-6 3-7 0,6-3 7 0,0 0-15 15,0 0 22-15,0 0-1 0,0 0 41 0,0 0 3 16,0 0 2-16,0 0-16 0,0 0 21 0,16-1-10 16,-16 1 3-16,12-6-12 0,-12 6-3 0,14-5-4 15,-4 2-7-15,-2 0-11 0,1-1 3 0,1 0-6 16,0 2-2-16,-1-2 3 0,1-1 1 0,3 1-2 15,-1-4-4-15,3 4-5 0,-1-2 1 0,3-1 9 16,-2 1-9-16,4-4 0 0,0 4 1 16,1-3 11-16,-1-1-1 0,1 2-1 0,-2-2-2 15,1 2-7-15,-1-2-3 0,1 2-4 0,0 0 1 0,-3 2 15 16,0-3-1-16,0 5-3 0,0-5-7 0,0 3 4 16,0 0-2-16,1 1 12 0,-2-1 3 0,3 0-8 15,-1 0-1-15,-1 0 2 0,5-1 12 0,-2-1-3 0,0 0 5 16,2 2-6-16,0-5-6 0,-1 3-4 15,1 0-7-15,2-3-4 0,1-2 6 0,1 0 23 16,2 0-5-16,-2 0-5 0,3-2-3 0,-4 2 1 0,3-1 17 16,-1 2-5-16,0-2 8 0,-1 1-1 0,1-1-5 15,-2 1 6-15,1 0-12 0,0 1-7 16,-1-2-1-16,2 1-6 0,-1 0-4 0,2 1 10 0,-3-1-4 16,3-1 4-16,-1-1 10 0,-1 0-12 0,2 1-7 15,-3-1-3-15,1 1-3 0,-1-1-6 0,0-3 1 16,0 1 2-16,2-1 24 0,-4 0-18 0,6-3 8 15,-1 1-16-15,1-2 9 0,-5 5-9 0,1-3 1 16,-1 2 6-16,0 1 0 0,3-2 14 0,-3 2-19 16,0 1 19-16,1-1-19 0,0 0 18 0,-2 0-17 15,1 2 11-15,0-3-6 0,1 2-3 16,-1 0-3-16,-1 0 11 0,1 0 8 0,0-2-7 0,1 0-9 16,-2 0-5-16,2 0 0 0,1 0-9 0,-3-1 0 15,-1 1 13-15,2 1 0 0,0-2-6 0,-1 1 0 16,-3 1-3-16,4-2-4 0,-3 0-2 0,1 0 5 15,-1 1-4-15,2-2 9 0,-1 1 0 0,0 0-34 16,-2 0 35-16,3 0-31 0,-3 1 32 0,3-1-32 16,-3 0 43-16,2 0-35 0,0 0 31 0,-1 1-31 15,1-1 27-15,0 0-29 0,-2 0 10 0,1-2 27 0,1 2-34 16,-1-1 29-16,-2 3-34 0,4-4 28 16,-3 2-30-16,0 2 29 0,0-2-3 0,2 1-3 15,-1-2 14-15,-2 2-11 0,3 0-2 0,0-1-3 16,-3 1 0-16,3-1-4 0,0 2-2 0,-1-3 0 0,1 2-2 15,-2 0 0-15,2 0 0 0,-2 0 11 16,3 0-4-16,-3-1-2 0,1 0 0 0,1 0-1 0,-2 0-1 16,1-1-4-16,0-1 2 0,0 0 0 0,-1-1 0 15,-1 2 4-15,1-2-34 0,-2 1 33 0,2 0-30 16,-1 0 34-16,0-2-31 0,0 4 32 16,0-3-26-16,1 2 3 0,0-2 41 0,0 1-35 15,-1 2 28-15,1-2-32 0,2 2 33 0,-1-1-7 0,-1 1-4 16,3-1-5-16,0 0-2 0,-1 0-2 0,4-4 0 15,0 2-2-15,1 0-2 0,1-2 1 0,-2 1 34 16,2 2-42-16,-5 1 37 0,1 1-31 0,1-1 33 16,0 2-40-16,-2-1 39 0,1 1-41 0,6-1 0 15,-4 0 6-15,-1 3-1 0,-1-1 13 0,1-1-4 16,2 0-2-16,2-2 4 0,0-2-5 0,0 2 0 16,2-1-1-16,0 0 2 0,-4-1-1 0,3 0-20 15,1-1 33-15,-1 1-30 0,1 0 30 0,0 0-31 16,-2 1 34-16,2-2-35 0,-2 1 33 0,0 0-1 15,0 1-7-15,-1-1-1 0,1 2-2 0,-5 1 0 16,4-2-1-16,0 1-2 0,-1-2 0 0,-1 3 2 0,3-2-5 16,0 0 1-16,0 1 34 0,-1-1-40 15,4 1 3-15,-2-2 0 0,0 3 10 0,2-4-7 16,0 3 1-16,1-1 4 0,1 1 1 0,0-2-3 16,2 1-6-16,-1 2 7 0,-1-3-1 0,1 0 0 15,0 1-2-15,-1 1 2 0,3-2-1 0,-3 0 0 16,3 1-3-16,-1-1-26 0,-1 0 34 0,-3 1-26 15,1 1 30-15,-3 1-29 0,-1-2 31 0,-5 3-2 0,3 1-4 16,-2-1-1-16,-1 0 0 0,0 1-4 0,0-1 2 16,-1 1-1-16,1-1-1 0,-4 1 0 0,4-2-2 15,-3 3 1-15,0 1-1 0,-2 1 2 0,-1-1-1 16,0 2-4-16,1-2 6 0,1-1-5 0,-1 4 1 16,-1-1-1-16,2-2 3 0,0 2 0 0,0 1-3 15,3-2 39-15,1-1-45 0,0 2 37 0,3-2-41 16,-1 0 37-16,2 2-41 0,0-3 40 0,1 3-37 15,4-4 34-15,0 0-37 0,1 1 1 0,-1-2 2 16,-3 6 7-16,-2-2-2 0,0 0 4 0,-3 1 4 16,2-1-5-16,-2 0 0 0,-1-1 6 0,0 1 1 15,-5 3-3-15,1-2 2 0,-1 0 1 0,1 1-30 16,0-1 37-16,-3-2-32 0,3 1 35 0,-4 1-32 16,3-1 31-16,-1-1-30 0,1 1 31 0,-3-1-3 15,4 0-3-15,-2 1 0 0,-2 0-2 0,2 0-2 16,-3-1 2-16,2 1-4 0,-3 0-1 0,1 2 37 15,1-1-44-15,-2-2 37 0,3 3-41 0,-5 1 35 16,4-2-36-16,0 1 36 0,-3 1-41 0,2-1 37 16,3 2-37-16,-2 0 39 0,3-1-41 0,0-1 43 0,4 2-45 15,-1-1 40-15,5-1-36 0,-2 0 34 16,5 0-36-16,-4 1 38 0,3 1-36 0,-1-1 35 0,-5 3-36 16,-2-2 37-16,1 4-35 0,-1-1 35 0,-5 0-36 15,3 1 38-15,-5-2-39 0,4 1 41 0,-3 1-41 16,2-1 40-16,-3 0-36 0,0 1 36 0,1-3-41 15,-2 2 42-15,0 1-40 0,1-3 34 0,-1 3-33 16,0-3 36-16,1 1-34 0,0-2 35 0,0 2-36 16,3-4 38-16,0 1-42 0,0-2-1 0,0 2 6 15,0 2 2-15,-3-2 6 0,1 3-1 0,-1-2 4 16,-3 1 1-16,4-1 1 0,-2 2-2 0,0-2 3 16,1 3 1-16,-4-4-1 0,4 3-1 0,-3 0 2 15,0-3-1-15,2 4 1 0,-3 0-1 0,-1 1 4 16,0-3-2-16,0 3 1 0,0 0-2 0,-2-3 0 15,2 4-1-15,-2-2 3 0,-1-1-2 0,0 1 0 16,-1 1-16-16,0-3-20 0,-3 3-53 0,-1-1-50 16,-2-1-24-16,-6-1-56 0,-2 1-30 0,-11-1-52 15,-8-3-91-15,-11 0-64 0,-8 3-45 0,-7 1-74 16,-14-1-95-16,-4 2-324 0,-1 3-592 0</inkml:trace>
  <inkml:trace contextRef="#ctx0" brushRef="#br0" timeOffset="72212.6">12162 9631 211 0,'-15'0'498'16,"2"-2"-126"-16,3 1-66 0,-1-1-84 0,0 0-21 0,2 0-43 15,0-1 6-15,3 0-40 0,0-1-5 0,-1-1-50 16,7 5 10-16,-9-7-39 0,9 7 16 0,-6-7-32 16,6 7 18-16,-5-8-28 0,5 8 28 0,-4-9-26 15,4 9 31-15,-3-8-30 0,3 8 29 0,-1-7-28 16,1 7 23-16,0-10-29 0,0 10 23 0,3-9-28 15,-3 9 29-15,2-13-15 0,1 8 19 0,1-2-31 16,-2-1 24-16,2 0-32 0,2 0 29 0,-2 0-21 0,1 1 16 16,-1 0-32-16,1-1 32 0,-1 1-24 0,0 1 24 15,2-1-23-15,-2 1 31 0,1 1-18 0,-2-1 14 16,1 0-20-16,-4 6 14 0,5-8-19 0,-5 8 12 16,6-11-12-16,-6 11 13 0,3-7-21 0,-3 7 5 15,0-10-42-15,0 10-3 0,-2-8-52 0,2 8-11 16,-6-7-47-16,6 7-24 0,-6-7-38 15,6 7-26-15,-7-5-37 0,7 5-357 0,-6-6-147 0</inkml:trace>
  <inkml:trace contextRef="#ctx0" brushRef="#br0" timeOffset="77712.14">8004 13028 159 0,'-16'5'355'0,"16"-5"-74"0,-10 1-33 0,10-1-15 0,0 0-33 0,-13 0-29 0,13 0-19 0,0 0-22 0,-15-1-21 16,15 1-12-16,0 0-14 0,-12-2-12 0,12 2-19 16,0 0-12-16,-12 0-4 0,12 0-6 0,-9 2-1 0,9-2-3 15,-9 4 6-15,9-4-6 0,-12 4-2 16,12-4-1-16,-10 6 6 0,10-6 1 0,-9 6-6 15,9-6-1-15,-13 6-1 0,7-1 3 0,-2-1-9 16,1 0 3-16,-2 2 6 0,0 0-1 0,1 0 2 16,-1 0-10-16,-2 2 5 0,2 0 3 0,-2 1-3 15,3-3 1-15,-1 0-3 0,1 1 7 0,-2-1 6 16,2-1 10-16,2 0 12 0,-1-2 3 0,7-3-3 0,-12 5-6 16,12-5-4-16,-12-3 3 0,4-2 5 0,1-1-4 15,-1-3 20-15,0-2-17 0,-1 1-3 0,-1-6-23 16,0-1 17-16,1-1-9 0,-4 1 19 0,4-2 4 15,-1 0 10-15,-3-6-24 0,2 0 4 16,-2 0-19-16,1-2 0 0,2-1-1 0,-1 0-2 0,0-1-4 16,1-2 2-16,-1-6-2 0,3 6-1 15,-1-4 0-15,-1-2 4 0,1-1 4 0,0 1 2 0,0 0 6 16,0 0-9-16,3 2 9 0,-3-1-15 0,1-4 11 16,-2-3-17-16,2-2 8 0,-1-1-11 0,2-4 9 15,-1 0-1-15,-1-12 0 0,1 2-3 0,-2-2 7 16,2 9-3-16,1-8-1 0,-1 9 10 0,-1-1-16 15,3 2 18-15,-2 1-17 0,0 0 14 0,1 0-12 0,-1 0-4 16,3 0-4-16,-2-1 2 0,1 1-3 16,1-1-1-16,0-1-1 0,1-2 1 0,0 0-5 15,2-1-8-15,-1-2 15 0,1 2-8 0,0 0 11 16,1-5-16-16,1 2 0 0,0-1-2 0,0-12 0 16,0 13-8-16,0-2 8 0,-1-8 1 0,-3 11-2 15,3 0 4-15,-2 0-3 0,1 2-8 0,-1 1 13 16,0 0-9-16,2-1 3 0,-1 3-2 0,-1-2 6 0,3 0-7 15,-1 0 5-15,1-1-4 0,-2 1 4 16,2-2-1-16,2-1 3 0,-2 2-6 0,1-1 4 0,2-1-3 16,-1 3 5-16,-1-2-2 0,2 1-1 15,2 1 4-15,-2 0-7 0,2-1 0 0,0 2-8 0,0-1 13 16,0 0-3-16,0 2-4 0,2 0 9 0,0 1-8 16,1 1 2-16,-2 3-23 0,2-2 8 15,2 4 5-15,-1-1 2 0,0 2 3 0,1 1 6 16,1 2-3-16,-2-1 1 0,3 1-3 0,-3 1-14 0,2 0 4 15,1 1 0-15,-3 0 5 0,2-1 2 0,-1 1 2 16,-1 1 2-16,0 1 1 0,-3 4-2 0,3-1-4 16,-4 1 10-16,3 1-6 0,-4-1 3 0,1-2-3 15,0 2 6-15,-2 1 1 0,0-1 1 0,2 1-2 16,-4-1 1-16,2 3 1 0,1 2-3 0,-1 1 1 16,-1 0-1-16,1-5-7 0,2 6-8 0,-3-6 8 15,3 4-5-15,0-4-10 0,1 2 7 0,-1 0-2 16,1 0 8-16,0-1 2 0,0-1 4 0,0 0 3 15,-1 3-1-15,-1-3 9 0,5 1-4 0,-4 1 5 16,0-1 2-16,3 1-1 0,-3 2 0 0,4-3 0 16,-3 3 6-16,2-3-5 0,-3 2 0 0,4 1 4 15,-3-3-5-15,2 2 2 0,-3-4-3 0,5 1 1 16,-3-8-1-16,2 1-1 0,0-1 5 0,-1 1-1 16,0-1-4-16,-1-1 2 0,-2 8-1 0,1-3 4 15,-2 3 1-15,1-1-7 0,-2 3 15 0,-1-2 0 16,1 6 2-16,-2 0 0 0,2 1 0 0,-1-1-4 15,-2 1-1-15,3 1-3 0,-1-3-2 0,3 3-10 16,-1-1 2-16,3-1-4 0,-2-3 1 0,0 3 12 0,0-3-15 16,2 2 9-16,-1 3-7 0,-1 0 7 0,0 2-9 15,-1-2 12-15,2 0-10 0,-2 1 12 0,0 0-10 16,0 2 13-16,-2 0-16 0,1 3 14 16,-2 0-11-16,3 0 11 0,-3-2-10 0,2 2 9 0,-2 0-9 15,0 0 11-15,3-2-14 0,-4 1 3 0,3 0 0 16,-2-3 2-16,-1-2 1 0,1 3 0 15,2-1 2-15,-1 2 4 0,2-1 3 0,0-2-2 16,0 4-3-16,0-2-5 0,3 1 1 0,-3 1 4 0,4-1-14 16,-2 0 10-16,3-1-10 0,-1 3 6 0,-1 0-4 15,1 2 8-15,0 2-9 0,-2 0-12 0,1 2-22 16,-1 1-2-16,0 0-15 0,3 1-1 0,-1 2 7 16,1-2-6-16,0 3 14 0,4-1 3 0,0 1 11 15,3 0 3-15,2 0 9 0,5 2 9 16,1-2 4-16,8 0 0 0,0 2 5 0,3 0 2 0,3 2 8 15,1 0 1-15,4 2 8 0,5 0-6 0,-3 4-1 16,6 0-1-16,-1-2-2 0,1 4-5 0,1-2 5 16,-3 3-3-16,2 1 3 0,-2-1-2 0,-3 1 0 15,0-1 4-15,-3 1-6 0,-6 0 1 0,2-1 1 16,-2 1 2-16,-2-2-7 0,3 0 1 0,-1 2 2 0,0-2 13 16,7 1-10-16,1-1 3 0,1 2 1 15,2-2-4-15,0 1 0 0,3-1 4 0,-1 2 0 16,1-1 2-16,-1 1-6 0,1 0 0 0,0 0 0 15,-1 1 0-15,-1 0-2 0,-3-1 5 0,0 1-4 16,-3-1 0-16,-3 0-3 0,-3-1 3 0,-2 1 0 16,0-2-1-16,0 0-1 0,-3 2 2 0,-2-3 2 15,-3 0-4-15,4 0 8 0,-2-1 3 0,3 0 0 0,0-2-3 16,4 0 1-16,3 0 7 0,-3 0-2 16,2 0 1-16,2 0-2 0,0-1-1 0,-2 0 0 15,0-1-5-15,1 2 0 0,0-1 0 0,0 1-2 16,-1-2 0-16,-1 2 0 0,3 2-4 0,-2-2 3 0,2 0 1 15,-2 1-5-15,3 1-1 0,-1-1 6 0,-1 0 2 16,2-1 0-16,-1 2 4 0,-2 1 3 0,0-2-7 16,3 1 2-16,-2-1-1 0,-1 2 1 0,-1-3 0 15,2 3 6-15,0-2-3 0,-2-1 11 0,-1 0-2 16,2 1-12-16,-1-1 6 0,3-1-2 0,-2 1-2 16,3 0-5-16,0 0 10 0,1-1 1 0,9-2-4 15,2 3-3-15,-1-3-2 0,3 0 1 0,1 2 3 16,2-4-3-16,-1 4 4 0,-2-3 1 0,1 1-1 15,1 0 5-15,-2 1-4 0,-2-2-2 0,1 2-7 16,0-1 4-16,-2 0-6 0,4 1 1 0,-5-1-3 16,3 0 1-16,1 1 0 0,-1-1 10 0,-2 3-4 15,2-3-3-15,-2 3 0 0,1-3-1 0,-1 2-2 16,2-1 2-16,-1-1-1 0,0 1-1 0,2 0 2 16,2-1-1-16,1 2-3 0,0-4-1 0,2 2 2 15,2-1-2-15,-1 2 0 0,2-2 7 0,-1 3 0 0,10-4 0 16,-9 0-3-16,11 2-1 0,0-1 0 15,0 1 4-15,1-2-7 0,2 1 5 0,-2 0-8 16,1-1 7-16,-1 1-8 0,-4-2 6 0,-9 2-3 16,-3 1 6-16,-2-1-6 0,0-1 7 0,-2 1-8 0,-3-1 7 15,2 0-10-15,-3 0 11 0,0 1-11 0,0-2 7 16,-1 0-8-16,1-1 7 0,0 1-7 16,0-2 6-16,2 1-6 0,-2-2 8 0,0 1-13 15,3 0 13-15,-3 0-8 0,-1 0 7 0,-1 1-5 0,1 0 2 16,-2 0-3-16,0 1 4 0,0 2-4 0,1-1 4 15,-1 1-5-15,-6 1 8 0,-5 3-5 16,1-3 7-16,2 2-7 0,-2-1 8 0,4 2-10 16,8 0 7-16,1 0-6 0,2-1 6 0,-1 1-4 0,-2 0 21 15,6 0-27-15,-3 0 10 0,3 1-9 0,1-1 4 16,3 0-5-16,0 2 6 0,2-1-4 16,-1 2 5-16,0-1-5 0,1-1 4 0,2 2-9 0,10 0 10 15,0 1-8-15,5-1-2 0,-1 0 9 16,0 2-9-16,2-1 6 0,-1-2-3 0,-3 1 6 0,-3 0-9 15,-10-1 6-15,-2-2-4 0,-2 2 10 0,-2 0-12 16,-1-1 9-16,2-1-6 0,-3 0 2 0,5 1 3 16,-1-2-3-16,1 1 3 0,0-1-6 0,1 1 5 15,1-4-7-15,-4 4 9 0,1-4-2 16,0 2 0-16,-3-1-4 0,1-1 4 0,-1 0-9 0,-1 2 2 16,0-1-3-16,-2 0 1 0,-3 3 4 0,-6 2-3 15,-3-1 5-15,-2 2-2 0,-3-3 7 0,1 3-6 16,-4 0 2-16,3 1-4 0,-7-2 6 0,6 1-3 15,-2 1 3-15,4 0-4 0,-2-2 6 0,3 2-6 16,-1-1 7-16,1 2-6 0,7 0 6 16,1 0-6-16,-1 1 3 0,2 0-8 0,-1 0 5 15,1 1-3-15,1 1-5 0,-1-2-13 0,4 2 1 0,0 0 1 16,4 1-5-16,3-1 3 0,8 1 1 16,-10 0 1-16,1-2 8 0,-2 3 3 0,-5-3 4 15,-1 0-1-15,-3 0 5 0,2-1 0 0,-4 3 2 16,2-3-2-16,-1 1 1 0,1 1 6 0,0-2-5 0,0-1-1 15,0 3 0-15,0-2 1 0,0-2-1 16,0 2 2-16,-6-2 0 0,-2-2 3 0,4 2-1 0,-3-4 0 16,-2 3 1-16,0-1 1 0,2-2-2 0,-7 0-1 15,0 1 0-15,0-1 1 0,4 2-2 0,0-1 3 16,1 2-6-16,-1-2 6 0,2 2-2 16,-2 0 4-16,1 3-6 0,0-1 5 0,0 1-3 15,5 2 0-15,-5-2-3 0,4 1 7 0,1 3-6 16,-6-3 5-16,-1 2 0 0,-1-4-2 0,-1 2 3 0,-1 3 1 15,-2-4-5-15,-5-1 4 0,2 0-1 0,-3-1-1 16,-2 1 1-16,1-2 0 0,-3 2 1 16,0-3-1-16,4 2 2 0,0-1-4 0,2 2-1 15,2 1 2-15,4-1 0 0,1 1-2 0,2 3 1 16,-1-4 0-16,1 2 0 0,-1 0 0 0,1-2 1 16,0 1-1-16,-1-1 0 0,-1-1 1 0,-4-1-2 0,-1-1 2 15,-1-1 2-15,0 0 0 0,-3-1-2 0,2-1-1 16,-1-2 0-16,2 0 0 0,-5-1 2 15,4-1 0-15,-2 1-2 0,-1-1 4 0,1 0-4 16,-1-1 0-16,0 0 1 0,3 3-1 0,-1-2 1 16,2 0 0-16,-1 2-7 0,1 0 5 0,1 1-3 15,-2-1 6-15,3 0-4 0,-3-2 7 0,1 2-6 0,-1 0 5 16,-3-1-5-16,0-2 7 0,0 2-6 16,-4-2 14-16,0 0 10 0,0 0 7 0,-3 2-3 0,0-2 19 15,-3-1 3-15,2 2-4 0,-3 1-13 16,-1-4 10-16,1 3-4 0,-2 0 8 0,-1 0-12 15,1-1 3-15,-1 2-13 0,0-1 6 0,1 1-10 16,-1-2 2-16,0 2-3 0,3 0-4 0,-3 2 6 0,0-4-1 16,1 3-5-16,1 2-2 0,-2-2-6 15,2 1-1-15,0 1 1 0,-1 0-3 0,-10 1 1 16,18-2-4-16,-18 2-1 0,16-1 0 0,-16 1 1 16,15-2-7-16,-15 2 7 0,14 0-7 0,-14 0 9 15,14 0-8-15,-14 0 6 0,0 0-5 0,15 0 7 16,-15 0-5-16,0 0 3 0,14 2-9 0,-14-2 8 0,11 1-7 15,-11-1 6-15,11 4-6 0,-3 2 6 16,-2 0-4-16,3 2 5 0,1 3-6 0,2 0 9 16,1 3-8-16,-1 3 4 0,-1-1 4 0,0 0-4 15,1 2 0-15,-5-2 0 0,2 1-2 0,-2 2 2 16,-2-2-1-16,-3 0 0 0,1-1 0 0,-2 2-1 16,-1 1 5-16,-1-1-3 0,-2 1-1 0,1 2 0 15,-3 2 1-15,2 2 0 0,2-1 0 0,0 4 1 16,1 1-6-16,1 6 6 0,0-2-4 0,4 2 5 15,1 7 0-15,1-1 1 0,-1 1 0 0,1 0-1 16,0-1 4-16,-3 1-5 0,1-2 2 0,-1-4-1 16,-4 2 7-16,1-2-13 0,-1 1 8 0,-1-1-6 15,0-1 9-15,-2 0-8 0,-2 0 5 0,-2-3-4 16,-1 2 5-16,0-1-6 0,-1-1 6 0,-1-1-3 16,0-2 0-16,1 0 0 0,-1 2-3 0,1-1 5 15,0 1 0-15,2-2-2 0,-3 2 2 0,1 0 4 16,3 0-5-16,-1-1 2 0,0 1-6 0,2-1 8 15,-2 1-7-15,1 0 6 0,1 0-7 0,-3 0 4 16,2-2-4-16,-1 2 11 0,1 0-11 0,-3-2 6 16,3 1-5-16,-1-2 4 0,1 1-4 0,-1 0-1 15,-1 0-1-15,1 0 2 0,-1-3-1 0,2 2 0 16,-3 0 2-16,5 0 7 0,-2 0-3 0,1-3-1 16,1 3-4-16,1-3 1 0,-2 3 4 0,4-2-5 15,-2 2 0-15,2-1 0 0,1 2 6 0,0-1-10 16,3-1 11-16,-3 1-10 0,1-2 7 0,-1 1-7 15,1-4 8-15,-1 2-9 0,-1-1 9 0,0-4-9 16,-2 2 9-16,-1-1-9 0,-1-1 8 0,0 1-9 16,-1-2 3-16,-3 0 1 0,0 0-2 0,1 0 1 15,-1 2 4-15,0-4 4 0,0 2-3 0,2-1 0 16,-2 2-1-16,2-3 13 0,2 2-12 0,0 0 9 16,0 0-5-16,2 0 3 0,-2-1-6 15,3 1 11-15,1-1-16 0,-1 1 0 0,0 0 3 16,0 0-1-16,1 0 2 0,0 0 0 0,-1 2 1 0,1-2-5 15,1 5 2-15,-1-2 4 0,0 3 3 0,1-1-8 16,0 2 2-16,0-2 2 0,2 2-2 0,-2 0 1 16,3-1-1-16,-2 2 1 0,0-1 0 0,1-1-6 15,0 2 2-15,-2-4 2 0,0 1 2 16,0 1-1-16,-1 0 11 0,1-2-10 0,-1 4 11 0,1-4-14 16,0 2 14-16,2 4-13 0,-2-2 10 0,3 6-15 15,-1-1 13-15,3-1-9 0,-1 4-2 0,1-1 1 16,-1 3 0-16,1 3-1 0,-1 0-1 0,1-5 6 15,0 0-4-15,-2 1 0 0,-2-2 0 16,0 0 1-16,-1-1-2 0,-1 0 7 0,-1 1-8 16,-2 0 17-16,-1-2-15 0,-2 1 10 0,0 8 1 0,-2-3-14 15,-3 2 18-15,-1 0-10 0,1 0 9 0,0-1-10 16,-1 2 10-16,2 0-9 0,-1 1 1 0,3 0-1 16,-1-1 3-16,1 1-1 0,4 0-3 15,-1-1 5-15,1-5-10 0,2 0 11 0,1 0-9 16,0 0 7-16,2 1-1 0,0-1-1 0,0 0-2 0,0 1-11 15,0-1 14-15,0 0-8 0,2 1 7 0,-1-1-12 16,-1-2 10-16,1-1-7 0,-1 2 11 0,0-1-14 16,-1 0 10-16,0-2-7 0,-1-1 10 15,-3 1-11-15,1 0 7 0,-1-3-4 0,-4 2 5 0,2-4-6 16,-1 1 10-16,0 0-10 0,-2-2 9 0,0 0-6 16,1-1 8-16,-4 3-1 0,4-5-7 0,0 3 5 15,-2-1 1-15,3-4 1 0,0 4-6 0,1-3-6 16,-1 3 8-16,2-3-8 0,0 3 10 0,3-1-11 15,-1 1 9-15,0-1-4 0,1 2 6 16,-2-1-11-16,3-2 11 0,-1 4-10 0,-1-1 11 0,2-1-11 16,-1 3 5-16,1-2-3 0,-2 2 7 0,1 1-7 15,-2 3 4-15,0-1-4 0,3-1 7 16,-4 1-10-16,3-1 13 0,-4 2-1 0,1-1-5 0,-2 2-1 16,0-2 5-16,1 2-2 0,-5 3-9 0,2-1 9 15,1 1-9-15,-4 0 7 0,3-1-4 0,0-3 6 16,-3 1-6-16,4-3 6 0,-1 0-6 0,0 2 10 15,1-4-12-15,0 2 8 0,0-2-8 0,0 1 8 16,1-3 5-16,-1 0-6 0,-1-2-10 0,4-4 14 16,-1 1-12-16,0 0 12 0,-1-2-13 0,0-1 7 15,2 0-1-15,-1-3 6 0,2-2-10 0,-2 1 9 16,2-3 1-16,-2 3 1 0,3-4-8 0,-1 0 7 16,3-2-4-16,-3 0-1 0,2-1 2 0,-1-1 2 15,2 0-4-15,2-6 1 0,-4 9-1 0,4-9-8 16,-4 9-50-16,4-9-84 0,0 0-124 0,-4 5-156 15,4-5-207-15,0 0-620 0,-6-9-859 0</inkml:trace>
  <inkml:trace contextRef="#ctx0" brushRef="#br0" timeOffset="77867.14">23231 12611 949 0,'-9'-8'727'0,"3"2"-197"0,-1 2-208 0,1 0-172 0,6 4-110 0,-13-6-113 16,5 4-145-16,-2-1-553 0,-3-4-284 0</inkml:trace>
  <inkml:trace contextRef="#ctx0" brushRef="#br0" timeOffset="83545.62">11522 9279 39 0,'6'-14'421'0,"3"3"-125"16,0 2-72-16,-2-1-45 0,-1 3-37 0,4 0-25 16,-3-1-5-16,-1 2 1 0,1 0-3 0,-2-1-19 0,1 4 5 15,-6 3-18-15,8-9 10 0,-8 9-4 16,6-7-2-16,-6 7-5 0,5-4-9 0,-5 4-1 16,0 0-6-16,0 0-12 0,0 0-7 0,0 0 5 15,0 0 3-15,-11 3-29 0,3-1 45 0,-1 6-21 0,-1-1 38 16,1 3-24-16,-6 2 28 0,2 4-6 15,-4 4 18-15,-1 1-4 0,2 2-13 0,0 2-16 16,0-2 11-16,0 2-12 0,1 2-3 0,2-3-3 0,-1 2-14 16,3-1-9-16,-2-2-3 0,3 1-3 0,-2 1 2 15,1-2-3-15,2-1 1 0,-3 0-7 16,-2 3-3-16,3 0-10 0,-6-1 11 0,4 0 1 0,-7 6 2 16,-1 1 26-16,-3 0 3 0,0 3 7 0,-3 0-6 15,-5 8 14-15,-3 1-11 0,1 0-1 0,-2-1 7 16,-1-1-6-16,-1 1-13 0,2-2 0 0,0-1 4 15,-1-4-3-15,5-3-8 0,0-2-4 0,0 0-6 16,0-3-3-16,-1 1 18 0,-1 0 0 0,-1-2 2 16,-1 2-13-16,2-2 8 0,-2 0-14 0,0 3 9 15,-2-3-15-15,-3 5 15 0,0 2-5 16,-2-3 14-16,8-2-8 0,-2-1 1 0,-5 5-12 0,5-7-9 16,1 2 11-16,-2-2 8 0,1 2-13 0,0-2-2 15,-3 0-5-15,3 0-1 0,-1 0 11 0,-1-2-3 16,1 2 6-16,2-2 7 0,-1 1-25 0,1-1 2 15,0 1 8-15,2-1 8 0,-3-1-12 0,4 0 9 16,1 0-9-16,0 1 7 0,1-4-15 0,2 2 11 16,-1 0-20-16,7-5 28 0,-1 3-25 0,1-3-1 15,-1 4 1-15,2-2 33 0,-5 3-21 0,-1 1 15 0,1-1-22 16,-1 0 13-16,-1 1-16 0,-2-2 15 16,2 3 5-16,-3-2-3 0,0 1-1 0,-1-1 0 15,-2 1 5-15,-1 0-13 0,2 0-1 0,-2 1 16 0,0-1-3 16,2-1-6-16,0 1 1 0,1-1 3 0,3-1-3 15,0-1-4-15,5-1 2 0,-1-2-20 0,4 1 22 16,-2-2 3-16,1 0-4 0,0 2-2 0,5-6 1 16,-1 3-5-16,1-3-3 0,0 2 0 0,2-2 2 15,0 2-4-15,-2-1-6 0,3 1-23 0,-3 0 28 16,0 1-25-16,2-1 27 0,-1-1-25 0,-1 2 29 16,-1-1-17-16,2-1 16 0,-2 5-25 0,1-5 28 15,-1 2-27-15,0-1 26 0,1-2-28 0,0 3 32 16,0-3-31-16,2-1 32 0,0 0-29 0,-3 0 26 15,6-1-29-15,1 0 32 0,0-5-26 0,3 2 21 16,0 0-25-16,3-2 28 0,-2 1-30 0,2-1 29 16,-2 1-29-16,0-1 28 0,2 2-28 0,-2-2 28 15,-1 2-27-15,2-1 28 0,-1 2-28 0,-1 1 28 16,0-1-27-16,-2 2 28 0,2-3-7 0,-4 4 3 16,3-1 3-16,-2 1-3 0,2-1 3 0,0-1-7 15,1 0 2-15,-1-1 0 0,3 1-5 0,-2-3-1 16,2 2-2-16,2-2 2 0,-2-1 0 0,3 0 2 15,4-4-4-15,-9 7-1 0,9-7 1 0,-10 7-1 16,10-7 2-16,-8 7-1 0,3 0 0 0,0-1-3 0,-1 3 2 16,-2 2-2-16,-1 4 7 0,1 3 4 15,0 1 5-15,-1 2-2 0,2 1-14 0,-2 5 33 16,-1-2-25-16,4-3 27 0,-1 2-32 0,2-2 26 0,1-2-31 16,-3 1 28-16,4-3-33 0,-2-1 31 15,1 1-23-15,2-2 0 0,-1-1 4 0,-1 0 4 0,2 0-1 16,-1-1-1-16,2-2 5 0,-3 2-2 0,0-2-1 15,4 3-1-15,-2-2 3 0,-1 3 1 0,2-2 27 16,-1 2-32-16,1 0 29 0,1-3-34 0,0 1 27 16,0-1-33-16,0-3 28 0,0 0-31 0,-1-2 30 15,1 2-32-15,0-3 31 0,0-7-32 0,0 13 33 16,0-13-32-16,0 9 31 0,0-9-28 0,-1 10 33 16,1-10-25-16,0 0 30 0,0 0-35 0,0 0 27 15,0 0-29-15,2-13 2 0,-2 3 1 0,3 0 2 16,-3-6 0-16,1-1-1 0,-1-2 24 0,0-5-33 15,0-5 23-15,0-4-43 0,-1-12 27 0,-1-3-36 16,1-2 31-16,-4-2-25 0,1-1 35 0,-3 5-27 16,0-1 33-16,2 3-27 0,-4 4 7 0,5 8 0 15,-3 2 5-15,2 7 2 0,1 0 28 0,0 7-33 16,0 1 30-16,3 2-32 0,-2 0 28 0,1 4-33 16,-1 2 31-16,3 9-30 0,-1-8 5 0,1 8 3 15,0 12 29-15,1 6-32 0,3 7 28 0,2 16-26 16,3 6 35-16,5 10-11 0,3 5 31 0,3 1-32 15,3 0 14-15,0 0 6 0,3 3 26 0,2-3-35 16,0 0 28-16,2-3 4 0,-2-4-23 0,-2-4-8 16,0-6-3-16,-4-7-4 0,-3-4 0 0,0-3-6 0,-5-7 3 15,-2-5-7-15,-1-2 0 0,-3-2 1 16,0-3 2-16,-2-1 3 0,1-2 12 0,-1-2 15 16,-2-1-10-16,-4-7-9 0,0 0-4 0,0 0-5 0,3-14-1 15,-5 0-4-15,-3-8-29 0,-2-3 28 0,-4-12-36 16,-2-1 15-16,-5-4-36 0,-1-10-6 0,-4-2 24 15,0 0-30-15,-4-4 16 0,2 1-25 0,-1 5 39 16,-1 1-23-16,7 12 43 0,-2 2-24 0,3 5 31 16,1 3-26-16,4 5 35 0,-1 2-30 0,3 5 34 15,3 3-29-15,0 0 31 0,3 4-27 16,-2-1 28-16,3 2-34 0,-1 2 35 0,2-1-32 0,0 2 31 16,0 1-34-16,0-1 28 0,4 6-33 0,-2-10 34 15,2 10-27-15,1-8 32 0,-1 8-31 0,5-11 35 16,2 7-32-16,-1-3 29 0,4 1-30 0,-2 0 29 15,2-2-30-15,1 0 32 0,1 2-29 0,1-3 27 16,-3 2-31-16,3 0 34 0,2-2-33 0,-1 2 30 16,4-3-29-16,0 1 31 0,2-1-31 0,2 0 31 15,4-2-32-15,-2-1 33 0,4 1-30 0,-2 0 34 0,2-2-29 16,-1 2 29-16,-1 0-28 0,1-2 28 16,-2 2-33-16,0-1 34 0,-2-1-32 0,3 2 30 15,-2 1-25-15,-1-4 32 0,1 3-32 0,1-2 31 16,-1 2-31-16,0-2 32 0,2 1-29 0,1 0 30 0,1-2-32 15,5-2 29-15,0-1 1 0,2 0-3 16,-1-1-7-16,2 0-2 0,-2 1 4 0,1-1-5 0,-1 0 6 16,2 1 3-16,-4-1-4 0,0 0-4 0,-1 0 1 15,-4 5-3-15,-2-3-1 0,2 1-1 0,-3 1 6 16,2 0 0-16,-2-1 0 0,-1 0 0 16,0 0-30-16,0 1 32 0,0-1-27 0,3 0 35 15,-1-2-29-15,-2 0 35 0,5-5-26 0,2 3 1 0,-1-2 2 16,2 0 1-16,1-3-2 0,1 2 12 0,-1-2 24 15,1 0-32-15,-1 2 26 0,0 1-31 0,-1 1 29 16,-2 0-33-16,0 2 35 0,-3 2-4 0,-3 0 2 16,1 0-2-16,1 3 0 0,-1-1-8 0,-2 2-3 15,1-3-2-15,0 2-6 0,0 2 0 0,-3-3 7 16,3 2-2-16,1-4-1 0,1 1 3 0,-2-1 1 16,1 0-9-16,3-6 2 0,1 1-24 0,0-1 37 15,-1 0-31-15,0-4 28 0,0 2-31 0,-1-2 38 16,3 2-34-16,-1-1 4 0,0-2 0 0,0 2 7 15,0-1-2-15,0 2 1 0,0-2 4 0,0 1 6 0,-2 1 16 16,2-3-33-16,0 2 28 0,2-1-21 16,-1 1 25-16,-1-2-29 0,0 1 25 0,2 1-3 15,-2-2-10-15,0 3 5 0,1-2-2 0,-1 2 0 16,0 1 3-16,2-2-8 0,-2 3 2 0,3-1-34 0,-2 1 30 16,3 0-24-16,0-1 39 0,1 2-38 15,0 0 33-15,-1 0-28 0,3-2 40 0,1 2-39 0,-2-1 37 16,3 0-38-16,-1 0 5 0,3 1 11 15,0-2-10-15,1 1 6 0,0 2 1 0,0-2 35 0,2 3-38 16,0-2 34-16,1 0-38 0,5-3 31 0,-6 5-38 16,-1-2 42-16,1 2-41 0,-1-1 40 0,-2-2-40 15,3 1 41-15,-4 0-45 0,2 0 38 0,-2-2-6 16,2-2 2-16,3-2-6 0,-4 1 0 0,-4 1-2 16,2-2-2-16,-1 2-36 0,-1-2 41 0,-2 0-41 15,1-1 43-15,1 1-39 0,-2-2 44 0,0 4-43 16,3-4 4-16,-3 3 1 0,0-1 5 0,2 2 4 15,-2-1 4-15,0 0 37 0,2 4-42 0,0-6 37 16,-1 6-47-16,2-2 45 0,-2-3-47 0,1 6 44 16,-2-1-45-16,0-1 47 0,-1 1-9 0,-1 2-2 0,-2-1-4 15,1 1-4-15,-5-1-2 0,3-1 4 16,-6 4-5-16,-1 0-3 0,-1-1 2 0,-1 0-4 16,0-1 0-16,-2 1 0 0,2-1-20 0,1-1 40 15,-1 0-55-15,1 0 47 0,1-5-43 0,1 2 46 16,3 0-48-16,0-1 43 0,1-1-54 0,-1 2 20 15,2-2 31-15,-1 0-38 0,1 0 42 0,-2-1-39 16,3 1 42-16,-2-1-41 0,-1-1 42 0,-3 1-5 0,2 1-4 16,-1 0-1-16,0 1-4 0,-2 0-2 0,-3 2 4 15,3-2-6-15,-4 2 0 0,1 0 3 16,1-5-7-16,2 1 3 0,-2 0-5 0,0-2 3 0,1 1-2 16,2 0-4-16,-1 0-6 0,3-4-33 0,0 3 46 15,3-2-41-15,2 2 38 0,1-1-38 0,2-1 38 16,-2 2-2-16,3 0 0 0,1 1 3 0,-2 1-4 15,0 1-6-15,-2 1 0 0,2-2 43 16,-2 5-45-16,-2-1 37 0,-1 0-40 0,-7 6 29 0,3 0-39 16,-4 1 42-16,1 2-40 0,-4 0 47 0,-1 0-47 15,1 3 46-15,-1 1-44 0,0-3 33 0,1 4-37 16,-1-4 45-16,2 3-41 0,1 0 41 0,-2 0-38 16,3-1 41-16,4 0-44 0,2-3 45 0,-1 3-43 15,2-1 33-15,0 1-44 0,1-2 44 0,0 3-40 16,-2-2 44-16,2 2-41 0,-2 0 45 15,-4 1-41-15,1 3 42 0,-3-2-41 0,3 2 38 0,-3 0-42 16,-1 0 40-16,1 3-40 0,-3 1 43 0,3 0-37 16,1 0 38-16,6 2-39 0,-3-3 40 0,4 4-38 15,2 0-1-15,-1-2 8 0,4 2 4 0,0 0-4 16,5 0 43-16,3 0-44 0,-1 0 41 0,1 0-47 0,0 0 46 16,2 0-47-16,-3 0 46 0,1 0-46 15,1 0 42-15,-3 0-40 0,-6 0 42 0,0-1-40 16,-1 1 40-16,-1 0-43 0,1 1 42 0,0-1-43 15,-2 2 45-15,3-2-44 0,-1 1 5 0,3 2-2 16,2 1 14-16,0-2-4 0,2 2 1 0,1 0 43 16,4 3-50-16,4-3 40 0,-2 2-39 0,2 0 41 15,-3-1-43-15,2 0 36 0,-8-1-36 0,1 1 40 16,-1 0-42-16,-4-2 38 0,-2 2-38 0,-2-2 41 0,-6 2-42 16,2-1 41-16,-1 0-43 0,-1 0 45 0,-1 3-44 15,0-3 40-15,2 2-41 0,-1 1 45 16,-1-1-44-16,0 2 37 0,4 2-36 0,0 0 40 15,1 3-37-15,0-1-1 0,-1 1 42 0,1 0-45 0,1 2 42 16,3 2-38-16,1 0 40 0,-1 1-43 0,0-1 39 16,0 1-41-16,-1 1 2 0,-4-6 9 0,-1 3-1 15,1 0 5-15,-1 0-1 0,1 0 4 16,0-2 4-16,-2 2-3 0,3-2-26 0,-1 2 33 0,0-1-23 16,1-1 26-16,-2 1-26 0,2-1 29 0,-1 1-28 15,1 0 32-15,-1-1-32 0,1 0 29 0,-3 1-3 16,3 1 0-16,3 2-2 0,-7-4-5 0,3 1 2 15,-3 1 1-15,1 0-1 0,-1 1-3 16,-2-1-2-16,1 1 2 0,0 1 2 0,0-3 1 0,-3-1 0 16,3 4-2-16,-2-2 1 0,-1-1 35 0,0 1-43 15,0-3 35-15,-4 1-42 0,7 0 40 0,-6 1-41 16,2-4 40-16,0 2-45 0,-1 2 44 16,1-3-43-16,-2 1 1 0,1 1 4 0,1-2 2 0,-2 2 2 15,-1 1 2-15,2-2 1 0,-1 2 0 0,2 2 8 16,0-2-2-16,3 2 1 0,-3 0-1 0,1 0 1 15,2 0-26-15,0 1 33 0,1-4-28 0,-1 3 29 16,0-2-23-16,-1-3 24 0,-2 3-24 0,2-3 1 16,-3-1 6-16,-1 0 1 0,0 1 21 0,2-2-24 15,-5 0 29-15,2-1-34 0,-4 0 29 0,4 0-29 16,-3 0 31-16,0-1-34 0,0 2 31 0,4 1-27 16,-3-2 29-16,3 2-5 0,-2-2-4 0,0 3-2 15,2-1-3-15,1 0 4 0,-1 1-3 0,2 0 0 16,1 1 0-16,2 2 16 0,1-1-5 0,1 1-4 15,0-1-2-15,-2 2 1 0,2-2-5 0,1 0 0 16,-2 0-1-16,0 1 0 0,0 0 2 0,0-4-6 16,-5 3 0-16,5 0 1 0,0-1 2 0,-4-1 0 15,3 3-3-15,-2-4 0 0,2 3 0 0,-2 1 4 16,1-3-3-16,0 2-1 0,0-1 1 0,2 4 0 16,-2-2 2-16,2 1-29 0,-1-1 31 0,1 1-29 15,0 1 36-15,1-1-31 0,0 0 30 0,0 1-27 16,-1 0 27-16,0-1-25 0,0-1 26 0,-2-1-26 15,2 2 28-15,-2 0-30 0,3 0 30 0,-3-4-28 16,0 4 27-16,-1-1-27 0,-1-1 27 0,-1-1-29 16,2 2 28-16,2 0-24 0,-3 1 24 0,3 0-25 0,-2-1 25 15,-2 2-1-15,4 0-2 0,-2 0 2 0,1 3-5 16,2-1 4-16,2 6-7 0,1-2-2 16,-1 1 0-16,-2 1 0 0,2-1 2 0,-4-3-1 0,1-1 3 15,-3 0-30-15,7 5 34 0,-6-6-30 0,1 0 30 16,-1 1-25-16,2 0 28 0,-3-2-29 0,0 1 30 15,3-2-28-15,-3 2 32 0,2 0-34 0,0-2 28 16,-1 2-22-16,1-1 24 0,0 1-27 0,-1-2-1 16,2 2 11-16,-1-1-4 0,0 2 32 0,1-1-33 15,-2 0 29-15,2 0-30 0,-2 0 23 0,1 0-28 16,-2 0 32-16,0-1-31 0,0 1 28 0,1-1-28 16,-1 1 27-16,1 0-2 0,-3 0-5 0,2-2 1 15,-1 1 2-15,0 0-3 0,1 0-3 16,-3 0 2-16,2-1-5 0,-5-3 1 0,4 2 2 0,-3-2-2 15,2 0 2-15,-3 1-4 0,0 0 3 0,4-1 1 16,-3 0-3-16,0 1 1 0,-1-1 1 0,-1-1-26 16,2 1 33-16,-1-1-30 0,-3-1 33 0,1-1-26 15,0 0 28-15,-1-1-26 0,-1 2 29 0,3-1-27 16,-3 1 25-16,1 0-27 0,0-1 31 0,0 2-34 16,-1-3 27-16,0 5-26 0,0-4 30 0,0 4-31 15,3-2 6-15,-1 2 1 0,-2 1 4 0,0-1 1 16,2 1 3-16,0-1 4 0,-1 2 1 0,1 0-2 15,1 0 32-15,1 1-38 0,1 2 30 0,2 2-37 16,-3 1 30-16,4-3-32 0,-2 2 32 0,2 1-31 16,-2 0 28-16,4 1-23 0,-1 4 33 0,4-1-8 15,-2 0-3-15,0 2-5 0,1-1 0 0,1 0-29 16,-2 0 30-16,3 1-26 0,2-2 31 0,0 3-28 16,-2-4 33-16,3 3-40 0,-2-4 7 0,2 1 5 15,-2-1-1-15,-5-3 9 0,3-2 3 0,3 4 5 16,-5-3-4-16,1 1 2 0,0-3 1 0,3 6-6 15,-5-4 2-15,2-1-1 0,0 2-1 0,-3-3 3 16,0 1 27-16,1-2-34 0,0 1 30 0,1-1-34 16,-2 2 30-16,-1-4-31 0,0 2 37 0,1-2-40 15,-4 0 35-15,5 2-37 0,0-1 32 0,-5-2-35 16,3 0 38-16,-3 0-41 0,4 1 39 0,-1 2-39 0,2-1 36 16,-1 0-36-16,2 0 34 0,0 0-33 15,1 2 37-15,1 0-41 0,1-5 40 0,-2 5-41 16,1-2 42-16,0 1-39 0,-2-2 44 0,1 1-40 0,-1-1 7 15,-1 0 1-15,-2-4 8 0,0 3 0 16,-1 0 0-16,2-2 5 0,-2 0 0 0,1 1 1 16,0-2 0-16,1 3-12 0,0-3 11 0,0 1-13 0,-2-3 15 15,2 2-14-15,0-1 23 0,-3-1-16 0,3 0 14 16,-1 0-4-16,-1-1 1 0,2 0-5 16,-2 1-1-16,2-1-1 0,-2-1-2 0,1 0-1 0,1 1-3 15,0-1 1-15,-3-1 6 0,3 0-7 0,-3 1 0 16,1-1 0-16,-2-1 0 0,2 0 13 0,-3 0-2 15,2-1-1-15,-2 1-2 0,4-1-1 0,-3 1 0 16,2-2 5-16,-1 0 1 0,1 1-3 0,-2-1 2 16,3 0-5-16,-2 1 9 0,3-2-9 0,-3 1 0 15,3-1 3-15,0 1-4 0,-1 0 0 0,0 0 0 16,0 0 8-16,2 1-7 0,-3 0 4 0,2-2-7 16,-3 2 1-16,2 0-1 0,0 1 4 0,-3-4-8 15,4 3 0-15,-4 1 0 0,3 0 0 0,-3-2 0 16,3 2 0-16,-2 0 0 0,3 0 0 0,-3 1 0 15,3 2 0-15,0-2 0 0,1 1 0 0,0 0 0 16,-1 2 0-16,1 0 0 0,-2-1 0 0,4 1 0 16,-2 1 0-16,-1 1 0 0,1-2 0 0,1 2 0 15,-1-1 0-15,4 3 0 0,0-1 0 0,-1 1 0 16,-3-3 0-16,4 5 0 0,-5-5 0 0,1 0 0 16,-2 1 0-16,2 0 0 0,0 0 0 0,-1 1 0 15,1-2 0-15,-2 2 0 0,2-3 0 0,0 2 0 16,-1 1 0-16,0 0 0 0,-1-2 0 0,1 1 0 15,-2-1 0-15,2 2 0 0,1 1 0 0,-3-4 0 16,0 5 0-16,1-4 0 0,-2 0 0 0,1 2 0 16,0-2 0-16,-2-2 0 0,0 3 0 0,-2-3 0 15,-2 2 0-15,4-2 0 0,-4 2 0 0,2-3 0 16,-2 2 0-16,-2-5 0 0,-2 4 0 0,4-3 0 0,-5-1 0 16,2 0 0-16,-3 1 0 0,1-3 0 15,-5-3 0-15,9 8 0 0,-9-8 0 0,6 8 0 16,-6-8 0-16,3 8 0 0,-3-8 0 0,2 10 0 15,-2-10 0-15,0 7 0 0,0-7 0 0,1 9 0 16,-1-9-36-16,-1 5-62 0,1-5 3 0,0 0-41 16,3 7 16-16,-3-7-40 0,0 0 15 0,0 0-52 0,0 9-2 15,0-9-41-15,0 0-10 0,-7-6-3 16,1 0-21-16,-3-1-18 0,-1-5-79 0,-4-6-55 0,-7-1-68 16,-7-10-127-16,-8-8-570 0,-3-3-801 0</inkml:trace>
  <inkml:trace contextRef="#ctx0" brushRef="#br0" timeOffset="85579.23">23558 12512 296 0,'-20'-8'718'0,"-1"-3"-189"0,-2 3-87 0,-1-2-71 0,-3 1-59 16,-1 1-29-16,-2 0-29 0,-1-2-20 0,-2 1-32 15,-8-3-10-15,0 1-30 0,-5-1-9 0,-4-2-30 16,-9-2-12-16,-5 3-29 0,-2-1 10 0,-3-1-28 15,-3 0 2-15,-2 2-20 0,-1-2 3 16,-5-1-18-16,1-2 7 0,-5-1-17 0,-4-2 10 0,-20-8-19 16,0-2 1-16,-1-2 16 0,-2-2-1 0,-2-3 3 15,2-2-7-15,-4-2 6 0,-6-2 33 0,-3-1-1 16,-1 0-13-16,-3-2 4 0,0 2 0 0,-1 1 1 16,0 5 8-16,2 3-2 0,2 5-5 0,6 4 1 15,5 6-13-15,22 7 7 0,0 3-7 0,0 4-3 16,2 1-9-16,0 5-3 0,-1-2-6 0,2 3-3 15,-1 0-1-15,4 1 8 0,-1 1-16 0,4-1 8 16,1 1 0-16,-1 0-2 0,2 0-7 0,-2-1 1 16,0 1 2-16,1-1 19 0,-5-2-30 0,-1 1 19 15,1-3-11-15,-1 1-1 0,-1-2-1 0,-3 0 5 16,-3-2-5-16,1-1-2 0,-5-1-5 0,-1 0 3 16,2 0 0-16,-3-1 11 0,4-1 4 0,-3 1-1 15,-3 0-9-15,-20-1 29 0,17 2-31 0,1 2 27 16,-1-2-33-16,3 3 29 0,0-1-33 0,-1 2-2 15,1 1 32-15,0 2-27 0,-2 1 31 0,5 0-32 16,2 1 30-16,3 2-30 0,2 1 34 0,2-1-33 0,0 0 3 16,2 2-1-16,-3-3 1 0,0 3 0 0,-1-2 12 15,-2 1 15-15,-1-2-31 0,3 1 1 0,-3-1-1 16,2 1 4-16,-1 0 6 0,-1 0-1 0,2 0 0 16,-2 0-3-16,1 2 2 0,3 0-1 0,3-1 1 15,1 1-1-15,2-3-1 0,0 3 0 16,1-1-3-16,-1-1 27 0,-2 0-35 0,-3 2 30 0,-1-3-30 15,0 4 27-15,-1-3-28 0,-3 2 26 0,0 0-29 16,-2 3 29-16,-1 0-32 0,-3 1 30 0,1-1-29 16,3 3 26-16,2 0-30 0,4 0 31 0,2 2-28 15,2-4 29-15,5 4-2 0,2-2-2 0,2 1-2 16,4 1-5-16,0-2 0 0,3 3 4 0,2-1-7 16,1-1 1-16,4 3 5 0,1-1-4 0,1 2-3 15,3 0 2-15,1-2 0 0,0 4 4 0,3-1-2 16,-3 1 5-16,3 1 0 0,0-1 3 0,1 3 0 15,9-5-1-15,-1 1 1 0,0 2 4 0,3-3 7 16,-1 2-4-16,3 0-2 0,1 1 0 0,1-3 0 0,0 2-33 16,0 0 35-16,3 2-29 0,-3-1 35 15,2 0-24-15,-2 2 10 0,-2-2 1 0,0 2 27 16,0-2-34-16,-2 0 47 0,-9 3-28 0,7-5 27 16,0 1-11-16,0-1-3 0,-3-4-1 0,2 1 19 0,1 0-3 15,1-3-6-15,3-2-11 0,6-1-3 16,0-1-5-16,3-3-7 0,-4-1-5 0,8 0-28 0,-2-1 31 15,-1-2-31-15,-5-2 28 0,0 1-27 16,-3-2 25-16,2 0-3 0,0 1 0 0,-1 0-3 0,1 0-2 16,-3-1 0-16,0 2 1 0,3-1-2 0,-2 2-4 15,-2-1-1-15,4-1 2 0,0 2 0 16,0 0 2-16,5 0 0 0,2 0-4 0,1 0 1 0,-1 0 0 16,2 3 0-16,2-3 2 0,-3 2-2 0,3-2-1 15,1 4 8-15,0-4-8 0,3 2 2 0,1-2-1 16,1 1-25-16,-1-1 31 0,0 0 0 0,3-1 0 15,-3-1-1-15,3-2-5 0,1-1 5 0,-1 1-3 16,1 1 0-16,2-3-25 0,0 3 34 0,2-1-29 16,3 1 28-16,-2 0-29 0,4 0 28 0,0-1-27 15,9 4 29-15,-14-4-27 0,14 4 25 0,-13-2-26 16,13 2 27-16,-10-5-27 0,10 5 30 0,-10-1-30 16,10 1 27-16,0 0-26 0,-12-5 26 0,12 5-27 15,0 0 28-15,-9-2-27 0,9 2 27 0,0 0-29 16,0 0 34-16,0 0-35 0,0 0 35 0,0 0-26 15,0 0 42-15,3 7-25 0,4-4 29 0,5 1-16 16,5 1 23-16,4 2-33 0,4-1 23 0,7 2-4 16,2 1-8-16,10 3-3 0,-1-2 3 0,3 5 0 0,1-1 1 15,12 3-3-15,0 1-6 0,0 2-4 16,-2 1 2-16,1-1-3 0,-2-1-2 0,-2 4 0 0,3-3-3 16,-2 0 5-16,4-1-4 0,-2-2 2 15,-4-2-3-15,-1-4 1 0,11 1-2 0,-7-4 1 0,4-3 3 16,3-3 7-16,1-1-27 0,12-4 66 0,2 1-17 15,3-4 35-15,-2-5-52 0,3 4 44 16,1-5-54-16,-1 2 45 0,-2 0-50 0,2-2 29 16,-5 3-32-16,-1-2 0 0,-3 1 0 0,0 1 0 0,-3 0 0 15,1 1 0-15,-11 2 0 0,-2 0 0 0,1 0 0 16,1 3 0-16,0 0 0 0,-1 2 0 16,-1-2 0-16,-1 3 0 0,1 0 0 0,-2 2 0 0,-1-1 0 15,0 0 0-15,0 1 0 0,0 2 0 0,1-2 0 16,0 2 0-16,2 0 0 0,-2-2 0 0,4 1 0 15,-1 1 0-15,2 1 0 0,-1-3 0 0,3 2 0 16,-2-2 0-16,2 1 0 0,-1-1 0 0,1 0 0 16,1 1 0-16,11-1 0 0,-11 1 0 0,0-2 0 15,13 0 0-15,-3 1 0 0,-10-2 0 0,0 2 0 16,0-2 0-16,1 1 0 0,0-1 0 0,3 0 0 16,7 0 0-16,2 1 0 0,-2-1 0 0,1 1 0 15,2 2 0-15,2-2 0 0,-2 1 0 0,0 0 0 16,1 1 0-16,-2-1 0 0,1 0 0 0,0 1 0 0,-1-1 0 15,-1 3 0-15,0-3 0 0,-1 1 0 16,-1-2 0-16,-13 1 0 0,2 1 0 0,-3-1 0 16,0 3 0-16,-2-4 0 0,-1 4 0 0,-1-2 0 15,1 0 0-15,0 1 0 0,1 0 0 0,-1-1 0 0,5 0 0 16,-2 2 0-16,11-1 0 0,-7 0 0 0,9 0 0 16,0-2 0-16,0 1 0 0,-1 2 0 0,1-1 0 15,-1 0 0-15,3-1 0 0,-2-1 0 0,1 2 0 16,-1 0 0-16,-10-2 0 0,1-1 0 0,-2 1 0 15,0-1 0-15,-1 0 0 0,-2-1 0 0,-2-1 0 16,1 0 0-16,-2-1 0 0,-1 0 0 0,3-3 0 16,-1 1 0-16,0 2 0 0,4-2 0 0,-1-1 0 15,2 1 0-15,10-2 0 0,-11 5 0 0,3-2 0 16,-3 0 0-16,1 2 0 0,-1-2 0 0,-1 1 0 16,0 1 0-16,0-2 0 0,0 1 0 0,2 1 0 15,-2-2 0-15,0 0 0 0,1-3 0 0,0 2 0 16,10-1 0-16,0-2 0 0,-4-2 0 0,1 3 0 15,-2-4 0-15,-7 4 0 0,0-2 0 0,1 2 0 16,-2 1 0-16,1-2 0 0,1 2 0 0,0 0 0 0,0 0 0 16,-3-1 0-16,0 2 0 0,1 0 0 15,-2-1 0-15,-1-1 0 0,2 0 0 0,-3 0 0 16,2-1 0-16,2 1 0 0,1-1 0 0,8-2 0 16,2 1 0-16,3 0 0 0,-2 2 0 0,2-2 0 0,-1-1 0 15,1 2 0-15,-2 0 0 0,0 0 0 0,-2-1 0 16,1 0 0-16,-10 2 0 0,-2-1 0 15,2 1 0-15,-1 0 0 0,-2-1 0 0,0 1 0 0,2 2 0 16,-1 0 0-16,-2-2 0 0,-1 1 0 0,0 2 0 16,-1 0 0-16,1 1 0 0,-3 2 0 0,1 0 0 15,1 0 0-15,-2 0 0 0,3 1 0 0,1-1 0 16,-2 1 0-16,1 1 0 0,4-2 0 0,0 0 0 16,0-2 0-16,2 1 0 0,-1 0 0 0,1-5 0 15,0 4 0-15,-3-1 0 0,2 0 0 0,-4 0 0 16,0 1 0-16,-3 0 0 0,-4-1 0 0,-5 2 0 15,-5 1 0-15,1-2 0 0,-1 2 0 0,-6 0 0 16,-1 0 0-16,-1-1 0 0,0 2 0 0,-2-1 0 16,-1 0 0-16,0 2 0 0,-3-2 0 0,-1 0 0 15,-4 0 0-15,4 1 0 0,-4-1 0 0,-1 1 0 16,-1 1 0-16,-3-2 0 0,0 1 0 0,-4-1 0 16,-10 0 0-16,22 0 0 0,-22 0 0 0,15 0 0 15,-15 0 0-15,14-4-95 0,-14 4-139 0,3-10-101 16,-10-2-81-16,-7-4-94 0,-14-7-230 0,-6-3-1109 15,-20-9-1562-15</inkml:trace>
  <inkml:trace contextRef="#ctx0" brushRef="#br0" timeOffset="93695.55">15967 13209 193 0,'-10'3'584'0,"10"-3"-141"0,0 0-102 0,-13 3-62 16,13-3-47-16,0 0-26 0,-13 1-21 0,13-1-22 15,0 0-5-15,-6 5-14 0,6-5-24 0,0 0-24 16,0 0-18-16,-8 3-19 0,8-3-11 0,0 0-6 16,-6 6-10-16,6-6-5 0,-7 6-17 0,7-6-38 15,-9 9-83-15,4-3-124 0,-3 0-138 0,0-2-476 16,-1 3-394-16</inkml:trace>
  <inkml:trace contextRef="#ctx0" brushRef="#br0" timeOffset="93962.23">15747 13416 1100 0,'0'0'815'0,"0"0"-184"0,0 0-146 0,0 0-101 16,-9-2-78-16,9 2-69 0,0 0-52 0,0 0-42 0,0 0-29 15,0 0-25-15,-8-2-19 0,8 2-18 16,0 0-9-16,0 0-7 0,0 0-7 0,0 0-7 16,0 0-4-16,0 0-4 0,0 0-7 0,0 0-14 15,0 0-20-15,0 0-18 0,0 0-30 0,-7-3-27 0,7 3-49 16,0 0-53-16,0 0-78 0,0 0-42 0,-13-1-89 15,13 1-571-15,0 0-581 0</inkml:trace>
  <inkml:trace contextRef="#ctx0" brushRef="#br0" timeOffset="96545.54">15645 13109 286 0,'0'-13'518'16,"0"13"-123"-16,1-10-100 0,-1 10-63 0,3-11-53 0,-3 11-39 16,2-9-24-16,-2 9-23 0,4-7-19 15,-4 7-15-15,4-6-8 0,-4 6-7 0,6-7-9 0,-6 7 5 16,4-7 9-16,-4 7 4 0,5-3 0 15,-5 3-3-15,0 0 2 0,8-6 7 0,-8 6 5 0,0 0-9 16,11-2-3-16,-11 2 9 0,0 0-15 0,0 0 14 16,9-3-17-16,-9 3 25 0,0 0-9 15,0 0 24-15,0 0-5 0,9-3 21 0,-9 3-16 16,0 0 31-16,0 0-13 0,0 0 13 0,0 0 2 0,0 0 24 16,0 0-24-16,0 0 8 0,0 0-23 15,0 0 14-15,0 0-30 0,0 0 8 0,0 0-25 16,0 0 6-16,-6 6-15 0,6-6 9 0,-9 3-24 0,9-3 17 15,-10 2-6-15,10-2-6 0,-12 3-5 0,12-3-4 16,-13 3-12-16,13-3-5 0,-17 2 2 0,8 0-2 16,-4-1 6-16,0 1-5 0,-1-1 3 0,1 1-1 15,-6-1 4-15,1 1 1 0,-1-1-2 0,1 1 5 16,-4-1-3-16,1 1-5 0,-1-1 3 0,-1 0 6 16,-4 0-1-16,0-1 15 0,-1 1-34 0,-1-1 26 15,1 2-32-15,-2-2 26 0,-2 0-24 0,2 1 26 16,-2 0-29-16,-4-1 35 0,5 2-32 0,-6-1 24 15,3 1-29-15,-3-1 28 0,1-1-31 0,0 3 26 16,0-1-37-16,4-1 36 0,-5 1-32 0,4-2 28 16,-5 2-32-16,1-2 35 0,-2 1-26 0,2-1 41 15,-2 1-27-15,0-1 31 0,1 0-35 0,-2 0 33 16,-1 1-36-16,3-1 26 0,-3 0-37 0,3 1 31 16,-2-1-33-16,-1 0 27 0,3 1-36 0,-3-1 36 15,3 2-32-15,-1-1 30 0,2 0-34 0,-1-1 29 16,1 0-27-16,0 2 28 0,0 1-25 0,1-2 26 15,-2 3-33-15,1-3 32 0,1 2-30 0,-1 0 29 16,0 0-28-16,-2 0 31 0,2 1-32 0,0-2 29 0,0 1-32 16,1 0 35-16,-2-1-32 0,4 0 32 0,-2 1-30 15,5 1 29-15,2-2-26 0,-2-1 29 0,2 2-32 16,1-1 31-16,-1-1-31 0,4 1 33 16,-2 1-36-16,0-1 32 0,3 1-32 0,0-1 31 0,1 1-28 15,2-2 29-15,-1 1-29 0,1 0 32 0,0 0-25 16,1 1 40-16,-2-2-23 0,3 2 32 0,-3 0-30 15,2-1 23-15,-6 1-31 0,6-3 27 0,-2 3-37 16,-1-2 31-16,2 2-34 0,0-2 28 0,-2 2-31 16,-3-1 33-16,3-1-32 0,0 1 30 0,0-1-32 15,-1 1 28-15,1-1-2 0,-3 1-1 0,1-2-1 16,2 1-5-16,-3 2 1 0,2-2 1 0,-3 0-2 16,2 2 8-16,-2-2-4 0,-1 0 6 0,0 2-1 15,-2 0 0-15,1-3-30 0,-2 4 31 0,0-2-29 16,-2 2 30-16,4-1-31 0,-2-2 31 0,2 2-34 15,-2-1 32-15,3-2-29 0,0 2 28 0,0 0-4 16,-1-1-2-16,3 0 2 0,-1-1-4 0,0 1-4 16,0 1 3-16,-1-1-2 0,0-1-3 0,2 1 1 15,-4 0 2-15,0 0 0 0,-4 2 24 0,-3-1 18 16,0 0-1-16,0 1 0 0,-2-2 5 0,0 3-21 0,0-3 39 16,1 1-32-16,0-2 30 0,-2 0-44 15,3 0 34-15,5-1-40 0,-4 0 40 0,7-1-37 16,-2-2 38-16,2 1-53 0,-3 0 41 0,4-1-52 0,-2 0 40 15,-2-1-46-15,0-1 39 0,-1 0-35 16,0 0 47-16,-2 0-41 0,1 0 35 0,-4 0-44 0,-3-1 40 16,4 2-41-16,-2-1 41 0,1 1-44 15,-6-1 42-15,6 1-46 0,1-1 46 0,-1 3-48 0,1-1 48 16,-3 0-45-16,4-1 48 0,-3 2-44 0,-1-1 38 16,0 1-31-16,0 0 48 0,0 2-50 0,-1-4 34 15,-2 4-25-15,0 0 0 0,1-1 0 0,-1 2 0 16,1-1 0-16,1 1 0 0,-1-1 0 15,1 0 0-15,1 1 0 0,-1-2 0 0,3 2 0 0,-2-3 0 16,1 1 0-16,0 0 0 0,1-1 0 0,1 0 0 16,-3 0 0-16,3 1 0 0,-4-3 0 0,-2 0 0 15,-3-1 0-15,0 0 0 0,-2-2 0 0,0 2 0 16,1-3 0-16,-3 0 0 0,0-3 0 0,0 4 0 16,-1-5 0-16,1 2 0 0,0 0 0 0,2 2 0 15,-1-4 0-15,1 2 0 0,2 0 0 0,2 0 0 16,-2 2 0-16,4-1 0 0,-1 2 0 0,0 0 0 15,0 0 0-15,7 2 0 0,-2 1 0 0,1-1 0 16,-2 3 0-16,0 0 0 0,2-3 0 0,0 4 0 0,-2-1 0 16,5 2 0-16,-1 1 0 0,3-1 0 15,2 1 0-15,-2 1 0 0,1-1 0 0,2 1 0 16,-2 1 0-16,7 0 0 0,-3-1 0 0,5 2 0 16,3-2 0-16,1-1 0 0,1 2 0 0,5-1 0 15,-2-1 0-15,2 0 0 0,2 2 0 0,10-2 0 16,-19 1 0-16,19-1 0 0,-14 0 0 0,14 0 0 0,-14 2 0 15,14-2 0-15,-12 0 0 0,12 0 0 0,0 0 0 16,-14 0 0-16,14 0 0 0,0 0 0 0,-9 1 0 16,9-1 0-16,0 0 0 0,0 0 0 0,-12 2 0 15,12-2 0-15,0 0 0 0,0 0 0 0,0 0 0 16,0 0 0-16,-11 0 0 0,11 0 0 0,0 0 0 16,0 0 0-16,0 0 0 0,0 0 0 0,0 0 0 15,4 5 0-15,-4-5 0 0,7 5 0 0,-7-5 0 16,8 3 0-16,-8-3 0 0,8 3 0 0,-8-3 0 15,0 0 0-15,10 3 0 0,-10-3 0 0,0 0 0 16,8 3 0-16,-8-3 0 0,0 0 0 0,0 0 0 16,6 3 0-16,-6-3 0 0,0 0 0 0,0 0 0 15,0 0 0-15,9 4 0 0,-9-4 0 0,0 0 0 0,0 0 0 16,0 0 0-16,0 0 0 0,0 0 0 16,0 0 0-16,0 0 0 0,0 0 0 0,9 1 0 0,-9-1 0 15,0 0 0-15,0 0 0 0,0 0 0 16,0 0 0-16,0 0 0 0,0 0 0 0,0 0 0 15,0 0 0-15,9 5 0 0,-9-5 0 0,0 0 0 16,9 1 0-16,-9-1 0 0,9 3 0 0,-9-3 0 0,13 4 0 16,-13-4 0-16,14 4 0 0,-4-2 0 0,0 0 0 15,-1 1 0-15,5-2 0 0,-2 1 0 16,4 1 0-16,-2-1 0 0,4 1 0 0,2-1 0 0,1 1 0 16,3-2 0-16,3 2 0 0,0-2 0 0,4 2 0 15,3 1 0-15,2-1 0 0,0-1 0 0,4 2-4 16,2-2-10-16,4 3-8 0,2 0-17 0,2-1-18 15,4-2 0-15,1 1 6 0,0 0 36 0,0 1-52 16,2-1 29-16,2-2-16 0,-2 1 32 0,2-2-22 16,1-2 38-16,2 1-24 0,-1-4 30 0,-1 2-36 15,13-4-5-15,2 0 2 0,-2-2-8 16,4 1 11-16,-1-1-31 0,2 2 40 0,-1-2-26 0,1 4 33 16,-4 0-54-16,-1 0 24 0,-9 1-30 0,-3 1 35 15,1 3-20-15,-2 0 35 0,-1 0-31 0,-2 0 37 16,-1 0-24-16,-1 2 36 0,-2-1-25 0,-1 1 27 0,-4-1-32 15,1 2 32-15,-7-2-24 0,0-1 36 16,-1 1-30-16,1-1 35 0,-1 1-32 0,0-1 32 16,1 0-29-16,-2-1 28 0,1 0-28 0,0 0 3 15,1-1 6-15,-1 0 26 0,1 0-32 0,2 1 33 0,0-1-31 16,-3 2 29-16,1 0-26 0,2-1 26 0,-3 1-27 16,-3 0 28-16,4 0-29 0,-6 0 28 15,-4 1-29-15,-1-1 33 0,-3 0-33 0,0 2 21 0,-5-1-26 16,0 2 29-16,-1-2-28 0,-3 2 28 0,-1-1-28 15,-2-1 6-15,1 1 0 0,-2 1 3 0,-2-2 5 16,1 1 5-16,0 1-4 0,-1-1 1 0,4 1 3 16,-2-1 4-16,3 1-4 0,2-1-1 0,-2 0 3 15,4 0-5-15,2 1 5 0,4 0-1 0,-1 0 3 16,0 1-4-16,1-2 31 0,5 2-34 0,2 1 27 16,-1-1-32-16,1 2 36 0,-2-1-36 0,3 2 27 15,-3-3-30-15,0 0 29 0,1 2-31 0,-1 0 32 16,-1-1-29-16,-4-2 30 0,1 2-32 0,-2 0 31 15,1-2-31-15,2 1 31 0,-1-2-30 0,-1 2 29 16,3-1-28-16,-1 0 29 0,6 0-30 0,0 0 32 16,1-2-32-16,4 1 30 0,0-1-30 0,7 2 28 15,1 1-27-15,2-2 27 0,-1 0-30 0,2 2 31 16,-1-3-30-16,2 5 30 0,-3-1-33 0,-1-2 35 0,0 1-33 16,-3-1 32-16,0 3-30 0,-5-3 28 0,-3 1-29 15,2-1 33-15,0-1-31 0,-1 2 27 16,7 1-31-16,-5 0 32 0,4-2-5 0,2 1 0 15,-1 1-1-15,4-2-4 0,-1 2 0 0,2-3 0 16,0 1-3-16,1 2 3 0,1-2-3 0,0 0-26 0,1-2 33 16,2 1-22-16,-1-2 23 0,3 0-29 15,0-2 30-15,1 1-1 0,1-1-4 0,1 1 0 0,1-1 1 16,-1-1 0-16,0 2-4 0,0-1-23 16,-3 1 28-16,0 1-26 0,-2 0 29 0,-1-2-24 15,-1 2 27-15,-3 0-29 0,0 2 31 0,0-2-31 16,-7 0 32-16,0 1-30 0,-1-1 30 0,0 0-30 15,0-1 32-15,1 1-32 0,-1-2 29 0,1 2-30 0,-2-1 33 16,1 0-34-16,1 1 30 0,-1 0-31 0,-1-2 32 16,1 2-31-16,0 0 32 0,7-1-31 0,-5 1 28 15,7 0-27-15,-2 0 26 0,1 1-27 0,-2-1 29 16,-6-1-28-16,1 1 30 0,-1-2-27 0,-3 2 30 16,-2-1-29-16,-6 1 32 0,-3-2-29 0,1 1 40 15,-5-1-37-15,-3 2 34 0,-3-2-32 0,0 2 29 16,-3-1-30-16,-2-1 26 0,-1 2-29 0,-1 0 31 15,-12 0-27-15,20-1 34 0,-20 1-22 0,16-1 34 16,-16 1-36-16,14-1 26 0,-14 1-34 0,10-1 29 16,-10 1-36-16,0 0 27 0,14-1-40 0,-14 1 12 15,0 0-54-15,0 0-11 0,8-4-94 0,-8 4-64 16,-5-3-63-16,5 3-127 0,-17-6-112 0,2 4-144 16,-2-1-777-16,-7-1-1069 0</inkml:trace>
  <inkml:trace contextRef="#ctx0" brushRef="#br0" timeOffset="102235.09">5129 13102 461 0,'-17'0'334'0,"-1"0"-74"0,1 1-56 0,-2-1-47 15,0 2-28-15,-2 0-30 0,1-1-12 0,-1 0-18 16,0 0-14-16,-2 0-26 0,0-1 10 0,1 1-17 16,-2-1 28-16,-3-1-6 0,0 1 0 0,0-1-7 15,3 0-7-15,-2-1-6 0,-1-1-8 0,2 1 0 16,1 0 2-16,-2-1-2 0,5 0 19 0,1 0 5 16,0 3 9-16,2-1 0 0,1 0-11 0,3-1 2 15,1 1-6-15,3 0-5 0,10 1-1 0,-18 1 9 16,18-1 19-16,-7 4-4 0,7-4 16 0,0 0 13 15,2 11-11-15,7-7 15 0,1 2-3 0,3 1-11 16,6-2-13-16,3 1-11 0,1-1-5 0,5 0-5 0,0-1-8 16,3-2-2-16,0-2-2 0,2 0 0 0,4-2-2 15,-2-2 19-15,3-2-2 0,-4 0 2 16,2-1-13-16,-3-1 5 0,-1 1-6 0,-8 2 8 16,-2-1-6-16,-4 3 0 0,0-1-4 0,-7 1-1 0,1-1-8 15,-6 1 0-15,-6 3-2 0,5-5-8 0,-5 5 6 16,-6-4 2-16,6 4-7 0,-20-2 7 15,4 2-6-15,-4 2 1 0,-7 1 1 0,-1-2-3 0,-8 1 0 16,0 2-4-16,-1 0-1 0,-4-1 0 0,3 1 2 16,-2-2-3-16,3 4-1 0,-1 0 1 0,2-2-1 15,4 0 0-15,5 0-1 0,6 0 6 0,0-2-1 16,3 2-2-16,6-2-2 0,0 0 5 0,12-2 5 16,-11 4 16-16,11-4-5 0,0 0-3 0,6 6 1 15,-6-6 22-15,22 1-7 0,-6-2-6 0,1 1-4 16,6-3-3-16,2 0 0 0,2-1-4 0,0 1-3 15,0-1 3-15,1 0-3 0,-1-2 3 0,5 1 6 16,-5 0 1-16,0-1-7 0,-2 1 1 0,2 0-8 16,-5 1 6-16,1-1-18 0,-7 0 11 0,1 4-5 15,-3-2 2-15,-3 0-3 0,0 0 8 0,-1 1 3 0,-10 2 0 16,10-4 0-16,-10 4 2 0,0 0-5 0,7-3 1 16,-7 3-3-16,0 0 1 0,-9-4-6 15,9 4 1-15,-12 0-7 0,12 0 6 0,-15-2-2 16,15 2 1-16,-19 0-5 0,19 0 3 0,-21 2-3 0,8-1 4 15,2 1-6-15,-2-1 3 0,0-1 0 16,-1 2-1-16,0-2 0 0,0 1-1 0,0 1 2 0,3-1 0 16,-1 1 0-16,-1-2 0 0,13 0 0 15,-18 3 2-15,18-3-4 0,-15 1 2 0,15-1 1 0,-13 1-2 16,13-1 1-16,0 0 1 0,-16 0 1 0,16 0-2 16,0 0-1-16,-12 0 1 0,12 0 1 0,0 0-1 15,0 0-2-15,0 0 8 0,0 0-5 16,16-1 2-16,-16 1-3 0,17-1 3 0,-5-1-3 0,1 1 2 15,-1 1-3-15,1-1 6 0,1 0-3 0,-1 1 1 16,2-1-2-16,0-1 3 0,-2 1-4 0,2 1 2 16,-2-2-3-16,2 2 6 0,0-1-11 0,-2-2 10 15,0 1-5-15,1 1 6 0,1-2 4 0,-1 1-1 16,0-2 12-16,3 1 1 0,-2-1-8 0,2 1 5 16,-1-2-3-16,3-1 5 0,3 2 6 0,0-2-4 15,1 0-5-15,1 1-3 0,2 0-5 0,-1 1 8 16,-3-1-9-16,4 1 3 0,-2-1-8 0,0 2 6 15,-6-1-8-15,4 1 6 0,-3 1-6 0,-1 0 6 16,0 1-7-16,-3-2 4 0,4 1-5 0,-3 1 5 16,-2-2-1-16,0 2-1 0,0 0-6 0,0-2 8 15,0 1-5-15,0 2 4 0,0-1-3 0,-1-2 4 16,2 2-6-16,-2-1 5 0,1 0-6 0,1-2 6 16,1 0-3-16,0 2 2 0,2-2-2 0,-3 1 4 0,3-3-7 15,0 2 3-15,1 1 4 0,3-3-4 16,-1 0 9-16,0 2 3 0,2-2 23 0,-2 1-13 15,0-1 10-15,1 1 1 0,0 0 6 0,0-1-19 16,-1 1 11-16,1 2-21 0,-4-2 12 0,5-1-19 0,-5 3 19 16,1-1-22-16,0-1 11 0,-1 2-11 15,1-2 12-15,-2 1-15 0,1 0 13 0,0 0-14 16,-3-1 28-16,4 1-32 0,-3 1 14 0,3-2-12 0,-4 1 13 16,4-2-15-16,2 3 19 0,-3-1-16 0,5-2 13 15,-4 2-17-15,1-1 15 0,3-1-13 0,-1 2 21 16,0-2-12-16,-2 2 17 0,0-1-9 0,-2 0 7 15,2 1-23-15,-1-1 22 0,-4 2-22 0,4 0 19 16,-1-3-23-16,-1 2 30 0,-2 1-26 0,2-1 22 16,-2 2-24-16,2-4 25 0,-2 2-21 0,2 1 20 15,-2-1-22-15,2-2 33 0,-2 2-36 0,3 0 23 16,0-1-24-16,-3-2 29 0,5 1-28 0,0 0 31 16,0-1-30-16,2-1 21 0,-3 3-23 0,3-4 25 15,-2 1-26-15,1 0 25 0,-1 2-24 0,2-2 26 16,-2-1-18-16,2 2 19 0,0-2-26 0,-2 2 27 15,1-2-30-15,0 2 31 0,2-2-31 0,-3 1 40 16,1 0-37-16,1-1 25 0,-2 1-27 0,2 1 4 16,-3 0-1-16,2-2 1 0,-1 2 4 0,-1-1 2 15,1 0-2-15,-4 3 3 0,2-3 0 0,1 2 0 0,-5 0 0 16,4-1 4-16,-1 0 0 0,-2 1-2 0,2-1 1 16,-2-1 2-16,0 0-3 0,1 1 0 15,0 0-2-15,-3-1 4 0,4 0-2 0,-3 1-2 16,1 1 0-16,-1 0 0 0,-1-1 3 0,2 0-1 0,-2 2 1 15,4-2-3-15,-3 1 3 0,1 0-4 16,-1 2 2-16,0-3-1 0,3 2 4 0,-2 1-4 0,1-2 1 16,0 1 3-16,1 0 0 0,-1 1-6 15,0-1-6-15,-1 0 9 0,0 0-2 0,1 2 2 0,-2-1 11 16,-3 0-11-16,3 0 2 0,0 0-1 0,-1 1-2 16,0-1 0-16,2-2 2 0,-2 3 2 15,4 0-3-15,-3-2 2 0,1 0-4 0,-1 1 11 0,0-1-16 16,2-1 7-16,-1 1-1 0,0-1-2 0,-1-1 2 15,2 2 1-15,0-2 1 0,-2 0 0 0,3 0-5 16,-3 1 6-16,1 0-1 0,-2-1-2 0,2 0 0 16,-2 1 0-16,0-1 0 0,2 1 0 0,-1-2-1 15,2 1 5-15,-2 1-5 0,1 0-1 0,0-1 2 16,2 1 0-16,-3-1-1 0,3-1-3 0,-2 2 5 16,3-2 3-16,0 3-4 0,0-4 0 0,1 1 0 15,-1 0 38-15,0 0-45 0,1 0 36 0,-1-1-43 16,1 2 41-16,-1-2-44 0,1 1 43 0,-1 0-19 15,-3 1 17-15,2-1-47 0,-2-1-7 0,3-1-32 16,-1-2-94-16,-1 2-151 0,-3-2-155 0,2-1-177 0,-6 2-653 16,-1-2-895-16</inkml:trace>
  <inkml:trace contextRef="#ctx0" brushRef="#br0" timeOffset="107028.6">21212 11275 56 0,'0'-7'249'0,"-3"0"-45"0,3 0-38 0,-1 0-11 0,-2-3-23 0,0 2 6 0,0 0-15 15,1-1-21-15,-1 1-3 0,-1 1-13 0,3 1-18 16,-2-2 4-16,3 8-8 0,-2-9-11 0,2 9-9 15,-4-10-7-15,4 10 1 0,-3-8-1 0,3 8-9 16,-1-6 6-16,1 6-2 0,-1-7-10 0,1 7-2 16,0 0-1-16,2-9-8 0,-2 9 1 0,7-6-8 15,-7 6 5-15,11-6-5 0,-4 3-2 0,3-1 1 0,-1 1-1 16,0-2 2-16,2 1-4 0,-1-1-1 16,2 0-2-16,2-1 9 0,-2 0-5 0,0-3-24 15,0 3 28-15,-2-3-1 0,3 1-3 0,-3 0 2 16,-1-2-1-16,1 3-1 0,-1-6-4 0,0 3-14 15,1-1 22-15,-3-3-1 0,-1 5-3 0,2-4 3 16,-1 0-3-16,0 3 20 0,-1-2 28 0,-2 3-9 0,0-1-6 16,0 3-7-16,1-3-4 0,-3 5-3 15,2-1-9-15,-1-2-2 0,-3 8 1 0,4-8-3 16,-4 8 4-16,2-6-11 0,-2 6 4 0,0 0 1 16,0 0-2-16,0 0 5 0,1 6 4 0,-1-6 2 15,2 12 11-15,-2-4 10 0,2 0 3 0,0 5 5 16,0-3 16-16,-1 2-13 0,6 1 20 0,-4 1-8 15,3-1-6-15,-1 0-12 0,1 2 1 0,1-1-2 16,1-1 22-16,1 3 11 0,3 0-6 0,1 0-6 16,0 0-14-16,4 2-4 0,0 0-9 0,5 1 5 15,-2 1 15-15,2-1-3 0,5 3-18 0,-2 0 7 0,2-1-3 16,-1 3 0-16,-3-5 10 0,-3 1-13 0,3-1 10 16,-1 2-8-16,-3-1-10 0,2 1-7 15,-2-1 29-15,0 0-8 0,-1 1-7 0,-3-2-9 0,4 1 1 16,-5 0-6-16,4 2-3 0,-5-1-2 0,5-1-1 15,-4 2 3-15,3-3 1 0,-1 1 23 16,1 1-5-16,1-1-3 0,1 1-8 0,1 0-1 0,3-3-4 16,2 6-1-16,2-2-2 0,1-1-4 0,0 0 3 15,0 1-1-15,1-3 0 0,-1 0 1 0,-2-2-2 16,-1 1-1-16,-1-2-7 0,1 0 4 0,-1 0-6 16,-1-1 5-16,0 2-4 0,0-1 4 0,2 1-5 15,-1 0 23-15,0-3 27 0,-1 4-6 16,4-2-8-16,1 4-3 0,4-1-7 0,-1 0-2 0,-2 0-6 15,3 0 33-15,0-2-1 0,-1 1-9 0,2-2-8 16,0 1-1-16,-1 1-14 0,-4-4 7 0,4 3-16 16,-4-3 4-16,0 0-8 0,2-1 6 0,-2 2-10 15,1-3 6-15,-2 2-6 0,0-1 2 16,1 0-6-16,-2-1 9 0,-1 1-12 0,1 1 11 0,-1-3-10 16,-1 2 8-16,-3-3-8 0,1 0 14 0,-1 1-13 15,0-1 7-15,1 1-7 0,-1-1 9 0,1 1-15 16,-3-2 15-16,3 2-9 0,-3-3 10 0,0 3 13 15,2-4 18-15,-2 3-16 0,0-2 6 0,0 0-15 16,1 0 9-16,-3 1-19 0,0-2 18 0,1-3-12 16,-3 4 1-16,3-2-11 0,1-2 8 0,-3 2-11 15,1 1 9-15,0-1-10 0,2-1 12 0,2 2-11 16,-1-2 14-16,-1 0-16 0,-1 1 10 0,4 0-11 16,-3-2 12-16,2 2-10 0,-4-1 9 0,3-1-10 15,-2 1 15-15,-1-1-19 0,0 0 14 0,2 1-11 16,-3-2 11-16,0 0-10 0,2 1 11 0,-4 0-14 15,4-1 15-15,-3 0-12 0,3 0 14 0,-1 0-14 16,-1 2 8-16,1-2-8 0,0 0 11 0,-2-1-11 16,2 0 20-16,-2 1-21 0,3-2 9 0,0 3-10 15,-3-3 2-15,4 1 2 0,-6 0 3 0,5-1-7 16,-4 0 17-16,1 0-11 0,-2 0 8 0,4 0-16 16,-4 0 15-16,1 1-10 0,1 0 10 0,-1 2-11 15,1-3 10-15,-2 1-8 0,1 1 9 0,0-1-12 16,0-1 13-16,2 2-9 0,0-1 6 0,0 3-10 15,0-5 12-15,0 4-10 0,0-2 10 0,0 0-2 16,1-1 16-16,-3 2 7 0,4-2-7 0,-1 3-2 16,0-2-7-16,0 1-1 0,1-2 1 15,0 1 0-15,0 0-3 0,4 1-3 0,3 0-1 0,1 2-1 16,-2-2-2-16,2 0 4 0,1-2-2 16,-1 2-2-16,3-1 1 0,-3-1-1 0,2 2 1 0,1-2-3 15,0 1 1-15,-2-1 1 0,1-1-2 0,0 2 0 16,3-1 2-16,1 1-4 0,-2-1 1 0,1-1 3 15,1 0 0-15,0 0-1 0,1 0 1 0,4-1-2 16,2-1 4-16,-4-1-5 0,3 2 3 0,1-2-2 16,-2 0-2-16,0 2 2 0,-2-2 1 0,1 1-2 15,-4 1 1-15,-2 1-3 0,0-2 4 0,0 2-2 16,-3 0-1-16,1 2 3 0,-2-2-1 0,0 1-1 16,1 1 4-16,-4-1-2 0,-1 1 1 0,0-1-3 15,-3 3 13-15,0-2-17 0,0-1 2 0,-1 2 3 16,-1 0-1-16,-4-3 0 0,2 3 0 0,-2-1 3 15,1-1-3-15,-1 4-1 0,-2-3 3 0,3-2-1 16,-2 3 2-16,0 0-1 0,-3-3-1 0,-9 0 1 16,16 3 0-16,-16-3-3 0,14 3 8 0,-14-3-2 15,11 4-4-15,-11-4 1 0,12 1-1 0,-12-1-1 16,0 0 1-16,11 2 1 0,-11-2-2 0,0 0-1 16,0 0 2-16,0 0 0 0,0 0 0 0,0 0-1 15,0 0 1-15,0 0 0 0,-9 4 1 0,9-4 1 16,-16 1-1-16,16-1-1 0,-21 0 3 15,21 0-2-15,-20 1 2 0,7-1-1 0,0 0 2 0,-1 0-3 16,0-1-1-16,-1 1 0 0,-3-1 6 16,-1-1-7-16,-1 1 4 0,0-1-2 0,-2 1 0 0,2-1-1 15,-4-2 3-15,-2 2 3 0,1-1-6 0,-2 2 1 16,-1-2 2-16,1 0-2 0,-3-3 2 0,-2 3 16 16,-3-1-22-16,0-1 2 0,2-3 2 0,-3 2 18 15,3 0-17-15,-2-3 22 0,-4 0-31 0,3 0 5 16,-4-1 2-16,1-1-2 0,0 1 20 0,-1 0-20 15,0-2 18-15,7 5-24 0,-1-1 18 0,1-2-16 16,0 2 14-16,0-3-17 0,-2 2 16 0,1-1-11 16,-3-1 17-16,-2 0-21 0,1-1 19 0,-2 1-18 15,3-3 24-15,-2 0-23 0,0 0 16 0,-1 1-19 16,1-2 18-16,1 1-15 0,-1-2 21 0,1 2-23 16,0 0 0-16,1-1 3 0,1 1 2 0,5 3 6 15,3 0-6-15,0 1 0 0,1 0 1 0,4 0 6 16,1 2-4-16,-1 0 1 0,2-3-2 0,-2 2 2 15,2-1 2-15,-2 1-3 0,2-1-1 0,0 1 1 16,-1-2 3-16,-3-1-2 0,1 1 0 0,-2-1 0 16,2 1 0-16,-2-1 3 0,-1 0-4 0,2 1 1 15,-3-1 8-15,1-1-7 0,2 1 5 0,0 1-9 16,-1-1 3-16,3 4-2 0,3-3 2 0,1 3 11 16,0-1-12-16,1 1 0 0,2 1 1 0,2 0 1 15,0 1-2-15,1 0-5 0,1 0 5 0,3 2 11 16,-2-1 18-16,1 0 3 0,1 0-9 0,-1 1-2 15,-4-3-4-15,4 0 1 0,-2 2-9 0,0-2 7 16,-1 0-6-16,-1 1-2 0,1-1 1 0,-2-1 2 16,-1 0-8-16,0-1 1 0,0-1 0 0,-3 1 2 15,1 0-4-15,0-1 1 0,0 1-4 0,-1-2 40 16,0 3-40-16,1-2 33 0,0 2-43 0,0-2 41 16,-1 2-41-16,0-2 37 0,1 2-43 0,-2-2 42 15,-1 0-43-15,2 0 44 0,-3 0-39 0,2-2 39 16,-2 3-44-16,2-3 39 0,-2 2-42 0,0-1 46 15,2 0-44-15,-2 2 52 0,3-2-45 0,-2 3 40 16,1-3-42-16,1 1 44 0,-3 0-43 0,3 0 1 16,0-1 4-16,-2 1 4 0,2-1 1 0,1 0 7 15,-3 0 2-15,-1-3-7 0,-1 0-1 0,-1-2 4 16,-1 0 0-16,-8-2-2 0,1-3 2 0,-1 0-2 0,-2-1 2 16,1 1-5-16,-1 2 9 0,3 0-5 15,-2 2 1-15,2-2 1 0,6 5-2 0,-1 0 2 16,2-1-4-16,-2 1 2 0,0 0 0 0,1 0-1 15,-1-2-1-15,1 0 2 0,-1 2 0 0,2 0 0 0,0 3 41 16,1-4-46-16,6 5 36 0,-1-1-47 0,1 1 1 16,0 2-5-16,-1-3-25 0,2 3-66 15,-2 0-89-15,1-1-147 0,-3 1-125 0,-4 0-154 16,-4-1-649-16,0-3-882 0</inkml:trace>
  <inkml:trace contextRef="#ctx0" brushRef="#br0" timeOffset="115161.47">6139 12877 113 0,'-5'-6'107'0,"5"6"-26"0,-10-6-13 16,10 6-19-16,-8-6 9 0,8 6-7 0,-9-7-11 15,9 7 0-15,-6-5-9 0,6 5-3 0,-8-4-5 0,8 4-4 16,0 0-5-16,-6-6-1 0,6 6-4 0,0 0 4 16,-8-5-7-16,8 5 1 0,0 0-3 0,0 0-4 15,-5-4 0-15,5 4-1 0,0 0-5 0,0 0-1 16,0 0-17-16,0 0-26 0,0 0-63 0,0 0-67 16,0 0 50-16</inkml:trace>
  <inkml:trace contextRef="#ctx0" brushRef="#br0" timeOffset="115743.63">4953 13039 196 0,'-4'-9'183'0,"3"-1"-39"0,0 1-31 0,1-2-26 0,0 0-7 15,1-2-10-15,0-3-12 0,3-1-4 0,-1-1-2 0,0-2 13 16,0-1 3-16,2 1 6 0,-4 0 7 0,1-1-1 16,-2 2 4-16,0 0 2 0,-3 0 17 15,3 3 12-15,-5-1-12 0,2 3 1 0,1 3-37 16,-2-1-5-16,3 5-22 0,-3 0 19 0,4 7 11 0,-9-5-17 15,9 5-4-15,-9 6 6 0,4 1-5 0,0 3-8 16,0 4 6-16,0 0 12 0,2 1-5 0,2 3 8 16,0 3 30-16,2 4-18 0,0 1 13 0,3 7-15 15,1 4 9-15,0 7 12 0,3 3 1 0,-2 2-17 16,3-1 11-16,0 6 5 0,-1-2-16 0,2 8-2 16,-1-9 8-16,-1-1 17 0,-1-1-24 0,1-1-4 15,2-3-22-15,-4-1-2 0,1-1-11 0,-2-3 3 16,0-8-4-16,0 0-7 0,-2-4-3 0,-1-1-9 15,1-2-3-15,-2-2-24 0,-1-1-24 0,1 1-47 16,1-7-42-16,-1 2-61 0,0-1-47 0,2-1-100 16,-2-1-45-16,3-1-89 0,2-2-358 0,1-1-358 0</inkml:trace>
  <inkml:trace contextRef="#ctx0" brushRef="#br0" timeOffset="117195.22">26237 12612 79 0,'-15'-4'108'0,"2"2"-13"0,1 1 2 0,1-1-14 0,1 1-15 15,-1-1-8-15,1 1-5 0,10 1 14 0,-13-2 20 16,13 2 6-16,-14-3-4 0,14 3-16 0,-7-4-7 0,7 4-11 16,-5-4 3-16,5 4-13 0,1-8-5 15,-1 8-9-15,4-10 9 0,0 6 10 0,-2-4 18 16,4-1-4-16,-2-1 12 0,-1 1-14 0,1-3 20 15,-2 0 6-15,-1-1 3 0,1-1 17 0,0-2 1 16,0 0-3-16,0-1-22 0,-2 3 27 0,0-3-4 0,3 3 17 16,-3 2-7-16,2 0 15 0,-2 0-17 15,0 4-15-15,3-3-23 0,-3 5-11 0,1-2-19 16,0 2-3-16,-1 6-19 0,0-9 9 0,0 9 22 16,0 0 35-16,0 0 17 0,3 9 2 0,-3 1 8 15,0 5-16-15,0 4 5 0,-1 6 11 0,1 7-11 16,-2 6 14-16,2 6-8 0,0 6-35 0,0 2 19 15,3 2-18-15,1 13 15 0,0 4-17 0,2 0 1 16,-1 1-30-16,4 1 3 0,-3 0-27 0,2-1 25 16,1-2-30-16,1-3 23 0,-1-1-33 0,2-1 3 15,0-1-2-15,-1-2 3 0,-1-2 21 0,1-8-35 16,-1-5 29-16,-1 1-29 0,0-5 20 0,-1-3-28 0,-2-8 25 16,-1-5-29-16,0-5 2 0,-1-3-38 15,-1-2-27-15,0-3-77 0,-1-2-152 0,-1-2-141 0,-1-3-155 16,-3-2-664-16,4-5-870 0</inkml:trace>
  <inkml:trace contextRef="#ctx0" brushRef="#br0" timeOffset="121344.98">16253 13022 201 0,'1'-8'358'0,"2"-4"-96"0,-2 4-40 0,1-3-24 0,-1 3-24 16,0-3-25-16,0 3-18 0,1-4-24 0,-2 3 0 15,0-1 7-15,0 1-20 0,-3-1-9 0,3 1 1 16,-2-2-21-16,-2 2 10 0,0-3-24 0,-1 0 9 16,-3 2-6-16,0-4 9 0,1 4-22 0,-3-2 39 15,-2-4-30-15,-1 3 12 0,-1 0-17 0,-1-2 22 16,-3 1-16-16,0-3 22 0,-2 1-27 0,-2 2 9 16,-2-2-22-16,1 1 3 0,-4 0 13 0,1 0-2 15,-3 3-7-15,1-1-1 0,-3 3-4 0,3 0-4 0,-1-1-2 16,-1 4-3-16,3 1 2 0,3 0 19 15,-3 3-8-15,5 1-7 0,1 2 0 0,0 0-5 16,2 3 1-16,0 2 2 0,1 3 0 0,0 0 4 0,0 6 25 16,3 0-12-16,-1 5-4 0,1 3-11 15,4 1-2-15,-2 3-11 0,3 0 6 0,2 4-10 16,0-2-1-16,2 2 0 0,2 3 0 0,-1-2 1 16,4 1-5-16,1 2 39 0,-1-6-8 0,2 6-2 15,1-2-5-15,2 1-4 0,1-3 3 0,4 2 6 16,0-4 12-16,4 1-6 0,6 2-10 0,3-2-3 15,3-4-4-15,4 0-6 0,4-1-3 0,1-5-1 16,6 0-4-16,0-5-3 0,4 2-1 0,-2-5-6 16,4-3 3-16,-1-1-7 0,-4-3 11 0,0-2-2 0,-3-2 0 15,1-2 7-15,-2-3 13 0,2-1 3 16,0-4-2-16,-1-2-4 0,-1-2 0 0,-5-2-12 0,0-2 6 16,-4-4-11-16,-1-1 7 0,-3-3-9 0,-5-1 5 15,-2-4-12-15,-2-2 2 0,-3 4 7 0,-4-2-4 16,-3-3-2-16,-4 0 8 0,-1-1-10 0,-3-1 5 15,-2-5-7-15,-4 1 7 0,-2 2-7 0,-3 1 8 16,-2 0-11-16,-5 4 11 0,-2 3-13 0,-3-1 21 16,-3 4-21-16,-3 2 9 0,-3 2-8 0,-3 4 8 15,-2 0-6-15,-6 5 5 0,0 3-3 0,-1 2 5 16,-2 5-11-16,7 1 9 0,0 5-10 0,-5 3 14 16,3 3-14-16,5 1 7 0,-1 4-4 0,4 4 9 15,3 2-11-15,2 0 9 0,2 1-7 0,4 5 7 16,-1 2-13-16,5-1-1 0,4-1-41 0,1 0-72 15,2 0-113-15,5 3-84 0,1-2-147 0,3 0-246 16,3-3-276-16,2-4-586 0</inkml:trace>
  <inkml:trace contextRef="#ctx0" brushRef="#br0" timeOffset="124645.17">16026 13002 373 0,'-3'-6'344'0,"3"6"-84"0,-1-6-51 0,1 6-51 0,0 0-29 0,-3-7-4 0,3 7 0 16,0 0 0-16,0 0 18 0,-1-7 4 0,1 7-1 15,0 0-21-15,0 0-3 0,0 0-6 0,0 0-1 16,-1-6-7-16,1 6 1 0,0 0-12 0,0 0 0 16,0 0-12-16,0 0-7 0,-3-6-8 0,3 6-9 15,0 0-7-15,0 0-8 0,0 0-4 0,0 0-10 16,0 0-4-16,0 0-7 0,0 0-2 0,0 0-7 15,0 0 2-15,0 0-2 0,0 0 16 0,0 0 16 16,0 0-2-16,0 0 5 0,-5-4-3 0,5 4 4 16,0 0 5-16,-14 0 11 0,14 0-10 0,0 0 9 15,-13 1-6-15,13-1-4 0,0 0 7 0,-11 0-1 16,11 0-3-16,0 0-9 0,0 0-6 0,-14 0-4 16,14 0-5-16,0 0-7 0,-11-1-4 0,11 1-4 15,0 0-1-15,0 0-1 0,0 0-2 0,-11-1 0 16,11 1-3-16,0 0-2 0,0 0-3 0,0 0 0 15,0 0-2-15,0 0 0 0,0 0 1 0,-12-1-4 16,12 1 2-16,0 0 0 0,0 0-2 0,0 0-2 0,0 0 5 16,0 0 1-16,0 0 0 0,0 0 1 15,0 0 10-15,0 0-1 0,0 0 9 0,0 0-5 16,-11-1-3-16,11 1 5 0,0 0 11 0,0 0-4 16,-15 0-6-16,15 0-3 0,0 0-3 0,-13 0-5 15,13 0 0-15,0 0-3 0,-17 0-1 0,17 0 0 16,0 0-2-16,-18 0-1 0,18 0 2 0,-11 0-3 0,11 0 0 15,-14 0 0-15,14 0 2 0,-17 0-1 16,17 0 1-16,-14 0-3 0,14 0 1 0,-16 0 2 0,16 0-3 16,-13 0 0-16,13 0 1 0,-16 1-2 0,16-1 0 15,-12 0 0-15,12 0 4 0,-16 0-1 0,16 0-4 16,-14 0 4-16,14 0-3 0,-11 0 1 0,11 0-1 16,-13-1 1-16,13 1 2 0,0 0 3 0,-17 1 7 15,17-1 1-15,-12 0-3 0,12 0 0 0,-15 1-2 0,15-1-3 16,-16 0 3-16,16 0-8 0,-17 1 4 15,17-1-6-15,-19 1 4 0,19-1 4 0,-17 1-4 16,17-1 6-16,-19 2-9 0,19-2 10 0,-19 0-10 16,19 0 5-16,-22 0-4 0,22 0 6 0,-24 0-9 15,24 0 6-15,-23 0-7 0,23 0 10 0,-23 0-9 16,23 0 3-16,-20-2-6 0,20 2 13 0,-21 0-11 16,21 0 8-16,-20 0-7 0,20 0 7 0,-18 0-10 15,18 0 10-15,-21 2-7 0,21-2 9 0,-20 0-10 16,20 0 16-16,-23 1 1 0,10-1 6 0,2 3-9 15,-3-2 7-15,1-1-11 0,-1 1 4 0,-3 0-4 16,4 0 5-16,-6 0-13 0,1 2 11 0,2-2 0 0,-5 0-11 16,3 0 5-16,-2-1 2 0,-2 3 10 0,2-2-2 15,-2 0-2-15,-4 4 0 0,4-5-4 0,1 1-2 16,-1 2 3-16,-3-1-6 0,-1 0 0 16,2-1-1-16,-1 2 4 0,1-1 1 0,-1 1-3 0,-1-1 2 15,1 1 0-15,0-2-1 0,0 1 3 0,-2 0 6 16,0 0 2-16,-2-1-3 0,1 2-7 0,-2-3 2 15,0 3-1-15,-6-1 3 0,1-1-6 16,-2 1 6-16,1-1-2 0,-3 1-5 0,2-1 2 0,0 1-4 16,-2-1 1-16,1 1-1 0,4-2 1 0,2 0 3 15,0 0-1-15,1 0-1 0,0 2-1 0,1-2-1 16,0 0 1-16,0 0 0 0,0 0 5 0,2 0 0 16,1-2 32-16,-1 2-2 0,0 0-14 0,-2 0 4 15,1 0-13-15,2 0 6 0,-3 0-4 0,0 0-3 16,0 0-7-16,-1 0 5 0,-1 2-5 0,-1-2 13 15,-3 0-19-15,-2 2-4 0,1-2 5 0,-2 0 3 16,2 0-2-16,1 0 1 0,4 0 2 0,-6 0-5 16,6 0 0-16,0-2 0 0,0 2 1 0,-1 0 2 15,2 2-1-15,1-2-1 0,-2 0 2 0,1 0-1 0,2 1-2 16,-1-1 0-16,1 2 1 0,-2-1-2 0,3-1 2 16,-1 3 0-16,-2-1-6 0,2-1 3 15,-2 1 4-15,3-1-3 0,-2 2 2 0,-2-1 0 16,3-1 2-16,-2 1-5 0,1-1 6 0,-2 0 0 0,1 1-3 15,-6-1-1-15,0 1 2 0,1-1 7 0,4-1 25 16,-2 2-6-16,2-2-6 0,0 1-3 0,0-1-5 16,0 2 2-16,1-2-4 0,-1 1-1 15,0-1-3-15,0 2 2 0,2-2-9 0,-2 2 2 0,0-2-1 16,1 1 0-16,-2 0 1 0,1 0-4 0,1 0 1 16,1 0-1-16,-1 1 1 0,0 0-1 0,2-2 3 15,-2 2 0-15,3 1 40 0,-1-1-53 0,-1 1 42 16,1-1-46-16,1 0 46 0,1 1-45 0,0-1 43 15,2 0-45-15,-1 1 44 0,3 1-50 0,1-3 47 16,1 1-49-16,1 1 50 0,1-1-48 16,0-1 46-16,1 0-46 0,2 0 45 0,-1 2-47 0,2-2 46 15,0 2-44-15,0-1 51 0,0-1-51 0,1 0 44 16,-3 2-43-16,3-2 45 0,-1 1-49 0,-2-1 46 16,2 1-45-16,-3 1 54 0,1-1-58 0,-2 1 51 15,-1-3-48-15,-1 1 46 0,-1 2-45 0,-3-1 46 16,-1-1-45-16,0 0 46 0,-3 2-46 0,1 0 45 15,-10-1-47-15,4 1 50 0,-5 0-49 0,2 0 49 16,-1-2-44-16,-3 2 43 0,1 1-47 0,-8-1 50 0,2 0-48 16,-3 0 52-16,2 0-55 0,-3-1 48 15,0 1-46-15,-2-1 52 0,-2 0-55 0,0 1 49 16,-1-2-9-16,-2 1 0 0,-2 1-5 0,-1-2 12 0,1-1 10 16,-3 4-49-16,-1-3 46 0,-1 1-46 15,-11-1 44-15,-1 2-8 0,0-2-3 0,-2 1-5 16,-1-1-5-16,-1 2-1 0,0-2-1 0,0 1 1 15,1 1 2-15,0-2-7 0,1 3 1 0,0-2-1 0,3 0-1 16,-3 1-4-16,2-1 3 0,1 2 3 16,11-4-2-16,3 4-1 0,-2-3 1 0,3 1 1 0,0 0-3 15,5 1 2-15,-3-1 3 0,3-1 0 16,1 3-3-16,-1-3 0 0,2 2-2 0,-2-1 1 0,3-1 0 16,-1 0-1-16,1 1 2 0,0-1 0 0,2 0-2 15,-1 0-1-15,0-1 3 0,7 0-2 0,-7 1 1 16,2 0 3-16,0-1-2 0,-1 2-1 0,1 0-3 15,-2-2 1-15,0 0 0 0,-2 0 0 0,0 0 1 16,-2-2-2-16,0 0-6 0,0 0-11 0,-4 0-28 16,0-2 10-16,1 1 5 0,-1-1 4 0,0-2 10 15,2 0 2-15,-1 0 3 0,-1 0 6 0,4 0-3 16,-1 0-3-16,1 0-28 0,-1 1 0 0,5 1 8 16,-3-1-8-16,-1 0 1 0,3 2-2 0,-1 0 4 15,2 1 5-15,-1-1 8 0,3 1 5 0,6 1 5 16,1 1 3-16,2 0 4 0,-1-2 1 0,0 2 2 15,4 0 2-15,-4 0 2 0,3 0-5 0,2 0 5 16,-1 2 3-16,5-2-3 0,0 1-2 0,0-1 4 16,1 1-5-16,1 0-15 0,-2-1-2 0,0 0-1 0,1 0 4 15,-1 1 2-15,2-2 0 0,0 2 4 16,-1-1 2-16,2 0 2 0,1 2 3 0,0-2 1 0,1 1-4 16,4-1 10-16,1 0-12 0,-1 0 12 15,2 0-9-15,-2 0 11 0,2 0-19 0,1 0 12 0,-2-1-9 16,4-1 13-16,-2 1-12 0,-1 0 13 0,2 0-9 15,-1 0-3-15,-1-2 9 0,2 1-2 16,-3 2-1-16,3-3 2 0,-3 0-11 0,2 2-2 16,2-2 2-16,0 0 6 0,-1 0 10 0,4 2 0 0,-1-2-12 15,4 3 12-15,0-2-8 0,1-1 9 0,0 3-11 16,11 0 13-16,-16-3-15 0,16 3 7 0,-13-3-5 16,13 3 7-16,-13 0-11 0,13 0 9 0,-10-3-10 15,10 3 11-15,-9-1-13 0,9 1 0 0,0 0-1 16,0 0 0-16,-13-2-1 0,13 2-1 0,0 0 2 15,0 0-5-15,0 0-1 0,-10-1-3 0,10 1-2 16,0 0-5-16,0 0-9 0,0 0-50 0,0 0-85 16,10-1-105-16,-10 1-68 0,17 0 2 0,-4 0-29 15,1-2 14-15,1 1-23 0,4-1-405 0,0 1-317 16</inkml:trace>
  <inkml:trace contextRef="#ctx0" brushRef="#br0" timeOffset="127277.53">16285 13264 100 0,'-15'-5'344'15,"1"1"-89"-15,0 2-61 0,2 1-38 0,-2 0-24 0,0-2-20 0,1 2-8 16,3 0 4-16,10 1-2 0,-18-1-14 0,18 1-20 16,-14-2-11-16,14 2 43 0,0 0 1 15,0 0 22-15,0 0-9 0,4 8-6 0,6-6-40 16,7 2-5-16,3-1-15 0,6 1 35 0,6 1-25 0,2-1-4 15,3 1 16-15,9 0-6 0,-1-1 7 16,5 0 9-16,-1-1 14 0,0-1-14 0,2 0 1 0,1-2-11 16,1 0 6-16,-1-1-8 0,1 0-2 15,2 0-6-15,-1-3-4 0,-1 2 16 0,1-3-3 0,2 1-3 16,-3 1 6-16,0-2-2 0,-3 1-9 0,3-3-9 16,-2 1-17-16,-3 1 2 0,3-2-14 15,-3 3 6-15,0-2-5 0,1 1 15 0,-2-1 4 16,0 3-1-16,2 0-18 0,-2-1 0 0,2 1-9 15,1-1 4-15,-1 2-10 0,1-2 2 0,0 2-7 0,-1-1 1 16,-1 0-11-16,-4 3 16 0,-1-1-12 0,1 1 4 16,0 0-5-16,-3 0 6 0,9 1-9 15,-3-1 7-15,-3 3-12 0,3-1 10 0,3-1-5 0,-3 1 6 16,2 1 0-16,-2-2-4 0,4-1 0 0,-2 2 4 16,-1-1-3-16,2-1 0 0,-6 0-1 0,0 0 2 15,6 0-7-15,0-1 4 0,-3-1-1 0,3 1 4 16,-1-4-4-16,-1 2 6 0,1-1-8 0,-2-2 8 15,0 2-8-15,1-1 6 0,-1 1-4 0,-2-1 6 16,2 1-7-16,-2 0 12 0,-4 1-11 0,-2 1 8 16,2-1-11-16,-1 1 8 0,-1 0-9 0,1 0 12 15,0 1-6-15,-1-1 6 0,0 2-9 0,-1-1 10 16,-1 0 0-16,2 1 12 0,0 0-8 0,-1-2 10 16,-2 2 2-16,4-3 6 0,-2 2-7 0,-1 0 3 15,3-1-9-15,-1 1 9 0,0 0-14 0,0 0 15 16,-2 0-4-16,3-2 4 0,-2 2-11 0,1 0 5 15,-1 0 2-15,0 1 22 0,1-1-20 0,0 0 12 16,0 1-15-16,0-3-3 0,0 2-4 0,0-1-3 16,1 1 4-16,-2 1 17 0,2-1-24 0,-1-1 14 15,2 1-19-15,0-1 38 0,3 1-15 0,4 0-7 16,-6 1-1-16,3-1 0 0,-3 1-6 0,-2 0-1 0,1 0-3 16,-3-1 1-16,-1 2-1 0,-5-1-3 15,1 0 3-15,1 0 4 0,-1 0-6 0,0 0-1 0,0 0-1 16,-1 0 3-16,0 0-3 0,1-1 1 0,-1 1 37 15,4-3 3-15,1 2-13 0,-1 0-6 16,2-2-5-16,-1 1-3 0,3 2-7 0,5 0 0 16,6 3-4-16,1-1 11 0,1 2-15 0,-3-3-1 0,-1 2 1 15,-3 0-2-15,-5 0 1 0,-1-1-4 0,-2 2 1 16,-1 0 7-16,1-1-4 0,1 1-4 0,-3 1-2 16,0-1 47-16,-1 0-51 0,2 0 46 15,-2-1-54-15,-1 0 49 0,1 0-54 0,-2-1 47 0,0 1-45 16,3-2 43-16,2 2-45 0,3-1 46 0,7 0-48 15,0 3 48-15,2-2-40 0,-3 0 37 0,-6 0-47 16,1 0 49-16,-2-2-48 0,0 1 42 16,-1 2-40-16,2-1 44 0,6 1-41 0,-1 2 34 0,2-3-37 15,-5 3 42-15,-3-2-44 0,-2-1 47 0,-1 0-44 16,0 1 41-16,0-3-30 0,-1 1 28 0,4-1-42 16,-1 1 46-16,2 0-43 0,9 0 41 0,-1-1-44 15,-1 2 48-15,3-2-40 0,-2 1 37 0,1 1-45 16,-3 1 39-16,4-2-38 0,-1 0 41 0,-1 2-41 15,2-2 46-15,0 2-44 0,-1-2 50 0,1 2-8 16,-1-2 33-16,-2 2-50 0,3-2 40 0,-2-1-48 16,-1 3 42-16,-5-4-49 0,0 1 46 0,-1 1-38 0,0-2 56 15,2 1-48-15,-1-1 39 0,8-1-49 16,-1-1 41-16,1 1-50 0,4 1 46 0,-1-3-10 16,2 2-3-16,3 0-45 0,1 0 44 0,3 0-44 15,-2 0 46-15,0-1-44 0,1 2 48 0,-1-1-48 16,-1 1 93-16,-2-1-39 0,-1 0 36 0,1-1-10 15,-5-1-10-15,-3 2-9 0,-1-3-5 0,-11 1-46 16,-1-1 42-16,-4 1-40 0,-3-2 37 0,-3 1-38 16,-2-2 36-16,-1 1-35 0,-2-1 34 0,1 0-42 15,-5 2 46-15,-3-2-43 0,3 0 39 0,-5 1-43 16,2-1 44-16,-2 1-44 0,-1 0 42 0,-2 1-40 16,-1-1 39-16,-1 1-42 0,-1 1 41 0,1 0-42 15,-8 3 41-15,10-4-40 0,-10 4 39 0,11-7-44 16,-11 7 42-16,10-3-42 0,-10 3 42 0,7-3-43 15,-7 3 39-15,0 0-45 0,10-4 40 0,-10 4-47 16,0 0 43-16,0 0-52 0,0 0 46 0,0 0-54 16,0 0 37-16,0 0-55 0,0 0 17 0,0 0-76 15,0 0 1-15,-8 4-59 0,8-4-44 0,-11 10-112 16,6-1-95-16,-1 1-123 0,-2 3-771 0,4 3-941 16</inkml:trace>
  <inkml:trace contextRef="#ctx0" brushRef="#br0" timeOffset="141346.51">30291 4551 168 0,'-18'-2'794'0,"18"2"-190"0,-17-1-117 0,17 1-103 0,-13-2-75 0,13 2-15 0,0 0 7 16,-14 0 11-16,14 0 1 0,0 0-19 0,0 0 24 15,-12 0-80-15,12 0 4 0,0 0-89 0,0 0 17 0,0 0-68 16,14 1 29-16,-14-1-78 0,20-1 40 15,-6 0-56-15,3-2 45 0,2-1-63 0,3 0 50 16,1-1-55-16,1-2 63 0,0-1-57 0,4 0 41 16,0-3-7-16,1 1-13 0,-4 0 0 0,0-1 13 15,-4 0-10-15,1 1-7 0,-3-1 11 0,0 2 4 16,-6 1 19-16,2 0 18 0,-4 2 6 0,0-1 1 16,-2 2-6-16,-1 1-16 0,-2-1-12 0,3 1-13 15,-9 4-18-15,10-6-8 0,-10 6-11 0,0 0-2 16,0 0-2-16,12 3-2 0,-12-3-2 0,1 15 0 15,-2-2-34-15,1-1 46 0,-1 7-37 0,1 0 47 16,0 0-48-16,1 3 42 0,-1-3-9 0,1 2 2 16,0 4 29-16,4 0 25 0,-3-1-4 0,0 2 9 15,3-1-46-15,-1 0 36 0,0 0-47 0,1 0 31 16,-1-3-40-16,2 2 34 0,-2-2-48 0,1-2 46 16,-1-2-50-16,0-1 44 0,-1-1-51 0,0-2 47 15,1-1-46-15,0-1 31 0,-3-2-73 0,2-1 8 16,-1-2-43-16,-2 1-54 0,2-1-82 0,-2-7-127 15,2 5-121-15,-2-5-163 0,0 0-47 0,2-9-174 16,-2 0-443-16,-2-3-909 0</inkml:trace>
  <inkml:trace contextRef="#ctx0" brushRef="#br0" timeOffset="150925.97">27064 5364 408 0,'-17'8'340'16,"4"-2"-63"-16,-4 2-53 0,-1 0-15 0,-3 1-22 15,1-1 3-15,-1 3-38 0,-2-3 9 0,2 2-47 16,-4 0 18-16,2 1-53 0,-1 1 21 0,2-3-37 0,-1 1 20 16,3 1-24-16,-1-3 39 0,1 1-24 15,1 1 32-15,1-2-16 0,1-1 15 0,3 0-10 16,1-2-3-16,1 1 8 0,0 1 5 0,4-4 2 15,-2 1 0-15,3-1 10 0,7-3 4 0,-11 8 7 16,11-8 9-16,-9 3-5 0,9-3-2 0,-7 4-17 16,7-4-20-16,0 0-22 0,0 0-5 0,0 0-14 0,0 0-8 15,14-2-2-15,-4 1-5 0,5-2-4 16,2-2-4-16,5-1-1 0,3-1-2 0,5-1-1 16,0 0 2-16,5-2 4 0,4 0-1 0,1-2 4 15,3 0 3-15,1-2-6 0,2 1-2 0,1-4 2 16,0 2 0-16,2 1-4 0,9-6 7 0,-1 3-11 15,-1-2 8-15,2 1-8 0,-1 1 9 0,-2-2-13 16,-5 4 4-16,8-5 0 0,-1 4-2 0,-9-1 0 16,1 1 2-16,7-2 14 0,1-1-2 0,-9 3 3 15,9-2-6-15,-1-1 52 0,1 0-35 0,2-2 38 16,-3 1-56-16,3 1 52 0,-1 0-50 0,-1-1 48 16,1 2-36-16,-10 4 28 0,-2-2-35 0,3 1 42 15,-5 1-46-15,1-1 27 0,0 2-38 0,-3-2 31 16,1 2-44-16,-2-1 34 0,-1 1-38 0,2 0 34 15,-3-1-38-15,0 1 30 0,0 0-37 0,1 0 36 16,1-2-39-16,0 1 33 0,1-3-39 0,-1 0 39 0,4 2-28 16,-3-2 52-16,2 0-38 0,0 1 34 15,-1-2-42-15,1 2 1 0,-3 0 16 0,1-2 11 16,3 1-4-16,-3 2 3 0,2-1-6 0,-1 1 35 16,-2 0-46-16,1-1 34 0,-1 0-39 0,0 3 52 15,1-2-48-15,-1 0 33 0,0 0-46 0,1-1 41 16,0 1-46-16,1-2 36 0,3-1 2 0,-2-1-1 15,4 2-2-15,5-4 5 0,-7 2-48 0,7-1 44 16,-7 2-9-16,1 1-1 0,-1 0-3 0,9-6-3 16,0 3-3-16,0-1 5 0,0-1 14 0,-1 3-2 15,-1-1-3-15,3-3 12 0,-2-1-10 0,-1 2-3 16,1-2-9-16,-1 0 9 0,2 0 2 0,-3-1-47 0,2 0 47 16,3-3-43-16,-1 2 48 0,3-4-2 15,1 2-9-15,-1-1 14 0,3 0-18 0,-2 1-16 0,-2 1 0 16,0 2 0-16,-2 0 0 0,-1 0 0 0,-1 2 0 15,-2 1 0-15,-7 5 0 0,0-1 0 16,2-1 0-16,-2 3 0 0,4-1 0 0,5-2 0 0,2 0 0 16,3 0 0-16,-3 1 0 0,3-2 0 0,1 1 0 15,0-1 0-15,3 1 0 0,1-2 0 0,2 1 0 16,2-1 0-16,5 0 0 0,0-1 0 0,1-1 0 16,3 1 0-16,-3-1 0 0,4 2 0 0,-2-2 0 15,0 3 0-15,-3-3 0 0,1 3 0 0,-3 1 0 0,-7 0 0 16,-43 0 0-16,-21-2 0 0,0 5 0 15,0 1 0-15,0-1 0 0,0 0 0 0,0 2 0 16,0-1 0-16,0 0 0 0,0 1 0 0,0 2 0 0,0-1 0 16,0 2 0-16,0 2 0 0,0-2 0 0,0 3 0 15,0-2 0-15,0 2 0 0,0 0 0 0,0 0-101 16,0 2-235-16,0-2-26 0,0 1-114 0,0-2-76 16,0 2-126-16,0 0-14 0,0-1-43 0,0 2-617 15,0 6-954-15</inkml:trace>
  <inkml:trace contextRef="#ctx0" brushRef="#br0" timeOffset="151708.56">30486 4149 139 0,'0'0'469'0,"-14"-3"-98"0,14 3-54 0,-13-3-58 15,13 3-26-15,-12-5-23 0,3 1-9 0,2 0 1 0,-2 1-12 16,2-1 0-16,-1-1-10 0,0 0-14 0,1-1 22 15,0 1 13-15,0-2 9 0,2 1-5 0,-2 1 0 16,1-1-20-16,1-1 2 0,-2 3-22 0,4-1 20 16,-1 0-28-16,4 5-28 0,-7-7-11 15,7 7-21-15,-6-8-15 0,6 8-16 0,-5-4-11 16,5 4-9-16,0 0-20 0,-8-4 12 0,8 4 12 16,-2 6 28-16,3 2 15 0,0 1-36 0,2 3 11 0,4 3-18 15,0 4 28-15,3 1-19 0,3 3 30 16,2 1 5-16,0 0 1 0,3 1 12 0,0-2-18 0,-1-1-17 15,1 3-44-15,-2-1 27 0,1-3-43 16,-2 2 33-16,1 0-41 0,-4-1 32 0,1-4-41 16,-3 0 33-16,-1-3-36 0,-1-1 67 0,-2-2-9 0,1 0 63 15,-2-2-15-15,-1-2 73 0,1 0-10 0,-3-2 32 16,2-1-3-16,-4-5-33 0,3 6-104 0,-3-6-53 16,0 0 0-16,-2-6 0 0,-2 0 0 0,1-5 0 15,-4 0 0-15,2-5 0 0,-1-4 0 16,-1-2 0-16,-3-4 0 0,1-2 0 0,0 0 0 0,0 0 0 15,-3-1 0-15,1 3 0 0,-1 0 0 0,0 0 0 16,1 4 0-16,-1 3 0 0,3 1 0 0,1 5 0 16,3 1 0-16,-3 0 0 0,4 4 0 15,-2 0 0-15,6 8 0 0,-5-3 0 0,5 3 0 16,0 0 0-16,4 11 0 0,-1-2 0 0,1 3 0 16,2 0-47-16,2 2-102 0,-1 2-33 0,0 0-40 0,-1-3-35 15,2 2-31-15,-2-2-46 0,-1-1-60 0,-1-2-103 16,1 0-91-16,-3-4-88 0,-2-6-771 0,0 10-1062 15</inkml:trace>
  <inkml:trace contextRef="#ctx0" brushRef="#br0" timeOffset="152826.1">29521 1901 42 0,'-5'-10'287'0,"2"3"-84"0,1 0-27 0,0 1-45 0,0-1-19 0,2 7-17 0,-1-12-5 0,1 12 1 0,1-11-12 15,-1 11 1-15,4-8-1 0,-4 8-9 16,4-9-7-16,-4 9 2 0,6-4 14 0,-6 4 1 15,0 0 10-15,8-4 32 0,-8 4 2 0,0 0-4 16,8 5-6-16,-8-5 10 0,6 8 2 0,-5-2 20 0,3 1-33 16,0 2 25-16,-1 0-22 0,-1 2 15 15,-1 2-37-15,3 2 25 0,-2 0-33 0,0 3 22 16,1-1-47-16,-1 3 82 0,2 1-48 0,1 2-8 16,0-1-12-16,0 1-13 0,2 7 1 0,-1-3 38 15,2 2-18-15,1-2-15 0,0 2-11 0,0 0-9 16,1-1-11-16,-1 2-5 0,1-2-3 0,0 1 34 15,1 1 17-15,0 0-12 0,-1-1-12 0,4 7-8 16,-3-9-11-16,1 9 11 0,-1-8 24 0,-1 2-28 16,-1 0 16-16,0-1-30 0,-2-1 13 0,2 0-23 15,0 1 53-15,-2-1-28 0,0-1-11 0,1 1-1 16,0 0-6-16,-1-2 0 0,-2-2 25 0,3 0-41 16,-2-1 30-16,0-1-35 0,1 2 43 0,0-2-19 15,0 1 20-15,2 3-32 0,0 0 22 0,1-1-27 16,1 0 23-16,0 0-24 0,1-1 22 0,-2 2-21 15,0-2 22-15,1 1-5 0,-1-4 18 0,-1 0-26 16,-1 1 24-16,0-1 4 0,-2 1 11 0,2 0-28 16,-1-3 14-16,0 1-28 0,-2-1 16 0,2 0-22 15,-1-3 19-15,-2 1-22 0,2-2 19 0,-1 1-17 16,-1 0 16-16,1-4 11 0,1 2-4 0,0 0 2 16,0 1 8-16,1-3-1 0,0 1-7 0,-1 0-4 15,1-1-5-15,-2 1-6 0,3-2 1 0,-2 1 25 16,-2 0-1-16,5 2-3 0,-3-3-8 0,1 1-5 15,-1 1-4-15,-2-2-2 0,4 1 20 0,-2 1-6 16,-1-2-1-16,2 1-8 0,-2 0-7 0,2-1-6 16,-3 2 5-16,3-2-10 0,-2 1 2 0,1 0-1 15,-1 0 9-15,2 1-3 0,-1 0 1 0,2-1-5 16,-2 2 32-16,4 1 0 0,-1-2-7 0,0 2-7 16,3 1-5-16,-3-3-5 0,-2 1 14 0,2-3 13 15,0 3-7-15,0-3 7 0,-1 1 5 0,1 0-12 16,-2 1-12-16,0-3 1 0,-1 2 16 0,1 0-48 15,0-1 45-15,0 0-44 0,-1-1 10 0,1 2-11 16,-2-1 0-16,2 2 0 0,-2-5 0 0,2 4 0 16,-1-3 0-16,-1 0 0 0,2 1 0 0,-2-2 0 15,0 0 0-15,1 2 0 0,-2-3 0 0,1 0 0 16,0-2 0-16,0 3 0 0,-1-3 0 0,0 0 0 16,-4-5 0-16,7 9 0 0,-7-9 0 0,5 8 0 15,-5-8-35-15,0 0-205 0,7 3-75 0,-7-3-131 16,5-11-159-16,-3 2-167 0,0-9-122 0,-2-1-654 15,-4-7-1187-15</inkml:trace>
  <inkml:trace contextRef="#ctx0" brushRef="#br0" timeOffset="153658.21">29834 1608 119 0,'-1'11'330'0,"0"-3"-86"15,0 3-61-15,-1-3-36 0,2 1-11 0,0-1 1 0,0 0 15 16,0-2 27-16,0-6 30 0,-1 13 25 0,1-13 42 15,0 8-58-15,0-8 9 0,0 0-50 16,0 0 8-16,0 0-25 0,0 0 38 0,1-6-27 16,1-1-9-16,-2-2-59 0,1-1 30 0,-1-2-14 15,1-1 12-15,-1-3-59 0,0-2 14 0,1-1-44 16,1 0 19-16,-2-4-43 0,0 0 31 0,1-4-46 0,-1 0 32 16,0-2-14-16,0-3-1 0,-1 1-4 15,-2 4 58-15,3-2 12 0,-2 3-17 0,0 1-14 16,-3 1-10-16,3 4-5 0,-1 1-11 0,1 1-5 15,0 3-5-15,0 3-7 0,-1-1-7 0,3 4 0 16,-4 3 3-16,4 6 4 0,-6-5 2 0,6 5 2 16,-11 10-1-16,5-1 0 0,0 6-36 0,-1 0 38 15,4 7-38-15,-2-1 42 0,2 4-44 0,3 0 9 16,0 3 3-16,3-1 5 0,2 4 2 0,0-2 47 16,1 0-47-16,2 0 56 0,0-3-49 0,0-4 50 15,0-1-55-15,3-1 42 0,-1-1-48 0,1-2 45 16,1-3-45-16,0-1 64 0,1-2-44 0,1-2 38 15,0-2-46-15,3-4 37 0,-2-1-42 0,1-2 35 16,2-1-49-16,-1-2 40 0,1-4-44 0,1-2 48 0,1-3-42 16,-4 0 4-16,-1-2 15 0,0-2 2 15,-1 0 12-15,-3-3 0 0,-2 1 24 0,0 0-32 16,-4 4 36-16,0-3-39 0,-2 3 35 0,-2 2-43 16,-1-1 28-16,0 1-35 0,0 0 33 0,0 3-37 15,-2 0 28-15,0 2-34 0,0 1 31 0,2 6-33 16,-5-6 28-16,5 6-30 0,0 0 38 0,-12 6-38 15,8-1 38-15,-1 2-40 0,5 2 13 0,-2 3 1 16,2 1 5-16,1 3 5 0,0 1-5 0,4-1 36 16,1 4-37-16,2-1 36 0,1 0-45 0,2-1 40 15,1-1-38-15,0 1 31 0,2-2-76 0,1-2-46 16,3-2-165-16,-1-1-169 0,1-3-164 0,-6 0-821 16,1-6-1028-16</inkml:trace>
  <inkml:trace contextRef="#ctx0" brushRef="#br0" timeOffset="154448.87">31036 4302 24 0,'-3'-6'656'0,"-1"1"-162"0,4 5-121 15,-6-9-71-15,6 9-68 0,-4-8-40 0,4 8 6 16,-2-4 13-16,2 4 17 0,0 0 31 0,0 0 21 16,-4 6-17-16,4-6-15 0,-3 12-7 0,3-2-54 15,-2 2 23-15,0 1-18 0,2 5-29 0,-2 0-17 16,-1 1-28-16,3-1 27 0,-2 3-26 0,-1 0-21 15,3 0 4-15,-1-1-4 0,0 1 5 0,1-2-6 16,0 0 1-16,1 0 11 0,-1-4-4 0,1-1 29 16,-1-1 14-16,4 1 42 0,-3-4 34 0,3 1 21 15,0-3-35-15,2 1 20 0,2-3-49 0,5-2 3 16,2 1-102-16,4-4-84 0,4-5 0 0,3 0 0 0,8-4 0 16,5-5 0-16,0-2 0 0,0 1-70 15,0-2-233-15,-2 2-35 0,-1 0-130 0,-5 2-136 16,-4 1-137-16,-4 1-168 0,-4 1-600 0,-3-1-1139 0</inkml:trace>
  <inkml:trace contextRef="#ctx0" brushRef="#br0" timeOffset="157975.54">26215 5260 185 0,'0'0'502'0,"0"0"-125"0,0 0-75 15,-9 1-40-15,9-1-13 0,0 0-8 0,0 0-14 16,0 0-18-16,0 0-17 0,-10 2-22 0,10-2-22 0,0 0-13 15,0 0-15-15,0 0-9 0,0 0-8 0,0 0-4 16,0 0 1-16,0 0-2 0,0 0-5 0,0 0-1 16,0 0-2-16,0 0 5 0,0 0 3 0,0 0-1 15,0 0-3-15,0 0-1 0,0 0-7 16,0 0 14-16,0 0-20 0,9 3 5 0,-9-3-21 16,0 0 8-16,13-2-22 0,-13 2 4 0,12-1-15 0,-12 1-1 15,15-2-18-15,-15 2 8 0,16 0-16 16,-16 0 6-16,21-1-7 0,-9 0 4 0,-1-1-14 15,3 1 11-15,-3 0-10 0,2 0 10 0,2 0-11 16,-2 1 12-16,1-1-12 0,0 0 10 0,0-2 0 16,0 3 18-16,2-3-1 0,0 2-2 0,1-1-5 15,0-1 5-15,0 0-1 0,-1 2-1 0,0-2 1 0,1-1 1 16,0 1 1-16,-1 0 0 0,2-2-1 16,0 1 3-16,-1-2-1 0,-1 2 2 0,2-2-3 0,0 0-5 15,-1 0-4-15,-1 2-3 0,3-3 1 16,-3 1-4-16,0 1-1 0,1 1-5 0,-1-3 1 15,1 1 2-15,1 0-7 0,-2 0 7 0,1 0-1 16,0 0 2-16,0-2 4 0,3 1 10 0,-5 2 9 0,3-3-3 16,-2 2 4-16,3-3 4 0,-3 2 0 15,2-1-1-15,1-2 3 0,-3 3 1 0,2-4 0 16,-2 3 11-16,1-3 38 0,-2 1-32 0,2-1 33 16,0 1-35-16,-1-2 30 0,-2-1-45 0,3 3 26 15,-2-3-43-15,0 1 31 0,0 0-41 0,0 1 33 16,-1-2-42-16,0 1 40 0,0 0-40 0,0 0 39 15,-1 0-42-15,0 0 39 0,3-1-40 0,-3 1 34 16,2-1-39-16,-2 2 46 0,2-4-32 0,-2 3 18 16,1-1 14-16,2-1 10 0,-1 1 1 0,-2-2 5 15,3 2-3-15,-3-3 2 0,2 3-5 0,-2-2-36 16,0-1 35-16,4 1-43 0,-5 0 34 0,4-2 5 16,-1 2-10-16,0-2 0 0,-2 2-5 0,4-3-7 15,-4 2 17-15,2 0 0 0,-1-2 5 0,1 2 4 16,-3 0 1-16,2-1-51 0,1-2-1 0,-1 1 0 15,0 0 0-15,2-1 0 0,-2 1 0 0,0 1 0 0,2-4 0 16,-1 0 0-16,1 1 0 0,-2-1 0 0,4-1 0 16,-4 2 0-16,5-2 0 0,-1 0 0 15,-1-2 0-15,1 3 0 0,-2-1 0 0,3-2 0 16,-2 2 0-16,1 0 0 0,-1 0 0 0,0-1 0 0,1 2 0 16,-1-2 0-16,1 1 0 0,-3 1 0 0,2-1 0 15,-2 0 0-15,2-1 0 0,-2-1 0 16,2 1 0-16,-2 1 0 0,2-3 0 0,-1 1 0 15,3-4 0-15,0-2 0 0,1 3 0 0,-1-3 0 16,0 1 0-16,-1 1 0 0,-3 3 0 0,3 0 0 0,-1 0 0 16,-2 1 0-16,2-2 0 0,-2 2 0 0,2 2 0 15,-3-1 0-15,2 0 0 0,-1 0 0 16,0 1 0-16,-1-2 0 0,1 3 0 0,-2-1 0 16,1 0 0-16,-4 2 0 0,3-2 0 0,1 0 0 15,-2 0 0-15,2-1 0 0,-3-1 0 0,1 3 0 16,2-4 0-16,-3 3 0 0,1-1 0 0,-1-2 0 0,0 1 0 15,1 0 0-15,-3-1 0 0,0-1 0 16,3 1 0-16,-3 0 0 0,0-1 0 0,-4 3 0 16,2-1 0-16,0 2 0 0,-2-3 0 0,1 1 0 15,-2 2 0-15,2-2 0 0,-2 2 0 0,1-1 0 16,-1 1 0-16,3-2 0 0,-4 1 0 0,4 1 0 0,-2-1 0 16,1 2 0-16,-2-3 0 0,3 3 0 15,0-1 0-15,-2 2 0 0,3 1 0 0,-2 0 0 0,1-1 0 16,0 3 0-16,0-2 0 0,-1 2 0 0,1-1 0 15,-1 4 0-15,2-2 0 0,-2 2 0 16,-1 0 0-16,3-1 0 0,-2 2 0 0,3-2 0 0,-2 2 0 16,0 0 0-16,3 0 0 0,-3 0 0 0,2 0 0 15,-1 0 0-15,2 2 0 0,-1-1 0 0,-2-1 0 16,2 2 0-16,0 1 0 0,-1 0 0 0,1-3 0 16,1 2 0-16,0-1 0 0,-1 1 0 0,1 0 0 15,-1-1 0-15,2-1 0 0,-1 3 0 0,1-2 0 16,-2 2 0-16,0 0 0 0,3-2 0 0,-3 3 0 0,0-2 0 15,2 3 0-15,-2-2 0 0,0 2 0 16,1-2 0-16,-1 3 0 0,0-2 0 0,1 2 0 0,-1 1 0 16,0 0 0-16,3-2 0 0,-3 2 0 0,0-1 0 15,0 3 0-15,2-2 0 0,-3 3 0 0,2-4 0 16,1 2 0-16,-3 2 0 0,2-2 0 0,2 1 0 16,-2 2 0-16,0-3 0 0,-1 4 0 0,3-4 0 15,-1 3 0-15,1-1 0 0,-1 1 0 0,1 1 0 0,-1-1 0 16,2 0 0-16,1 1 0 0,0 0 0 15,0-1 0-15,0 2 0 0,0-1 0 0,0-1 0 16,2 2 0-16,-1-1 0 0,0 1 0 0,1 0 0 0,0 0 0 16,-2 0 0-16,2 0 0 0,0 0 0 15,-2 1 0-15,0-1 0 0,2 2 0 0,-2-1 0 0,-1 1 0 16,2-2 0-16,-2 2 0 0,1 0 0 0,-1-1 0 16,1 0 0-16,-3 1 0 0,2-1 0 0,0 2 0 15,-2-1 0-15,1 0 0 0,-1 1 0 0,0-2 0 16,1 2 0-16,-3-1 0 0,3 0 0 0,0 2 0 15,-3-2 0-15,2 3 0 0,0-2 0 0,-1 0 0 0,-1 1 0 16,3 0 0-16,-1 1 0 0,-2-2 0 16,4 1 0-16,-1 3 0 0,0-1 0 0,2 0 0 15,0 1 0-15,-1 0 0 0,-1-2 0 0,3 4 0 0,-3-2 0 16,3 0 0-16,-2-1 0 0,1 1 0 0,0 0 0 16,-1 0 0-16,2 0 0 0,-2 1 0 0,1 0 0 15,0-1 0-15,0 0 0 0,0-1 0 0,0 1 0 16,-1 1 0-16,2 1 0 0,-2-2 0 0,1 0 0 15,1 1 0-15,-1 1 0 0,0-2 0 0,3 2 0 16,-2 0 0-16,2 0 0 0,0 1 0 0,2-2 0 16,-3 3 0-16,3-4 0 0,-2 2 0 0,1 0 0 15,-4-3 0-15,5 2 0 0,-3 0 0 0,0 1 0 0,1-3 0 16,-2 2 0-16,-1-2 0 0,5 3 0 16,-3-1 0-16,-2-2 0 0,2 1 0 0,-3 0 0 0,4-1 0 15,-3 1 0-15,0 1 0 0,1-1 0 0,-1 0 0 16,2 1 0-16,-2-2 0 0,2 1 0 0,-3-1 0 15,2 0 0-15,-2 1 0 0,4-3 0 0,-3 2 0 16,1 2 0-16,-1-4 0 0,0 2 0 0,0-1 0 16,2 1 0-16,-2 0 0 0,0 0 0 0,0 0 0 15,-1 0 0-15,2 0 0 0,-2 0 0 0,1 1 0 0,-1-1 0 16,2 0 0-16,-2 1 0 0,1-1 0 16,0 2 0-16,-1-2 0 0,3-1 0 0,-3 1 0 15,2 2 0-15,-2-2 0 0,2-1 0 0,0 1 0 16,-2 1 0-16,2-1 0 0,0 0 0 0,0 0 0 15,1 0 0-15,-2 0 0 0,2 0 0 0,0 0 0 16,0 0 0-16,1 0 0 0,1 0 0 0,0 1 0 0,3 0 0 16,0-1 0-16,-2 1 0 0,1 1 0 15,2-2 0-15,-3 1 0 0,2-1 0 0,-1 1 0 0,-1 1 0 16,-1-2 0-16,0-2 0 0,-1 0 0 0,1 2 0 16,-2-1 0-16,1-1 0 0,0 0 0 0,0 1 0 15,-2 0 0-15,2-2 0 0,-2 1 0 0,2-1 0 16,-4 1 0-16,5 0 0 0,-4-1 0 0,4-1 0 15,-3 2 0-15,2 1 0 0,-2-2 0 0,2 0 0 16,-2 1 0-16,2-1 0 0,1 3 0 0,-2-3 0 16,3 0 0-16,-2 0 0 0,0 0 0 0,1 1 0 0,-1 0 0 15,1 1 0-15,-1-4 0 0,1 4 0 0,-3-2 0 16,2 1 0-16,-2 0 0 0,-1-1 0 0,0 0 0 16,2 0 0-16,-4 1 0 0,1-1 0 0,-1 1 0 15,1-2 0-15,-1 1 0 0,-2 0 0 0,3-1 0 16,-1 2 0-16,-1-2 0 0,1 1 0 0,-1-1 0 15,1 0 0-15,-1 1 0 0,1 0 0 0,-1-1 0 16,3 0 0-16,-2-1 0 0,1 2 0 0,-1-2 0 16,0 0 0-16,2 1 0 0,0 0 0 0,0-1 0 15,-1 0 0-15,0 1 0 0,-1-1 0 0,1 1 0 0,1-2 0 16,0 1 0-16,0-1 0 0,-1 1 0 16,1 1 0-16,-1-2 0 0,1 2 0 0,-1-2 0 15,0 1 0-15,-1-1 0 0,1 0 0 0,2 1 0 0,-2-1 0 16,1 1 0-16,-2-1 0 0,2 1 0 0,0-1 0 15,0 2 0-15,0-2 0 0,0 0 0 0,1 1 0 16,-2 0 0-16,1-1 0 0,2 2 0 0,0-2 0 16,-2 1 0-16,2-1 0 0,-1 2 0 0,0-2 0 15,1 0 0-15,0 0 0 0,2 1 0 0,-1 1 0 16,-2-1 0-16,4 1 0 0,-2-2 0 0,1 1 0 16,0 0 0-16,-2 1 0 0,3-1 0 0,-4 0 0 0,2 0 0 15,-2 0 0-15,0-1 0 0,0 2 0 16,0-2 0-16,-2 1 0 0,1-1 0 0,0 0 0 15,2 0 0-15,-5 0 0 0,3 0 0 0,0 0 0 0,-1 0 0 16,1-1 0-16,-2 1 0 0,2 0 0 0,-14 0 0 16,23-2 0-16,-11 2 0 0,-1-1 0 0,-11 1 0 15,21-1 0-15,-21 1 0 0,21-1 0 0,-10 0 0 16,2 1 0-16,-1-2 0 0,-1 1 0 0,1 0 0 16,0 1 0-16,0 0 0 0,1-3 0 0,-2 1 0 15,1 1 0-15,-1 1 0 0,1-2 0 0,-1 1 0 16,1-2 0-16,-12 3 0 0,20-3 0 0,-13 3 0 0,-7 0 0 15,0 0 0-15,0-6 0 0,0 6 0 0,0 0 0 16,0 0 0-16,0-7 0 0,0 7 0 16,0 0 0-16,0-9 0 0,0 9 0 0,0 0 0 0,0-8 0 15,0 8 0-15,0-8 0 0,0 8 0 0,0-8 0 16,0 8 0-16,0-9 0 0,0 9 0 0,0-8 0 16,0 8 0-16,0-9 0 0,0 9 0 0,0-9 0 15,0 9 0-15,0-10 0 0,0 10 0 0,0-9 0 16,0 9 0-16,0-10 0 0,0 10 0 0,0-11 0 15,0 11 0-15,0-10 0 0,0 10 0 0,0-10 0 16,0 10 0-16,0-11 0 0,0 11 0 0,0-7 0 16,0 7 0-16,0-10 0 0,0 10 0 0,0-7 0 0,0 7 0 15,0-7 0-15,0 7 0 0,0 0 0 0,0-11 0 16,0 11 0-16,0 0 0 0,0-9 0 0,0 9 0 16,0 0 0-16,0-10 0 0,0 10 0 0,0 0 0 15,0-9 0-15,0 9 0 0,0 0 0 0,0-8 0 16,0 8 0-16,0-8 0 0,0 8 0 0,0-9 0 15,0 9 0-15,0-15 0 0,0 8 0 0,0-3 0 16,0 1-736-16,0-3-314 0,0 2-966 0,0-2-1772 0</inkml:trace>
  <inkml:trace contextRef="#ctx0" brushRef="#br0" timeOffset="159208.26">29717 4396 865 0,'-3'-5'794'0,"1"-1"-159"0,-1 0-145 0,3 6-67 16,-6-10-61-16,6 10-31 0,-5-8-24 0,5 8-26 16,-4-8-25-16,4 8-33 0,-4-5-28 0,4 5-32 15,0 0-26-15,-5-6-28 0,5 6-10 0,0 0 19 16,-5 8 5-16,5-8 4 0,-3 10 9 0,4-3-17 15,1 1 60-15,-1 2-21 0,2 0 38 0,1 4-43 16,1 0 25-16,0 1 9 0,5 1-19 0,-2 3-11 16,3 0-10-16,2 5-43 0,0-2 1 0,1 1-20 15,0 4-14-15,-1-2-61 0,1-2-10 0,-1 2 0 16,0 0 0-16,0-1 0 0,-4-3 0 0,3-2 0 16,-3 0 0-16,0 0 0 0,-1-2 0 0,0-3 0 15,-1-1 0-15,-2 0 0 0,1-3-151 0,-2-1-97 16,0 0-92-16,0-1-116 0,-2-4-202 0,-2-4-172 15,9 5-911-15,-9-5-1425 0</inkml:trace>
  <inkml:trace contextRef="#ctx0" brushRef="#br0" timeOffset="159929.4">31501 3727 419 0,'1'-11'600'0,"-1"2"-96"0,0 0-75 0,0 2-47 0,0 7-42 16,0-14-17-16,0 14-18 0,0-11-20 0,0 11-23 15,-1-9-28-15,1 9-34 0,-3-9-34 0,3 9-33 16,0 0 55-16,0 0-30 0,0 0 44 0,4 7-20 16,-2 2 18-16,0 4-38 0,3 6 27 0,2 5 9 15,3 6 40-15,0 6 26 0,2 1 15 0,2 3-3 16,-1-2 0-16,2 2-7 0,0-2-16 0,0 0-21 15,1 1-189-15,0-3-43 0,1 2 0 0,-2-3 0 16,2 0 0-16,0-3 0 0,-5-5 0 0,2-2 0 16,-1 0 0-16,-1-6 0 0,-3-2 0 0,0-1 0 0,-2-2 0 15,1-1 0-15,-2-2 0 0,-2-3 0 16,1 1 0-16,-1-1 0 0,-1-3 0 0,-3-5-28 0,0 0-584 16,0 0-161-16,-7 3-130 0,7-3-950 0,-15-6-1568 15</inkml:trace>
  <inkml:trace contextRef="#ctx0" brushRef="#br0" timeOffset="160059.65">31645 4396 905 0,'-3'11'984'0,"3"-11"-247"0,-3 6-162 0,3-6-120 16,0 0-91-16,-1 7-146 0,1-7-161 0,0 0-223 15,0 0-216-15,0 0-796 0,0 0-790 16</inkml:trace>
  <inkml:trace contextRef="#ctx0" brushRef="#br0" timeOffset="162112.94">29757 5297 489 0,'2'-9'604'0,"-1"-1"-129"0,2 2-63 0,-2-1-95 15,-1 2-39-15,3 1 10 0,-2-1-3 0,-1 7-14 16,1-12-15-16,-1 12-31 0,1-9-35 0,-1 9-32 16,4-7-33-16,-4 7-27 0,0 0-23 0,0 0-5 15,0 0 22-15,0 0 9 0,0 0-15 0,0 0 6 16,-4 12-15-16,3-3-11 0,-4-1-12 0,3 3-9 15,-1-1-10-15,-1 3-8 0,0-1 22 0,1-2 0 16,-1 1-8-16,0-2-5 0,1 1 3 0,-2 1-4 16,2-2-3-16,0-1-9 0,0-1-4 0,1-1-3 15,-1 0 6-15,2 0-9 0,1-6 7 0,-3 8 7 16,3-8-2-16,2 9 5 0,-2-9-8 0,7 4-4 16,-7-4 0-16,17 0 7 0,-17 0-21 0,22-1 3 15,-10 1-5-15,1-3 1 0,1 0-4 0,-2 0 1 16,-1 3 1-16,2-1 0 0,-3-1-3 0,-10 2 9 15,21-1-10-15,-21 1-3 0,15 3 8 0,-15-3-4 16,18 4 4-16,-10 2 1 0,-2-1 50 0,0 0-63 16,-2 5 47-16,1-2-50 0,-1 3 48 0,0-2-52 15,-3 2 51-15,2 2-50 0,-2-2 49 0,-1 2-51 16,0 0 55-16,-2-1-54 0,0 0 45 0,-2-1-46 16,1 0 53-16,-3 3-54 0,1-3 61 0,-3 0-49 15,0 0 54-15,-1-1-52 0,-3 0 44 0,2-4-50 16,0 1 0-16,-2-1 3 0,2-3 42 0,0 0-70 15,-3-1 12-15,13-2-121 0,-20-3-102 0,8-3-144 16,1-4-98-16,2-3-70 0,-1-5-151 0,1-1-401 16,2-2-728-16</inkml:trace>
  <inkml:trace contextRef="#ctx0" brushRef="#br0" timeOffset="162295.67">29730 5306 122 0,'0'0'867'0,"2"-7"-213"0,-2 7-135 0,0 0-91 0,5-6-62 15,-5 6-15-15,0 0-11 0,4-7-11 0,-4 7-17 16,9-6-50-16,-4 2-54 0,0-1-38 0,4 0-34 16,2-1-23-16,1-1-28 0,5 1-18 0,3-3-14 15,0 0 26-15,1 0-53 0,2 2 24 0,-1-2-58 16,0 3-27-16,-1-1-74 0,-4 1-72 0,0 0-99 16,-2 3-91-16,0-2-68 0,-4 1-121 0,1 1-552 15,-3 0-729-15</inkml:trace>
  <inkml:trace contextRef="#ctx0" brushRef="#br0" timeOffset="164009.59">32011 4779 346 0,'15'2'448'16,"-15"-2"-96"-16,12 1-49 0,-12-1-33 0,0 0-6 16,16 2 17-16,-16-2 9 0,0 0 3 0,12-2-5 15,-12 2-17-15,0 0-42 0,11-4-34 0,-11 4-26 16,4-5-15-16,-4 5-18 0,3-8 5 0,-3 8-10 16,2-8-28-16,-2 8-13 0,-2-11-17 0,2 11 13 15,-3-11-24-15,-1 4 3 0,-1 0-26 0,-1 0 25 16,-2 0-18-16,2 2 14 0,-6-1-31 0,2 1 14 15,-3 0-30-15,-1 1 23 0,1 4-27 0,-2-2 14 16,2 4-21-16,-4 0 17 0,2 2-24 0,0 3 23 16,2 0-24-16,-1 1 21 0,3 3-24 0,-1 0 35 15,5 2-15-15,2-2 40 0,-1 2-24 0,4 0 46 16,2-3-29-16,2 3 34 0,0-1-24 0,3 0 15 16,4-2-36-16,-2 0 17 0,4-2-34 0,1 0 25 15,0-2-34-15,-1-3 16 0,3 0-27 0,-1-3 21 16,1-1-26-16,-1-3 24 0,2-2-25 0,-3 0 26 15,-2-2-24-15,3-2 33 0,-4-1-29 0,0 0 26 16,-3 0-11-16,2-1 24 0,-4 1-6 0,-2 0 37 16,2 0 3-16,-3 1 29 0,2 2-28 0,-2 1 5 0,2 0-36 15,-3 7 4-15,2-11-27 0,-2 11 12 16,0 0-20-16,0 0 10 0,0 0-20 0,-1 6 23 16,-1 2-25-16,0 4 20 0,0 4-11 0,2 0 48 15,-2 3-7-15,2 0 20 0,0 3-23 0,2 2 12 0,-1-2-23 16,0 2 18-16,2-2-19 0,-1 0 10 0,0-3-25 15,3 0 17-15,-4-1-23 0,3 1 15 16,-2-5-23-16,2 1 7 0,-3 0-18 0,3-3-36 16,-2-2-29-16,0 0-30 0,-2 0-78 0,1-2-97 0,2-2-145 15,-3-6-206-15,1 7-144 0,-1-7-727 0,0 0-1128 16</inkml:trace>
  <inkml:trace contextRef="#ctx0" brushRef="#br0" timeOffset="166209.62">30380 6017 9 0,'0'0'587'0,"-14"-4"-150"0,3 2-134 16,-1 0-37-16,-1 0-69 0,-2 1-22 0,-2 0-53 16,-2 0 2-16,1-1-36 0,-1 2 17 0,1-3-16 0,-1 2 26 15,1 2-50-15,3-2 25 0,0 1-45 0,3-1 20 16,-1 0-22-16,13 1 49 0,-18 1-5 15,18-1 36-15,-16 3 11 0,16-3 22 0,-12 5 10 0,12-5 6 16,-9 8-1-16,7-3 4 0,2-5-18 0,-3 11-15 16,3-4-7-16,3-1-3 0,-1 2 1 0,1 1 0 15,1-3-8-15,2 2-16 0,1 0-7 16,3-1 4-16,-1 0-2 0,2 1-12 0,2-1 16 0,0-3-21 16,3 1 1-16,0-1-13 0,3 0-6 0,-1-2-2 15,2-2-7-15,-1 0-6 0,1-2-1 0,0 0 21 16,0 0 9-16,-2-2-7 0,-1 1 8 0,0-2-7 15,0-2-6-15,0-2 9 0,2 0-27 0,-3-1 27 16,1-3-17-16,1 0-10 0,2-3-9 0,-1-2-18 16,-1 0 1-16,-1-1 32 0,4-3-48 0,-2 1 31 15,2 1-50-15,0 0 39 0,1-1-47 0,1 3 44 16,1 0-42-16,-1 2 38 0,2 2-42 0,0 0 36 16,2 1-4-16,-1 3-3 0,-2 1-4 0,-1 3-4 15,1 0 0-15,-1 1-4 0,1 2 2 0,-1 3-1 16,-2 0 0-16,4 3 3 0,-2 0-1 0,3 4 1 15,-4-3-4-15,2 3 2 0,-1 1-38 0,-1-1 44 16,-2 0-37-16,2 1 44 0,-2-2-37 0,-2 2 38 16,-3-2-39-16,2 0 46 0,-4 2-44 0,0-4 42 0,-3 0-37 15,1 0 46-15,-4 1-16 0,2-1 81 0,-9-4-26 16,11 4 64-16,-11-4-22 0,10 5 23 0,-10-5-4 16,10 3-15-16,-10-3-96 0,0 0-18 15,0 0 0-15,11-4 0 0,-11 4 0 0,5-7 0 0,-5 7 0 16,5-11 0-16,0 3 0 0,-1-1 0 0,5-2 0 15,0-2 0-15,3 0 0 0,1 0 0 0,2-2 0 16,0 2 0-16,0 1 0 0,4-1 0 0,-2 1 0 16,2 1 0-16,0-2 0 0,1 6 0 0,1-3 0 15,0 2 0-15,1 1 0 0,0 1 0 0,5 3 0 16,0 0 0-16,1 0 0 0,2 2 0 0,0 1 0 16,1 0 0-16,0 1 0 0,-2 1 0 0,-2-1 0 15,-1-1 0-15,-4 2 0 0,1-2 0 0,-5 1 0 0,3-1 0 16,-3-1 0-16,-2-1 0 0,1 1 0 15,-2-4 0-15,-1 1 0 0,0 0 0 0,-1-6 0 16,0 2 0-16,-3-2 0 0,3 0 0 0,-3-5 0 0,2 0 0 16,-2-3 0-16,-1 2 0 0,0-3 0 0,0 0 0 15,-2-3 0-15,0 2 0 0,-2-3 0 0,0 2 0 16,-2-3 0-16,0 3 0 0,0 2 0 0,-2 1 0 16,-2 0 0-16,0 1 0 0,-3 0 0 0,-1 2 0 15,0-2 0-15,-6 0 0 0,-3 1 0 0,-4-2-383 0,-6 0-266 16,-1 5-105-16,-9-2-62 0,-1 0-54 15,-4 2-627-15,0 4-1124 0</inkml:trace>
  <inkml:trace contextRef="#ctx0" brushRef="#br0" timeOffset="167641.89">29110 2894 165 0,'-3'-7'219'0,"1"-3"-41"16,-1 2-51-16,1-2 5 0,-2 2-30 0,1-2 11 15,-1 1-31-15,-1-2 14 0,2 0-33 0,0 0 10 16,-1 0-26-16,0-2 15 0,0 0-26 0,0 0 15 16,1-2 3-16,-1 2 11 0,0-1-19 15,2 2 26-15,-1-1-16 0,-1 0 8 0,2-2-9 0,0 5 13 16,-2-5-12-16,2 5 20 0,-1-3-4 0,2 1-7 16,-3 0-15-16,4 0 0 0,-2 0 3 0,0 3 11 15,1-2 2-15,1 5 5 0,0-3-1 0,0 0-5 16,-1 3 7-16,0-1-1 0,1 7 7 15,0-10 1-15,0 10-5 0,-2-10-2 0,2 10 2 16,0-8 3-16,0 8-1 0,0-8 1 0,0 8 0 16,0 0 2-16,-1-7 13 0,1 7 5 0,0 0-3 0,0 0 11 15,0 0-14-15,0 0-8 0,0 0-14 16,0 0-12-16,-6 5-11 0,6-5 1 0,0 0-5 0,-3 6-5 16,3-6-4-16,0 0-5 0,0 0-3 15,-4 6-4-15,4-6 19 0,0 0 11 0,0 9-3 16,0-9-6-16,3 14 7 0,-1-5-1 0,0 1-3 15,0 2-10-15,3 3-4 0,-1-1 9 0,1 2-7 0,2 4 2 16,-1-1-5-16,-1 1-17 0,3 2 28 0,-2 0-9 16,3 2 16-16,1-1-23 0,-2 4 25 15,3-1-30-15,0 2 3 0,-1-1 36 0,0 0-1 16,2 1-10-16,-1-1 39 0,1 1-34 0,-1 0 17 16,1 0-1-16,-1 1 8 0,0 0-30 0,0 0 18 15,-1 0 2-15,4 6 32 0,-1-2-27 0,-1 2 12 16,1-1-20-16,0-1 6 0,1 2 8 0,-1-2 22 15,1 1-29-15,-2-5 5 0,-1-1-29 0,1 0 10 16,-1-1 2-16,1 2-6 0,-1-4 6 0,1 4-45 16,-2-4 35-16,0 1-31 0,0-1 46 0,1 0-10 15,-3-3-11-15,0 0-5 0,0 0-9 0,0 0-2 16,-1-1-3-16,1 1-6 0,-2-3 9 0,0 3 21 16,-1-2-5-16,2 1-5 0,-2-2-6 0,-1-1-5 15,0-2-1-15,0 2-3 0,0-2 10 0,-2 0 0 16,3 1-5-16,-2-1-6 0,1-1-3 0,-2 1-1 15,1-2-4-15,1 2-3 0,-2-1-9 0,2-1-34 16,0 0 47-16,1 0-40 0,0 1 45 0,0 0-44 16,0 1 46-16,3 0-44 0,0 1 48 0,-1 1-43 15,1 0 43-15,0 0-28 0,1 1 78 0,-2 0-45 16,2-1 5-16,-1-2 10 0,1 3 3 0,0-1-54 16,-1-2 29-16,0 1-24 0,0-2 0 0,-3-1 0 15,3 0 0-15,-2 1 0 0,1-3 0 0,-2 0 0 16,0-1 0-16,-1-3 0 0,0 2 0 0,-2-3 0 15,3 3 0-15,-2-5 0 0,-1 3 0 0,1-2 0 16,-1 0 0-16,-2-6-25 0,3 9-123 0,-3-9-96 16,3 10-10-16,-3-10-99 0,2 8-7 0,-2-8-86 15,1 6-172-15,-1-6-116 0,0 0-852 0,0 0-1236 16</inkml:trace>
  <inkml:trace contextRef="#ctx0" brushRef="#br0" timeOffset="169129.22">30734 1957 138 0,'0'0'171'0,"0"0"-18"0,0-8-37 16,0 8 7-16,0 0-16 0,-1-8 4 0,1 8-7 0,0 0-15 0,-3-8-14 16,3 8-3-16,0 0-2 0,-1-7-15 0,1 7-9 15,0 0-6-15,0 0-8 0,-3-6-5 0,3 6-3 16,0 0-2-16,0 0 1 0,0 0 4 0,0 0 7 15,0 0 11-15,8-1 5 0,-8 1 23 0,0 0 8 16,0 0 4-16,12 0 0 0,-12 0 11 0,0 0 3 16,0 0-5-16,0 0 4 0,0 0-8 0,14 0 11 15,-14 0 0-15,0 0-12 0,0 0-4 0,0 0-7 16,0 0-1-16,0 0-13 0,0 0-4 16,0 0-11-16,0 0-6 0,11 0-6 0,-11 0-7 0,0 0-6 15,0 0-3-15,0 0-1 0,0 0-6 0,0 0 4 16,0 0 5-16,0 0 15 0,0 0 7 15,12 2-7-15,-12-2-1 0,0 0-11 0,0 0-6 16,0 0 7-16,0 0-3 0,11 2-8 0,-11-2 4 0,0 0 0 16,0 0-2-16,0 0-2 0,0 0-27 0,0 0 30 15,0 0-3-15,0 0-5 0,0 0 2 0,9 1-4 16,-9-1 3-16,0 0 1 0,0 0-9 16,0 0 3-16,7 3 5 0,-7-3 26 0,5 5 4 15,-5-5-8-15,3 7 3 0,-3-7 22 0,8 12-30 16,-5-8 30-16,1 4-36 0,0 0 53 0,-1 0-24 0,2 1 16 15,-1-1-39-15,1 1 23 0,-1 0-36 16,0 0 81-16,0 0-46 0,0 0 25 0,1 0-47 16,-1-1 28-16,-1 1-45 0,1 0 3 0,0 1-1 15,0-2 5-15,0 2 33 0,0-1-1 0,3 4-12 16,-3-2 1-16,1-2 13 0,0 3 0 0,1 0-7 16,0 0-5-16,0 1-9 0,-1-1-5 0,2 1 0 0,-1 0 4 15,-1 0 1-15,0 1 0 0,0-1 12 0,1 2-2 16,-1-2-9-16,-1 1 0 0,1-1-1 15,1 1-4-15,-2 1-9 0,1-3 6 0,-1 1-4 16,1 1-2-16,-1-3-5 0,1 3-1 0,1-2-6 16,-3 0-2-16,2-1-4 0,-1-1 2 0,0 1 4 15,0 3-6-15,1-3 5 0,0 3-5 0,0-3 1 16,0 3 5-16,-1-1-5 0,1 2 2 0,-1-2-2 0,3 0 1 16,-3 1 3-16,1 2-1 0,0-2 3 15,-1 1-6-15,0 0-2 0,1-2 1 0,0 3 9 0,0-1-4 16,-1-2-4-16,1 1 1 0,-1 0-2 15,-1 1-15-15,1-3 20 0,1 1-26 0,-2 0 29 16,1 1-26-16,0-3 29 0,-1 2-25 0,1-1 27 0,-2 0-25 16,1-2 27-16,-1 2-27 0,3 0 25 0,-2-1-29 15,1 1 30-15,-2 0-29 0,2-1 31 16,1 3-24-16,-1-1 28 0,-1 0-22 0,3 0 35 16,-2 1-3-16,1-1-2 0,-1 3 0 0,1-2-3 15,-1 2-2-15,3-2-3 0,-3 2-7 0,1 0 3 16,-1 0-3-16,1-1 1 0,1 2-3 0,-1-2 0 15,0-1 0-15,0 2-4 0,0-1 5 0,-1 0 14 16,2-2 1-16,-3 1-4 0,3-1 4 0,-2 1 9 16,1 0 0-16,-1-3 0 0,-2 3-2 0,2-3-1 15,0 0 1-15,-1 0-5 0,2 1-2 0,-3 1 2 16,2-1-4-16,-1 1 2 0,0 1 1 0,1-2-2 16,0 2-20-16,-1 1 16 0,1-2-20 0,2 0 18 15,-2 2-15-15,0-2 13 0,1 1-18 0,-1-2 20 0,1 1 9 16,0 3 24-16,-1-5-17 0,1 3 22 15,-1-2-12-15,1 1 0 0,-3-2-6 0,2 1-6 16,1-2 9-16,-1 2-3 0,-2-2-3 0,2 3 4 16,0 0-13-16,0-1-3 0,-1 2-3 0,1-2 17 15,-1 2-13-15,2-2 6 0,-2 1 6 0,1 2 7 16,0-2-18-16,-2 1 17 0,2 0-18 0,-1 1 7 16,0-2-15-16,1 1 7 0,0 0-15 0,0 1 21 0,-2-3-16 15,2-1 6-15,-2 4-11 0,0-6 7 16,2 3-22-16,-1-2 15 0,-1 0-6 0,1-1 10 15,-1-1-10-15,1-2 4 0,-1 2-10 0,-2-8-6 0,1 11-33 16,-1-11-28-16,4 10-94 0,-4-10-74 16,0 0-120-16,0 0-111 0,0 0-158 0,7-9-90 0,-7 2-110 15,0-6-586-15,-3-3-1013 0</inkml:trace>
  <inkml:trace contextRef="#ctx0" brushRef="#br0" timeOffset="169741.81">29691 3865 274 0,'0'0'342'0,"0"6"-56"0,0-6-15 0,0 0 6 15,0 0-24-15,2 7 12 0,-2-7-11 0,0 0-3 0,0 0-17 16,0 0-7-16,0 0-6 0,-2 7-16 0,2-7-3 0,0 0-20 16,-5 4-10-16,5-4-12 0,0 0 7 15,-9 3-5-15,9-3 8 0,0 0-11 0,0 0 4 0,-10 3 8 16,10-3 0-16,0 0-6 0,0 0 8 16,0 0-11-16,0 0-29 0,0 0-23 0,0 0-27 15,15-7-11-15,1 3-15 0,3 1-12 0,6-5-9 16,9 1 1-16,9-2 6 0,6 0 21 0,3-1 20 15,13-1 8-15,3-3 15 0,2 1 19 0,1 1 7 16,1-3-4-16,3 1-2 0,0 1 3 0,-1 1-11 16,0-2-21-16,2 1 5 0,-5 1-8 0,1-1-16 15,-6 1-7-15,-1 1-12 0,-15 2-12 0,1-2-12 16,-5 1-5-16,-3 1-6 0,-8 1 0 0,-3 0-7 16,-2 0-3-16,-7 3-2 0,-2-1-6 0,-3 3-7 15,-2-3 0-15,-2 1 0 0,-3 1 0 0,-1 1-61 16,-1-2-61-16,-3 0-41 0,-1 0-73 0,-5 5-26 15,3-8-54-15,-9 3-39 0,1 1-89 0,-5 1-112 16,-7 1-80-16,-2-2-122 0,-7 2-602 0,-2 1-961 16</inkml:trace>
  <inkml:trace contextRef="#ctx0" brushRef="#br0" timeOffset="170441.73">29546 3942 149 0,'0'0'365'0,"7"-3"-73"0,-7 3-4 16,9-3-1-16,-9 3 12 0,14-7 6 0,-5 4 13 15,0-2-11-15,2 1-10 0,1-3-8 0,1 1-14 16,2-2-16-16,2-1-8 0,2-2-7 0,5-2-15 16,0-2-25-16,2 1-34 0,6-4 23 0,3-2-23 15,4 1-28-15,0-1-19 0,12-3 13 0,1-4-36 16,6 0 23-16,2-2-41 0,5 1 44 0,3-3-35 15,4-1 3-15,19-8-36 0,1-1 18 0,5 1-16 16,-1 0-10-16,-1 1-3 0,-2 2-4 0,-17 9-15 16,-4 0-24-16,-5 5 21 0,-6-2-27 0,-7 4 18 15,-13 7-23-15,-5 0 10 0,-8 3-35 0,-5 1-30 16,-5 1-77-16,-3 1-40 0,-5-1-63 0,-5 2-32 16,-5-1-50-16,-2 2-52 0,-5 0-37 0,-7 1-26 15,-2 0-27-15,-6 1-55 0,-4 0-30 0,-3 2-268 16,-9-1-352-16</inkml:trace>
  <inkml:trace contextRef="#ctx0" brushRef="#br0" timeOffset="170724.88">29244 3454 674 0,'-27'5'551'15,"4"-1"-134"-15,3-2-81 0,3 2-35 0,3-3-17 16,4 0-15-16,10-1-6 0,0 0-23 0,0 0-39 15,13-8-29-15,10 1-6 0,15-6-6 0,8 0 6 16,14-4 7-16,5-7-14 0,6 2-30 0,5-4-2 16,5-5-14-16,18-5 4 0,4-2-26 0,-1-2 32 15,-1 1-45-15,-2-1 6 0,-3 0-17 0,-4 2 27 16,-15 7-49-16,-5 0 19 0,-5 2-15 0,-4 2-13 16,-7 2-11-16,-6 2-7 0,-8 5-13 0,-7 1 4 15,-7 3-18-15,-4 1-20 0,-3 2-22 0,-2 2-42 0,-6-1-70 16,-1 2-49-16,-4 1-90 0,-4-1-41 15,-3 2-31-15,-1 6-19 0,-8-8 1 0,-3 4-48 16,-2 2-54-16,-5-1-301 0,-5 2-320 0</inkml:trace>
  <inkml:trace contextRef="#ctx0" brushRef="#br0" timeOffset="171008.2">29155 3013 327 0,'-39'2'506'0,"4"2"-128"0,5-2-78 15,3-2-54-15,5 2 61 0,5 0-1 16,6-2-21-16,11 0-1 0,-5-6-34 0,12-1-36 16,14-4-49-16,19-5-18 0,21-5-12 0,10 1 3 0,12-5 8 15,22-7-1-15,6-1-14 0,5 0-11 0,2 0-21 16,2-2-5-16,1 1-7 0,-3-3-6 0,-2 1-9 16,-5 2-29-16,-5 1-4 0,-5 0-12 0,-23 8-8 15,-9 2-17-15,-4 0-14 0,-10 1-15 0,-12 7 22 16,-8-3-70-16,-8 3-8 0,-5-1-67 0,-9 4 14 15,-6 1-53-15,-7-1 3 0,-5 3-48 16,-6-2-4-16,-7 2-13 0,-10-1-5 0,-7 1-24 0,-11 1-28 16,-5 4-23-16,-4 1 2 0,-9 2-11 0,-14 1-180 15,-3 4-22-15</inkml:trace>
  <inkml:trace contextRef="#ctx0" brushRef="#br0" timeOffset="171391.68">29373 2433 56 0,'-64'11'297'15,"9"-3"-42"-15,0 2-60 0,4-1-2 16,1-1-22-16,4 1-13 0,12-3-38 0,3-1 47 0,6-1 15 15,7 0 5-15,5-4-10 0,13 0-23 0,-10-2-27 16,10 2 15-16,9-10-19 0,5 1-17 0,11-4-3 16,10-3 49-16,8-3-44 0,12-4-3 0,8 0 1 15,2 0 3-15,3-2-4 0,2-2-13 16,-1 2-12-16,-1-1 0 0,0 2 17 0,-2 1-40 0,-6-1 21 16,-5 5-46-16,-14 2 28 0,-4 3-33 0,-8 1 20 15,-8 4-36-15,-3-1 22 0,-5 2-46 0,-6 1 17 16,-4 1-39-16,-8 0 32 0,-3 2-29 0,-6-2 34 15,-8 4-31-15,-6-1 35 0,-9 5-29 0,-13-1 33 16,0 2-31-16,-3 2 32 0,-4 1-30 0,1 0 31 16,-4-1-27-16,5 0 35 0,-3 1-32 0,4-1 3 15,1 1 0-15,6-3 1 0,0 2 4 0,10 0 0 0,3-1 2 16,5-2 0-16,3 0-2 0,6 1-3 0,2-2-5 16,3 2-3-16,3-1 3 0,12-2 9 0,-9 4-4 15,9-4 4-15,11 2-4 0,8-4-3 0,9 0 26 16,18-3-31-16,10-2 32 0,14-2-37 0,6-2 30 15,2-2-30-15,2 0 31 0,5 0-40 0,0-2 32 16,3 0-46-16,-1 0 15 0,-1 1-41 0,-7-1-33 16,-2 3-28-16,-8 1-48 0,-17 3-47 0,-4 1-68 15,-13 0-77-15,-8 4-80 0,-6 0-221 0,-10 1-179 16</inkml:trace>
  <inkml:trace contextRef="#ctx0" brushRef="#br0" timeOffset="172391.86">29694 4997 709 0,'0'0'892'0,"0"0"-162"15,-5-6-188-15,5 6-110 0,0 0-91 0,-4-5-75 16,4 5-61-16,0 0-62 0,0 0-52 0,-4-5-54 16,4 5-48-16,0 0-87 0,0 0-94 0,0 0-74 15,0 0-88-15,0 0-140 0,7-2-439 0,-7 2-506 16</inkml:trace>
  <inkml:trace contextRef="#ctx0" brushRef="#br0" timeOffset="172641.79">31942 4764 1656 0,'0'0'978'0,"-4"-7"-247"0,4 7-141 16,-6-4-209-16,6 4-168 0,0 0-136 0,0 0-71 0,0 0-56 16,0 0-59-16,0 0-61 0,0 0-84 15,-8-2-65-15,8 2-125 0,-18-1-581 0,7-1-635 0</inkml:trace>
  <inkml:trace contextRef="#ctx0" brushRef="#br0" timeOffset="173524.15">28444 4742 249 0,'-6'-8'619'0,"3"1"-143"0,-1 0-116 0,2 1-63 0,2 6-54 16,-5-10-28-16,5 10-11 0,-4-8-1 0,4 8-6 15,-3-8-10-15,3 8-9 0,-2-6-5 0,2 6 3 0,0 0 16 16,0 0 6-16,0 0 27 0,6 6 2 0,-2-1-41 16,0 1 50-16,1 2-59 0,0 2 41 15,1 2-65-15,-1 4 105 0,1 0-14 0,-1 7 34 0,-1-1-17 16,-2 4 55-16,1 7-29 0,0 0-3 0,-1 3-71 15,-2 0 20-15,1 0-81 0,-1 3-76 0,1-3-76 16,-1 0 0-16,1 0 0 0,2-3 0 0,-3-3 0 16,3-4 0-16,-1-1 0 0,3-2 0 15,1-3 0-15,-1-2-270 0,1-6-233 0,2-1-181 16,-3-5-185-16,-5-6-981 0,0 0-1564 0</inkml:trace>
  <inkml:trace contextRef="#ctx0" brushRef="#br0" timeOffset="175191.24">28618 5848 245 0,'0'0'992'0,"0"0"-220"0,-12-2-154 15,12 2-143-15,-15-4-88 0,15 4-69 0,-13-3 14 0,13 3-29 16,-15-3 9-16,15 3 4 0,-13-2-24 0,13 2-36 16,-11-3-41-16,11 3-45 0,-11-2-34 0,11 2-22 15,-7-2-20-15,7 2-7 0,0 0 5 0,-9-4 18 16,9 4 11-16,0 0-1 0,0 0-19 0,0 0-16 0,2-9-10 16,-2 9-17-16,13-8-10 0,0 0-7 15,-3 1-13-15,5-2-3 0,-2 0-6 0,0 1-5 16,2 2-1-16,-2-4-5 0,-1 4 3 15,-2 2-3-15,-1-1 5 0,0-1-9 0,-2 2 1 0,0 1 1 16,-7 3-5-16,11-5-1 0,-11 5-1 0,12-6-2 16,-12 6 6-16,0 0 1 0,11 0-5 0,-11 0 9 15,4 7 2-15,-4-1 9 0,-1 5 3 0,-2 0-4 16,-2 3-2-16,-4 5 0 0,-3 4-2 0,-3-1-30 16,0 5 34-16,-2-3-30 0,1 0 33 0,-1 0-32 15,1-4 30-15,0 1-28 0,5-5 28 0,-1-3-31 16,3-1 31-16,0-1-25 0,3-3 68 0,1 1 9 15,0-3 66-15,1-2-56 0,4-4-12 0,0 0-13 16,0 0-10-16,0 0-12 0,18-7-13 0,-4-1-4 16,4-1-15-16,2 0-2 0,3 0 0 0,5-3 0 0,-6 6 0 15,8-3 0-15,-6 3 0 0,1 2 0 16,-2 2 0-16,-2 2 0 0,-1 0 0 0,-1 2 0 16,-1 2 0-16,-1 2 0 0,-2 2-5 0,-1 2-10 0,-5 1 4 15,2 1 7-15,-1 1 2 0,-5 1 3 16,0 1 13-16,-4-1 8 0,0 1-22 0,-2-2 0 15,-4 3 0-15,-3 2 0 0,-6-2 0 0,0 0 0 16,-5 1 0-16,-4-1 0 0,1-4 0 0,-6 1 0 0,3-3 0 16,-3-1 0-16,1-3 0 0,1-1 0 0,-1-3 0 15,4-1 0-15,0 0 0 0,4-3 0 16,1 0 0-16,0-5-37 0,6-2-463 0,1-1-66 0,6-3-112 16,1-2-42-16,6 2-96 0,2-3-729 0,2 0-1183 15</inkml:trace>
  <inkml:trace contextRef="#ctx0" brushRef="#br0" timeOffset="176675.22">32444 3411 264 0,'0'0'297'0,"0"-9"-63"16,0 9-27-16,-1-8-11 0,1 8-25 0,-1-12-14 15,1 12-24-15,0-9-17 0,0 9-11 0,0-9-14 16,0 9-1-16,0-7-3 0,0 7-9 0,1-7-14 15,-1 7-9-15,0 0-13 0,0-8-8 0,0 8-5 16,0 0-7-16,0 0-3 0,1-8-3 0,-1 8-3 16,0 0-3-16,0 0-2 0,0 0-1 15,0 0 0-15,0 0-3 0,0 0-4 0,0 0-12 16,0 0-26-16,0 0-32 0,-7 5-39 0,7-5-68 0,0 0-81 16,-6 6-55-16,6-6-182 0,0 0 12 0</inkml:trace>
  <inkml:trace contextRef="#ctx0" brushRef="#br0" timeOffset="179306.77">32612 3287 337 0,'0'-10'382'0,"0"3"-79"0,-2 0-39 0,1-2-25 16,0 1-16-16,-1 0-5 0,0 2-3 0,1-1-11 15,-1 1-17-15,-1 0 20 0,3 6-6 0,-2-11-11 16,2 11-14-16,-3-8-14 0,3 8-14 0,-2-6-9 16,2 6 0-16,0 0-2 0,0 0-3 0,0 0 40 15,5 8-37-15,-1 3 48 0,1 2-48 0,0 3 38 16,3 5-70-16,0 4 53 0,2 3-59 0,0 1 23 15,-1 1-58-15,1 0 27 0,-1 1-57 0,3-1 39 16,-2 1-52-16,0-2-1 0,2 6 5 0,0 0-10 16,0-5 0-16,-2 0 1 0,3 4 29 0,-3-4-45 15,2-3 38-15,-3 1-33 0,0-3 23 0,-2-3-43 16,1 0 17-16,-2-3-93 0,-2-5-35 0,1 3-128 16,-1-2-99-16,-3-4-114 0,-1 0-75 15,-1-1-98-15,1-3-454 0,-4 1-712 0</inkml:trace>
  <inkml:trace contextRef="#ctx0" brushRef="#br0" timeOffset="180376.23">32877 4307 387 0,'-3'-6'743'0,"3"6"-142"0,-2-6-103 0,2 6-77 16,0 0-42-16,-2-7-50 0,2 7 25 0,0 0-57 0,-3-8 33 16,3 8-106-16,0 0 11 0,0 0-90 0,0 0 14 15,-4-4-76-15,4 4 39 0,0 0-32 0,3 6 35 16,-3-6-56-16,3 13 8 0,0-4 8 0,2 2-9 16,-1 3-14-16,0 1-12 0,1 2-6 0,0 2-9 15,2 0-6-15,0 2-1 0,0 0-4 0,-1 1-11 16,1-1 2-16,0-1-5 0,0 3-1 0,0-2-3 15,-2-1-5-15,2 0 3 0,-2-4-1 16,1 0-1-16,-3-2-6 0,1 0-28 0,-2-3-46 0,2-1-78 16,-1-1-60-16,-1-1-177 0,-2-8-134 0,3 9-152 15,-3-9-613-15,0 0-894 0</inkml:trace>
  <inkml:trace contextRef="#ctx0" brushRef="#br0" timeOffset="180623.53">33019 4286 795 0,'0'0'930'15,"0"0"-129"-15,0 0-238 0,-1-7-50 0,1 7-130 16,0 0 25-16,0 0-81 0,0 0 14 0,0 0-56 16,0 0 4-16,0 0-46 0,9 7-15 0,-4 2-20 0,1-1-32 15,0 5-19-15,3 5-25 0,1-1-39 16,1 3-1-16,0 3-37 0,1 1 9 0,-3 1-30 15,4-1 8-15,-2 1-10 0,2 0-42 0,-1-1-78 16,-1 0-97-16,-2-5-42 0,1 0-175 0,-1-2-194 0,0-3-146 16,-2-3-824-16,0-3-1208 0</inkml:trace>
  <inkml:trace contextRef="#ctx0" brushRef="#br0" timeOffset="181790.41">28108 3817 60 0,'-4'-12'301'0,"-1"-1"-85"15,1-1-34-15,0 2-39 0,-1-2-3 0,1 1-9 16,-1 0 0-16,1 0-21 0,-1-4 21 0,3 5-10 16,-1-1 19-16,-1 2-11 0,3-1 22 0,-1 2-23 15,0-1-1-15,0 1-32 0,0 2 8 0,1 1-18 16,0 1-3-16,-2 0-12 0,3 6-6 0,0-11-10 16,0 11 7-16,-2-9 6 0,2 9 20 0,-3-6 26 15,3 6 8-15,0 0 10 0,0 0-1 0,0 0 14 16,0 0-7-16,0 0-6 0,0 9 3 0,3 0 7 15,-1-1-25-15,1 3-2 0,1 2 18 0,2 7-8 16,1 3 30-16,3 6-41 0,1 12 40 16,3 5 12-16,4 11-15 0,1 6 23 0,-1 7-6 15,3 1-4-15,-1 4 5 0,-1 5 3 0,0 2 21 0,1 1-27 16,0 3 72-16,-1-3-58 0,-1 0 18 0,-1-3-50 16,-2-3 5-16,0-4-33 0,1 0 41 0,-1-5-76 15,-1-3 38-15,0-4-64 0,-2-3-33 0,-1-9-25 16,-1-3 0-16,1-1 0 0,-1-2 0 0,1-3 0 15,-2-2 0-15,-2-4 0 0,2-6 0 0,-2 1 0 16,-3-6 0-16,3-3 0 0,-2-2 0 0,0-2 0 16,-1-2 0-16,-1-1-65 0,1-2-108 0,-2-1-30 15,0-1-50-15,1-3-76 0,-3-6-57 0,4 6-89 16,-4-6-116-16,0 0-63 0,1-12-93 0,-2-1-624 16,-1-3-972-16</inkml:trace>
  <inkml:trace contextRef="#ctx0" brushRef="#br0" timeOffset="182375.13">28732 5313 175 0,'0'0'607'0,"-13"0"-138"0,13 0-143 0,-13-2-37 0,13 2-88 0,-12-1-8 15,12 1-65-15,-11-1 19 0,11 1-39 0,-8-3 12 0,8 3-47 16,-9-5 11-16,9 5-26 0,-7-6 26 0,7 6-25 16,-8-7 28-16,4 1-13 0,-1 1 31 0,1-1-14 15,0-2 23-15,1 0-2 0,-4 0 12 16,2-3-19-16,1 1-19 0,-1-2 5 0,-3-1 2 0,3 0-14 16,-3-1-4-16,2-1-9 0,-3-3-4 0,0 1-9 15,1-2-6-15,-1 0-5 0,1 0-1 0,-2-1 9 16,1-1-9-16,0-6-5 0,-3 1-2 0,3 0 4 15,-1-4 9-15,-1 2-4 0,0-4-3 0,0-2-11 16,-2-3 18-16,2 4-17 0,0-3 3 0,-3 1 9 16,5 4-23-16,-3-3 12 0,-1 1-21 0,1 2 19 15,2 1-10-15,-1 1 3 0,0 0 1 0,-1 2 25 16,-1 0-12-16,0 0-8 0,0 0-3 0,0 1-6 16,-2-2-1-16,1 3 0 0,-3-1-6 0,3-1 4 15,-5-2-2-15,0 0-9 0,2 1-2 0,0 3 0 16,0 2-3-16,0-1-26 0,1 1 27 0,-2 0-23 15,1 1 18-15,1 2-22 0,3 4 5 0,0-1-32 16,3 6-20-16,2-1-62 0,-1 1-75 0,3 3-74 16,3 4-46-16,3 4-33 0,1-7-64 0,-1 7-100 15,15 0-435-15,-3 2-551 0</inkml:trace>
  <inkml:trace contextRef="#ctx0" brushRef="#br0" timeOffset="183306.66">32217 2301 32 0,'11'-19'213'0,"2"-3"54"0,-3 1-4 16,0 1-24-16,-1 0 10 0,0 2-8 0,-1-1-10 15,0 1-23-15,-2 1-26 0,-1 3 9 0,0 2-13 16,-1-1-9-16,1 0 23 0,-1 4-3 0,-1-1-11 16,0 2-17-16,0 1-24 0,0-1-7 0,-2 2-11 15,1 0-8-15,-2 6-6 0,4-9-2 0,-4 9-9 16,3-9-16-16,-3 9 15 0,1-7-5 16,-1 7 2-16,4-6 19 0,-4 6 9 0,0 0 13 0,4-7-37 15,-4 7 40-15,0 0-40 0,0 0 33 0,2 11-37 16,-2-4 45-16,0 4-59 0,-1 2 38 0,2 0-55 15,-1 5-5-15,0 6 3 0,3 1 0 16,1 8 10-16,1 7 39 0,3 3-55 0,3 6 36 0,4 7-7 16,2 1 39-16,2 4-43 0,2-2 34 0,0 3-40 15,1-1 43-15,2 3 66 0,-1 2 1 0,-1-2-34 16,-1 1-14-16,-1 2 27 0,-1 1-1 0,-4 0 3 16,2 0 6-16,-4-1-117 0,-2 2-50 0,1-1 0 15,-2-1 0-15,-1 2 0 0,0 0 0 0,0-2 0 16,-1-1 0-16,-1-1 0 0,3-2 0 0,-2-11 0 15,0-2 0-15,1 1 0 0,0-2 0 16,0-4 0-16,-2-1 0 0,3-2 0 0,-2-3 0 0,1-9 0 16,-4-1 0-16,3-7 0 0,-3-2 0 0,-1-3 0 15,0 1 0-15,0-6 0 0,-1 1 0 0,-1-3 0 16,1-1 0-16,0-1-59 0,-3-8-465 0,1 6-94 16,-1-6-67-16,0 0-75 0,-7-7-46 0,2-3-18 15,-3-4-411-15,-3-1-844 0</inkml:trace>
  <inkml:trace contextRef="#ctx0" brushRef="#br0" timeOffset="186673.1">32561 4086 276 0,'0'0'244'0,"1"-7"-52"0,-1 7-23 0,2-6-19 0,-2 6-2 16,7-9-15-16,-7 9 5 0,6-10 15 0,-6 10-14 16,5-9-17-16,-4 3 5 0,2 1-15 0,-2-3-9 15,2 0 6-15,-2 0 3 0,-1-1 3 0,2-2 6 16,-2-1-16-16,0-2 46 0,0 2-19 0,0-2 53 16,0-3-43-16,-2 0 7 0,2 0-47 0,0-3 40 15,-1 1-36-15,0-1 17 0,1-1-43 0,-2 2 40 16,4-3-39-16,-2 1 22 0,0-1-42 0,0 1 35 15,1 1-51-15,0-2 27 0,-1 1 3 0,2 2-4 16,-1-5-11-16,1 5-11 0,0-1 1 0,0 1-45 16,-1 0 50-16,1 0-45 0,-1 1 32 0,-1 0-43 15,1-1 37-15,-1 1-40 0,-1 0 48 0,0-2-57 16,-1 2 46-16,-1 0-45 0,1 2 64 0,-1-1-56 16,1 0 47-16,-2 3-50 0,2-1 42 0,-1 4-51 15,1-1 45-15,-1 2-47 0,-1-1 45 0,4 1-49 16,-2 3 51-16,0-2-50 0,-1 3 47 0,1 0-47 15,1-1 48-15,1 7-50 0,-4-12 54 16,4 12-49-16,-1-9 60 0,1 9-45 0,-3-10 52 0,3 10-53 16,0-9 53-16,0 9-51 0,-2-10 47 0,2 10-52 15,0-11 54-15,0 11-46 0,-1-11 0 0,1 11 47 16,-2-11-59-16,2 11 9 0,0-14-2 0,0 8 0 16,0-3 3-16,-1 2 3 0,1-2 7 0,-1 0 13 15,1 0-3-15,0 1 4 0,-2-2-3 0,2 3 2 16,0-3-2-16,0 1-6 0,0 1 47 0,0-2-55 15,0-1 36-15,0 2-41 0,-1-3 48 0,0 3-36 16,-1-1 25-16,1-2-40 0,1 1 34 0,-1 0-37 16,0 0 37-16,-3-1-43 0,1-2 38 0,1 1-42 15,-1-2 39-15,-2 1-39 0,3 0 38 0,-2 0-35 16,0-1 34-16,-2 2-31 0,2-3 34 0,-1 3-33 16,1-1 30-16,-3 1-34 0,2-2 39 0,-2 2-42 15,0 0 36-15,1-1-36 0,-2 1 33 0,-1 0-33 16,0 0 36-16,0 1-37 0,-5-1 30 0,3 0-29 15,-3-1 37-15,-2 3-38 0,2-1 38 0,-1 0-35 16,0 2 37-16,-1-1-39 0,2 4 36 0,0-2-33 16,0 2 37-16,0 0-42 0,0-2 33 15,-1 3-33-15,2 1 38 0,-2-3-38 0,0 2 38 16,1 0-36-16,-1 0 37 0,0-1-33 0,-2 1 33 0,-1-2-25 16,0 2 32-16,-1-2-36 0,-1 0 5 0,-2-1 0 15,0 1 2-15,-1 2 0 0,0-3 2 0,-2 0 1 16,-2-1 2-16,3 4-4 0,-1-3 1 0,2 2 3 15,-2-1-2-15,2 1-1 0,0 0 0 0,2-1 2 16,-2 2-12-16,0-1 16 0,0 0-16 0,3-1 26 16,-2 1 1-16,-1-2 4 0,3 1-3 0,-3 2 1 15,1-5-3-15,-1 3-6 0,1 0-5 0,-1-1 1 16,-1 1-2-16,0-1-5 0,-3 0-2 0,-1 0 5 16,-2 1-4-16,6 0-1 0,-3 2 34 0,4 0-34 15,-2-1 33-15,3 1-40 0,-4 0 33 0,3-1-36 16,-2 1 39-16,-1 0-39 0,2 0 36 0,0 0-35 15,-1 0 35-15,1 0-34 0,2-1 42 0,-2 1-34 16,1-1 31-16,0 1-39 0,1-1 31 0,1-1-33 16,-1 1 37-16,1-1-37 0,0 1 32 0,0 0-37 15,1-1 34-15,-2-1-34 0,0 2 35 16,1 0-36-16,0-1 32 0,-2 0-32 0,0-1 33 16,1 0-40-16,-1 0 48 0,0 1-40 0,-1 0 35 0,4-1-38 15,-3 0 36-15,0 0-32 0,0 1 40 0,2-3-37 16,-1 4 41-16,1-3-40 0,0 2 43 0,2-2-40 15,-1 1 34-15,0 2-41 0,1-2 40 0,3 2-43 16,-1-1 38-16,2 1-41 0,-2 0 40 0,4 0-38 16,-3 1 35-16,3 0-36 0,-2 0 36 15,2 0-39-15,0 1 42 0,0-1-39 0,-1 1 38 0,3 2-38 16,-1-2 42-16,0 1-45 0,0 1 43 0,-2-2-41 16,1 0 40-16,0 2-36 0,-2-3 35 0,1 1-37 15,-3-1 3-15,2-1 6 0,-3 1 5 0,3 0-3 16,-2 0 3-16,-2 1 0 0,4-1 0 15,-2-2 0-15,0 2 3 0,1 1-1 0,-1-1-3 16,3 1 0-16,-1-1-3 0,0 1 9 0,2 0 1 0,0 0-2 16,1 2-2-16,2-1 2 0,1 0 1 0,-1 1-2 15,0-1 2-15,0 2-2 0,1 0-4 16,0-2 2-16,-3 3 1 0,3-4 2 0,-1 5 2 16,-3-3 0-16,3 2-6 0,-3-1 4 0,-1 2 0 15,1 0-2-15,-2 0-1 0,-3 0 2 0,-1 0 1 16,1 2-1-16,-2-1 3 0,-1 2 1 0,3-1 0 0,-3 2-3 15,2-1 1-15,-1-1-2 0,2 2-1 0,-1 0 3 16,1-1-1-16,-1 3 3 0,1-3-3 0,0 3 0 16,-3 0 2-16,1 2 1 0,1 1 5 0,0-1-1 15,-1 2 2-15,1 1-5 0,1 0 3 16,-2 3-2-16,1 0 0 0,0 2 1 0,-1 2-1 16,2 0-2-16,0 1 2 0,1 0 2 0,1 0 1 15,-1 2-3-15,6-2 1 0,0-2 0 0,0 3 0 16,2-1 2-16,0 1 1 0,1-2 0 0,-1 1-2 15,4-1 1-15,0-1-19 0,0 0 21 0,1-2-16 16,-1 2 18-16,1-1-20 0,0 0 21 0,-1 1-17 16,3 0 17-16,-2 1-18 0,0-1 20 0,-2 1-22 15,3-1 17-15,-1 1-18 0,0 1 23 0,2 1-22 16,-1-1 20-16,-1 0-21 0,2 1 19 0,-1-2-15 0,2 1 14 16,-3 0-3-16,4 0-13 0,-2-1 16 15,0 0 0-15,1-1-20 0,1-1 21 0,-2-3-1 16,0 2-5-16,2-4 2 0,-2 4 0 0,0-2-2 15,1-1-16-15,0 1 19 0,0 3-17 0,-2-1 21 16,0-1-21-16,1 2 17 0,-1 1-16 0,0-1 19 0,0 0-18 16,-1 0 20-16,2 2-17 0,-2-1 17 0,1 0-19 15,-1 1 18-15,0-1-13 0,1 1 18 16,-2 0-20-16,1-2 0 0,-1 2 8 0,0 2 2 16,-1-1 23-16,1 1 4 0,-2-1 0 0,0 1-5 15,1-1-3-15,-2 0 11 0,3 0-16 0,-4-1 22 16,3 1-17-16,-1-1 14 0,0 1-20 0,-2 0 29 15,0 0-18-15,0 0 19 0,-1 1-8 0,1-1 18 16,-2 0-14-16,0-1 15 0,-1 0-22 0,2 0 26 16,-2 1-7-16,-1-2 11 0,-1 1 8 0,-2 3-3 15,-2-2 5-15,4-4 3 0,0 2-12 0,0 0-1 16,-2-3-8-16,2 2-41 0,-2-1 48 0,2-1-49 16,-1 4-18-16,-2-5 0 0,4 3 0 0,-3 1 0 0,2-1 0 15,-3 0 0-15,3 1 0 0,-4 1 0 16,4-2 0-16,-3 0 0 0,5 1 0 0,-5-1 0 15,4 1 0-15,-2-1 0 0,1 0 0 0,1 0 0 16,0-2 0-16,-2 0 0 0,4-1 0 0,0 1 0 16,1-5 0-16,-1 4 0 0,2-4 0 0,-3 1 0 15,3 1 0-15,0-2 0 0,-1 0 0 0,1 1 0 16,0-2 0-16,-1 1 0 0,0-2 0 0,1 1 0 16,-3 0 0-16,2-2 0 0,1 1 0 0,-4 0 0 15,4-2 0-15,0 1 0 0,-1-2 0 0,1 0 0 16,0 1 0-16,-2 0 0 0,1-2 0 0,1 0 0 15,-2 0 0-15,1-1 0 0,1 1 0 0,0 0 0 16,-1 0 0-16,1-1 0 0,9-2 0 0,-13 4 0 16,13-4 0-16,-14 3 0 0,14-3 0 0,-9 4 0 15,9-4 0-15,-9 3 0 0,9-3 0 0,0 0 0 16,-11 3 0-16,11-3 0 0,0 0 0 0,0 0 0 16,-7 5 0-16,7-5 0 0,0 0 0 0,0 0 0 15,8 4 0-15,-8-4 0 0,0 0 0 0,14 3 0 0,-14-3 0 16,13 0 0-16,-13 0 0 0,16-1 0 15,-16 1 0-15,21-3 0 0,-7 1 0 0,0-3 0 16,0 1 0-16,3-3 0 0,2 0 0 0,-1-1 0 16,2-2 0-16,-2 3 0 0,1-5 0 0,1 1 0 15,1 1 0-15,0-3 0 0,2-2 0 0,0 3 0 16,-4-1 0-16,-1 2 0 0,1 0 0 0,-2 0 0 16,-1-2 0-16,0 1 0 0,1-1 0 0,-1-1 0 15,0 2 0-15,0-3 0 0,0-1 0 0,0 2 0 16,2-5 0-16,-2 1 0 0,3-3 0 0,-1 0 0 15,0-1 0-15,1 0 0 0,2-5 0 16,-5 4 0-16,2-1 0 0,0 1 0 0,4-5 0 0,-4 6 0 16,-3-1 0-16,3 0 0 0,-3 2 0 0,1 0 0 15,-2 0 0-15,-3 2 0 0,3 2 0 0,-3-1 0 16,1-1 0-16,0 2 0 0,-2-2 0 0,3 1 0 16,-2-2 0-16,1 3 0 0,-1-2 0 0,-2-2 0 15,3 0 0-15,-1-2 0 0,0 1 0 0,1-3 0 16,0 0 0-16,-1-1 0 0,-1-1 0 0,2 0 0 15,-2 1 0-15,3-3 0 0,-3 1 0 0,3-1 0 16,-3 1 0-16,1-1 0 0,0 1 0 0,-1 3 0 16,-2 2 0-16,1 1 0 0,0 1 0 0,-2 0 0 15,1-2 0-15,2 3 0 0,-1-3 0 0,-1 3 0 16,0 0 0-16,2-2 0 0,0 2 0 0,0-5 0 16,4 3 0-16,-5 3 0 0,4-2 0 0,-3 2 0 15,3-4 0-15,0 2 0 0,1-2 0 0,-1 1 0 16,-1 1 0-16,0 1 0 0,-1 0 0 0,0 1 0 15,1 0 0-15,-3-2 0 0,2 1 0 0,-2 1 0 16,1-2 0-16,-1 2 0 0,0 0 0 0,0 0 0 0,0 0 0 16,-2 1 0-16,2 0 0 0,-3 4 0 0,2-4 0 15,1 1 0-15,3 1 0 0,-2 0 0 0,0-1 0 16,7 1 0-16,-2 1 0 0,4-1 0 0,0-2 0 16,3 2 0-16,1 0 0 0,1 0 0 0,3 1 0 15,-2 0 0-15,1 0 0 0,3 2 0 0,-3 0 0 0,1 1 0 16,-1 0 0-16,-3 4 0 0,-3 0 0 15,-1-1 0-15,-1 2 0 0,-2 1 0 0,-1 1 0 16,0 0 0-16,-4 2 0 0,1-1 0 0,0 2 0 0,-2 1 0 16,1 0 0-16,2 2 0 0,0 0 0 15,-1 1 0-15,2 2 0 0,2-1 0 0,-3 2 0 0,4 0 0 16,-3 1 0-16,2 0 0 0,-2 0 0 0,4 0 0 16,-1 4 0-16,1-2 0 0,-2 0 0 0,1 0 0 15,1 1 0-15,-1-1 0 0,2 3 0 0,-3-3 0 16,2 3 0-16,1-1 0 0,-3 1 0 0,3 0 0 15,-1 1 0-15,2 0 0 0,1-1 0 0,2 3 0 16,0-1 0-16,2-1 0 0,-1 1 0 0,3 0 0 16,-4-3 0-16,4 2 0 0,1-2 0 0,-1 2 0 15,1-2 0-15,0-1 0 0,0 2 0 0,-1-4 0 16,3 1 0-16,-3 0 0 0,-2 0 0 0,3-1 0 16,2 2 0-16,-2 1 0 0,0-4 0 0,1 3 0 15,1-1 0-15,-2 0 0 0,2 1 0 0,-3-1 0 0,3 1 0 16,-2 0 0-16,0 0 0 0,-1 0 0 0,-2 0 0 15,-2-2 0-15,0 0 0 0,0 1 0 16,0-1 0-16,0 2 0 0,0-3 0 0,-3 0 0 0,1 2 0 16,0-2 0-16,-2 2 0 0,1-1 0 0,-1 0 0 15,1 1 0-15,-1-1 0 0,0 0 0 0,1 0 0 0,-2 1 0 16,2 1 0-16,1-3 0 0,-2 1 0 16,-1 0 0-16,3 0 0 0,-5 0 0 0,2-1 0 15,0-1 0-15,-3 1 0 0,3-1 0 0,-2 1 0 0,0-2 0 16,0 2 0-16,1-2 0 0,-2 1 0 15,2 1 0-15,-2 0 0 0,2-2 0 0,-2 0 0 0,1 2 0 16,-2-1 0-16,5 1 0 0,-3-2 0 0,2 2 0 16,-1 0 0-16,1 1 0 0,0 1 0 0,0-2 0 15,3 1 0-15,-1 1 0 0,-1 0 0 0,2 1 0 16,0-1 0-16,-3 1 0 0,3-1 0 0,-3 0 0 16,1 0 0-16,-1-2 0 0,-3 1 0 0,0-1 0 15,-1 0 0-15,2 0 0 0,-2 0 0 0,-1-1 0 16,1 1 0-16,-3-1 0 0,3 1 0 0,-4 0 0 15,1-2 0-15,1 0 0 0,0 2 0 0,1 0 0 0,-2 0 0 16,-1 1 0-16,3 2 0 0,-1-1 0 0,-1 2 0 16,3-1 0-16,0 4 0 0,0-1 0 15,-1-1 0-15,4 3 0 0,-3-2 0 0,0 0 0 0,-1-3 0 16,-1 2 0-16,0-1 0 0,-2-2 0 0,3 2 0 16,-3-3 0-16,-1 0 0 0,1 1 0 0,-3-4 0 15,0 2 0-15,0-2 0 0,0 2 0 0,-3-3 0 16,3 1 0-16,-7-4 0 0,9 7 0 0,-9-7 0 15,7 5 0-15,-7-5 0 0,8 6 0 0,-8-6 0 16,6 4 0-16,-6-4 0 0,0 0 0 0,8 6 0 16,-8-6 0-16,0 0 0 0,5 3 0 0,-5-3 0 0,0 0 0 15,0 0 0-15,8 5-92 0,-8-5-279 0,0 0-149 16,-4 7-156-16,4-7-235 0,-8 5-864 16,8-5-1470-16</inkml:trace>
  <inkml:trace contextRef="#ctx0" brushRef="#br0" timeOffset="187924.15">28682 4660 46 0,'-12'1'456'0,"-2"-1"-132"15,14 0-74-15,-20 0-51 0,20 0-29 0,-23 2-9 16,23-2-4-16,-17 1-8 0,17-1-12 0,-18 0-13 16,18 0-16-16,-11 0-17 0,11 0-16 0,-13 2-2 15,13-2 2-15,0 0-1 0,-13 1 11 0,13-1 5 16,0 0 12-16,0 0 14 0,0 0 14 0,-14 0 2 15,14 0 4-15,0 0-4 0,0 0-6 0,0 0-1 16,0 0-7-16,0 0-12 0,5-6-11 0,-5 6 3 16,0 0-14-16,0 0-10 0,10-4-7 0,-10 4 1 15,0 0-3-15,0 0 0 0,0 0 4 0,8-4-1 16,-8 4-3-16,0 0 7 0,0 0-11 0,0 0 19 16,0 0-20-16,7-2 34 0,-7 2-39 0,0 0 33 15,0 0-40-15,0 0 51 0,0 0-46 0,0 0 53 16,0 0-45-16,0 0 50 0,0 0-50 0,0 0 43 15,0 0-53-15,0 0 42 0,0 0-56 0,0 0 34 16,0 0-53-16,0 0 38 0,0 0-56 0,0 0 40 16,0 0-41-16,2-6 32 0,-2 6-49 0,0 0 35 15,0 0-63-15,0 0 23 0,0 0-77 0,0 0 16 16,0 0-66-16,0 0-34 0,0 0-89 0,0 0-108 16,8-4-81-16,-8 4-73 0,5-7-107 0,-5 7-470 15,6-6-728-15</inkml:trace>
  <inkml:trace contextRef="#ctx0" brushRef="#br0" timeOffset="188173.49">28523 4571 113 0,'0'0'767'0,"0"0"-204"0,-9 3-141 0,9-3-72 16,0 0-95-16,0 0-62 0,0 0-20 0,0 0-49 15,0 0-10-15,9-1-33 0,-9 1-8 0,17-5-34 16,-7 3 13-16,2-3-32 0,4 3 16 0,0 0-55 16,3-4-18-16,5 0-67 0,0-1-20 0,6-1-44 15,2 0-24-15,1-1-24 0,8-3-11 0,5 0-5 16,1-1-2-16,13-4 33 0,3-1 40 0,6-2 1 16,4 0-49-16,3-6-135 0,5 1 198 0</inkml:trace>
  <inkml:trace contextRef="#ctx0" brushRef="#br0" timeOffset="188407.1">32696 3338 235 0,'8'6'580'0,"-2"-2"-139"0,-1 1-108 0,0-1-75 16,-5-4-51-16,8 6-17 0,-8-6-59 0,6 6-9 16,-6-6-13-16,7 4-5 0,-7-4-23 0,0 0-15 15,6 7-15-15,-6-7-44 0,0 0-48 0,1 8-107 16,-1-8-145-16,-7 7-479 0,-4-6-288 0</inkml:trace>
  <inkml:trace contextRef="#ctx0" brushRef="#br0" timeOffset="189041">28754 6161 861 0,'2'10'873'0,"-2"-10"-168"15,1 7-157-15,-1-7-114 0,0 0-90 0,1 8-70 16,-1-8-57-16,0 0-49 0,-1 7-38 0,1-7-25 16,0 0-22-16,0 0-16 0,-1 8-14 0,1-8-17 15,0 0-19-15,0 0-50 0,0 0-83 0,2 8-100 16,-2-8-116-16,0 0-99 0,0 0-147 0,0 0-424 16,0 0-604-16</inkml:trace>
  <inkml:trace contextRef="#ctx0" brushRef="#br0" timeOffset="189511.88">33226 5024 1375 0,'0'0'1041'0,"0"0"-254"0,-12 4-178 0,12-4-251 0,0 0-238 0,-9 0-167 16,9 0-166-16,-7 4-49 0,7-4-32 0,-10 8-71 15,0-3-96-15,-2-2-375 0,-3 2-375 0</inkml:trace>
  <inkml:trace contextRef="#ctx0" brushRef="#br0" timeOffset="191373.18">29819 4135 480 0,'-10'-3'423'0,"2"0"-102"15,8 3-55-15,-15-2-60 0,15 2-2 0,-10-3-36 16,10 3 13-16,-9-3-13 0,9 3 20 16,0 0 1-16,0 0 9 0,0 0 5 0,0 0-5 15,0 0 5-15,0 0-16 0,0 0-4 0,6 3-20 0,4-1-10 16,6-4-22-16,3-1-17 0,6 0-28 0,9-2 18 15,7-4-24-15,5-3 4 0,3 2-10 0,13-8 19 16,0 2-25-16,5-4 28 0,1-1-30 0,3-1 5 16,6 0 7-16,2-3-1 0,5 1 1 15,19-5-3-15,1 1-3 0,-17 5 5 0,0 0 17 16,0 0-23-16,1-1 10 0,-2 1-34 0,-2 2 7 16,-2 0-11-16,-5 1-7 0,-4 1-13 0,-7 1-4 0,-6 1-4 15,-11 4-3-15,-8 2-2 0,-9 1-3 0,-7 4-12 16,-1-2-14-16,-4 2-13 0,-4 1-22 0,-4 1-30 15,-2-3-36-15,-4 3-29 0,-6 4 2 0,0-10-78 16,0 10-26-16,-15-6-75 0,2 3-42 0,-7 1-32 0,-1 2-28 16,-7 0-19-16,-4 2-47 0,-5 2-378 15,0-1-424-15</inkml:trace>
  <inkml:trace contextRef="#ctx0" brushRef="#br0" timeOffset="192222.78">29842 4059 285 0,'-64'14'550'0,"0"-3"-125"15,12-3-86-15,5 2-66 0,2-3-12 0,10-2-34 16,9 1-1-16,0-2 20 0,9-1 19 0,2-3-22 16,5-3-21-16,6-4-22 0,7-3-25 0,8-8-19 15,16-8-38-15,13-6-9 0,9-4-24 0,10-2 12 0,6 0 4 16,20-10-10-16,3 4 25 0,5-5-4 16,2 3 28-16,-1-2-22 0,2 2 27 0,1-2-48 15,-1 1 39-15,1 0-25 0,2 2-18 0,-4 1-4 16,1 1-7-16,-2 5-5 0,-16 8-28 0,-2 1 11 15,-1 6-23-15,-3-1 16 0,-1 5-24 0,-6 5 8 16,-12 2-7-16,-6 2-12 0,-4 3-16 0,-10 1-38 16,-7 0-32-16,-6 5-22 0,-1-2 1 0,-19 3 3 15,18 2 5-15,-18-2 20 0,3 5-25 0,-12 0 15 16,-5 0-7-16,-12 1 18 0,-7 2 4 0,-14 0 12 16,-6-1 4-16,-4-1 13 0,-15 0 4 0,-1-2 2 15,-1-1 4-15,-2-1 4 0,-3-4 2 0,-2 2-7 16,-3-1 17-16,-5-2-1 0,-1 2 5 0,0-1-15 15,-6 0 19-15,2 2-10 0,-1-2 22 0,3 2-13 16,-1 0 16-16,2 0-11 0,5 2 9 0,-1 0-15 16,6 1 14-16,4 1-17 0,14-1 17 0,5 0-21 15,5 1 19-15,12-2-20 0,4-1 27 0,10 2-9 0,4-3 34 16,2 0-22-16,8-2 23 0,3 0-35 16,7-4 19-16,3-5-35 0,12 0 27 0,8-9-36 15,15-2 32-15,12-6-34 0,8 1 8 0,9-3 9 0,7 0-13 16,12 3 26-16,20-9-26 0,6 4 3 15,3 0-14-15,0 1 22 0,-1 1-21 0,-1 1 23 16,-1 1 2-16,-20 8-4 0,-5-3 1 0,-3 4 2 16,-8 1-4-16,-5 1 0 0,-18 5-2 0,-4 1 8 15,-7 0 12-15,-8 3 8 0,-7 2 1 0,-2 0 10 16,-4 0-8-16,-4 1 0 0,-3 1-9 0,-4-2-5 16,-7 6-7-16,1-9-6 0,-9 4 0 0,-7 2-1 15,-9-2 8-15,-12 2-14 0,-4 2 2 0,-13 1 7 16,-7 1-5-16,-16 2 2 0,-9 2-2 0,-7 1-1 15,-6 0 1-15,-3 1 1 0,-2 0-17 0,-22 0 34 16,-2 1-21-16,-1 0 26 0,3-2 4 0,19-1-19 16,1-2 20-16,6 0-18 0,5-3 9 0,7 0-21 15,11-2 21-15,16 1-25 0,5-1 26 0,6-2-26 16,13 1 22-16,3-2-25 0,9 0 13 0,5-4-10 16,3-2-45-16,9-3 33 0,4 0-24 0,6-4 27 15,8-6-29-15,12-6 32 0,7-2-37 0,13-6 34 16,8-1-32-16,8 1 33 0,4-4-32 0,17-5 10 15,1-3 0-15,5 0 1 0,5 0-15 0,1-2 45 16,2 0-43-16,0 0 34 0,-1 2-46 0,-1 0 54 16,-3 1-46-16,-22 14 50 0,-3 0-40 0,-6 6 56 0,-9 3-41 15,-13 7 46-15,-2 1-49 0,-10 5 55 0,-9 3-54 16,-6 3 44-16,-9 7-45 0,-2-8 48 0,-10 8-49 16,-13 0 46-16,-13 6-51 0,-13 4 29 0,-12 4-85 15,-5 5-17-15,-1 1-54 0,-2 6 12 0,-1 2-54 16,1 4 4-16,0 1-48 0,1 4-18 0,2 1-33 15,4 1-34-15,2 2-8 0,6 0-75 0,8 5-355 16,2-2-289-16</inkml:trace>
  <inkml:trace contextRef="#ctx0" brushRef="#br0" timeOffset="192757">29777 5206 1046 0,'0'0'691'0,"4"8"-175"0,-4-8-257 0,0 0-217 0,-3 5-150 16,3-5-126-16,0 0-104 0,0 0-249 0,0 0-99 15</inkml:trace>
  <inkml:trace contextRef="#ctx0" brushRef="#br0" timeOffset="193106.95">32345 4981 835 0,'6'7'922'0,"-6"-7"-171"0,6 4-172 0,-6-4-136 15,0 0-84-15,0 0-87 0,4 6-60 0,-4-6-55 16,0 0-31-16,3 6-27 0,-3-6-20 0,0 0-49 15,0 0-74-15,-3 6-96 0,3-6-124 0,-6 5-115 16,6-5-110-16,-12 8-621 0,12-8-727 0</inkml:trace>
  <inkml:trace contextRef="#ctx0" brushRef="#br0" timeOffset="193341.04">30463 5465 1405 0,'-19'8'730'0,"-1"0"-169"16,3-3-127-16,6 3-111 0,0-4-113 0,1 1-88 15,2-2-27-15,5 2-20 0,3-5-14 0,-2 6-13 16,2-6-19-16,4 3-102 0,-4-3-103 0,10 3-87 0,-10-3-152 15,18 0-575-15,-9-3-585 0</inkml:trace>
  <inkml:trace contextRef="#ctx0" brushRef="#br0" timeOffset="193591.46">32296 5235 1526 0,'0'0'1251'0,"0"0"-241"0,0 0-222 0,0 0-251 16,0 0-246-16,0 0-201 0,0 0-116 0,0 0-50 15,2 6-41-15,-2-6-72 0,0 0-70 0,0 0-61 16,0 0-49-16,0 0-53 0,0 0-112 0,0 0-460 15,-15-5-592-15</inkml:trace>
  <inkml:trace contextRef="#ctx0" brushRef="#br0" timeOffset="197323.91">29877 5577 756 0,'0'0'578'0,"-8"-5"-161"16,8 5-60-16,-8-4-97 0,8 4-44 0,-5-3-63 16,5 3-5-16,0 0-19 0,-7-4 29 0,7 4-17 15,0 0 13-15,0 0 18 0,0 0 14 0,-6 7-20 16,6-7-6-16,4 11-9 0,0-2-28 0,0 0-5 16,2 3-25-16,-1-3 1 0,2 2 3 0,1 2 36 15,2-2-25-15,-1 0 43 0,0-2-54 0,2 2-8 16,-1-3 52-16,3 2-53 0,1-2 40 0,0-1-50 15,3-1 44-15,0 0-52 0,2-1 34 0,5-1-44 16,-2-2 49-16,1-1-52 0,0 0 26 16,0 0-51-16,-3-2 27 0,2 0-43 0,-1-1 32 0,3-2-38 15,-1-1 35-15,0 0-19 0,-2 0 43 0,0-4-22 16,-1 3 34-16,1-2-47 0,-1-3 37 0,-1 4-50 16,0-5 37-16,-1 2-45 0,3 0 37 0,-3-2-47 15,2 2 40-15,2-2-46 0,0-2 33 0,-1 5-42 16,2-2 38-16,1 0-43 0,3 0 42 0,-5 4-33 15,1-1 47-15,3 2-30 0,3-1 55 0,-3 0-34 16,2 2 62-16,-1 1-33 0,2 2 60 0,-1-2-45 0,3 3 37 16,-2 1-37-16,1 1 35 0,0 1-45 15,5 2 28-15,-2 0-49 0,0 2-43 0,-1 1 0 16,1 1 0-16,-3 2 0 0,-3-1 0 0,-2 2 0 16,-3-2 0-16,-2 0 0 0,-3 0 0 0,-2-1 0 0,-2-2 0 15,-1 1 0-15,-1 0 0 0,-3-2 0 16,1-2 0-16,0 0 0 0,-9-3 0 0,11 8 0 15,-11-8 0-15,9 3 0 0,-9-3 0 0,10 3 0 16,-10-3 0-16,0 0 0 0,9-6 0 0,-5 0 0 0,0-2 0 16,0 0 0-16,1-3 0 0,2-6 0 0,2 0 0 15,3-2 0-15,3-1 0 0,1-2 0 0,2 2 0 16,1-1 0-16,0 0 0 0,1 1 0 0,3 1 0 16,-3 0 0-16,3 1 0 0,-2 3 0 0,1-2 0 15,0 1 0-15,-1 2 0 0,-4 2 0 0,2 0 0 16,-3 1 0-16,0 0 0 0,2 0 0 0,-4 2 0 15,0-3 0-15,-1 4 0 0,-3-1 0 0,3-1 0 16,-3 1 0-16,-1-1 0 0,1-1 0 0,-3-1 0 0,-2 2 0 16,0-4 0-16,-2 2 0 0,-1-2 0 0,-2 2 0 15,-1-1 0-15,0 0 0 0,-2 1 0 0,-1-1 0 16,0 2 0-16,0 2 0 0,-4-3 0 0,1 3-361 16,-2 0-26-16,-1 1-30 0,-3 0 6 0,2 1-27 15,-3 3-43-15,1-1-39 0,-4 2 0 0,3 1-16 16,-2 2-44-16,0 0-69 0,-3 3-259 0,0 0-474 15</inkml:trace>
  <inkml:trace contextRef="#ctx0" brushRef="#br0" timeOffset="197790.04">31261 6197 1134 0,'-11'-12'947'0,"1"0"-218"0,-1 2-140 0,2-1-120 15,-4 0-96-15,4 1-83 0,3 2-64 0,-1 1-44 16,-2 2-14-16,9 5 17 0,-10-4 28 0,10 4 21 15,-13 7 49-15,5 2-24 0,0 4 47 0,0 4-83 16,-1 2 39-16,4 3-73 0,3 4 11 0,2 1-79 16,1 0 15-16,3 6-62 0,3 0-28 0,5 3-15 0,1-1 22 15,1-3-54-15,2-2-17 0,0-5-7 0,-1-1-13 16,2-4 5-16,-2-5 5 0,0 0-1 0,1-3 0 16,-1-4-1-16,0-1-14 0,-1-3 45 0,-2-3-37 15,2-1 44-15,-3-2-42 0,5-2 49 0,-5-3-42 16,1 0 46-16,0-4-36 0,-4 1 40 0,-1-1-28 15,-2 1 49-15,-3-1-36 0,1-1 40 0,-3 2-53 16,-5-2 40-16,1-1-47 0,-3 1 41 0,-2 1-48 16,-1 0 37-16,-1 3-60 0,-1 0 27 0,0 3-100 15,1 1-25-15,-2 2-67 0,1 1-54 0,1 2-64 0,0 0-70 16,2 4-101-16,1-2-86 0,4 1-73 16,-1 1-777-16,5-5-1042 0</inkml:trace>
  <inkml:trace contextRef="#ctx0" brushRef="#br0" timeOffset="198342.48">31588 6164 76 0,'0'0'691'0,"0"0"-154"16,0 0-100-16,0 0-69 0,14-1-39 0,-14 1-5 15,13-6-11-15,-6 2-8 0,0 0-7 0,1-1-14 16,0-1-14-16,-1 0-41 0,-1 1-61 0,3-3-8 16,-4 0-43-16,3 0 4 0,-2 0-36 0,-2-1 27 15,0-1-49-15,-1-1 47 0,-2 3 12 0,-1-3-14 16,-3 0-13-16,-1 0-24 0,-1 2-16 0,-2-2-12 15,-3 2-6-15,-1-1-8 0,1 3-1 0,-3-1 10 0,2 2-12 16,-1 3-7-16,-1-1-49 0,2 2 51 16,0 0-53-16,0 2 53 0,1 2-55 0,-1 0 54 15,3 2-47-15,3 2 48 0,-1 2-54 0,5 2 7 16,1 2-3-16,3 0 8 0,3 2 46 0,2 3-62 16,3 2 49-16,2-3-11 0,6 3 2 0,-1-2 2 15,3 2-8-15,0-1 0 0,0 0 0 0,1 1 1 16,-1-1 0-16,-1 1 0 0,-1-2 1 0,-3 3 1 0,-2-4 3 15,-2 1 0-15,-2 0 0 0,-4-2-1 16,0 1 1-16,-4 0 1 0,-2-5 8 0,-1 3 4 0,-4-1 2 16,-2-2 0-16,-3-2 6 0,1 0 5 0,-4-1 8 15,1-4-1-15,-1 0 17 0,-2-3-1 0,2-2-6 16,-4-2-10-16,2-2-6 0,0-2-5 0,0-1-6 16,3-2-8-16,1-1-2 0,2 0-14 0,2-3-16 15,-1 1-9-15,7-3-20 0,0 1-16 0,3-2-83 16,3-1-12-16,1-2-44 0,4-1-42 0,-1 2-68 15,3-2-70-15,0 0-39 0,4-1-74 0,-3 2-101 16,0 1-414-16,1 2-619 0</inkml:trace>
  <inkml:trace contextRef="#ctx0" brushRef="#br0" timeOffset="198589.89">32037 5877 298 0,'0'0'949'0,"0"0"-244"0,-6 7-141 0,6-7-117 0,-5 8-9 0,5 1-20 15,0 1 15-15,0 4-31 0,2 0-41 0,0 4-51 16,1 0-52-16,-1 6-40 0,2-1-53 0,-3 2-35 16,3 3-32-16,1 2-13 0,-5-1-80 0,3-2-29 15,1 3-77-15,-2-2-69 0,-2-3-80 0,0-2-127 16,-1-1-117-16,-2-2-51 0,2-5-147 0,-3 1-447 15,-1-3-752-15</inkml:trace>
  <inkml:trace contextRef="#ctx0" brushRef="#br0" timeOffset="198739.26">31868 6025 861 0,'0'0'764'0,"-3"-9"-180"0,3 9-134 15,-4-9-107-15,4 9-71 0,0 0-77 0,4-7-57 0,-4 7-70 16,7-4-90-16,-7 4-113 0,10-3-121 0,-10 3-189 16,14-2-441-16,-14 2-444 0</inkml:trace>
  <inkml:trace contextRef="#ctx0" brushRef="#br0" timeOffset="198922.93">32334 6336 2143 0,'0'0'1112'0,"-5"-8"-250"15,5 8-276-15,-4-6-242 0,4 6-146 16,0 0-177-16,0 0-97 0,0 0-116 0,-1-9-131 0,1 9-105 16,-6-10-232-16,2 4-464 0,-4-1-738 0</inkml:trace>
  <inkml:trace contextRef="#ctx0" brushRef="#br0" timeOffset="200256.86">29345 7103 482 0,'0'0'671'0,"-4"-6"-189"0,4 6-80 0,0 0-104 16,0 0-56-16,0 0-38 0,0 0 39 0,7 9 3 15,-1-4 8-15,-1 3-16 0,5 2-30 0,-1 0-23 16,2 3-32-16,1 0-24 0,0 3-2 0,3-3 3 16,-1 3-8-16,3 0 2 0,-1 2 5 0,2-4-14 15,-2 2 6-15,1-4 3 0,0 1-11 0,2 1 31 0,-3-3-22 16,3-1 39-16,1 3-22 0,-2-4 37 16,3 2-46-16,0-2 17 0,-1 1-37 0,1 1 11 15,2 0-43-15,4 0 11 0,-4 1-36 0,5 0 15 0,-2-2-38 16,1 2 19-16,-6-3-35 0,7 1 22 15,-6-2-29-15,1 1-4 0,3-4 24 0,-1 0-30 0,-2 1 29 16,3-3-33-16,-1-1 23 0,2-2-27 16,-4 0 28-16,5-3-30 0,4-3 27 0,0-1-28 0,1-2 25 15,3-6-30-15,1-1 31 0,-1 0-4 0,2-2 0 16,-2-1 1-16,1 1-1 0,0-1-6 16,-1 0 5-16,0 0 4 0,1 0 9 0,-3 2 31 0,1 0 15 15,-2 1 23-15,-5 3-4 0,0-1 10 0,0 1-12 16,2 1-16-16,-2-2-15 0,-1 2-1 15,1 2-11-15,2-3 5 0,-2 4 15 0,0-1-1 0,1 3-59 16,-3 0 0-16,2 2 0 0,-3 2 0 0,3 0 0 16,-1 3 0-16,0 0 0 0,3 0 0 0,-2 3 0 15,0-1 0-15,4 3 0 0,-2-1 0 0,2 4 0 16,-2-1 0-16,0 0 0 0,-4-1 0 0,1 0 0 16,-2 1 0-16,0-1 0 0,0 1 0 0,1 0 0 15,-1-3 0-15,-2 2 0 0,4-2 0 0,-4 0 0 0,3 1 0 16,0-3 0-16,1-1 0 0,1-1 0 15,-1 0 0-15,3-1 0 0,-1-1 0 0,-1 2 0 16,2-2 0-16,-1-1 0 0,0 1 0 0,2 0 0 16,0-2 0-16,2 1 0 0,0 0 0 0,0-3 0 0,-6 1 0 15,0 1 0-15,4-2 0 0,-2-2 0 0,-1-1 0 16,0-2 0-16,-1 0 0 0,1-3 0 0,4-4 0 16,-1-1 0-16,0-1 0 0,-1-3 0 0,1-2 0 15,0 0 0-15,-1 1 0 0,-2-3 0 0,3 4 0 16,-3-1 0-16,0 0 0 0,-2 1 0 0,1 1 0 15,-3 4 0-15,0 1 0 0,-1 1 0 0,0 2 0 0,0 0 0 16,-4 3 0-16,-1 1 0 0,2 0 0 0,-4 1 0 16,2 0 0-16,-3 2 0 0,1-1 0 15,0 1 0-15,-2 0 0 0,4-2 0 0,0 0 0 0,1-1 0 16,2 1 0-16,-2-1 0 0,3-2 0 0,3-1 0 16,0 0 0-16,1-2 0 0,5-1 0 0,-1 1 0 15,0-1 0-15,2-3 0 0,-6 2 0 0,-1 3 0 16,1-4 0-16,-3 1 0 0,-3 1 0 0,1-1 0 15,-1-2 0-15,-3-2 0 0,1 1 0 0,-3-1 0 16,0-1 0-16,-1 0 0 0,0-2 0 0,-3-1 0 16,0 0 0-16,1-1 0 0,-3-3 0 0,-2 1 0 15,2-3 0-15,-1-3 0 0,1-5 0 0,-3 0 0 16,1-2 0-16,-2 0 0 0,-3 4 0 0,1-1 0 0,-3-1 0 16,0 3 0-16,-3-1 0 0,2 1 0 0,-2 3 0 15,-2 2 0-15,0 7 0 0,1 0 0 0,1 3 0 16,-1 4 0-16,0 0 0 0,-1 2 0 0,-3 1 0 15,2-2 0-15,-3 5 0 0,-4-3 0 0,-1 1 0 16,-5 4 0-16,-2-2 0 0,-2 3-74 0,0-2-362 16,-5 2-87-16,-1 0-153 0,3 1-134 0,1 1-110 15,-5-3-588-15,7 3-1135 0</inkml:trace>
  <inkml:trace contextRef="#ctx0" brushRef="#br0" timeOffset="200407.24">33258 5435 775 0,'-1'7'989'0,"1"-7"-275"0,-1 12-114 0,1-12-173 16,0 10-37-16,0-10-129 0,-2 7-7 0,2-7-100 15,0 7 16-15,0-7-77 0,0 0 20 0,0 8-82 16,0-8-21-16,-2 8-213 0,2-8-188 0,-10 9-174 16,3-1-639-16,-4-2-813 0</inkml:trace>
  <inkml:trace contextRef="#ctx0" brushRef="#br0" timeOffset="201505.52">31557 7904 494 0,'4'-20'769'16,"-4"-1"-199"-16,-1 1-105 0,-2-1-91 0,-4 0-44 15,0 1-11-15,-3 2-14 0,0-1-32 0,-4 3-13 16,0-1-39-16,-2 5-13 0,-2-1-56 0,-1 5-8 16,0 2-47-16,0 3 5 0,-3 4-24 0,1 3 60 15,-5 8-65-15,3 1 34 0,-1 6-17 0,-1 6-9 16,5 1-4-16,2 6-11 0,5-5-13 0,3 1-9 16,2 0-5-16,4-2-2 0,2-2-11 0,2 0 1 0,2-1-7 15,2-1-54-15,0-4 54 0,1-3-46 16,2 0 51-16,1-3-50 0,3-1 54 0,-1-4-5 15,0-4-10-15,2-1-1 0,-12-2-8 0,24-2 0 16,-11-4-6-16,1-3-3 0,-1-4-8 0,1-2 5 16,-3-2-3-16,3-4 3 0,-1-3 2 0,-1-2 0 0,-1 1 3 15,-1-3-39-15,-3 6 50 0,-1 1-28 16,2 2 79-16,-5 3-39 0,1 1 43 0,0 3-60 0,1 1 41 16,-3 2-55-16,0 2 47 0,-2 7-48 0,0 0 45 15,0 0-8-15,10 10-1 0,-7 0 2 0,-2 8-1 16,2 2-6-16,1 4 1 0,-2 4-8 0,3 3-1 15,-1 1 1-15,4-1-3 0,-3 2-3 0,1-3-43 16,2 1 35-16,-2-3-73 0,3 0 6 0,0-8-116 0,-1-1-78 16,0-1-77-16,2-4-86 0,-1-3-45 15,1-2-81-15,0-4-82 0,-1-4-423 0,-9-1-673 0</inkml:trace>
  <inkml:trace contextRef="#ctx0" brushRef="#br0" timeOffset="201993.48">31766 7810 529 0,'0'-22'652'0,"0"5"-115"0,-2 2-77 0,1 2-90 0,0 0-73 16,0 2-49-16,-1 2-50 0,2 2-8 0,-2-1 31 16,2 8-8-16,-4-4-30 0,4 4-31 0,0 0-28 15,-9 4-29-15,9-4-7 0,-5 11-27 0,2-4-6 16,1 4-18-16,-1-3 3 0,3 4-18 0,-1-2 21 16,0 2-34-16,1 0 7 0,0-2-11 0,1 1 6 15,0 0-7-15,0-1 5 0,3-1-11 0,1 0 9 0,3 0-9 16,0 0 10-16,1 0-11 0,3 0 7 0,1-1-8 15,0 1 8-15,1-1-11 0,2 3 17 16,1-3-17-16,1 3 14 0,-1 1-10 0,1-2 35 0,-2 0-14 16,1 1 8-16,-1 2-22 0,-4-5 15 0,0 3-14 15,-1-2 14-15,-2 2-15 0,-3-1 5 0,-2-1-11 16,-1-1 12-16,-3 2-14 0,-3-2 19 0,-2 1-15 16,-4-2 6-16,-4 2-11 0,-1-2 11 0,-5-1-12 15,-2 1 12-15,-1-2-12 0,-3-2 10 0,0-1-24 16,3-2-31-16,-2 0-16 0,-2-2-53 0,3-2-49 15,5 0-49-15,0-2-66 0,4-1 8 0,2-3-14 16,5 0 33-16,1-3 0 0,4-4 19 0,2 2 26 0,4-2 21 16,1-3 30-16,3 1 30 0,2-1 33 15,1 1 49-15,-1 0 42 0,1 0 62 0,-2 2 48 0,3 0 60 16,-1 1-12-16,-2-1 29 0,0 3 55 0,-1 2 10 16,-1-1 13-16,0 1 1 0,-2 3 15 15,0-1-28-15,-1 1-29 0,2 1-50 0,-1-1-36 0,4-2-26 16,0 0-23-16,1 0-15 0,3 1-23 0,1-1-24 15,2-1-32-15,0 1-48 0,0 1-52 0,0-3-51 16,0 2-57-16,1 0-74 0,-2-1 3 0,0-2-56 0,-2 0-52 16,-2 0-110-16,1 0-295 0,-2 0-331 0</inkml:trace>
  <inkml:trace contextRef="#ctx0" brushRef="#br0" timeOffset="202223.38">32452 7542 606 0,'4'18'908'0,"-2"0"-116"0,0 1-82 0,-1 5-148 16,-1 5-23-16,-1 7-85 0,-1 2-63 0,1 6-66 16,-2 2-32-16,2 1-70 0,-3 1-24 0,3-1-54 15,-4 0-26-15,1-3-30 0,0 2-38 0,0-3-46 16,-1 0-37-16,0-7-57 0,1-1-81 0,-1-5-85 0,0-4-130 15,3-4-137-15,-5-1-81 0,5-5-195 16,-2-5-315-16,1-1-730 0</inkml:trace>
  <inkml:trace contextRef="#ctx0" brushRef="#br0" timeOffset="202356.99">32330 7936 1050 0,'-2'-12'682'16,"-1"1"-143"-16,2 2-135 0,0 2-85 15,1 7-68-15,1-12-47 0,-1 12-44 0,6-7-63 16,-6 7-145-16,9-4-166 0,-9 4-188 0,13-2-551 0,-13 2-535 16</inkml:trace>
  <inkml:trace contextRef="#ctx0" brushRef="#br0" timeOffset="202522.82">32738 8272 1420 0,'-4'6'1244'0,"2"-1"-257"0,2-5-203 0,-7 8-190 0,7-8-149 16,-7 5-129-16,7-5-94 0,0 0-64 15,-7 7-101-15,7-7-88 0,0 0-210 0,0 0-231 16,-7-3-164-16,3-1-901 0,0-3-1172 0</inkml:trace>
  <inkml:trace contextRef="#ctx0" brushRef="#br0" timeOffset="203539.43">26629 5214 265 0,'0'0'211'0,"-10"-5"-48"0,10 5-27 16,-9-3 4-16,9 3-3 0,-9-3 3 0,9 3 14 15,-9-5 3-15,9 5-17 0,-6-6-20 16,6 6-9-16,-8-8 7 0,8 8-9 0,-4-11 32 15,2 4 4-15,-2 1-7 0,4 6 7 0,-6-12 10 0,6 12-13 16,-4-8-31-16,4 8-18 0,-4-9-17 16,4 9-18-16,-3-7-12 0,3 7-13 0,0 0-2 0,0 0 13 15,0 0 12-15,0 0 9 0,0 0 4 16,2 15 6-16,2-7 7 0,1 4 4 0,2 3 12 0,2 5 10 16,3 5 9-16,2 4-3 0,0 4 11 15,4 6-11-15,-3 4 16 0,5 8-13 0,1 5 9 0,-2 2 14 16,0 0-29-16,0 1 45 0,-1-2-68 0,1 1 9 15,1-1-6-15,-1 1 6 0,0-1-1 0,-1-3 24 16,1-1-65-16,-5-8 35 0,3-4-54 16,-3 0 39-16,2-3-61 0,-3-4 32 0,-1-5-67 15,-1-4 22-15,-2-4-73 0,1-3-16 0,-2-4-15 16,-2 0-31-16,2-7-104 0,-8-7-147 0,10 3-115 0,-10-3-118 16,9-10-127-16,-9 1-299 0,1-3-661 0</inkml:trace>
  <inkml:trace contextRef="#ctx0" brushRef="#br0" timeOffset="206357.97">26818 5142 355 0,'-7'-2'282'15,"-3"-2"-63"-15,-1 2-54 0,2-1-16 0,-3 1-37 16,1 0-4-16,1 1-14 0,-1-2-17 0,0 3-14 0,11 0-12 15,-21-1-9-15,21 1-8 0,-18 2-1 0,6 0-7 16,3 1 12-16,2-1 14 0,-3 3 0 0,2-1-3 16,1-1-5-16,0 1-8 0,-1 0-2 15,4 2 20-15,-1-3 7 0,1 2-16 0,0 1 12 16,2 1-8-16,-1-3 10 0,3-4-27 0,-2 13 31 16,2-13 5-16,0 11 18 0,1-4-21 0,-1-7 10 15,2 10-26-15,-2-10 29 0,6 11-17 0,-6-11 34 16,6 7-13-16,-6-7 7 0,9 7 10 0,-9-7-12 15,15 4-14-15,-15-4 20 0,20 1-4 0,-8-2-11 16,1 1 22-16,5-4-20 0,-1-2-5 0,2 2 2 16,1-2 18-16,3-1-21 0,0-1-8 0,3-3-11 15,2-1-10-15,0-1-8 0,0-1-6 0,0 2 0 16,0-3-5-16,-2 1 0 0,1-1-4 0,0-1-5 16,1 2-2-16,-1-3 41 0,3-2 12 0,-6 3-7 15,3 0-2-15,-5 0-2 0,1-1-7 0,1 0-10 16,-1 1-7-16,-1-3-3 0,6-3-6 0,-2 0 16 15,-1-2 22-15,2 0 1 0,-1 2-33 0,-2 0 22 16,-2 2-32-16,-1-1 13 0,1 1-27 0,-1 0 20 16,0 1-26-16,-1 0 24 0,1 3-26 0,-2-2 2 15,-2 2 24-15,2 2-26 0,-3 0 37 0,0-1-28 0,3 2 30 16,-3-1-38-16,1 0 42 0,3-2-30 16,0 2 37-16,-1 0-2 0,1-2-6 0,-1 0 14 15,0-1 14-15,1 1-16 0,-2-1-10 0,0-1-7 16,1 2-7-16,2-2-7 0,-3-1 12 0,1 0 1 15,-1 2-6-15,0-3-6 0,1 1-4 0,-3 0-2 16,2-1-3-16,0-1 11 0,-1 0 15 0,-2 0-26 16,3 1 1-16,-4-2-3 0,3 1-1 15,-1-2 10-15,-2 3 5 0,0-4-5 0,2 3-3 0,-2 0 6 16,1-1-5-16,-1-1-3 0,0 0-4 0,2 1 0 16,0-3 9-16,0 2-4 0,1 0-4 0,-1-2 7 15,2 2 8-15,-2-2-19 0,5-2 19 0,-5 2-12 16,2 3 13-16,-1-2-20 0,0 1 21 0,-1 0-20 15,-1 1 15-15,3 0-24 0,-5 2 20 0,4-1-21 16,-4 4 18-16,-1-2-14 0,0 1 17 0,-1 1-19 16,2-2 16-16,-3 0-20 0,4 0 19 0,-5 1-17 15,2 0 18-15,0-2-19 0,-1 1 20 0,-2 1-10 16,2-3 14-16,-1 0-21 0,-1 0 19 0,1 1-18 16,1-2 12-16,-2 2-9 0,1-1-3 0,-1 0 2 15,1 0 2-15,-1-1-3 0,0 0 12 0,1 2-20 16,0-3 16-16,0 2-19 0,2-3 18 0,-1-1-19 15,1 2 17-15,-1 1-11 0,1-1 17 0,-2 3-20 16,1-1 16-16,1 2-15 0,-2-3 14 0,3 3-15 16,-3 0 20-16,0 0-13 0,3-1 23 0,-2-1-20 15,0 1 13-15,0 1-2 0,1 2 8 0,-2-2-23 16,1-1 21-16,0 2-24 0,-2-1 18 0,2 0-20 16,-1 0 17-16,0 2-19 0,-1-1 18 0,2-1-16 15,-3 2 18-15,2-1-19 0,-2 0 19 0,2 0-22 16,-2-1 21-16,1 0-19 0,-3-1 18 0,5 2-21 15,-3 0 18-15,-1-1-16 0,2 1 20 0,-1-1-25 16,0 0 17-16,-1-1-2 0,2 1-3 0,0-2 1 16,-1-2 1-16,2-2 0 0,0 2 27 0,1-2-39 15,-1-1 33-15,-1 0-39 0,1-1 38 0,1 1-49 16,-1-1 14-16,-1 1-24 0,3-3 34 0,-3 2-36 16,1-1 41-16,0 1-39 0,0 1 40 0,-2-1-46 0,1 4-14 15,0 0 5-15,-1 2 12 0,-1-1 7 0,0 1 9 16,-1 2 3-16,1 2 1 0,-2 2 3 0,1-2 2 15,-1 3 2-15,1-1 2 0,-1 0-9 0,1 3 1 16,0-1 29-16,-1-1-70 0,3 1 40 0,-1 1-33 16,-1-1 42-16,3 1-29 0,-2-1 35 0,1 2-32 15,0-1 43-15,-2 1-42 0,3 2 32 0,-2-2-31 16,-2 3 29-16,4 0-30 0,-2-1 27 0,1 1-28 16,0 0 25-16,0 1-35 0,-1 0 26 0,6-2-24 15,-2 2 35-15,1-2-26 0,3 2 37 0,-1 0-29 0,1 0 36 16,3 1-32-16,-1 0 29 0,1 0-23 0,2 0 27 15,0 2-30-15,1 1 34 0,1-1-29 0,0 2 28 16,-2 1-28-16,1-1 28 0,2 2-34 0,-3 2 29 16,4-1-28-16,-2 3 31 0,1-1-28 0,2 2 40 15,1 2-40-15,-2 0 34 0,-1 0-31 0,6 4 33 16,-2 0-36-16,1-1 31 0,-1 0-29 0,0 2 39 16,1 1-42-16,-2-2 7 0,2 2 7 0,1-1 1 15,-2 1 0-15,2 0 4 0,-4-1-1 0,4 1 0 16,-6 0 1-16,4-1 1 0,-2 1 1 0,-4-1 30 15,0 0-36-15,1 0 34 0,-3-2-37 0,1 2 33 16,-1-1-36-16,0 1 33 0,1 0-32 0,-1-1 26 16,-1 1-28-16,1-2 29 0,-2 2-27 0,3 0 31 0,-2-1-27 15,2 0 23-15,0 1-28 0,1-2 29 16,3 5-29-16,-2 0 27 0,1-2-31 0,2 1 33 0,1 1-27 16,-1-1 30-16,0 0-31 0,-1 1 27 0,1 0-35 15,1-2 35-15,-2 0-31 0,-4-1 35 0,1 0-35 16,-2-2 31-16,3 3-34 0,-2-3 34 0,-1 1-31 15,0-1 31-15,0 0-31 0,-1 1 32 0,3-1-39 16,-4 0 31-16,3 1-21 0,-1-1 28 0,0-1-29 0,0 3 29 16,0-3-30-16,0 1 32 0,1 1-34 15,0-2 3-15,2 2 5 0,-1-2 1 0,-1 1 1 16,2 1 5-16,-1-2-2 0,-1 0-3 0,-1 1 12 0,1-1-10 16,-1 0 2-16,0 0 3 0,1 0 3 0,-4-1 2 15,2 1 0-15,-1 0-1 0,2 2-2 0,-1-3 1 16,0 3 8-16,1-3 5 0,0 3 1 0,0-1-2 15,0-1 29-15,-1 1-37 0,3-1 26 0,-4 0-33 16,3 1 30-16,-2-3-41 0,2 1 35 0,-5-1-34 16,4 0 29-16,-4 1-32 0,3-2 33 0,-2 1-35 15,1 0 36-15,1 0-38 0,-3 1 35 0,3-2-34 16,-3 0 34-16,5 3-34 0,-2-3 35 0,2 2-36 16,0 0 36-16,0 1-31 0,3-2 48 0,-1-1-43 15,0 3 38-15,2-2-44 0,2 1 36 0,4-1-37 0,0 1 36 16,0 0-38-16,1 1 40 0,2-2-37 15,0 2 36-15,0 0-1 0,-1-2-3 0,1 0-4 0,-2 2-14 16,-5-3 8-16,0 0-3 0,-2 0 2 0,1 0-2 16,-2 0 0-16,1-1-3 0,0 1 0 0,-1-1-2 15,0 2 5-15,-1-1-2 0,2-3 31 0,0 2-1 16,-1 0-8-16,1 0-5 0,1-2-1 0,-1 2-4 16,-1-1-1-16,1-1 10 0,1 1-4 0,1-1-3 15,-2 3-3-15,2-3 0 0,0 1-1 0,0-1-5 16,-1 2 0-16,-1-1 0 0,2-1-2 0,-2 3-2 15,2-4-2-15,-2 3 2 0,2-1-3 0,-1-1-1 16,1 2 1-16,0-1-5 0,0-1 7 0,0 1-1 16,-1-1 4-16,1 2-2 0,0-5 22 0,-2 4 0 15,-2-2 0-15,0 0 1 0,-1-1-8 0,1-1-2 16,-1 0-2-16,-1 1 5 0,2-2-4 0,0 1 4 0,-1-1 2 16,1-1-1-16,-2 2 5 0,1-2-7 0,-1-1-3 15,0 2-2-15,-2-1-6 0,-1 1-1 0,2-1-2 16,-1 1-2-16,0-1-6 0,0 1 0 0,1-1-3 15,-11 2 3-15,-7 0 1 0,0 0-1 0,0 0 1 16,0 0-1-16,0 0 1 0,0 0-22 0,0 9 34 16,0-9-8-16,0 0 3 0,0 0-2 0,0 0-1 0,0 8 4 15,0-8-6-15,0 0 1 0,0 0 0 16,0 0 0-16,0 0 2 0,0 0-4 0,0 8-10 0,0-8 11 16,0 0 0-16,0 0-6 0,0 0 2 0,0 0-1 15,0 0-1-15,0 0 0 0,0 0-9 0,0 0-13 16,0 0-28-16,0 0-58 0,0 0-74 0,0 6-45 15,0-6-24-15,0 0-63 0,0 0-107 0,0 8-158 16,0-8-60-16,0 0-81 0,0 11-503 0,0-11-834 16</inkml:trace>
  <inkml:trace contextRef="#ctx0" brushRef="#br0" timeOffset="207972.89">28491 9554 16 0,'-18'-3'900'0,"-1"2"-234"16,0-2-147-16,2 3-112 0,2 0-97 0,0 0-64 0,1 0-53 15,2 0-18-15,3 3 4 0,9-3 4 16,-12 6-2-16,8-1 14 0,4-5-36 0,0 11 1 0,4-3-36 15,2 0 7-15,4 3-29 0,4-1 0 16,3 3-1-16,2-1 4 0,5 0-8 0,3 1 6 0,6 4 0 16,3-3-3-16,-1 0 3 0,3 0 5 0,-2-1 0 15,1 0 21-15,1-1 3 0,2 0-8 16,-1-4-2-16,1 3 2 0,-4-5 1 0,8 0 2 16,-4-2 4-16,9 0-8 0,-2-2-12 0,3-1-5 0,1-1-13 15,1-1-21-15,3-1-12 0,0-4-13 0,0 1-6 16,4-1-5-16,10-3-4 0,-1-1-9 0,1-1 34 15,-3 0-50-15,3-2 35 0,0 1-46 0,-2-2 40 16,-2 0-43-16,-3 0 44 0,1 1-30 0,-11 1 56 16,1 1-44-16,-1-1 48 0,7-4-55 0,-8 2 47 15,8-3-50-15,0 0 50 0,0-2-58 0,1 0 47 16,0-1-58-16,1-1 47 0,0 1-19 0,3 0-18 16,-4 1 0-16,1 1 0 0,-1 1 0 0,-11 2 0 15,0 4 0-15,-2-1 0 0,2 2 0 0,-3 1 0 16,-3 0 0-16,1 2 0 0,-9 2 0 0,3 2 0 15,-3 0 0-15,2 0 0 0,-5 1 0 0,0 2 0 16,-1 0 0-16,5 2 0 0,-2 1 0 0,3 0 0 0,-3-1 0 16,1 2 0-16,-5-2 0 0,-1 0 0 15,1 1 0-15,-1 0 0 0,-1-1 0 0,1 1 0 0,-2-3 0 16,1 0 0-16,0-2 0 0,-1 1 0 16,-2-2 0-16,0-3 0 0,7-1 0 0,-4-4 0 0,2 1 0 15,4-6 0-15,1-2 0 0,0-2 0 0,2-3 0 16,2-3 0-16,7-2 0 0,1-2 0 0,0-2 0 15,2 3 0-15,-1 0 0 0,0 1 0 0,-7 3 0 16,-2 3 0-16,2 0 0 0,0 1 0 0,-1 0 0 0,-2 2 0 16,-1-1 0-16,0 1 0 0,0 0 0 0,0-1 0 15,-2 3 0-15,1-2 0 0,2-1 0 0,0 1 0 16,3 0 0-16,-2 0 0 0,4-2 0 16,-2 2 0-16,11-4 0 0,-2 1 0 0,1-2 0 0,5 3 0 15,1-2 0-15,0 3 0 0,3-4 0 0,5 2 0 16,-2 3 0-16,-60-1 0 0,-3 3 0 0,0 1 0 15,0 2 0-15,0-2 0 0,0 3 0 0,0-3 0 16,0 1 0-16,0 1 0 0,0-3 0 0,0 2 0 16,0-3 0-16,0 0 0 0,0-3 0 0,0 1 0 15,0-3 0-15,0 0 0 0,0-4 0 0,0 1 0 16,0-3 0-16,0-3 0 0,0 1 0 0,0-4 0 16,0 2 0-16,0-2 0 0,0 0 0 0,0-1 0 0,0 2 0 15,0 3 0-15,0-1-236 0,0 1-108 0,0 3-98 16,0-4-20-16,0-3-41 0,0 4-33 0,0 1-56 15,0 6-52-15,0-1-68 0,0 8-457 0,0 4-781 16</inkml:trace>
  <inkml:trace contextRef="#ctx0" brushRef="#br0" timeOffset="208639.55">31056 10353 770 0,'-2'6'730'0,"2"-6"-154"0,-3 7-126 0,3-7-98 16,0 0-52-16,0 0-20 0,0 0-9 0,4-9-12 15,-4 9 8-15,3-10-15 0,-3 10 20 0,0-13-40 0,0 4 0 16,-2 0 33-16,-1-1-71 0,-1 0 15 15,-3-2-39-15,1 2 24 0,-1-1-53 0,-4 1-8 16,-1 1 8-16,0 0 7 0,-4 0 3 0,0 5 10 16,-4 0 0-16,0 2-6 0,-3 2-45 0,-4 2 47 15,2 4-52-15,-7 2 33 0,2 4-61 0,-2 5 39 16,2 2-94-16,7 0-22 0,2 1 0 0,6 2 0 16,1 0 0-16,6-1 0 0,3 1 0 0,4-4 0 15,3 0 0-15,2-2 0 0,5 1 0 0,3-4 0 0,3 0 0 16,4-4-15-16,2-1-7 0,4-5 24 0,1-3-67 15,2-2 37-15,3-5-33 0,-1-2 35 0,2-3 1 16,3-4 5-16,-3-2 3 0,-2 0 3 0,-7 1 10 16,0 2 5-16,-7 1 4 0,0 0 14 0,-4 5 36 15,-1-1 16-15,1 1 3 0,-3 2-4 0,-3 0-70 16,4 2 0-16,-10 5 0 0,9-2 0 0,-9 2 0 16,4 10 0-16,-4 4 0 0,-1 4 0 0,-2 5 0 15,-1 3 0-15,-1 7 0 0,0 0 0 0,0 2 0 16,1 0 0-16,0-2 0 0,-1 2 0 0,3-3 0 15,0 0 0-15,0-7 0 0,1 2 0 0,-1-4 0 16,2-5 0-16,0 0-90 0,-1-4-194 0,0-2-94 16,1 1-66-16,0-2-75 0,0-3-78 0,0-8-56 15,2 7-72-15,-2-7-705 0,9-1-1040 0</inkml:trace>
  <inkml:trace contextRef="#ctx0" brushRef="#br0" timeOffset="209055.61">31626 10013 941 0,'0'-17'857'0,"-4"2"-153"0,-1 2-124 0,-2-1-106 0,-2 3-64 15,0-1-34-15,-1 3-28 0,-1 0-16 0,-3 3-12 16,0 3-34-16,0 0-17 0,-4 6-9 0,2 0-5 16,-6 8-14-16,-4 2-11 0,1 5-9 0,-3 4-26 15,2 3-37-15,2 1-26 0,1 1-30 16,2 0-19-16,7-2-12 0,0 0-11 0,5-2-16 0,2-1-5 15,0-3-21-15,3-2-37 0,1 0-14 0,1-1-23 16,2-3-16-16,3-1 2 0,3 2 1 16,-1-4-8-16,4 0 33 0,2-5-40 0,1-1 36 0,0 0-39 15,2-4 41-15,-1-1-38 0,3-4 50 0,2-2-32 16,1-3 48-16,-1-3-32 0,3-2 46 0,0-3-33 16,-3-1 41-16,0-2-33 0,1 2 44 0,-7 1-33 15,1 3 53-15,-3 3-22 0,-1-1 45 0,-1 4-40 16,-2 1 35-16,0 0-43 0,1 1 43 0,-7 7-40 15,7-4 50-15,-7 4-21 0,6 9 56 0,-5 1-31 16,1 6 47-16,-2 3-45 0,0 5-4 0,0 4-1 0,0 1-7 16,0 4-9-16,0 1-5 0,0-1-12 0,0-1-46 15,2 1 48-15,0-5-50 0,-1-2 36 0,1-1-55 16,-1-1 11-16,1-5-85 0,-2-2-53 0,0-1-127 16,2-2-158-16,0-3-153 0,1-3-158 0,1 0-237 15,-4-8-460-15,15 0-1073 0</inkml:trace>
  <inkml:trace contextRef="#ctx0" brushRef="#br0" timeOffset="209222.98">31945 10344 1557 0,'0'0'1149'0,"0"0"-225"0,-11 5-162 0,11-5-165 0,-6 5-120 15,6-5-19-15,0 0-94 0,0 0-40 0,0 0-107 16,0 0-3-16,0 0-107 0,-3 6-80 0,3-6-128 15,0 0-148-15,0 0-187 0,0 0-220 0,0 0-119 16,11-3-796-16,-4-3-1217 0</inkml:trace>
  <inkml:trace contextRef="#ctx0" brushRef="#br0" timeOffset="-210841.07">26403 5034 130 0,'3'-14'340'0,"-1"0"-77"0,1-1-43 0,-1 0-34 16,-2-2 0-16,0 0-3 0,0 0-23 0,0 1 31 15,0-3-37-15,0 3 23 0,0-2-30 0,0 0-25 16,0 0-8-16,0 1 14 0,0 0-8 0,0 1 15 15,0 2-2-15,0 0 21 0,0 1-21 0,0 1-27 16,1 2-21-16,-1 1-19 0,2 2-13 0,-2 0-12 0,0 7-8 16,2-6 3-16,-2 6 16 0,6 8 43 15,-1 4 34-15,1 7 9 0,4 9 21 0,4 11-35 16,0 4 6-16,4 14-25 0,0 3 0 0,0 5-19 16,6 7 15-16,-1 2-4 0,4 3-16 0,1 0-1 15,9 13-7-15,2-4-20 0,-5-15-3 0,10 12-32 16,-7-16 24-16,1 2-31 0,0-3 30 0,2 2-40 15,-3-3 30-15,-2 0-34 0,-2-4 23 0,-4-1-27 16,-1-3 25-16,-5-1-32 0,-2-5 28 0,-5-8-28 16,-3 0 31-16,-3-4-41 0,-3-7-11 0,-1-2-41 0,-2-6-29 15,0-2-39-15,-3-4-79 0,3 0-79 16,-3-2-38-16,3-4-124 0,-3-1-224 0,4-4-320 16,-5-7-611-16</inkml:trace>
  <inkml:trace contextRef="#ctx0" brushRef="#br0" timeOffset="-209574.31">27100 6428 615 0,'0'0'628'0,"0"-11"-159"16,0 11-96-16,1-6-79 0,-1 6-62 0,0 0-26 16,0 0-12-16,6 3 21 0,-6-3 14 0,8 13-35 15,-2-6-22-15,-1 2-13 0,-1 2-5 0,3 2-13 16,-1 1-17-16,2 0-23 0,1 4 18 0,0 1-27 15,0 1-13-15,1 1-20 0,1 3-12 0,-2 0-9 16,1 2-10-16,-1 0 2 0,-1 3-7 0,2-1-1 16,-1 1-8-16,-2 0 0 0,-1 0 4 0,2-2-19 15,-3-3-17-15,1 0-49 0,-1-3-90 0,-1 0-110 16,1-7-132-16,0 1-201 0,0-6-519 0,-5-9-735 16</inkml:trace>
  <inkml:trace contextRef="#ctx0" brushRef="#br0" timeOffset="-208373.87">33739 3709 233 0,'-5'-5'244'0,"5"5"-34"0,-7-6-29 0,7 6-21 0,-5-5-28 16,5 5-28-16,-4-5-20 0,4 5-12 0,0 0-12 16,-5-6-1-16,5 6-6 0,0 0 6 0,0 0 9 15,0 0 0-15,0 0 44 0,0 0 12 0,-6 6 3 0,6-6 5 16,-3 8-20-16,1-2 0 0,1 1-19 16,-1 1 5-16,-2 2 16 0,3 1 13 0,-1 1-40 15,0 0-3-15,0 3-30 0,0 0 5 0,1 3-20 16,1 1-1-16,0-2-17 0,1 4 11 0,-1 0-13 15,4 1 1-15,-2 2-12 0,1-1 11 0,1-2-18 16,1 2-2-16,0-3-68 0,0 0-114 16,1-2-145-16,-1-2-160 0,-1-3-259 0,1-3-255 0</inkml:trace>
  <inkml:trace contextRef="#ctx0" brushRef="#br0" timeOffset="-207825.26">33373 3660 120 0,'0'-9'376'0,"-1"2"-68"0,0 1-61 0,1 6-40 16,-3-12-49-16,3 12-29 0,-1-9-28 0,1 9-14 16,-1-5-16-16,1 5-7 0,0 0 9 15,0 0 51-15,5 5-9 0,-3 1-20 0,3 3 42 0,-1 1-5 16,1 5 22-16,2-2-4 0,2 6-21 0,-2 4-1 15,2-1 0-15,0 3-26 0,0 4-8 0,-1-4-27 16,0 4-4-16,-1-1-16 0,1 0 3 16,-2-1-24-16,-1-2 6 0,-1 1-18 0,-1-4 12 15,-1 1-15-15,3 0 8 0,-1-1-20 0,-3-4 5 0,2 0-61 16,0-3-118-16,-1-2-91 0,-2-1-86 0,3-3-145 16,-3-9-277-16,5 8-291 0</inkml:trace>
  <inkml:trace contextRef="#ctx0" brushRef="#br0" timeOffset="-207308.27">33569 3734 160 0,'-3'-13'614'16,"1"5"-151"-16,0-1-98 0,0 3-7 0,1-1-27 16,-1 1-13-16,2 6-24 0,-2-11-10 0,2 11-48 0,-3-11-32 15,3 11-43-15,3-10-18 0,-3 10-41 16,4-9-7-16,-4 9-33 0,6-10 4 0,-6 10-9 15,8-7 8-15,-8 7-20 0,7-6 5 0,-7 6-29 16,9-5 13-16,-9 5-21 0,12-2 9 0,-12 2-21 16,13 1 17-16,-13-1-14 0,16 5 9 0,-8 0-17 15,1 1 23-15,2 1-11 0,-2 0 17 0,0 1-14 16,1 2-5-16,-2-4 0 0,-1 2 2 0,1 1 0 16,-4 0 1-16,1-2-4 0,-1 0 3 15,-1 1-2-15,-2-1 0 0,-2 3 5 0,-1-4-4 0,-1 2 9 16,-4 1-8-16,-2 0 2 0,0-2-2 0,-2 2 3 15,-3-2-2-15,-2 0 4 0,4 0-2 0,0-3 2 16,2 2 3-16,0-2 16 0,1-1 5 0,2 3-2 0,7-6 15 16,-12 4-16-16,12-4 2 0,-9 6-2 15,9-6-9-15,-3 6-1 0,3-6-8 0,8 6 0 16,2-1-3-16,1 1 0 0,4 0-4 0,1 0 6 16,-2 1-12-16,3 0 10 0,3 3-19 0,-4-1 19 15,0 1-21-15,1 1 16 0,-2 2-13 0,-2-1 10 16,0 1-13-16,-2 3 18 0,-3-2-18 0,-2 0 18 15,2 0-12-15,-4 0 10 0,-2 1-8 0,0-3 10 0,-2-1-17 16,-2 4 18-16,0-5-8 0,-2 1 11 16,-4 0-10-16,-2-2 14 0,-3 1-9 0,-7-3 11 15,-6 1-2-15,-7 0-11 0,-3-5 1 0,-2 0 2 16,0 0 1-16,3-1-5 0,5 1-2 0,3-1 0 16,6-1-1-16,1 1-3 0,4-2-18 0,2 1-29 15,14-1-168-15,-13 0-207 0,13 0-179 16,13-1-706-16,6-2-910 0</inkml:trace>
  <inkml:trace contextRef="#ctx0" brushRef="#br0" timeOffset="-130511.7">16101 13272 358 0,'12'-4'524'0,"-12"4"-123"0,6-4-37 15,-6 4-60-15,9-5-8 0,-9 5-54 0,6-4-15 16,-6 4-31-16,0 0-14 0,5-5-21 0,-5 5-13 16,0 0-24-16,6-5-25 0,-6 5-16 0,0 0-16 15,5-4-15-15,-5 4-11 0,0 0-10 0,0 0-7 16,0 0-5-16,7-5-4 0,-7 5-6 0,0 0-5 15,0 0-21-15,0 0-38 0,0 0-58 0,0 0-30 16,4 5-56-16,-4-5-54 0,-4 4-64 0,4-4-71 16,-12 6-400-16,1-5-309 0</inkml:trace>
  <inkml:trace contextRef="#ctx0" brushRef="#br0" timeOffset="-128959.73">12238 13428 175 0,'-11'-3'196'0,"4"-1"-64"0,-1 2-22 15,2-2-24-15,6 4-16 0,-12-5-16 0,12 5-14 16,-13-6-3-16,13 6-1 0,-12-6-14 0,12 6 21 0,-12-7 1 16,7 3 19-16,5 4 6 0,-14-5 0 15,5 0-20-15,1 0-4 0,-2 2-12 0,0 0 1 16,-4 2-7-16,0-3 35 0,-4 2 0 0,0 1-7 16,-2 0-10-16,-2-1 0 0,0 2 0 0,-6-2-7 15,1 2-3-15,-1 0 9 0,1-1 1 0,-1 1 2 16,6 0 13-16,1 0 7 0,-1 0 7 0,4 0 0 15,1 0-4-15,5 0 0 0,-2 0-10 0,14 0-7 16,-16 0-3-16,16 0 22 0,0 0 6 0,0 0 17 0,18 0-16 16,4 1 7-16,7-1-34 0,12 2 5 15,14-2-10-15,5-2-5 0,4 1-8 0,15 1 6 16,-2-3 25-16,2 0 20 0,-1-2 1 0,-1 3-19 0,-3-1 15 16,0 0-9-16,-1 0 34 0,-10 0-8 0,11 0-17 15,-10 1-12-15,10-1 3 0,-10 2-4 0,1-1-10 16,0 1-16-16,0 0 0 0,0 1 12 15,12 0 11-15,-12 0-16 0,12-2-7 0,2 2-7 0,2-1-7 16,1 1-6-16,-1-2-4 0,5 2-9 0,-3 0 4 16,0 0-6-16,1 0 3 0,1 2-9 0,-2-1 6 15,0-1-2-15,-1 2-1 0,-3-2 0 16,-4 0-1-16,-11 0-1 0,-1 0-7 0,-3-2 7 0,-3-1-6 16,-4 2 9-16,-1-4-11 0,-1 2 13 0,-1-1 4 15,0-2 3-15,0 0-6 0,-3 0 3 0,2 0-9 16,-3-1 8-16,1 1 1 0,-1 1-6 0,0-1-5 15,-3-1 9-15,-4 5-13 0,0-3 10 0,-3 1-7 16,1 0 4-16,-2 0-3 0,-1 1 2 0,-4 0-10 16,-2 1 13-16,0-1-6 0,-3 0 7 0,1 1-8 15,-7-1 3-15,3 3-3 0,-3-3 4 0,-1 2-5 16,0-1 4-16,-1 1-2 0,0-1 1 0,-4 1-2 16,1-1 1-16,2 1 0 0,-3 0-7 0,0 1 5 0,1-2 4 15,-1 2-6-15,-1 0 5 0,-1 2-4 16,-11-2 6-16,23 0-6 0,-9 1 7 0,-3 0-7 0,1-1 7 15,0 2-7-15,-1-1 4 0,2 1-2 0,-13-2 4 16,18 1-4-16,-18-1 7 0,17 0-1 16,-17 0 8-16,11 0-6 0,-11 0 5 0,0 0-7 15,10-3 4-15,-10 3-7 0,-6-5 2 0,-2 2-6 0,-6-2 4 16,-2 2 0-16,-10-4 3 0,-6 1-1 16,-4 0 2-16,-7 0-5 0,-6 0 9 0,1 2-8 15,-3 0 8-15,-1-2-4 0,2 3 3 0,-1 1-5 0,0 1 0 16,0 0-2-16,0 0 5 0,-4-1-3 15,-1 2 15-15,0-1-5 0,-4 0 6 0,-3 1-12 16,-12-2 40-16,-2 1-22 0,-1-3-6 0,0 1-2 16,-4 0-3-16,-1-1 0 0,-5 1-2 0,-4-2-3 0,-4 0-4 15,-1 3 4-15,1-2-1 0,3 1 4 0,2-1-7 16,6 0-2-16,3 2 1 0,4 2-3 0,14 0-3 16,2 0 4-16,5 3-4 0,1 0 3 0,3 1-1 15,0-1 0-15,0 2-1 0,3-2-5 0,-1 4 22 16,-1-3-19-16,-2 1 10 0,2 0-10 0,-4 1 9 15,-3-1-11-15,-10 0-2 0,-5 4 3 0,-2-4 11 16,-3 1-12-16,-3 2 13 0,-1-2-14 0,0-2 11 16,5 2-12-16,3 0 15 0,13-3-11 0,7 1 10 15,6 0-16-15,10-1 15 0,7 0-10 0,4-1 9 16,5-1-14-16,2 1 16 0,2-1-10 0,3-1 11 16,3 2-13-16,0-1 12 0,13-1-12 0,-11 2 12 15,11-2-12-15,0 0 14 0,10 3-18 0,1-2 14 16,8 1-12-16,2-2 14 0,9 1-12 0,2 0 12 15,5-1-12-15,2 0 12 0,2-2-12 0,3 0 15 16,3-1-16-16,0 0 2 0,-1 0 20 0,-5-1 6 16,-3-1 29-16,3 2-34 0,-5-2-3 0,0 2 1 15,-3-2-3-15,-1-1-3 0,-4 2 4 0,0 1 11 0,-1-1-1 16,0 1-6-16,0-4-2 0,6 3-5 16,0 0 1-16,3 0-2 0,10-2-2 0,5 2 1 0,3 1 31 15,5 0-4-15,13 1-7 0,10 1-9 16,4 0-6-16,12 1 12 0,7 0-17 0,6 0-4 15,1 0 3-15,25 0-3 0,3-3 0 0,-1 2-3 0,-1 0 6 16,-5-2-6-16,-27 1-1 0,-1-2-1 0,-2 1 6 16,-3-3-3-16,-5 1-3 0,-3-2 4 0,-3-2-7 15,-3 0 0-15,-7 2 5 0,0-2-2 16,-6 2 3-16,-1-2-7 0,-17 5 15 0,-2-1-9 0,-3-1 5 16,-1 3-5-16,-10 1 2 0,-2-1-9 0,-5 1 10 15,-5 1-7-15,1-1 8 0,-8 1-12 0,0-1 10 16,-2 1-8-16,-4 0 8 0,-1 0-11 0,-1 1 12 15,-1-2-4-15,-11 2 2 0,14-1-14 0,-14 1 17 16,0 0-9-16,0 0 8 0,-12-3-5 0,1 3 5 16,-3-1-10-16,-2 2 8 0,0-1-8 0,-1 1 5 15,-2 0-4-15,1 1 2 0,-2 2-6 0,-3 2-13 16,-3-2-26-16,2 2-57 0,-7 3-124 0,-10 0-186 16,-2 1-179-16,-7 0-820 0,-5 0-1019 0</inkml:trace>
  <inkml:trace contextRef="#ctx0" brushRef="#br0" timeOffset="-116612.61">15961 14415 459 0,'0'0'640'0,"0"0"-171"0,0 0-216 0,0 0-140 0,0 0-128 0,0 0-100 0,-4 6-150 15,4-6-219-15,-11 1 30 0</inkml:trace>
  <inkml:trace contextRef="#ctx0" brushRef="#br0" timeOffset="-116413.24">15899 14456 337 0,'0'0'625'0,"0"0"-134"0,0 0-130 15,0 0-59-15,0 0-83 0,9 2-50 0,-9-2-95 0,0 0-87 16,0 0-160-16,0 0-252 0,9 3-193 15,-9-3-130-15</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27:54.472"/>
    </inkml:context>
    <inkml:brush xml:id="br0">
      <inkml:brushProperty name="width" value="0.05292" units="cm"/>
      <inkml:brushProperty name="height" value="0.05292" units="cm"/>
      <inkml:brushProperty name="color" value="#FF0000"/>
    </inkml:brush>
  </inkml:definitions>
  <inkml:trace contextRef="#ctx0" brushRef="#br0">6699 5770 57 0,'0'0'114'0,"6"-7"-24"0,1 3-20 0,-1-1-13 0,3-1-15 15,1 0-14-15,-1 0-6 0,1-1-8 0,3 0-11 16,-4-1-4-16,3 0-18 0,-1 1-26 0,1-3-95 16,-1 3 39-16</inkml:trace>
  <inkml:trace contextRef="#ctx0" brushRef="#br0" timeOffset="2650.47">6939 5398 86 0,'-10'-7'481'0,"0"2"-112"0,1 0-61 0,0-1-57 0,1 0-31 16,0 1 6-16,1 0-21 0,0-1 8 0,2 1-62 15,-1 1-5-15,1-4-51 0,1 4 2 0,0-2-34 16,2 0 3-16,2-1-31 0,0 7 12 0,1-14-31 15,3 6-10-15,1 2 8 0,1-2-4 0,2 1-4 16,0-2-1-16,2 4-4 0,0 1 1 0,0-3-1 16,0 3-1-16,2-1-3 0,-2 4 5 0,3-2-2 15,-3 0 4-15,2 3-3 0,0 0-3 0,0 0 2 16,1 2-2-16,-2 1 2 0,1-2 4 0,-1 2-4 16,-2 1 0-16,3 1 4 0,-2 0 22 0,0 3-25 15,-1 2 17-15,1-1 28 0,-1 2-15 0,-2 3 34 16,-1 3-6-16,3 3 11 0,-4 2 7 0,-1 1-5 15,0 4 0-15,-2 5-26 0,1 1 4 0,-2 0-11 16,-1 3 9-16,0-1 1 0,0 3 31 0,-1-1-15 16,0 0-12-16,-1 3-10 0,0 4-4 0,-2 0-8 15,0 1-1-15,0-1-5 0,0 5-5 0,-2-4-3 0,2 4-3 16,-1 0-3-16,1 0 0 0,-1-3 1 16,0 1-1-16,1 0-1 0,2-1-2 0,-1-3-1 15,3-5 3-15,-1 2 0 0,2-4 4 0,-1 0 23 0,3 0-2 16,0-1-8-16,1-1 1 0,0-1-11 15,2-2 7-15,2 0-9 0,1-3 4 0,0-1-5 16,4-2 0-16,-1 0 0 0,4-1 8 0,-1-2 10 16,3-3-6-16,3 0-3 0,0-1-5 0,0-3-2 0,2 1-1 15,-2-1-7-15,1-2 2 0,-1-1 2 16,-2-2-9-16,-1 2 2 0,0-3-3 0,-3 2 0 16,-1-3 0-16,0 0 1 0,-1 0 0 0,-3 1-4 15,0-1 1-15,0 1 2 0,-2 1 3 0,-1-2 25 0,-4 3 4 16,0 0-1-16,-2 1-7 0,-1 0-4 0,-2 4-4 15,-2-1-3-15,-4 4-3 0,-2 2-11 16,-4 3 11-16,-5 2-7 0,-3 4 7 0,-2 1-5 0,-3-2 18 16,0 3 11-16,-1 1 12 0,-5 8 7 0,6-7-6 15,1 2-13-15,1 0 25 0,0 0-22 0,4 1 33 16,3 1-39-16,0-1 43 0,4 2-57 0,1 0 52 16,4 1-56-16,0 0 42 0,4 0-42 0,0 2 11 15,4-3-3-15,1-1 17 0,1 9-13 0,0 0 15 16,3 2-6-16,-1 0 8 0,0 2 3 0,1 0-9 15,0 2-2-15,0-2 36 0,1-1-45 0,0 2-5 16,3-5 4-16,-3 2-4 0,1-5 4 0,2 1 1 16,1-5-7-16,0 0-3 0,0-2-31 0,2-1 39 15,1-2-30-15,-2-7 32 0,4 1-37 0,-1-2 33 16,1 1-35-16,0-3 32 0,1 2-5 0,1-3-3 16,-1 1 0-16,-1 2-5 0,3-4 2 0,-3 2-5 15,-1 1-1-15,2-1 2 0,-2 0-3 0,1 1 1 16,-4-1-1-16,4 2 1 0,-5-2 0 0,1 0 1 15,-2-2-3-15,1-1 2 0,-3 1-1 0,2-2 4 16,-3 1-27-16,1-2 29 0,-2 3-32 0,0-3 36 16,1-1-30-16,-2 0 34 0,-2 0-33 0,2-2 35 15,-3 2-33-15,0-1 5 0,0 3 5 0,-3-1 3 16,0 2 8-16,0 1 34 0,-3-1-37 0,0 2 30 0,-1-2-34 16,-1 1 30-16,-1 2-24 0,-1 0 22 0,-2 0-33 15,2-2 28-15,-2-3-2 0,2 1-2 0,0-2-8 16,-1 0 1-16,0-2-1 0,1 1-2 0,-1-3 0 15,2-2 1-15,1-1-3 0,-1 1 0 0,3-3-3 16,-1-1-1-16,1-1 0 0,1-1-1 16,-3-1-5-16,2 0-6 0,-1 0-7 0,1-4-7 0,6-2-9 15,-18 5 0-15,18-5 5 0,-22 1-5 0,22-1 5 16,-23-1 4-16,10 1 7 0,1-2 8 0,0 1-3 16,-3-1 1-16,3 1 0 0,-3 0 7 0,3 1-2 15,0-2 3-15,1 1 3 0,1-1-1 0,10 2 1 16,-16-1 8-16,16 1-8 0,-15 0-1 0,15 0-4 15,-11-3 3-15,11 3-1 0,-10-2 0 0,10 2 0 16,0 0 2-16,-12-1-2 0,12 1 0 0,0 0 0 16,0 0-1-16,-12 0-6 0,12 0 7 0,0 0-5 15,0 0 8-15,0 0-8 0,0 0 2 0,-12-2-2 0,12 2 3 16,0 0 2-16,0 0-1 0,0 0 3 16,3 11-1-16,-3-11 0 0,5 8 2 0,-1-3-1 15,1 1 3-15,2 1 0 0,0-1-1 0,-1 1-1 16,3 0 1-16,1-2 1 0,-1 2-2 0,3 0 3 15,-1 0-3-15,-1-1 6 0,1-1-12 0,0-2 0 16,2 1 7-16,0 0-6 0,-2-1 0 0,2 0 3 0,2-2 5 16,-2-1-3-16,4 0-4 0,-2 0 0 0,2-3 7 15,-2-1-6-15,3 1-22 0,-3-2 29 16,2 1-25-16,-3-2 30 0,0 1-30 0,0-3 32 0,-1 2-29 16,-2-2 31-16,2 0-33 0,-3-3 37 0,-1 3-34 15,0-3 31-15,0 1-32 0,-1-2 36 0,-2 1-35 16,-1-2 33-16,2 1-29 0,-5-4 24 0,1 3-29 15,-2 0 29-15,2-1-27 0,-3 0 0 0,-2 3 2 16,1-3 6-16,0-2 15 0,-2 2-19 0,1-1 4 16,-3 1 0-16,1 0 2 0,-1 0 29 0,-2 1-37 15,1 0 31-15,-3-2-35 0,0 4 29 0,0-1-33 16,-2-1 34-16,-2 1-31 0,1-2 17 0,0 4-10 16,0-1 26-16,3 1-7 0,-2 1-26 0,2-1 29 15,1 2-3-15,-1-1 2 0,4 0-4 0,0 2-3 16,0-2-1-16,1-1-1 0,1-1 0 0,-1 1 0 15,2-1 3-15,1-2-5 0,1 0 1 0,-2-1-2 16,4-1 2-16,-2-3 0 0,1 2-1 0,1-3 1 16,1 1-3-16,-2 0 7 0,0-1-4 0,1 1-1 15,-1-3 0-15,0 2 1 0,1 0-1 0,0 0 22 16,-2-1-19-16,0 0-5 0,3 1-19 0,-2-1 24 16,-1 0-25-16,3-1 31 0,-1 2-32 0,-2 0 37 15,4-5-28-15,0 3 24 0,0-1-26 0,-2 2 26 16,2-2-27-16,1 5 31 0,-1-2-29 0,0 2 26 0,0 1-6 15,1 0 3-15,-3 0 1 0,2 4-2 16,0-3-3-16,-1 2 1 0,-1 1 2 0,-2-1-7 16,3 1 0-16,-3 0 0 0,0 1 1 0,-2-3 2 0,1 4 12 15,-1-5-9-15,-2 1-8 0,-3-1 1 0,1 1 0 16,1-1 4-16,-3-3-6 0,-1 2 5 0,-1-3 3 16,0 1-6-16,1-1 1 0,-4-1 0 0,3-4-1 15,-2 1 3-15,0-2 0 0,1 1-2 0,4 2 4 16,-2 1 3-16,2-1-6 0,2 0-2 0,0 2 3 15,1-1-24-15,2 3 32 0,-1-1-22 0,1 1 21 16,2 0-22-16,-2 0 22 0,4 0-22 0,-2 1 21 16,2 0 6-16,-1 1-5 0,2 0-9 0,-2-2 1 15,3 1-2-15,0 1-1 0,0-2 1 0,0 2 2 16,-2-2 2-16,6 0-4 0,-4-1-5 0,2 0 49 16,-2 1-53-16,1-2 47 0,0-1-53 0,-1 0 49 15,2 4-42-15,-3-2 45 0,-1 3-62 0,1-1 53 16,0 2-52-16,-1 0 50 0,1 2-46 0,-2-3 48 15,2 4-50-15,-2-1 49 0,0 1-50 0,-1 0 52 16,3 1-51-16,-2-2 55 0,3 3-52 0,-2-3 44 16,-1 1-51-16,2-3 15 0,2 1-4 0,-1-1 5 0,1 0 2 15,3 1 5-15,-2-2-1 0,2-1 2 0,1-2 1 16,1 1 4-16,-1 0-24 0,1 0 32 0,2 0-23 16,-3 1 26-16,0 1-24 0,-2 2 18 0,2 0 0 15,0 1-2-15,-2 0 0 0,-1 0-2 0,3 1 5 16,-3-1-6-16,1 3 1 0,-1-2-1 0,-2 2-2 15,2 0-1-15,-2-1 4 0,1 3 1 0,-1-2-1 16,-1 3 0-16,1-4-3 0,-2 3 1 0,-1 2-1 16,1-5 2-16,0 4-2 0,-1-1 4 0,-1 2-4 15,0-4 1-15,0 4-2 0,-1-2 0 0,-1-2 48 16,-1 1-55-16,-2-2 46 0,1 3-58 0,-1-4 54 16,-3-1-53-16,-2 2 46 0,2-3-47 0,-2-1 51 15,-1 1-50-15,-1-3 50 0,2 2-56 0,-3-2 51 16,4 0-50-16,-1 0 53 0,0 0-51 0,2 2 51 15,3-1-50-15,-2 2 51 0,4-2-52 0,-1 2 50 16,3-3-49-16,-2 4 7 0,3 0 0 0,1-1 10 16,2-2-2-16,1 1 0 0,-2 1 1 0,3 1 2 15,1-4 3-15,-1 3 2 0,1 0 4 0,-2 2-3 16,3-2-1-16,0 2-1 0,-2 2-17 0,0-3 22 16,0 2-15-16,2 1 20 0,-5 1-6 0,3-1-2 15,-1 1 0-15,-1-1 2 0,-2 2-6 0,2-1 6 0,-1-1-4 16,-2 3-2-16,0 0 1 0,0-2 1 15,0 1 0-15,0 0-2 0,-1 0 1 0,-3 1 0 16,1-3 2-16,0 1 41 0,-1 0-54 0,-1-1 53 16,-3-2-60-16,0 2 50 0,1-2-40 0,-2-1 43 15,-4-2-59-15,0 0 47 0,-1 1-49 0,0-3 57 0,-1 3-14 16,1-3-2-16,-3 3-1 0,3-1-3 16,0 1-2-16,1 1-2 0,4 2 0 0,-1 1 4 0,1-2-5 15,3 1-6-15,-1-3 2 0,5 2-1 0,-1-1 1 16,1 0 0-16,2-2-48 0,2-1 57 0,1-1-41 15,-1-2 46-15,3-1-47 0,0-4 49 0,1 4-47 16,-1-5 8-16,1 2 7 0,-1 0 4 0,-1 0 4 16,0 0-4-16,-3 1 1 0,-1 2 0 0,0-1 45 15,-2-2-53-15,-1 1 51 0,-2 0-55 0,0 1 51 16,-3 1-8-16,2 0-4 0,-2-1-1 0,0 2-8 0,0-1-1 16,-3-1-2-16,2 1 2 0,-1-1-5 15,1 0 0-15,-1-3 0 0,0 3-3 0,-1-4 2 16,4 3 1-16,-1 1-1 0,1-1 0 0,-1 1 0 15,3-1-2-15,-2 1 0 0,3 0-2 0,-1 3 6 16,3 1-6-16,-2-1 4 0,1 2-2 0,2-1-43 16,1 0 54-16,0-1-51 0,3 4 55 0,-2-4-47 15,4 2 51-15,-1 1-51 0,2 1 51 0,1-3-50 16,-1 3 9-16,-1-1 5 0,2 4 6 0,-1-2 48 0,-1 4-55 16,0-2 51-16,-1 3-53 0,-1 0 49 15,-1 0-50-15,2 2 53 0,-3 1-53 0,-1 5 50 16,3-13-54-16,-3 13 49 0,-8-10-51 0,-1 8 49 0,-4-3-48 15,-5 3 48-15,-2 2-42 0,-7 2-2 16,0 1 7-16,-3 1 3 0,-5 1-1 0,6 4 42 16,-4-2-70-16,2 0 12 0,8 1-85 0,-1-2-76 15,1 2-107-15,1 0-115 0,4-1-108 0,3 2-188 0,3-3-438 16,2-2-763-16</inkml:trace>
  <inkml:trace contextRef="#ctx0" brushRef="#br0" timeOffset="5332.78">7021 10971 139 0,'0'0'380'0,"0"0"-107"0,9-4-59 0,-9 4-46 0,5-5-37 0,-5 5-27 0,9-8-11 16,-9 8 12-16,8-5-6 0,-8 5-4 0,6-10 3 16,-6 10-2-16,6-10 11 0,-3 3 1 0,1 1 8 15,-2 0-51-15,-1-3 12 0,1 1-30 0,-4-2 14 16,1 1-38-16,-1-1 36 0,-3-1-10 0,0-3 25 16,-3 0-25-16,-4-1 20 0,1 1-16 0,-2-1-3 15,-4-1-8-15,1-2-27 0,-3-1 50 0,-3 3-24 16,3-2-4-16,-3 0 1 0,-1 2 16 0,1 0-20 15,-2 0 7-15,2 0 6 0,-1 1 1 0,1 0-15 16,2 3 4-16,2 0-9 0,0 0-14 0,-1 1 1 16,2 0-3-16,0 0-4 0,1 2 2 0,-3-1-6 15,5 3 1-15,-3 1-2 0,2-1-5 0,-3 1 5 16,0 1 0-16,0 1-1 0,-2 1-4 0,-3 2 1 16,1 1 3-16,-5 2-3 0,-1 0 1 0,-5 4-1 15,-2 0 2-15,1 1 2 0,-8 2 2 0,2 1 2 16,2 0 36-16,-3 1 7 0,9-3-4 0,-1 3-8 0,1-3-4 15,3 0 5-15,3 0-10 0,3-1-6 16,0 0-8-16,3-1-1 0,3 1-1 0,-1-1-2 16,4-1-4-16,-1 1 20 0,2 4 1 0,-1-3-3 0,1 3-5 15,-1 2-5-15,1 1 1 0,2 4-2 0,-3-1 4 16,2 2-2-16,1 2-2 0,-1 2 24 0,-1 3 8 16,3 1-8-16,-1-1-2 0,-1 2-7 0,2 0-3 15,1 2-8-15,0-3 0 0,0 3-4 0,1-1-3 16,3-5 0-16,0 3-1 0,2-1-1 0,2 0 0 15,0 1-7-15,0-1 5 0,3 1-5 0,-2-1 7 16,4-2-4-16,0 3 57 0,4 2-10 0,-2-1-11 16,4 1-6-16,-1-3-4 0,1 3-7 0,3-3-3 15,-1 0-7-15,2 0 6 0,-1 0 20 0,1-2 0 16,2 2-16-16,-2-4 5 0,4 1-13 0,1-1 7 16,1 0-10-16,1-1 25 0,2-1-5 0,5 1 7 15,2-1-19-15,2-2 10 0,1-1-15 0,1 1 3 16,2-5-13-16,3-1 12 0,-1-1-14 0,-2-1 44 15,-2-3-29-15,1 0 15 0,0-1-25 0,0-2 20 16,1-1-25-16,-6-1 20 0,1 1-26 0,0-4 26 16,-2-1-27-16,6 0 1 0,-2-1 24 0,0-1-27 15,-1-2 27-15,1-3-28 0,-3 2 38 0,-1-3-34 16,2 1 50-16,-4-5-39 0,5-5 0 0,1 2 0 16,-5-3 3-16,0-1 4 0,1-3-5 0,0-1-1 15,-3-2 27-15,1-1-1 0,-4 0-4 0,-2-3 14 0,-1 3 14 16,-2-3 57-16,-5-1-67 0,-3 2 68 0,-1 0-42 15,-4-2 43-15,0 0-32 0,-5-2 39 16,0 1-36-16,-5-9 12 0,-3 2-50 0,-3 0-12 0,-2 3 12 16,-3-3-10-16,-4 1 5 0,-1 2-4 0,-5 2-40 15,1 0 35-15,-7-4-10 0,2 9-6 16,-10-5-5-16,0 4-14 0,-5 3-12 0,4 7 17 16,-5 4-75-16,-4 5 8 0,-4 2-110 0,-3 9-50 0,-4 2-54 15,-12 9-109-15,-4 7-137 0,3 9-110 0,-5 2-240 16,-12 19-369-16,3 0-846 0</inkml:trace>
  <inkml:trace contextRef="#ctx0" brushRef="#br0" timeOffset="9649.29">7602 12049 228 0,'4'-8'610'0,"-1"4"-179"0,1-3-21 0,-2-1-81 16,-2 1-22-16,3 0-74 0,-2-1-23 0,3-1-19 15,-4 1-20-15,1 0-18 0,-1-1 11 0,0 0-15 16,0-1-18-16,0 0 8 0,0-2-22 0,-1 2-17 16,-2-2-18-16,2 0 9 0,-3 2-16 0,2-3-9 0,-5 0-21 15,2-2-6-15,-1 1-11 0,-6 0-2 16,1-2-8-16,-3-1-2 0,-3 0-3 0,-3-1 8 16,-3 2 3-16,-2-1 13 0,-8-2 7 0,-4 0 16 15,-3 0-11-15,-2 4-7 0,-5-2-5 0,-8-2-1 0,-3 2 0 16,0 0-2-16,-4 2-8 0,0 1 7 15,-2 3-17-15,-4 0-4 0,0 5-3 0,7 1-2 0,-11-1-2 16,8 4 1-16,1 2 0 0,-3 2 0 0,-8 1 1 16,13 2-3-16,1 1 0 0,1 0-1 0,7 4-1 15,-3-2 0-15,1 3 7 0,4-2-10 0,3 2 10 16,2 2-11-16,3-2 5 0,1 1-6 0,3 1 7 16,0 0-6-16,2 1 6 0,1-1 0 0,-1 1-3 15,3 2-1-15,-1 0 0 0,-2 0 5 0,1 2-3 16,1 1-1-16,-2-1 0 0,2 3 4 0,-2-2-12 15,1 1 8-15,1 0-6 0,-2 0 8 0,2 1-8 16,0 0 11-16,2-2-9 0,2 2 24 0,2-1-8 16,2-3-2-16,3 2 3 0,0-3-8 0,3 1 5 15,2 1 4-15,1-2 2 0,4 1-4 0,1 0-2 16,0 1-5-16,4-3 2 0,-2 3-3 0,5 2 1 16,0-3 3-16,2 1 21 0,2 1-12 0,1 0 17 15,3 2-26-15,-1 2 24 0,2-2-30 0,1 2 25 16,5 6-29-16,-2-3 23 0,0 0-27 0,3-1 28 0,-1 0-26 15,3 1 41-15,0-1-26 0,1 2 13 16,5 1-1-16,0 2-5 0,3-3-1 0,1 0-2 16,1 1 14-16,2-3 12 0,2 3 1 0,3-5 9 15,1 1 4-15,2-1 0 0,3-2-29 0,1-2 24 0,2-1 11 16,5-5 9-16,1 2-6 0,1-4-15 0,3-3 41 16,5 0-33-16,1-3 28 0,4-1-34 15,2-2 18-15,0 1-40 0,2-2 23 0,0 2-35 0,0-3 28 16,1 0-31-16,-2 0 45 0,-2 0-12 0,0 1 35 15,0-2-33-15,-4 1-6 0,2 0 17 16,-3-2-33-16,0 1 21 0,-2 0-32 0,0-2 23 16,1 1-33-16,-3-2 28 0,2 2-32 0,1-4 25 0,0-1-28 15,1 1 28-15,1-2-28 0,-3-1 32 0,2-1-36 16,8-1 29-16,0-3-31 0,-12 2 37 0,1 0 15 16,-5-1-3-16,2-2-2 0,-5 0-8 0,-2 2-3 15,-3-2 2-15,-3-1 1 0,0 0-4 0,-3-1 2 16,-3 0-8-16,0-1-2 0,-7 1-5 0,2 1-3 15,1-6-2-15,-1 0 0 0,0 0-2 0,-2-2-33 16,-1-1 34-16,-2 3-31 0,0-4 37 0,-4 1-38 16,1-3 37-16,-4 0-35 0,3-3 0 0,-7 1 16 15,1-1 21-15,-3-1-37 0,-3-1 31 0,-1-2-27 16,-4 0 35-16,-1-1-8 0,-4-6-1 16,-6 1-7-16,-4 0-2 0,-4 1 1 0,-3 0-2 0,-7-4 2 15,-7 3-2-15,-5 3 3 0,-2 1-10 0,-6 2-29 16,-1 3 37-16,-3 3-31 0,-6 2 32 0,-4 2-29 15,-2 1 30-15,-3 5-36 0,-3 4 20 0,-1 4-59 16,-2 1-2-16,-1 4-59 0,-1 5-23 0,1 5-73 16,-2 3-50-16,2 5-66 0,-2 7-111 0,-3 3-112 0,0 6-130 15,-14 9-795-15,2 1-1121 0</inkml:trace>
  <inkml:trace contextRef="#ctx0" brushRef="#br0" timeOffset="13032.57">7239 10643 119 0,'-1'-9'508'16,"1"0"-125"-16,-1 2-76 0,0-1-67 0,-2 1-26 0,3 7-17 15,-1-13 8-15,-2 7-42 0,3 6-2 0,-1-8-47 16,1 8 8-16,-3-8-42 0,3 8 27 0,0 0-2 16,0 0 5-16,0 0 15 0,-10 6-10 0,5 3 34 15,2 7 17-15,0 6-14 0,-1 8 28 0,1 8-9 16,1 6 26-16,2 8-40 0,2 3-11 0,1 11-26 0,1 3 13 16,1 2-33-16,1 1-8 0,2 1-6 0,-2 1-11 15,2 2 39-15,-3-3-60 0,4 0 30 0,-3-6-53 16,2 1 31-16,-3-14-51 0,2-2-2 15,-2-2 1-15,0-3-3 0,0-3-4 0,-1-8 4 0,-2-2-2 16,2-4 1-16,-1-5 0 0,-1-3-12 0,-2-4 0 16,3 0-8-16,-2-5-25 0,-1-1-60 15,4-6-153-15,-4-6-125 0,4 7-60 0,-4-7-95 16,5-6-62-16,0-2-450 0,1-6-663 0</inkml:trace>
  <inkml:trace contextRef="#ctx0" brushRef="#br0" timeOffset="13233.79">7660 11194 61 0,'0'0'328'0,"-9"-4"-92"0,9 4-47 16,-4-6-28-16,4 6-34 0,-6-6-23 0,6 6-28 15,-5-3-45-15,5 3-67 0,0 0-99 0,-4-7-227 16,4 7 183-16</inkml:trace>
  <inkml:trace contextRef="#ctx0" brushRef="#br0" timeOffset="14549.42">7399 10999 139 0,'-5'-10'452'0,"0"0"-123"15,1 3-72-15,0 3-55 0,2-2-43 0,2 6-30 0,-7-9-21 16,7 9 36-16,0 0-5 0,0 0-3 0,0 0-28 16,-7 3-23-16,7-3-12 0,-2 12 12 0,2-6-16 15,2 2-8-15,-2 2-16 0,0-1-5 0,1 1-9 16,-1 1-2-16,0-3-9 0,0 3 14 0,3-3 12 16,-3 2-2-16,0-3-9 0,0-7-8 0,1 12 9 15,-1-12 17-15,0 11 1 0,0-11 16 0,1 9-8 16,-1-9 10-16,0 9-3 0,0-9 7 0,0 0 3 15,1 10-9-15,-1-10-19 0,0 0-9 0,0 0-6 16,0 0-7-16,9-3-9 0,-4-4-1 0,2 4-2 16,1-3-6-16,3 1-1 0,0-3-4 15,2 2 2-15,3 0 3 0,-1 1-8 0,0 2 1 0,3 0-3 16,-1 0 2-16,-2 1-1 0,-1 4-1 0,5-1 1 16,-3 3-7-16,0 0 3 0,-2 4 4 0,2 1-2 15,-2 3 2-15,-3 0 1 0,2 2 1 0,-4 2-2 16,-1-2 3-16,-1 1 1 0,-3-1 0 0,-1 1 2 15,-3 2 1-15,-2-2 2 0,0 0-1 0,-3-2 4 0,-4 2 10 16,0-1-2-16,-3-1 0 0,-3-1-2 0,1-1 0 16,-4-2-4-16,4-1 0 0,-4-3-1 0,4 0-2 15,-4-3-3-15,4 0-9 0,1-2-32 0,3-3-82 16,-1 0-118-16,3-3-90 0,4-3-116 16,0-1-522-16,2-5-545 0</inkml:trace>
  <inkml:trace contextRef="#ctx0" brushRef="#br0" timeOffset="14733.46">7434 10989 34 0,'-5'-7'727'0,"-2"0"-189"0,3 2-70 0,0-1-22 0,2-1-31 16,-2 3-51-16,2-2-63 0,2-2-53 0,2 1-47 16,2-1-31-16,1-2-29 0,5-1-17 0,5-1-24 15,4-1-15-15,6-1-24 0,7-4-11 0,4 1-11 16,1 2-8-16,5 0-6 0,-1 0-11 0,1 0-12 15,-4 3-123-15,-7 2-185 0,-3-3-215 0,-7 5-619 16,-6-1-755-16</inkml:trace>
  <inkml:trace contextRef="#ctx0" brushRef="#br0" timeOffset="16183.49">7233 12547 207 0,'9'-3'474'0,"-9"3"-157"0,0 0-123 16,0 0-129-16,0 0-96 0,1-8-79 0,-1 8-243 15,0 0 191-15</inkml:trace>
  <inkml:trace contextRef="#ctx0" brushRef="#br0" timeOffset="21649.7">11286 3684 311 0,'10'1'699'0,"-10"-1"-178"0,0 0-116 0,0 0-79 0,0 0-61 0,0 0-52 0,0 0-42 16,9-1-34-16,-9 1-32 0,0 0-55 0,0 0-131 15,0 0-195-15,-5 7-619 0,-2-3-455 0</inkml:trace>
  <inkml:trace contextRef="#ctx0" brushRef="#br0" timeOffset="24383.13">9054 4603 365 0,'0'0'401'0,"-9"0"-124"0,9 0-147 0,-10 4-112 0,10-4-74 16,-8 7-63-16,8-7-199 0,-5 9 221 0</inkml:trace>
  <inkml:trace contextRef="#ctx0" brushRef="#br0" timeOffset="24683.43">11003 4734 233 0,'0'0'598'0,"0"0"-154"0,0 0-106 0,-14 0-87 16,14 0-116-16,0 0-108 0,0 0-88 0,0 0-98 15,-8 5-142-15,8-5-173 0,-5 6 44 0</inkml:trace>
  <inkml:trace contextRef="#ctx0" brushRef="#br0" timeOffset="110693.91">10432 5620 5 0,'9'-5'328'16,"-1"-1"-94"-16,-2 3-35 0,0-4-37 0,2 1-8 15,-3 2-21-15,3-4 5 0,-1 1-5 0,0 1 5 16,-1-1-9-16,1 0-10 0,-1 0-16 0,0-1-9 0,-2 1 23 16,1 0-11-16,-1-1-23 0,-1 2-17 15,-2-2-18-15,0 2-4 0,1-3-12 0,-5 0-5 16,3 0-6-16,-4-2-1 0,0 1 17 0,-1-1-29 16,-4-3 1-16,2 1 0 0,-2 1 21 0,-3-3-16 15,-2 0 26-15,2 0-22 0,-1 1 28 0,0 0-28 16,-4-2-6-16,3 2-1 0,-1-2 12 0,-1 2 3 15,1-1-6-15,0 0-1 0,-2-1 2 0,3 3 4 16,-1 0 14-16,1-2-10 0,-3 2-1 0,3 1-12 0,-3 0-1 16,3 0 1-16,-1 2-4 0,0-1 2 0,-2 2-5 15,2 1-7-15,-3 0 9 0,1 0-11 16,1 4 7-16,-4-1-7 0,1 1-2 0,-5 0 8 0,1 4-2 16,1-2-7-16,-1 4 3 0,-4-2 1 0,2 4 2 15,-3 0-7-15,2 1 8 0,-1-1-3 0,3 4 1 16,-3-3-2-16,-1 4 3 0,3-2-2 15,-1-1 3-15,3 4 1 0,0-3-3 0,-1 1 1 0,1 2 2 16,1-1-1-16,0 0 17 0,2 1-21 0,0 0 14 16,0 1-16-16,1 1 19 0,0 4-16 0,-3 2 14 15,-1 1 34-15,1 5-7 0,-2 1-9 0,1 1-10 16,0 2 1-16,2 0-4 0,0 2-4 0,-1 1-5 16,3 1 2-16,-2 0-1 0,1 1 12 0,2-1 26 15,-1 2-9-15,4-1-5 0,-5 1 32 0,5-1 22 16,-2-1-16-16,1 0-7 0,6-1 17 0,-4 1-12 15,1 1 5-15,0 2-4 0,-1 0 21 0,4 2-17 16,-2 2-10-16,0-1-8 0,0 1-13 0,-1 3 11 16,3 0-8-16,-3-1-8 0,3 2-5 15,-2 0-8-15,2-2-2 0,-1 1 28 0,-1 4-3 0,3-3 8 16,-3 1-21-16,1-1 22 0,1 5-9 0,-1-1-11 16,2 1 33-16,1 4-16 0,-1 1 2 0,0 9 38 15,0 1-62-15,0-1-2 0,0 1 5 0,2 0-10 16,-2-1-1-16,0 2-9 0,0-2 13 0,0 2-12 0,1-1 0 15,1 0 1-15,0-9-7 0,3 0-3 0,0 0-1 16,3 1-2-16,0-4 0 0,1 0-3 16,1 1 4-16,3-2 5 0,1 0-1 0,2 0-11 0,3-2 20 15,1 2-19-15,2 6 20 0,5 3-11 0,0-1 23 16,-3-1-11-16,3 3-4 0,-3-2-1 16,2 3-5-16,-4-2 2 0,1 4-1 0,-5-2-19 0,0 2 25 15,-4 1-25-15,0 1 24 0,-5-7-29 0,2 2 28 16,-4 9-6-16,-2 0 2 0,-1-3-4 0,1-1-21 15,-1-11 29-15,1-2-17 0,0 1 27 0,-2-2-31 16,2-1 6-16,0-2 30 0,2 0-14 0,-1-1 19 16,3-1-8-16,0-8 24 0,1 6-36 0,2 0 26 15,2 0-10-15,3-1 29 0,-2 1-40 0,3 0 25 16,0-1-35-16,4 0 32 0,-3 2-29 0,4-2 23 16,-1-1-36-16,1 2 3 0,0-2-2 0,-1 2 4 15,2 0-6-15,-2 1 8 0,1-1-2 0,-1 0-5 16,-2 2 0-16,2-2-2 0,-4 3 4 0,4-1-1 15,-4 2 4-15,0 0 3 0,-2 0-2 0,2 0 7 16,0-1 23-16,-4 1 9 0,3-3 4 0,1 6 16 0,0-6-3 16,1 5-6-16,0-6-17 0,2 2 0 15,-1-2-14-15,3 0 2 0,1 0-5 0,-2 0-6 16,2-2 0-16,-2 2-4 0,-1-3-3 0,1 0-3 16,2-1-1-16,-3-1-2 0,-1-1-7 0,1-1 7 15,-2-6-7-15,0 5 7 0,0-7-8 0,1 0 12 16,-1-1-12-16,0 0 4 0,0-2-2 0,2 3 11 15,-1-5 1-15,2 3 5 0,-1-7-11 0,-1 2 7 16,0-2-13-16,1-4 6 0,-2 2-12 0,3-4 5 16,-1-1-33-16,-1-2 7 0,1-1-5 0,-1-1 10 15,2-2-5-15,0-1 12 0,3 0-6 0,-3-1 12 0,2-2-11 16,1 0 8-16,2-2-5 0,-2 2 2 0,2-3-17 16,0 0 15-16,2-2-6 0,1 1 9 15,-2 0-8-15,4-5 13 0,0-1-7 0,3 0 8 0,-3 0-4 16,1-1 4-16,4 0 2 0,0-1-1 0,0-1 2 15,0 1 0-15,0 0 8 0,1-1-11 0,-1 2 11 16,-4 0-7-16,3-1 7 0,-3 1-11 0,-1 0 12 16,1 2-10-16,0-2 12 0,-3 0-12 0,2-1 12 15,-2-2-13-15,-1 2 12 0,0-2-8 0,1-3 8 16,2-2-3-16,-3 0-3 0,0-1-7 0,-1-2-15 16,1-5-22-16,-1-2-6 0,3-4-4 0,-3-1-14 15,-1-2-10-15,1-3-11 0,-1-1-11 0,0-2 20 16,1-2-20-16,-3 0 9 0,0 0 18 0,2-2-14 15,0-14-10-15,-1 0 30 0,2-2-4 0,-1 0 15 16,-3-1 9-16,3-1-3 0,-4 0 10 0,1 2 25 0,-1 0-14 16,-2-1 24-16,2 0-11 0,-6 11 24 0,-1-3-16 15,2 0 15-15,-4-2-8 0,0 0 5 16,1 0 1-16,-4-1-4 0,2-2 3 0,0-1-5 16,-2 0 5-16,0 1 4 0,-2-2-9 0,1 0 18 0,-1 0-19 15,-1-10 17-15,-1 1-19 0,0-1 0 16,-2-2-5-16,0-1 0 0,-1-1-11 0,1-1-11 15,-5 0 12-15,4 2 0 0,0 1 3 0,1 2 6 0,-1 1 7 16,1 1-14-16,0 0 16 0,2 2-3 0,-1 8 11 16,1 0-9-16,2 0 14 0,-2-1-7 0,4-1 9 15,0 2-10-15,-1 0 10 0,2 1 9 0,0 0-8 16,-1 0-3-16,-2 0-1 0,0-1-4 0,0 0 1 16,-2-10-6-16,-4 1-1 0,-1 0-4 0,2-1-5 15,-4 2 10-15,0-3 7 0,-4 2-5 0,3 1-8 16,-3 0 5-16,-1 0-10 0,1 2 2 0,-2 0-10 15,1-3 5-15,-4 3 0 0,1-1-1 0,-1 1 1 16,1-3 1-16,-1 3 2 0,-1 3-4 0,1-1 17 16,-3 3-10-16,2-3-2 0,1 2 19 0,-1 1-21 15,2-3 16-15,1 1-20 0,2 2 16 0,0 0-12 16,2 8 13-16,2 0-25 0,1 0 19 0,3-2-16 16,-1 4 7-16,1 0-4 0,-2 1 7 0,3 3 11 15,0 2-12-15,1-2 11 0,0 8-2 0,0 3-10 16,2 2 4-16,-2-1 2 0,1 5 4 0,2 0-4 15,-1 4 0-15,-1-2 2 0,2-1 1 0,-2 4-1 16,1-2 0-16,-1-1 5 0,0 3-5 0,1 0 0 0,-1-3 1 16,-2 1 1-16,3 0 0 0,-3-1-2 15,1 0 1-15,-1 2 0 0,-1-1-6 0,1-2 8 0,-1 2-10 16,1 1 13-16,-1-1-9 0,-1 0 0 0,3 2 12 16,-3 1-13-16,2 0 11 0,1 1-9 0,-1 3 10 15,1 0-10-15,0 1 8 0,0-1 0 16,-1 2 13-16,3 2 4 0,-1-2-3 0,-1 2-4 0,3 4-2 15,-2-4-2-15,1 3-1 0,-1 1 0 0,2 2-4 16,-1-2 0-16,1 3-1 0,0-1-2 0,0 0-1 16,-3 1 1-16,3 0 1 0,-1 0 2 15,1 0-3-15,1 6 0 0,-2-11-2 0,2 11 1 0,-3-10-2 16,3 10 17-16,-4-10-19 0,4 10-13 0,-1-8-53 16,1 8-63-16,-3-8-84 0,3 8-95 0,-4-6-68 15,4 6-112-15,-5-4-117 0,5 4-344 0,-12-1-537 16</inkml:trace>
  <inkml:trace contextRef="#ctx0" brushRef="#br0" timeOffset="111810.56">9435 13181 296 0,'19'8'314'0,"-2"-1"-78"15,-3-1-39-15,0-3-8 0,3 2-19 0,-2-1-16 16,1-2-5-16,1-2-19 0,-3 2-3 0,3-2-24 16,-3-2 22-16,0 2-23 0,1 0 22 0,-2-1-24 15,0 0 27-15,-3 1-8 0,-10 0 27 0,19-2-10 16,-19 2 41-16,14-1 12 0,-14 1 2 0,12 1 4 15,-12-1 1-15,5 4-4 0,-5-4-3 0,0 8-20 16,-2 0-11-16,1-1-2 0,0 4-14 0,-3 0-4 16,3 3-15-16,0 1-22 0,-1 3-14 0,4-1 4 15,-1 2-2-15,3 2-17 0,-1 0-26 0,3 1 7 16,0 0-25-16,2-3 13 0,2 1-21 0,-2 0 12 16,3-2-20-16,-1-2 29 0,2-2-22 0,-2-1 17 15,4-2 11-15,-1-4 2 0,2 0-31 0,-2-4 24 16,1-3-34-16,0-1 23 0,3-4-28 0,-2-2 22 15,4-3-30-15,-3-2 27 0,-1-5-28 0,-1 0 26 16,-4-2-27-16,-1-2 29 0,-1 1-33 0,-7-3 31 0,-1 2-32 16,-4-1 25-16,-3-1-29 0,-7-1 31 0,-11-3-37 15,-2 5 4-15,-8 3-35 0,-5 2 10 0,-1 6-40 16,-5 4-13-16,5 6-37 0,3 5-87 0,-7 6-123 16,2 8-132-16,1 1-218 0,-3 12-615 15,9-4-909-15</inkml:trace>
  <inkml:trace contextRef="#ctx0" brushRef="#br0" timeOffset="133293.76">18483 10862 82 0,'-1'-9'207'0,"-2"1"-67"0,3 8-42 0,-1-11-23 16,1 11-27-16,-2-9-23 0,2 9-18 0,-2-7-44 16,2 7-64-16,-2-11-70 0,2 11 46 0</inkml:trace>
  <inkml:trace contextRef="#ctx0" brushRef="#br0" timeOffset="134143.56">17825 11484 252 0,'4'-8'536'0,"-3"0"-130"16,3-1-106-16,-1 0-54 0,-1 1-57 0,2-1-34 15,1-2-34-15,-1 0-16 0,2 0-34 0,1-2-24 16,-1-1 9-16,4 3-9 0,-2-4-16 0,1-1-4 15,0-1-3-15,1 0-15 0,-1-2-15 0,1 0 0 16,0-1 3-16,1-5-2 0,-2-2-4 0,1-1 0 0,-2-1 8 16,-3-1-2-16,1-2 2 0,-3-2 8 15,-2 1 5-15,-2-1 13 0,-2-1 6 0,-2 0 19 16,-3-4 3-16,-1 1 2 0,-6 0 14 0,2 2-5 0,-6 1 1 16,0 3 11-16,0 4 12 0,-3 1 1 0,-3 2-6 15,3 7 4-15,-3 2-5 0,0 4-20 16,-3 2 2-16,2 5 8 0,-1 2-13 0,2 3-12 15,-3 4-7-15,-2 3-8 0,1 6 6 0,-3 6 4 0,2 6 26 16,4 4-9-16,0 8 16 0,1 9-8 0,2 7-3 16,5 3 4-16,2 1-2 0,6 3-14 0,6-7 18 15,3 0 1-15,5 1-5 0,6 4 4 0,5 1 8 16,5-2-15-16,5-2-7 0,5-3 5 16,3-3-12-16,1-5 14 0,6-3-20 0,-2-6 2 0,-2-8-17 15,4-4 15-15,2-3-1 0,0-8-3 16,5-2-4-16,3-9 4 0,1-2-3 0,2-5 0 0,-2-3-12 15,-1-7 2-15,6-4-5 0,-5-5-3 0,-4-5 14 16,-7-3-23-16,-9 1-2 0,-1-9-5 0,-4-5 2 16,-8 2-6-16,-7-4 4 0,-2-5-3 0,-6 0 2 15,-6-4-1-15,-3-9-3 0,-8 2 7 0,-7 1 22 16,-3 4-17-16,-7 2 13 0,-3 4-1 0,-6 2 12 16,-2 6-17-16,0 5 10 0,-4 5-28 0,-3 5 22 15,7 9-12-15,-5 7 3 0,-3 4-11 0,1 6 11 16,-4 5-15-16,-2 5 14 0,-8 7-12 0,3 4-1 15,6 6-1-15,4 2 3 0,8 7-13 0,3 4 0 16,12-1-15-16,6 5-3 0,6 1-37 0,5 4-11 16,6-1-93-16,3 2-132 0,5 0-96 0,3-3-108 15,2-1-190-15,4-4-408 0,-1-3-724 0</inkml:trace>
  <inkml:trace contextRef="#ctx0" brushRef="#br0" timeOffset="143959.91">26923 10789 76 0,'-18'0'513'0,"18"0"-156"0,-21 0-59 0,5 0-71 16,2 1-11-16,-5 0-32 0,0 1-5 0,-2 1-21 16,2 1 11-16,-1-3-42 0,1 2 16 15,1 0-32-15,1-1 9 0,4-1-26 0,-1 1 4 0,4 1-33 16,10-3 7-16,-18 3-25 0,18-3 60 16,0 0 2-16,0 0-13 0,19 0-10 0,4-3-10 0,14-3 20 15,13-3-8-15,19-7-14 0,11-2-10 0,25-7-4 16,12-4 21-16,9-1 3 0,5-2-23 0,7-2 32 15,6-2-15-15,8 0-10 0,4-1-13 0,3 1-10 16,0-1-6-16,6 2-10 0,1 1-6 0,3 0-6 16,-5 2-1-16,-5-2 1 0,1 1-4 15,-4 2-7-15,-6-1 0 0,-7 2-1 0,-8 0-3 0,-11 3 1 16,-10-1 0-16,-26 6-1 0,-10 2-5 0,-8 1 2 16,-10 2-2-16,-15 4-5 0,-13 3-28 0,-8 1-80 15,-11 2-117-15,-6 1-88 0,-7 6-71 0,-11-9-89 16,-10 6-537-16,-14 2-625 0</inkml:trace>
  <inkml:trace contextRef="#ctx0" brushRef="#br0" timeOffset="146326.7">26293 10330 56 0,'0'0'394'0,"-11"-5"-109"0,11 5-72 0,-7-3-42 0,7 3-35 15,0 0-33-15,0 0-20 0,0 0-13 0,0 0-15 16,0 0 6-16,-7 3 11 0,7-3 14 15,0 0 18-15,3 5 4 0,-3-5 2 0,6 4 3 16,-6-4 16-16,0 0-39 0,7 4 17 0,-7-4-31 16,0 0 32-16,8 6-28 0,-8-6 16 0,0 0-22 0,9 5 13 15,-9-5-14-15,10 0 9 0,-10 0-16 0,14 2 0 16,-14-2-28-16,16 2 11 0,-16-2-16 0,21 0 30 16,-21 0-16-16,22 1 1 0,-22-1-13 15,22 0-5-15,-22 0 4 0,24 0 16 0,-13-1-5 16,-11 1-6-16,22 0-7 0,-9-2-1 0,-3 2 8 15,-10 0 5-15,23-2-2 0,-14 2-8 0,3-2-5 16,0-1-2-16,-1 2-3 0,1-2-3 0,-1 0-2 16,0 1-3-16,2-2-2 0,0 1 0 0,1-1-1 15,-2-2-1-15,3 1 9 0,0 0 16 0,-1 0-5 16,1 1-4-16,1-3 5 0,0-1 11 0,-2 3-6 16,3-2-8-16,-2 0-5 0,1 1-1 0,0-2-5 15,0 1-4-15,1-2-5 0,-3 0 18 0,3 2 13 16,-3-2-2-16,5-1-9 0,-5 0-2 0,4-1-6 15,-4 0-4-15,3-2-6 0,-2 1 2 0,1-1-6 0,-2 0 1 16,2-1-6-16,-2-1-1 0,2 1-2 16,-2-1 3-16,1 0 0 0,-1 0 2 0,0 0 1 15,0 0 1-15,-1 0 27 0,0 1-3 0,-2 0-6 16,2-1-5-16,-4 2-4 0,1-2-5 0,-1 2 10 16,3-3-13-16,-5 4 4 0,1-1-10 0,2 0 9 15,-2-1-10-15,-2 1 7 0,2 0-9 0,0-2 7 16,-1 0-9-16,0 2 13 0,-1-1-6 0,2 0-1 0,-1-2 3 15,0 1-5-15,-1 0 0 0,2-3 0 16,-1 0 1-16,1 0 2 0,0 1 0 0,-3 0 1 16,3 2 47-16,-2-1-19 0,-1 2 9 0,2 0-23 15,-2-2 14-15,1 0-24 0,-1 2 12 0,0 0-21 16,-1 0 17-16,1-1-17 0,-1 0 12 0,1 1-15 16,0 1 14-16,0-1 3 0,-1-1-3 0,0 4-20 15,1-3 23-15,-1 0-23 0,2 0 18 0,-2 1-20 16,1-2 3-16,0 1 0 0,1 1 3 0,0 0 0 15,2-2 5-15,-1 0-3 0,0 0 0 0,-1 2 0 16,4-2 20-16,-3 1 17 0,0 0 19 0,1 0-35 16,2-1 21-16,-2 1-32 0,0-2 22 0,-2 4-33 15,4-1 30-15,-2-1-31 0,0 1 25 0,-1-1-29 16,3 1 25-16,-2-2-1 0,0 3-6 0,1-1-2 16,0-1 1-16,-2 0-4 0,1 3-1 0,2-4 1 15,-2 0-1-15,0 2-2 0,2 1 2 0,-4-2 0 16,3-2-3-16,0 3 4 0,0-1-1 0,-3 0-3 15,3 0-1-15,-2 1 0 0,2-1-2 0,-2 1 1 16,1-1 0-16,0 0 4 0,1 1-2 0,-2-1-23 16,2 1 30-16,-1 0-26 0,1 0 33 0,-1 1-34 15,-1 0 28-15,3-1-26 0,-2 0 31 0,0 1-32 16,1-1 37-16,1 2-29 0,-1 0 31 0,0-1-33 16,0 1 36-16,0-1-34 0,0 1 24 15,0 2-5-15,1-2 1 0,0 2-5 0,-1-3 4 0,1 3-2 16,2-1-3-16,-2 1 0 0,0 1-1 0,2-2 1 15,-1 1 2-15,1 1-5 0,-1 0-1 0,1 0 2 16,-2 2-3-16,-1-1 4 0,-1 1-2 0,2 1 4 16,-4-1-4-16,3 2 5 0,0-1 35 0,-1 1-46 15,-2-2 44-15,2 2-51 0,1 0 40 0,-2-1-43 16,2 1 41-16,-2-1-43 0,0 2 39 0,2-1-41 16,-1 0 43-16,1 1-46 0,0-2 44 0,0 2-35 15,0 0 36-15,0 0-42 0,-9 3 39 0,14-4-40 16,-6 1 38-16,-8 3-39 0,16-3 39 0,-16 3-35 15,15-1 35-15,-15 1-39 0,20-2 40 0,-20 2-32 16,20 2 33-16,-20-2-42 0,19 1 48 0,-7 1-45 16,-1-1 41-16,-2 2-41 0,4-1 42 0,-3 0-43 15,2 1 48-15,-1 0-51 0,-1 0 11 0,2 0 3 16,-1 2-4-16,0-1 10 0,1 0-1 0,1 2 16 16,-1-1 43-16,0 1-54 0,1 1 41 0,1 0-50 15,-2-1 45-15,-1 1-42 0,3 2 35 16,-1-2-36-16,2 1 53 0,-2 0-46 0,1 2 39 0,2 0-7 15,0 1-3-15,-2-1-10 0,2 1 2 0,-2 0-6 16,2 0-1-16,-2 0-3 0,2-1 9 0,-2 3 3 16,2-3-5-16,-3 2-4 0,1 0-3 0,2-1-1 15,-5 0-3-15,3-2-2 0,-2 3-1 16,0-1 2-16,1-2 2 0,-3 4-8 0,4-2 5 0,-1-1 0 16,1 3 9-16,-2-1 2 0,1 1-5 0,1-1-1 15,-3 1-5-15,3 1 5 0,0-2-2 0,0 1 0 16,0-2 0-16,-2 3-2 0,1-6-2 0,-2 5-1 15,1-4-2-15,-1 3 4 0,-2-2-2 0,4 1 0 16,-3 1-2-16,-1-4 0 0,4 3 2 0,-4-3-2 16,1 4 3-16,0-3 0 0,-1 1 0 15,0-1-5-15,3 1 5 0,-3-1-3 0,0 2 3 0,1-3-1 16,-1 4 12-16,0-4-2 0,1 1-41 0,1 0 44 16,-2 0-40-16,3 0 43 0,-2 0-40 0,0 0 44 15,2 1-43-15,-1-1 46 0,-2 1-42 0,4-2 40 16,-3 3-30-16,1-3 37 0,0 2-44 15,-1-3 44-15,-1 4-45 0,2-4 39 0,0 3-43 0,-2-3 43 16,2 1-43-16,-2 1 41 0,0-2-46 0,3 1 49 16,-3-1-48-16,2 2 46 0,-1-2-6 0,1 1-3 15,-2-1 1-15,3 0-5 0,-3 0-4 0,2-1-3 16,0 2 4-16,-1 0 6 0,2-1 1 0,0 0-2 16,-1 1-1-16,0-2-3 0,1 3-3 0,-1-3 3 15,2 1-6-15,-3 1 2 0,2-1-2 16,0 1-1-16,1-1 1 0,-1-1-2 0,-1 1 0 0,1-1-1 15,0 0 3-15,1 1 0 0,1-2-2 0,-2-1 0 16,-1 3 1-16,3-2-2 0,-1-2 0 16,-1 1 0-16,-1 1 3 0,1 0 0 0,-1-2-1 15,2 1-3-15,0-2 2 0,-2 3 1 0,2 0-1 0,2-1 3 16,-3-1 12-16,1 0-1 0,1 2-3 16,-1-1 0-16,1-1-1 0,0 0-1 0,2 0-5 15,-3 1-1-15,2 0 1 0,0-1 2 0,0 0-6 16,-2-1 15-16,3 0-18 0,-2 1 0 0,0 0 18 15,2 0-21-15,-1-1 17 0,-2-1-18 0,1 2 17 16,0-1-16-16,-1-1 13 0,3 3-14 0,-3-1 3 16,4-1 24-16,-1 1-7 0,0-2-2 0,0 1 0 0,0-1-1 15,1 1-1-15,-1-2 1 0,2 1 2 0,0-1-5 16,-1 2-4-16,1-2 3 0,2 0-2 0,-1 0 15 16,-1 0-17-16,2 0 10 0,-2 0-16 15,2-2 15-15,-2 2-17 0,3-1 19 0,-1 1-19 0,-1-2 14 16,2 1-17-16,-1-1 19 0,2 1-19 0,-3-1 16 15,4-1-14-15,1-1 13 0,1 1-14 0,-2 0 16 16,4-1-18-16,-1-1 18 0,2 0-16 0,3 0 16 16,2 1-17-16,-2-2 21 0,1-1-19 0,0 1 19 15,-1-2-13-15,1 3 32 0,-2-1-15 0,2-2 18 16,0 2-22-16,0-1 12 0,0-1-17 0,1 1 10 16,-1-3-15-16,5 2 13 0,2-2-18 0,0 1 13 15,3-3-12-15,-1 4 12 0,2-3-19 0,0 3 16 16,0-4-16-16,-2 3 14 0,3-2-15 0,-1 2 17 15,-1 0-16-15,-7 2 19 0,1-3-20 0,-2 4 18 0,-1 0-19 16,-1-1 20-16,-5 1-18 0,-1 2 13 16,-1 0-15-16,-5-1 15 0,-3 2-15 0,1 0 18 15,-2-1-15-15,-5 0 13 0,3 2-15 0,-4 0 18 0,-1 0-16 16,1 0 15-16,-10 2-21 0,15-3-3 0,-15 3-5 16,12-1-21-16,-12 1-62 0,9-3-77 0,-9 3-108 15,0 0-94-15,0 0-118 0,0 0-72 0,0 0-43 16,-9-3-118-16,-2 6-448 0,-6 0-793 0</inkml:trace>
  <inkml:trace contextRef="#ctx0" brushRef="#br0" timeOffset="147109.13">30245 10032 39 0,'0'0'307'0,"-3"-8"-70"0,3 8-51 0,-2-6-14 0,2 6-28 0,0 0-16 16,-3-9-35-16,3 9-7 0,0 0-18 0,-3-6 7 15,3 6-8-15,0 0 28 0,0 0 18 0,0 0-7 16,-1-6 2-16,1 6 6 0,0 0-4 0,0 0-4 15,0 0-3-15,0 0 5 0,0 0 0 0,0 0 13 16,0 0 31-16,0 0-4 0,3-5 6 0,-3 5-3 16,11-2 3-16,-11 2 0 0,19-2-22 0,-4 0-6 15,2 0 9-15,6-1-20 0,1 0-13 0,4-1 28 16,6-2-23-16,4-2-3 0,3 1-1 0,3-2-8 16,4 0-21-16,-2 0-7 0,5-1-13 0,2-2 5 15,-1 1 22-15,8-3-12 0,-6 2-14 0,6-2-6 16,-8 0-10-16,0 1 0 0,0 0 12 0,7-3-29 15,1 1 14-15,0 1-17 0,1-3 57 0,-1 2-40 16,2 1 17-16,0 0-32 0,0 1 20 0,1 0-35 16,1 2 27-16,0-1-1 0,-7 3 17 0,-1-1-1 15,-1 2-5-15,-3-2-10 0,3 1-4 0,-4 0-8 16,-3 1-7-16,-1-1 3 0,-4 1-7 0,-9 1-3 0,-1-1 0 16,-8 2 0-16,1-1-1 0,-5 3-1 15,-4 0-6-15,0-2 3 0,-3 1-2 0,-3-1-9 16,-2 1 7-16,-2-1-8 0,-3 0-28 0,-4 6-77 0,-2-12-108 15,-7 6-132-15,-5-1-141 0,-5-1-99 0,-12 3-184 16,-11-4-330-16,-8 0-724 0</inkml:trace>
  <inkml:trace contextRef="#ctx0" brushRef="#br0" timeOffset="150459.92">28127 7872 242 0,'0'-17'250'0,"0"0"-24"0,0 1-16 0,0-3-31 0,0 2-28 16,1 0-4-16,1 1-14 0,0 1-4 0,-2 1-9 16,3 0-3-16,-2 3-17 0,0-2 3 0,-1 2 5 15,0 2 10-15,0-1-34 0,1 3 7 0,-1-1-39 16,2 1 7-16,-2 7-31 0,0-10 13 0,0 10-23 15,0-9 13-15,0 9-17 0,0 0 21 0,0-8-18 16,0 8 20-16,0 0-21 0,0 0 25 0,0 0-22 16,0 0 17-16,0 0-23 0,-3 6 19 0,3-6-18 15,-2 5 26-15,2-5-20 0,0 10 34 0,0-10-24 16,-3 10-1-16,3-10-7 0,0 13 1 0,3-7 16 16,-2 3-2-16,0-1 0 0,-1 1-4 0,3 0 10 15,-1 2 3-15,1-1-1 0,0 1-8 0,-1 0-3 16,3 3-6-16,-1-2 9 0,2 1-3 0,-1 1 37 15,1 1-1-15,-1-2-21 0,1 0-4 0,-1 1-17 16,2 0 5-16,-4 1-11 0,3-1 3 0,-1-1-11 16,0 3 7-16,-1-2-11 0,2 0 10 0,-2 0-10 15,1 1 11-15,-1-2-6 0,0 1 10 0,0-2-8 16,-1 3 27-16,4 0-7 0,-5-2-3 0,3 2-10 16,-1-2-2-16,-1 2-2 0,1-1 1 0,0 3-6 15,-2-2 6-15,3 0 6 0,-2 2 11 0,-1 1 0 16,1-2-14-16,-1 0 5 0,1 2-9 0,-2-1 2 15,4-1-4-15,-2 1-2 0,-1 2-4 0,2-3 0 16,1 0 2-16,0 3 1 0,-1-3-1 0,0 2 0 16,1-3 1-16,-1 2-1 0,0 0 4 0,2 0 17 15,-3-1-1-15,2 2-4 0,-1 1-4 0,2 0-3 16,-2 0 5-16,2 1-7 0,1-1 6 0,-1 1-7 16,1 1 7-16,-1-1-13 0,2 1 3 0,-2 0-8 15,-1 0 1-15,0 0 17 0,-1-2 6 16,1 0-2-16,-2 0-1 0,-1 0-5 0,1 0-3 15,-2 1 5-15,0-2 5 0,-1 1 14 0,2-2-30 0,-2 1 16 16,2-1-22-16,-2-3 19 0,2 2-26 0,-1 0-1 16,1 0 4-16,2-1-2 0,-1 1-1 0,1-2 26 15,1 2-30-15,-3 1 38 0,5-2-5 0,-4 2 26 16,3 0-43-16,-1 1 29 0,2-2-40 0,-3 3 34 16,3 0-42-16,-2 2 38 0,0-1-4 15,0 0-6-15,1 1-7 0,-1 0 6 0,-1 1 47 0,1 0-13 16,1 0-11-16,0 0-7 0,0-1-7 0,1 1-8 15,-1-1 0-15,1 2-7 0,0-1 0 0,-1 0-3 16,2-1-3-16,-1 1-46 0,0-1 53 0,1 2-44 16,-2-3 80-16,1 2-52 0,-1 0 49 15,-1-2-56-15,1 1 4 0,0 0 6 0,-1 1-4 16,1 0-3-16,-2-1 6 0,2 1 36 0,-1-1-29 16,2 1 37-16,-1 0-48 0,1 0 41 0,0-2-49 15,2 4 41-15,-1-4-44 0,1 5 41 0,2 0-7 0,-2 2 6 16,2-4 4-16,1 4-2 0,-1 0-9 15,0-1-3-15,-1 0 10 0,1 1-39 0,1 1 39 16,-3-1-36-16,2 1 45 0,-1-2-39 0,0 0 30 16,-2 2-31-16,-1-6 37 0,2 5-35 0,-2-4 1 0,0-1 2 15,0 2 14-15,0-1-17 0,-2 1 2 0,2-2 2 16,-1 1 2-16,1 0-4 0,0 0-1 0,2 0 31 16,-2-2-36-16,-1 1 42 0,4-1-38 0,-3 1 31 15,0-2-36-15,2 1 32 0,-1 0-37 0,0-2 32 16,-1 0-34-16,0 0 33 0,0-1-38 15,0-2 38-15,-1-3-35 0,-1 2 32 0,-1-1-36 0,2 0 36 16,-2-3-34-16,1 3 35 0,-1-3-35 0,-1-1 38 16,-1 1-41-16,2-2 39 0,-1 1-35 0,-1-2 39 15,0 1-40-15,1-2 35 0,0-2-37 16,-2 3 35-16,0-2-47 0,-1-6 33 0,4 11-43 16,-4-11 30-16,4 9-57 0,-4-9 11 0,1 8-76 15,-1-8 10-15,4 7-91 0,-4-7-114 0,0 0-140 0,0 0-74 16,0 0-62-16,12-3-140 0,-10-1-387 15,2-2-746-15</inkml:trace>
  <inkml:trace contextRef="#ctx0" brushRef="#br0" timeOffset="151792.79">28700 8232 176 0,'0'0'679'0,"-11"6"-181"0,11-6-118 0,-10 4-80 0,10-4-52 15,-6 5-36-15,6-5-15 0,0 0 8 0,-8 3 15 16,8-3-6-16,0 0-8 0,0 0-30 0,0 0-34 16,0 0-28-16,-9-5-24 0,9 5-19 0,-1-13-10 15,0 6 36-15,1-3-15 0,-2-4-25 16,1 3-8-16,0-5-16 0,-2-2 0 0,1 0-13 0,-2-3 2 16,-1-2-7-16,0-1 2 0,-4-3-8 0,2-1 0 15,-2-1-6-15,0-3-1 0,-1 2 1 0,-1-6 40 16,0 1-2-16,0 0-10 0,1 5 2 0,-2 2-3 15,3 0 28-15,0 7-13 0,2 2 0 16,-1 1-10-16,2 3-7 0,-1 3-11 0,3-1-3 16,-1 5-5-16,1 0-4 0,4 8 0 0,-7-3-12 0,7 3 19 15,-3 9-7-15,3 1 3 0,2 6-1 0,1 4 1 16,6 2-1-16,0 5-1 0,4 1 9 0,4 4-11 16,-1-1 9-16,1-3-12 0,-1-5 11 0,2 2-9 15,-1-4 12-15,0 0-17 0,0-2 8 0,-4-5-12 16,1 1 4-16,0-2 2 0,2-2 0 15,-5-3 3-15,1 0 0 0,-1-3-1 0,-2-2 1 16,1-3 0-16,-10 0 1 0,20-3-4 0,-11-3-1 16,-1-1 0-16,1-2 0 0,-1-4 0 0,-1-1-4 15,1-6 4-15,-4 0 0 0,1 1 1 0,-1-4-1 16,-4-1 1-16,1 3 2 0,-1 1-11 0,-1 1 10 16,1 1-6-16,-2 1 9 0,0 3-13 0,1 3 10 15,0-2-10-15,-1 5 12 0,1 2-10 0,1 6 8 16,0 0-7-16,0 0 13 0,-5 6 7 0,5 1-15 15,1 7 0-15,2 0 1 0,1 4 5 0,2 1 2 16,2 1-2-16,2-1 5 0,-1 0-5 0,3 0 0 16,0-2-2-16,1-1 1 0,1 1 1 0,0-3-4 15,3 0 1-15,-2 0 0 0,4-4-5 0,-1 0-1 16,1 0-27-16,2-2-101 0,-2-2-147 0,-1 0-134 16,-3 0-181-16,-1-3-594 0,-2 0-797 0</inkml:trace>
  <inkml:trace contextRef="#ctx0" brushRef="#br0" timeOffset="153108.35">29126 10657 41 0,'7'8'64'0,"-7"-8"-9"0,6 5 16 0,-6-5 17 0,7 4 13 16,-7-4 0-16,7 2-4 0,-7-2-14 0,0 0-11 0,7 6 20 15,-7-6 21-15,0 0 18 0,4 8-7 0,-4-8-22 16,2 5 23-16,-2-5-22 0,3 6-7 0,-3-6 11 16,0 0 11-16,2 6 35 0,-2-6-7 0,0 0 27 15,0 0-15-15,2 5 32 0,-2-5-1 0,0 0-1 16,0 0-40-16,0 0-13 0,0 0-14 0,0 0 1 16,2-7-2-16,-2 7-9 0,0-11-10 0,-1 5-19 15,1 6-11-15,-1-16-16 0,-1 6-7 0,2 1-5 16,-2-1 8-16,-1-2-5 0,2-1-12 0,-2 1 10 15,-1-1-16-15,1-2 15 0,-1 0-13 0,-1 1-2 16,1-1-6-16,-1 2-4 0,0-1 1 0,1 0 14 16,-1 3-3-16,2 0-8 0,-2 1-2 0,1 0 0 15,2 2 2-15,0 1-4 0,-2 1-1 16,3 0-4-16,1 6 2 0,-4-11-3 0,4 11 2 0,-4-5 34 16,4 5-3-16,0 0 4 0,-3 5 18 0,3-5-10 15,-2 13-23-15,0-3 6 0,1 1-19 0,1 0 8 16,0 2-18-16,0 1 11 0,1 0-14 0,1-3 22 15,2 4 3-15,0-1 5 0,1-2 9 0,0 1-5 16,1-1 3-16,2-1 8 0,-3-2-2 0,3-2 8 16,0 2 2-16,1-5-9 0,0 1 10 0,-2-1-8 15,2-1-5-15,-9-3-11 0,18 1-5 0,-18-1-7 16,19-4-5-16,-10 0-4 0,-2-1 36 0,-1-1-48 16,3-3 45-16,-4 1-60 0,0-2 46 0,-2 2-49 15,-2-3 45-15,2 2-6 0,-2-2-5 16,-1 2 3-16,-1 0-4 0,1 3 2 0,-3-2-4 15,3 8-2-15,-1-12-4 0,1 12-7 0,-1-12-2 16,1 12 0-16,0 0 0 0,-4-4 2 0,4 4-3 0,0 0 0 16,-5 7-40-16,5-7 48 0,-2 10-38 0,2-10 47 15,0 11-43-15,2-3 43 0,-1-2-43 0,1 2 43 16,0 0-43-16,2 0 7 0,-2 0 0 16,3-1 5-16,-1 0 0 0,0 1-4 0,2-1 4 15,-1 0-12-15,2-1-2 0,1 1-3 0,0-1-5 0,1-1-33 16,0 1-25-16,4-1-60 0,-1-2-78 0,-1 0-106 15,4-1-97-15,0-1-42 0,-2 1-108 0,2-2-605 16,0-3-799-16</inkml:trace>
  <inkml:trace contextRef="#ctx0" brushRef="#br0" timeOffset="153425.93">29699 10482 12 0,'0'0'727'0,"0"0"-204"0,0 0-123 0,-14 0-17 0,14 0-37 15,0 0-36-15,0 0-37 0,-13-1-46 0,13 1-44 0,0 0-35 16,0 0-26-16,0 0-28 0,0 0-17 0,6-7-15 15,-6 7-18-15,15-6-8 0,-6 4-6 0,3-2-5 16,-1 0-6-16,4 0-4 0,-2 0-4 0,3 1-4 16,-2-2-4-16,2-1-1 0,-2 0-2 15,2 1-17-15,-4 0-76 0,-2 0-49 0,0 2-40 0,-2 0-29 16,-8 3-62-16,10-6-10 0,-10 6-22 16,0 0-26-16,0 0-381 0,0 0-217 0</inkml:trace>
  <inkml:trace contextRef="#ctx0" brushRef="#br0" timeOffset="153575.57">29686 10659 608 0,'0'0'481'0,"0"0"-127"0,12-2-13 0,-12 2-71 16,16-6-1-16,-7 1-84 0,7-3-17 0,2 2-53 16,3-5-28-16,6 2-18 0,0-2-14 0,1 3-32 15,-5-2-47-15,1 3-43 0,-1 0-98 0,-2 0-106 16,-6 2-141-16,4-1-247 0,-6 0-167 0</inkml:trace>
  <inkml:trace contextRef="#ctx0" brushRef="#br0" timeOffset="154591.66">30254 10394 256 0,'2'-6'339'0,"-2"6"-79"0,0 0-14 0,5-6-7 0,-5 6-55 0,0 0 15 16,0-6-36-16,0 6 20 0,0 0-26 0,-1-6 0 15,1 6-9-15,0 0-11 0,-4-7-6 0,4 7 4 16,0 0-17-16,-4-6-1 0,4 6-6 0,0 0-13 15,0 0-7-15,0 0 2 0,0 0 24 0,0 0-5 16,0 0-6-16,-7 9-4 0,7-9-3 0,-3 13-16 16,3-3 34-16,-1 0-20 0,0 0-13 0,1 3 6 15,0-1-5-15,0 3-13 0,0-2-7 0,1 1-6 16,0 3-17-16,-1-1-1 0,0 1-10 0,0 0 4 0,1 1-18 16,1-1 3-16,-2 1-10 0,1-2-2 15,0 0-17-15,-1-1-19 0,0-1-42 0,2 0-94 16,-1-3-122-16,0 1-113 0,0-3-132 0,3-1-586 15,-4-8-732-15</inkml:trace>
  <inkml:trace contextRef="#ctx0" brushRef="#br0" timeOffset="154858.79">30390 10354 67 0,'0'-5'720'0,"2"-3"-170"0,-2 8-107 0,2-10-51 15,-2 10-60-15,0-9-42 0,0 9-41 0,2-7-35 0,-2 7-40 16,0 0 11-16,0 0-10 0,0 0-8 0,0 0 2 16,2 7-25-16,-2 2-34 0,0 1-1 0,1 3 5 15,1 4-18-15,-1 0-19 0,0-1-17 0,2 4-9 16,-1-1-14-16,3 1-14 0,-1 2 8 0,0 0-14 16,0-3 5-16,0 4-6 0,0-5-3 0,0-1-13 15,-1 0 13-15,2 0-11 0,-2 0 10 0,-1-2-14 16,2-3-8-16,-1 0-22 0,-2 0-37 0,2-4-68 15,-1 1-94-15,2-3-102 0,-1-1-117 0,-3-5-120 16,7 8-441-16,-7-8-617 0</inkml:trace>
  <inkml:trace contextRef="#ctx0" brushRef="#br0" timeOffset="155313">30647 10430 355 0,'2'-10'560'0,"0"-1"-115"0,-2 3-59 0,2 1-18 16,-2 0-18-16,1-1-38 0,-1 8-49 0,0-11-40 0,0 11-51 15,2-11-32-15,-2 11-31 0,0 0 2 16,0-6-26-16,0 6-11 0,0 0-17 0,-5 3-2 0,5-3-15 16,-4 8-3-16,-1-2-10 0,3 1-1 0,-2 0-7 15,-1 0-1-15,0 1-9 0,1 1 22 16,1-2-11-16,-1 1-1 0,1 0-5 0,0-3-3 0,0 3-1 15,1-1 2-15,2-7-5 0,-3 9-1 0,3-9 0 16,-5 10-3-16,5-10 3 0,3 7-1 0,-3-7 0 16,2 7 1-16,-2-7-3 0,11 3-1 0,-11-3-1 15,12 2-2-15,-12-2 6 0,18 3-3 16,-18-3 2-16,19 3 8 0,-10-3-10 0,2 1-5 16,1 2 3-16,-3-1-6 0,2 0 9 0,1 0-6 0,-3-1 7 15,2 2-6-15,0 0 4 0,-2 0-2 0,-1 0 2 16,-1 1-4-16,2 0 7 0,-2-2-7 15,-2 3 7-15,-5-5-5 0,6 8-4 0,-6-8 6 16,3 10 3-16,-6-4-3 0,1 0 2 0,-5 0-1 0,-1 2 2 16,-4-1 1-16,0 1 4 0,-1 1-3 0,1-3 3 15,-1 1-6-15,-1 0 2 0,1 0-6 0,0-1-9 16,2-1-23-16,0 1-35 0,1 0-73 0,1-4-104 16,0 1-50-16,9-3-115 0,-15 0-122 0,15 0-341 15,-11-4-424-15</inkml:trace>
  <inkml:trace contextRef="#ctx0" brushRef="#br0" timeOffset="155726.5">30601 10474 512 0,'4'-8'424'0,"0"0"-59"15,-1 3-66-15,0-1-1 0,1 1-21 0,-1-3-31 16,2 2-51-16,1-2-32 0,-1 0-15 0,3 2-10 16,2-4-19-16,0 3-24 0,3-3-16 0,1 3-15 15,2-3 6-15,0 1-13 0,2-1-9 0,1 2-9 16,2-2-6-16,-2 1-5 0,1 0-3 0,-2 1 9 15,1-1 26-15,-1 2 17 0,-5 2 10 0,1-2-1 16,-2 3-17-16,-3-1 1 0,0 1-3 0,1 0 1 0,-4 1-9 16,-6 3 5-16,12-4 4 0,-12 4 18 15,0 0-16-15,7 4-2 0,-7-4-21 0,-7 13 7 16,4-2-20-16,-2-2 1 0,0 6-14 0,1-1 4 16,0 2-10-16,2 1 10 0,0 0-14 0,2 2 15 15,2-2 12-15,0 1-9 0,1-2 8 0,3 0 7 16,-2-2 8-16,3 1 3 0,1-3 6 0,1-1-4 15,2-2-4-15,1-1-6 0,2-4-8 0,0-1-9 16,-1-2-6-16,1-2-8 0,4-3 0 0,-4-2-4 0,4-3 2 16,-1-1-12-16,-3-4 6 0,-1 0 34 0,-1-1-34 15,-3-2 38-15,-2 2-39 0,0-2 33 16,-5 2-28-16,-1-3 23 0,-4 1-32 0,-2 0 24 16,-1 2-29-16,-3-2 25 0,-3 4-20 0,0 0-10 0,-1 3-1 15,-2 2-12-15,0 3-8 0,-1 2-29 0,0 1-39 16,1 2-63-16,0 3-57 0,-2 2-112 15,4 0-88-15,-2 5-55 0,0-1-95 0,2 2-546 16,0 0-729-16</inkml:trace>
  <inkml:trace contextRef="#ctx0" brushRef="#br0" timeOffset="156709.31">29042 10713 318 0,'0'0'405'0,"-4"-8"-79"0,4 8-26 0,-5-10-42 0,5 10-3 16,-4-6-52-16,4 6-9 0,-5-5-74 0,5 5 10 16,-4-6-52-16,4 6 10 0,0 0 22 0,0 0 49 15,0 0 15-15,0 0 1 0,0 0 14 0,4 10-1 16,-1-4 3-16,1 1 13 0,1 4-16 0,0 2 22 16,1 1-51-16,2 4-4 0,1 3-4 0,0 5 39 15,0 2-63-15,2 2 22 0,-2 7-35 0,2 1 18 16,0 3-49-16,-1 5 71 0,-1-2-65 0,1 2-15 15,1 2 0-15,0 9 16 0,3 4 13 0,-2 0 13 16,2 1-59-16,-3 1 26 0,3-1-42 0,3 0 33 16,-2-1-29-16,2-1 31 0,2-2-42 0,0-1 24 15,0-3-44-15,2-1 2 0,-1-2-5 0,-1-9-2 16,-2 0-3-16,1-3-1 0,-3-3 26 0,2-4-49 16,-4-4 12-16,-1-4-75 0,-3-5-8 0,-2-1-90 15,0-6-25-15,0-1-105 0,-2-3-200 0,-1-3-142 16,-4-5-234-16,0 0-396 0,0 0-889 0</inkml:trace>
  <inkml:trace contextRef="#ctx0" brushRef="#br0" timeOffset="158292.1">26443 11933 95 0,'-12'2'227'0,"3"2"-61"15,0-2-36-15,-1 0-23 0,1 1-9 0,0-2-3 16,-1 2-7-16,0-2-4 0,-2 1-5 0,1 1 4 16,-1-1-7-16,-1-1-6 0,1 2 2 0,-1-1 1 15,-1 0 3-15,0 1-7 0,0-1 2 0,1 0-2 16,-2 1-1-16,2 0 1 0,1 0-18 0,-2-1 2 16,4 1 7-16,-3-1 25 0,4 0-15 0,2 1 14 15,7-3-20-15,-17 2 13 0,17-2-28 0,-11 2 25 16,11-2-21-16,-10 3 38 0,10-3-7 0,0 0 40 15,0 0-7-15,0 0 17 0,0 0-6 0,0 0-1 16,8-5-3-16,0 2-7 0,2-1-2 0,0 1-20 0,3-4-5 16,1 3-16-16,0-2-10 0,0 2-13 15,2-1-7-15,-1 1-9 0,0-1 2 0,1 2-7 16,0-1 8-16,1 1-3 0,0 1-3 0,2 0-14 16,1-1 6-16,-1 1-6 0,2-1 1 0,2 2-1 15,1-2 0-15,4 2 10 0,0-1 5 0,2 1 4 16,6-1 23-16,-1-1 5 0,3 2 16 0,2-2-34 15,0 1 1-15,1 0-18 0,-2-3 2 0,0 2-14 16,0 0 5-16,-1-1-13 0,0 2 6 0,-4-2-13 16,3 0 8-16,-2-1-10 0,-6 3 7 0,1 1-8 15,0-2 7-15,-2 1-7 0,-1 0 8 0,3-1-10 16,-2 2 17-16,1-4 9 0,0 2 13 0,6-2-22 16,-2 2 17-16,3-1-17 0,0-1 46 0,0 0-34 15,3-1 32-15,5-1-36 0,0 1 25 0,0-2-35 16,-1-1 23-16,1 2-33 0,-1 0-3 0,2-1 17 15,-2 0-1-15,1-1 2 0,-1 3-5 0,-2-4-4 16,1 3 0-16,-6-1 39 0,-1 2-37 0,-1-1 47 16,2 0-56-16,-3 0 46 0,2 0-38 0,0 0 45 15,-1-1-56-15,1-1 46 0,1 1-52 0,4-3 7 16,2 3 14-16,0-2 7 0,-1-1-3 0,4 1 5 16,-2 1 6-16,3-2 16 0,2 0 3 0,-1 0-8 15,0 0-8-15,4 0-3 0,-2 2 10 0,-1-2-3 16,2 1-8-16,-4 1-4 0,0-1-3 0,0 1-1 15,-1-1-8-15,-3 1-1 0,2-3-3 0,-2 3-1 16,0-1-2-16,0 0-2 0,-1-1 0 0,0-1 5 16,2 1-3-16,0 0 43 0,1-1-41 0,1 1 35 15,0-2-44-15,3 3 30 0,0-3 5 0,0 1 6 16,3 1 4-16,-3 1-14 0,1 0-7 0,-1-1-3 16,0 3-2-16,-2-2-2 0,0 2-2 0,-2-1-4 15,-2 1-1-15,-6 1 2 0,5-1-4 0,-6 1 0 16,7-3-1-16,-1 4-4 0,0-4 3 0,3 1 2 15,-1 1 8-15,4 0 14 0,0-2-1 0,4 1-7 16,0-2-4-16,1 4-4 0,2-3 12 0,-1 2-19 16,2-2 10-16,-3 3 4 0,-1-1-3 0,0 0 23 15,-3 2-5-15,1-3 10 0,-3 2-23 0,0-2 11 16,-3 0-22-16,-2 3 13 0,-4-2-19 0,-1 1 15 0,-1-1-16 16,-1 1 12-16,1-1-21 0,-1 0 18 0,1 0-15 15,5-3 13-15,0 1-18 0,1 0 19 16,-1 1-17-16,-1-1 20 0,-3 2-17 0,4-2 20 0,1 1-13 15,-2-1 17-15,2 3-16 0,1-5 17 0,-1 3-20 16,0-1 13-16,1 3-15 0,-1-4 15 16,-6 4-12-16,-1-2 22 0,-2 1-10 0,0 0 19 0,1 0-10 15,-1 1 21-15,-2-2 1 0,0 2 5 0,-1-2-13 16,1 3 11-16,0-2-18 0,0-1 8 0,0 1-15 16,0-1 3-16,2 1-11 0,0-1 8 0,-1 2 2 15,0-1 9-15,-1 1-1 0,-2 1 18 0,-2-2 4 16,-1 2 7-16,0 1-37 0,-5-1-26 0,2 0 0 15,-7 1 0-15,2 1 0 0,-1-2 0 0,-3 2 0 0,-4 1 0 16,3-2 0-16,-2 0 0 0,-2 0 0 0,-1 2 0 16,2-1 0-16,-4-3 0 0,0 1 0 15,1 0-133-15,-4-1-182 0,-1-1-86 0,-1 0-134 0,0-1-97 16,-3-2-74-16,-3-1-56 0,0-3-107 0,-4-2-340 16,-6-4-819-16</inkml:trace>
  <inkml:trace contextRef="#ctx0" brushRef="#br0" timeOffset="158960.42">32780 9250 212 0,'-3'-11'571'0,"-1"0"-138"0,0 1-72 0,-1-1-7 0,-1 3 12 0,0-1-15 0,1 0-15 0,1 2-28 0,0-1-30 16,1 0-36-16,-1 3-28 0,1 1-31 0,3 4-30 16,-5-11-33-16,5 11-22 0,-5-6-13 0,5 6 8 15,0 0-6-15,0 0 5 0,0 0-6 0,10 9 12 16,-2-1 5-16,2-1-18 0,4 5-16 0,0 1 28 16,3 2-12-16,1 2-18 0,1-1-10 0,0 2-6 15,-1 2 13-15,1-1-34 0,-2 0 29 0,3 0-48 16,-3 0 31-16,-1-2-39 0,2-1 32 0,-4-2-41 15,5-1 37-15,-3 1-42 0,2-1 38 0,0-4-42 16,1 1 36-16,1-2-41 0,-4-2 24 0,1-1-63 0,0-4-33 16,0-1-131-16,-2-1-55 0,0-2-90 0,-3-5-39 15,-2 0-10-15,-4-3 10 0,0-1 68 0,-4 0 68 16,-2-2 52-16,-1-4 47 0,-2-1 31 0,-3-3 35 16,-2 0 37-16,-1-5 6 0,-2 0 37 0,-2 2 34 15,0-2 35-15,2 4 30 0,-2 1 14 0,3 3 72 16,3 1-6-16,-3 3 38 0,4 2-51 0,1 2-1 15,-2 1-50-15,3 2 25 0,-1 0-28 0,5 8 75 16,-7-4-20-16,7 4 74 0,-7 6-42 0,3 2-25 0,-3 9-1 16,-1 3 6-16,-3 6-31 0,-2 9 47 0,-4 4-30 15,4-1-26-15,-6 4 14 0,1 0-57 16,2-1 55-16,-1 0-53 0,0-1-13 0,2-3-7 0,1 1-6 16,0-3 0-16,4-5-4 0,1-3-3 0,0-5-19 15,1 0-43-15,2-3-44 0,1-2-86 0,1-2-87 16,-2 1-159-16,2-2-123 0,-1-3-146 0,-2 0-576 15,-2-3-853-15</inkml:trace>
  <inkml:trace contextRef="#ctx0" brushRef="#br0" timeOffset="159541.57">33221 9493 93 0,'0'0'460'0,"0"0"-159"0,0 0-147 0,0 0-99 16,0 0-88-16,-9 4-103 0,2 2-144 0,0 1 267 16</inkml:trace>
  <inkml:trace contextRef="#ctx0" brushRef="#br0" timeOffset="160459.06">32702 11254 112 0,'-12'-3'570'0,"12"3"-140"0,-11-1-74 0,11 1-20 0,-9-2-2 0,9 2 5 0,0 0 13 16,-10-2-24-16,10 2-14 0,0 0-17 0,-9-2-35 15,9 2-13-15,0 0-29 0,-7-4-11 0,7 4-9 16,0 0-34-16,0 0 16 0,0 0-26 0,0 0-24 0,7-8-24 16,2 4-20-16,6-3-15 0,6 0-14 15,2 0-8-15,5-4-12 0,10-3-10 0,3 1-8 16,0-1-2-16,3-1-5 0,0 0 3 0,-3-1 49 16,1 2-34-16,-3-2 48 0,-9 5-35 0,0 0 36 0,-9 2-40 15,0 1 47-15,-4 0-45 0,-2 4 33 16,-1-2-51-16,-2-1 31 0,0 4-47 0,-3-1 31 0,-2 2-47 15,-7 2 39-15,12-3-46 0,-12 3 39 0,0 0-42 16,-6 11 41-16,0-1-45 0,-5 0 12 0,-4 6 3 16,-2 5 1-16,-6 5 3 0,1 0-1 0,-3 4 5 15,1-1 1-15,-3 3-16 0,0 1 17 0,0 1-14 16,-1 1 23-16,2-1-8 0,0 3 5 0,2-3 9 0,1 0 0 16,1-2 1-16,3-3 9 0,3-5 17 0,3 0 9 15,2-7 16-15,2-1 20 0,4-2 24 0,0-1 17 16,4-3 18-16,2-1-4 0,5-5-22 0,3-1-26 15,8-2-17-15,8-5-14 0,7-2-17 0,11-7-11 16,6-1-5-16,10-7-6 0,6-1-6 0,-1-3-22 16,1 0 0-16,-1 1 0 0,-1-1 0 0,-3 3 0 15,-3 0 0-15,0 1 0 0,-14 6 0 0,-2 1 0 16,-4 1 0-16,-6 1 0 0,-7 5 0 0,-2 0 0 16,-2-2 0-16,-6 5 0 0,2-1-61 0,-5 2-110 15,0-1-19-15,-1-1-116 0,-10 5-10 0,9-4-111 16,-9 4-82-16,0 0-141 0,-11-4-57 0,0 6-126 15,-3-2-438-15,-4 0-878 0</inkml:trace>
  <inkml:trace contextRef="#ctx0" brushRef="#br0" timeOffset="162008.38">26168 12139 311 0,'-13'-3'482'0,"2"1"-124"0,-3 1-74 0,-2-3-70 0,-2 2-14 16,2 0-34-16,-2-1-3 0,-1 1-39 15,-2 0 0-15,2 0-42 0,0 1 17 0,-3 0-36 0,-2 1 43 16,0 0-39-16,-2 1 7 0,-1 0-31 16,-1 2 9-16,-1-1-27 0,2 2 26 0,-1-2 0 0,2 0 5 15,1 2-8-15,4-1-14 0,2-2 0 0,2 1-6 16,-1-1-1-16,6 0 9 0,-1 2-8 0,1-2-3 16,12-1-5-16,-15 2 0 0,15-2-7 0,0 0 3 15,0 0-2-15,0 0-13 0,0 0 25 0,19-2-1 16,-3 1 2-16,5-2-7 0,5 1 23 0,7-3 16 15,6 0-7-15,8-3-13 0,1 1-4 0,7-4-8 16,9-2 5-16,1-1 21 0,6-3-9 16,0-1-8-16,6-1 31 0,2 2-10 0,4-4-14 15,3 1-7-15,1-3-8 0,2 1-6 0,16-6-5 16,0 3-1-16,-2-1-7 0,5 1 0 0,-2-1-5 16,0 1 0-16,-16 4-3 0,1-1 2 0,-3 1-3 0,-2 0-1 15,2 1 0-15,-3 0 0 0,-1-1 0 0,-1 0-6 16,1 0 4-16,-1 1-10 0,-2-1-3 15,-1 2-13-15,0-1-6 0,-4 0-20 0,2 2-32 16,-5-1-28-16,-1 0-40 0,0 2-30 0,0 1-2 16,-3 0-25-16,0 2-29 0,-1 0-48 0,-4-1-52 0,-2 1-421 15,-14 3-274-15</inkml:trace>
  <inkml:trace contextRef="#ctx0" brushRef="#br0" timeOffset="162465.39">29018 10028 91 0,'-3'-6'352'0,"3"6"-91"0,-5-9-56 0,5 9-11 0,-4-7-36 16,4 7-38-16,-5-6-24 0,5 6-23 0,0 0-12 15,0 0-12-15,0 0-21 0,5 5 6 0,-1 1-16 16,1 2 2-16,-1 3-51 0,1 2-105 0,0 1-364 15,-2 4 8-15</inkml:trace>
  <inkml:trace contextRef="#ctx0" brushRef="#br0" timeOffset="162641.35">29001 11330 461 0,'5'7'610'0,"-1"-3"-159"16,-4-4-79-16,9 5-91 0,-9-5-47 0,10 1-71 16,-10-1-31-16,9 4-89 0,-9-4-74 0,9 5-133 15,-9-5-127-15,9 4-427 0,-9-4-224 0</inkml:trace>
  <inkml:trace contextRef="#ctx0" brushRef="#br0" timeOffset="164275.12">29524 12000 315 0,'0'0'280'0,"-3"8"-43"0,3-8-21 0,-3 6 9 0,3-6-21 0,0 0 26 0,-2 8-15 16,2-8 1-16,0 0-4 0,0 0-16 0,-3 6-17 16,3-6-7-16,0 0-11 0,0 0-12 0,0 0-8 15,-3 6-12-15,3-6 4 0,0 0-13 0,0 0-17 16,0 0-9-16,0 0 17 0,0 0-15 0,0 0 8 16,-3 7 18-16,3-7 2 0,0 0 10 0,0 0 16 15,0 0-24-15,0 0-25 0,0 0-17 0,-4-8-15 16,4 8 28-16,-1-11 1 0,0 3-41 0,0-1 16 15,1-3-16-15,-2 0-9 0,4-1-6 0,-2-2-6 16,1-1-7-16,0-3-9 0,-1 0 9 0,1-2-16 16,1-1-2-16,0-1-30 0,-2-1 33 0,2-1-34 15,0-1 33-15,-2 2-34 0,0-1 39 0,0 5-37 16,0 1 6-16,0 0 0 0,0 3 3 0,0 3 3 16,0 0-3-16,0 1 1 0,0 4-5 0,0-3 10 15,0 11 9-15,-1-9-10 0,1 9 2 0,0 0 29 16,0 0-30-16,-8 7 28 0,6 3-31 0,-1 1 27 15,0 4 6-15,2 4 3 0,1 0-10 0,0 0-4 16,3 5-1-16,-1 0 3 0,2-1-3 0,3 2-2 16,0-1-4-16,1-1 3 0,1 2-1 0,0-4-37 15,2-1 37-15,-2-1-32 0,2-1 39 0,0-2-35 16,-1-1 37-16,-1-2-40 0,3-2 45 0,-2 0-45 16,0-3 48-16,2-1-39 0,-3 0 40 0,0-4-39 15,1 0 44-15,-10-3-38 0,16 0 37 0,-8-1-49 16,2-4 43-16,-1-1-41 0,-2-2 37 0,0-3-7 15,1-1 0-15,-4-1-1 0,1 0 2 0,-3-3-10 16,1 2 8-16,-2 1-3 0,-1-1-4 0,0 3 2 16,-1-3-43-16,0 4 45 0,-2 1-3 0,3-2-4 15,0 3-2-15,-2 2-6 0,2 6 4 0,-2-10 0 16,2 10 4-16,0 0 3 0,0 0-8 0,-9 5 5 16,9-5-5-16,-3 12 2 0,1-4 2 0,2 2 0 15,2 2-1-15,0-1 1 0,1-1 4 0,-1 2 1 16,2 0-43-16,1-2 46 0,0 0-45 15,2 2 48-15,0-3-41 0,2 1 43 0,0-1-51 16,1-3 52-16,1 0-44 0,-2-3 26 0,2 2-67 0,-1-3-33 16,1-1-109-16,-11-1-110 0,17-1-95 15,-9-1-49-15,0-1-97 0,-2-1-78 0,0-1-361 0,0-1-598 16</inkml:trace>
  <inkml:trace contextRef="#ctx0" brushRef="#br0" timeOffset="164558.25">29985 11814 264 0,'0'0'565'0,"-5"-6"-101"0,5 6-62 0,-2-7 5 16,2 7-32-16,-3-5-33 0,3 5-22 0,-2-6-22 15,2 6-44-15,-2-7-47 0,2 7-44 0,4-8-32 16,-4 8-23-16,8-8-23 0,-3 3-16 15,3 1 20-15,1-3-16 0,3 0-16 0,2 2-10 0,3-3-11 16,2 1-7-16,4 0-10 0,0-2-2 0,1 2-4 16,-2-1-2-16,0 0-7 0,-2 1-1 0,-2 1-4 15,-4 2-15-15,0-2-78 0,-2 3-83 0,-2-2-68 16,-1 2-46-16,-9 3-21 0,10-4-4 0,-10 4 7 16,0 0-25-16,0 0-18 0,-6 7-411 0,-2-1-278 15</inkml:trace>
  <inkml:trace contextRef="#ctx0" brushRef="#br0" timeOffset="164707.63">30022 11870 453 0,'-4'6'365'0,"4"-6"-28"0,0 8-42 0,0-8-6 15,8 3-18-15,-8-3-37 0,14 0-39 0,-1-3-47 16,1 2-23-16,3-4-28 0,1 1-21 0,5 0-15 16,2-2-5-16,-1 0-20 0,3 1-1 0,3-2-19 0,-6 0 3 15,0 2-62-15,1-3-93 0,-4 2-107 0,-1-2-74 16,-3 3-436-16,-3-4-262 0</inkml:trace>
  <inkml:trace contextRef="#ctx0" brushRef="#br0" timeOffset="165028.67">30546 11551 497 0,'2'-11'438'0,"-2"11"-70"15,1-7-53-15,-1 7 5 0,0 0-22 0,0 0-5 16,0 0 1-16,0 0-24 0,0 0 5 15,-10 6-47-15,8 0-34 0,-3 2-1 0,3 3-37 0,1-3-28 16,-1 4-17-16,4 1-24 0,-1-1-10 16,1 3-20-16,3 0-2 0,-1-3-19 0,3 3-2 15,-1-3-12-15,0 0 2 0,3-1 34 0,0-1 3 16,0-2-8-16,-1-2 9 0,2-1-20 0,0-2 5 16,-2 0-22-16,-8-3 12 0,22-3-13 0,-12 1 8 15,1-4-19-15,-2-1-2 0,0-3-1 0,0 2-6 0,-2-3 0 16,-3 0 0-16,-2-1-2 0,-1 0 0 15,-2 1 1-15,-3-1 1 0,0-1 0 0,-3 0-14 16,-2 0 11-16,-1 2-8 0,-2 1 10 0,-3 1-11 16,3 1 9-16,-4 2-9 0,3 3-13 0,0 1-58 15,0 2-81-15,3 1-119 0,-1 2-93 0,0 1-116 16,2 3-111-16,2 0-414 0,0 1-619 0</inkml:trace>
  <inkml:trace contextRef="#ctx0" brushRef="#br0" timeOffset="165707.53">30910 11644 517 0,'7'-12'433'0,"-2"1"-38"15,0-2-40-15,-2-1-28 0,1 1-43 0,-1-1-42 16,-1-2-37-16,0 4-14 0,-2-2 14 0,0 1-37 15,0-2-36-15,-1-2-24 0,-2 2-11 0,-3 0 6 16,2-1-12-16,-3 1-24 0,-4-3-4 0,-1 2-21 16,-6-1 1-16,-4-1 14 0,-4 3 29 0,-7-2-19 15,-3-1-7-15,-8 1-16 0,-4 2 0 0,-14-2-14 16,-5 1 48-16,-3 2-10 0,-4 3-8 0,-2-2-15 16,-4 6 43-16,-1 0-13 0,1 4-13 0,1 1-9 15,3 2-3-15,15 4-9 0,1 3-8 0,4 1-5 0,2 4 8 16,3 1-2-16,-4 5-4 0,2 6-9 15,11-2 22-15,-5 4-37 0,5 8 11 0,0-1 78 16,5 6-53-16,2 1 27 0,2 1-44 0,2 5 35 16,2-1-38-16,3 0 66 0,-1 3-13 0,8-9-10 15,3 3-54-15,0-2 61 0,5 2-43 0,3-1 54 16,3 1-51-16,4-5-3 0,5 5-4 0,3 0 36 16,5 1-54-16,4 0 39 0,3-2-6 0,10 4-10 15,1 1-7-15,2-5-4 0,5-1 1 0,0-5-1 16,-3-5 9-16,10 0 9 0,-5-8 0 0,0 1-8 15,5-4-3-15,-1-2-2 0,3-2-2 0,1-3-3 16,4 0-4-16,3-3-2 0,1 1-4 0,5-4 3 16,0-2-6-16,4 0 3 0,0-4-3 0,-1-1-4 15,10-4 0-15,-6-2-2 0,0-2 4 0,-3-4 3 16,-4-4-5-16,-1-2-5 0,-5-3 3 0,-1-4-2 16,-1 0 5-16,-3-5-2 0,-2 0 3 0,-2-1-39 15,-3-4 43-15,-2 0-2 0,-3-2-2 0,-7 5-6 16,2-8 3-16,-10 4 14 0,0-2-21 0,-2 0 19 15,-6-4-19-15,-1 2 18 0,-5-3-18 0,-2-1-1 16,-6-1 3-16,0 2 2 0,-4-1 2 0,-5 0-1 16,-3 1-37-16,-4 3 44 0,-3-2-3 0,-8-3-1 15,-2 3 0-15,-4 1-1 0,3 10 5 0,0 2-7 16,-2 2-2-16,-2 3 4 0,1 4-1 0,-4 3-4 16,-1 3 0-16,-3 5-4 0,-1-1-3 0,3 8-14 15,-3 2-21-15,1 2-55 0,-10 4-76 0,1 4-77 16,-1 3-110-16,-10 5-154 0,3 4-131 0,0 2-790 15,0 2-1052-15</inkml:trace>
  <inkml:trace contextRef="#ctx0" brushRef="#br0" timeOffset="167265.96">24901 14471 157 0,'-17'-5'566'0,"17"5"-108"0,-21-2-113 0,10 2-14 15,-2 0-43-15,-3 0 0 0,2 1-32 0,-2 2 9 16,0-2-14-16,-1 2-10 0,1-1-13 0,3-1-40 16,2 1-28-16,0-1-24 0,0 1-5 0,11-2-25 15,-16 1-15-15,16-1 16 0,-9 2 4 0,9-2-13 16,0 0-17-16,0 0-10 0,24-2-9 0,-5-1-17 15,4-1 3-15,12-2-18 0,9-4 2 0,2-2-16 16,5 0 7-16,11-4-3 0,-2-1 2 0,1-2-1 16,-2-2 20-16,0 1-3 0,-3 0 1 0,-14 4 6 15,-1 1-8-15,-10 4-8 0,-2 2-8 0,-6 0-2 16,-4 2-5-16,-3 1 0 0,-1 1-4 0,-5 2 1 16,-10 3-5-16,11 1 2 0,-11-1-1 0,-7 11-19 15,-3-2 27-15,-7 3-27 0,-3 5 32 0,-6 1-32 16,-3 2 30-16,-2 1-29 0,-1-1 4 0,0 0 2 0,-1 0 4 15,0-1-4-15,0-1 1 0,-1 0-2 16,9-4 32-16,-2 1-33 0,3-3 31 0,3-1-33 16,3-3 26-16,3 1-31 0,2-3 37 0,1 1-37 15,4-2 31-15,8-5-29 0,-5 6 34 0,5-6-38 16,9 5 32-16,5-5-30 0,2-2 3 0,7 0 2 16,4-1 4-16,6-1 1 0,3-1-3 0,1-1 5 15,-1 2 2-15,2 0 0 0,1 0 1 0,0 0-1 16,0 2 15-16,-1 2-1 0,0 4 0 0,-3 2 0 15,-1-1 0-15,-2 5 31 0,-2 2-46 0,-5 2 38 16,-1 3-42-16,-4 2 38 0,-4 2-4 0,-4 3-8 16,-3-2-2-16,-4 0-4 0,-5 2-1 0,-3 1-7 15,-4 3 3-15,-5 1 0 0,-3 1-4 0,-6 0 4 0,-3-1-42 16,-3-1 47-16,-3-3-39 0,-2-3 42 0,-3 1-41 16,-2-2 49-16,-1-4-38 0,-2-2 40 0,0-1-47 15,2-6 45-15,5 0-35 0,0-5 51 0,3 0-45 16,3-3 41-16,1-3-54 0,1-2 48 0,4-2-10 15,5-3-7-15,3-4-24 0,5 0 2 0,4-2 0 16,6-2 3-16,2-4-3 0,7 2 4 0,4-2-3 16,2 1 4-16,3 3-39 0,-2 4 50 0,-2 2-41 15,2 3 43-15,0 3-40 0,-3 3 42 0,1 2-41 16,0 3 45-16,2 3-42 0,-1 4 42 0,2 2-1 16,1 6-5-16,-2 2-42 0,-1 3 45 0,1 2-40 15,1 4 45-15,0 1-48 0,-5-4 50 0,3 1-48 16,-4-1 3-16,-1 0 9 0,2 0-24 0,-3 0 6 15,-2-4-8-15,-2-2 4 0,1 0-20 0,-3-4 9 16,0 0-42-16,-2-1-18 0,-1-2-40 0,3-2-47 16,-5-1-67-16,2 0-58 0,-2-3-44 0,0-6-53 15,-2 9-55-15,2-9-92 0,0 0-274 0,0 0-381 16</inkml:trace>
  <inkml:trace contextRef="#ctx0" brushRef="#br0" timeOffset="167708.26">26096 14548 666 0,'-11'0'776'0,"11"0"-160"0,-19 0-143 0,19 0-85 0,-13-1-11 0,13 1-21 16,-12 0-31-16,12 0-30 0,0 0-67 0,-8-4-38 16,8 4-38-16,11-8-27 0,-1 3-20 0,4 1-21 15,7-4-16-15,4 1-18 0,3-2-11 0,3 1 1 16,2 0-12-16,-1-1-10 0,8-3 14 0,-1 2-30 16,-7-2 6-16,-1 5-40 0,-3-5-49 0,-1 3-100 15,-4-1-114-15,-4 3-82 0,-3-1-37 0,-4 1-69 16,-1 1-65-16,-5 0-401 0,-6 6-531 0</inkml:trace>
  <inkml:trace contextRef="#ctx0" brushRef="#br0" timeOffset="167891.43">26135 14612 396 0,'-9'10'485'0,"4"-3"-67"0,2-3-40 0,3-4-17 0,3 10-24 15,-3-10-54-15,16 4-40 0,-2-4-46 16,4-3-39-16,8 0-29 0,1 1-21 0,10-4-5 15,6-2-20-15,4-2-14 0,1 1-14 0,0-1-13 0,-2 1-6 16,0-1-14-16,-6 1-1 0,-7 1-47 16,-6 2-110-16,-3 0-133 0,-3 1-156 0,-3-2-535 0,-7 3-547 15</inkml:trace>
  <inkml:trace contextRef="#ctx0" brushRef="#br0" timeOffset="168890.52">27194 14093 547 0,'-9'-4'478'0,"0"-1"-92"0,0 0-54 0,2-2-23 0,0 0-33 15,0-2-54-15,3 0-33 0,1-1-38 0,1-2-25 16,4-1-25-16,1-3-16 0,4 3-19 0,4-4 7 16,2 0-22-16,4 0 10 0,4 0 3 0,-1 2 1 15,4 4-9-15,-1 0 17 0,2 4-6 0,-2 4-7 0,-2 0-11 16,1 6-11-16,1 1 0 0,0 5-14 0,-4 3-4 16,2 3 5-16,-1 4-15 0,-4 1 8 15,-4 2-15-15,-1-1 9 0,-4 1-7 0,-2-1 10 0,-1 2-6 16,-4-2 12-16,-4 1-10 0,-1 1 5 0,-1-2-6 15,-2 0 3-15,-3-2-2 0,-1 0 1 0,-2-2-2 16,3 0 1-16,-5-2-7 0,3-2-12 16,2-4-34-16,0 1-71 0,0-4-119 0,1-2-46 0,10-4-91 15,-15 2-77-15,15-2-416 0,-12-6-410 0</inkml:trace>
  <inkml:trace contextRef="#ctx0" brushRef="#br0" timeOffset="169127.63">27590 13803 371 0,'11'-13'548'0,"-4"3"-139"16,2 2-96-16,-4 1-60 0,-1 1 41 0,-4 6-3 16,5-4 2-16,-5 4-10 0,0 0-8 0,-7 9-46 15,-1-1 10-15,-2 4-15 0,-2 1-44 0,1 6-33 16,-2-1-32-16,0 3-10 0,-1 1 12 0,5 0-21 16,1-2-19-16,1 2-10 0,-1 1 7 0,3-2 8 15,1 2-16-15,3-4-13 0,1 0-9 0,1-3-7 0,4 1-5 16,3 1-8-16,3-1-1 0,1-3-6 15,3-1-5-15,-1-2-6 0,3-1-17 0,-2-3-15 16,2-2-69-16,0-2-101 0,-1-3-108 0,1-2-71 0,1-1-83 16,-2-3-68-16,2-2-88 0,1-3-264 15,-1 0-434-15</inkml:trace>
  <inkml:trace contextRef="#ctx0" brushRef="#br0" timeOffset="169341.41">27919 14041 677 0,'0'0'616'0,"-12"-2"-121"0,12 2-42 0,-11-3-46 16,11 3-39-16,-7-5-46 0,7 5-59 15,-7-3-53-15,7 3-43 0,0 0-33 0,6-9-28 0,2 4-19 16,2 2-20-16,5-2-14 0,2 0-10 0,5-1-11 16,2 0-7-16,7-1-7 0,-1-2-4 0,3 2-7 15,2-2-32-15,-2-1-152 0,-3 3-102 0,0-1-62 16,-7 0-111-16,-2 0-88 0,-1 1-327 0,-4 0-415 15</inkml:trace>
  <inkml:trace contextRef="#ctx0" brushRef="#br0" timeOffset="169874.98">28485 14021 246 0,'0'0'748'0,"0"0"-139"0,0 0-116 16,0 0-39-16,-3-6-50 0,3 6-44 0,-2-9-33 16,-1 1-18-16,1 0-57 0,0-3-52 0,-1 0-43 15,0-5-30-15,1-1 6 0,-2-2-31 0,0-3-2 16,1-2-31-16,-1-1-7 0,-1-5-9 0,-1-1 0 0,1-3-10 16,-2 0-9-16,2-5-5 0,-1-2-1 15,-2 0-12-15,3-1-2 0,-1 0-3 0,1-1-1 0,-1 1-2 16,3 7-2-16,-4 2-13 0,4 2 27 15,1 6-16-15,-2 3 19 0,2 6-25 0,-1-1 15 0,2 5-18 16,0 1 17-16,1 11-21 0,-2-8 33 0,2 8-12 16,3 14 16-16,0 1-6 0,0 9 7 15,3 5-6-15,4 10-1 0,-1 4-4 0,2 0-30 16,3 2 32-16,0 2-27 0,5 6 30 0,-2-10-31 16,2 0 26-16,0-3-3 0,-1-1-8 0,1-6 4 0,1-2-3 15,-4-6 4-15,2-4-3 0,-4-5-3 16,0-4 4-16,3-2 3 0,-2-4-2 0,-1-4-2 15,-1-2-37-15,2-6 49 0,-2 0-46 0,1-5 43 16,-2-2-44-16,-1-4 6 0,-1-1 0 0,-3-3 39 0,-1-2-37 16,-2-1 32-16,0 1-3 0,-2-1-3 0,-2 4-1 15,0-1 0-15,0 3 9 0,0 1-17 0,0 4 4 16,0 1-9-16,0 1 6 0,0 3-9 0,0 8 5 16,2-5-1-16,-2 5 3 0,0 0-27 0,3 11 38 15,1-1-32-15,0 3 41 0,1 0-42 0,1 3 8 16,4 1 4-16,-1 1 39 0,1 0-42 0,1 0 33 15,2-2-34-15,2 2 29 0,-2-5-56 0,3 3-42 16,0-4-112-16,-2 0-159 0,-1-2-99 0,-3-1-104 16,-2-3-153-16,-2 2-327 0,-6-8-653 0</inkml:trace>
  <inkml:trace contextRef="#ctx0" brushRef="#br0" timeOffset="170157.56">27188 14764 830 0,'-26'10'859'0,"7"-3"-190"0,6-2-166 0,5-1-97 0,8-4-81 0,0 0-66 16,13 0-39-16,5-4-26 0,10-2-6 0,13-5-34 16,4 0-20-16,18-7 14 0,6 0 7 0,2-2-41 0,5-2 10 15,2-1-57-15,3-4-9 0,19-3-4 0,0-2 36 16,1 1-49-16,1 1 31 0,-1-2-4 15,-17 5-14-15,1 1-6 0,-2 0-9 0,-2-1-12 16,-5 4-8-16,-7 1-8 0,-5 3-4 0,-18 3-3 0,-5 3-11 16,-9 2-36-16,-5 1-92 0,-7 2-92 0,-9 1-111 15,-2 3-98-15,-9 4-32 0,0 0-124 0,-12-6-568 16,-3 8-774-16</inkml:trace>
  <inkml:trace contextRef="#ctx0" brushRef="#br0" timeOffset="170625.7">27999 15004 645 0,'-2'10'724'0,"0"-3"-168"16,1-1-117-16,2 1-107 0,2 3-65 0,2 2-52 15,0 3-34-15,4 1-28 0,0 2-31 0,3 6 24 16,0 1-22-16,-1 1-24 0,-2 2 2 0,2-1 7 15,-3 0-3-15,-1 1-4 0,2 0 7 0,-5-5-14 16,1 1 3-16,-1-3-21 0,-1-3-5 0,-1 1-21 16,-2-5 4-16,0 5-4 0,-4-3 15 0,1-2-11 15,-4 0 23-15,-2-1-20 0,-1 0-1 0,-3-2 4 16,-5 0-8-16,-1-5-11 0,1-2-4 0,-3-2-1 16,-5-4 4-16,-1-2 5 0,-6-4-3 0,-7-6-4 15,2-5 1-15,-2-1-5 0,3-2-48 0,4-4 63 16,4-1-33-16,4 0 0 0,5-2 56 0,7 4-52 15,8 0 36-15,5 2-7 0,8-1-14 0,4-3-8 16,11 0-6-16,7-1-4 0,4 3-3 0,5 0-5 16,10-1 0-16,3 1-2 0,5 1-2 0,3 2 7 15,2-2-1-15,2 3 20 0,1-2 6 0,2 2 4 16,-1-1-2-16,-1-1-6 0,-1 2-2 0,-2-3-4 0,0 2 1 16,-4-1 10-16,-5 2-1 0,-10 5-7 0,-6 2-2 15,-9 2-3-15,-1 2 0 0,-6 1-9 0,-6-1-2 16,0 1-9-16,-4-1-37 0,-4 0 35 0,-1 2-42 15,-6 1-3-15,-3-3-108 0,-5 5 7 0,-1-1-65 16,-5 1-57-16,-1 2-99 0,0 3-124 0,-3 0-92 16,-3 3-190-16,0 2-394 0,-1 1-779 15</inkml:trace>
  <inkml:trace contextRef="#ctx0" brushRef="#br0" timeOffset="171323.87">24021 14466 56 0,'-5'-18'282'0,"1"3"-63"0,-4-4-14 0,3-2-26 0,1 2 16 0,-1 3-10 16,0-1-23-16,1 0-9 0,0 1 40 0,-2 2-18 15,4 3-30-15,-1 1-32 0,-1 1-28 0,4 3-15 16,0 6 23-16,0 0-12 0,0 0 41 0,9 6 8 16,1 6 23-16,0 7 4 0,11 11 25 15,1 9 11-15,10 15 17 0,3 8-17 0,9 20 13 0,6 3-3 16,-2 8-42-16,6 3 11 0,-1 9-19 0,0 3-16 15,-2 2-21-15,1 1 15 0,-3-1-8 0,1-3-17 16,-4-4-51-16,-3-2-9 0,-4-2 22 0,-5-5-16 16,-7-15-10-16,-3-2 41 0,-3-1-43 0,-5-5 12 15,0-2-28-15,-3-2 18 0,-3-6-26 0,-3-11-2 16,0-4 6-16,-3-3-1 0,-2-10-7 0,1-3-3 16,-1-7-2-16,0-1-4 0,0-3-6 0,-2-2-11 0,1-5-78 15,-2-5-139-15,1-7-202 0,-6 5-122 0,1-9-138 16,-3-6-578-16,-7-7-879 0</inkml:trace>
  <inkml:trace contextRef="#ctx0" brushRef="#br0" timeOffset="172258.41">23897 14091 172 0,'-18'-20'626'0,"5"-1"-145"0,0 4-144 0,1 3-39 16,3 3-85-16,0-2-14 0,1 2-66 0,2 3-10 15,3 0-46-15,3 0 8 0,3 1-31 0,6-3 18 16,6 2-34-16,9-3 25 0,13-2-27 0,6-1 15 16,8 1-14-16,13-2 15 0,5-2-11 0,6 0 5 15,4-2-16-15,4 0 14 0,7 2-14 0,17-5 10 16,6 0-22-16,0 0 0 0,-1-1-2 0,1 0-6 15,1 2-5-15,2-2 5 0,3-1 19 0,5 0 13 16,-2 0 7-16,0-2-3 0,0-3-3 0,0 1 3 16,5-1 47-16,4-2-9 0,4-1-17 0,0-1-7 15,3-2-12-15,3-1-3 0,8 0 0 0,3 1-8 16,2-2-7-16,-1 1-4 0,-1 1 14 0,0 3-9 16,2 0-2-16,-5 0-7 0,-6 4-5 0,-7-1-3 15,-7 4-3-15,-8-1 0 0,-5 2-5 0,-26 4-2 16,-4 1 2-16,-3-1-7 0,-7-1 4 0,-4 1-4 15,-8 0 8-15,-5 1-10 0,-16 3 8 16,-3 1-5-16,-10 3 8 0,-5 1-9 0,-4 2 7 0,0 1-9 16,-6 1 8-16,0-1-7 0,-3 3 5 0,-1 0-6 15,0-1 7-15,-4 3 3 0,2-1 0 0,-1 1-11 16,-2-1 5-16,1 1-8 0,-7 3 5 0,11-3-3 16,-11 3 10-16,10 3 10 0,-3 1 12 0,-1 3 0 15,2 2 28-15,2 4-1 0,0 6-6 0,4 3-2 16,0 4 18-16,4 2-13 0,0 5-14 0,3 5 38 15,2 0-17-15,5 10-1 0,0 2 16 0,1 5-9 0,3 5-7 16,0 0-8-16,1 3-6 0,-1 2 39 16,0 3 12-16,0-2-13 0,-2 4-43 0,-1 3 48 15,-3 1 2-15,1 2 1 0,-3 1-34 0,-1 0 19 16,0 1-9-16,-3-3 8 0,-1 1-32 0,-1 0 6 16,1 1-18-16,-1-2 35 0,-2 1-14 0,0 0 5 15,-3-4-28-15,1-3 13 0,-2 0-27 0,-2-4 15 16,1-4-21-16,-2-7 14 0,-4-6-21 0,3 2 2 15,-4-4 2-15,0-1-3 0,-2-8 1 0,-2 1 2 16,-5-2-2-16,0-1-2 0,-4 2 17 0,-5-2-21 16,-8 0 16-16,-4-2-16 0,-12 3 18 0,-6 1-23 15,-6-3 23-15,-6-1-16 0,-7 0 13 0,-6-1-15 16,-8 0 17-16,-20 4-19 0,-5 1 20 0,-7-5-17 16,-3 1 19-16,-6-5-12 0,-8 2 14 0,-6-2 5 15,-7 1 6-15,-2-4 19 0,-8 4 3 0,-6-1 6 16,-7 3 10-16,-4 2-34 0,-3 3 50 0,-4 2-47 0,-41 10 46 15,39-3-6-15,-32 7-2 0,44-6-12 0,0-2-13 16,2 2-2-16,5-1-10 0,4 3-12 16,10-2-5-16,6-1-1 0,10 0-2 0,8-5-7 0,8-2 0 15,6 0 1-15,8 0-35 0,22-8 45 0,3-1-3 16,1-1 1-16,6 0-3 0,5-3-1 0,4-2-4 16,4 1 3-16,10-5 4 0,-1 0 3 15,4-1 4-15,3-2-6 0,7-3-3 0,3-1 2 16,3-3-6-16,5 2-7 0,1-5-11 0,3 1-27 0,1-1-24 15,1-2-23-15,2-1-34 0,1 3-26 0,-2-5-56 16,5 4-20-16,5-5-49 0,-10 4-14 0,10-4-82 0,0 0-131 16,0 0-104-16,-7-3-60 0,7 3-89 15,3-14-410-15,-2 3-771 0</inkml:trace>
  <inkml:trace contextRef="#ctx0" brushRef="#br0" timeOffset="172407.49">24854 16768 513 0,'0'0'501'0,"4"-10"-133"0,-4 10-69 0,1-10-64 0,-1 10-22 0,0 0-51 16,0-9-26-16,0 9-37 0,2-8-10 0,-2 8-44 15,0 0-20-15,2-5-80 0,-2 5-74 16,0 0-128-16,5-6-456 0,-5 6-217 0</inkml:trace>
  <inkml:trace contextRef="#ctx0" brushRef="#br0" timeOffset="174561.97">28953 10415 12 0,'2'-6'332'0,"2"-2"-63"0,1-1-53 16,0-2-9-16,2-2-13 0,-2-1-15 0,1-2-8 16,-1 2-3-16,2-4-11 0,-2 1-10 0,-1 0-20 15,-2-1-7-15,1 1-24 0,-1-1 19 0,-2 2-37 16,-1-2 13-16,-2-1-25 0,1 2 25 0,-3-1-25 16,0-1 20-16,-4 0-18 0,0 0 15 0,0-1-6 15,-4 3 12-15,0-1-9 0,-1 3 6 0,0 0-14 16,-2 2 1-16,-1 1-12 0,-2 2-4 0,1 2-10 15,-1 5-2-15,-2 1 16 0,2 5-12 16,-4 2 6-16,0 3-4 0,0 7 3 0,-1 3 3 0,1 6-6 16,1 5-11-16,5 2-6 0,1 2-1 15,4 2-2-15,3-3-6 0,2 1 0 0,3 0 30 0,3 2-8 16,1-2-12-16,4 0-4 0,1-2-9 16,3 1 1-16,3-3-9 0,0 0-4 0,6 2 23 15,3-3 16-15,-3-5-5 0,3-4-9 0,1-1-5 16,1-2-1-16,4-5 19 0,-3-3 8 0,3-3-9 15,1-2-1-15,-2-3 9 0,4-5-4 0,-3 1-14 16,4-8 7-16,-1 2-20 0,2-8 8 0,-3-4-21 0,0-3 10 16,-4-3-2-16,-1-4 1 0,-1-2-1 0,-4-3-4 15,-3-1-7-15,-1-2-12 0,-5 0 11 0,-4 0-15 16,-1 4 18-16,-4 1-19 0,-2-1 5 0,-4 5 0 16,1-1 3-16,-4 1 14 0,-3 6-21 0,0 0 25 15,-4 2-28-15,-1 3 29 0,-5 4-31 0,3 5 24 16,-3 2-18-16,-3 4-2 0,-3 4 0 0,-6 4 2 15,-8 7 6-15,1 5 0 0,0 5 18 0,-6 7-23 16,4 7 16-16,3 3-14 0,2 1 13 0,8-4-17 16,7 1 20-16,4 0-19 0,1-1 17 0,9-3-18 15,4-4 20-15,3-1-19 0,4-1 24 16,3-3-20-16,3-2 26 0,9 1-21 0,-1-3-2 16,6-2 0-16,2-3 0 0,2-3-2 0,-1-5 4 0,0 1-2 15,2-5 22-15,-3-1-26 0,1-3 20 16,0-1-25-16,-4-2 25 0,2-1-22 0,-5-6 24 15,-1 0-29-15,-2-3 23 0,-3-1-23 0,-3-4 24 0,-2-1-25 16,-2-1 25-16,-3 1-24 0,-2-5 23 16,-3 4-26-16,-3-1 3 0,-2 2 4 0,0 0 4 15,-1 2-2-15,-1 3 1 0,-3 2-3 0,2 0 0 0,-2 5-8 16,0 2-11-16,-3 4-29 0,3 2-63 16,-2 4-142-16,-1 1-124 0,0 3-77 0,-2 6-151 0,1 1-489 15,-1 1-717-15</inkml:trace>
  <inkml:trace contextRef="#ctx0" brushRef="#br0" timeOffset="176393.91">29152 11553 253 0,'0'0'533'0,"0"0"-154"0,0 0-70 0,10-2-82 0,-10 2-38 16,0 0-38-16,0 0 24 0,0 0-35 0,0 0 16 0,11 0-32 16,-11 0 5-16,0 0-28 0,12-4 10 0,-12 4-37 15,13-7 11-15,-5 2-18 0,1-1 11 16,0-1-14-16,0-1 14 0,1-3 2 0,-1 1 9 15,-2-2 1-15,1 0-5 0,1-2-15 0,-3-1 6 16,-2 0 6-16,1-1-1 0,-2 1-4 0,-2-3-12 16,-1 2 0-16,-1-1 0 0,-2 2-3 0,-2-2-10 15,-1 1-11-15,-4-1-8 0,-2 3-5 0,-1 0-6 0,-3 1-5 16,0 2-2-16,-4 1-1 0,-2 1-1 16,2 2-5-16,1 4 4 0,-2 0-3 0,1 2 0 15,-1 2 0-15,0 2 1 0,-1 1-1 0,0 5 27 16,0 0-3-16,-1 6 27 0,5 2-11 0,-1 2 1 0,3 3-5 15,0 2 12-15,5 3-7 0,2 2-7 0,3 2-1 16,3 2 7-16,3-4-4 0,3 3-3 0,0 0-5 16,6 0 11-16,0-3 0 0,4 2-2 0,2-6 0 15,-2-1-1-15,6-2-3 0,2-5-6 0,-1-1-6 16,1-4-3-16,0-3 40 0,0-2-56 0,-1-5 36 16,1-1-51-16,-1-4 49 0,1-3-62 0,0-1 9 15,-1-2 1-15,-1-4-1 0,-1-4 1 0,-1-1 13 16,1-3-1-16,-5-1 5 0,0-2-2 0,-2-2-6 15,0 0 12-15,-5-1-2 0,2-2-2 0,-5 2 1 16,0 1-2-16,-2-1 37 0,-3 0-54 0,-1 2 49 16,-4-1-55-16,0 4 49 0,-2 0-50 0,0 3 48 15,-5 1-51-15,1 2 45 0,-3 3-50 0,-2 2 50 16,-3 4-48-16,1 3 51 0,1 2-55 16,-3 4 10-16,-2 1 1 0,0 4 3 0,-2 2 0 0,-1 4 1 15,4 1 5-15,0 2 2 0,3 1 7 0,1 5-17 16,1 0 22-16,4 2-8 0,2 1-3 0,1 2 2 15,4-2 1-15,2-1 2 0,2 1 1 0,2-4 3 16,4 4 4-16,1-3-3 0,2 2-2 0,2-4 8 16,3-1 1-16,1 2 33 0,4-6-52 0,0-2 46 15,3 0-52-15,0-3 45 0,4-3-52 0,-1-2 48 16,-2-3-50-16,-1-2 52 0,0-2-53 0,0-3 50 16,-2 0-49-16,1-6 46 0,-1 1-47 0,-1-6 6 15,-3 0-3-15,0-6 13 0,-2-2 11 0,-3 0-25 16,0 2 28-16,-4-3-1 0,-2-2-3 0,1 3 1 15,-6-4 51-15,-1 3-51 0,-1 1 43 0,-2-3-51 16,-1 5 41-16,-3 1-48 0,0 2 43 0,-2 4-46 16,-3 1 41-16,-1 2-47 0,-1 1 44 0,-3 5-42 15,3 5 0-15,-3-1 5 0,1 5 0 0,-1 2 2 0,1 4 12 16,1 2 13-16,3 5 11 0,-1 3-27 16,2 2 29-16,5 6-25 0,3-1 35 0,4 1 7 15,2 0 1-15,3 0-14 0,5 3 4 0,3 0-4 16,0-5-7-16,4 0 3 0,3-2 31 0,1-3-37 15,2-4 31-15,-1-4-44 0,4-3 31 0,-1-5-39 16,2-2 34-16,1-4-43 0,1-4 1 0,-1-1 3 16,0-3-1-16,0-3-1 0,-4-3 4 0,-3-3 3 15,-1-1-3-15,-3-1-25 0,-4 1 31 0,-5 0 0 16,0-1-1-16,-5 0-3 0,0 2-1 0,-5-3 32 16,-4 1-38-16,-2 2 29 0,-1 2-36 0,-3 2 34 15,0 3-37-15,-3-1 34 0,1 7-37 0,1 0 3 16,1 4 9-16,-1 2-6 0,4 2 1 0,-3 3-11 15,2 0-10-15,2 3-28 0,1 2-24 0,2 0 28 16,3 2-39-16,1 0 2 0,2 2-39 0,4-2-24 16,0 1-45-16,2 0-76 0,4-1-107 0,-2-1-103 15,3 1-92-15,0-3-152 0,0-5-370 0,0 2-718 16</inkml:trace>
  <inkml:trace contextRef="#ctx0" brushRef="#br0" timeOffset="176574.44">29233 11478 4 0,'0'0'872'15,"0"0"-230"-15,-11 3-143 0,11-3-84 0,-9 2-35 16,9-2-11-16,0 0-26 0,-14 1-41 0,14-1-51 0,0 0-49 16,0 0-45-16,-13 0-43 0,13 0-48 0,0 0-60 15,0 0-97-15,0 0-130 0,8-6-143 0,-8 6-204 16,11-4-485-16,-4 1-671 0</inkml:trace>
  <inkml:trace contextRef="#ctx0" brushRef="#br0" timeOffset="176740.72">29194 11637 646 0,'0'0'795'0,"-5"3"-182"0,5-3-148 15,0 0-144-15,-11 3-94 0,11-3-68 0,0 0-79 0,0 0-84 16,-9 1-136-16,9-1-162 0,0 0-596 16,0 0-463-16</inkml:trace>
  <inkml:trace contextRef="#ctx0" brushRef="#br0" timeOffset="176925.61">29218 11689 838 0,'0'0'816'0,"-8"3"-184"0,8-3-155 0,0 0-103 15,-11 2-76-15,11-2-65 0,0 0-47 0,-6 3-57 16,6-3-98-16,0 0-116 0,0 0-132 0,1 8-108 16,-1-8-166-16,0 0-419 0,7 3-475 15</inkml:trace>
  <inkml:trace contextRef="#ctx0" brushRef="#br0" timeOffset="177106.76">29293 11709 905 0,'0'0'726'0,"0"0"-169"16,-5-4-157-16,5 4-150 0,0 0-139 0,0 0-58 15,0 0-95-15,0 0-98 0,0 0-168 0,0 0-487 16,7-4-321-16</inkml:trace>
  <inkml:trace contextRef="#ctx0" brushRef="#br0" timeOffset="179428.15">25560 10922 279 0,'-13'2'264'0,"-1"0"-59"0,1 1-31 0,-2 0-18 0,-1 0-10 0,-2 1-23 16,2 2-20-16,-3-1 6 0,1-1-10 0,-3 1-3 16,1 3-4-16,-2-3-7 0,3 2-7 0,-3 3 4 15,3-4-18-15,4 2 18 0,-2-2-33 0,4-1 2 16,-1 2-26-16,5-3 14 0,0-1-20 0,0 1 26 0,2 0-4 16,7-4 32-16,-7 7-34 0,7-7 26 0,-1 6-18 15,1-6 24-15,7 7-2 0,-7-7 23 0,16 4-3 16,-6-2 22-16,4-2-22 0,2 0 3 15,1 0-18-15,3 0 2 0,0 0-11 0,2 0 50 16,1 0 41-16,4-2-3 0,1 2-24 0,1-1-26 16,-2 1-17-16,4-2-20 0,-2 2-13 0,3 0-12 15,0-1 2-15,5-2 11 0,0 3-5 0,0 0-14 0,0-2-4 16,0 1-6-16,2 0-2 0,0 0-9 16,0-1 1-16,7-3 13 0,0-2 11 0,-1 1-7 15,0-1-4-15,3-3-5 0,-1 0-1 0,-1 1 4 16,1-2-8-16,1 0 5 0,-1 0-4 0,0 2 21 0,0-4-15 15,3 2-4-15,-2 0 4 0,0-1 3 16,-2 0-4-16,1-1-3 0,0 0 0 0,-3 3 3 0,0-1-2 16,0 0-1-16,-3 0-1 0,0 1 2 0,1-1-10 15,-1 3 4-15,1-3-9 0,2 1-1 16,-1 0-2-16,2 1 2 0,-2-1 7 0,2 0-8 16,1 2 16-16,-2-2-6 0,0 2 1 0,-3-2-1 15,3 3-5-15,-9-1-2 0,1 1-1 0,-1 1-2 0,1-1 0 16,-2-1 1-16,-1 3-1 0,1-4-5 15,1 3 2-15,-2-3 2 0,2 2 3 0,0-1 7 16,-1-1-4-16,7 1 0 0,1-3-4 0,0 0 36 16,1-1-41-16,1 0 30 0,2 0-14 0,2-1 37 15,0-2-45-15,-2 2 40 0,3 0-46 0,-1-2 45 16,-2-1-47-16,0 2 42 0,0 0-46 0,-2 1 42 16,-1-1-44-16,2 1 54 0,-3-1-49 0,3 0 47 15,-2 3-5-15,1-3-9 0,-1 1-2 0,1 1-4 16,2 1-5-16,-3-1-5 0,2 1-6 0,-2 0 1 15,2-1-2-15,-3 4-2 0,-1-3 4 0,2 1-7 16,-2 1 1-16,0 0-3 0,0 0 13 0,0 0 21 16,-1-1-47-16,-6 2 43 0,3-1-47 0,-4 3 45 15,3-4-3-15,-1 2 6 0,-1 1-4 0,7-3-9 16,-5 3-3-16,5-3 7 0,0 1-3 0,1 2 2 16,-1-2-6-16,1 2-5 0,-4-1-40 0,-1 2 43 15,-1 1-37-15,1-1 54 0,-1 1-43 0,2-1 39 0,-2 1-40 16,-1-1 39-16,-1 0-39 0,-2 1 41 15,1-1-47-15,-1 1 47 0,-5 1-47 0,5-2 38 16,-1 0-43-16,1 1 44 0,0-2-33 0,0-1 41 16,2 2-39-16,-2-1 37 0,6 1-41 0,-3-1 38 0,1-1-41 15,0 1 39-15,1 1-7 0,0 0-2 16,2-1-5-16,2 0 0 0,-4 0 1 0,0 1-6 16,0 0 0-16,-1-1-3 0,0 2 0 0,-2-2 1 15,2-1 0-15,-1 1 1 0,-1 0-3 0,1 0 1 16,-1 0 13-16,1 0-22 0,-1-1 19 0,2 0-12 15,0 0 8-15,7 1-19 0,-2 0 21 0,1 1-22 16,4-2 23-16,-2 2-22 0,2 1 18 0,1-1-17 0,0 0 17 16,-2 1-18-16,2 1 20 0,-2-3-19 15,0 1 19-15,-2-1-18 0,1-1 16 0,-3 0-2 0,0-2 2 16,2 0 2-16,-1-2-3 0,0 1-1 0,4-1 2 16,-1-3-3-16,2-1-4 0,-2 3 2 0,4-2-2 15,-2-1-1-15,0 1 2 0,-1 0 0 0,0 3-2 16,-2-1 9-16,0 2-6 0,-3 0-1 0,-2 0 11 0,-5 3-5 15,1-2 34-15,-3 3-44 0,-2 1 40 0,-5-1-42 16,-1 1 37-16,-4 0-40 0,-2 2 40 16,-2 1-41-16,-2-1 36 0,-2 2-41 0,0 1 37 0,-2-3-43 15,-2-1 34-15,-8 5-70 0,6-4-19 0,-6 4-98 16,-8-4-69-16,-4 1-128 0,-9 1-150 0,-3-1-104 16,-5 0-143-16,-10 2-531 0,-3-2-903 0</inkml:trace>
  <inkml:trace contextRef="#ctx0" brushRef="#br0" timeOffset="180641.78">25498 10600 89 0,'-16'3'253'0,"3"1"-84"0,-1 1-24 0,-2-1-40 0,2 1-8 0,-1-1-23 0,1 2 16 16,-1-2-13-16,0 1 4 0,2-1-16 0,0 1 7 15,0-3-2-15,1 0 9 0,2 1 4 16,-2-2 11-16,1-1 2 0,11 0-8 0,-21 2-10 16,21-2-6-16,-20-2-11 0,8 2-14 0,1-1-10 0,0-1-6 15,-1 1 1-15,3-1-3 0,-3 2-2 0,0 0-6 16,2-1-5-16,-3 0-2 0,3 1 1 15,10 0 6-15,-22-2 24 0,22 2 14 0,-18-1 2 16,18 1 6-16,-14-3-7 0,14 3-11 0,-11 0-7 0,11 0-9 16,-12-2-6-16,12 2-5 0,0 0-4 15,0 0 14-15,-9 3 5 0,9-3-8 0,0 0 1 0,8 7 15 16,-2-2-8-16,3-1-3 0,2 3 1 0,2-2-1 16,2 2 30-16,4 1 2 0,-1-1-16 0,2 0-4 15,3 0 7-15,-1-2 22 0,0 1-6 16,1-1-16-16,-2-4 29 0,0 0 1 0,-1 1 8 15,3-4 2-15,3 0-9 0,-2-3-14 0,4-1-13 16,2 0-9-16,2-2 19 0,0-1-14 0,7-3-15 0,-2 2-2 16,0-4-9-16,-5 4-6 0,5 0-2 15,-3 0 1-15,-4-1 5 0,2 1 6 0,-1 0-8 16,-1 0-2-16,1 1-10 0,-1-1 11 0,0-1-12 16,0 1 2-16,0-1 6 0,-2-1 5 0,2-1-4 15,-2-1 1-15,1 2-4 0,-1-3 11 0,4-2-6 16,-1-2 4-16,0 0-14 0,1 1 6 0,-2-1-4 15,2-1 1-15,-2 1-8 0,0 0 5 0,-4 2-7 16,-1-1 5-16,-2 2-1 0,3 0-2 0,-2 1-8 16,-1-1 7-16,-1-2-1 0,2 2 1 0,1-2-8 15,-1 1 8-15,3-6-6 0,1 4 2 0,-1-3-3 16,1 2 4-16,0-2-3 0,1 0 4 0,-2-2-3 16,4 2 0-16,-2-2 15 0,1-1-1 0,0 0 4 0,0 2-9 15,-1-4 5-15,0 2-6 0,-2 2 6 16,1-1 2-16,-8 4 6 0,1 1-14 0,-2 1 7 15,-6 2-12-15,1 0 7 0,0 2-8 0,-5 5 10 16,0-1-13-16,1 0 1 0,-3 4-35 0,-1-1-28 16,-1 1-56-16,2 2-57 0,-7 4-52 15,6-6-54-15,-6 6-20 0,0 0-65 0,0 0-78 0,-4 4-522 0,-3-1-555 16</inkml:trace>
  <inkml:trace contextRef="#ctx0" brushRef="#br0" timeOffset="184241.49">29141 11512 397 0,'0'0'359'16,"3"6"-63"-16,-3-6-21 0,0 0-18 0,4 5-33 15,-4-5 7-15,0 0-50 0,0 0-7 0,9-5-40 16,-9 5 7-16,5-8-37 0,-1 1 12 0,3 0-13 16,-1 0-15-16,3-4-26 0,-2 2 16 0,3-2-28 0,0 0 7 15,0 1-19-15,0-4 19 0,0 5 0 16,-1-5 3-16,0 1-19 0,-1-1 4 0,1 1-14 16,-3 0-10-16,1-2-1 0,-2 4 23 0,-1-1-4 15,-1 0-5-15,-1 4-2 0,-1-5-9 0,-2 7 0 0,-1-2 1 16,-3 0 14-16,2 2-5 0,-4 2-3 15,-1 0-7-15,8 4-2 0,-19-1 10 0,10 2 10 0,-2 4-11 16,-3 1 2-16,2 0 27 0,0 5 13 0,1-1-5 16,0 1-11-16,1 0-13 0,1 0-3 0,1 0 18 15,0-1 0-15,3 1 7 0,3-1-4 0,-2 1 7 16,2-3-7-16,4 1-4 0,-1-3-1 0,2 3-11 16,-1-4-9-16,6 1-4 0,-1-1-8 0,1-2-3 15,-8-3-3-15,17 4-4 0,-17-4-3 0,16-1-3 16,-16 1 2-16,14-4-9 0,-6-2 5 0,-3 2-3 15,2-2 0-15,-4 0 15 0,1-2-15 0,0 0 24 16,-3 0-24-16,-1 0 12 0,-1-1-15 0,-3 2 12 16,-1 0-13-16,1-2 11 0,-1 5-19 0,-4-1 20 15,0 0-7-15,-2 3 4 0,-1 1-16 0,0 1 18 16,0 1-17-16,-1 1-1 0,-1 3 4 0,3 0-2 16,-1-1 2-16,2 0 2 0,2 4 3 0,-2-2 0 15,2-2-1-15,1 3 4 0,0-2 2 0,2 1 6 16,0 2-5-16,3-2 2 0,2-6 2 0,-2 12 0 15,2-12-2-15,0 9 4 0,0-9 1 0,7 6-4 16,-7-6-1-16,11 5-3 0,-11-5 8 0,12-2-12 16,-6-1 1-16,-6 3-2 0,14-8 2 0,-9 3-3 15,0-2 0-15,-1 0 3 0,-1-2 5 0,-1 1 3 16,0 0 3-16,-2-2 3 0,0 4-1 0,-2-1 4 16,0-1 1-16,-1 3-4 0,1-2-1 0,-2 1-1 15,0 1-1-15,-3 2 1 0,7 3-4 0,-15-3-4 16,15 3-3-16,-18 3-3 0,7 2 3 0,-1-1 1 15,-2 5-5-15,3-2 1 0,0 0-3 0,1 2 2 16,3-1-3-16,0 0 6 0,1 1-4 0,1 1 4 16,1-2-3-16,0 0 3 0,4 0-3 0,0-8 4 15,3 14-2-15,2-9 0 0,0-1-2 0,1 1 4 16,3 0-7-16,1-4 5 0,-10-1 1 0,21-1-3 16,-10 1-2-16,1-5 5 0,-2 2-3 0,0-1 3 15,-2 0-3-15,0-2 0 0,-3 1 1 0,2 0 0 16,-3-1 3-16,-4 6-1 0,3-10 1 0,-3 10 1 15,-3-7 4-15,3 7-3 0,-9-5-3 0,9 5-1 16,-12-1-1-16,4 4 3 0,-2 0-8 0,-1 1 12 16,1-1-8-16,-1 5 6 0,-1 0-5 0,3-1 3 15,-2 2-8-15,4-3 5 0,0 4 1 0,0-3-2 16,2 0 3-16,0 1-2 0,1-2 1 0,4-6 4 16,0 11-4-16,0-11-3 0,3 9-2 0,-3-9 6 15,9 6-1-15,-9-6-1 0,13 0 0 0,-13 0 1 16,11-3-2-16,-2-1-3 0,-9 4 13 0,10-6-13 15,-10 6 14-15,9-8-14 0,-9 8 16 0,5-8-5 16,-5 8 10-16,0-11-15 0,0 11 15 16,-4-7 0-16,4 7-21 0,-7-6 16 0,7 6-12 0,-12-1 10 15,12 1-14-15,-20 3 16 0,9 1-7 0,0 3 17 16,-2 1 2-16,2 1-2 0,-1 1-3 0,1 1 2 16,-1 1-4-16,3 0 0 0,0 0-7 0,2 1-9 15,-2-1-6-15,1 0-4 0,2-1-8 16,1-2-11-16,-2 2-10 0,2-3-3 0,3-2-13 0,-2 2-23 15,4-8-24-15,-5 11-58 0,5-11-132 0,-7 6-153 16,7-6-173-16,0 0-717 0,-4-4-937 0</inkml:trace>
  <inkml:trace contextRef="#ctx0" brushRef="#br0" timeOffset="184757.51">28897 11671 591 0,'0'0'702'0,"0"0"-165"0,0 0-114 0,0 0-96 0,0 0-40 0,0 0-2 15,0 0-22-15,0 0-25 0,2-6-38 16,-2 6-41-16,9-3-27 0,-9 3-31 0,11-3-18 15,-11 3-24-15,18-5-19 0,-9 2-46 0,0 2-64 16,0-3-81-16,3-1-89 0,-1-1-13 0,2-1-51 16,-3 1-8-16,0-2 16 0,2 0 47 0,-6-1 48 0,1 2 46 15,-1 0 69-15,-3-3 57 0,-1 5 42 0,2-2 39 16,-4 7 9-16,0-10 33 0,0 10-3 0,-4-5 37 16,4 5-18-16,0 0 25 0,0 0-20 0,-9 4 21 15,9-4-16-15,-5 12-7 0,3-4-30 16,-1 3 17-16,-1 0-20 0,3 0-4 0,-2 0-24 0,1 0 15 15,-2 1 12-15,0-2-2 0,2 2 3 0,-1-1 3 16,-1-2 3-16,3-1-2 0,-2 1 9 16,2-4 4-16,-2 2 12 0,3-7-20 0,-3 7-14 15,3-7-17-15,0 0 1 0,0 0-14 0,-2-7-4 16,4-1-8-16,0 0-1 0,3-3-10 0,0-1-11 16,2 0 2-16,-1-1-1 0,1 2-5 0,-2 2 6 0,-1 0-6 15,-2 2 2-15,3 0-2 0,-2 0-3 0,-2 2 1 16,-1 5 1-16,4-9-4 0,-4 9-4 15,-4-8 1-15,4 8 1 0,-9-1-2 0,9 1-5 16,-14 1-7-16,4 0-17 0,0 2-32 0,1 1-36 16,-1-1-73-16,1 1-85 0,1 1-128 0,0-3-164 15,1 3-530-15,0-1-698 0</inkml:trace>
  <inkml:trace contextRef="#ctx0" brushRef="#br0" timeOffset="198423.69">29556 11864 559 0,'0'0'455'0,"0"0"-132"0,1-9-71 0,-1 9-99 16,0 0-54-16,9-4-88 0,-9 4-75 0,9 2-121 16,-9-2-317-16,15 2 2 0</inkml:trace>
  <inkml:trace contextRef="#ctx0" brushRef="#br0" timeOffset="198606.78">29449 11851 625 0,'-7'-6'449'16,"3"0"-115"-16,2 0-97 0,2 6-53 0,-4-7-52 15,4 7-17-15,0 0-66 0,2-6-56 0,-2 6-96 16,0 0-107-16,13 0-353 0,-13 0-78 0</inkml:trace>
  <inkml:trace contextRef="#ctx0" brushRef="#br0" timeOffset="198825.55">29006 11628 550 0,'-6'-3'416'16,"6"3"-78"-16,-11-6-86 0,11 6-49 0,-8-4-38 0,8 4-35 16,0 0-29-16,0 0-40 0,0 0-85 0,0 0-106 15,0 0-134-15,0 0-297 0,13 1-75 16</inkml:trace>
  <inkml:trace contextRef="#ctx0" brushRef="#br0" timeOffset="198995.54">29001 11581 261 0,'0'0'698'0,"0"0"-219"0,-11-1-126 0,11 1-143 16,0 0-70-16,0 0-85 0,-7 4-54 0,7-4-84 0,2 8-99 16,-2-8-424-16,2 9-119 0</inkml:trace>
  <inkml:trace contextRef="#ctx0" brushRef="#br0" timeOffset="209738.83">29072 10674 26 0,'0'0'640'0,"0"0"-185"0,0 0-113 0,0 0-63 15,0 0-43-15,0 0-22 0,0 0-18 0,0 0-14 16,0 0-22-16,0 0-28 0,7 2-25 0,-7-2-23 15,0 0-20-15,13-1-31 0,-13 1-61 0,11-1-80 16,-11 1-115-16,17-2-124 0,-17 2-428 0,14-2-293 16</inkml:trace>
  <inkml:trace contextRef="#ctx0" brushRef="#br0" timeOffset="210093.23">30706 10899 354 0,'0'0'202'0,"-6"-5"-150"16,6 5-245-16,-7-5 57 0</inkml:trace>
  <inkml:trace contextRef="#ctx0" brushRef="#br0" timeOffset="210322.14">31046 10856 718 0,'0'0'697'0,"0"0"-166"0,0 0-113 16,-4-5-116-16,4 5-98 0,0 0-49 0,0 0-38 16,0 0-48-16,0 0-65 0,0 0-72 0,0 0-57 15,0 0-80-15,0 0-77 0,0 0-119 0,5 4-274 0,-5-4-183 16</inkml:trace>
  <inkml:trace contextRef="#ctx0" brushRef="#br0" timeOffset="210541.67">31143 10890 249 0,'0'0'372'0,"0"0"-143"0,0 0-81 0,2 6-87 16,-2-6-53-16,0 0-69 0,0 0-117 0,0 0-83 16,0 0 82-16</inkml:trace>
  <inkml:trace contextRef="#ctx0" brushRef="#br0" timeOffset="212838.71">28914 10449 355 0,'0'0'419'0,"0"0"-58"0,0 0-75 16,0 0-12-16,0 0-56 0,0 0-6 0,0 0-35 0,-6-5 4 15,6 5-49-15,0 0 10 0,0 0-32 0,0 0 14 16,0 0-16-16,0 0 12 0,0 0-12 15,0 0 13-15,0 0-4 0,0 0-11 0,0 0 4 0,0 0 2 16,5-6-2-16,-5 6-6 0,8-4-3 16,-8 4-8-16,11-4-14 0,-3 0-21 0,0-1 3 0,1-1-1 15,2-1 5-15,-1 0-9 0,1-2 3 16,1-1-2-16,-3 2 12 0,1-3 4 0,1 2 4 0,-4-1-25 16,2 0 3-16,-4 0-22 0,2 1 20 0,-5-1-13 15,3 2 39-15,-3-1-35 0,0 2 27 0,-2 7-41 16,0-13 30-16,-2 7-49 0,2 6 44 0,-9-8-55 15,9 8 3-15,-17 0-3 0,7 3 0 0,-5 1 0 16,0 3-3-16,-2 1 5 0,0 3 0 0,-1 1 14 16,0 1 16-16,4 0 20 0,0 0 17 0,-1 2-54 15,3-2 3-15,2-3 14 0,1 3 1 0,1-3 4 0,3 0 9 16,-2 0 6-16,4 0 7 0,1-1 2 16,2-1 5-16,1-1-10 0,3-1-9 0,3 1-8 15,1-4-8-15,2 2-6 0,3-5-2 0,-2 0-12 16,4-2 1-16,1-2 32 0,-2-1-46 0,2-3 33 0,-2 0-42 15,2-5 39-15,-4-1-41 0,-1-2 34 16,1-1-39-16,-6-2 42 0,3 0-43 0,-5-2 48 16,-2 2-40-16,0 2 40 0,-2 0-36 0,-3 1 39 15,2 1-29-15,-2 0 32 0,-2 5-38 0,0 1-10 0,1 2 14 16,-2 1 0-16,6 6 14 0,-15-3-12 0,7 8 32 16,-2 0-38-16,1 3 34 0,-3 4-39 0,3 1 35 15,0 1-40-15,-1 5 36 0,5-1-34 0,1-2 34 16,0 1-38-16,3-1 4 0,1 1 6 0,1 0 0 15,2 0 3-15,1-4 0 0,0 1 0 0,2 0-1 16,2-3 5-16,-1-1 1 0,-2-2-2 0,3-1 0 16,0-3 1-16,-8-4-2 0,15 3-1 0,-15-3 0 15,15-4 0-15,-7 1 28 0,-3-4-35 0,3-2 32 16,-4-1-38-16,1 0 33 0,-3-4-42 0,0 0 41 16,-1 2-36-16,-2-2 31 0,-1-2-35 0,-3 3 38 15,0-2-40-15,0 3 38 0,-1 1-35 0,-3 2 35 16,0 4-32-16,-1 0 33 0,-1 3-37 0,11 2 44 15,-23 2-44-15,9 3 39 0,0 2-36 0,4 3 42 16,-3 0-40-16,4 1 35 0,0 3-33 0,3-3 33 16,1 4-32-16,2-3 3 0,3-1 3 0,0 2 0 15,2-2 3-15,1-1 3 0,4-1-1 0,0 0 2 16,2-3-3-16,0-1-2 0,4-2-2 0,-1-2 3 16,0-2 4-16,1-2-7 0,4-1 32 0,-4-1-37 15,1-5 35-15,1-1-36 0,-5-4 34 0,3 1-38 16,-4-3 42-16,-3 3-42 0,-2-3 37 0,-1 1-37 0,-3 2 43 15,-3-2-45-15,1 1 36 0,-4 4-33 16,1-3 34-16,-4 6-36 0,-2-2 3 0,1 6 3 0,-1 1 5 16,-3 3-1-16,0 2 36 0,-2 1-41 15,2 3 36-15,-2 4-39 0,2 1 39 0,0 1-33 0,3 3 34 16,3-1-34-16,-1 1 42 0,5 0-40 0,2-1 8 16,0 0 3-16,4-1-2 0,3-1 8 0,2 1-7 15,2-2 0-15,0-2 0 0,4-2-1 0,1 0-3 16,0-3 3-16,2-2 0 0,-1-2 1 0,0 0 30 15,1-3-36-15,0-1 32 0,-2-4-40 0,0 2 36 16,-1-4-36-16,-3-1 35 0,-1-2-39 0,-2-2 41 16,-2 1-43-16,-4-2 35 0,0 2-32 0,-2 1 37 15,-3-1-37-15,-2 0 34 0,-1 2-37 16,-4 1 38-16,-2 3-39 0,0 1 39 0,-3 2-37 0,0 3 40 16,-1 2-38-16,-3 2 36 0,4 3-33 0,-1 1 30 15,-1 3-38-15,3 3 40 0,1 2-35 0,1-2 39 16,5 3-33-16,3-2 39 0,1 3-36 0,4-3 7 15,2-1 4-15,2 3 0 0,3-2 3 0,3-2-4 16,1 0-3-16,0-3 0 0,4-1 0 0,2-1 0 16,0-5-1-16,-2 0 2 0,4-1 26 0,-3-2-36 15,0-1 36-15,1-5-37 0,-3 0 32 0,-3-2-39 16,3-3 37-16,-5-1-35 0,-2-1 34 0,-2-1-36 0,-1 0 35 16,-3 0-37-16,-2-1 39 0,-4 3-38 15,0-2 37-15,-3 3-38 0,-1 1 37 0,-4 0-38 0,2 5 5 16,-6 0 3-16,0 3 34 0,-2 4-33 15,0 1 29-15,-1 4-36 0,-1 1 38 0,2 3-38 0,0 1 36 16,3 5-33-16,1-2 33 0,5 3-33 0,2-1 36 16,3-2-29-16,4 2 35 0,2-4-36 0,4 4 4 15,2-2-1-15,2-2 3 0,2-1-2 0,4-3 1 16,0 0 2-16,2-3-2 0,-1-2-5 0,0-2 32 16,0 0-40-16,0-4 38 0,0 0-38 0,0-2 36 15,-3-3-24-15,0 0 18 0,-3-3-36 0,-2 0 38 16,-1-2-29-16,-2-2 24 0,-3 1-33 0,-4 2 35 15,0-2-36-15,-3 0 35 0,-3 3-30 0,-2 0 33 16,0 1-34-16,-4 4 3 0,-2 1 5 0,0 3 34 16,-2 0-38-16,0 4 33 0,0 2-33 0,1 2 31 15,1 2-34-15,0 0 39 0,4 4-39 0,0-1 37 16,3 2-36-16,0 1 39 0,4-1-47 0,5 0 45 16,0-2-32-16,5 2 33 0,2-2-34 0,2-1 1 15,2-1 2-15,4-2 3 0,1-1 33 0,2-2-37 16,-2-2 33-16,2-1-35 0,1-3 33 0,-1-1-35 15,-1 0 37-15,-2-2-37 0,0-5 32 0,0 3-31 0,-3-4 29 16,-3-1-34-16,-1 0 39 0,-4-1-36 16,-2-2 35-16,-2 3-38 0,-2-2 39 0,-5 2-40 15,0-1 38-15,-5 6-36 0,-1-3 4 0,-1 4 1 16,-2 1 4-16,0 3 33 0,-3 3-36 0,0 2 34 0,4 2-36 16,-2 0 31-16,0 4-33 0,2 1 33 0,2-1-34 15,1 3 36-15,1 1-36 0,4 0 36 0,2 1-35 16,3-3 37-16,1 3-34 0,4-3 35 15,0 1-35-15,5-3 3 0,2 1 1 0,4-3 35 0,1 0-37 16,0-4 37-16,0 0-40 0,0-2 36 0,2-2-38 16,0-3 36-16,-2-1-36 0,2 0 36 0,-3-2-34 15,0-1 34-15,-3-2-36 0,-2 0 39 16,-1-1-39-16,-4 2 37 0,-2-2-38 0,-3 4 34 0,-2-3-34 16,-2 2 34-16,-5 0-36 0,-3 0 40 0,-1 3-38 15,0 3 3-15,-5 2 37 0,4 1-38 0,-4 1 34 16,1 2-34-16,-2 3 35 0,0 2-35 0,3 0 31 15,2 0-34-15,4 2 38 0,0 0-37 0,1 0 37 16,4-1-31-16,3 1 34 0,3-2-36 0,0 1 39 16,7-3-36-16,0 1 34 0,5-2-36 0,1-2 35 15,0-2-38-15,3-1 34 0,2-1-35 0,-3-4 38 16,3 2-37-16,-4-4 35 0,3-1-36 0,-4 0 38 16,-1-2-40-16,-3 1 36 0,-2-3-36 0,-2 1 33 15,-3 2-43-15,-4-1-1 0,-2 2-96 0,-4 0-50 16,-2 1-61-16,-5 2-122 0,-1 4-165 0,-4 1-119 15,-2 1-859-15,2 4-1127 0</inkml:trace>
  <inkml:trace contextRef="#ctx0" brushRef="#br0" timeOffset="213606.12">28907 10322 677 0,'-9'6'800'0,"9"-6"-186"0,-5 3-141 16,5-3-106-16,0 0-76 0,-2 6-58 0,2-6-43 16,4 6-39-16,-4-6-29 0,12 3-25 0,-12-3-16 0,14 3-18 15,-14-3-10-15,18-2-12 0,-8-1-7 16,0 0-8-16,0-1-6 0,2-4-9 0,-2-2 3 15,1 0 5-15,0 0-12 0,-5-5-3 0,4 1 4 16,-6 0 2-16,1-2 40 0,-2 0 19 0,-3-1-6 0,0 1-9 16,-1 0 5-16,-3 0-2 0,0 2 2 0,-4 0-6 15,-1 3-11-15,0 0-5 0,-5 3-6 16,0 3-5-16,-2 1 2 0,-1 4-12 0,-3 2 2 0,2 1-11 16,-3 6 14-16,0-1-17 0,1 4 4 0,4 1-10 15,2 2 11-15,1 0-12 0,5 3 5 0,4-2-12 16,4-3 7-16,4 3-26 0,3-3-11 0,5 1-61 15,2-1-92-15,6-3-85 0,0 0-109 0,4-3-98 16,1-5-127-16,1 1-321 0,1-3-509 0</inkml:trace>
  <inkml:trace contextRef="#ctx0" brushRef="#br0" timeOffset="213971.99">29489 10144 354 0,'-6'-8'570'0,"2"1"-165"16,-1 0-71-16,1-1-86 0,-1 1-18 0,1 1-43 15,-1-1 23-15,3 0-32 0,-1 2 22 0,1-2-9 0,-1 1 10 16,3 6-4-16,-4-9-22 0,4 9-16 15,-4-9-21-15,4 9-13 0,-2-5-16 0,2 5 29 16,0 0 12-16,0 0 23 0,0 0-13 0,5 10 28 16,-4-1-53-16,3 1 43 0,-1 2-57 0,-1 2 39 0,3 3-60 15,0-1 32-15,-2 3-64 0,1 2 53 16,1 1-53-16,-1 0 40 0,1 0-50 0,2 1 26 16,-3 1-46-16,3-2 22 0,-2 3-43 0,1-5 32 0,-1 2-49 15,2-3 4-15,-5-2-14 0,3 0-43 0,-1-3-52 16,-1-3-47-16,-1 0-64 0,2-2-129 15,-1-2-198-15,-3-7-174 0,6 4-675 0,-6-4-995 16</inkml:trace>
  <inkml:trace contextRef="#ctx0" brushRef="#br0" timeOffset="214172.34">29677 9953 1022 0,'3'-8'709'0,"-3"8"-142"16,2-11-117-16,-2 11-54 0,2-8 8 0,-2 8 5 15,0 0-49-15,0 0-40 0,9 8-17 0,-7-1-19 16,2 5-37-16,2 3-44 0,1 4-4 0,0 3-50 16,4 6 11-16,0 1-60 0,-1 0 6 0,1 2-53 15,3 2 24-15,-4-2-65 0,1-2-11 0,-2-1-109 16,0 0-63-16,-2-4-71 0,2-5-117 0,-4 0-124 16,1-2-116-16,-2-3-151 0,0-6-453 0,0 3-812 15</inkml:trace>
  <inkml:trace contextRef="#ctx0" brushRef="#br0" timeOffset="214376.05">29999 9978 337 0,'3'-7'874'0,"0"-1"-208"0,-3 8-126 0,2-9-79 0,-2 9-10 16,0 0-26-16,0 0-30 0,0 0-45 15,14 6-47-15,-9 1-46 0,0 2 9 0,2 2-85 16,2 2 18-16,1 5-71 0,0-1 20 0,5 5-31 15,-2 0-21-15,2 0-26 0,0 2-44 0,-1-2-54 16,-3-3-115-16,-1-1-70 0,2-2-117 0,-3 2-147 0,-1-5-90 16,-1-1-183-16,-2-1-440 0,2-3-801 0</inkml:trace>
  <inkml:trace contextRef="#ctx0" brushRef="#br0" timeOffset="214589.19">30406 9919 679 0,'0'0'854'0,"4"-6"-178"0,-4 6-121 16,0 0-71-16,0 0-27 0,6 6-35 0,-6-6-51 15,2 12-55-15,0-6-34 0,0 3 11 0,2 4-91 16,1 2 2-16,1 3-79 0,2 2 16 0,1 1-27 16,2 5-20-16,1-1-28 0,-1-2-67 0,0 1 12 15,-1-4-102-15,-1 1-34 0,0-3-94 0,1-2-136 16,-3-3-166-16,-1 0-100 0,-1-3-196 0,-1-3-310 15,1-3-741-15</inkml:trace>
  <inkml:trace contextRef="#ctx0" brushRef="#br0" timeOffset="-214707.86">30734 9907 342 0,'9'-7'813'0,"-9"7"-199"0,7-4-85 0,-7 4-46 16,0 0-8-16,11 3-40 0,-11-3-40 0,8 4-61 15,-8-4-45-15,10 10 6 0,-4-2-101 0,1-1 13 0,0 5-75 16,1 1 14-16,5 2-25 0,-4 1-26 16,2 1-19-16,-1 1-22 0,1 0-35 0,-2-1-63 15,1 0-88-15,-4-1-92 0,-1-2-127 0,1-2-148 16,-1 1-85-16,-3-3-181 0,3-2-312 0,-2-2-694 0</inkml:trace>
  <inkml:trace contextRef="#ctx0" brushRef="#br0" timeOffset="-214524.37">31095 9837 381 0,'0'0'814'15,"2"-9"-199"-15,-2 9-88 0,0 0-51 0,0 0-14 16,0 0-37-16,7 4-53 0,-7-4-13 0,3 12-97 0,1-5 11 16,-1 4-90-16,-1 1 12 0,5 1-38 0,-2 3-31 15,1-1-29-15,1 4-21 0,0 0-13 0,2 0-23 16,-2 0-47-16,0-1-61 0,1-2-102 0,0-3-145 15,-3 0-163-15,0 1-91 0,-1-6-185 0,0-2-354 16,-4-6-725-16</inkml:trace>
  <inkml:trace contextRef="#ctx0" brushRef="#br0" timeOffset="-214339.74">31345 9791 182 0,'1'-9'878'0,"1"1"-244"0,-2 8-125 0,2-8-75 16,-2 8-8-16,0 0-31 0,0 0-29 0,11 3-37 15,-8 4-30-15,4 1-80 0,-1 1 0 0,2 5-72 16,2 1 7-16,1 3-62 0,2 0 11 0,-1 2-14 16,-1-2-27-16,1-1-10 0,-1 1-31 0,-2-2-55 15,0-3-72-15,-1 1-110 0,-2-4-103 0,-1-1-84 0,-1-2-94 16,-4-7-127-16,5 7-440 0,-5-7-682 16</inkml:trace>
  <inkml:trace contextRef="#ctx0" brushRef="#br0" timeOffset="-214156.24">31674 9675 670 0,'6'-7'582'0,"-6"7"-79"0,0 0-11 15,0 0-25-15,8 3-61 0,-8-3-16 0,3 8-55 16,1 0-48-16,0 0-64 0,0 0-39 0,2 2-50 16,-1 1-12-16,2 1-40 0,1 1-15 0,-2 0-12 15,0-1-14-15,2 1-10 0,-2-1-63 0,0-2-94 0,-1 0-119 16,1-3-102-16,-2 2-90 0,0-2-100 15,-4-7-507-15,7 7-658 0</inkml:trace>
  <inkml:trace contextRef="#ctx0" brushRef="#br0" timeOffset="-213974.72">32111 9512 297 0,'10'-5'671'15,"0"2"-111"-15,-10 3-27 0,17 3-11 0,-8 0-54 16,1 5-24-16,1 0-62 0,-2 4-29 0,2 0-82 15,1 3-11-15,0 1-70 0,-1 2-5 0,3 1-62 16,-3-2-1-16,3 1-52 0,-3 0 20 0,2 0-42 16,0-1-24-16,-2-1-34 0,1-2-56 0,-3-1-107 15,0-2-139-15,-2-2-130 0,0-2-127 0,-2 1-709 0,-5-8-884 16</inkml:trace>
  <inkml:trace contextRef="#ctx0" brushRef="#br0" timeOffset="-213325.09">28279 10308 460 0,'2'-9'404'0,"0"-2"-68"0,4 2-59 0,-2-1-14 0,3 0 26 0,0 2-25 0,1 0-4 0,1 2-19 15,-1-2-6-15,-1 4-9 0,-2 0 7 0,-5 4 5 16,14-3 6-16,-14 3 23 0,11 3-28 0,-5 1 25 15,2 3-47-15,-3 3 46 0,1 2-55 0,-2 2 18 16,1 2-56-16,3 5 10 0,-3 0-66 0,1 2-21 16,1 0-19-16,2 6-12 0,-1-1-11 0,3-2-11 15,-1 3-31-15,0-3 17 0,2 1-44 0,-1-3-70 16,-2-4-77-16,0-2-89 0,0-1-134 0,-4-2-140 16,2-5-118-16,-2 0-748 0,-5-10-997 0</inkml:trace>
  <inkml:trace contextRef="#ctx0" brushRef="#br0" timeOffset="-213124.74">28073 10357 608 0,'-19'-3'869'16,"5"0"-203"-16,3 3-154 0,11 0-100 0,-16 2 1 0,10 2-11 16,2 1-17-16,4 3-35 0,3 1-28 15,3 4-53-15,2 1-51 0,3 2-41 0,6 4-35 16,0-1-29-16,0 1-41 0,1-1 8 0,0 0-47 15,0 0-16-15,-5-2-75 0,-3-3-74 0,0-2-100 0,-1 1-159 16,-4-4-118-16,-3 1-212 0,-2-2-548 0,-2-3-878 16</inkml:trace>
  <inkml:trace contextRef="#ctx0" brushRef="#br0" timeOffset="-212924.81">27910 10370 1108 0,'0'0'836'0,"0"0"-141"0,1 6-127 0,-1 3-61 16,3 0-41-16,2 5-45 0,0 0-50 0,1 2-33 16,-1 2-81-16,2 2-20 0,-1 1-72 15,-1 0-5-15,2 0-56 0,-2 1 8 0,-1-1-55 0,1 0 9 16,-1 1-62-16,-1-4-10 0,1 1-75 0,-1-2-39 16,-1-1-43-16,0-2-69 0,0 1-96 0,-2-6-112 15,3 2-83-15,-3-4-169 0,0-7-534 0,-2 11-834 16</inkml:trace>
  <inkml:trace contextRef="#ctx0" brushRef="#br0" timeOffset="-212740.74">27682 10632 817 0,'-19'3'870'16,"4"0"-176"-16,-2 3-171 0,2 1-58 0,-2-1-63 15,3 2-23-15,2-1-26 0,1 3-57 0,2 0-23 16,-1-1-61-16,6 2-22 0,4 1-37 0,0 0-32 15,3 1-23-15,4 2-36 0,2-1-57 0,0 1-68 16,2-4-96-16,-1 3-146 0,-1-6-178 0,-3 3-118 16,2-5-766-16,-8-6-967 0</inkml:trace>
  <inkml:trace contextRef="#ctx0" brushRef="#br0" timeOffset="-212557.56">27185 10688 906 0,'-12'2'831'0,"1"2"-172"16,3 1-162-16,3 2-27 0,-1 2-45 0,4 2-35 16,0 1-43-16,4 1-76 0,0 4-41 0,4 2-60 15,2 1-21-15,1 2-37 0,1 2-18 0,3 1-25 0,-3-4-33 16,-1-2-50-16,1-2-62 0,-2 1-90 16,0-4-122-16,-1-2-139 0,-3-1-73 0,-4-4-159 15,0-7-444-15,0 11-719 0</inkml:trace>
  <inkml:trace contextRef="#ctx0" brushRef="#br0" timeOffset="-212391.5">26965 10809 592 0,'0'0'761'0,"0"0"-187"16,-19 3-92-16,15 2-61 0,-1 0-26 0,1 1-28 16,-1 5-51-16,3-3-44 0,-1 4-15 15,1 1-58-15,2-2-43 0,0 5-29 0,0-3-27 0,1 4-19 16,0-1-17-16,1 1-21 0,0-3-69 15,-2 2-107-15,1-5-138 0,-1 0-131 0,-1 1-139 0,1-5-667 16,-4 3-817-16</inkml:trace>
  <inkml:trace contextRef="#ctx0" brushRef="#br0" timeOffset="-212225.26">26615 10915 666 0,'-14'1'815'16,"14"-1"-188"-16,-11 2-144 0,11-2-75 15,-7 11-46-15,5-5-34 0,2 0-50 0,0 4-54 0,1 3-46 16,0-3-44-16,3 5-24 0,-1 1-22 0,2 1-20 16,-3 0-13-16,3 0-17 0,-1-2-62 0,0 1-112 15,-1-2-135-15,-2-1-125 0,0-2-150 0,-2 0-544 16,-3-4-708-16</inkml:trace>
  <inkml:trace contextRef="#ctx0" brushRef="#br0" timeOffset="-212040.49">26300 10964 728 0,'0'0'840'0,"-11"-2"-195"0,11 2-151 0,-7 6-66 15,4 0-38-15,3 2-48 0,0 2-35 0,1 1-42 16,3 4-58-16,1 0-42 0,0 5-25 0,1 0-36 16,1 2-16-16,0 0-32 0,-1-2-35 0,0 0-79 15,-2-3-100-15,0 2-158 0,-1-5-127 0,-3-2-161 16,-2 1-538-16,-2-5-756 0</inkml:trace>
  <inkml:trace contextRef="#ctx0" brushRef="#br0" timeOffset="-211873.86">25942 11089 512 0,'-12'-2'694'16,"1"2"-182"-16,-1 0-76 0,3 3-73 0,0 2-39 15,0 1-17-15,3 0-10 0,0 2-38 0,-1 0-51 16,3 2-39-16,2 1-28 0,-1 1-38 0,1 0-18 15,2 1-20-15,-2 0-18 0,2 0-68 0,-1-2-127 16,1 2-119-16,-2-4-88 0,-2-1-145 0,-1 0-508 16,-2-3-614-16</inkml:trace>
  <inkml:trace contextRef="#ctx0" brushRef="#br0" timeOffset="-211708.69">25349 11126 908 0,'-12'4'666'0,"2"3"-139"0,2-1-110 0,2 2-68 16,-1 0-54-16,5 4-51 0,-1-3-36 0,1 4-26 16,4-3-28-16,-2 2-42 0,4-1-32 0,-1 0-98 15,1 0-133-15,1-2-120 0,-1 2-126 0,-2-6-169 16,-2-5-297-16,3 10-412 0</inkml:trace>
  <inkml:trace contextRef="#ctx0" brushRef="#br0" timeOffset="-211574.31">25199 11180 327 0,'-11'-5'870'0,"11"5"-216"16,-13-3-137-16,13 3-103 0,-13 8-23 0,5 2 6 16,2 0-24-16,-3 5-7 0,1 2-69 0,1 1-54 15,0 2-46-15,1 0-34 0,2 4-35 0,0-1-49 16,3 0-43-16,1-2-100 0,0-1-151 0,0 0-239 16,-1 1-324-16,1-5-466 0,-3-2-852 0</inkml:trace>
  <inkml:trace contextRef="#ctx0" brushRef="#br0" timeOffset="-185574.36">17081 6029 9 0,'0'0'107'16,"0"0"-104"-16,0 0-44 0,0 0 13 0</inkml:trace>
  <inkml:trace contextRef="#ctx0" brushRef="#br0" timeOffset="-185292.01">18252 6002 315 0,'0'0'253'0,"-8"3"-138"0,8-3-146 16,0 0-177-16,0 0 65 0</inkml:trace>
  <inkml:trace contextRef="#ctx0" brushRef="#br0" timeOffset="-162511.58">23211 3748 371 0,'2'-9'467'0,"-1"2"-107"16,1-2-57-16,-1 1-24 0,0 0-42 0,-1-1-46 15,-2-1-20-15,0-1-10 0,1 1-22 0,-1 2 1 16,-2-3-5-16,-1 2-7 0,0-1 8 0,-1 2 4 16,1 0-5-16,-1 1-17 0,-2-1-15 0,1 2 5 15,-1 2-6-15,-1 0-8 0,-2 2 14 0,0 1 4 16,-3 1-10-16,1 1-15 0,1 1 25 0,-4 2-18 15,0 1-17-15,-2 4 18 0,-1 1-7 0,3 1-2 16,-2 2-24-16,4-1-5 0,-1 3-1 0,3-1 21 16,2 4-9-16,0-1-10 0,1-2 24 0,4 3-1 15,1 0 5-15,2-2 38 0,0 3-61 0,4-1 45 16,0 0-52-16,3 2 32 0,3 0-59 0,0-1 40 16,4 1-59-16,1-2 46 0,0-1-54 0,1 1 40 0,1-4-52 15,1 1 45-15,0-3-51 0,0-2 51 16,0-3-50-16,-2 3 46 0,2-6-39 0,-2-1 36 15,1 0-46-15,-2-2 50 0,0-1-26 0,1-3 34 16,0-1-47-16,2 0 44 0,-3-7-38 0,2 2 52 0,0-6-33 16,-2 1 31-16,-1-4-43 0,0-1 35 0,0 0-27 15,-3-1 3-15,-2-4 4 0,0 3 26 16,-3-3-34-16,-1 0 45 0,-1 0-39 0,-4 1 41 16,-1 0-11-16,-1 0-9 0,-3 2 0 0,-1 1-9 0,-1-1-9 15,-4 2-2-15,2 2-6 0,-2 1-6 0,-2 0 2 16,1 5-6-16,-2-1 1 0,0 4-4 15,-1-2-2-15,4 4 2 0,-3 3-1 0,0-1-4 0,2 3 4 16,-1 1-29-16,-4 3 36 0,0 1-36 0,3 0 46 16,-5 4-36-16,3 1 37 0,-2 2-27 0,1 2 39 15,3 0-34-15,-3 5 4 0,2 2 11 0,0-1 15 16,3 3-4-16,2-3 17 0,2 1 7 0,5 0 9 16,0 3 33-16,1 1-40 0,2-5 37 0,4 3-40 15,2 0 0-15,4-2-7 0,2 1 8 0,2-1-4 16,4-1-6-16,2-2-2 0,3-2-4 0,4-1-9 15,-1-5-5-15,2 0-3 0,-1-5-1 0,2 0-1 16,-1-3 0-16,2-1-6 0,-2-2 5 0,-1-4-6 16,3 1 3-16,-1-4-2 0,1-2-1 0,-3-3 1 15,0-1 2-15,-2-1 3 0,-1-3-9 0,-3-3 2 16,0 1-31-16,-5-1 67 0,0-1 12 0,-5 4 36 0,-2-2 1 16,-2 4-73-16,-4-2-15 0,-2 2 0 15,-6-2 0-15,0 0 0 0,-5 1 0 0,-4-2 0 16,-4 1 0-16,-4 2 0 0,-3 3 0 0,-1 1-94 15,0 0-102-15,1 5-116 0,3 4-38 0,2-1-98 16,-1 3-150-16,2 4-147 0,-1 3-225 0,-1-2-453 0,0 2-1031 16</inkml:trace>
  <inkml:trace contextRef="#ctx0" brushRef="#br0" timeOffset="-161409.52">21369 4407 517 0,'-10'-4'535'0,"10"4"-165"0,-8-4-81 0,8 4-156 15,0 0-89-15,-9-4-40 0,9 4-6 0,0 0-12 16,0 0-26-16,0 0-32 0,0 0-45 0,13 1-70 15,-13-1-272-15,13 2 59 0</inkml:trace>
  <inkml:trace contextRef="#ctx0" brushRef="#br0" timeOffset="-161108.22">23167 4631 880 0,'-4'7'585'0,"4"-7"-185"16,-4 6-171-16,4-6-214 0,-3 6-149 0,3-6-98 15,0 0-312-15,0 9-54 0</inkml:trace>
  <inkml:trace contextRef="#ctx0" brushRef="#br0" timeOffset="-158610.6">20703 3176 441 0,'-14'1'671'0,"3"0"-146"16,11-1-109-16,-17 1-78 0,17-1-78 0,-15 2-47 16,15-2-39-16,-12 0-23 0,12 0-29 0,0 0-6 15,-9 3-16-15,9-3-12 0,0 0-23 0,13 0-9 16,0 0-16-16,1 0 0 0,6-2-18 0,8-1 7 15,-1 1-17-15,10-2 5 0,-2 1-11 0,1-2 4 16,-2 2-10-16,1-1-3 0,-2-1-101 0,-6 1-98 16,-2 0-48-16,-1 1-86 0,-4 0-87 0,-2-3-397 15,-2 5-353-15</inkml:trace>
  <inkml:trace contextRef="#ctx0" brushRef="#br0" timeOffset="-158394.8">21143 2879 301 0,'0'0'553'0,"0"0"-144"0,0 0-72 16,0 0-46-16,0 0 12 0,4 5-29 15,-4 1-21-15,1 2 0 0,-1 2-39 0,0 3 24 16,1 4-12-16,2 2-40 0,-1 0-40 0,1 4-21 0,1 1-34 16,1 1-12-16,0 5-17 0,1 0-8 0,2 1-14 15,0-1-4-15,-2-1-10 0,4-1 0 16,-1 1-12-16,-2-2 2 0,0 0-16 0,2-4-60 0,-2-2-116 15,0-1-111-15,-3-4-87 0,4 0-108 0,-2-4-511 16,-1-2-587-16</inkml:trace>
  <inkml:trace contextRef="#ctx0" brushRef="#br0" timeOffset="-158159.75">21365 3169 624 0,'4'-10'615'0,"-4"10"-139"0,3-5-81 0,-3 5-54 15,0 0-31-15,0 0-2 0,0 0-18 0,9 3-15 16,-9-3-41-16,2 7-33 0,-2-7-38 0,5 7-23 16,-5-7-38-16,3 6-14 0,-3-6-24 0,3 7-7 15,-3-7-13-15,3 5-2 0,-3-5-13 0,0 0 4 16,0 0-12-16,5 7 7 0,-5-7-16 0,0 0 2 16,0 0-10-16,0 0-8 0,0 0-19 0,0 0-21 15,-1-8-40-15,1 8-47 0,-1-9-86 0,1 9-97 16,-3-12-46-16,3 5-70 0,0 0-79 0,0 0-370 15,0-1-435-15</inkml:trace>
  <inkml:trace contextRef="#ctx0" brushRef="#br0" timeOffset="-157758.7">21527 2839 360 0,'0'0'812'15,"8"-4"-180"-15,-8 4-106 0,0 0-105 0,0 0-45 16,0 0-44-16,0 0-20 0,4 6-46 0,-4-6-30 0,-2 10-55 15,-1-4-28-15,0 2-36 0,2 0-22 16,-2 3-24-16,2 3-1 0,1-3-20 0,0 3-8 16,0 1-4-16,0-1 2 0,3 3-19 0,-2-4 26 15,4 1-18-15,0 0 24 0,4-1-30 0,0-1 15 0,0-1-23 16,1 0 12-16,3-4-21 0,2 0 34 0,-2-2-50 16,3-3 1-16,-1 0-4 0,-1-4-2 15,3 0 0-15,-3-3-3 0,1-2-6 0,-2 0-23 16,-2-4-1-16,1-1 7 0,-3-1 14 0,0 2 4 15,-4-3-4-15,0 1 13 0,-1 1-5 0,-2-1 11 0,0 3-8 16,-2 0 13-16,-2-1-5 0,0 3 5 0,-1-1-4 16,2 3 9-16,-2 0-9 0,3 6 11 0,-6-4-7 15,6 4 14-15,0 0-9 0,-9 6 6 16,8 1-3-16,-2 0 4 0,3 4 8 0,1 2 6 0,1 3-1 16,0 1 9-16,5 3-11 0,-2 1 5 0,1 1-16 15,1 1 13-15,0-2-17 0,2 3 15 0,0 0-16 16,0-4 12-16,1 3-14 0,-1-3 4 0,0 0-32 15,1-4-65-15,-3-2-118 0,-1-1-131 0,1-2-105 16,-2-4-176-16,0-3-492 0,-5-4-728 0</inkml:trace>
  <inkml:trace contextRef="#ctx0" brushRef="#br0" timeOffset="-157460.93">21917 2871 440 0,'0'0'760'0,"4"-7"-192"0,-4 7-115 0,3-6-80 0,-3 6-19 0,5-4-12 16,-5 4-19-16,6-3-22 0,-6 3-38 0,10-3-34 16,-10 3-62-16,12 0-19 0,-12 0-43 0,13 3-5 15,-13-3-34-15,16 4 3 0,-7 0-26 0,-2 1-9 16,0 1-7-16,0 0-8 0,-2 1-2 0,0 1-2 0,-2 2-1 16,-3 1-2-16,0 2 5 0,-3 0-6 15,-1 1-2-15,0 0 0 0,-2 2 1 0,-2-2-2 16,1 0 22-16,-1-1-18 0,3 1 18 0,0-6-29 0,-2 3 21 15,2-3-23-15,3-1 21 0,-2-1-21 0,4-6 22 16,-3 8-22-16,3-8-8 0,0 0 5 16,10-3 0-16,-1-1-2 0,2-1-2 0,0-1-3 0,3-3-19 15,4-1-57-15,4 0-114 0,1-3-132 0,2 0-69 16,-3 0-132-16,5 1-119 0,-3-1-334 0,-2 3-582 16</inkml:trace>
  <inkml:trace contextRef="#ctx0" brushRef="#br0" timeOffset="-157259.74">22366 3038 754 0,'0'0'976'0,"-8"6"-237"0,8-6-157 16,-6 4-100-16,6-4-77 0,0 0-26 0,-7 3-42 16,7-3-33-16,0 0-28 0,0 0-53 0,0 0-45 15,0 0-34-15,0 0-24 0,20-1-31 0,-5-1-17 16,2-1-20-16,3-1-36 0,0 2-52 0,2-2-59 15,0 1-84-15,1-1-110 0,-4 1-149 0,0-1-78 16,0-1-140-16,-1-1-580 0,-2 2-846 0</inkml:trace>
  <inkml:trace contextRef="#ctx0" brushRef="#br0" timeOffset="-156860.27">23138 2604 649 0,'0'0'513'16,"0"-8"-129"-16,0 8-75 0,0 0-14 0,0 0 8 15,16 5 6-15,-5 3-1 0,4 4 1 0,0 5-35 0,6 2-18 16,4 9-2-16,3 6 17 0,7 5-61 0,-2 7-28 16,2 4-38-16,-1 5-24 0,-1 5-17 0,-2 2-18 15,0 3-8-15,-4 4-15 0,-5 1-6 16,-3 1-35-16,-7 2 29 0,-3 1-51 0,-9 0 6 15,-6 2-52-15,-8-2-29 0,-7 0-43 0,-4-6-50 0,-10 0-52 16,-4-5-51-16,-5-4-36 0,-4-4 10 0,-4-5-14 16,-1-5 30-16,-3-3 4 0,-2-7-2 0,1-5-15 15,0-4-36-15,-3-7-387 0,8-7-223 0</inkml:trace>
  <inkml:trace contextRef="#ctx0" brushRef="#br0" timeOffset="-156544.33">20547 2833 818 0,'-20'-6'618'15,"3"3"-142"-15,4 0-90 0,-2 6-97 0,2 5-54 16,-3 4-29-16,0 8-18 0,-2 10 19 0,4 8-2 16,4 7 15-16,1 5-46 0,4 14-22 0,2 5-35 15,6 3-23-15,5 0-18 0,3 3-1 0,7 0-8 16,3-2-8-16,3 1-9 0,4-6-8 0,5-3-10 0,5-5-6 16,5-5-4-16,5-4-5 0,5-9-9 15,4-5-11-15,5-9-79 0,3-7-153 0,7-9-108 0,5-6-115 16,1-8-164-16,5-7-353 0,3-6-565 0</inkml:trace>
  <inkml:trace contextRef="#ctx0" brushRef="#br0" timeOffset="-156189.78">22955 2369 1340 0,'5'-11'873'0,"-2"2"-182"15,-1 1-166-15,1 0-78 0,-1 1-117 0,2 1-36 16,3 0-78-16,3 0-1 0,-1 1-55 0,2 0-16 16,3 3-17-16,-1 0 5 0,4 2-49 0,-1 2 3 15,2 4-44-15,0 4 19 0,1 1-36 0,-3 3 21 16,0 3-30-16,-3 2 22 0,2-1-38 0,-4 1 30 16,-1 0-32-16,-1-2 27 0,-4 1-29 0,1-4 30 15,-2 0-35-15,1-1 39 0,0-4-3 0,-2 1 64 16,1-2 25-16,-2-1 90 0,-1 0 10 0,-1-7 9 15,7 5-45-15,-7-5-26 0,11-6-30 0,-2-3-15 16,4-4-35-16,8-7-4 0,8-4-26 0,4-2-14 16,12-7-19-16,6-5-13 0,5-2-31 15,8-3-18-15,17-7-21 0,2 0-37 0,1-1-20 0,0 5 1 16,-16 7-35-16,-1 3-67 0,-7 4-16 0,-7 3-107 16,-14 8-115-16,-5 3-141 0,-11 5-114 0,-6 5-659 0,-8 4-983 15</inkml:trace>
  <inkml:trace contextRef="#ctx0" brushRef="#br0" timeOffset="-155459.77">18529 5709 322 0,'0'0'353'0,"-6"5"-150"0,6-5-117 0,0 0-63 16,-4 6-48-16,4-6-4 0,0 0-93 0,10 2-133 16,-10-2 80-16</inkml:trace>
  <inkml:trace contextRef="#ctx0" brushRef="#br0" timeOffset="-155294.47">19024 5692 375 0,'0'0'435'0,"0"0"-224"0,2 7-207 0,-2-7-192 0,0 0-75 16,8 3 82-16</inkml:trace>
  <inkml:trace contextRef="#ctx0" brushRef="#br0" timeOffset="-154577.89">23558 5860 1014 0,'0'0'750'0,"0"0"-124"0,0 0-134 16,0-8-101-16,0 8-77 0,0 0-60 0,0 0-48 0,0 0-38 15,-1-6-28-15,1 6-25 0,0 0-2 16,0 0-19-16,0 0-4 0,0 0 26 0,0 0-6 16,-1 6-10-16,1-6 18 0,2 7 16 0,-2-7-10 0,5 7 41 15,-5-7-12-15,8 5 58 0,-8-5 3 16,10 1 47-16,-10-1-35 0,14-4 11 0,-5-4-82 15,7-5 4-15,4-9-68 0,3-6 17 0,5-8-61 16,9-7 23-16,3-6-51 0,3-2 10 0,3-2-55 0,2-3-5 16,14-14-57-16,1-2-18 0,2 1-23 15,1 0-1-15,-4 3-76 0,-10 11-39 0,-3 4-41 0,-4 3-58 16,-2 4-76-16,-3 8-82 0,-10 6-30 16,-3 4-115-16,-3 5-590 0,-6 6-847 0</inkml:trace>
  <inkml:trace contextRef="#ctx0" brushRef="#br0" timeOffset="-152156.49">23478 6932 175 0,'0'0'759'0,"9"-4"-184"0,-9 4-140 0,0 0-81 0,0 0-96 16,0 0-41-16,0 0-51 0,0 0-21 0,0 0-38 16,0 0-12-16,-2 7-27 0,2-7-4 0,0 9-22 15,0-9 3-15,0 13 21 0,0-13 31 0,2 12 13 16,0-4 18-16,3-3-2 0,-1 2 4 0,3 0 18 15,3-4-15-15,-1 1-8 0,2-2-7 0,3-2 4 16,-1-1-22-16,6-3-16 0,3 0-15 0,6-7 14 16,2 1-14-16,5-6-15 0,2-1 4 0,3 0 5 15,-2-2-14-15,4-1-9 0,-2 0-3 16,1 0-7-16,-1-3-9 0,3 0-2 0,-3 1 35 0,-1 0-51 16,2 0 32-16,-4-1-34 0,-1 4 28 0,-3 0-52 15,-7 6 4-15,-3 0-68 0,-5 2-59 0,-2 3-93 16,-4 2-118-16,-2 1-55 0,-10 5-79 15,6-3-95-15,-6 3-457 0,-6 3-659 0</inkml:trace>
  <inkml:trace contextRef="#ctx0" brushRef="#br0" timeOffset="-151256.29">23574 8011 893 0,'-2'-6'741'0,"2"6"-149"0,0 0-143 15,0 0-95-15,0 0-72 0,0 0-56 16,0 0-52-16,-7 3-26 0,7-3-30 0,0 0 15 15,-3 10 2-15,3-10 9 0,4 6-2 0,-4-6-10 16,6 4 5-16,-6-4-12 0,18 2-9 0,-6-3-19 16,6-4-13-16,3-3-18 0,7-4-9 0,6-6-4 15,3-1 10-15,1-4-9 0,12-6-1 0,-1-2-4 0,2 0 4 16,2-4 1-16,-2-1-13 0,4 1 14 16,0-4-28-16,-1 3 16 0,-3-2-10 0,0 1-12 15,-5 1-3-15,-1 3-11 0,-12 6-15 0,0 0-15 16,-3 3-10-16,-7 5-21 0,-3 1-29 0,-3 5-43 15,-3 1-74-15,-3 2-94 0,0 1-88 0,-5 1-12 16,2 4-66-16,-8 4-9 0,0 0-39 0,0 0-413 16,0 0-492-16</inkml:trace>
  <inkml:trace contextRef="#ctx0" brushRef="#br0" timeOffset="-150528.28">23548 8956 805 0,'0'0'794'0,"0"0"-159"0,-11-2-151 0,11 2-105 15,0 0-76-15,0 0-64 0,-9-3-43 0,9 3-39 16,0 0-19-16,0 0 0 0,0 0-19 0,0 0-10 16,0 0-5-16,0 0 1 0,0 0 8 15,0 0-14-15,-8 3 2 0,8-3-18 0,0 0 5 0,6 7-15 16,-6-7 11-16,9 2 3 0,-9-2-3 0,14 1 15 15,-14-1-31-15,18-3 30 0,-6-1-37 0,2-2 17 16,5-1-41-16,0-5 17 0,9 1-31 0,4-7 19 16,0-2-34-16,6-1 23 0,-1-4-2 0,8-5-6 15,4-1-11-15,-2-4-5 0,4-2 2 0,0 0-28 16,2-2 28-16,-2 2-24 0,-1-1 26 0,-4 1-29 16,0 2 25-16,-5 3-28 0,-8 5 9 0,-4 2-46 15,-1 2-20-15,-5 5-33 0,-7 5-64 0,0-1-76 16,-4 1-101-16,-3 4-66 0,-2 2-80 15,-7 7-110-15,2-9-516 0,-2 9-740 0</inkml:trace>
  <inkml:trace contextRef="#ctx0" brushRef="#br0" timeOffset="-149557.78">23480 10124 1415 0,'0'0'908'0,"-6"-6"-220"0,6 6-134 0,-12-3-115 0,12 3-88 16,-14 5-83-16,14-5-46 0,-10 6-8 0,10-6 1 16,-5 7-11-16,5-7-1 0,-4 7-53 0,4-7-7 0,-1 9 2 15,1-9 13-15,5 8-13 0,-5-8-7 16,10 7-2-16,0-5-23 0,-10-2-20 0,25-2-17 15,-6-3-16-15,5-4 2 0,4-2 9 0,8-6-7 16,1-2-21-16,2-3 0 0,8-6-18 0,1-3 5 16,3-2-14-16,2-2 17 0,-1-1-20 0,3-4-5 0,0-1-4 15,0-1 9-15,-4 1-44 0,-1-1-27 16,-4 2-69-16,-6 3-11 0,-8 7-73 0,-4 3-59 16,-4 0-53-16,-7 5-102 0,-5 5-55 0,-1 2-30 15,-4 3-67-15,-4 1-102 0,-2 5-461 0,-3-2-753 0</inkml:trace>
  <inkml:trace contextRef="#ctx0" brushRef="#br0" timeOffset="-146826.55">23659 11145 626 0,'-4'-8'701'0,"1"-3"-168"0,-4-1-70 0,-2-1-123 0,-1-4-46 0,0 1-64 0,-3-3-2 16,3 1-28-16,-2-1-1 0,-2-3-35 0,1 1-7 16,-2-2-13-16,2-1-36 0,-2 1-3 0,-2-1-19 15,-2-4-19-15,-1 1-7 0,-3-2 1 0,-3 2-12 16,-1-4-7-16,-1 3 5 0,-4-2-8 0,-1 1 0 15,-7-5-3-15,-4 0-5 0,0 2-8 0,-2 1-5 16,-2 0 4-16,-3 0-12 0,1 4 33 0,-3 2-11 16,-2 2 14-16,2 2-13 0,5 7-14 0,-3 1 17 15,1 1 8-15,1 3-9 0,-2 1-3 0,-1 6-4 16,2-1-4-16,1 1-10 0,-3 5 1 0,1-1-3 16,-1 4 5-16,2 2 9 0,-1 1 2 0,-1 3 8 15,0 0-13-15,-4 4 14 0,5-2 18 0,-5 6 10 16,11-2-8-16,2 1 1 0,-2 2-1 0,5 0-10 15,3 4 8-15,-1-3-7 0,6 3-17 0,1 2 4 16,2-1-7-16,6 2-6 0,0 0 7 0,1 3 23 16,6-1-4-16,-1 2-8 0,5-2 11 0,1 5-3 0,5-3 2 15,2 3 15-15,4 2-5 0,4 4-5 0,2 3 0 16,9 2-9-16,3 9 3 0,8-3-2 16,3 2-2-16,5-3-14 0,4-3 6 0,3 0 0 0,3-2 4 15,6-2-10-15,1-1 4 0,2-1 7 0,4-4 13 16,2-3-18-16,6-3 11 0,2-4-20 15,3-4 5-15,2-4-7 0,0-4-14 0,5-2 11 0,-1-6-16 16,0-2 9-16,2-3-11 0,1-4 7 0,-1-3-17 16,3-4 13-16,-1-2-12 0,0-4 4 0,-1 0-8 15,-4-8 14-15,-1 1-15 0,-2-4 7 0,-7-4-8 16,0-4 5-16,-6-3-1 0,-1-6 8 16,-6-8-14-16,-5-5 12 0,-1-5-11 0,-5-1-1 0,-4-3-1 15,-2-4 3-15,-6 2-7 0,-3-1 1 0,-5 2 0 16,-5 2 15-16,-5 3-6 0,-6 10 15 0,-3 2-2 15,-6 3-1-15,-6 2-9 0,-6 1 2 0,-4 3-4 16,-6 3 7-16,-9-3-20 0,-6 3-19 0,-5 5 5 16,-4 4 7-16,-7 4-17 0,-1 2-18 0,-5 4-24 15,0 3-19-15,9 4-16 0,0 2-27 0,-3 1-32 16,5 5-47-16,0 2-64 0,3 1-101 0,7 2-47 16,5 2-72-16,1 2-123 0,4 0-657 0,2 2-892 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32:59.723"/>
    </inkml:context>
    <inkml:brush xml:id="br0">
      <inkml:brushProperty name="width" value="0.05292" units="cm"/>
      <inkml:brushProperty name="height" value="0.05292" units="cm"/>
      <inkml:brushProperty name="color" value="#FF0000"/>
    </inkml:brush>
  </inkml:definitions>
  <inkml:trace contextRef="#ctx0" brushRef="#br0">14415 7725 473 0,'0'0'348'0,"0"0"-74"0,0 0-63 15,0 0-42-15,0 0-34 0,0 0-9 0,-6-6-23 0,6 6-15 16,-18 0-14-16,18 0 19 0,-19 3-13 0,6-3 24 16,4 2-27-16,-2-2 21 0,11 0-27 15,-17 1 15-15,17-1-35 0,-13 2 8 0,13-2-38 16,0 0 25-16,0 0-23 0,0 0 23 0,11-9-1 0,4 2-10 15,9 0-10-15,6-4 2 0,12-1-9 0,1-1 5 16,8-2-4-16,9 0-3 0,-2-2-23 16,2 2 21-16,-1-1-26 0,-9 1 26 0,1 1-28 15,-4 0 24-15,0 2-24 0,-2-1 29 0,-4 0-30 0,-5 5 26 16,-4-1-28-16,-9 2 17 0,0 3-42 0,-7-1 34 16,-3 1-21-16,-4 3 24 0,-9 1-25 15,0 0 26-15,0 0-30 0,-9 11 32 0,-11-2-3 16,-14 7-4-16,-8 3 10 0,-13 5 3 0,-5 3-24 0,-4-1 26 15,-1 3-28-15,-1-4 35 0,0 4-21 0,1 1 29 16,1-2-12-16,2 2 22 0,0-1-18 0,4-2 19 16,3 0-25-16,6-3 19 0,11-2-31 15,6-6 31-15,6 0-31 0,10-1 36 0,3-4-29 0,5 0 13 16,8-2-20-16,4-1 29 0,9-1-23 0,5-4 23 16,9-2-27-16,11-2 26 0,14-5-29 0,15-5 22 15,3-3-25-15,9-5 26 0,-1-4-23 0,4-4 22 16,15-7-21-16,-1-2 20 0,1 0-3 0,-2 0-1 15,-17 7-8-15,1 0-6 0,-5 2-58 0,-2 4-22 16,-6 2-76-16,-7 4-71 0,-13 5-83 0,-4 1-430 16,-10 4-250-16</inkml:trace>
  <inkml:trace contextRef="#ctx0" brushRef="#br0" timeOffset="550.49">20492 7810 453 0,'0'0'548'0,"0"0"-119"16,-1-7-65-16,1 7-80 0,0 0-23 0,0 0-70 15,-1-9-6-15,1 9-41 0,0 0-14 16,0 0-44-16,0 0-3 0,0 0-56 0,0 0-45 0,0 0-100 16,0 0-153-16,-3 7-603 0,-4-2-429 0</inkml:trace>
  <inkml:trace contextRef="#ctx0" brushRef="#br0" timeOffset="1650.12">18009 7261 355 0,'0'0'281'16,"-4"6"-70"-16,4-6-46 0,-5 5-39 0,5-5-40 0,0 0-46 16,-2 6-40-16,2-6-13 0,0 0-34 0,0 0-41 15,1 5-50-15,-1-5-168 0,0 0 235 0</inkml:trace>
  <inkml:trace contextRef="#ctx0" brushRef="#br0" timeOffset="2415.94">16948 7695 117 0,'0'0'105'0,"-10"7"-20"0,10-7-17 0,-8 6-7 0,8-6 4 16,-5 8-10-16,5-8 10 0,2 8-4 0,-2-8-8 0,7 9 52 16,1-4 9-16,1-2-22 0,6-1-13 0,2-2-14 15,3 0-21-15,3 0 3 0,7 0-9 16,-1-5 3-16,8 2-4 0,-2-2 4 0,1 2 2 0,-2-2-4 15,2-1 7-15,-4 1 12 0,-7 1 1 16,0 1 1-16,-4-2 15 0,-4 3 19 0,0-2-18 16,-6 2 14-16,-1-1-27 0,-10 3 14 0,9-5-24 15,-9 5 9-15,-9-1-27 0,-5 2 24 0,-10 2-25 16,-9 4 13-16,-11 0-24 0,-7 3 32 0,-1 2-26 16,-16-1 21-16,4 3-17 0,-4-1 30 0,4-2-27 15,11 0 32-15,3-5-26 0,0 3 33 0,14-3-23 16,2-2 10-16,8 0-26 0,3 1 9 0,5-2-25 15,8-2 14-15,10-1-19 0,0 0 13 0,10-3-21 0,12-3 10 16,10 1-26-16,15-4 25 0,6-2-20 0,13 0 20 16,6-3-21-16,-1-1 18 0,6-1-20 0,-3 2 20 15,-1 0-25-15,-7 1 7 0,-11 5-75 0,-7 1-23 16,-11 5-100-16,-8 4-84 0,-5 0-134 0,-7 4-284 16,-9 1-209-16</inkml:trace>
  <inkml:trace contextRef="#ctx0" brushRef="#br0" timeOffset="3102.49">16605 9082 190 0,'-11'-3'507'0,"11"3"-107"0,-7-3-86 0,7 3-74 16,0 0-47-16,-12 0-35 0,12 0-32 0,-7 3 10 0,7-3 25 16,-8 13-3-16,5-5-7 0,-3 4-27 15,2 1-8-15,2 3-9 0,-2-1 3 0,1 1-12 16,2 0-2-16,-2-3-4 0,3-1 3 0,-2 1-7 0,2-2 5 15,-2-1 12-15,1-3 32 0,1 2 30 0,-1-3 28 16,1-6-23-16,0 10-35 0,0-10-24 16,0 0-24-16,1-8-2 0,0 1-30 0,1-6 2 15,0 0-23-15,2-3 6 0,-4-2-17 0,3-2 4 16,-2-4-13-16,-1-1-5 0,0 0-11 0,-1-4 6 0,-2-5-4 16,1-1 2-16,0 2 1 0,-3-3-3 0,1-6 0 15,-3 2-2-15,-1 0 2 0,3 7-3 16,-2 2 4-16,0 0 19 0,2 8 16 0,0 2-1 0,1 5-9 15,0-1-8-15,0 3-7 0,0 5-1 0,2 4-6 16,2 5-1-16,0 0 0 0,-13 10 1 0,9 4-2 16,3 5 0-16,0 6 8 0,1 10-7 0,1-2-2 15,4 7 8-15,3 2-7 0,3 0 10 0,3 1-4 16,0-4 13-16,4 1-5 0,-1-5 5 0,1 1 2 16,0-7 5-16,-4-2-13 0,2-4 11 0,-2-2-9 15,0-4 6-15,-1-2-13 0,1-3 7 0,-2-2-9 16,-2-4 11-16,0 0-16 0,-1-3 10 0,-9-3-15 15,18-3 12-15,-12-2-14 0,1-2 10 0,-3-1-17 16,-2-3 5-16,1-2 3 0,-3-1 9 0,-3 0-11 16,1-4 7-16,-2 3-3 0,0 0 25 0,-1 2-9 15,0 1 20-15,-2 1-12 0,5 3-17 0,-2 0-5 16,0 3-12-16,4 5 13 0,0 0-11 0,0 0 21 16,-13 5-24-16,13 3 23 0,0 0-15 0,0 4 13 15,3-1-33-15,2 3 14 0,0 1-17 0,2-1-11 16,1 2-5-16,1-2-20 0,2 2-2 0,1-3-35 15,0-1-50-15,-1-4-102 0,3 1-110 0,1-3-95 16,0-4-169-16,0-2-558 0,0-2-792 0</inkml:trace>
  <inkml:trace contextRef="#ctx0" brushRef="#br0" timeOffset="3499.75">17131 8741 93 0,'0'0'569'0,"-1"-11"-132"0,1 11-30 0,-1-8-77 0,1 8-7 16,0-8-57-16,0 8-29 0,0-7-47 0,0 7-22 15,0 0-11-15,0 0 52 0,0 0 36 0,0 0 7 16,4 9-10-16,-3-1-40 0,0 1-11 0,5 5-19 16,-3 2-31-16,1 2-23 0,0 2-13 0,1 0-20 15,1 3-6-15,3 1 3 0,-1 1-21 0,2 0-13 16,1 2-10-16,1-3-6 0,0 2-4 0,0-2-7 15,0 0-4-15,-2-5-5 0,1 0-1 0,0-3-45 16,-1 0-13-16,0-3-69 0,-2-1-99 0,0-1-95 16,-1-3-93-16,-2-3-200 0,-5-5-607 0,0 0-819 15</inkml:trace>
  <inkml:trace contextRef="#ctx0" brushRef="#br0" timeOffset="3716.53">17092 8866 4 0,'6'-5'808'0,"-1"-1"-196"0,5 0-146 0,-3-2-65 16,3 0-63-16,4-5-32 0,3 0-37 0,6-4-38 15,5-5-12-15,1 1-23 0,0 0-26 0,2 1-36 16,-3 1-26-16,-2 3-24 0,-4 2-17 0,-2 2-20 16,-2 1-18-16,0 1-37 0,-2 1-49 0,-2 1-60 15,-1 1-58-15,1 1-80 0,-3 3-24 0,-1 0-47 16,-10 3-65-16,14 0-72 0,-14 0-304 0,8 5-283 15</inkml:trace>
  <inkml:trace contextRef="#ctx0" brushRef="#br0" timeOffset="4065.62">17337 9010 817 0,'-3'8'688'0,"3"-8"-148"0,-2 8-98 0,2-8-69 16,-3 8-59-16,3-8-58 0,0 0-42 0,9 3-36 15,-9-3-31-15,12-6-24 0,-2 1-24 0,1 1-20 0,5-2-16 16,-1-2-16-16,4 1-9 0,-1-1-9 16,3 1-5-16,-2 0-13 0,-4 0-23 0,-2 2-23 15,2 0-38-15,-4 0-50 0,0 1-18 0,-3 2-18 0,-8 2 35 16,11-2-15-16,-11 2 29 0,4 4-25 0,-4-4 16 16,-5 14-11-16,-3-2 7 0,-5 2 10 0,-6 5 16 15,0 3 11-15,-3 3 16 0,-1 0 5 16,4-3 24-16,1 0-17 0,-1-3 37 0,6-4-5 0,1-1 17 15,1 0 2-15,2-5 41 0,-1 2 6 0,4-3 51 16,1 0-2-16,1-2 32 0,4-6-4 16,-4 7-8-16,4-7-24 0,0 0-10 0,14-1-11 15,-4-5-10-15,6 2-9 0,5-4-5 0,1-3-5 0,8-4-8 16,4-1-2-16,4-2-11 0,1 0 1 0,0-2-7 16,-2 1-9-16,2 3-32 0,-5 0-42 0,-5 2-53 15,-2 1-81-15,-5 4-87 0,-3-2-104 16,-3 1-365-16,-2 2-281 0</inkml:trace>
  <inkml:trace contextRef="#ctx0" brushRef="#br0" timeOffset="4849.85">18055 8449 259 0,'7'-14'703'16,"-1"1"-147"-16,-2 2-107 0,-2 1-56 0,1 0-59 0,-1 1-37 15,1 2-17-15,-3 0-21 0,3 1-31 0,-3 6-26 16,0-12-11-16,0 12-23 0,-7-9-21 0,7 9-14 16,-11-4-7-16,11 4-11 0,-17-2-2 0,17 2-14 15,-20 2-7-15,8-1-12 0,3 1-6 0,-1 1-11 16,0-2-7-16,2 2-9 0,8-3-1 0,-18 4-6 15,18-4-11-15,-13 6 4 0,13-6-10 0,-12 8 33 16,12-8-32-16,-11 7 21 0,11-7-21 0,-7 7 9 16,7-7-11-16,-7 9 26 0,1-4-18 0,3 1 15 0,2-1-23 15,-3 1 41-15,3 2-22 0,-3-1 24 0,3 1-12 16,-2 2-6-16,1-2-10 0,-1 1-8 16,2 0-3-16,-2 0-1 0,2 1-7 0,-3-1 0 0,3-2-1 15,0 2 5-15,-2-2 15 0,3-1-10 0,-2 0 3 16,2-6 9-16,-3 11 6 0,3-11 7 0,-1 10 4 15,1-10 0-15,0 5 3 0,0-5-9 0,-2 8 1 16,2-8-7-16,0 0-6 0,-1 8-7 16,1-8-4-16,0 0-3 0,-2 6-9 0,2-6-7 0,0 0 1 15,0 0-5-15,-2 7 1 0,2-7-5 0,0 0-3 16,0 0 11-16,0 0-12 0,0 7 2 0,0-7 3 16,-1 7 0-16,1-7-2 0,-1 8 0 0,1-8 0 15,0 6 10-15,0-6-12 0,0 7 3 0,0-7-3 16,0 0 1-16,0 9 1 0,0-9-1 0,0 0 3 15,0 7-2-15,0-7 1 0,0 0 0 0,1 9 2 16,-1-9-2-16,1 7 0 0,2-1 1 0,-2 1 2 16,3 0-3-16,0 2 1 0,0 1 0 0,3 2 0 15,-3 2 5-15,4 0-8 0,0 2 4 0,2 1-2 16,-1 1 3-16,0-1-2 0,2 2-2 0,-2-1 4 16,3 0-1-16,0 0 0 0,-3 1-26 0,3-3 30 15,-1 1-25-15,1 1 29 0,-2-1-28 0,3-2 29 16,-3 2-23-16,0 0 1 0,2 1 27 0,-3-2-27 15,0 3 26-15,-1 0-27 0,0-1 34 0,-1 0-32 16,-1 1 31-16,0-2-1 0,-1 0-2 0,1 0-4 16,-3-4-3-16,3 1-1 0,-4-3-3 0,2 0 3 15,-1-2 11-15,0-2 26 0,0 1 19 0,-1-2-21 16,4-2 31-16,0 0-44 0,-6-4 27 0,20 1-49 16,-4-5 32-16,2 0-42 0,2-2 25 0,1-3-54 0,0-1-22 15,3-4-103-15,0-2-70 0,-1 2-49 16,0-5-24-16,-2 1 1 0,-1-1-93 0,-3 0-109 15,-4 2-55-15,0-1-86 0,-4 1-127 0,-4-2-328 16,0 3-712-16</inkml:trace>
  <inkml:trace contextRef="#ctx0" brushRef="#br0" timeOffset="5251.24">18366 8612 632 0,'-1'-9'459'0,"1"-1"-66"0,-2 3-94 0,2 0-21 0,0 7-73 0,-1-12-12 16,0 5-64-16,1 7-3 0,-2-10-51 0,2 10 9 16,-1-8-45-16,1 8 18 0,0-7-49 0,0 7 10 15,0 0-18-15,0-9 31 0,0 9-33 0,0 0 26 16,0 0-28-16,0 0 23 0,0 0-27 0,0 0 26 15,0 0-28-15,0 0 24 0,0 0-13 0,0 0 46 16,9 3 1-16,-9-3 36 0,0 0 22 0,0 0 24 16,6 6 18-16,-6-6 14 0,0 0 22 0,3 10 14 15,-3-10 10-15,1 12-30 0,-1-2-8 0,0 1-24 16,0 2-26-16,0 1-8 0,0 3-7 0,0-1-8 16,3 3 10-16,-2 0-14 0,2 0-23 0,-1-1-10 0,1 0 8 15,1 0-9-15,-2-1-1 0,3-1-7 16,0 1-10-16,0-2-3 0,1-3-12 0,-1 3-2 15,0-3-13-15,0-3-21 0,1 1-35 0,-2-3-25 16,2 1-32-16,1-2-51 0,-2-3-94 0,-5-3-113 16,14 1-101-16,-14-1-103 0,12-6-146 0,-6-2-320 15,0-1-644-15</inkml:trace>
  <inkml:trace contextRef="#ctx0" brushRef="#br0" timeOffset="5732.55">18602 8337 163 0,'-4'-6'692'0,"-1"-1"-196"0,1-1-72 0,-3 0-74 0,2 4-8 0,-1-3-18 0,3 3-26 0,-1-2-10 0,0 0-31 16,4 6-13-16,-8-7-29 0,8 7-26 0,-5-10-38 15,5 10-36-15,0-9-23 0,0 9-15 0,4-11-11 16,2 4-5-16,-2 2-6 0,3-2-4 0,-1 1-8 16,2 0-2-16,-1 3-8 0,0-3-6 0,-7 6-6 15,11-4 0-15,-11 4 9 0,14-3 5 0,-14 3 3 16,13 3 12-16,-4 0 2 0,1 1 9 0,-2 2-21 16,0 3 6-16,1 1 6 0,1 2 5 0,1 2 31 15,1 3 4-15,-1 1 22 0,2 4-15 0,4 1 19 16,-3 2-22-16,4 5-13 0,-2 1 8 0,2 2-11 15,1 0-12-15,-2 1-7 0,-1-1-2 0,1 3 0 16,-2-1 4-16,1 1 0 0,-1 0 1 0,-1-1-8 16,0-2-3-16,-2 0 2 0,-2-3-35 0,3-1 26 15,-3-1-30-15,-1-1 29 0,2 1-26 0,-2-2 19 16,-1-4-34-16,1-1 28 0,-4-1-34 0,0-3 25 16,-1-1-30-16,-1-2 28 0,-1 1-25 0,-3-3 25 15,-4 1-34-15,-3 0 25 0,-6 1-53 0,-1-3-44 16,-6 0-118-16,-4 0-61 0,-5-2-24 0,0-4-80 15,3-1-102-15,-4-2-70 0,-1-2-129 0,-4-5-731 0,2 2-1001 16</inkml:trace>
  <inkml:trace contextRef="#ctx0" brushRef="#br0" timeOffset="5901.07">18149 9430 1567 0,'-7'-12'820'0,"3"6"-206"0,4 6-136 0,-5-9-128 0,5 9-133 0,0 0-138 15,0-6-140-15,0 6-156 0,14-7-88 0,-4 2-154 16,-1 1-506-16,4-2-552 0</inkml:trace>
  <inkml:trace contextRef="#ctx0" brushRef="#br0" timeOffset="6457.61">17434 10290 950 0,'-24'14'628'0,"1"-2"-142"0,2-2-104 0,2 1-95 0,5-4-50 15,0 0-38-15,4-1-25 0,3 0-14 0,7-6-14 16,-2 8-15-16,2-8-24 0,9 3-6 0,2-5-20 16,7-2-15-16,4-2-25 0,7-2 2 0,2-3-8 0,7-2-38 15,-2-1-84-15,0-1-78 0,-5 3-80 0,-5 2-121 16,-1 1-148-16,-5 0-389 0,-6 1-467 15</inkml:trace>
  <inkml:trace contextRef="#ctx0" brushRef="#br0" timeOffset="6703.08">17322 10665 622 0,'-13'11'503'0,"1"-1"-118"0,2-3-83 15,-1 1-69-15,3-2-38 0,-1 0-39 0,1 0-10 16,3-1-17-16,5-5-17 0,-9 4-33 0,9-4-6 16,0 0-17-16,0 0 2 0,0 0-9 0,0 0 8 15,21-3-12-15,-10 0 21 0,6-4-10 0,3 0 15 16,7-5-20-16,2 0 7 0,9-3-17 0,1-3 7 16,2 1-23-16,1-2 6 0,-1 1-27 0,2-1-41 15,-2 4-89-15,-1-1-87 0,-2 3-146 0,-2-1-556 16,-8 1-485-16</inkml:trace>
  <inkml:trace contextRef="#ctx0" brushRef="#br0" timeOffset="7301.73">18041 10701 572 0,'5'6'600'15,"0"-1"-134"-15,-1 0-99 0,-4-5-36 0,7 8-50 0,-7-8 14 16,6 6-27-16,-6-6 7 0,6 5-19 16,-6-5 16-16,4 5-18 0,-4-5-16 0,0 0-45 0,0 0-35 15,8-5-29-15,-8 5-29 0,1-12-21 16,-1-1 10-16,0 1-20 0,-1-5-8 0,-3-6-12 0,0-1-12 15,-2-6-4-15,-1-3-12 0,-3-7-2 16,1-4-3-16,-2 0-3 0,-1-4-3 0,1 1 3 16,-5-10-7-16,2-1 0 0,3 9 11 0,-3 3 10 0,1 2 8 15,0 3 7-15,0 2 14 0,2 8 47 16,3 6-31-16,2 3 23 0,-1 3-55 0,2 4 17 0,-1 0-42 16,2 8 20-16,4 7-33 0,0 0 2 15,-8 3 9-15,7 12 1 0,1 8-3 0,0 12 2 0,4 9 24 16,1 6-32-16,5 12 28 0,3-1-26 15,4 2 4-15,1-4 6 0,2-2 8 0,6-2 18 0,-2-4 4 16,3-3-6-16,2-4 2 0,-3-9-2 0,1-3-3 16,2-7 0-16,0-1-2 0,-2-12-9 0,2-1-6 15,-2-7-10-15,-1-3-17 0,0-3-9 0,-1-4-9 16,2-6-7-16,-3-4-20 0,-3-3-4 0,-1-8 5 16,-1-3 24-16,-6-4-35 0,-4-2 32 0,0 5-18 0,-5-4 36 15,-2 1-20-15,-2 6 52 0,0 0-10 16,-1 5 43-16,0 2-17 0,-1 4 32 0,1 0-41 15,1 2 22-15,0 4-39 0,0 4 30 0,0 7-32 0,0 0 30 16,0 0-34-16,0 5 31 0,3 6-35 16,-1 3 32-16,2 3-30 0,4 2 41 0,1 1-31 15,1 5-2-15,2-1 0 0,3-2-2 0,0 0-1 16,2-1-28-16,-1-5-56 0,2-2-51 0,0-3-69 16,1-2-54-16,-1-5-119 0,0-3-138 0,0-2-157 15,-4-5-810-15,3-4-1097 0</inkml:trace>
  <inkml:trace contextRef="#ctx0" brushRef="#br0" timeOffset="8166.91">19347 8728 394 0,'2'-20'497'0,"-1"3"-124"0,-1-3-55 0,-1 0-32 0,1 0-25 15,-2-2-33-15,-2-2-32 0,2 0-11 0,-3-1-11 16,-2-4-24-16,-3 1-13 0,0 0-12 0,-3-4-6 16,-5-1-5-16,0-2 9 0,-1 5-6 0,-1-4-10 15,-3-2 3-15,-2 5-6 0,-2-3-13 0,-2 1-18 16,-5-4-11-16,-6 0 1 0,2 2-3 0,-3 2 3 15,-4 4-15-15,0 0-5 0,3 8-14 0,-8-4 0 16,3 8-9-16,-7-1 0 0,1 4-8 0,-9 1 5 0,5 4-8 16,-3 4 4-16,-2 3 5 0,0 2 18 0,-11 2-8 15,0 5 8-15,0 2 4 0,0 2 7 16,1 5-13-16,0 3 16 0,0 1-11 0,-2 3 30 16,5 4-34-16,0 1-2 0,5 2 2 0,2 0-2 15,4 1-1-15,5 3 0 0,4-1-2 0,6 0 1 16,3 4-2-16,2-1-6 0,8-3 2 0,5 3-9 15,-2-1 3-15,1 3-9 0,3 0 7 0,3 1-3 0,-2 3 2 16,4-2-2-16,3 3 0 0,0 2 12 0,4-1-7 16,2 1 20-16,0 3-8 0,6-1 7 15,1 3 9-15,5 0 3 0,2 2 23 0,5-2-26 16,4 11 37-16,7-2-36 0,3-2 27 0,5 0 0 0,6-3-6 16,3-1-4-16,6-3-8 0,4 0-29 0,5-4 29 15,0-3-37-15,6-2 33 0,0-2-27 0,2-3-2 16,3-2 4-16,3-3 0 0,3-1-9 0,3-5-1 15,3-1-3-15,1-4-2 0,2-4-2 0,-2-3-1 16,2-3 0-16,-6-5-2 0,0-1-2 0,-10-2-2 16,0-5-1-16,-5-2-1 0,11-3-1 0,-5-5-1 15,-3-4 29-15,-1-5-36 0,-5-5 31 0,3-6-8 16,-2-5-3-16,0-8-7 0,-2-4 1 0,10-16-6 16,-6-5-30-16,1-5 22 0,-4-1-37 0,0-4 24 15,-2-2-5-15,-6-2 2 0,0-1 3 0,-15 15 2 16,-5 0 0-16,-5 1-1 0,-8 3-38 0,-8 2 26 15,-6 10-36-15,-9-6 25 0,-10 3-10 0,-9 4 2 16,-8 5-5-16,-10 1-12 0,-9 7 49 0,-6 1-54 16,-8 7 0-16,-4 6-15 0,0 2-17 0,-2 4-4 15,-1 5 5-15,7 4-4 0,3 3-45 0,12 2-41 0,6 5-57 16,11 0-83-16,7 3-28 0,5 0-91 0,7 4-83 16,1 0-509-16,8 2-661 0</inkml:trace>
  <inkml:trace contextRef="#ctx0" brushRef="#br0" timeOffset="8366.5">18876 8725 1169 0,'0'0'848'0,"0"0"-199"0,-4 6-172 0,4-6-162 0,-10 2-136 16,10-2-124-16,-12 5-126 0,7 0-53 0,-2-1-70 0,1 5-54 15,1-2-68-15,-1 5-117 0,-1 0-300 0,-2 1-239 16</inkml:trace>
  <inkml:trace contextRef="#ctx0" brushRef="#br0" timeOffset="8832.67">18983 10429 388 0,'-2'-8'793'0,"2"8"-136"0,-4-8-125 0,4 8-117 0,-4-6-83 0,4 6-65 0,-3-6-53 16,3 6-44-16,-5-6-34 0,5 6-33 0,0 0-15 15,0 0-19-15,0 0-12 0,0 0-47 0,-4 6-102 16,4-6-140-16,0 8-186 0,0-8-672 15,0 0-708-15</inkml:trace>
  <inkml:trace contextRef="#ctx0" brushRef="#br0" timeOffset="9019.2">19115 10371 622 0,'0'0'592'0,"0"0"-305"0,0 0-319 0,0-11-431 16,0 11 58-16</inkml:trace>
  <inkml:trace contextRef="#ctx0" brushRef="#br0" timeOffset="10349.41">23972 6514 57 0,'-1'-7'581'0,"0"0"-170"15,1 7-86-15,-3-12-74 0,3 12-54 0,-2-10-39 0,2 10-35 16,-3-7-19-16,3 7-21 0,0 0-21 0,-4-8-14 16,4 8-7-16,0 0-4 0,0 0-2 0,0 0-7 15,-9 5 11-15,9-5-6 0,-5 10-2 0,5-2 0 16,-2 1 21-16,-1 3-36 0,3-2 24 0,0 4-31 15,-1 0 24-15,0 1-29 0,2-2 26 0,0 3-23 16,0-1 45-16,7 0-23 0,-3 0 46 0,2-2-10 16,0-1 39-16,7-4 38 0,0 1-16 0,5-4 26 15,7-1-14-15,3-4-19 0,10-3-15 0,8-3 10 16,4-4-11-16,12-5-12 0,-1-1-23 0,4-3-14 16,0-3-11-16,3-1-12 0,0-1-6 0,3-3-5 15,-1-1-10-15,3 0-1 0,1-1-5 0,-3 0-5 16,1-1-6-16,-4 1-62 0,-1-1-99 15,-2 3-37-15,-4 1-82 0,-5 3-54 0,-2 1-71 0,-10 7-544 16,-5 0-541-16</inkml:trace>
  <inkml:trace contextRef="#ctx0" brushRef="#br0" timeOffset="28647.98">15879 10171 709 0,'0'0'711'0,"-18"-2"-125"16,18 2-101-16,-18-1-87 0,18 1-54 0,-13-4-42 15,13 4-24-15,-10-2-23 0,10 2-42 0,0 0-44 16,-10-4-38-16,10 4-27 0,0 0-23 0,6-3-15 16,-6 3-10-16,14-4-18 0,0 4 0 0,5-2-9 15,7-2 9-15,3 1-22 0,5-2 15 0,5-1-26 16,6 1 10-16,2-1-12 0,2 0 14 0,-2 1-18 16,0-1 18-16,-2 0-21 0,-5 3 17 0,-6-1-19 15,-3 1 14-15,-2 0-27 0,-6 1-5 0,-2-2-31 0,-5 2-12 16,0 1-5-16,-6 0-5 0,-10 1 3 15,15-2 10-15,-15 2-4 0,0 0-7 0,0 0 0 0,-16 2 18 16,-1 0 8-16,-7 3 8 0,-8 1 8 0,-1 1 11 16,-2 0 5-16,-6 3 5 0,0-1 2 0,2 1 11 15,5-1 8-15,4 1 0 0,0-1-6 16,5-1 2-16,3 0-2 0,4-1-3 0,2-1 6 0,4 0 1 16,3 0-1-16,0 1 6 0,5-1 11 0,3 0-2 15,1-6-36-15,5 10 39 0,5-4 0 0,2-3-8 16,6 2-1-16,2-4-5 0,7 0-3 0,5-1-1 15,4-1-1-15,5 0 1 0,0-4-3 0,5 2-2 16,2-3 3-16,-1 0-8 0,-4 0-18 0,-6 0-44 16,-3 2-57-16,-2-2-61 0,-6 2-61 0,-5-1-88 15,-4 1-91-15,1-2-529 0,-8 0-537 0</inkml:trace>
  <inkml:trace contextRef="#ctx0" brushRef="#br0" timeOffset="30897.45">8346 9975 453 0,'0'0'672'0,"-8"-7"-127"0,8 7-123 0,-8-9-74 0,8 9-95 16,-5-8-26-16,5 8-61 0,1-10-16 0,5 6-44 15,3-5-2-15,5 0-37 0,9 2 7 0,6-5-30 16,11-1 7-16,9 1-16 0,3 0 43 0,14-2-36 15,4 1 17-15,0 1-30 0,0 0 14 0,-5 3-33 16,-10 1 22-16,-2 3-27 0,-6-1-3 0,-11 1-87 16,-8 2-30-16,-6 1-41 0,-5 2-45 0,-5 0-25 15,-12 0-58-15,8 4-31 0,-8-4-146 0,-17 9-227 16,0-5-197-16</inkml:trace>
  <inkml:trace contextRef="#ctx0" brushRef="#br0" timeOffset="31198.25">8445 9962 421 0,'-48'9'482'0,"1"0"-95"0,6 0-66 0,8-2-57 15,9 0-57-15,2-2-39 0,8 1-32 0,6-2-29 16,8-4-5-16,0 0-9 0,5 6-10 0,7-5-6 0,4-2-10 16,6 1-11-16,5-3 9 0,9-3-19 15,8-1 7-15,4 0 8 0,2-1 10 0,2-3-13 16,-1 1 16-16,3-2-23 0,-2 2 4 0,-1 0-18 16,-1-1 19-16,-6 3-30 0,-7 2 11 0,-7-2-25 0,-7 5 11 15,-2 0-26-15,-6 1 13 0,-6 2-38 16,-9 0 19-16,0 0-31 0,0 0-2 0,-8 7-19 15,-8-3 10-15,-7 4-6 0,-8 0 26 0,-10 1-3 16,-2 1 20-16,-3-1-4 0,0 0 19 0,0 0-12 0,2 0 22 16,7-1-12-16,4-2-1 0,7 0 3 0,2-1-1 15,5 0 1-15,9-2-6 0,2 1 11 16,8-4 13-16,0 0-18 0,0 0 13 0,14 3-19 0,5-6-4 16,3 0-38-16,14-3-29 0,-1 0-32 0,10-2-51 15,4-1-31-15,1-1-20 0,1-1-62 0,1 0-451 16,-2-2-230-16</inkml:trace>
  <inkml:trace contextRef="#ctx0" brushRef="#br0" timeOffset="37815.01">13438 14436 223 0,'0'0'690'0,"-3"7"-140"0,3-7-126 0,0 0-78 16,-5 7-79-16,5-7-59 0,0 0-39 0,-3 6-28 0,3-6-33 16,0 0-7-16,-1 6-12 0,1-6-14 0,0 0 29 15,1 10-6-15,-1-10 3 0,8 8 20 0,-1-5-5 16,3 4-11-16,5-3-3 0,4 1-1 0,4-2-16 15,8 0 4-15,6-1-8 0,3-4 29 0,11-4-24 16,0-4-12-16,15-7-16 0,-2-3-7 0,0-9-10 16,3-4 1-16,-1-7-16 0,14-15 2 0,1-6-14 15,0-7 10-15,2-4-17 0,0-2-1 0,2-2 19 16,2-3-25-16,-1 0-7 0,-3 0-19 0,-1-1-50 16,-4 3-85-16,-3 2-77 0,-6 7-63 15,-2 2-106-15,-15 14-78 0,2 0-571 0,-6 2-672 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35:42.36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definitions>
  <inkml:trace contextRef="#ctx0" brushRef="#br0">2515 12547 71 0,'-3'-7'156'0,"3"7"-23"0,0 0-22 15,0 0-9-15,-5-6-11 0,5 6-21 0,0 0-13 16,0 0-10-16,0 0-12 0,-4-6-6 0,4 6-2 15,0 0-8-15,0 0-8 0,0 0 1 0,-5-3-5 0,5 3-3 16,0 0 0-16,0 0-2 0,0 0-1 0,-12-2-19 16,12 2 25-16,0 0-16 0,-12 2 18 0,12-2-16 15,-12 1 24-15,12-1-27 0,0 0 38 0,-15 1-15 16,15-1 20-16,0 0-16 0,-10 1 29 0,10-1-24 16,0 0 24-16,-12 1-26 0,12-1 18 0,0 0-31 15,0 0 20-15,-11 2-24 0,11-2 20 0,0 0-23 16,0 0 18-16,0 0-22 0,0 0 16 0,0 0-19 0,0 0 21 15,0 0-22-15,0 0 22 0,0 0-21 0,0 0 17 16,0 0-19-16,0 0 23 0,0 0-24 0,0 0 22 16,0 0-21-16,0 0 22 0,0 0-20 0,0 0 29 15,0 0-13-15,0 0 23 0,0 0-14 0,0 0 26 16,0 0-26-16,0 0 24 0,0 0 4 0,0 0-4 16,11 1-6-16,-11-1-1 0,0 0-11 0,13 0 4 0,-13 0-1 15,0 0 1-15,18 0-2 0,-18 0-5 16,0 0-1-16,14 0 2 0,-14 0-3 0,13-1-4 15,-13 1-4-15,0 0 1 0,15 1-3 0,-15-1-5 16,9 1 4-16,-9-1-3 0,0 0 7 0,14 1 5 0,-14-1-2 16,9 2 0-16,-9-2-6 0,0 0-9 0,14 1 10 15,-14-1-5-15,0 0 1 0,14 2 2 0,-14-2-3 16,0 0-4-16,13 1 4 0,-13-1-5 0,0 0 6 16,16 1-3-16,-16-1 3 0,0 0-3 0,17 2-5 15,-17-2 5-15,10 1-1 0,-10-1-7 16,11 1 10-16,-11-1-6 0,11 2 3 0,-11-2-2 15,9 1 2-15,-9-1-2 0,9 2 1 0,-9-2-2 16,9 2 4-16,-9-2 0 0,0 0-1 0,14 1-4 0,-14-1 2 16,9 3-4-16,-9-3 5 0,0 0 1 0,14 1 0 15,-14-1 3-15,0 0-5 0,15 1-4 0,-15-1 5 16,13 1-3-16,-13-1-2 0,13 0 4 0,-13 0 2 16,16 3-1-16,-16-3 1 0,17 2 1 0,-17-2-3 15,19 2 4-15,-9-2-8 0,1 2 6 0,-1 0 0 16,-1-1-1-16,-9-1-1 0,15 4 0 0,-15-4-2 15,17 3 5-15,-17-3-6 0,14 3 5 0,-14-3-9 16,14 2 11-16,-14-2-3 0,15 3 1 0,-15-3 1 16,18 1-6-16,-18-1 4 0,18 2-1 0,-18-2 2 15,17 0-2-15,-17 0 1 0,16 0 2 0,-16 0-4 16,17 1-3-16,-17-1 1 0,18 0 5 0,-18 0 1 0,16 0-3 16,-16 0-8-16,17 1 8 0,-17-1 1 15,17 2-5-15,-17-2 8 0,14 0-1 0,-14 0 1 16,13 1-4-16,-13-1 1 0,13 2-1 0,-13-2 4 15,12 1-9-15,-12-1 12 0,14 0-2 0,-14 0 1 0,13 2-2 16,-13-2 0-16,13 0 1 0,-13 0 2 16,11 1-7-16,-11-1 14 0,0 0-3 0,17 0 0 15,-17 0-3-15,0 0-7 0,18 0 0 0,-18 0-1 16,0 0 4-16,14 0 2 0,-14 0 0 0,0 0 0 0,15-1-2 16,-15 1 2-16,0 0-8 0,10 0 9 0,-10 0 8 15,0 0 1-15,0 0 0 0,15-2-2 0,-15 2-2 16,0 0-5-16,12 0 3 0,-12 0-6 0,0 0 4 15,17 0 2-15,-17 0-5 0,11-1 1 0,-11 1-3 16,13 0 0-16,-13 0-2 0,14-2 1 0,-14 2 1 16,17 0 2-16,-17 0-5 0,16 0-3 0,-16 0 5 15,16-1-2-15,-16 1 1 0,15 0 3 16,-15 0-1-16,14 0 2 0,-14 0 4 0,14-2 6 0,-14 2 6 16,0 0-7-16,15 0 4 0,-15 0 1 0,0 0 10 15,16 0-18-15,-16 0 16 0,0 0-25 0,13-1 15 16,-13 1-17-16,0 0 13 0,15 0-15 0,-15 0 17 15,11 0-20-15,-11 0 20 0,14 0-18 0,-14 0 10 16,13-1-14-16,-13 1-1 0,13 0 21 0,-13 0-19 16,14 0 0-16,-14 0 8 0,13 0-5 0,-13 0-2 15,0 0 2-15,18 0 0 0,-18 0 0 0,0 0 2 0,15 0 1 16,-15 0 1-16,0 0 0 0,14 0-3 16,-14 0 0-16,0 0 0 0,0 0 5 0,16 0-3 15,-16 0 6-15,0 0 12 0,12 1-27 0,-12-1-1 16,0 0 4-16,13 1 6 0,-13-1-2 0,0 0 5 0,15 2-6 15,-15-2 5-15,13 0-7 0,-13 0 4 16,12 1 1-16,-12-1 20 0,12 0-24 0,-12 0 5 16,13 0-3-16,-13 0 14 0,14 2-7 0,-14-2 8 15,16 0-20-15,-16 0 10 0,15 0-6 0,-15 0 17 0,14 0-21 16,-14 0 21-16,15 0-24 0,-15 0 14 0,16 0-7 16,-16 0 15-16,15-2-17 0,-15 2 16 15,14 0-16-15,-14 0 19 0,18 0-19 0,-18 0 15 16,17-1-17-16,-17 1 19 0,17 0-23 0,-17 0 21 0,18 0-19 15,-18 0 15-15,22 0-12 0,-22 0 13 16,22 1-7-16,-12-1 15 0,3 2-18 0,-3-1 14 0,2-1-13 16,0 0 9-16,0 2-11 0,-1-1 8 15,2 1-8-15,0-1 18 0,1-1-19 0,-1 0 19 0,-2 2-20 16,2-2 13-16,1 1-12 0,-1-1 9 0,0 2-11 16,1-2 7-16,-2 0-1 0,4 1 14 0,-3-1-20 15,-1 0 17-15,5 2-20 0,-3-1 19 16,0-1-17-16,0 2 18 0,1-2-20 0,0 1 21 0,-2-1-25 15,0 1 27-15,0-1-18 0,0 0 15 0,-3 0-20 16,3 2 19-16,-3-1-16 0,2 1 18 0,-12-2-21 16,19 1 21-16,-9-1-16 0,-10 0 16 0,20 2-16 15,-20-2 15-15,21 3-14 0,-21-3 17 16,19 1-23-16,-9 1 17 0,2-2-13 0,-12 0 18 0,20 3-17 16,-8-3 15-16,-1 1-16 0,2 0 17 15,0-1-18-15,1 1 10 0,-1 0-9 0,1 1 18 0,-3-2-19 16,3 1 18-16,2 0-17 0,-4-1 11 0,4 0-12 15,-3 2 15-15,2-1-11 0,-2-1 13 0,1 2-1 16,0-2 0-16,0 1-3 0,-1-1-2 0,-2 0 3 16,3 0-2-16,-1 0-1 0,2 2 0 0,-2-2-1 0,1 0 1 15,0 2 24-15,-1-2-8 0,4 0 4 16,-3 1-2-16,0-1-10 0,-1 1-2 0,0-1-1 16,2 1-8-16,-3-1 5 0,1 2 2 0,0-1-3 15,0-1 1-15,0 1-4 0,-1-1-2 0,0 1-1 0,-2 0 6 16,3 0-10-16,-3-1 8 0,3 1-2 0,-3 2 2 15,0-2-2-15,3 1 4 0,-3 0-27 16,2 0 23-16,2 1 4 0,-3-2-1 0,3 0 3 16,-1 1-12-16,-1 0 12 0,2-1-8 0,-1 1 10 0,-1 0-7 15,1 1 2-15,0-3 4 0,-3 1-5 0,3 0 2 16,-2 1-2-16,1-1-5 0,-1 0 5 16,2-1 0-16,-1 1-1 0,-12-1 1 0,23 1-2 0,-12-1-1 15,2 1 0-15,-3-1 0 0,3 2-1 0,0-2 4 16,-2 1 1-16,3-1 2 0,-2 1-5 0,2-1 3 15,-1 0-4-15,-2 1 0 0,3-1 8 0,-1 0-4 16,0 0-2-16,-2 0 0 0,2 0 1 0,1 0-6 16,-1 0 7-16,-1 0 1 0,0 0-1 0,2 0 0 15,-1 0-2-15,0 0 5 0,1 0-2 0,-1 0-3 16,0 0 3-16,2 0 2 0,-1 0-6 0,-2 0 2 16,4 0 3-16,-3 0-5 0,1 0-4 0,0 0 7 15,0 0-1-15,0-1 11 0,-1 1-13 0,1 0-1 16,-2-1 0-16,1 1-2 0,1 0-5 0,-1 0 7 15,1-1 2-15,-2 1-1 0,2 0-3 0,-3 0 3 16,2 0 1-16,0 0-4 0,0 0 4 0,-1 0 0 16,1 0-4-16,0 0 2 0,2 1 1 0,-2-1-2 15,1 0 1-15,0 0-6 0,-1 0 8 0,0 0 2 16,1 0-5-16,-2 0 3 0,0 0 2 0,3 0-2 0,-2 0-1 16,0 0 0-16,0-1-8 0,1 1 7 15,-3 0 1-15,2-2 1 0,1 2 0 0,-1 0-2 16,1 0-3-16,-1-1 3 0,2 1 1 0,-2-1-1 15,1 1-3-15,1-1 4 0,-1 1-1 0,2-1 3 16,-1 0 0-16,-1-1-6 0,0 1 6 0,3 0-5 16,-3 1 4-16,1-3-2 0,-1 2 0 0,1 0 1 0,0 0 2 15,-2 1-2-15,0-1 2 0,0 1-3 0,1-1 0 16,-1 1 0-16,0 0 1 0,0 0-14 0,-1 0 12 16,1 0 2-16,-1 0 2 0,2 1 1 0,-3-1-3 15,3 0 2-15,-1 0-6 0,2 0 3 16,-2 0 6-16,0 0-8 0,2 0 6 0,1 0-8 0,0 0 6 15,-3 0-4-15,4 0-3 0,-2-1 6 0,1 1-1 16,4 0 0-16,-4-2 8 0,2 2-10 0,0 0 4 16,0 0-8-16,0 0 7 0,1 0 0 0,0 0-2 15,-1 0 2-15,1 0-1 0,0-1 0 0,1 1 2 16,0-1-4-16,-2 0 2 0,1 0 1 0,0-1 0 16,2 1 1-16,-1 0 0 0,-2 0 1 0,0-3-7 15,1 4 4-15,-1-2 2 0,1 0-1 0,0 1 2 16,-2 1-3-16,2-1 0 0,-1 0-1 0,0 0-1 15,-1 0 0-15,-1 0 7 0,-2-1-9 0,3 1 5 16,-4 0-1-16,3 0 4 0,-3-1-7 0,1 0 6 16,0 2 4-16,0-1-9 0,0 1 4 0,1-2-6 15,0 1 5-15,-1 1 2 0,0 0-9 0,0-2 9 16,-1 2-3-16,-1 0 0 0,2 0 0 0,1 0 2 16,-3 0-5-16,1 0 1 0,-1 0 1 0,-1-1 4 15,-11 1 4-15,18 0 5 0,-18 0 8 0,17-1 1 0,-17 1 1 16,12 0-6-16,-12 0 6 0,13-2-7 0,-13 2 0 15,0 0-4-15,13 0-1 0,-13 0 0 16,0 0-9-16,0 0 5 0,14-1-3 0,-14 1-14 16,0 0-41-16,0 0-53 0,0 0-88 0,0 0-142 0,10 0-505 15,-10 0-383-15</inkml:trace>
  <inkml:trace contextRef="#ctx0" brushRef="#br0" timeOffset="2121.11">7675 12603 19 0,'0'0'178'0,"0"0"-37"0,-2 9-39 16,2-9-25-16,-4 6-10 0,4-6-18 0,0 0-5 0,-4 7-12 15,4-7 16-15,0 0 23 0,-3 6 18 0,3-6-1 0,0 0 11 16,0 0-17-16,-5 5-8 0,5-5-19 0,0 0-2 16,0 0-16-16,0 0 7 0,0 0-9 0,0 0 16 15,0 0-9-15,0 0 7 0,0 0-14 0,0 0 5 16,9-2-18-16,-9 2 6 0,0 0-15 0,11-3 30 16,-11 3-12-16,10-3 8 0,-10 3-1 0,11-1 9 15,-11 1-23-15,18-2 11 0,-8 1-9 0,2-1 29 16,0 2-5-16,1 0-9 0,3-1 0 0,-2-1 6 15,4 1-5-15,-2 1-13 0,5-2 5 0,-3 2-9 16,2 0 0-16,2-1 4 0,-3 0-6 0,4-1-6 16,-1 2 3-16,-3-1 0 0,3-1-4 0,-2 2 0 15,-1-1-6-15,2 1 1 0,-1 0 3 0,-1 0-5 16,2 0-1-16,-1 0-2 0,2 0-2 0,-2 0-10 16,2 0 1-16,1 0 12 0,-2 1 0 0,0 1 0 15,2-1-5-15,-2-1 2 0,2 2-3 0,0-2-3 16,0 1 3-16,-3-1 5 0,3 0-7 0,0 0 0 0,-1 0 5 15,0 0-6-15,-1 0 7 0,1-1-6 16,-3 1 3-16,2-2 1 0,-5 2 1 0,3-1-2 16,-1-1-1-16,-2 1-2 0,0 1 1 0,0-2-2 15,0 1 8-15,-3 1-1 0,2-2 2 0,-1 2-6 16,3-1 0-16,-3-1 4 0,5 1-6 0,-2-1 4 16,1 2-2-16,-3 0 5 0,3-1-7 0,-1 1-2 15,-2 0 4-15,2-2 3 0,-1 2-5 0,0 0 5 16,3 0-1-16,0 0-2 0,-1-1 3 0,2 1-1 15,-2 1-3-15,0-1 3 0,2 0-9 0,0 0 15 16,-1 0 23-16,-1 0-21 0,0 2 22 0,1-2-25 0,-3 0 22 16,2 1-31-16,-5-1 27 0,5 0-28 0,-4 0 24 15,3 0-25-15,-3 0 21 0,1 0-24 0,0 0 25 16,2 0-29-16,-3 0 32 0,3-1-19 0,-3 1-2 16,2 0 0-16,0 1 2 0,0-1-1 0,-2 0 5 15,4 0-2-15,0 0 7 0,0 0-9 0,1 0 0 16,-1 0-7-16,1 2 7 0,2-2 3 0,-3 1-2 15,2 1-2-15,0-2 2 0,0 1-9 0,0-1 7 16,-1 2 2-16,2-2 2 0,-1 3 8 0,1-3 2 16,-1 1 17-16,0 1-27 0,1-1 9 0,-1 1-11 15,2-1 22-15,-4 0-26 0,4-1 23 0,-2 2-24 16,-1-1 21-16,2 1-22 0,-1-1 21 0,1-1-24 16,-1 2 17-16,2 1-18 0,-3-2 16 0,3 2-14 15,-2 0 20-15,1-2-27 0,-1 1 24 0,3 0-23 16,-4 0 28-16,3-2-27 0,0 2 23 0,-3 1-23 15,4-2 24-15,-3 1-23 0,3 0 1 0,-3-1-4 16,1 0 26-16,1 0-19 0,-2-1 8 0,2 2 31 16,0-1-21-16,-2-1 18 0,2 0-21 0,0 1 19 15,-3-1-21-15,3 0 12 0,-2 1-18 0,1-1 17 16,0 1-19-16,1 0 16 0,0-1-16 0,0 1 12 16,-1 1-17-16,1-1 18 0,-3 0-15 0,3-1 12 15,-2 2-19-15,-2 0 19 0,4-1-13 0,-2 0 11 0,-3-1-15 16,2 1 15-16,-1 1-15 0,1-2 18 15,-2 0-13-15,-3 1 13 0,2-1-7 0,0 1 11 16,0-1-5-16,-2 0 13 0,3 0-16 0,-3 0 9 0,-1 0-8 16,4 0 10-16,-5-1-10 0,4 1 10 0,-5 0-14 15,3 0 10-15,-1 0-15 0,2 0 13 0,-3 0-12 16,-1 0 9-16,2 0-14 0,-13 0 11 0,23 0-10 16,-23 0 11-16,21 0-11 0,-21 0 10 0,21 0-13 15,-21 0 12-15,23 1-8 0,-13-1 11 0,2 0-13 16,1 1 18-16,-2-1 9 0,3 0 7 0,-2 0-12 15,1-1 6-15,1 1-6 0,-3 0 7 0,3-1 7 16,-1 0 2-16,0 1-4 0,-2-2-3 0,2 1-7 16,0 0-1-16,0 0-3 0,-1-1-2 0,1 2-3 15,-1-2 1-15,0 1-2 0,0 1-6 0,2-1 4 16,-4-1 3-16,2 2-9 0,-1-1 2 0,1 1 1 16,-2 0-1-16,4 0-2 0,-14 0-3 0,26 0 4 15,-15 0 0-15,3 0-2 0,0 0-2 0,-1 0 1 16,4 0 5-16,-3 0-2 0,1 0-1 0,-1 0-2 0,0-1 6 15,0 1 17-15,1-1 6 0,0 1 5 16,0-1-9-16,-1 0-3 0,1 0-4 0,-1-1-1 16,2 2-5-16,-2-1 3 0,1 0-8 0,-1 0 6 15,-1-1-9-15,1 0 7 0,0 2 5 0,0-1 10 16,0-1-7-16,0 1 2 0,0-1-9 0,2 2 4 16,-2-1-8-16,2 0 10 0,-3-1-4 0,2 1 3 15,-2 1-5-15,0-1 5 0,0 0-7 0,-3 1 9 16,-10 0 10-16,19-1 11 0,-19 1-4 0,17-2 3 0,-17 2-9 15,12-1-4-15,-12 1-11 0,12 0 5 0,-12 0-9 16,0 0-1-16,14-2-12 0,-14 2-13 16,0 0-46-16,0 0-49 0,12 0-78 0,-12 0-105 15,0 0-61-15,0 0-124 0,0 0-551 0,11 0-638 0</inkml:trace>
  <inkml:trace contextRef="#ctx0" brushRef="#br0" timeOffset="3734.26">12178 12641 124 0,'0'0'260'0,"0"0"-48"0,0 0-17 16,0 0-22-16,7-4-16 0,-7 4-21 0,0 0-31 0,7-6-13 15,-7 6-13-15,6-4-10 0,-6 4 0 16,8-5-8-16,-8 5-2 0,10-3 2 0,-10 3-12 0,10-4-1 16,-10 4 1-16,13-4-1 0,-13 4-2 15,19-5 0-15,-10 4 6 0,5-1-3 0,-2 1 0 0,3-2-7 16,0 1 5-16,3-1 4 0,0-1-4 0,3 3 9 16,0-2-15-16,2 1 26 0,3-1-26 0,-1 0 22 15,2 2-32-15,0-4 20 0,0 3-30 16,0-2 20-16,-2 3-21 0,2 0 24 0,0-2-25 0,1 1 28 15,0 1-32-15,-2 0 23 0,2 0-29 0,-1 1 22 16,0-2-40-16,1 2 33 0,0 0-25 0,0 2 1 16,-1-2 3-16,1 1 24 0,0 0-29 0,0-1-8 15,0 1 12-15,0 1 3 0,-2-1-1 0,2 1 8 16,0-2-12-16,-1 0 21 0,0 1-27 0,0-1 24 16,-3 1-25-16,-1-1 20 0,0 0-18 0,1 0 23 15,-2-1-17-15,0 1 17 0,1 0-18 0,0-1 21 16,-2 1-16-16,1 0 15 0,0-2-18 0,-1 1 17 15,0 1-19-15,1-2 0 0,-2 2-2 0,1-1 4 16,-1 0-6-16,-1 1 3 0,1-1 2 0,-1-1 0 16,0 1-3-16,-1 1 0 0,-1-1 0 0,2 0 4 15,0 0-1-15,-4-1 1 0,4 2 2 0,-5-1 4 16,1 1-1-16,0-1 1 0,-1 1-1 0,0-1-1 16,0 1 1-16,-1 0-4 0,-1 0 1 0,1-1 4 15,0 1 4-15,2 0-1 0,-3 0-1 0,2 0 0 16,-1 0 1-16,-1-1-2 0,1 1-3 0,0 0 5 15,2 0-3-15,-2-2 0 0,1 2-2 0,0-1 3 0,3 1 4 16,-2 0-11-16,2-1 17 0,-1 1-11 0,2-2 7 16,3 2-11-16,-5 0 2 0,3 0-3 0,1 0 9 15,-1 2-12-15,1-2 14 0,-2 1-17 16,3 0 1-16,-1 1-2 0,-2-2 5 0,1 1-3 0,-1 0 0 16,1 0 2-16,0 0 0 0,-2 0 6 0,1 1-3 15,-3-1-6-15,3 1 5 0,-4-1-2 0,1 1-4 16,2 0 7-16,-3-1-1 0,4 1-1 15,-1-1 0-15,-1 1 1 0,2-2 2 0,1 2-6 16,-2-2 4-16,1 2 2 0,0-1-1 0,1 0 5 0,1 0 32 16,-2-1-4-16,4 1-8 0,-2-1-2 0,0 0-6 15,1 0-4-15,0 0-1 0,-2 0-2 0,1 0-3 16,2 0 2-16,-3 0-7 0,3 0 6 0,-2 0-6 16,0 0 5-16,-1 0-8 0,0 0 3 0,0 0 0 15,-1 0 2-15,-1 0-6 0,-1-1 8 0,0 1-4 16,-1 0 7-16,0 0-5 0,-1-1 5 0,2 1-3 15,-1 0-2-15,-1-1 1 0,1 1 2 0,1 0-1 16,-1-1 2-16,-1 1 2 0,3 0-3 0,-3 0-1 16,1 0 1-16,-1 0 5 0,-1 0 4 0,2 0 2 15,-3 0-2-15,2 0 2 0,-3 0 0 0,3 0-7 16,-14 0 1-16,22 1-2 0,-9-1 0 0,-13 0-1 0,25 0-1 16,-13 0-1-16,-1 1-3 0,3-1 3 15,-1 1 26-15,1-1-6 0,-1 1-7 0,4-1-3 16,-3 1-4-16,2 1-3 0,-3 0-2 0,6-1 0 15,-3-1-4-15,1 2-1 0,0-1 0 0,0 1-9 0,-2-2 9 16,-1 0-3-16,-1 1-7 0,1 1 8 0,-2-2-6 16,-12 0 11-16,21 1 4 0,-21-1 18 0,16 2-6 15,-16-2 8-15,15 0-8 0,-15 0 6 0,10 1-12 16,-10-1 4-16,12 0-10 0,-12 0 1 0,0 0-5 16,12 1 3-16,-12-1-8 0,0 0 4 0,11 2-7 15,-11-2 5-15,0 0-6 0,0 0 4 0,0 0-8 16,10 0 8-16,-10 0-8 0,0 0 8 0,0 0-7 15,0 0 4-15,0 0-7 0,0 0 3 0,0 0-14 16,13 1-89-16,-13-1-136 0,0 0-147 0,0 0-214 16,0 0-430-16,0 0-645 0</inkml:trace>
  <inkml:trace contextRef="#ctx0" brushRef="#br0" timeOffset="12018.2">15853 12552 138 0,'0'0'216'0,"0"0"-58"0,0 0-25 0,0 0-20 0,0 0-3 0,0 0-8 0,0 0-3 0,-6-4-22 0,6 4 26 15,0 0-11-15,0 0-15 0,0 0-6 0,0 0-13 16,0 0-7-16,0 0-7 0,0 0-5 0,0 0 3 15,11-1 1-15,-11 1-4 0,11 0-7 0,-11 0-1 16,12-1-3-16,-12 1-9 0,16 1 0 0,-16-1-1 16,16 0 0-16,-16 0-1 0,18 1-3 15,-6-1 3-15,-1 2 12 0,-1-1-8 0,3-1 7 0,0 1 10 16,1 0 9-16,0 0-7 0,1 1-5 0,2-2-8 16,2 1 2-16,-1-1-14 0,1 1 12 0,3-1-2 15,-3 1-6-15,4-1-4 0,-1 2-1 0,-2-2-4 16,2 1-7-16,2 1 11 0,-3-2-5 0,-1 0-2 15,2 0 4-15,-2 1-6 0,0 0-2 0,1-1 1 16,-2 2-5-16,1-2-4 0,1 1 11 0,-3 0-5 16,3 0 0-16,-1 0 1 0,-1-1-1 0,2 3 0 15,-1-3-3-15,-2 2 6 0,4-1-1 0,-2-1 1 16,-1 2 0-16,2-1 5 0,-1-1 1 0,0 2-11 16,1-2 12-16,-2 0-2 0,1 0-1 0,-1 0 17 15,0 0-21-15,0 0 19 0,1 0-23 0,0-2-3 0,-1 2 5 16,1-1 2-16,-2-1 0 0,1 2 4 0,-1-1-1 15,1-1-2-15,0-1 5 0,0 2-7 0,0 0 6 16,0 0 0-16,0 0-7 0,0-1 4 16,-1 2-1-16,1-1-4 0,2 0 3 0,-3 1-3 0,1-2 5 15,-1 2 1-15,-1-1-18 0,3 1 15 16,-2-2-3-16,-1 2 0 0,1 0-5 0,2 0 7 0,-3-1 3 16,1 1-5-16,1 0 2 0,-1 0-3 15,3 0-3-15,-1 0 9 0,-2 0-5 0,3 0-1 0,0-1 4 16,-1 1 18-16,0-1-22 0,2 1 20 0,-2-2-28 15,1 1 23-15,0 0-17 0,0 0 19 16,0 0-21-16,0 1 19 0,-2-2-22 0,2 2 21 16,0-1-25-16,-4 1 22 0,-1 0-22 0,0 0 22 0,-1 0-23 15,-1 0 25-15,1 0-31 0,0 1 32 0,-1-1-23 16,-3 2-8-16,2-2 14 0,2 1 1 0,-3 0 2 16,0 0-2-16,0 0 0 0,3 1-4 0,-2-1 9 15,0 0-13-15,4 0 12 0,-3 1-1 0,4-1-2 16,1 1 5-16,-3-2 1 0,3 1-3 0,-1 0 7 15,3 1 10-15,-2-1 22 0,0-1-32 0,-1 2 24 16,0-2-37-16,0 1 29 0,2 2-26 0,-2-1 18 16,1-1-17-16,-2-1 24 0,3 2-30 0,1-1 27 15,-3 1-26-15,2-1 24 0,1 1-8 0,-1-1 27 16,-1 1-25-16,0-2 20 0,-1 1-23 0,1 2 14 16,-1-2-28-16,2 1 30 0,-1-1-26 0,-1-1 19 15,1 3-33-15,0-1 37 0,0-1-31 0,0-1 30 16,-1 2-27-16,3-1 27 0,-3 1-28 0,2-1 4 15,-1 1 1-15,-1-1 11 0,1 1-3 0,0-1 3 16,-2 0 4-16,2-1-9 0,-1 2-3 0,1-1 5 16,2 1 2-16,-3-1-4 0,1-1-2 0,-1 0 2 15,1 0 2-15,0 0-2 0,-4 0 2 0,4 0 0 16,-2 2-5-16,2-2-6 0,-3 0 4 0,0 1 7 16,0-1-5-16,1 2 1 0,0-2-3 0,-3 0 2 0,0 1-1 15,1-1 3-15,0 2-4 0,0-2 1 0,-2 0 2 16,2 1-2-16,-2-1-2 0,1 0 4 15,0 0 14-15,0 2-22 0,-1-2 23 0,2 0-20 0,-2 1 20 16,0-1-22-16,1 0 19 0,0 1-18 0,0 0 14 16,-1 0-17-16,2-1 18 0,-2 2-18 0,2-1 19 15,-2 0-18-15,1-1 17 0,1 0-21 0,-2 2 5 16,1-2-1-16,0 1 3 0,0 1 5 0,0-1-4 16,0-1 6-16,-1 2 0 0,0-2 6 0,1 2-4 15,-1-2-2-15,1 1-1 0,0-1 4 0,0 0-6 16,0 0 2-16,1 0-3 0,-2-1 2 0,2 1 5 15,-2 0-5-15,0 0 3 0,2-2 1 0,-3 2 2 16,2 0-7-16,-1 0-1 0,1-2 3 0,-3 2-3 16,2 0 0-16,2 0 1 0,-2 0-1 0,0 0 0 15,0 0-3-15,1-1 4 0,-2 1 1 0,1 0-4 16,3 0 3-16,-5-2-1 0,4 2-1 0,0-1 1 16,0 1-1-16,0-2-5 0,-1 2 6 0,3 0-1 15,-2-1 0-15,1 0 1 0,-1-1 2 0,0 1-3 16,2 0 0-16,-3 0 3 0,1 0-2 0,-1-1-3 0,0 1 18 15,0-1-18-15,2 2 17 0,-5-1-23 16,2-1 22-16,2 1-15 0,-2-1 9 0,0 2-11 16,-3 0 15-16,3-1-17 0,0-1 14 0,-2 1-16 15,2-1 7-15,-3 2-1 0,2-1-8 0,0 1 8 0,1-3 0 16,0 2 5-16,-2-1-7 0,1 1 6 0,3-1-5 16,-4 1 0-16,3-1 1 0,-3 2 0 15,1-1 0-15,-1-1 0 0,2 1 1 0,0-1 0 16,-2 2 2-16,1-1-7 0,-1-2 5 0,1 1 2 0,-2 0-3 15,0 2 0-15,2-2 1 0,-2 1 0 0,1-2 1 16,-2 3 1-16,2-3 1 0,0 1 2 0,-1-1-3 16,2 0-4-16,-1 1 3 0,0 0 0 0,0 0 1 15,-1 1-1-15,1 0 0 0,0-2 1 0,-1 0-1 16,0 1-3-16,2-1 4 0,-2 1 0 0,2-1-2 16,-1 2 0-16,-2-1 0 0,0 0 0 0,2-1 4 15,-2 0-8-15,0 0 10 0,2 1 28 16,-4-1-5-16,2 0-4 0,-2-1-4 0,1 1-3 0,0-1-1 15,-1 0 1-15,-1 2-8 0,3-1-3 0,-9 3 1 16,13-9 6-16,-7 5-6 0,1 2 4 0,-7 2-12 16,12-7 3-16,-8 1-2 0,-4 6 11 0,10-4 12 15,-10 4 10-15,10-5 5 0,-10 5-3 0,8-5-5 16,-8 5-8-16,7-6-4 0,-7 6 2 0,6-5-4 16,-6 5-2-16,6-6-2 0,-6 6-3 0,4-6 0 15,-4 6-8-15,5-5 10 0,-5 5-3 0,4-6 0 16,-4 6 5-16,4-5 8 0,-4 5-2 0,3-7 0 15,-3 7-6-15,2-6 2 0,-2 6-7 0,2-9-1 16,-2 9-2-16,1-6 1 0,-1 6-3 0,0-8 2 16,0 8-7-16,-1-10 6 0,1 10-4 0,-2-10 2 0,2 10-2 15,-4-9 3-15,4 9-4 0,-4-10 2 16,4 10-4-16,-5-9 5 0,5 9-4 0,-5-10 2 16,5 10-1-16,-9-9 2 0,6 3-4 0,-3 4 1 15,1-4-3-15,-1 1 5 0,-3 1 0 0,1-1-5 16,1 0 0-16,-2 2 4 0,-1 0 0 0,-1-2 1 15,2 3-3-15,-3-2 3 0,0 2 2 0,-2 0-3 0,1 0 0 16,0 1 2-16,-2 0-1 0,1-1 0 16,-1 2 16-16,-1-2 12 0,2 1-3 0,0 0-9 0,-2 1 1 15,1-1-3-15,0 0-5 0,1-1-1 0,-1 1-3 16,1 0 5-16,-3 0 0 0,3 0 16 0,-2-1 0 16,1 2-2-16,0-1-7 0,2 0-2 15,-2 1-4-15,1-1-2 0,2 0-3 0,-3 0 2 0,2 1-2 16,-2-2-1-16,2 1-1 0,-1 0-1 0,1-1 2 15,2 2-3-15,-3-2 4 0,2 1-1 16,0 0 1-16,1 0 13 0,-2 0 4 0,1-1-4 16,-1 2-1-16,0-1-7 0,0 0 1 0,-2 0-3 0,2 0-2 15,2 1-2-15,-3-3-1 0,2 3-5 0,-2 0 3 16,1 0 3-16,-2 0-3 0,2 0-2 0,0 3 2 16,-2-3 1-16,2 0-3 0,1 1 2 0,-1-1-3 15,-1 0 2-15,1 1 0 0,0-1 0 0,-1 1 0 16,1-1 2-16,1 1 1 0,-1-1 15 0,-1 2 2 15,2-2-4-15,-1 1-8 0,-2-1 1 0,2 0 0 16,-1 1-1-16,0-1-8 0,0 0 3 0,3 0 3 16,-2 1-1-16,-1-1-4 0,2 0 1 0,-2 1-1 15,0-1 1-15,0 0 0 0,3 0-4 0,-2 0 6 16,-1 0-7-16,1 0 5 0,0 0-1 0,-1 0-2 16,1 0-1-16,1 0 4 0,0 0 1 0,-1-1 9 15,-1 1-11-15,2 0 5 0,0-1 8 0,0 1 4 16,-3 0-6-16,3 0 1 0,0-1 8 0,0 1-15 15,-3 0 13-15,3 0-17 0,2 1 2 0,-4-1-3 16,3 0 2-16,-2 1-3 0,13-1 2 0,-22 1-1 16,8-1-2-16,4 2 1 0,-2-2-1 0,-2 2 1 15,1-2 3-15,1 1-5 0,0 0-1 0,-3 1 1 16,2-1 0-16,0 0 2 0,-2 0-2 0,2-1 2 16,-1 1 1-16,0 0-2 0,0-1 2 0,-1 2-4 0,-2-1 3 15,4-1 2-15,-6 1-5 0,4 0 3 0,0 0 0 16,-1 1-2-16,2-1 0 0,0-1 0 15,-1 1 2-15,3 1-4 0,-2 0 2 0,0 0 0 0,3-2 0 16,-1 1 2-16,-1 0 14 0,1 2-18 0,0-1 0 16,0 0-3-16,1 1 5 0,0-1-1 15,0 1 0-15,-1 0 1 0,1-1-2 0,-1 1 6 0,0 1-8 16,2-1 4-16,-3 0 0 0,4 1 0 0,-1-2 0 16,-3 1 1-16,4 3 0 0,0-4-1 0,-2 3-5 15,3-2 8-15,0 1-2 0,-1 1 0 0,1-1-3 16,1 0 2-16,-1-2-1 0,3 4 0 15,-1-2 3-15,6-4-1 0,-9 9 0 0,4-3 12 0,2 1-11 16,-2-1 8-16,3 2-11 0,-1-1 10 0,-2 0-8 16,2 1 7-16,2-1-11 0,-3 1 11 0,3-1-12 15,-3 1 15-15,4 1-14 0,-2-1 33 0,0 0-14 0,0 0 18 16,0 1-8-16,1-1 18 0,1-2-29 16,0 3 18-16,0-3-26 0,0 3 34 0,0-2-32 15,3 0 31-15,-2 1-39 0,2-3 30 0,-1 4-31 16,1-2 30-16,1 0-33 0,1 0 34 0,0 1-38 0,0-3 29 15,1 3-32-15,-2-2 34 0,3 0-36 16,0-1 36-16,2 1-35 0,-1 0 32 0,1 1-36 16,0-2 36-16,0-1-37 0,1 1 34 0,0 0-31 15,0 0 25-15,-1-2-34 0,3 1-48 0,-2 0-105 16,0-1-192-16,2-1-185 0,-1-1-867 0,-11-1-1024 16</inkml:trace>
  <inkml:trace contextRef="#ctx0" brushRef="#br0" timeOffset="50764.35">20817 10226 146 0,'8'-4'493'0,"-8"4"-152"0,0 0-61 0,0 0-74 16,0-6-21-16,0 6-36 0,0 0-1 0,0 0-34 15,1-7 1-15,-1 7-38 0,0 0 2 0,0 0-33 16,1-8 13-16,-1 8-29 0,0 0 14 0,0 0-21 15,0 0 13-15,0-5-24 0,0 5 33 0,0 0-20 16,0 0 32-16,0 0-33 0,0 0 21 0,0-8-35 16,0 8 25-16,0 0-28 0,-9-4 37 0,9 4-24 15,-8-4 38-15,8 4-43 0,-11-2 31 0,11 2-35 16,-11-4 23-16,11 4-27 0,-16-5 28 0,16 5-31 16,-16-1 37-16,16 1-28 0,-21-4 29 0,12 3 0 0,-1 0-4 15,10 1-6-15,-22-1-6 0,11 1-2 16,11 0-8-16,-21 0-1 0,10 0-9 0,11 0 5 15,-21 1-1-15,21-1-9 0,-23 2 8 0,13 0-3 16,-3-2 0-16,3 2-5 0,-3-2 8 0,3 1 28 0,-3 1 2 16,3-1-3-16,-4 1-4 0,4-2-7 0,-3 0 2 15,2 2-2-15,-1-2-2 0,-1 2 4 0,0-2-3 16,1 0-2-16,0 1 0 0,-1-1 16 16,-2 0 4-16,5 1-11 0,-4-2 3 0,2 1 3 0,-3 0 12 15,2 0-6-15,2-1-4 0,-2 1-3 0,0-2-5 16,-1 2-8-16,3-2 0 0,-1 2-3 0,-2 0-5 15,1-2-4-15,-1 2-5 0,3 0 4 0,-3 0-5 16,1 0 1-16,-1 0 1 0,0 2-3 0,1-2 0 16,-2 0-1-16,2 0 2 0,-1 2 0 0,1-2-4 15,-1 2 3-15,1-1 1 0,0 0-1 0,-1 0-2 16,1 0 0-16,0-1 3 0,0 2-7 0,-1-2 5 16,1 1 1-16,0-1-2 0,-2 2 0 0,1-2-1 15,-3 0 0-15,4 0 3 0,-3 0-13 16,0 1 11-16,-3-1 0 0,0 2 0 0,2-2-1 0,-2 1 1 15,1 1 14-15,-2-1 1 0,1 1 4 0,-1-1-6 16,0 1-2-16,0-1-1 0,-1 2-4 0,1-2 1 16,-2 2 2-16,3-1 3 0,-3 1-1 0,3-2-1 15,1 4 1-15,0-4-5 0,0 2 2 0,2-1-3 0,0 0-4 16,2 0 2-16,0 1 0 0,1-2-1 0,3 1-1 16,-3 1 0-16,1-3-3 0,0 3-1 0,1-1 5 15,-1-2 2-15,2 1-1 0,-3 0 1 0,2 0 1 16,-2 0 3-16,0-1 12 0,0 1 2 0,-1-1-6 15,0 2 3-15,0-2 2 0,1 0 3 0,-2 0-4 16,2 0-2-16,-3 0 0 0,1 0 0 16,0-2-3-16,1 1-2 0,1 0-1 0,-2 0-1 15,1 0-6-15,-1 0 4 0,2-1-5 0,-1 1 2 0,2-1 0 16,1 0 2-16,-1 1-2 0,2-1 1 0,10 2-3 16,-18 0 1-16,18 0 2 0,-14-3-5 0,14 3-2 15,-11-1 1-15,11 1 0 0,-12-2-6 0,12 2 11 16,-12 2-5-16,12-2-4 0,-11 3 3 0,11-3-1 15,-10 3 0-15,10-3-1 0,-10 3 1 0,10-3-2 16,-12 6 2-16,12-6 2 0,-10 6 0 0,3-4 4 16,7-2 0-16,-11 8 9 0,6-4-1 0,5-4-2 15,-9 7-3-15,9-7-2 0,-9 8 0 0,9-8-2 16,-9 4 2-16,9-4 15 0,-6 7-1 0,6-7 1 16,-7 7-1-16,7-7 0 0,-2 5-3 0,2-5-5 15,-3 10-4-15,3-10 2 0,0 10 0 0,0-10-6 0,3 10 1 16,-3-10-1-16,2 12-1 0,0-6-1 15,0-1-5-15,-2-5 2 0,3 11 1 0,-3-11 0 16,4 10 0-16,-4-10 1 0,2 9-1 0,-2-9-3 16,1 8 1-16,-1-8 3 0,4 5-1 0,-4-5 3 15,0 0-5-15,3 9 4 0,-3-9 14 0,0 0-4 0,2 6 18 16,-2-6 3-16,0 0 3 0,7 7 0 16,-7-7-6-16,7 3-4 0,-7-3-10 0,13 6 3 0,-13-6-4 15,14 3-5-15,-5-1-1 0,4 1 1 0,-3-1-3 16,3 0 2-16,2 0-4 0,-2-1 7 0,5 0-17 15,-1 2 11-15,-1-1-6 0,3-2-1 16,-1 0-1-16,0 1 6 0,0 0-5 0,1 1 6 0,-1-2-5 16,-4 1 6-16,5 0-4 0,-5-1 10 0,3 2-11 15,-3-2 7-15,1 1-8 0,-2 0 6 0,1 1-9 16,0-1 9-16,-1 0-12 0,2 1 16 0,-2-1-16 16,0 1 14-16,0-1-10 0,1 2 20 0,-1-1-19 15,-1-1 19-15,4 0-9 0,-2 1 40 16,4-1-33-16,-3 1 18 0,4-1-28 0,0-1 22 0,1 0-23 15,1 0 18-15,-2 0-23 0,1 2 13 0,1-2-19 16,1 0 21-16,-3 0-24 0,4 0 22 0,-1 0-27 16,-3 1 33-16,3-1-30 0,-2 0 21 0,2 0-23 15,0 0 24-15,-2 0-22 0,3 0 21 0,-2 0-20 16,0 0 20-16,2 0-23 0,-3 0 27 0,1 0-26 16,2-1 22-16,-1-1-25 0,1 2 24 0,1-1-18 15,3-2 19-15,-1 0-23 0,0 2 25 0,-1-2-25 16,2 0 28-16,-1 0-26 0,3-1 24 0,-3 0-31 0,1 0 31 15,1 0-27-15,-3 1 23 0,0-1-21 0,1 0 23 16,-1 0-2-16,-2 1-6 0,-2 1-1 16,-1-2-1-16,-1 1 0 0,1 1 3 0,-1 0 0 15,-1-1-1-15,1 1-6 0,0 0 3 0,-2-1-2 0,2 2-1 16,-1-2 1-16,1 0 3 0,0 1-5 16,0-1 1-16,0 1-1 0,-2 0 4 0,2-1-1 15,0-1 0-15,-1 1 2 0,1-1-2 0,-1 1 6 0,0-1-8 16,-1 1 3-16,-2-3 3 0,2 1 3 0,-2 2-1 15,0 0-3-15,-2-2 3 0,-1 0-2 0,0 1-2 16,-1 1 1-16,0-2-1 0,-1 0-2 16,-1 0 5-16,-1 2 2 0,2-2-3 0,-2-1 4 0,0 1 4 15,0 1 5-15,-3-3 4 0,2 0 1 0,-2 1 0 16,0-2-4-16,-1 1 17 0,2-1 2 0,-2-1-6 16,1 0-6-16,-2 0-3 0,-1 1-4 0,2-3 1 15,-2 3 7-15,-1-3 2 0,0 3-23 0,-1 0 39 16,0 0-44-16,0 1 34 0,0 0-35 0,0 7 32 15,0-13-39-15,-2 6 31 0,0 2-33 0,-3-1 29 16,1 0-32-16,-1 0 30 0,-2 0-36 0,-1 2 38 16,-1 1-44-16,-1-1 22 0,-3 1-48 0,0 0 9 15,-3 1-73-15,0-1-51 0,-2 0-64 0,2 2-134 16,-2 0-165-16,0-1-210 0,1 1-696 0,-2-2-1044 16</inkml:trace>
  <inkml:trace contextRef="#ctx0" brushRef="#br0" timeOffset="80782.87">23857 13564 75 0,'0'0'297'0,"5"-7"-60"16,-5 7-28-16,4-7-43 0,-4 7-21 0,3-6-32 16,-3 6-11-16,4-7-7 0,-4 7-4 0,4-5-7 15,-4 5 2-15,2-6-8 0,-2 6-11 0,0 0-11 16,3-8-10-16,-3 8-11 0,0 0-8 0,3-7-2 16,-3 7-5-16,0 0-5 0,-5-9-1 0,5 9-1 15,-5-5-3-15,5 5-2 0,-9-4-7 16,9 4 9-16,-9-6-1 0,9 6 14 0,-16-4 5 0,16 4 3 15,-16-3-3-15,16 3 0 0,-19-5 4 0,10 4-2 16,-2-2 4-16,-1 0 4 0,3 1 7 0,-5 0-3 16,3 0 0-16,-3-2-2 0,1 2-8 15,-4-2 3-15,3 2-12 0,-2-2 9 0,0 2-1 0,0-2-5 16,0 3-4-16,-3-4-2 0,4 4-7 16,-3-2-1-16,1 0 0 0,-1 1-9 0,3-1 1 0,-3 1 2 15,2 1-3-15,0-2 2 0,3 2-6 0,-2 0 7 16,0-1 1-16,-1 2-3 0,1-3 4 0,-3 2 11 15,-1 0 0-15,2-1-7 0,0 1 3 0,-1 0-1 16,-2-1-10-16,0 1 26 0,3-1-4 0,-2 0-7 16,1 1 0-16,-1 1-2 0,0-1-6 0,0 0 2 15,-2 1-1-15,2 0-4 0,1 0 0 0,-1 0 0 16,2 0-1-16,2 0-3 0,0 0 3 0,0 1-8 16,0-1 4-16,1 0 5 0,2 0-5 0,12 0 7 0,-25 1 0 15,25-1-2-15,-24 0-9 0,14 1 7 16,10-1 0-16,-22 2-1 0,11-2-2 0,-1 3 2 15,-2-2-3-15,2 0 0 0,0 1 2 0,0 0-5 16,-2 0 2-16,-1 1-1 0,-3-1 4 0,3 2-5 0,-3-1 4 16,0 1 1-16,0-1 37 0,-1 0 1 15,0-1 2-15,0 2-8 0,-1-1-9 0,2 0-1 16,2 0-9-16,-1 0-1 0,-2 0-3 0,4 0 1 16,-2 0-2-16,4-2 22 0,-1 2 0 0,0-1-4 0,4-1-6 15,-3 0-4-15,2 2-7 0,0-1 1 0,-1 1-3 16,0 0-4-16,1-3 3 0,-1 3-3 0,2 0 0 15,-3 0-4-15,3-2 2 0,-2 3 0 16,0-1 0-16,-1 0 3 0,-1 2 4 0,1-2 17 0,-1 1-4 16,4 1-6-16,-2-3-1 0,1 3 0 15,-1-1-6-15,3-1 0 0,-2 1-2 0,2-1 2 0,-3 2 2 16,2-2 19-16,0 0 7 0,1 2 1 0,-1-2-3 16,1 1-6-16,0 0-6 0,-1-2 3 0,2 2-3 15,0-1 5-15,-1-1-7 0,-1 1 1 16,4 1-3-16,-3-1-7 0,2 0 2 0,-3 0-6 0,10-3 2 15,-11 5-7-15,4-2 4 0,7-3-5 0,-12 5 3 16,12-5-8-16,-9 4 7 0,9-4-4 0,-10 5 1 16,10-5-4-16,-8 5 11 0,8-5-15 0,-8 3 7 15,8-3-4-15,-8 5 4 0,8-5-6 16,-6 4 8-16,6-4-5 0,-8 6 5 0,8-6-2 0,-5 3 7 16,5-3-7-16,-6 4 11 0,6-4-5 0,0 0 6 15,-7 6-8-15,7-6 5 0,0 0-7 0,-6 3 5 16,6-3-8-16,0 0 6 0,-9 5-6 0,9-5 5 15,-10 3-4-15,10-3 3 0,-13 4-4 0,13-4 4 0,-15 4-4 16,15-4 6-16,-15 6-6 0,15-6 2 0,-12 4-6 16,12-4 6-16,-12 4-4 0,12-4 5 15,-14 4-5-15,14-4 6 0,-11 5-5 0,11-5 4 0,-12 4-2 16,12-4 4-16,-10 2-3 0,10-2 6 0,-6 3-7 16,6-3 5-16,0 0-3 0,-9 4 3 15,9-4-7-15,0 0 5 0,-8 3-6 0,8-3 6 0,0 0-6 16,-9 6 1-16,9-6-2 0,-6 3 4 0,6-3-3 15,-5 4 0-15,5-4 0 0,-7 3-1 16,7-3 3-16,0 0-4 0,-5 6 8 0,5-6-7 0,-6 4 6 16,6-4-7-16,-5 6 4 0,5-6-4 15,-7 4 2-15,7-4-7 0,-4 6 11 0,4-6-6 0,0 0 7 16,-6 5-2-16,6-5 2 0,0 0-2 16,-4 4 6-16,4-4-5 0,0 0 5 0,0 0-1 0,-6 5-2 15,6-5-3-15,0 0 4 0,0 0-2 16,0 0 5-16,-1 5-1 0,1-5 6 0,0 0-5 0,5 8 5 15,-5-8-6-15,7 6 7 0,-7-6-4 0,9 5 0 16,-1-1-4-16,-2-2 29 0,3 3-7 0,0-4 1 16,0 4-8-16,1-2 3 0,2 0-20 0,-2 0 12 15,1 0-13-15,0-1 7 0,0 2-7 0,2-2 5 16,-3-1-10-16,4 2 8 0,-2 0-8 0,-2-2 9 16,4 2-10-16,-2-2 6 0,0 1-9 0,0 1 9 15,-1-2-10-15,2 0 11 0,0 1-4 0,1-1 3 0,-2 0-8 16,0 0 5-16,4 0-6 0,-4 0 6 15,4 0-4-15,-1 1 2 0,0-2-3 0,2 1 6 16,2 0-7-16,0-1 7 0,-2 0-8 0,-2 1 9 16,1-1-11-16,0 1 11 0,0-1-8 0,-1 3 7 0,0-3-6 15,-1 0 6-15,0 0-7 0,2 0 8 16,-2 0-10-16,1 1 15 0,-1-1-15 0,-1 0 11 16,1 0-9-16,0 2 8 0,0-2-5 0,0 0 3 15,0 0-5-15,-1 0 11 0,4 0-10 0,-2 0 3 16,0 0-4-16,2 0 6 0,1-2-8 0,-3 1 7 0,4 1-6 15,-2 0 8-15,1-3-8 0,0 3 6 16,-2-1-7-16,1 0 9 0,-2 1-9 0,2-1 9 0,-2 0-8 16,0 1 7-16,1-2-8 0,-1 2 11 0,2-1-6 15,-2 1 6-15,3-2-11 0,-3 2 7 0,1-1-5 16,2 0 10-16,-4 1-8 0,2-1 1 16,0 1-3-16,0 0 6 0,0-2-9 0,3 1 8 0,-1 1-2 15,-2-1 5-15,1 1-8 0,1 0 2 0,0 0-4 16,-3 0 8-16,3 0-4 0,-3 0 5 0,2 0-8 15,-2 0 8-15,2 0-7 0,1 0 6 0,-3 0-7 16,0 0 8-16,3 0-5 0,0 0 2 16,0 0-5-16,-1 0 7 0,-2 0-6 0,4 0 7 0,0-3-8 15,-3 3 9-15,3-1-9 0,-2 0 7 16,0 0-11-16,0 0 16 0,1-2-12 0,0 2 7 0,-2-1-9 16,2 0 11-16,0 1-10 0,1 0 8 0,-3-1-9 15,2 0 11-15,1 0-7 0,-4 2 5 0,3-2-6 16,-3 0 6-16,2 1-6 0,-2 0 8 0,2 0-7 15,-3 0-4-15,1-2 16 0,-1 3-14 0,0-2 1 16,0 0 0-16,-1 0 4 0,3 0-2 0,-5-1 0 16,4 0 1-16,-2 1 0 0,0-1 3 0,-3 0-2 15,2 0 2-15,-1 0-2 0,-1 0 7 0,1 1 1 16,-1-1 2-16,-3 0 6 0,-7 3 3 0,15-2-3 16,-15 2-1-16,12-6-3 0,-12 6-3 0,11-5 4 15,-11 5-6-15,10-4-3 0,-10 4 1 0,9-8 0 0,-9 8 0 16,6-7-3-16,-6 7 1 0,8-7-2 15,-8 7 15-15,6-8-14 0,-2 3 11 0,-4 5-14 16,5-10 18-16,-5 10-18 0,5-10 11 0,-5 10-12 16,4-11 15-16,-4 11-17 0,3-10 17 0,-3 10-10 15,2-11 36-15,-2 11-20 0,3-9 18 0,-3 9-30 0,1-12 22 16,-1 12-30-16,-1-10 22 0,1 10-28 16,-4-12 24-16,0 7-22 0,0-1 18 0,0-2-21 15,-1 2 21-15,-2 1-22 0,0-3 21 0,0 2-23 16,-1 0 25-16,-1 1-25 0,0-2 21 0,-1 1-22 0,0 0 23 15,-3 0-24-15,1 0 21 0,-3 0 6 16,1 1-11-16,-3-1-18 0,1 1 25 0,-2-1-27 16,-1 3 23-16,-3-2-19 0,0 1 19 0,0 0-4 0,3 1 1 15,-1 1-1-15,1 1-18 0,3 1 19 0,0 0-25 16,2-2 11-16,0 4-107 0,2-2-124 0,-1 3-126 16,2-2-116-16,-1 3-138 0,1-1-527 15,-1 0-761-15</inkml:trace>
  <inkml:trace contextRef="#ctx0" brushRef="#br0" timeOffset="210856.08">22809 4620 750 0,'9'3'836'16,"-9"-3"-172"-16,0 0-126 0,9 2-87 0,-9-2-78 0,0 0-82 0,0 0-52 15,0 0-47-15,14 0-49 0,-14 0-34 16,0 0-88-16,0 0-190 0,0 0-235 0,0 0-322 16,0 0-305-16,0 0-645 0</inkml:trace>
  <inkml:trace contextRef="#ctx0" brushRef="#br0" timeOffset="-184492.14">23842 1519 15 0,'-6'-8'152'0,"-1"1"-8"0,2 1-48 0,-3-1 0 0,3-1-17 0,0 1 2 0,0 0-35 15,0 1 5-15,1-1-31 0,-1 0 10 0,1 2-23 16,2-2 12-16,-1 1-24 0,3 6 0 0,-1-11-18 16,1 11-20-16,1-13-34 0,-1 7-32 0,3-1-72 15,-1 1 51-15</inkml:trace>
  <inkml:trace contextRef="#ctx0" brushRef="#br0" timeOffset="-177826.36">23145 4530 549 0,'0'0'752'0,"-10"6"-191"0,10-6-195 16,-9 3-230-16,9-3-254 0,-9 3-212 0,9-3-271 15,0 0-113-15</inkml:trace>
  <inkml:trace contextRef="#ctx0" brushRef="#br0" timeOffset="-177641.99">23303 4696 898 0,'-8'6'833'0,"8"-6"-215"16,0 0-320-16,-10-1-263 0,10 1-300 0,-7-4-502 16,7 4-282-16</inkml:trace>
  <inkml:trace contextRef="#ctx0" brushRef="#br0" timeOffset="-167460.72">23034 4592 704 0,'0'9'822'0,"0"-9"-152"0,0 0-153 0,0 0-102 16,-1 6-83-16,1-6-58 0,0 0-58 0,0 0-37 16,0 0-40-16,-3 6-27 0,3-6-28 0,0 0-9 15,0 0-21-15,0 0-11 0,0 0-15 0,0 0-48 16,0 7-139-16,0-7-157 0,0 0-139 0,4 8-202 16,-4-8-300-16,0 0-542 0</inkml:trace>
  <inkml:trace contextRef="#ctx0" brushRef="#br0" timeOffset="-167310.39">23139 4663 616 0,'0'10'854'0,"-1"-3"-144"0,0-1-151 0,1-6-112 0,0 11-91 16,0-11-72-16,-2 10-56 0,2-10-44 15,0 6-38-15,0-6-53 0,0 0-63 0,0 8-120 16,0-8-153-16,0 0-154 0,0 0-792 0,0 0-798 0</inkml:trace>
  <inkml:trace contextRef="#ctx0" brushRef="#br0" timeOffset="-167144.14">23028 4885 815 0,'-5'10'780'0,"-3"-2"-171"0,4-2-150 15,0-1-147-15,1-2-152 0,3-3-147 0,-7 9-100 0,7-9-126 16,-6 8-191-16,6-8-371 0,-8 4-293 0</inkml:trace>
  <inkml:trace contextRef="#ctx0" brushRef="#br1" timeOffset="-49683.34">28201 4268 71 0,'0'0'711'0,"-12"3"-165"0,12-3-94 0,-11 3-65 0,11-3-76 0,-9 3-54 16,9-3-19-16,0 0-11 0,0 0-39 16,3 5-11-16,-3-5-30 0,15 6-16 0,-1-5-32 0,4 1-11 15,3-1-21-15,5 0-8 0,4-1-18 16,2 0-2-16,0 0-15 0,5-1 3 0,-1 0-15 16,-4-1-3-16,-2 1-49 0,-2-1-62 0,-2 1-75 15,-6 0-57-15,-2-1-47 0,-6 0-72 0,-12 2-66 16,11-1-61-16,-11 1-226 0,0 0-209 0</inkml:trace>
  <inkml:trace contextRef="#ctx0" brushRef="#br1" timeOffset="-49531.97">28238 4472 437 0,'-7'7'363'16,"4"-1"-12"-16,3-6-18 0,1 10-1 0,-1-10-5 16,11 6-19-16,-11-6-35 0,22 0-28 0,-3 0-45 15,3-1-37-15,8-2-33 0,6-2-25 0,11-3-21 16,0 0-15-16,6-2-21 0,-1 1-3 0,-1-2-17 15,3 0-15-15,-4 3-68 0,-4-2-104 0,-2 0-70 16,-10 4-124-16,-4-3-126 0,-8 5-336 0,0-2-348 0</inkml:trace>
  <inkml:trace contextRef="#ctx0" brushRef="#br1" timeOffset="-48828.98">29252 4315 718 0,'-7'-4'583'0,"0"2"-121"0,7 2-49 0,-12-7-43 16,12 7-24-16,-9-6-18 0,9 6-26 0,-9-6-51 15,9 6-46-15,-3-6-40 0,3 6-33 0,5-7-29 16,1 3-25-16,3-1-13 0,1 0-16 0,5 1-1 16,2 0-18-16,0 0-6 0,1-1-1 0,1 3-6 15,-1-1-5-15,0 0-1 0,-1 1 2 0,-4 2-1 16,1-1-1-16,-14 1-5 0,23 1 5 0,-23-1-5 16,14 5 0-16,-14-5-4 0,0 11 1 0,-6-4-6 15,-5 4 12-15,-6 1-5 0,-2-1 0 0,-6 3-7 16,2-1 6-16,-2 1-3 0,3-6 8 0,0 1-11 15,4 0 13-15,3-2-11 0,0-1 7 0,2 0-7 16,3-1 9-16,1-1-4 0,9-4 8 0,-5 4-4 16,5-4 3-16,0 0-8 0,20 0 5 0,-6 0-4 15,4-1 5-15,4-1-11 0,-1 2 10 0,3-1-8 16,0 1 9-16,3 1-5 0,0 1 15 0,-1 1-5 16,0 1 10-16,-3 2-14 0,0 0 1 0,-3 2-1 15,0 2 0-15,-4 1-3 0,-2 1 0 0,-1 2 0 16,-7 0 8-16,-2 2-3 0,-4-1-5 0,-2 0 1 15,-5 2 12-15,-3 2-11 0,-8 2 35 0,-2-4 9 16,-1-1 28-16,-6 0 5 0,2-5 1 0,-3 0-11 16,0-1-21-16,2-4-9 0,-1-2-8 0,0-1-10 15,-1-2-2-15,3-5-4 0,-2 3-3 0,1-4-15 16,2-1-51-16,2-2-32 0,1 2-98 0,2-5-145 16,3 3-133-16,2-1-161 0,3-1-677 0,0-1-896 15</inkml:trace>
  <inkml:trace contextRef="#ctx0" brushRef="#br1" timeOffset="-46516.93">2457 17418 322 0,'0'0'269'0,"-1"-6"-65"0,1 6-32 0,-2-6-18 0,2 6 1 15,0 0-10-15,-1-7 2 0,1 7 1 0,0 0 6 16,0 0 3-16,-1-6 2 0,1 6-4 0,0 0-18 15,0 0 26-15,0 0-20 0,0 0 51 0,0 0-55 16,17 1 18-16,-17-1-68 0,11 4 23 0,-11-4-48 16,15 6 37-16,-4-4-52 0,0 2 24 0,2 1-45 15,5-2 29-15,0 2-40 0,5-1 27 0,2-1-39 16,3 1 32-16,7-1-39 0,1 2 35 0,3-4-37 16,9 4 40-16,-1-4-6 0,3 2 35 0,1-1-33 15,-2-2 35-15,2 0-26 0,-8 0 31 0,2 0-48 16,-4 0 24-16,-3-2-36 0,-2 2 21 0,-8 0-34 0,0 0 24 15,-5 0-44-15,-4 0-52 0,-2 0-141 16,-5 0-61-16,-12 0-50 0,15 2-106 0,-15-2-91 0,0 0-299 16,-11 8-355-16</inkml:trace>
  <inkml:trace contextRef="#ctx0" brushRef="#br1" timeOffset="-46066.55">2329 17486 1298 0,'-33'-3'769'0,"5"1"-206"15,1 2-92-15,7-1-112 0,2 1-90 16,4 0-72-16,14 0-40 0,-14 1-33 0,14-1-21 0,0 0-13 16,0 0-56-16,10 3 22 0,3-3-37 0,6 0 25 15,5 0-34-15,8 0 38 0,10-1-33 0,13-1 34 16,7 2-33-16,13-1 38 0,7-2-30 0,2 2 43 16,2-2-34-16,-2-2 7 0,2 2 1 0,-2-1 10 15,-1-1 1-15,-5 0 9 0,-1-1 4 0,-7 1-6 0,-14 0-11 16,-5 1-6-16,-2 0-19 0,-15 1-21 15,-4 2-19-15,-6-4-20 0,-6 4-20 0,-4-1-23 0,-5-1 16 16,-9 3-55-16,7-3 19 0,-7 3-31 0,-10-3 24 16,0 2-27-16,-4 0 28 0,-5 1-83 0,-4 0 27 15,-4 0-29-15,-7 0 33 0,-6 0 16 16,-3 1 38-16,-7-1 5 0,-1 0 27 0,-2 0 4 0,1 0 23 16,2 1 1-16,7-1 24 0,-1 2-9 15,6 0 21-15,1-1-15 0,5 1 14 0,4 0-7 16,2 0 14-16,6 1-12 0,2 0 26 0,5 1-19 0,3-1 11 15,2 1-9-15,8-4 22 0,-6 9-8 0,8-4 24 16,5 1-13-16,2-1 40 0,5 0-49 0,6-2 36 16,6 3-36-16,6-2 27 0,3 0-16 15,5-2 34-15,9 1-27 0,2-3 32 0,1 0-43 0,3-2 26 16,3-1-40-16,-1 3 35 0,3-4-40 0,-2 2 12 16,-1-2-57-16,-3 1-20 0,-2-1-64 0,-2 1-46 15,-12-2-48-15,-2 3-109 0,-6-1-126 0,-5 0-206 0,-7-2-174 16</inkml:trace>
  <inkml:trace contextRef="#ctx0" brushRef="#br1" timeOffset="-44984.25">6327 17851 79 0,'0'0'572'0,"0"0"-152"0,0 7-73 16,0-7-61-16,0 0-21 0,-1 6-23 0,1-6 3 15,0 0 0-15,0 0 4 0,-3 6 6 0,3-6-4 0,0 0-3 16,0 0-44-16,0 0 21 0,0 0-65 0,10 3 28 16,-10-3-62-16,14-3 35 0,-3 0-55 0,3-3 25 15,1-1-69-15,4-1 33 0,1-3-65 0,4-4-1 16,0 0-4-16,3-3-3 0,2-2-1 0,-1 1 3 15,3-5-24-15,-2 2 16 0,1-4-15 0,-1 2 12 16,2-1-5-16,-2 0-2 0,-1 0-6 0,-1 0-6 16,-3 2-37-16,-2 2-71 0,-3 3-77 0,-6 4-144 15,-3 0-81-15,-1 3-94 0,-2 2-116 0,-5 4-349 16,-2 5-565-16</inkml:trace>
  <inkml:trace contextRef="#ctx0" brushRef="#br1" timeOffset="-44332.78">9151 17937 731 0,'0'0'683'0,"0"0"-147"0,0 0-107 0,0 0-85 0,0 0-47 0,0 0-41 0,0 0-32 16,0 0-42-16,0 0-37 0,0 0-23 0,0 0-27 15,0 0-20-15,0 0-20 0,0 0-28 16,0 0-65-16,0 0-108 0,13-1-128 0,-13 1-118 0,14 1-120 16,-14-1-380-16,19 2-454 0</inkml:trace>
  <inkml:trace contextRef="#ctx0" brushRef="#br1" timeOffset="-39567.22">26349 3864 139 0,'0'0'462'0,"-6"-10"-122"0,6 10-46 0,-6-6-35 0,6 6-17 0,-4-6-19 16,4 6-24-16,-3-4 5 0,3 4-13 0,0 0-5 16,-4-8-11-16,4 8-22 0,0 0-21 0,-2-6-10 15,2 6 7-15,0 0-13 0,-3-7-10 16,3 7-13-16,0 0 1 0,0 0-3 0,0 0 3 15,0 0 10-15,0 0 4 0,0 0 9 0,-2 9-2 0,0-3-4 16,2 4-7-16,-3 2-11 0,0 1-21 16,3 4-9-16,-1 2-9 0,0-2-7 0,1 2-10 15,0 1-5-15,0 0-5 0,1-1-6 0,0 0-1 16,0 1 4-16,4-3 1 0,-3 0 10 0,0 0-1 16,-1 0-5-16,2-2-3 0,-2-3-6 0,1-1-1 0,-1-1 1 15,0-1 5-15,-1-3 51 0,0 2-40 0,3 0 61 16,-3-8 9-16,2 11 11 0,-2-11-10 0,0 8-18 15,0-8-24-15,0 0-9 0,0 0-2 0,0-8-14 16,-1 1-8-16,0-3-10 0,-2-2-2 16,3-5-6-16,-1 0-2 0,0-4-3 0,-1-2-1 0,0-3 8 15,0 1-36-15,1-2 56 0,0 1-44 0,0-1 53 16,-1 4-26-16,2 2 44 0,-2 0-41 0,1 3 31 16,-1 1-43-16,1 5 30 0,1-1-46 0,0 1 32 15,-1 2-45-15,1 3 34 0,0 7-33 16,0-11 42-16,0 11-26 0,0 0 12 0,0 9 37 0,0 3-29 15,-1 2 43-15,1 4-35 0,-2 5 37 0,2 2-11 16,-1 2-7-16,0 1-10 0,1 2-3 0,0-1-8 16,0-2-38-16,0 3 38 0,0-2-37 0,2 1 37 15,-2-1-39-15,2 1 39 0,-1-3-34 16,0 0-1-16,2-1 3 0,0-1-4 0,-1-5-34 0,0 0-44 16,1-2-52-16,-2 0-64 0,0-2-36 0,1-2-112 15,-1-1-142-15,0-1-109 0,-3-4-157 0,0 0-550 16,-3-2-916-16</inkml:trace>
  <inkml:trace contextRef="#ctx0" brushRef="#br1" timeOffset="-39050.52">25910 4454 603 0,'0'0'681'0,"-5"5"-177"0,5-5-90 0,-4 5-106 0,4-5-53 15,0 0-7-15,-7 6-1 0,7-6 6 0,0 0-19 16,0 0-31-16,-5 5-41 0,5-5-29 0,0 0-25 16,0 0-16-16,0 0 16 0,-9 4-11 0,9-4-22 15,0 0-8-15,-10-3-20 0,10 3 19 0,-9-3-7 16,9 3 20-16,-11-8-17 0,4 4 31 0,2-1-30 16,-1-2 19-16,1 1-25 0,-2-1 54 0,4 1-49 15,1 0 42-15,0-1-64 0,0 0 40 0,4 1-59 16,2-2 42-16,1 1-18 0,2 2-7 0,2 0-7 15,1-1-6-15,3 4-9 0,0 1-1 0,2 1-49 0,-2 0 55 16,4 3-50-16,-2 2 54 0,0 1-52 16,-1-1 52-16,2 4-54 0,-2 2 11 0,-3 0 7 0,3 3 6 15,-3 1 4-15,-5 2 6 0,0 1 3 0,-2-1 41 16,-4 2-56-16,-4 3 50 0,-3 1-54 16,-4 2 52-16,-1-1-56 0,-4-3 58 0,2 1-47 15,-5-6 63-15,5-1-34 0,-4-1 49 0,2-3-41 16,2-3 41-16,-2-1-38 0,2-1 54 0,3-4-29 15,-1 1 45-15,12-3-45 0,-17-3 27 0,17 3-55 16,-11-7 26-16,11 7-51 0,-2-11 31 0,2 11-42 0,2-11 30 16,1 7-37-16,3-1 31 0,0 0-38 0,1 1 33 15,2 1-38-15,1 1 38 0,0 0-37 0,-10 2 34 16,19 0-39-16,-19 0 33 0,21 3-43 16,-10 0 23-16,-2 0-53 0,0 1 7 0,1 0-57 0,-1 1 25 15,-1 0-71-15,-2 0 3 0,3-1-74 0,-2 2-78 16,-2-2-138-16,1 2-94 0,-6-6-136 0,10 5-602 15,-10-5-887-15</inkml:trace>
  <inkml:trace contextRef="#ctx0" brushRef="#br1" timeOffset="-38750.39">26149 4577 639 0,'0'0'833'0,"4"-4"-199"15,-4 4-134-15,0 0-110 0,2-7-64 0,-2 7-17 16,0 0-6-16,0 0-35 0,0 0-18 0,10 4-41 15,-10-4-33-15,4 7-35 0,-4-7-21 0,5 9-27 16,-1-3 18-16,-1 0-42 0,1 0 45 16,-2 1-61-16,3-2 37 0,0 2-64 0,-5-7 41 0,5 11-58 15,-5-11 46-15,4 7-37 0,-4-7 102 0,4 7-23 16,-4-7 66-16,4 5-22 0,-4-5 32 0,0 0-63 16,0 0 13-16,0 0-60 0,0 0 25 0,0 0-53 15,0 0 30-15,0 0-47 0,-5-9 33 0,2 3-47 16,1 2-5-16,-1-5 3 0,-1 1-5 0,3 2 1 15,-3-1 0-15,2 1-4 0,-1 1-19 0,1 0-29 16,2 5-63-16,-4-10-66 0,4 10-47 0,-3-7-66 16,3 7-116-16,-2-6-132 0,2 6-47 0,0 0-127 15,-2-6-503-15,2 6-829 0</inkml:trace>
  <inkml:trace contextRef="#ctx0" brushRef="#br1" timeOffset="-38367.84">26491 4446 763 0,'4'-7'845'0,"-3"0"-151"0,-1 7-118 0,2-11-33 0,-2 11-54 15,0-8 27-15,0 8-103 0,-4-6-1 0,4 6-74 16,-8-6-11-16,8 6-88 0,-9-2-5 0,9 2-78 16,-14 3 2-16,8 0-64 0,-3 2-19 0,2 1-14 15,-1 2-10-15,-1 0-12 0,1 3-2 0,0 2 8 16,3-2 7-16,1 3 2 0,2-3-2 0,-1 0-4 15,3 3-6-15,1-3-10 0,3 0 5 0,-1 1-6 16,1-2-3-16,3 3 0 0,0-2-6 0,0-3 3 0,1 0 2 16,2-2-4-16,-1 0-2 0,0-4-6 0,3 2 0 15,-12-4-1-15,18 0-2 0,-6-2-2 0,-3-1-1 16,0-1-5-16,1-2 0 0,-1-2 1 16,0-2-4-16,-2 0-1 0,0-5-9 0,-3 1-11 15,-1-1-1-15,-1 0 33 0,-2 1-42 0,-2-3 40 16,-1 4-51-16,-1-1 37 0,-3 1-53 0,-1 2 32 0,-2 3-45 15,-3-1 37-15,-1 4-38 0,-3 3 19 16,1 2-62-16,-5 5 4 0,0 2-83 0,-1 2-23 16,-2 5-33-16,3 1-31 0,2 2-74 0,4-3-86 0,3 3-90 15,4-3-111-15,2-1-684 0,6-1-927 0</inkml:trace>
  <inkml:trace contextRef="#ctx0" brushRef="#br1" timeOffset="-38034.29">26818 4334 873 0,'7'-11'882'0,"-3"2"-186"0,-2 2-143 15,-2 7-69-15,0-11-46 0,0 11-17 0,-4-5-39 0,4 5-30 16,0 0-26-16,-11 2-46 0,6 1-44 0,-3 4-41 16,4 3-76-16,-2 0 13 0,1 2-59 0,1 3 17 15,1 1-27-15,3 0 3 0,0 1 7 0,2 1-3 16,0 0-4-16,3 1 27 0,0 0-45 0,3 0 25 15,1-1-48-15,-1-1 31 0,2-2-48 0,-2 0 33 16,3-5-40-16,-2 1 34 0,1-3-38 0,0 2 36 16,-1-5-40-16,0 0 39 0,3-2-39 15,-12-3 33-15,17 0-40 0,-7-3 2 0,-3-2 2 16,2-1 0-16,-2 0 1 0,-1-3-1 0,-2 1-1 0,-3 0-1 16,0-1 1-16,-2 0-4 0,-1-1 28 0,-5 3-45 15,0 1 23-15,-4-1-48 0,-4 2 8 0,0 1-91 16,-3 3-51-16,-1 2-68 0,-4 3-91 0,-3 2-157 15,-1 5-133-15,-1-1-271 0,3 4-380 0,0-1-895 16</inkml:trace>
  <inkml:trace contextRef="#ctx0" brushRef="#br1" timeOffset="-36715.05">26399 1804 496 0,'-5'-6'340'0,"0"0"-54"0,0 2-60 0,5 4-7 0,-8-11-5 0,8 11-2 15,-7-8 0-15,7 8-44 0,-7-9-10 0,7 9-20 0,-4-7-6 16,4 7-37-16,-5-5 1 0,5 5-34 16,0 0 4-16,-4-7-32 0,4 7 8 0,0 0-20 15,-6-6 19-15,6 6-16 0,0 0 21 0,0 0-18 16,0 0 24-16,0 0-15 0,-4 7 32 0,4-7-35 0,0 9 40 15,0-9-43-15,-1 11 23 0,1-11-39 0,-1 11 27 16,1-11-40-16,0 13 32 0,0-13-25 0,0 15 36 16,0-9-37-16,0 0 30 0,0 2-37 15,0 1 46-15,1 2-13 0,0 0 27 0,-1 1-37 16,0 0 22-16,2 2-35 0,-1 2 36 0,0-1-9 0,-1 3-4 16,3 0 12-16,0 1-10 0,-1 0-4 0,-1 1-1 15,0-1-14-15,3 4 7 0,-1 2-12 16,-1-5 4-16,2 4 0 0,-1-2-4 0,-1 1 1 0,3 0 2 15,0 0-1-15,-2-1-2 0,1 2-1 16,0-2 5-16,-1 2 34 0,1-1-4 0,0-1-9 16,0 1-6-16,0 1-5 0,-2-2-7 0,1 1-1 15,-1 1-4-15,0 0-3 0,0-2 3 0,0 1 0 16,-1 1 21-16,1 1 10 0,0-3-21 0,-1 1 6 16,0 1-13-16,1-4 6 0,-1-1-5 0,-1 4 9 15,1-1-9-15,0-1 9 0,1-1 0 0,0 0 0 16,-1 4 1-16,1-4 5 0,-2 1-18 0,1 0-4 15,0 1 24-15,-1 3-28 0,1-2 16 0,1 1 13 0,-2 1 21 16,0-1-32-16,1 1 19 0,-2-1-25 0,1 1 14 16,0 0-29-16,-2-2 27 0,1 2-31 15,1 0 40-15,0 1-1 0,-1-3-8 0,1 2-1 16,0 1-4-16,0-2-7 0,1 1 0 0,-1 0 15 16,3 0 12-16,-1-1 5 0,0-1-7 0,-1 1-6 15,0-1 10-15,2 0-19 0,-1 1 54 0,0-1-34 16,-2 1 37-16,2 0-45 0,-2 0 35 0,0-1-45 15,0-2 35-15,0 4-12 0,-1 2-10 0,0-4-8 16,-1 4-4-16,-2-2-9 0,2 0-3 0,-1 1 1 16,-2-1-7-16,3 2 2 0,-3 3 0 0,1-1 1 15,0 1 56-15,0-3-2 0,0-2-44 0,2 1 33 0,-1 2-31 16,0-1 38-16,2 1-38 0,0-2 36 16,0 2-37-16,1-2 6 0,-3 2 0 0,3-2 25 15,0 3-8-15,3-3-7 0,-3 1-11 0,1-1-4 0,0-1-5 16,-1 0 2-16,3 2-10 0,-2-5-6 0,0 2 9 15,1-4 29-15,-1 0-51 0,0-2 38 0,1 0-42 16,-2-2 41-16,1-3-48 0,0-1 45 16,0-2-51-16,-1 2 42 0,0-5-57 0,2 2 26 15,-2-9-90-15,0 11-40 0,0-11-109 0,0 0-9 0,0 0-82 16,0 0-62-16,-9-8-62 0,5-4-57 0,0 0-2 16,-2-4-54-16,-1-4-48 0,1-2-473 15,-2-7-713-15</inkml:trace>
  <inkml:trace contextRef="#ctx0" brushRef="#br1" timeOffset="-36367.52">26343 3489 514 0,'-2'-22'484'0,"-2"0"-124"0,1 0-72 0,-1 1-74 15,3 1-23-15,-2 1 18 0,3 0-3 0,-2 1 5 16,0 1 26-16,1 0-11 0,1 5-16 0,0-1-25 15,0 3-40-15,-1-2-20 0,0 5-30 0,1-2-15 16,-2 3-19-16,2 6 35 0,0-7 10 0,0 7 31 16,0 0-11-16,-7 10-10 0,4-1-28 0,-2 5 15 15,3 4 15-15,-2 5 7 0,1 4-16 0,-1 6 15 16,3 3 23-16,0 2-12 0,1 9-59 0,0 3 16 16,2 2 49-16,2 2 8 0,1 3 7 0,0 7-29 15,3-2-27-15,0-8-18 0,-1-2-16 0,1-2-11 16,1-1-44-16,0-1 32 0,1-1-41 0,-1-3 33 15,0-2-38-15,-1-2 2 0,1 1 1 0,-3-9-20 16,2-2-33-16,-2-2-53 0,-1-3-46 16,0-2-39-16,-1-3-60 0,0-2-98 0,-1-4-91 15,0-2-67-15,1-2-186 0,-3-2-550 0,-1-8-853 0</inkml:trace>
  <inkml:trace contextRef="#ctx0" brushRef="#br1" timeOffset="-35700.77">26537 4168 250 0,'-4'-4'313'0,"-2"-1"-41"0,2-2-39 0,-1 1 4 0,0 0-32 16,0 0 3-16,0 0-42 0,-3-1-3 0,4 0-47 15,-2 3 18-15,-1-1-9 0,2-2-2 0,-1 3-5 16,6 4-16-16,-10-6-3 0,10 6 6 0,-12-6-4 16,12 6 5-16,-10-4-12 0,10 4-2 0,-8-3 1 15,8 3-4-15,0 0 21 0,-9-2 36 0,9 2 10 16,0 0 11-16,0 0 4 0,0 0-6 0,0 0-13 15,9 0-5-15,-9 0-2 0,21 0 3 0,-6 0 11 16,6 0 5-16,7 0-1 0,2-3 2 16,7 2 5-16,3-1 6 0,11-2-13 0,0 1-19 0,4 2-12 0,0-4 0 15,0 4-6-15,5-2-6 0,0-1 1 16,4 3-10-16,10-3 0 0,6 2-5 0,1-2-15 16,1 3-8-16,1-2-48 0,3 0 51 0,1-2-26 15,0 3 46-15,2-2-50 0,3 1 36 0,0 1-36 16,0-1 39-16,3-2-25 0,-2 2-23 0,-1-2-47 15,-2 2 0-15,-5-1 0 0,1 0 0 0,-6 1 0 16,-1 0 0-16,-1 1 0 0,-14-1 0 0,-1 0 0 16,-2 3 0-16,1-1 0 0,-4-2 0 0,1 3 0 15,-1 0 0-15,1 3 0 0,-2-2 0 0,1-1 0 16,0 5 0-16,0-3 0 0,1 2 0 0,1 0 0 16,0 0 0-16,-1 2 0 0,1 0 0 0,9 1 0 15,-11-2 0-15,-1 1 0 0,0 0 0 0,-3 0 0 16,-1-1 0-16,-1-2 0 0,-1-1 0 0,-10 1 0 15,2-2 0-15,-3 1 0 0,-1-2 0 0,2 0 0 16,-4-2 0-16,0 1 0 0,-5 0 0 0,-1-1 0 16,0 0 0-16,-2 1 0 0,-1-1 0 0,2-1 0 15,-4 3 0-15,1-3 0 0,-6 0 0 0,-1 1 0 16,-1 0 0-16,-3 1 0 0,-1-1 0 0,-4 2 0 16,2-3 0-16,-4 1 0 0,-9 2 0 0,5-7-631 15,-9 2-269-15,-9-1-127 0,-8-2-751 0,-10-3-1476 16</inkml:trace>
  <inkml:trace contextRef="#ctx0" brushRef="#br1" timeOffset="-34618.21">26137 2227 279 0,'-10'-4'497'0,"1"1"-120"0,9 3-89 0,-9-4-62 15,9 4-28-15,0 0 12 0,0 0 18 0,0 0-19 16,8-3 10-16,2 4-12 0,8 1-31 0,2 1-1 15,6-2 7-15,5 2-4 0,8-1-27 0,9 0 8 16,5 0-4-16,7-2-33 0,2-2 43 0,13 0-30 16,4-3-8-16,4 1-27 0,0-2 57 15,8-1-45-15,1 0-3 0,8 0-36 0,1 1 2 0,2-1-32 0,2 1 14 16,-1 0-32-16,-1 0 16 0,6 1-27 16,-4 0 18-16,1-1-4 0,-3 3 26 0,-1-1-5 0,-1 1-5 15,-5-2-33-15,-5 2 30 0,-5 0-28 0,-3 2 21 16,-7-2-31-16,-12 1 22 0,-4 0-6 15,-7 0-16-15,-5 1-7 0,-9-1-6 0,-9 2-8 0,-2-1-8 16,-5 1-18-16,-5-3-39 0,-4 1-60 0,-5 1-42 16,-9 1-25-16,5-7-104 0,-5 7-47 15,-12-5-37-15,-4 4-72 0,-6-2-59 0,-6 0-420 0,-9 1-531 16</inkml:trace>
  <inkml:trace contextRef="#ctx0" brushRef="#br1" timeOffset="-34267.54">26495 2871 424 0,'-14'10'815'0,"1"-3"-212"0,4-1-119 0,3-2-121 16,6-4-71-16,-5 8-51 0,5-8-22 0,11 3 28 15,3-3-18-15,6-1 14 0,10 0-38 0,7-4-37 16,13 1-39-16,8-2-8 0,13 1-5 0,6-3 20 15,2 0-31-15,13 2 18 0,5-2-1 0,9 0 9 16,22-2-32-16,5 0 43 0,4 1-32 0,2 2-18 16,9-4-30-16,2 4 9 0,2 0-28 0,-1 0 11 15,2 1-26-15,0 0 8 0,-2-1-20 0,-1-1 12 16,-6 2-21-16,-6-2 17 0,-4 1-22 0,-6 1 17 16,-22 0 2-16,-2 2-4 0,-6 0 2 0,-4-2 0 15,-6 1 0-15,-5 2-4 0,-8-1-6 0,-16 1-5 16,-5-1-2-16,-8 2-6 0,-8-1-6 0,-9 2-14 15,-6 1-25-15,-3-3-54 0,-9 1-86 0,-11 2-102 16,0 0-83-16,0 0-128 0,-17-7-86 0,-11 6-111 16,-9 1-443-16,-15-2-756 0</inkml:trace>
  <inkml:trace contextRef="#ctx0" brushRef="#br1" timeOffset="-33900.9">26516 3545 465 0,'-31'1'517'0,"3"-1"-98"0,5 0-103 0,2 0-46 0,5 0-59 16,4-1-4-16,12 1-3 0,-9-3 12 0,16-1 4 15,7 0-13-15,11-3-9 0,20-3-7 0,11 3-8 16,18-3-16-16,8-1-19 0,6 1 15 0,8 1 1 15,9 1 5-15,23-2-31 0,2 1 28 0,1 3-44 16,0-4 53-16,-2 4-49 0,0-1-3 0,2-2-30 16,-2 2 25-16,0-2-38 0,-24 4 9 0,-1-2-20 0,2 0 23 15,-1 0-28-15,1 1 3 0,-5-1-6 16,2 1 2-16,-4-1-21 0,-2-1 11 0,-5 2-27 16,-5 2 15-16,-4-2-21 0,-7 2 18 0,-14-1-23 15,-8 2 12-15,-4 0-11 0,-12 1 0 0,-7 0-31 16,-4-1 2-16,-8 1-67 0,-8 1-59 0,-11 1-111 15,0 0-96-15,-6-6-155 0,-14 6-80 0,-11-2-145 0,-11 1-512 16,-16-1-847-16</inkml:trace>
  <inkml:trace contextRef="#ctx0" brushRef="#br1" timeOffset="-33516.88">26632 3846 4 0,'-35'7'801'0,"2"-1"-236"0,2 1-134 16,4-2-83-16,5 0-80 0,1 0-59 0,4-2-41 0,2 0-4 15,5 0 36-15,1-1 28 0,9-2-7 16,-9 6-5-16,9-6-13 0,8 2-23 0,-8-2-17 16,23 1-19-16,0-1-26 0,6-1-9 0,13-1-7 15,13-3 5-15,4 2-1 0,15 0 0 0,4-2 7 16,5-1-25-16,8 1 21 0,6-1-23 0,5 1-13 15,26-2-11-15,1 0 1 0,5 1-43 0,3-2 34 16,6 3 7-16,2-1 2 0,0 2-9 0,4 0-9 16,-2 2-44-16,-1 2 51 0,4 0 16 0,-4 2-9 15,-3 1 0-15,-4-2 14 0,-3 5-3 0,-5-2-11 16,-22-2 0-16,-2 1 0 0,-1 0-7 0,-3 0-5 16,-6-3-8-16,-5 3-2 0,-7-1-2 0,-5-2-8 15,-15 0-5-15,-6 0-5 0,-6 0-6 0,-9-1-1 0,-5 1-10 16,-9-2-14-16,-2 0-30 0,-8 0-83 15,-2-2-100-15,-6-2-86 0,-6-3-72 0,-7 5-92 16,-9-5-53-16,-8-3-97 0,-12 1-145 0,-13-3-286 16,-16-5-675-16</inkml:trace>
  <inkml:trace contextRef="#ctx0" brushRef="#br1" timeOffset="-33000.96">26899 3126 371 0,'-19'-5'307'0,"2"4"-49"0,-1-2-15 16,-1 0-29-16,1 2-19 0,3-2-18 0,-2 0-10 15,3 3 3-15,3-3-40 0,-2 1-11 0,3 2-24 16,-2-1 2-16,12 1-30 0,-15-3 20 0,15 3-8 16,-12-3 23-16,12 3 7 0,-12-1 14 0,12 1 28 15,0 0 8-15,0 0 6 0,0 0-2 0,0 0 3 16,0 0-4-16,0 0 6 0,10 4-11 0,3-4-4 15,3-2-11-15,7 1 9 0,5 0-13 0,8-4-8 16,14 1 2-16,2-3-14 0,10 2-22 0,14-1-11 16,10-2 13-16,7 2-5 0,8 1-7 0,6 1-12 15,25 0-4-15,6 2 6 0,4 1 1 0,4-2-6 16,-2 1-15-16,1-1-6 0,-2 1-9 0,-1-2-5 16,1 1-11-16,-3-3-1 0,-3 0-3 0,-6 0-1 15,-4-1 7-15,-23 1 7 0,-1-1-5 0,-7-1 15 16,0 3-20-16,-8-1 9 0,-5-3-21 0,-10 3 13 15,-13 2-21-15,-9-2 10 0,-6 1-25 0,-9 0 8 16,-12 2-44-16,-1-3-38 0,-9 1-87 0,-8-1-45 16,-6 6-72-16,-5-10-82 0,-9 3-98 0,-10 0-44 15,-10 0-93-15,-13-1-633 0,-5-2-848 0</inkml:trace>
  <inkml:trace contextRef="#ctx0" brushRef="#br1" timeOffset="-32500.94">26673 2346 289 0,'0'0'295'16,"-9"-2"-93"-16,9 2-26 0,-13-3-52 0,13 3-1 0,-13-3-39 16,13 3 7-16,-11-1-18 0,11 1 20 0,-14-2 5 15,14 2 21-15,-13-1 9 0,13 1 9 0,0 0 2 16,-17 0 0-16,17 0-7 0,0 0 5 0,-11-1 17 16,11 1 4-16,0 0-1 0,0 0 0 0,0 0 7 15,0 0 30-15,0 0 20 0,0 0 5 0,20 2 1 16,7 0 17-16,13-2-37 0,12-2-12 15,8 1-41-15,19-4 30 0,4 2-39 0,8-2 1 0,5 0-39 16,4 1 4-16,3-1-40 0,1-1 10 0,-1 1-32 16,1 1 7-16,0 1-22 0,3-1 12 15,-1 1-31-15,-3 0 26 0,1 1-19 0,-2 2 25 0,-5-1-15 16,-2-1 25-16,-1 2-13 0,-2 0 10 0,-2 0-27 16,-1 2 24-16,-2-2-22 0,-4 1 17 0,0-1-20 15,-2 2 11-15,-6-1-24 0,-10-1 27 0,-5-1-21 16,-1 1 13-16,-3-2-17 0,-7 2 13 0,-8-1-21 15,-5-2 19-15,-7 1-21 0,-3 2 16 16,-6-1-35-16,-5-4-33 0,-3 1-117 0,-7 0-85 0,-5 4-103 16,-4-9-124-16,-5 5-76 0,-10-2-129 0,-5 0-547 15,-12-1-845-15</inkml:trace>
  <inkml:trace contextRef="#ctx0" brushRef="#br1" timeOffset="-32060.81">26719 2702 354 0,'-21'3'364'0,"2"-1"-103"0,4 0-38 0,-2 1-67 0,3-2 10 0,0 0 5 16,3 0 8-16,11-1-4 0,-21 1-22 0,21-1-20 15,-15 0-14-15,15 0 0 0,-14 3 12 0,14-3 5 16,-12-2 11-16,12 2-2 0,0 0-19 0,0 0 4 16,3-7 6-16,5 4 12 0,7-2-4 0,5 2 4 15,13-4 23-15,3 0-5 0,13-1-6 0,6 0 33 16,14-4-2-16,7 0-27 0,6 2-38 0,5-2 30 16,8 1-25-16,4 0-25 0,4 1-13 0,21 0 4 15,-21 2-32-15,21 0 6 0,-17 1-14 0,0 3-3 16,0 1-10-16,-4-2 17 0,-2 3 10 0,-1-4 13 15,-7 1-25-15,-2-1-1 0,-5 0 12 0,-1-1 0 16,-6 0-7-16,-2-2 7 0,-3-1-26 0,-5 0 9 16,-3 1-31-16,-13-3 15 0,0 1-23 0,-2 3 16 15,-2-3-13-15,-4 1 7 0,1 0-19 0,-7 4 15 16,-5-3-24-16,-3 2 14 0,-4 2-24 0,-3-1 7 16,-2 1-38-16,-4 2-7 0,-2 0-70 0,-2 0-41 15,-2 0-104-15,-1 0-107 0,-11 3-129 0,9-3-67 16,-9 3-134-16,0 0-583 0,-20-1-891 0</inkml:trace>
  <inkml:trace contextRef="#ctx0" brushRef="#br1" timeOffset="-31900.96">27689 2527 50 0,'-7'9'606'0,"5"-1"-365"0,-1-3-298 0,3-5-206 0,0 8 81 16</inkml:trace>
  <inkml:trace contextRef="#ctx0" brushRef="#br1" timeOffset="-28733.93">26650 2721 176 0,'1'-7'259'0,"0"0"-78"0,1 1-4 0,-2-1-48 0,2-1-8 16,-2 1-39-16,-2-1 1 0,-1 1-30 0,2 0 11 15,-2-1-15-15,-1 1 18 0,2-2-17 0,-2 1 42 16,0 0-21-16,0-2 5 0,0 2-16 0,-2-1 20 15,2 0-17-15,-1-1 23 0,1 2-14 0,0-3-3 16,-1 4 5-16,3-2 4 0,-3 0-21 0,1 1-2 16,1 2-2-16,-2-4-9 0,3 5 0 0,0-1-1 15,-2 0-7-15,4 6 0 0,-3-9-5 0,3 9-8 16,-5-8-5-16,5 8-5 0,-4-7-2 0,4 7 7 16,0 0-10-16,0 0-3 0,0 0 5 0,0 0-5 15,-7 4 82-15,7 4-10 0,-1 0-15 0,1 2-12 16,-1 3-4-16,1 1 112 0,0 2-42 0,0 1-21 15,0 1-14-15,-2 2-13 0,1 4 125 16,1 1-37-16,0 2-27 0,0 1-12 0,-1-1 39 0,0 9-33 16,1 1 13-16,-2 1 13 0,2 7-39 15,0 1 22-15,0 0-40 0,0-1 3 0,0 0-32 0,2 0 40 16,0 0-29-16,-2 0 6 0,5-4-25 0,-3 1 21 16,2 1-19-16,-2-7 25 0,4 2 2 0,-3-5-8 15,-1 4-11-15,2-3-44 0,-1 2 58 0,-1-3-51 16,1 2 33-16,-2-1-15 0,-1-1-2 0,0-4 4 15,0 0-1-15,0 4-3 0,-1-4-10 0,0-1-3 16,-2 0-6-16,2-3-5 0,-2 0 0 0,3-1-6 16,-4-1-1-16,3-4-3 0,0-1-3 0,0-2 5 15,-1-1-6-15,-1-4 1 0,3 2-1 0,-3-3 0 16,3 0-1-16,-1-2 7 0,0 0 0 0,1-8 9 16,-2 12 16-16,2-12-3 0,-1 7 0 0,1-7-1 15,0 0-7-15,0 0-6 0,-3-7-1 0,3 7-5 16,2-16-7-16,-2 3 0 0,2-5-8 0,0 0-5 15,-1-4-31-15,1-6 36 0,3 3-34 0,-2-8 34 16,1-3-5-16,0 1-7 0,1-8-2 0,-1-1 11 16,-1 0-15-16,1 0 17 0,1-3-16 0,-4 1 16 15,1-1-20-15,-1 1 20 0,-1 1-13 0,-3-1 14 16,2 2-17-16,-1 0 2 0,-1 1 2 0,-2 7 1 16,3-1-3-16,-1 1 17 0,-1 0-18 0,2 1 17 15,-2 0-20-15,0 1 11 0,1 1-17 0,0 2 18 16,0 3-12-16,2 2 16 0,-2 1-2 0,2 0 1 15,0 1 4-15,-1 4-7 0,2 1 3 0,-1 1-1 16,0 0 0-16,1 2-3 0,-2 2-2 0,2 1-1 16,-1 0 0-16,1 3-2 0,0 0 3 0,0 1 3 15,0 0-1-15,0 2 2 0,0 7-3 0,0-13 0 16,0 13-10-16,0-11-3 0,0 11-2 0,0-8-2 16,0 8 3-16,0-7 3 0,0 7 3 0,0 0 3 15,0 0 4-15,0 0 1 0,12 2 7 0,-5 3-2 16,1-1-2-16,2 5 1 0,3-2 2 0,0 2 1 15,5 0 1-15,-2 2 1 0,5 0-11 0,-1 0 18 16,5 2-16-16,0-1 22 0,2 2-17 0,0-1 13 16,1-1-14-16,-1 3 19 0,0-2-16 0,1-3 22 15,0 5-21-15,0-2 25 0,-3 1-23 0,1-2 2 16,-2 3-1-16,-2 0 4 0,0 0-1 0,-2 2 2 16,-2 0 3-16,1-1-4 0,0 4-3 0,-3-1 0 15,0 2 19-15,-3-2-24 0,0 0 20 0,0-1-11 16,-2 1 7-16,3 0-20 0,-2 0 24 0,-2 0-22 15,5-1 15-15,-4 0-16 0,3-1 19 0,-3 1-19 16,6-2 24-16,-2 3-12 0,4-1 18 0,-1-1-17 16,4-1 19-16,1-1-18 0,0 2 16 0,1-5-21 15,0 1 16-15,3-1-18 0,-3 1 17 0,3-2-20 0,-2 1 23 16,0 0-22-16,-2-4 16 0,5 3-16 16,-2-1 16-16,1 1-19 0,-3-2 21 0,4 2-21 15,-2 0 20-15,1 0-16 0,-1 0 20 0,1-2-23 16,-1 2 21-16,-1-1-22 0,0 0 19 0,1-2-21 15,3 2 21-15,-1-3-20 0,0 3 27 0,-3-5-11 16,2 1 18-16,3 2-17 0,-3-5 11 0,1 3-16 16,-2-1 20-16,1 0-14 0,1-2 14 0,0 3-15 15,-1-2 14-15,-2 0-20 0,0 0 9 0,3 1-9 16,-2-2-4-16,1 4 3 0,-2-2 5 0,3-1 8 16,4 2 6-16,-1 0 6 0,1 0-1 0,1 1 4 15,0 0 7-15,2-2-6 0,-1 2-4 0,1 0-3 0,-2-1 1 16,5-1-39-16,-3 3 39 0,1-2-34 15,0 0 38-15,-1 1 5 0,2 0-8 0,2 0-4 16,-2-1-3-16,4 2-6 0,-5-1-2 0,-1-1-3 16,2 0 0-16,0 1 1 0,0-1-1 0,1 0 4 15,-1 1-4-15,7-1 9 0,-7 0-3 0,-1 2-2 16,11-3 1-16,-11-1-1 0,3 1-5 0,1 0 2 16,-3-2 2-16,2 1-2 0,1 0 3 0,-1 1-2 15,-1-3 0-15,-1 0-1 0,1 0 0 0,-1 1 0 16,0-1 6-16,-2 1 0 0,1-1-4 0,-4-1 2 15,-2 2-2-15,0-1-3 0,-2-2-1 0,0 1-1 16,0 1-1-16,-1-1-4 0,0 0 6 0,0 0-1 16,-1-1 1-16,0 1 2 0,1-1-2 0,0 0-7 15,-4 1 5-15,3-1-8 0,1 1 4 0,-2 1-3 16,-1-1 0-16,-1-1 1 0,-1 2-1 0,-1-2 1 16,0 2 2-16,-3-2 2 0,1 1 1 0,-4-1 8 15,-2 0-4-15,0 0 4 0,-1 2-6 0,-12-2 1 16,19 0 6-16,-19 0-2 0,15 0 0 0,-15 0-3 15,14 0-2-15,-14 0-3 0,13 0-4 0,-13 0 4 16,0 0-4-16,14 1-3 0,-14-1-1 0,0 0-9 16,0 0-23-16,13-1-58 0,-13 1-88 0,0 0-148 15,0 0-107-15,-4-3-161 0,4 3-127 0,-13-7-77 16,4 5-724-16,-1-1-1157 0</inkml:trace>
  <inkml:trace contextRef="#ctx0" brushRef="#br1" timeOffset="-27117.45">30709 3934 562 0,'0'0'428'0,"-13"4"-62"0,13-4-28 0,-18 1 24 0,6 1 13 0,-1-2-14 16,0-2 5-16,-4 2-39 0,0-1-34 16,-3 1-37-16,-2 0-33 0,0-3-52 0,-3 2-28 0,-3-1-29 15,-3 2-3-15,-1-1-6 0,-4-1-11 0,-2 1-24 16,-5 1 25-16,-5-2-25 0,-4-1-9 0,-2 1 13 15,-1-2 8-15,-3 0-15 0,-14-2-10 16,-4 0-19-16,-4 0 1 0,-4-1-1 0,-3 0-6 0,-3-3-5 16,-2 3-1-16,-5-2-39 0,-1 0 41 0,-4 3-4 15,-3-2 2-15,-22 0-1 0,21 1 6 0,1 1-44 16,-1 0 48-16,1 1-47 0,1 0 44 0,0 2-38 16,3-1 48-16,0 4-46 0,4-3 39 15,1 2-52-15,6 1 47 0,1 0-49 0,6 1 51 0,0 0-51 16,5 1 46-16,3-2-44 0,12 1 41 0,3 1-2 15,0-1-5-15,1 1-4 0,3 0-5 0,1 0 3 16,0-2-6-16,3 2 1 0,1-1-1 0,2 1 2 16,4-1-44-16,3 0 48 0,1-1-47 0,0 2 53 15,2-2-48-15,0 0 47 0,2 0-45 0,5 0 51 16,2 0-45-16,0-2 44 0,1 1-46 0,3 0 48 16,2-1-46-16,2 1 48 0,3-1-50 0,1 2 53 15,2-2-50-15,-1 1 47 0,4 0-50 0,1-1 54 16,-1 2-54-16,0-3 51 0,0 2-52 0,2 1 50 15,-3 0-52-15,-2 0 52 0,0 0-52 0,-2 0 50 16,-5 0-4-16,-1 1-2 0,-3 1-3 0,-1-1-3 16,0 2-4-16,-1 0 2 0,1 0-6 0,1 1 2 15,2-2 0-15,3 1-8 0,4 0 9 0,0-3 0 16,4 3 0-16,0-2-5 0,3-1 4 0,-1 2 1 16,12-2-4-16,-11 2 5 0,11-2 4 0,0 0 4 15,9 6-8-15,6-5 6 0,4 1-6 0,11 0 3 16,4-2-4-16,7 3 2 0,1-2 0 0,8 1 0 15,1-2-39-15,0 0 47 0,5 2 1 0,2-1 0 16,2 0-6-16,1 2 13 0,12-2 1 0,1 4-3 16,4-1-10-16,-2 4 1 0,2-3-2 0,-2 5-1 15,4-3-1-15,1 4-2 0,1-1-4 0,1 1 1 16,5 0 0-16,-1 0-1 0,0 0 4 0,1 0-1 16,1-1-1-16,-1-2-1 0,1 1 18 0,-1-2-19 15,2-3 20-15,-1 0-10 0,1 0 42 0,-3-2-23 16,1 1 15-16,-4-3-26 0,-1-3-4 0,-3 3 1 15,-1-2-4-15,-4-1 12 0,4 2-21 0,-6-1 19 16,4 0-19-16,-12 2 12 0,0 0-18 0,13 3 21 16,-1-1-16-16,-3 3 21 0,-1-1 0 0,-2 0 7 15,0 3 9-15,-1 1-6 0,-11-2 33 0,-3 0-19 16,4 1 12-16,-2-1-27 0,-1-1 14 0,-1 0-19 16,-1 1 10-16,-3-1-19 0,-3 2 25 0,-3-3-5 15,-6-1 15-15,-4 0-14 0,-2 0 2 0,-4 1 5 16,-2-2-1-16,-2 1-7 0,1-3-4 0,-4 2-3 15,4-1-8-15,-4 2-4 0,-1-3-5 0,0 1-3 16,-2 1-1-16,2-1 0 0,-3 0-1 0,0 1-2 16,0-1-2-16,-1 1-2 0,-3-1 1 0,0 2 0 15,1-3 2-15,-4 1-4 0,-1 0 7 0,-11-1-10 16,18 3 11-16,-18-3 4 0,19 0 3 0,-19 0 12 16,12 2 0-16,-12-2 8 0,10 0-2 0,-10 0 1 15,0 0-10-15,0 0-7 0,13-2-2 0,-13 2-6 16,0 0-2-16,0 0 1 0,0 0-7 0,-5-4-1 15,5 4 1-15,0 0-2 0,0 0-1 0,-8-4-1 16,8 4 4-16,0 0-4 0,0 0 0 0,-6-3 0 16,6 3 6-16,0 0-6 0,0 0 4 0,0 0-5 15,-7-4 3-15,7 4-1 0,0 0 2 0,0 0-1 16,-9-4-1-16,9 4-1 0,-10-3 0 0,10 3 0 16,-9-5 0-16,9 5 0 0,-11-9 0 0,2 5 0 15,2 0 0-15,-2 0 0 0,0-2 0 0,-3-2 0 16,-1 1-1-16,0 0-2 0,0-1 3 0,-2 0-1 15,-2 0-2-15,-2-3 5 0,1 3-5 0,-1-3 0 16,-1 2 3-16,-1-2 0 0,1 2 0 0,-2-1 0 16,3 0 2-16,-2-1-42 0,2 3 47 0,1-3-37 15,-1 2 49-15,1-1-44 0,2 1 46 0,3 1-39 16,0 0 41-16,0 0-42 0,3 2 48 0,0 0-51 16,2-1 45-16,-1 1-46 0,0 0 49 0,2 0-47 15,0 0 41-15,0 1-40 0,-2-1 42 0,1 0-45 16,-1 0 40-16,-4-1-45 0,2 0 45 0,-3 1-43 15,-2-1 48-15,-3 0-48 0,-1 0 43 0,-2 0-42 16,-2 0 46-16,1-1-43 0,-2 1 42 0,-5-1-39 16,0 1 41-16,1 0-44 0,-2-1 37 0,1-1-36 15,-2 2 47-15,0 0-10 0,0-1-5 0,-2 0 5 16,3-1-4-16,-3 0-7 0,-1 2 0 0,0-2-5 16,3 2 3-16,0 1-4 0,-1-3 3 0,1 3-1 15,0 0-2-15,0 0 1 0,0 1-3 0,2 0 2 16,1 0-3-16,3-1 4 0,-2 2 1 0,1 0 2 15,2-2-4-15,0 1 0 0,-1 1 6 16,1-1-5-16,-1 0 4 0,4-1-3 0,-3 1-1 16,-1-2 0-16,1 1 0 0,-1 1-4 0,1-2 5 0,0 1-4 15,-5-1 3-15,-1 0 2 0,0 0-6 0,-1-1 4 16,2 1-4-16,-2 0 4 0,0-1 2 0,0 1-5 16,-4-1 2-16,4-1 0 0,-1 2 1 0,-2-3 0 15,2 2 1-15,-1-2-2 0,-5 1-1 0,6-2-1 16,-8-1 5-16,4 2-4 0,-3-2 0 0,3 1 2 15,-2-1-1-15,6 4 2 0,-1-3-4 0,2 1 4 16,-1 1-1-16,2-2 2 0,1 0-1 0,-1 0-4 16,2 0 7-16,-1 1-9 0,2-1 4 0,-2-1-5 15,2 0 3-15,-2 1 4 0,3-1-5 0,0 1 1 16,-1 0-35-16,1-2 47 0,-1 2-48 0,0 0 47 16,-3-2-40-16,2 0 47 0,-2 1-43 0,2 0 46 15,-3 0-45-15,3 0 44 0,-3 0-41 0,2 0 46 16,-2 0-49-16,3 2 43 0,0-1-1 0,1 3-6 15,-1-3 2-15,8 3 0 0,0 0-6 0,0 0 0 16,1 1-3-16,4 2-3 0,0-2-6 0,1 1-16 16,2 1-26-16,1 1-50 0,1-1-58 0,2 0-105 15,-1 2-111-15,0-2-219 0,1 0-204 0,-5-1-1016 16,0 0-1514-16</inkml:trace>
  <inkml:trace contextRef="#ctx0" brushRef="#br1" timeOffset="-26334.69">25769 1998 30 0,'-14'39'145'0,"3"6"13"0,-3 0-33 15,-1 16 14-15,4 3-39 0,0 5 11 0,0 5-17 0,2 4 5 16,2 3-17-16,4 9 6 0,3 0-24 0,5 6-11 16,4 18-7-16,1-1-4 0,7-5-9 15,-2-19 8-15,6 14-17 0,-3-20-3 0,2-2-35 16,2-2-13-16,-3-6-29 0,0-5-3 0,0-2 0 16,-3-9-38-16,-5-12-73 0,1-6-147 0,-6-5 222 0</inkml:trace>
  <inkml:trace contextRef="#ctx0" brushRef="#br1" timeOffset="-25984.24">25209 1955 28 0,'-10'-46'593'0,"1"4"-130"0,0 2-72 0,-1 9-38 16,2 4-41-16,3 6-49 0,-2 0-76 0,3 6-11 16,-3-1-53-16,4 6 5 0,-1 1-28 0,-1 5 20 15,5 4-34-15,-9 4 42 0,1 5-39 0,2 7 51 16,-1 13-24-16,-2 11 76 0,3 8-63 0,1 7-18 16,1 19-3-16,1 10 5 0,2 7 4 0,1 9 32 15,1 22-8-15,2 3-112 0,0 5 128 16,0 1-15-16,4 1 8 0,0-3-30 0,1-2-10 0,4-2-62 15,4-3 7-15,2-4 38 0,-1-4-17 0,4-5-25 16,-1-6-28-16,-3-22-56 0,3-2 34 0,-2-8-48 16,-1-3-17-16,-2-9-29 0,-3-10-33 0,-2-7-76 15,0-5-72-15,-5-10-46 0,0-8-69 0,-4-7-159 16,-1-12-653-16,-3 7-812 0</inkml:trace>
  <inkml:trace contextRef="#ctx0" brushRef="#br1" timeOffset="-25684.5">24710 1988 763 0,'-12'-42'530'16,"2"4"-92"-16,0 8-84 0,2 4-34 0,4 4-95 16,-2 2-13-16,1 4-70 0,1 2-3 0,0 1-54 15,2 2 7-15,-1 3-42 0,3 8 24 0,-4-4-30 16,4 4 90-16,-2 13-51 0,2 5 65 0,0 9-42 15,0 11 46-15,0 16-36 0,0 15-12 0,0 12-11 16,0 10 53-16,0 6 19 0,-2 24-6 0,0 5 19 16,-1 3-43-16,3 2 33 0,0 0-11 0,3-6-16 15,2-6-13-15,3-1-65 0,5-4-6 0,4-3 25 16,2-5-73-16,-1-21 33 0,5-1-20 0,0-5-36 16,4-3-73-16,-1-4-4 0,2-8-56 0,-4-3-75 15,2-8-133-15,-6-14-111 0,-5-4-82 0,-1-10-123 16,-3-6-408-16,-5-10-696 0</inkml:trace>
  <inkml:trace contextRef="#ctx0" brushRef="#br1" timeOffset="-25362.4">24193 2252 683 0,'-5'-13'738'0,"4"1"-180"0,1 1-124 16,1 0-106-16,4 2-67 0,-1 1-52 0,1 1-40 0,2 2-34 15,-1 0-26-15,-6 5-20 0,15-1-14 0,-4 4-9 16,0 5 42-16,5 6 52 0,3 10-15 16,1 9 21-16,4 17 8 0,2 8-8 0,-3 9-1 15,-2 7-24-15,-2 7-3 0,2 22-49 0,-5 6 12 0,-1-1-18 16,-6-14-9-16,1 17-11 0,-1-18-2 15,-3 2-44-15,2-1-4 0,-3 1 42 0,-1-2-51 16,1-4 44-16,0-3-70 0,-1-3 40 0,1-5-68 0,3-6-9 16,-3-7-24-16,0-13-29 0,3-5-56 15,-3-5-95-15,0-8-93 0,-2-8-64 0,1-3-128 16,-3-7-635-16,0-7-795 0</inkml:trace>
  <inkml:trace contextRef="#ctx0" brushRef="#br1" timeOffset="-25064.02">23933 1816 272 0,'-5'-15'498'0,"1"0"-134"0,1 3-84 15,1 2-65-15,-2 3-33 0,4 7-36 0,0 0 48 16,-10 1 27-16,4 11-23 0,1 9 30 0,-1 9 8 15,-3 11 50-15,4 8-60 0,0 16 3 0,0 10-25 16,2 9-3-16,2 6-25 0,1 6-26 16,0 4-4-16,4 25-16 0,-2-1-24 0,2 4-17 0,3-1 6 15,-2-4-28-15,2-2-12 0,1-1-4 0,0-2 15 16,-2-6-29-16,3-18 14 0,0-5-43 0,-1-2 3 16,3-5-26-16,-1-7-13 0,1-5-44 0,0-8-36 15,-2-16-65-15,-1-6-86 0,-2-10-56 0,2-8-77 16,-3-8-121-16,0-8-596 0,-5-6-724 0</inkml:trace>
  <inkml:trace contextRef="#ctx0" brushRef="#br1" timeOffset="-24750.12">23554 1571 322 0,'-14'-26'453'0,"2"1"-86"0,1 6-71 0,1 3-57 0,1 0-48 16,0 5-37-16,-1 2 5 0,1 4-8 0,1 3-5 16,8 2-16-16,-19 9 5 0,8 6-19 0,-3 8 61 15,0 15-11-15,0 8 48 0,1 19 6 0,1 6 52 16,1 8-76-16,2 11-3 0,0 24-15 16,1 7-21-16,3 2 2 0,1 1-19 0,3 2 30 0,2 0-40 15,3 0-22-15,1-4-20 0,3 0 0 0,1-8-8 16,1-1-8-16,1-21-48 0,2-2 42 0,4-3-55 15,-2-1 37-15,2-6-32 0,1-3-50 0,0-6 11 16,-3-6-60-16,4-5-21 0,-7-14-52 0,-1-8-89 16,-2-7-91-16,-1-10-87 0,-4-8-169 0,1-9-617 0,-5-4-817 15</inkml:trace>
  <inkml:trace contextRef="#ctx0" brushRef="#br1" timeOffset="-24484.94">22850 1794 102 0,'-10'-20'885'0,"-1"2"-280"0,2 2-104 15,1 3-134-15,0 1-62 0,3 2-94 0,0 1-18 16,5 9-72-16,-8-4 19 0,8 4-50 0,-5 9 31 16,4 4-17-16,0 7 42 0,2 10-49 0,-1 16 28 0,2 6-34 15,4 18-4-15,-3 12 2 0,4 9 4 0,-1 24 5 16,2 9 3-16,-3 3-7 0,0 9 8 0,0 6 24 15,-1 0-34-15,0 1 2 0,1-1-36 0,-1-3 6 16,2-3 1-16,3-10-49 0,1-7 1 0,1-26-40 16,0-8-6-16,2-5-20 0,0-11-17 0,-2-6-45 15,-1-17-62-15,-3-7-51 0,-2-7-75 0,-1-12-63 16,-3-8-182-16,-1-12-557 0,0 0-717 0</inkml:trace>
  <inkml:trace contextRef="#ctx0" brushRef="#br1" timeOffset="-24233.43">22386 2338 237 0,'-16'-21'764'0,"3"6"-203"0,1 1-126 16,0 2-93-16,3 2-87 0,2 4-47 0,7 6-46 16,-14 0-14-16,9 7-16 0,1 6 6 0,4 9-16 15,0 10 10-15,4 16 6 0,5 12 19 0,6 11 22 16,1 5 2-16,7 23-4 0,0 9 0 0,0 5-42 15,-3 1 27-15,1 3-35 0,-3 0-6 0,1-1-35 16,-3 0 17-16,2-4-25 0,-1-6-33 0,-4-22-54 16,2-7 5-16,-1-3-31 0,0-9-16 0,-1-8-23 15,-3-14-31-15,-1-4-52 0,-3-10-63 0,-2-9-87 16,0-6-105-16,-3-9-170 0,-1-5-528 0,0 0-725 16</inkml:trace>
  <inkml:trace contextRef="#ctx0" brushRef="#br1" timeOffset="-24001.32">21884 2594 369 0,'-6'-5'700'0,"6"5"-181"0,0 0-83 0,-12 5-100 16,11 7-81-16,0 7-37 0,-1 8-41 0,4 11-23 15,0 12-14-15,6 17-3 0,2 3 1 0,2 7 7 0,-1 6-20 16,6 1-3-16,-3 4-3 0,4 16-11 0,-3 3-7 15,0-17 3-15,-2 17-13 0,1-19-17 0,0-1-24 16,0-6-23-16,0-2-41 0,3-8-49 16,-2-6-56-16,3-7-54 0,-5-15-42 0,0-4-79 0,-3-12-81 15,-4-6-78-15,0-11-469 0,-4-4-494 0</inkml:trace>
  <inkml:trace contextRef="#ctx0" brushRef="#br1" timeOffset="-23798.04">21333 2994 532 0,'-9'-3'524'0,"9"3"-120"0,-10 11-73 15,9 6-23-15,-1 8-37 0,4 9-6 0,2 14-29 16,3 4 0-16,6 14-16 0,1-1-41 0,1 3-27 16,2 1-15-16,4 5-14 0,-1 1-17 15,-1-3-22-15,4 1-14 0,-1-4-28 0,-2-7-44 0,2-4-62 16,1-5-56-16,-5-15-73 0,1-5-64 0,-2-11-91 15,-6-6-114-15,0-9-412 0,-3-4-425 0</inkml:trace>
  <inkml:trace contextRef="#ctx0" brushRef="#br1" timeOffset="-23617.53">21066 3225 649 0,'-9'2'571'0,"3"7"-113"16,1 7-63-16,1 8-75 0,1 10-74 0,-2 15-33 15,4 6-22-15,-2 15-12 0,1 5-23 0,-1 4-30 16,2 1-19-16,0 0-29 0,1-2-10 0,-2-6-13 16,4-2-14-16,-2-15-29 0,0-4-53 0,0-7-45 15,-2-8-73-15,1-8-43 0,-4-3-118 0,1-4-133 16,-5-6-369-16,0-5-359 0</inkml:trace>
  <inkml:trace contextRef="#ctx0" brushRef="#br1" timeOffset="-23434.66">20215 3620 614 0,'-13'3'488'0,"2"6"-72"15,-2 7-78-15,-3 18 4 0,3 5-48 0,2 7-44 16,4 4-38-16,-2 17-22 0,2-5-28 0,5-4-20 16,0-2-27-16,4-2-20 0,0-3-21 0,2-7-23 15,5-2-23-15,-4-13-23 0,3-6-62 0,1-5-83 16,0-5-117-16,-3-9-157 0,-6-4-511 15,16-6-497-15</inkml:trace>
  <inkml:trace contextRef="#ctx0" brushRef="#br1" timeOffset="-23251.43">19777 3588 465 0,'-20'0'520'0,"1"7"-123"15,-5 7-48-15,-3 11-14 0,-1 7 4 0,-4 9-43 16,1 8-36-16,0 2-33 0,0 5-39 0,-2-2-38 15,1 0-28-15,2-2-23 0,3-5-20 0,8-12-13 16,0-5-12-16,6-6-12 0,2-5-8 0,-1-3-53 16,3-6-101-16,-1-3-107 0,-1-1-94 0,-1-6-102 15,-2-3-491-15,0-4-483 0</inkml:trace>
  <inkml:trace contextRef="#ctx0" brushRef="#br1" timeOffset="-23083.93">18745 3795 466 0,'-25'-16'492'0,"-1"4"-101"15,6 4-82-15,-1 2-42 0,2 4-47 0,-1 5-33 16,-1 6-14-16,-3 5-52 0,-4 7-24 16,2 5-8-16,-1 4-8 0,4 3-12 0,-1 1-10 0,1 2-6 15,1-1-15-15,3-3-15 0,0 0-9 0,4-6-9 16,1-5-3-16,1-4-31 0,0-5-48 0,2-2-81 16,-2-6-96-16,-3-1-45 0,2-6-56 0,-4-1-268 15,-2-6-137-15</inkml:trace>
  <inkml:trace contextRef="#ctx0" brushRef="#br1" timeOffset="-22934.24">17961 3901 159 0,'-30'-30'335'16,"-2"4"-62"-16,-1-2 12 0,1 6-40 0,0 2-4 0,4 4-44 16,3 3-1-16,3 5-10 0,-1 4-1 0,2 2-27 15,3 5-1-15,-3 5 3 0,-2 9-28 0,0 11-5 16,3 3-1-16,3 7-21 0,1 5-20 0,4 3-15 16,1 3-13-16,6 2-3 0,4-1-20 0,3 0-13 15,6-1-55-15,4-2-78 0,4-3-109 0,6-4-197 16,1-5-463-16,6-4-440 0</inkml:trace>
  <inkml:trace contextRef="#ctx0" brushRef="#br1" timeOffset="-18617.84">23847 13633 233 0,'0'0'257'0,"0"0"-59"0,0 0-43 0,-2-6-28 0,2 6-7 16,0 0-16-16,-2-8-22 0,2 8-9 0,0 0 3 0,0 0-9 15,-1-7-13-15,1 7-10 0,0 0-11 16,-3-7-1-16,3 7-3 0,-2-6-9 0,2 6 5 0,-3-5-6 16,3 5 1-16,-6-5-3 0,6 5 0 0,-8-6 1 15,8 6-1-15,-9-6-6 0,9 6 6 0,-9-7-2 16,3 3 3-16,-3 0-3 0,9 4 0 0,-13-7 5 16,5 4 3-16,0-2 7 0,0 1-3 0,0 0 8 15,-1-1 3-15,-1 1 6 0,1-1-6 16,1 1-2-16,0-1 8 0,0-1 1 0,0 1-11 0,-1 0 3 15,2-1 0-15,-1 1-3 0,0-1-6 0,-1 0 0 16,-1 1 0-16,1-1-2 0,0 2-5 0,-5-2 1 16,3 0 13-16,-1 1-15 0,-3 0 7 0,2-1 18 15,-2 2-32-15,1 0 23 0,-2-1-31 0,2 0 38 0,-2 1-30 16,1 0 10-16,0 0-2 0,1 1 29 16,0-1-19-16,3 1 14 0,0 0-6 0,-3-1 18 15,4 2-32-15,-3 0 20 0,3-1-24 0,0 0 12 16,-3 2-12-16,4-3 14 0,-2 4-12 0,-1-1 24 15,2-1-12-15,10 2 15 0,-23 0-11 0,11 0 11 16,0 0-10-16,0 0 9 0,-1 2 0 0,1-1-1 16,-1-1-9-16,-1 0 1 0,2 0-9 0,-1 0-1 15,-2 3-6-15,2-3 2 0,-1 0 3 0,0 0 8 16,-1 0-3-16,-1 0-6 0,-1-3 5 0,0 3-2 16,-2 0-1-16,0-1-8 0,1-1 12 0,-4 1-3 15,2-1 1-15,-1 1-2 0,-3-2-2 0,-3 1 0 16,2 0 7-16,-2 1 8 0,-1-3 1 0,2 3-9 15,-2-1 0-15,2 1-1 0,-2-1 5 0,7 2-8 0,-1 0-3 16,0 0-9-16,0 0 3 0,1 2-9 0,1-1 3 16,-1 1-7-16,0-1 4 0,2 1 4 15,-1 2 17-15,0-1-2 0,-1 1 1 0,0-1-8 0,2 0 4 16,-3 1-14-16,1 0 8 0,-2 0-2 0,1 1 14 16,-1-1-7-16,-3-2 12 0,1 3 21 0,-1-3-17 15,1 1-6-15,-1 1 20 0,-1-1-30 16,2 0 9-16,-1 1-2 0,4-1 0 0,-2 1-5 0,1 1-6 15,4-2-6-15,2 2-2 0,1-1-6 0,0-1 0 16,1 3-3-16,2-2 1 0,-2 1 0 0,2 0-5 16,2 1 2-16,-1 0-3 0,-1 0 2 15,2 1-4-15,-1 2 2 0,2-1 4 0,-3 0-5 0,3-1 1 16,0 2 0-16,0-1-1 0,-1 0-7 0,2 1 7 16,1-2 4-16,1 0-3 0,0 0 1 15,-1 1-4-15,0-1 1 0,3 0 1 0,-3 1 2 0,3-2-2 16,-1 2 3-16,1-2-1 0,-2 1-1 0,2-1 1 15,0 0 2-15,1 1 1 0,0-2-2 0,2 1 4 16,-2-2-5-16,-1 1 1 0,3 1 5 0,-1 0 0 16,-1 1 2-16,4-7 11 0,-4 10-7 0,4-10 8 0,-2 12-10 15,2-5 8-15,-2-1-8 0,2 2 6 0,0-1 18 16,0 2-3-16,2-2-4 0,0 3-6 0,1-1 1 16,1 2 2-16,0-3 27 0,4 4-2 15,0-1-5-15,1-1-4 0,1 1 5 0,6 1-4 0,-2-1-5 16,4 0-3-16,-1 0-6 0,0-1 1 15,5-3-2-15,-3 4 20 0,1-4-8 0,2 0-5 16,-1 1-3-16,0-3 4 0,2 1 12 0,0 1 1 0,-1-2-6 16,2 0-5-16,-1 0-6 0,1-1-6 0,0 0 2 15,1-1-7-15,-1 1-3 0,2 1 9 0,-2-4-8 16,4 2 43-16,-5-1-46 0,4 1 33 16,-1 0-44-16,-1-1 36 0,2 1-41 0,-1-1 33 0,-2 1-42 15,2-2 36-15,-1 1-38 0,1 2 35 0,-1-2-38 16,-5 0 44-16,1 1-45 0,1-1 38 0,-3 1-38 15,3-2 38-15,-2 1-35 0,-1 1 1 0,2 0 3 16,-1-2 5-16,0 2 0 0,0 0 4 0,-1-2 4 16,0 1 3-16,-1 1 11 0,1-2 8 0,3 2 6 15,-3-1-6-15,2-1 0 0,-1 2-7 0,3-1 3 16,-2 0-3-16,0-2-3 0,5 3 4 0,-1 0-1 16,1-1 21-16,1 1 12 0,-3-1 2 0,4-1-3 15,0 2-2-15,-1-2-5 0,3 1-8 0,-2-2-4 16,0 1-5-16,-1 2 0 0,-2-2 9 15,2-1 17-15,0 2-5 0,-2-1-4 0,0 1-3 0,0-1-20 16,0 0-23-16,-1-1 0 0,-1 1 0 0,0 1 0 16,-1-2 0-16,1 0 0 0,0 0 0 0,1 0 0 15,-2-2 0-15,1 2 0 0,2-1 0 0,3 0 0 16,-4 0 0-16,0-2 0 0,1 0 0 0,-2-1 0 16,-1 2 0-16,-4 0 0 0,2-3 0 0,-1 0 0 15,-2 1 0-15,-1 0 0 0,1-2 0 0,-2 0 0 16,0 1 0-16,0-2 0 0,-2 0 0 0,1 1 0 0,-1-1 0 15,-2-1 0-15,3 1 0 0,-2-2 0 0,0 2 0 16,-1-2 0-16,0 0 0 0,2 0 0 0,-3 1 0 16,-1 0 0-16,1-2 0 0,-1 1 0 0,0 1 0 15,-2 0 0-15,-1-1 0 0,0 1 0 0,-2-3 0 16,1 3 0-16,-1-3 0 0,-1 0 0 0,-2-1 0 16,-1-1 0-16,-3-1 0 0,0-3 0 15,-4 0 0-15,-2-1 0 0,-5-4 0 0,-3 0 0 0,-2-1 0 16,-5-1 0-16,1-1 0 0,-4 0 0 0,-2 1 0 15,-3 0 0-15,-1 3 0 0,-7-1 0 0,-1 0 0 16,-11 0 0-16,-6 0 0 0,-4 1 0 0,-5 0 0 16,-6 1 0-16,-5 1 0 0,-2 1 0 0,-10 0 0 15,-30-2-126-15,-6 1-546 0,-12 4-262 0,-6 0-1099 16,-9 2-1792-16</inkml:trace>
  <inkml:trace contextRef="#ctx0" brushRef="#br0" timeOffset="82109.43">6355 15586 316 0,'0'0'323'0,"0"0"-82"0,0 0-37 0,0 0-17 15,9-6-25-15,-9 6-19 0,0 0-20 0,0 0-18 16,5-6-15-16,-5 6-9 0,5-4-10 0,-5 4-4 16,0 0 1-16,4-6-3 0,-4 6 1 0,0 0 11 15,5-6-25-15,-5 6 9 0,0 0-27 0,3-9 9 16,-3 9-22-16,0 0 11 0,-5-8-22 0,5 8 14 15,-7-6-22-15,2 1 19 0,-1 4-18 0,-3-5 13 16,0 2-16-16,1 1 17 0,-3-1-17 0,2 2 14 16,0-2-16-16,-3 0 18 0,2 1-2 0,1 0 13 15,0-2-12-15,-1 4 29 0,1-3-19 0,1 1 6 16,-2 0-5-16,1-2 23 0,1 3 1 0,1-3 9 16,-1 1-5-16,-1 1-2 0,3 0 4 0,6 3-17 15,-14-9 2-15,14 9-9 0,-13-6-4 0,5 2-5 16,2 1 2-16,-2-1-5 0,1 1 7 0,0-3 3 15,-3 3-1-15,2-1-5 0,1 0-3 0,-1 1-4 16,-2-2 0-16,2 2 1 0,-1 0 0 16,-1-2-1-16,1 2-5 0,0-1 5 0,1 0-3 0,-2 1-3 15,1-1 2-15,0 1-6 0,0 0 6 0,2 0-9 16,0-1 1-16,7 4-1 0,-14-3-3 0,14 3 2 16,-14-5-3-16,14 5 3 0,-13-5 0 0,3 3-4 0,2-1 3 15,8 3 0-15,-16-3 0 0,16 3 11 0,-19-4 22 16,7 4 0-16,2-3-11 0,0 2 1 15,-3 1-5-15,1-3-2 0,1 2-4 0,-2-1-1 16,2 0-5-16,-1 1 1 0,-2 0-3 0,4 0 0 0,-3-1-3 16,3 0-1-16,-2 2 0 0,12 0-2 0,-21-2 5 15,9 2-7-15,12 0 5 0,-18-1 2 0,7 1 8 16,-2 0 2-16,3 0-3 0,-3 0 1 16,0 0-2-16,2 1-5 0,-2 1 1 0,-1-2-2 0,0 0 1 15,0 2-2-15,-2 0 7 0,2 0-5 0,-1-2 4 16,0 3-8-16,-1-1 8 0,2-1-9 0,-1 0 8 15,2 1-9-15,0-2 8 0,1 1-9 0,0 1 11 16,-1-1-4-16,3-1 5 0,10 0 5 0,-22 0 10 16,22 0-9-16,-18 2 3 0,18-2-11 0,-19 0 2 15,19 0 1-15,-18-2-2 0,18 2-2 0,-19 0 1 16,19 0-3-16,-19 2-2 0,19-2 1 0,-21 0-4 16,10 2 3-16,11-2-6 0,-22 0 6 0,22 0-3 15,-21 2 0-15,10-1 0 0,0 1-1 0,1 0 1 16,-3-1 0-16,3 0-1 0,-2 1 1 0,1-2 3 15,-1 3-5-15,3-2 9 0,-2 1-7 0,-1-2 4 16,3 1-4-16,9-1 9 0,-23 2-9 0,23-2 4 0,-21 1-6 16,9-1 5-16,2 1-5 0,-3 1 3 15,4-1-4-15,-4-1 6 0,3 2-7 0,0-1 6 0,-2 1-7 16,2-1 6-16,0 1-4 0,0-1 4 16,-2 3-4-16,3-3 5 0,-2 1-5 0,-1 0 5 15,3 1-5-15,-2 0 5 0,-1-2-7 0,2 4 6 16,-3-3-9-16,2 1 11 0,-2 0-7 0,3 1 7 0,-1-2-8 15,0 1 8-15,-1 0-6 0,2-1 6 16,0 0-2-16,0 1 3 0,0-2-7 0,-1 2 13 16,11-3-9-16,-15 3 8 0,15-3-3 0,-16 4 10 15,16-4-11-15,-17 3 6 0,17-3-6 0,-18 2 5 0,9 0-6 16,9-2 2-16,-18 2-2 0,8 0 3 16,1 1-9-16,-2-3 6 0,0 3-7 0,2 0 5 0,-2-1-5 15,1 0 7-15,-2-1-4 0,2 2 4 0,-2-1-7 16,2 2 29-16,-1-4-1 0,0 4 3 0,1-2-10 15,0 1 2-15,10-3-9 0,-14 3 2 0,14-3-7 16,-13 3 5-16,13-3-8 0,-11 3 3 0,11-3-6 16,-12 1 6-16,12-1-7 0,-10 4 4 0,10-4-4 15,-12 5 5-15,12-5-6 0,-10 3 3 0,10-3-4 16,-11 5 7-16,11-5-9 0,-12 5 8 0,12-5 1 16,-10 4-7-16,10-4 4 0,-10 6-6 0,10-6 6 15,-11 8-4-15,11-8 4 0,-11 6 0 0,7-2 2 0,4-4-2 16,-9 8-3-16,9-8 2 0,-9 7 14 15,4-2-17-15,5-5 0 0,-7 7 3 0,7-7-5 16,-7 7 4-16,7-7 0 0,-6 8-2 0,6-8 3 16,-6 8 0-16,6-8 2 0,-3 8 0 0,3-8-5 15,-4 10 1-15,1-6 1 0,3-4 1 0,-2 9 2 16,2-9-2-16,-1 9 4 0,1-9-4 0,0 10 2 16,0-10-3-16,1 10 1 0,-1-10 2 0,1 9 2 15,-1-9 3-15,3 10 5 0,-3-10 9 0,5 10-1 0,-5-10-6 16,6 8-2-16,-6-8-2 0,6 9 1 15,0-4-5-15,-2 1-3 0,-4-6 2 0,8 8-4 0,-4-4 0 16,-4-4 0-16,9 10 0 0,-5-5-1 0,1 0 2 16,-5-5-4-16,9 7 1 0,-5-1 1 0,-4-6 0 15,8 7-3-15,-8-7-1 0,6 9 3 16,-6-9 11-16,8 8-14 0,-8-8 2 0,8 7-1 16,-8-7 4-16,8 6-1 0,-8-6-5 0,8 5 11 15,-8-5-9-15,10 7 3 0,-10-7-1 0,9 4 1 16,-9-4-1-16,9 4 0 0,-9-4 0 0,13 4 3 15,-13-4-5-15,9 3-2 0,-9-3 5 0,9 3 1 0,-9-3-2 16,7 3 0-16,-7-3 3 0,9 4-4 0,-9-4 3 16,9 1-4-16,-9-1 1 0,11 3 0 0,-11-3 1 15,11 2-1-15,-11-2 6 0,14 1-6 0,-14-1 0 16,15 0 1-16,-15 0-1 0,17 1 2 0,-17-1 0 16,18 0 1-16,-18 0-2 0,17 2 1 0,-17-2-3 15,17 0-2-15,-17 0 5 0,17 0 2 0,-17 0 1 16,19 0-1-16,-19 0-4 0,19 1 1 0,-19-1-2 15,20 0 2-15,-20 0 0 0,20 0 0 0,-11-1-2 0,-9 1 4 16,20 0-2-16,-20 0 0 0,21 0 1 16,-21 0 1-16,18-2 0 0,-18 2 0 0,19 0 2 15,-19 0-1-15,17 0-2 0,-17 0 2 0,16-1-2 16,-16 1-3-16,15 0 5 0,-15 0 1 0,17 1 2 16,-17-1-5-16,14 0 2 0,-14 0 0 0,18 0-2 0,-18 0-7 15,15 0 9-15,-15 0-7 0,18 2 2 0,-18-2 0 16,16 1 3-16,-16-1-4 0,19 1 10 15,-19-1-11-15,17 1 8 0,-17-1-5 0,19 1 4 0,-19-1-7 16,20 1 8-16,-10 1-7 0,-10-2 6 16,21 2-7-16,-21-2 8 0,20 0-6 0,-11 1 9 15,-9-1-7-15,18 0 13 0,-18 0-8 0,19 2 4 16,-19-2-7-16,19 1 12 0,-19-1-9 0,17 2 11 0,-17-2-12 16,19 1 9-16,-19-1-11 0,17 2 8 15,-17-2-9-15,19 3 10 0,-19-3-12 0,20 0 5 0,-8 0-11 16,-2 1 14-16,-10-1-9 0,23 1 6 0,-9-1-3 15,-2 2 2-15,-1-2-5 0,3 1 5 0,-2-1-6 16,-1 2 8-16,1-2 1 0,-1 1-3 0,1-1-7 16,-12 0 6-16,20 2-8 0,-10-1 10 0,2 1-7 15,-12-2 8-15,19 1-11 0,-19-1 13 0,18 0-16 16,-18 0 15-16,18 3-10 0,-18-3 7 0,16 2-8 16,-16-2 10-16,17 1-9 0,-17-1 10 15,18 2-15-15,-18-2 13 0,18 1-10 0,-18-1 6 0,18 3-3 16,-18-3 7-16,15 1-5 0,-15-1 8 0,19 2-6 15,-19-2 10-15,19 3-11 0,-19-3 11 0,21 1-9 16,-21-1 8-16,20 5 2 0,-20-5 3 0,21 1-8 16,-10 1 13-16,-1-1-12 0,1 1 8 0,0-2-11 15,-1 1 10-15,-10-1-4 0,22 3-1 0,-22-3-8 16,22 0 7-16,-12 0-11 0,2 0 12 0,-12 0-14 16,23 2 18-16,-23-2-18 0,21 0 12 0,-21 0-12 15,20 0 12-15,-20 0-12 0,20 0 11 0,-20 0-14 16,19 0 17-16,-19 0-18 0,17 0 16 0,-17 0-17 15,19 1 16-15,-19-1-13 0,17 0 15 0,-17 0-13 0,19 0 9 16,-19 0-12-16,20 0 14 0,-20 0-12 16,21 0 12-16,-9 0-14 0,-12 0 14 0,21-1-13 0,-21 1 11 15,23 0-16-15,-13-2 13 0,3 2-8 16,-3 0 12-16,3 0-11 0,-3-2 13 0,-10 2-15 16,24 0 11-16,-24 0-9 0,21-1 13 0,-10 0-14 15,1 1 16-15,-1 0-17 0,2-2 17 0,-1 2-16 0,-12 0 16 16,22-1-11-16,-10 1 17 0,1-2-13 0,-2 2 21 15,2 0-11-15,-1-1 4 0,-2-1-18 0,1 2 17 16,1-3-20-16,-2 3 18 0,-10 0-18 16,18-1 16-16,-18 1-13 0,14-2 10 0,-14 2-14 0,17-3 15 15,-17 3-17-15,14 0 18 0,-14 0-19 0,15-2 20 16,-15 2-9-16,12-3 3 0,-12 3-16 0,12-3 19 16,-12 3-20-16,10-5 19 0,-10 5-19 0,11-3 24 15,-11 3-23-15,11-4 18 0,-11 4-16 0,12-6 14 16,-6 3-14-16,-6 3 18 0,10-6-18 0,-10 6 19 15,11-8-21-15,-6 4 16 0,0 0-14 0,0 1 15 16,-5 3-14-16,10-9 21 0,-5 4-21 0,-5 5 16 16,8-7-18-16,-8 7 22 0,8-8-22 0,-8 8 18 15,7-10-16-15,-7 10 16 0,4-9-12 0,0 3 21 16,-3-1-3-16,-1 7 28 0,3-11-29 0,-3 11 28 16,0-15-30-16,-2 9 25 0,1-2-39 0,1 0 35 15,-5 0-26-15,2 2 33 0,0-3-34 0,-2 0 27 16,0 2-40-16,-2-1 36 0,3-1-37 0,-2 2 33 15,-3 0-35-15,3-1 32 0,-3-1-33 0,-2 0 30 16,1-1-32-16,0 3 33 0,0-2-36 0,-3 0 6 16,1 2 1-16,0 0 8 0,-1 0 0 0,1 0-8 15,-3 0 4-15,2 1 6 0,-2 0-7 0,1-1 6 16,-1 3-5-16,0-2 2 0,0 1 5 0,1 0-5 0,-3 2-1 16,2-1-1-16,0 0 10 0,1 2-5 0,0-1 3 15,1 0 4-15,-1 2-10 0,0-1 1 0,0 2 3 16,-2-1 1-16,2-2-5 0,-1 3 10 0,1 0-8 15,-1 0-11-15,-2 3-13 0,-1-2-53 0,0-1-98 16,-1 3-155-16,-1 1-157 0,-5 0-222 0,2-1-532 16,-1 2-852-16</inkml:trace>
  <inkml:trace contextRef="#ctx0" brushRef="#br0" timeOffset="146555.91">6466 13636 377 0,'0'0'277'16,"0"-9"-67"-16,0 9-34 0,1-8-46 0,-1 8-14 16,0-8-26-16,0 8 3 0,-1-9-17 0,1 9 11 15,0-8-25-15,0 8-1 0,-2-11-22 0,2 11 10 16,-4-8-12-16,4 8 4 0,-5-11-18 0,0 8 10 16,0-3-18-16,-1 1 7 0,0-1-18 0,-2 1 16 0,-1 0-13 15,0-1 10-15,-1 0-7 0,0 0 21 0,-3 1-13 16,2-1 28-16,-3-2-19 0,1 2 18 15,-2 1-7-15,-1-1 3 0,1 0 8 0,-2-2-4 0,1 3-2 16,0-1-8-16,0 0 12 0,-1-2-14 16,2 3 2-16,1-1-4 0,-3-1-3 0,4 2-1 15,-2-1-8-15,2-1 1 0,-2 3-11 0,1-3 1 0,-3 3-2 16,3-2 1-16,-1 1-3 0,-2 1 1 0,1 0 0 16,-2-1-5-16,0 3 4 0,-1-3 8 0,1 3 1 15,-3-2 1-15,2 3 0 0,-1-2 6 16,-2 1-14-16,3 1 11 0,-3-1-8 0,-1-1 1 0,4 3-3 15,-4-2-12-15,1 0 26 0,-1 1 7 0,4-1-4 16,-3 1 5-16,2-2-7 0,2 1-2 0,-1 1-2 16,1-2-2-16,-1 1-6 0,0-1-5 0,2 0 1 15,-1 2-3-15,1 0 3 0,-1-2 0 0,1 0-5 16,1 1 3-16,-3 1-4 0,1-2 0 0,-1 1-2 16,1 0 4-16,-2 2-10 0,-2-1 12 0,3 0-5 15,-4 1 2-15,1-1-4 0,-2 1 4 0,2 0 1 16,-2-1 14-16,-2 1-20 0,3 0 6 0,-1 1-5 15,2-1 6-15,0 0 14 0,1 0 4 0,0 0-3 16,2 0-5-16,-1 1 0 0,2-1-2 0,-1 0-3 16,1 0-4-16,1 0 3 0,3 1-3 0,-3-1-3 15,3 0 0-15,-1 0 3 0,2 0-3 0,-2 1-1 16,2-1-2-16,-1 2 2 0,0 0-1 0,0-2-2 16,1 3 3-16,-2 0 0 0,-2 0-2 0,1 0-2 15,-1-1-1-15,2 1 3 0,-2 0-4 0,2 2 4 16,-2-2-2-16,2 0 7 0,-2 1-10 0,2 0 0 15,-2 1 9-15,1-2-4 0,0 0 0 0,1 0 4 16,2 1-4-16,0-1 2 0,2 0 1 0,-1 0-1 16,2 0 5-16,0-2-9 0,1 3 2 0,-1-2 2 0,1 2 0 15,0-2-1-15,1 0-3 0,-2 2 6 0,4-1-6 16,-4 0 3-16,3 2-3 0,-1-1 2 16,2 1-1-16,-2 0 1 0,3 1-1 0,-3 0 3 0,2 0-3 15,2 0 2-15,-2 1-2 0,1 0 0 0,-2 1-1 16,4-1 1-16,-4 2 6 0,3-2-1 0,0 0 0 15,-1 2 1-15,1-1 0 0,-1 0-1 0,2-1-5 16,0 2 5-16,-1-2 3 0,2-1-5 0,-1 1 30 16,0-1 8-16,2 0-8 0,0 1-4 0,-2-1-4 15,3-6 1-15,0 13-7 0,0-13-5 0,3 13-1 16,-2-5 2-16,0-3 0 0,2 3-6 0,1-1 3 16,0 1 0-16,0 0-8 0,1-1 5 0,1 0 3 15,-1 1-5-15,1-1 0 0,1 1-4 0,-2 1 3 16,4-3-1-16,-1 3-3 0,-2-2 3 0,2 1 0 15,1 0 3-15,0 0-2 0,1 0 4 0,1 1 12 16,0-1-3-16,-1-1-1 0,1-1-3 0,1 2-8 16,-1-2 3-16,2 0-1 0,0 0-1 0,-2 0 0 15,2 0-6-15,0-1 5 0,2-2 6 0,-3 3-6 16,3-1 11-16,-1 0-5 0,0-1 9 0,2-2 8 0,-1 2-3 16,-1 0 0-16,1 1 0 0,-2-2-4 0,1 0-2 15,-1-1-6-15,0 1-1 0,-1 0-3 16,0 0 0-16,2-1-1 0,-4 1 0 0,3 0-4 15,0 0 2-15,-3 0 1 0,4-2 6 0,-2 2-11 0,-1 0 2 16,3-2-1-16,-2 1 0 0,0-1-2 16,1 1 0-16,0 1 10 0,1-2-13 0,-1 1 2 15,2-2 1-15,-2 1-1 0,2 1 0 0,1-2-1 16,0 1 0-16,0-1 2 0,-1 2 1 0,3-2 4 0,-3 1 3 16,3 0 4-16,-1-1 1 0,-2 0-2 15,2 2-2-15,-2-1 4 0,0 1-3 0,-1-1-2 0,2 1 5 16,-2 1-8-16,1-3 3 0,-1 1-2 0,1 1 7 15,2 0-6-15,1 0 2 0,0-2-2 0,-2 1 1 16,3 0-1-16,1-1-3 0,0 0-2 0,1 1 6 16,-2-1 2-16,3 0 5 0,-1 0 2 0,0 0-4 15,-1 0 0-15,2 0-7 0,-3 0 1 0,3 0 6 16,-2 0-1-16,-1 0 3 0,2-1-2 0,-1 1-1 16,-3 0-3-16,2 0-1 0,-1 0-2 0,1-1-1 15,0 0-3-15,1 1 2 0,-1-1-6 0,1 0 6 16,-2-1-5-16,1 0 3 0,-1 1-1 0,4-1-2 15,-2 1 0-15,1-1 1 0,-1 1-2 0,2-2 1 16,-2 1-2-16,2 2 2 0,1-1-1 0,0-2 0 16,-2 0 2-16,0 2 8 0,1-1 2 0,-2-1-1 15,2 2 0-15,0-2 1 0,-3 1-4 0,1 1-2 16,2-2-2-16,-4-1 2 0,1 4-2 0,2-5-1 16,-3 4 0-16,-1-2-1 0,1 0 0 0,0 1 0 15,-1-2-1-15,2 2 3 0,-1-2-5 0,-1 1-3 0,-1-1 3 16,2 0 0-16,-1-1 1 0,-1 1 1 0,2 0 3 15,-1-1-3-15,-2 1 1 0,3-2-5 16,-4 1 7-16,4-1-3 0,-3 0 3 0,2 1-3 16,-3-2-1-16,1 1 1 0,-2 1 4 0,0-1-2 0,0 0 7 15,-4 0 3-15,1 2-3 0,-1-2 5 0,-3 0-8 16,3 0 3-16,-4-1-5 0,3-1 12 0,-4 1-5 16,0-1 3-16,-1 0 6 0,0-1 10 0,0 1-11 15,-3-1 8-15,0-1-7 0,0 0 5 0,-3-2-3 16,3 2 11-16,-4-2-14 0,-1 0 6 0,-3-2-21 15,2 2 16-15,-3-1-7 0,0 0-3 16,-5 0-1-16,1-1-4 0,-2 2 2 0,0-1-5 16,-6 3 0-16,3-2 2 0,-7 0-7 0,-2 2 2 0,-4 1 0 15,-1 2 3-15,0-1-6 0,-2 3 2 0,0-1 3 16,1 0-4-16,5 4 0 0,1-1 1 0,2 2-2 16,1 1-4-16,3 0-21 0,-2 1-33 0,0 2-60 15,3-1-98-15,-1 1-123 0,1 0-93 0,-2 0-178 16,3 0-466-16,-4 1-696 0</inkml:trace>
  <inkml:trace contextRef="#ctx0" brushRef="#br0" timeOffset="-179191.77">20914 10469 60 0,'0'0'324'0,"7"-7"-64"0,-7 7-47 0,5-9-11 0,-5 9-17 15,5-10-32-15,-5 10-24 0,2-11 27 0,-2 11-5 16,3-10-19-16,-3 10-3 0,2-9-8 0,-2 9-13 16,2-7-25-16,-2 7-8 0,1-7-21 0,-1 7-4 0,0 0-6 15,1-7-6-15,-1 7-4 0,0 0 29 16,3-7-39-16,-3 7 43 0,0 0-26 0,0 0-3 15,0 0 1-15,0 0 11 0,0 0 1 0,0 0-9 16,-2 7 11-16,2-7-32 0,-1 8 17 0,1-8-17 0,0 9 16 16,0-9-22-16,0 13 16 0,0-6-3 0,0 0 21 15,0 1-23-15,0-1 10 0,1 1-11 0,1 1 21 16,0 1-16-16,-2-1 9 0,3 0-15 0,-2-2 10 16,0-1-8-16,2 1 2 0,-3-7 1 0,4 10 1 15,-4-10 2-15,2 12 7 0,-2-12 14 0,3 7 7 16,-3-7 12-16,1 6 1 0,-1-6 7 0,0 0 3 15,3 8-1-15,-3-8-19 0,0 0-7 16,0 0-14-16,0 0-6 0,0 0-3 0,0 0-11 16,13-2 1-16,-13 2-9 0,8-8 0 0,-3 2-5 0,2 0 5 15,-1-2-7-15,3 0 3 0,3-3 16 0,-2 2 3 16,4-5-6-16,-1 1-1 0,1-2-6 0,1 0-1 16,-1 0-7-16,4-3 26 0,1 0-9 15,-5 1-1-15,3 3-10 0,-3-1 10 0,1 0 3 0,-2 1 4 16,-1 1-18-16,2 0 10 0,-4 1-16 0,0 1 9 15,2 0-10-15,-3 0 6 0,1 1-10 0,0-1 8 16,-2 3-11-16,-2 0 10 0,3 1-11 0,-4 0 7 16,0-2-5-16,0 3 8 0,1 0-14 0,-4 0 9 15,2 1-10-15,-4 5 9 0,8-9-10 0,-8 9 8 16,5-6-8-16,-5 6-27 0,4-9-103 0,-4 9-109 16,0 0-60-16,0 0-120 0,0 0-138 0,0 0-490 15,-12 4-671-15</inkml:trace>
  <inkml:trace contextRef="#ctx0" brushRef="#br0" timeOffset="15060.66">6185 8318 113 0,'9'0'330'0,"-9"0"-77"0,0 0-33 0,0 0-19 0,0 0-30 0,15 0-24 0,-15 0-20 16,0 0-14-16,12-2-25 0,-12 2-8 0,9-3-22 15,-9 3-7-15,0 0-15 0,11-1-1 0,-11 1-11 16,0 0 2-16,0 0-2 0,10-4 13 15,-10 4-16-15,0 0 3 0,0 0 5 0,0 0 9 0,0 0-4 16,0 0 20-16,0 0-8 0,0 0 23 0,0 0 1 16,0 0-6-16,-12 2-6 0,12-2-4 0,0 0 4 15,0 0-3-15,-13-2-3 0,13 2 3 0,0 0-5 16,0 0-13-16,-9-1-4 0,9 1-7 0,0 0-9 16,0 0-39-16,0 0-9 0,0 0-60 0,-1-7-64 15,1 7-68-15,0 0-87 0,0 0-403 0,0 0-219 16</inkml:trace>
  <inkml:trace contextRef="#ctx0" brushRef="#br0" timeOffset="17027.51">6404 8635 132 0,'0'0'389'0,"0"0"-105"0,0 0-50 0,3 5-16 15,-3-5-30-15,0 0-16 0,0 0 3 0,0 0-28 16,0 0 0-16,0 0-31 0,0 0 12 0,0 0-42 0,0 0 17 16,0 0-44-16,0 0 20 0,0 0-34 15,0 0 25-15,0 0-46 0,0 0 35 0,0 0-41 16,-2-5 34-16,2 5-32 0,0 0 25 0,-9-6-27 0,9 6 26 15,-9-3-9-15,9 3 9 0,-8-4-14 0,8 4 18 16,-10-4-21-16,10 4 21 0,-11-6-25 16,11 6 13-16,-12-6-12 0,4 3 23 0,1-1-16 0,-1 1 17 15,-1 0-3-15,0-2 19 0,-1 2-8 0,2-1-3 16,1 1 7-16,-1-1-2 0,-2 1-8 0,2-1-5 16,-1 1-7-16,-1-1-4 0,2 0-1 15,1 2 7-15,-2-2 5 0,0 1-14 0,0-1 5 0,1 0-6 16,-1 1-3-16,2 0-3 0,-3 1-3 0,3-3-2 15,-2 3-2-15,0 0 3 0,0-1 3 0,0 1 0 16,0 1 7-16,-1-2-2 0,0 2 2 0,10 1-3 16,-21-3 1-16,21 3 3 0,-24 0 3 0,12-2-1 15,0 2-4-15,0 2-1 0,1-2-7 0,-3 0 1 16,1 1 0-16,-1 1-3 0,2-1 8 0,1-1-1 16,-2 1-2-16,1 1-3 0,1-1-5 0,1 0-4 0,-1 0-6 15,0 0 4-15,2 1-2 0,-1-2 0 16,0 3-5-16,-1-2 3 0,1 1 10 0,0 1-5 15,10-3 13-15,-15 4-9 0,15-4-1 0,-18 1-1 16,18-1-4-16,-17 2 11 0,17-2-10 0,-18 1 11 0,18-1-4 16,-17 2 0-16,17-2 2 0,-17 0-3 15,17 0-3-15,-18-2 2 0,18 2-5 0,-19 0 0 0,7-1-3 16,1 1 2-16,11 0-4 0,-26 0-6 16,15 0 4-16,-2 1 0 0,-1 1 13 0,0-1-16 0,-2 0 12 15,1 1-18-15,-3 0 17 0,4 1-18 0,-4 0 21 16,4-2-19-16,-1 1 17 0,2 0-11 0,-2 0 8 15,2 0-15-15,-1 2 16 0,1-2-17 0,-1-1 29 16,1 2-30-16,3-1 18 0,-3-1-18 16,3 0 18-16,0 2-17 0,0-2 20 0,10-1-19 15,-17 3 16-15,17-3-20 0,-18 2 20 0,18-2-19 16,-14 2 20-16,14-2-18 0,-15 1 18 0,15-1-21 0,-15 2 20 16,15-2-19-16,-15 1 17 0,15-1-17 0,-14 2 1 15,14-2 3-15,-16 0 1 0,16 0 1 0,-17 3-1 16,17-3 0-16,-21 3 3 0,11-3 2 0,0 2-3 15,0 1 2-15,-2-1-1 0,2-1 1 0,0 2 0 16,0-1 17-16,-3-1-22 0,4 1 17 0,-1-1-18 16,10-1 24-16,-17 2-22 0,17-2 22 0,-15 1-18 15,15-1 28-15,-17 2-18 0,17-2 41 0,-15-2-25 0,15 2-4 16,-16-1-7-16,16 1-5 0,-14 0 1 16,14 0-4-16,-15-2 3 0,15 2-5 0,-15-1-1 15,15 1-1-15,-17 0-2 0,17 0 1 0,-19 0 2 16,19 0-3-16,-19 0 0 0,19 0 37 0,-22 1-47 0,12 1 34 15,10-2-34-15,-22 0 31 0,12 3-34 16,10-3 32-16,-22 1-38 0,22-1 44 0,-18 2-43 16,18-2 36-16,-18 2-37 0,18-2 36 0,-17 0-34 15,17 0 43-15,-19 2-44 0,19-2 34 0,-19 3-35 16,19-3 34-16,-16 1-34 0,6 2 30 0,10-3-34 0,-18 3 42 16,8-1-38-16,10-2 36 0,-17 4-34 15,17-4 32-15,-18 3-35 0,18-3 36 0,-16 4-35 0,8-2 41 16,-1 1-42-16,-2 0 37 0,1 0-36 0,0-1 35 15,1 1-34-15,-1-1 34 0,0 1-38 16,1 1 39-16,-3-1-36 0,2 3 37 0,0-3-35 16,-2 1 31-16,2 0-30 0,0 1 30 0,-2-1-19 0,2 1 19 15,1-1-34-15,0 0 39 0,2 0-39 0,7-4 38 16,-13 4-33-16,13-4 37 0,-13 5-42 0,13-5 37 16,-9 5-38-16,9-5 38 0,-8 4-36 0,8-4 38 15,-6 3-37-15,6-3 40 0,0 0-42 0,-9 4 36 16,9-4-39-16,0 0 38 0,-6 6-36 0,6-6 40 15,-8 7-38-15,4-2 40 0,1 1-41 0,3-6 4 16,-7 8 36-16,7-8-41 0,-5 11 47 0,5-11-46 16,-4 9 18-16,4-9-9 0,-4 8 1 0,4-8 3 15,-1 10 3-15,1-10-2 0,-1 8 0 0,1-8 7 16,1 8-3-16,-1-8 1 0,2 9 5 0,-2-9-4 16,8 8 2-16,0-3 3 0,-2 0-2 0,2-1 1 15,1 1 5-15,2 0 2 0,2 0 11 0,1-1-3 16,-1 1 7-16,1 0-9 0,3-2-3 0,-1 1 4 15,-2 0-8-15,4-1 2 0,-3 0 3 0,2 0 0 16,1-1 15-16,-2 1-14 0,0-2 5 0,2 2 1 0,-4 0 0 16,0-2 3-16,0-1-5 0,1 2 4 15,-2 1-3-15,1-2-1 0,0-1 1 0,-1 2-6 16,4 1-2-16,-3-2 0 0,2 1 4 0,0 0-4 0,0-1-2 16,1-1 2-16,-1 1 0 0,2 0-3 0,-1 0 9 15,2 0-2-15,-1-1 3 0,0 0 6 16,1 2-7-16,-1-2-1 0,1 0-2 0,-1 0-3 0,1 0-1 15,2 0-1-15,-3 0-3 0,1-2-3 0,-1 2 0 16,2 0-1-16,-1-1 0 0,-1 0 0 0,0 1 9 16,0-1 3-16,1 0 0 0,0 0 1 0,-1-3-3 15,3 4 0-15,-2-3 0 0,-1 0-3 16,1 3 30-16,-1-3-42 0,2 2 2 0,-1-1 36 0,-1 0-45 16,1-1 35-16,2 0-38 0,-3 1 0 0,1-1 41 15,-1 2-44-15,2-2 5 0,-2 1 0 0,0 1 5 16,1-1-1-16,-2-1 2 0,1 1 2 0,-3 2-2 15,4-3 3-15,-6 1 3 0,4 1-1 0,-5 1 11 16,4-2-9-16,-2 1 12 0,1-1-1 0,-2 2-1 16,2-3-4-16,-2 3-3 0,2-3 3 0,-2 1-2 15,5 0-2-15,-4-1-1 0,4 2-5 0,-3-2 3 16,3 0-3-16,-2-1 3 0,1 1-3 0,0 0 1 16,1 0 2-16,-3 1-4 0,2-1 0 0,-1-1 0 15,0 1 6-15,-1 1-7 0,-1-1 32 0,-1 1-37 0,0-1 31 16,0 1-36-16,-1-1 37 0,-1 1-40 15,0 0 42-15,2-1-38 0,-3 1 35 0,0 0-31 16,3-1 29-16,-4 1-36 0,4-1 37 0,-4 1-35 16,1-1 34-16,3 0-34 0,-4 2 42 0,1-2-43 15,3 0 37-15,-3 0-40 0,0 0 38 0,2-1-36 16,-2 2 37-16,0-2-40 0,3 2 37 0,-3 0-41 0,-1-1 42 16,4 0-41-16,-3 0 39 0,0 0-38 0,3 0 37 15,-3 0-39-15,4 0 38 0,-3-1-36 0,0 1 9 16,0 0-1-16,1 0-1 0,-3-1 3 0,4 1 4 15,-4 0-1-15,0-1 2 0,1 2 2 0,-10 2 2 16,13-3 0-16,-13 3-1 0,12-5 2 0,-12 5-1 16,11-5 1-16,-11 5 3 0,10-5 7 0,-10 5 1 15,8-5 1-15,-8 5 8 0,7-6 6 0,-3 2 2 16,-4 4 0-16,5-9 10 0,-5 9 16 0,7-10 10 16,-7 10-1-16,2-10 10 0,-2 10 2 0,0-13 5 15,0 5 5-15,-2 1 2 0,-2-1-45 0,0-2 43 16,-1 1-52-16,-3-1 32 0,-2 0-53 0,1 1 41 15,-5-1-54-15,1-2 39 0,-5 3-44 0,0-1 39 16,-2 1-49-16,-3 0 40 0,0 3-44 0,-4-1 37 16,-5 2-39-16,-3 1 39 0,0 1-54 0,-6 3 9 15,-7 3-78-15,0 1-44 0,-3 4-69 0,1 2-81 16,-2 3-94-16,-7 2-186 0,0 5-205 0,2 0-950 16,2 0-1416-16</inkml:trace>
  <inkml:trace contextRef="#ctx0" brushRef="#br0" timeOffset="20213.77">6369 13583 124 0,'0'0'233'0,"0"0"-54"0,9-5-17 0,-9 5-13 16,0 0-10-16,9-3-9 0,-9 3-6 0,0 0-13 0,10-4 0 16,-10 4-7-16,0 0 9 0,9-6-3 0,-9 6 9 15,0 0-6-15,8-3 24 0,-8 3-16 0,0 0 26 16,5-3-39-16,-5 3 5 0,0 0-40 0,4-7 9 16,-4 7-29-16,-4-6 43 0,4 6-10 0,-4-5 8 15,4 5-5-15,-6-7 31 0,6 7-11 0,-9-7 4 16,2 3 5-16,0 0-3 0,-1 0-2 0,-1 0-12 15,-1 0 1-15,0-1-18 0,-1 0-4 0,-1-1-11 0,0 2-4 16,-2 0 2-16,0-1 1 0,1 1-3 16,-2-2 2-16,1 2-12 0,-1-1 18 0,-1 1-17 15,-2-2-2-15,3 1-16 0,-7-2 1 0,2 0-15 16,-2-1 3-16,0 0 5 0,-2 2 12 0,1-1-6 16,-1 0-3-16,-7-1-6 0,2 0 5 0,-3 2-2 15,0 0-1-15,-3 2 18 0,2 1-15 0,0-1 25 16,-3 2-39-16,2 1 31 0,2-1-40 0,0 1 29 0,-3-1-41 15,-1 1 35-15,6-1-40 0,-1-1 36 0,-5 1-41 16,8-1 39-16,0 0-37 0,0 0 7 0,0 0-2 16,2-2 2-16,-1 1-1 0,3 0 6 15,1 1-5-15,-1-2-1 0,-1 1 7 0,3 0-6 0,2 1 1 16,-3-1 0-16,3 2-1 0,-1-3 3 0,1 4 12 16,-2-3-14-16,2 3 4 0,-3 0 34 0,1 0-45 15,-1 1 37-15,0 0-45 0,0 0 45 16,-5 0-42-16,2 1 47 0,2 0-49 0,-3 0 44 0,5 0-50 15,1 2 47-15,-1-2-44 0,4 2 55 0,-1-1-61 16,1-1 56-16,0 0-55 0,2 2 38 0,2-2-38 16,-2 0 48-16,3 1-45 0,2-2 46 0,-3 2-47 15,1 0 51-15,2-2-47 0,11 0 61 0,-21 0-48 16,21 0 48-16,-19 1-50 0,19-1 42 0,-18 2-51 16,5-1 47-16,13-1-53 0,-23 2 49 0,13-2-50 15,-3 1 53-15,2 1-58 0,-2 1 54 0,-1-3-51 16,4 2 50-16,-2 0-48 0,-2-1 47 0,3 1-49 15,-2-1 49-15,1 1-47 0,1-1 47 0,-2 1-49 16,2-1 50-16,-1 1-50 0,-1-1 49 0,3 1-42 0,-1-2 45 16,0 1-49-16,11-1 54 0,-16 2-51 15,16-2 49-15,-17 3-54 0,17-3 50 0,-16 5-53 16,8-2 57-16,0 2-53 0,2 0 47 0,-3 0-46 16,4 1 48-16,0 1-52 0,-2 0 47 0,2 0-48 0,1-1 50 15,-2 2-50-15,2-1 52 0,3 1-49 16,-3-1 47-16,1-1-42 0,1 2 45 0,-1-2-54 15,2 1 54-15,-2-1-53 0,2 1 52 0,0 0-48 16,0-1 53-16,-2 2-56 0,3-1 51 0,0 0-43 16,1 1 6-16,2 0 11 0,-2 2 11 0,2-1 5 15,1 1-3-15,1-1-1 0,1 2 1 0,2 0-3 16,-1 0 1-16,2-1 4 0,2 1-1 0,0 0 6 0,2 0-12 16,2 0 2-16,-2 2-5 0,5-2 0 0,-3 1-2 15,3-2 6-15,-1 1-5 0,2 0-4 0,-1 0 0 16,0-1 2-16,1-1 2 0,0 1-3 0,0-1 2 15,3-1 43-15,-3 3-54 0,3-2 54 0,-2-1-57 16,1 2 45-16,-1-2-47 0,3 1 58 0,-2-1-46 16,2 2 45-16,0-4-49 0,1 2 49 0,-2 0-45 15,3-4 40-15,1 3-37 0,-2-2 36 0,4 1-35 16,-1-3 1-16,1 0 38 0,-1-1-39 0,4 1 43 16,-2-1-40-16,2-1 33 0,-1 1-41 0,1-1 34 15,1 1-40-15,4 1 36 0,-6-2-40 0,1 1 37 16,-3 1-32-16,2 0 42 0,-1-1-55 0,-1 0 45 0,0-1-44 15,0 2 38-15,0 0-29 0,1-1 41 16,0-1-38-16,-1 3 40 0,3-4-32 0,-2 1 38 16,2 0-38-16,-2-1 7 0,3 0 19 0,-1 0-4 15,1 0 0-15,0 0-6 0,0 0-3 0,0 1-4 16,0-1-2-16,0 0 1 0,-2 0-1 0,2 1-4 16,-1-1 32-16,-1 0-38 0,1 0 35 0,0 1-43 15,-3-1 34-15,3 0-33 0,-2-1 34 0,-1 1-41 0,3-1 6 16,-3 0 2-16,1 0 2 0,1 0 2 0,-1-3-2 15,-2 1 4-15,6-1 1 0,0-1 2 16,1-2-1-16,-3 1 0 0,0 0 0 0,1-2 1 16,0 0 4-16,-3 0-3 0,1 0-2 0,-2 1-25 0,-1-3 31 15,-1 2 0-15,-5 1-28 0,2-2 33 0,-2 1-29 16,-1 1 31-16,-1 0-31 0,-5-1 34 0,3 0-31 16,-3 0 30-16,0-1-29 0,-1 2 30 0,-3 0-23 15,3-1 35-15,-3 0-31 0,-1-3 45 0,1 1-2 16,-2 0-1-16,-3-2 8 0,0 2 6 0,-1-2-5 15,0 2-6-15,-3-1 7 0,2-2-4 0,-2 0-7 16,-1 0-8-16,0 1-7 0,-3-1-6 0,2 0 8 16,-4-1 2-16,1-1 5 0,-1 1-3 0,1-1-2 15,-2 1 1-15,-2-1-1 0,-2-2 0 0,1 3-4 16,-1-3 5-16,-4 2-4 0,1 1-5 0,-5-2-34 0,3 3 34 16,-7-4-1-16,-2 3-7 0,-2 1-3 15,-3-1 3-15,-6 0-5 0,-2 0-5 0,-1 3 1 16,-4 0 0-16,-2 0-5 0,-4 4 0 0,-1 0 0 15,-2 0 2-15,1 4 1 0,-5-2 2 0,3 3-3 0,-3-1 0 16,1 1 2-16,-1 0-3 0,0 2-1 0,2-2 2 16,0 2 1-16,-1 0-4 0,2 0 4 15,1 2-3-15,1-1 1 0,8 0-2 0,1 1 0 16,0 0 1-16,3 0 8 0,0-1-5 0,3 1-6 0,3 0-11 16,4 0-1-16,0 0-6 0,1 1-11 0,1 1-9 15,2-2-14-15,1-1-19 0,3 1-20 0,-1 1-32 16,2-1-7-16,1-1-103 0,0 2-32 0,2 1-54 15,-1-2-98-15,0 0-137 0,2 2-90 0,-3-1-854 16,4 1-1129-16</inkml:trace>
  <inkml:trace contextRef="#ctx0" brushRef="#br0" timeOffset="86973.48">3477 17334 141 0,'-1'6'335'16,"1"-6"-88"-16,0 0-57 0,0 0-38 0,-3 7-35 16,3-7-19-16,0 0-28 0,0 0-6 0,0 0-20 0,9 3-1 15,-9-3-14-15,14-3 2 0,-5-2-11 0,3-1 6 16,3-1-14-16,0-5 10 0,3 0-5 0,4-3 0 16,1-2-9-16,1-2 6 0,2-6-8 0,0 1 6 15,3-4-14-15,-1 2 7 0,-1-2 3 0,1-3 1 16,1 0-1-16,1 1 8 0,-1-3-25 0,2 2-20 15,-2-2-49-15,2 3-15 0,-2-3-32 0,3 2-27 16,-4 0-39-16,2 1-150 0,-2 1 201 0</inkml:trace>
  <inkml:trace contextRef="#ctx0" brushRef="#br0" timeOffset="139420.44">3223 17354 93 0,'2'-6'485'0,"-2"6"-140"16,3-11-80-16,-3 11-54 0,2-7-40 0,-2 7 10 15,0 0 25-15,0 0-5 0,8-3 6 0,-8 3-2 16,5 6 16-16,-5-6-47 0,9 9 38 0,-4-2-67 0,-1-1 38 16,2 1-16-16,2-1 14 0,1 1-4 15,0 1 27-15,3-4-15 0,0 2 38 0,5-5-57 16,2-2 25-16,5-5-55 0,13-9 22 0,11-10-76 15,4-10 35-15,7-7-68 0,10-16-6 0,5-6-11 16,-2-3-12-16,-3-2 28 0,-2-5-35 0,1-2 18 16,-5-5-10-16,-3-2 1 0,-4-3-9 0,3-2-22 15,-3 1 11-15,3-1-40 0,-2 1 13 0,2 2-40 0,1 4-50 16,3 3-87-16,-2 4-89 0,2 9-75 0,-11 13-41 16,2 6-83-16,-2 8-84 0,2 3-466 0,-3 6-651 15</inkml:trace>
  <inkml:trace contextRef="#ctx0" brushRef="#br0" timeOffset="150420.11">14737 3320 358 0,'-8'3'856'0,"8"-3"-186"0,0 0-141 0,-11 4-118 15,11-4-51-15,0 0-24 0,0 0-7 0,-9 1-16 16,9-1-27-16,0 0-50 0,0 0 29 0,0 0-98 15,4-7 20-15,5 3-16 0,4-3-18 0,5 0-25 16,3-2-10-16,8-3 29 0,5-3-10 0,3 0-64 0,3 1 24 16,-1-3-56-16,0 3 27 0,-1 1-47 15,-1-3 9-15,0 2-85 0,0 1-49 0,-7 1-36 16,-2 0-50-16,-6 4-66 0,-1-1-104 0,-5 1-136 16,-4 1-40-16,-4 3-117 0,-3-1-507 0,-5 5-776 0</inkml:trace>
  <inkml:trace contextRef="#ctx0" brushRef="#br0" timeOffset="150620.48">14914 3051 348 0,'0'0'762'0,"-13"-3"-177"0,13 3-126 16,-10-3-103-16,10 3-68 0,0 0 11 0,0 0 17 16,-13 3 5-16,13-3-44 0,3 10-31 0,-1 1-11 15,1-2-38-15,4 7-35 0,-3 3-28 0,5 3-7 16,0 3-1-16,1 4-65 0,-1 1 27 0,2-1-52 15,1 0 27-15,-3 3-44 0,3-3 33 0,-1 0-65 16,1 0-29-16,-2-4-58 0,3 3-91 0,-3-4-109 16,-1-3-117-16,0-1-142 0,-2 0-161 0,1-5-284 15,-4 0-606-15</inkml:trace>
  <inkml:trace contextRef="#ctx0" brushRef="#br0" timeOffset="150820.83">14973 3732 674 0,'-4'7'1005'0,"1"-3"-223"0,-2 3-194 0,5-7-112 0,-4 6-91 16,4-6-35-16,-2 6-19 0,2-6-46 15,0 0-46-15,9 2-20 0,0-4-64 0,6-3-6 0,5-2-52 16,10-5 2-16,9-5-23 0,4-2-17 0,10-4-16 16,1-1-32-16,1-3-16 0,0 2-109 15,-3-1-108-15,-11 4-185 0,0 2-135 0,-4-2-199 16,-5 2-520-16,-9 3-869 0</inkml:trace>
  <inkml:trace contextRef="#ctx0" brushRef="#br0" timeOffset="151770.13">15702 3002 968 0,'0'0'848'0,"-15"-3"-198"0,9 0-151 0,6 3-103 0,-13-4-59 16,13 4-33-16,-13-4 0 0,13 4-60 0,0 0-15 16,-10-3-5-16,10 3-16 0,0 0-12 0,-5-5-39 15,5 5-29-15,5-6-23 0,-5 6 24 0,13-5-64 16,-3-1 40-16,3 0-63 0,1 1 35 0,-2-3-55 15,5 2 31-15,-3 0-50 0,3-1 44 0,-3 1-50 16,2-1 42-16,-3 2-47 0,0 0 36 0,-3 1-5 16,0 1-55-16,-1 0 51 0,-9 3-48 0,16-1 54 15,-16 1-50-15,9 7 50 0,-5-2-43 0,-4 4 9 16,-2 2-2-16,-3 4 45 0,1-1-49 0,-5 5 43 16,-2 1-39-16,-1-2 44 0,1 0-10 0,-2 0-6 0,1-2-2 15,1-1-3-15,2-3-40 0,3-1 46 16,-1-2-5-16,0 0-1 0,2-2-4 0,1 1-2 15,0-3 2-15,4-5 1 0,-1 8-6 0,1-8 0 16,6 4-38-16,-6-4 46 0,20 2-42 0,-7-4 45 0,5 1-39 16,-1-1 42-16,3 1-38 0,-1-2 42 15,1 2-45-15,1 0 41 0,-2 2-38 0,1-1 38 16,-1 3-38-16,-3-1 40 0,2 3-47 0,-2 0 52 0,0 2-45 16,-4 0 39-16,-1 2-39 0,-1 3 50 0,-2-1-42 15,0 3 47-15,-6-1-29 0,-2 2 55 0,0-2-26 16,-6 1 44-16,1 2-42 0,-4 1 31 0,-3-1-46 15,0-2 45-15,-4 0-36 0,1 1 33 0,-2-5-47 16,-1 1 31-16,2-1-37 0,-1-6 27 0,4 0-40 16,-1 1 13-16,3-5-94 0,-2 0-37 0,4-5-148 15,3-2-78-15,0-3-110 0,4-2-97 0,2-4-52 16,2-3-160-16,5-4-459 0,3-4-834 0</inkml:trace>
  <inkml:trace contextRef="#ctx0" brushRef="#br0" timeOffset="152187.66">16433 2882 699 0,'0'0'868'0,"17"2"-198"0,-17-2-162 0,14 4-106 0,-14-4-70 16,10 3-38-16,-10-3-16 0,9 7-31 0,-6-2 1 15,2 1-54-15,1 1-33 0,-2 2-26 0,1-1-19 16,0 3-23-16,2 2-13 0,-1-1-17 0,-1 1-12 15,0-4 25-15,-1 2-50 0,-3-1 38 0,2-1-46 16,-2 2 62-16,-1-2-48 0,-1 1 48 0,-3 0-56 0,-2-1 61 16,-4 1-51-16,-2-1 42 0,-1 0-54 0,-3-3 66 15,-1 0-1-15,-2-3 55 0,0 0-13 0,-1 0 35 16,4-3-17-16,-1-2-12 0,-1-1-17 0,4 0-24 16,-1-1-13-16,2-2 9 0,3-1-10 15,1-2-6-15,3-3-18 0,4 2-17 0,4-3-4 0,3 0-12 16,3-5-9-16,5 1-5 0,5-3 38 0,4 1-50 15,6 0 45-15,4-4-49 0,3 2 41 0,1 0-45 16,3 2 50-16,1 1-32 0,1 0 74 16,1 1-46-16,1-1 34 0,-2 4-47 0,1-2 34 0,-1 2-55 15,-5 1 40-15,-5 2-45 0,-3 3 45 0,-5 0-54 16,-4 2 24-16,-1 1-95 0,-4-1-36 16,-1 3-126-16,-4 0-46 0,-3 0-98 0,-6 3-110 0,0 0-142 15,-6-5-75-15,-7 5-169 0,-9 3-471 0,-12-1-957 16</inkml:trace>
  <inkml:trace contextRef="#ctx0" brushRef="#br0" timeOffset="154387.2">14372 3827 535 0,'0'0'496'0,"0"0"-118"0,0 0-84 0,-11 1-85 0,11-1-11 0,0 0-46 0,-2 7 35 0,2-7-12 15,0 10 27-15,0-10-11 0,2 8-7 0,-2-8-5 16,1 10-3-16,-1-10-6 0,4 7 4 0,-4-7 7 0,3 8 7 16,-3-8 6-16,3 6 6 0,-3-6 7 15,0 0 7-15,5 4 38 0,-5-4 1 0,0 0-44 0,4-6-33 16,-3-2-36-16,-1-2-61 0,0-5 18 16,0-2-51-16,0-2 18 0,0-5-17 0,-2-2-8 15,-1 0-10-15,-1-7 26 0,0 0-49 0,-4-6 36 16,0-2-47-16,0 1 37 0,-2-4-46 0,0 1 36 0,-2 0-42 15,-1-1 40-15,2 5-40 0,-1-3 39 16,0 9-36-16,0 2 57 0,2 5-36 0,2 4 39 16,1 3-38-16,0 5 0 0,3-2-5 0,-3 4 27 15,4 3-42-15,3 9 37 0,0 0-34 0,0 0 48 0,-5 13-41 16,9 6 38-16,1 5-35 0,4 8 38 16,1 8-38-16,5 2 36 0,-1-1-34 0,4 1-2 0,-1-2 1 15,1-4 2-15,0 0 1 0,0-2 5 0,0-1-28 16,1-3 35-16,-3-5-28 0,0-3 48 0,0-3 5 15,-3-1 9-15,2-2 4 0,-2-4 3 0,-3-2 6 16,3-1-12-16,-3-2-30 0,1-3 35 0,-1-1-36 16,-10-3 22-16,17 0-33 0,-11-4 28 0,3-1-12 15,-3-5-9-15,-3-1-2 0,1-3-2 0,-2 0-2 16,-2-3 34-16,-2 2-44 0,-1-1 39 0,2 2-30 16,-2 2 49-16,1 0-43 0,-1 2 37 0,3 2-55 15,-3 1 30-15,3 7-44 0,-1-11 40 0,1 11-48 16,0 0 42-16,0 0-38 0,4 10 6 0,1-1 4 15,2 2 15-15,2 3-11 0,2 2 5 0,3-1-24 16,0 1 36-16,0 0-27 0,3-3 19 0,0 0-62 0,-1-2-20 16,1-1-78-16,-1-3-114 0,1-4-91 15,1-1-267-15,-3-4-233 0,-1-1-755 0,-2-4-1277 16</inkml:trace>
  <inkml:trace contextRef="#ctx0" brushRef="#br0" timeOffset="155735.58">14248 4301 352 0,'-18'1'843'0,"3"-1"-200"0,-1 0-132 0,4-1-128 16,-2-1-79-16,2 1-60 0,1-1-41 0,11 2-14 0,-17 0 6 16,17 0-2-16,-15-1 0 0,15 1-30 15,0 0-17-15,-12-3-30 0,12 3-11 0,0 0-17 0,8-4-6 16,1 1-2-16,2 0 5 0,5-1 1 0,4-3-3 16,6 0-8-16,4 0 11 0,2-4 30 15,9 1 9-15,5-3 10 0,0-1 21 0,5 0 2 16,9-2-14-16,2 0 21 0,2-1-41 0,1 0 10 0,1 1-1 15,2-2 0-15,1 1-14 0,1-1-18 16,-2 0-15-16,6 0-15 0,0 1-14 0,-1-2-5 16,5-2-10-16,-1 2-3 0,1-1-35 0,0-1 32 15,0 1-33-15,-3-2 32 0,4-1-38 0,0 0 38 16,-2 2-45-16,2-2 31 0,-5 1-6 0,1 1-2 0,-1-2 0 16,-4 2-7-16,-1-1 3 0,1 0-6 0,-6 1-1 15,0 0 0-15,-4 3 1 0,0-3 0 0,-2 1-3 16,-2 3 3-16,-7 1-6 0,0 0 44 0,-1 1-49 15,0 1 40-15,0 1-49 0,0 1 44 0,-3-1-44 16,-2 2 46-16,-2 0-48 0,-2 1 44 0,-9 1-43 16,0 0 43-16,-6 2-44 0,-3 1 49 0,0-1-46 15,-3 1 43-15,-4 0-49 0,1 0 45 0,-2 1-46 16,1-2 50-16,-2 1-41 0,0 0-1 0,-1 0 44 16,-2-1-50-16,0 0 44 0,1 1-45 0,0-3 7 15,-1-1 1-15,1 0 5 0,0-1 1 0,1 0 1 16,-1-1 0-16,0-3 3 0,2-1-1 0,-1-1 6 15,-2 1-2-15,-1 0 13 0,1 0-6 0,-2-1 8 16,-3 0-32-16,1 1 42 0,-1-1 4 0,-4-2-9 16,0-2 5-16,0-1-9 0,-4-2 37 0,-1-1-49 15,-4-4 36-15,-2 0-53 0,-2-5 49 0,-5 1-52 16,0 0 39-16,-2-3-45 0,-3 1 44 0,0 0-47 16,-3 1 42-16,1-1-42 0,-2 1 45 0,0 1-47 0,0 0 47 15,-1 2-48-15,2 1 47 0,-2 1-48 0,1 2 49 16,1 2-44-16,-1 1 43 0,0 0-46 0,1 7 46 15,-3-3-47-15,6 5 50 0,-5 1-53 0,-7-1 47 16,1 2-47-16,-6 1 46 0,1 2-46 0,-7 2 46 16,-2 2-48-16,-3 2 41 0,-5 1-42 0,-2 3 43 15,-2 0-41-15,-4 2 49 0,1-1-45 0,-13 2 46 16,3 2-42-16,-1 0 46 0,1 3-48 0,-2-1 45 16,3 2-41-16,2-2 44 0,0 3-45 0,0-1 41 15,2 3-43-15,1 0 50 0,1-2-42 0,2 2 40 16,1 1-47-16,1 1 49 0,0 0-8 0,0 2-4 15,0 0 1-15,0 1-9 0,0-1-2 0,2 1 0 16,-2 1-2-16,2-1 1 0,1-1-3 0,8 0 4 16,1-3-3-16,1 0-2 0,2-1 2 0,1 0 1 15,0-1 0-15,4 0 0 0,0-1-2 0,0 1 12 16,7-4-14-16,0 1-2 0,2-1 6 0,0 1-1 16,1-2 1-16,1 0 3 0,5 0-2 0,-1 0-3 0,1-1 0 15,-6 1 0-15,4 3 1 0,-2-1-1 0,0 0-1 16,1 3 3-16,-1-3-41 0,1 3 50 0,1 2-42 15,0-2 45-15,-2 2-42 0,1 1 48 16,-3 3-46-16,4-3 51 0,-3 4-46 0,4-4 3 0,-1 3 4 16,3-1 3-16,-5 4 3 0,5-3 2 0,2 0 5 15,-3 1 2-15,3 0-1 0,0 1 37 16,4 0-48-16,-2 1 43 0,2 1-46 0,3 4 45 0,-3 3-46 16,2 3 39-16,2 2-41 0,3 4 47 0,-1 0-48 15,6 4 51-15,-1 0-43 0,3 2 45 16,2 0-43-16,1-4 0 0,3-1 6 0,0 6-21 0,4-1 45 15,3 1-29-15,0 0 41 0,3-1-4 0,-1-2-3 16,2 1 2-16,3-1-2 0,-1 0 1 0,2-1-6 16,-1-3 1-16,2 1-2 0,-3-4-2 0,2 1-1 15,-3-2-45-15,1-4 48 0,-2-1-40 0,-2-1 46 16,4-2-48-16,-4 1 48 0,0-6-43 0,-1 1 38 16,-1-4-38-16,0-2 36 0,-1-2-43 0,2 0 29 15,-4-2-42-15,3 0 29 0,0-3-38 0,1 0 49 16,2-4-39-16,2-1 37 0,6-3-38 0,5-4 21 0,8-5-23 15,12-6-41-15,8-7-37 0,6-5-52 16,2-2-32-16,1-2-56 0,0-2-58 0,0 4-149 16,-4 0-196-16,-5 3-213 0,-3 1-581 0,-12 3-1072 0</inkml:trace>
  <inkml:trace contextRef="#ctx0" brushRef="#br0" timeOffset="155905.08">14717 4181 1917 0,'0'0'993'0,"0"0"-234"0,0 0-266 15,0 0-218-15,0 0-167 0,0 0-134 0,0 0-109 16,8-6-112-16,-8 6-36 0,9-5-139 0,-9 5-650 16,10-7-687-16</inkml:trace>
  <inkml:trace contextRef="#ctx0" brushRef="#br0" timeOffset="-165218.67">9321 7922 113 0,'0'0'306'0,"0"-7"-80"0,0 7-41 0,0 0-21 0,-2-5-13 0,2 5-19 0,0 0-19 0,0 0-7 16,0-7-16-16,0 7-12 0,0 0-13 0,0 0-19 0,-2-7-3 15,2 7-12-15,0 0-8 0,0 0 1 0,-2-8-3 16,2 8-3-16,0 0-1 0,-1-9 0 0,1 9-1 16,0 0 2-16,-5-7-6 0,5 7-3 0,-8-6 4 15,8 6 12-15,-11-6 6 0,11 6 10 0,-12-5 5 16,4 3 0-16,-1-1 5 0,-1 2-11 0,1-3-7 15,0 2-7-15,-1 0 0 0,0 0 0 0,-1-1 14 16,0 3-3-16,1-3 7 0,1 1-2 16,-3 1-7-16,2 0-3 0,1-2-4 0,-2 2-10 0,11 1-2 15,-20-3-4-15,9 1-9 0,11 2 10 0,-18-2-2 16,8 1-3-16,10 1 2 0,-22-3-10 0,13 2 3 16,-4-1 1-16,3 2 3 0,-4-1-3 15,4-2-2-15,-3 3 1 0,-1-1 0 0,1-1 5 0,-2 1-2 16,1 1 9-16,-4-3 4 0,1 2-1 0,1-1-7 15,-1-1-9-15,-1 1 39 0,0-2-26 0,3 2 33 16,-3 0-28-16,3 0 21 0,-2-2-31 0,3 2 18 16,-1 0-21-16,3-1 9 0,-3 0-12 0,2 1 20 15,1 1-27-15,0-1 22 0,-1 0-25 0,-1 1 14 16,1 0-10-16,2-1 15 0,-3 1-23 0,1 1 26 16,-1-2-26-16,0 2 21 0,-2 0-25 0,1 0 26 15,0 0-21-15,-1 0 22 0,0 0-21 0,-2 0-2 0,0 0 4 16,0 0 1-16,0 0-10 0,0 0 14 15,3 0 7-15,-3 2-2 0,4-2 2 0,-1 0-3 16,1 0 0-16,-3 0 0 0,3 1 1 0,0-1 3 0,0 0-3 16,0 0 2-16,0 2 3 0,0-2 9 0,0 1 9 15,-1 0-8-15,2-1 7 0,0 2-7 16,-1-2-4-16,2 2 3 0,-2-2-6 0,0 1-3 0,2 1-4 16,0-1 1-16,-1 1 3 0,-1-1-5 0,4 1-2 15,-3-1 3-15,-1 2-1 0,2-3 1 16,-2 1-11-16,3 2 17 0,-3-3-5 0,0 2 0 15,1-1 3-15,-1 0 0 0,0 1 22 0,1-2-2 0,-1 2 4 16,1 0-2-16,2-1-11 0,-1 0 2 0,-2-1-3 16,4 1-1-16,-3-1-3 0,0 2-6 0,2-2 3 15,-2 0-3-15,2 0 0 0,11 0-4 0,-25 0 3 16,14 0-1-16,-2 0-3 0,0 2 3 0,2-1-2 16,-2-1-4-16,0 1 3 0,0 1 0 0,2-2 3 15,-2 1-3-15,0 2-2 0,2-3 5 0,-2 3 22 16,2-2 14-16,0 1 0 0,-3 1-6 0,3-2-1 15,-3 1 9-15,2 1-7 0,1-3-6 0,-3 2-5 16,2 0-4-16,1 1-3 0,-1-2-4 0,2 0-4 16,0 1-2-16,1 1-3 0,0-3-1 0,9 0-2 15,-18 5 0-15,18-5-1 0,-14 2-1 0,14-2 1 16,-15 2-1-16,15-2 0 0,-15 4-2 0,15-4 2 16,-15 5 0-16,15-5-2 0,-14 4 0 0,5-1 4 15,0 1-2-15,0-1 0 0,0 1 2 0,-2 1 35 16,1-2 5-16,-1 2-2 0,1 1-7 0,0-1-7 0,0-1-4 15,-1 2-6-15,2-2-3 0,2 1-2 16,-3-2-3-16,2 3-2 0,1-2 0 0,7-4-3 16,-10 6-1-16,10-6-2 0,-11 7 3 0,11-7-2 15,-9 4-1-15,9-4 1 0,-8 5 0 0,8-5-3 0,-5 4 2 16,5-4-1-16,-5 7 1 0,5-7-2 16,-4 8 1-16,4-8-1 0,-1 7-2 0,1-7 4 15,0 9-3-15,0-9 3 0,1 9 1 0,-1-9-2 0,0 10 2 16,0-10-3-16,4 9 2 0,0-1-5 0,-2-4 5 15,2 2-1-15,-1-1 1 0,1 2-2 0,-1-1 2 16,3-1 1-16,-3 1-2 0,4-1 3 0,-2 2-1 16,1-3 0-16,-1 2-2 0,2-2 2 0,-1 2 1 15,0-1-2-15,2-1 2 0,-1 1 0 0,0-1 0 16,2 0 1-16,0 1 0 0,0-2 0 0,1 1-2 16,-2 0 2-16,4-1-1 0,-1 0-1 0,-1 0 0 15,2 0 0-15,2-1-2 0,-1 1 2 0,-1-1-1 16,1 0 2-16,2 1-2 0,-1-2 1 0,1 0-3 15,-1 0 4-15,0 0-3 0,0 1-1 0,0-1 18 16,1 1 17-16,-1-2-2 0,1 0-2 0,0 2-4 0,0-2-6 16,-1 1-2-16,1-1-6 0,-2 2 1 15,0-2-6-15,2 0-1 0,-2 0 1 0,4 0-3 16,-3 0 0-16,1 0-2 0,-1 0-1 0,3 0 2 16,-2 0-8-16,4-2 7 0,-2 2 0 0,-1 0 7 0,2 0-10 15,0-1-2-15,0 1 3 0,-4 0 0 16,4 0-2-16,-3-2 2 0,5 2 18 0,-4 0-21 15,2 0-2-15,1 0 2 0,-1 0 2 0,0 0-1 0,0 0 1 16,1 0 23-16,0-2-27 0,-1 2 0 16,1 0 0-16,0-1 2 0,1-1 1 0,-1 2 1 15,-1 0 3-15,1-1 4 0,1 0 1 0,-3 0-1 16,2-1 0-16,-1 0 1 0,0 1-5 0,0 0-9 16,0-1 9-16,-2 1-4 0,2-1 5 0,-1 1 0 0,-2 0-3 15,2 0 2-15,-3-1-2 0,1 1 3 0,1-1-2 16,-1 2 1-16,0-3-1 0,0 2 1 0,2-1 3 15,0 2-4-15,-2-2-1 0,4 0 0 0,-2 0 0 16,-2 0 1-16,4 2-2 0,-2-3 2 0,1 2 0 16,-1-1 1-16,-1 0-1 0,2-1 0 0,0 2-2 15,-2-1 1-15,1 0-1 0,1-1 4 0,-3 1-3 16,3 1 0-16,-1-2 0 0,-1 1 1 0,1 0 2 16,1 0-3-16,-3-1 2 0,3 0 11 0,-1 0-13 15,-2 2-1-15,4-2 2 0,-3 1-1 0,1 0 3 16,0 0-4-16,1-1 3 0,-1 0-4 0,-1 2 4 15,2-1 2-15,-1-1 2 0,-1 0 1 0,-3 2-3 16,1-1-7-16,0-1 10 0,-1 3-12 0,1-2 8 16,0 0-5-16,0-1 9 0,-1 2-12 0,2-2 8 15,-2-1-7-15,0 2 9 0,2-2-6 16,-2 2 1-16,4-2-4 0,-3 1 9 0,1 0-3 0,-2-2-1 0,-1 2 3 16,1 0-4-16,0 1 0 0,1-2 1 15,-2 2 1-15,0-1-3 0,0-1-2 0,2 1 10 16,-4 0-9-16,2 0 1 0,-1 0 0 0,-2-1 0 0,0 2 2 15,1 0-1-15,-2-2 0 0,-8 4 2 16,14-7-1-16,-14 7 1 0,10-7 3 0,-10 7 7 16,11-7 0-16,-11 7 15 0,5-9-14 0,-3 3 8 0,-2 6-13 15,4-14 8-15,-4 9-5 0,0-4 27 0,-2 1-27 16,-1-3 19-16,-1 1-23 0,0-2 23 0,-5 1-33 16,2-2 4-16,-1 2-2 0,-1-1 1 0,-1-1-2 15,-2 2 7-15,2 0-2 0,-1-2-3 16,0 4-1-16,1-1 5 0,-1 2 0 0,0-1-6 0,1 2 2 15,-1 0-3-15,0 0 4 0,1 4-2 0,-1 0-2 16,-1 0 2-16,1 0 0 0,-3 1-2 16,1 0-3-16,0 1-4 0,-1 1-16 0,0 0-54 0,1 0-101 15,0 1-118-15,-1-1-100 0,0 4-115 0,-1-4-178 16,1 1-309-16,-3-1-597 0</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34:46.06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definitions>
  <inkml:trace contextRef="#ctx0" brushRef="#br0">7602 13628 357 0,'2'-9'479'0,"-2"2"-70"0,0-3-94 0,0 3 30 0,0 1-58 16,0-2 3-16,0 8-46 0,0-12-26 0,0 12-46 15,0-10-20-15,0 10-30 0,0 0-15 0,0-8-20 16,0 8 1-16,0 0 36 0,0 0 44 0,0 0-2 0,-2 11-20 16,1-4 4-16,1 1 15 0,0 4-17 0,-1-1 5 15,-1 3-27-15,1 0-18 0,0 4-26 16,0 0-12-16,1 0-11 0,-4-1-21 0,4 2 6 16,0-1-5-16,0 1-9 0,2-2-9 0,0 2 0 15,-1-1-6-15,0 0-8 0,3-1-3 0,-1 1-23 16,-1-3-42-16,2-1-130 0,1 3-147 0,-2-4-91 0,2 0-154 15,0-1-659-15,-1-3-850 0</inkml:trace>
  <inkml:trace contextRef="#ctx0" brushRef="#br0" timeOffset="284.51">7901 13858 324 0,'0'0'908'0,"0"0"-225"0,3-6-139 0,-3 6-129 0,0 0-76 16,0 0-59-16,1-6-40 0,-1 6-32 0,0 0-32 16,0 0-29-16,0 0-12 0,0 0-14 0,3 6-14 15,-3-6-28-15,4 10-5 0,-2-6-23 0,-2-4-6 16,3 12-12-16,-3-12 0 0,2 11-10 0,-2-11 7 16,4 10-21-16,-4-10 9 0,4 9-12 0,-4-9 21 15,1 7 21-15,-1-7 50 0,0 0-25 0,4 4 26 16,-4-4-52-16,0 0-11 0,0 0-5 0,-5-5-2 15,5 5-10-15,-3-12-3 0,3 12-13 0,-5-9-19 16,5 9-42-16,-5-10-76 0,5 10-114 0,-6-6-150 16,6 6-143-16,-13-5-225 0,13 5-292 0,-14-2-676 15</inkml:trace>
  <inkml:trace contextRef="#ctx0" brushRef="#br0" timeOffset="1350.47">9030 13360 249 0,'0'0'527'0,"0"0"-141"0,0 0-118 0,0 0 50 16,0 0-21-16,0 0-23 0,0 0-41 0,0 0-46 16,0 0-38-16,0 0-18 0,-4 6 20 0,4-6 16 15,3 6 4-15,-3-6 15 0,2 13-3 16,1-5 12-16,-1 2-33 0,2 1 6 0,1 2-28 0,-2 3-28 15,2-1-15-15,-1 1-21 0,1 0-2 0,-1 2-11 16,3 1-1-16,-3 0-17 0,1 1-12 0,0 1-2 16,1 0-8-16,-1-2-4 0,0 1 8 15,-2-1-19-15,1-2 10 0,0 1-10 0,-1-1 5 0,1-2-14 16,-3 2 7-16,3-1-17 0,-2-1-11 0,2-3-69 16,-3-1-79-16,1 0-83 0,0-2-65 0,-2-1-77 15,3-1-136-15,-3-7-551 0,4 5-700 0</inkml:trace>
  <inkml:trace contextRef="#ctx0" brushRef="#br0" timeOffset="1634.51">9025 13431 248 0,'0'0'788'0,"-13"-3"-179"15,13 3-120-15,-13-3-88 0,13 3-61 0,-9-3-31 16,9 3-28-16,0 0-32 0,-10-2-35 0,10 2-36 16,0 0-39-16,0 0-23 0,0-6-28 0,0 6-20 0,13-6-14 15,-3 2-8-15,5 1-10 0,2-3-6 16,3 1-8-16,2-2-4 0,0 0 0 0,4 0-7 16,-2 0-3-16,0 0-2 0,0 1-6 0,-3 0-6 15,0-1-17-15,-1 2-47 0,-5 1-57 0,0-1-59 16,-2 1-86-16,-4 1-42 0,-9 3-34 0,15-1-24 0,-15 1-35 15,0 0-53-15,0 0-231 0,-5 7-198 0</inkml:trace>
  <inkml:trace contextRef="#ctx0" brushRef="#br0" timeOffset="1785.69">9052 13490 41 0,'-12'9'459'0,"2"-3"-84"0,2 1-35 0,3 0-41 16,1-1 1-16,0-1 7 0,4-5-6 0,0 10-8 15,0-10-12-15,8 6-21 0,-8-6-30 0,16 5-41 16,-4-5-38-16,4-1-30 0,3-1-21 0,0-1-18 15,8-1-17-15,5-1-13 0,1-3-12 0,4 2-9 16,4-2-12-16,-5-1-16 0,-3 1-75 0,0 1-123 16,-1 0-90-16,-6 1-97 0,-2 0-126 0,-2-1-402 15,-6 1-476-15</inkml:trace>
  <inkml:trace contextRef="#ctx0" brushRef="#br0" timeOffset="2650.69">10224 12950 553 0,'-18'-10'635'0,"0"3"-141"0,-4-1-52 0,-2 5-60 0,-3 2-45 16,1 2-10-16,-3 1-14 0,-4 7-27 0,-4 1-21 16,2 8-35-16,2 2-32 0,4 5-28 0,2 3-4 15,6 6-36-15,2 3-10 0,6 4-32 0,6 2 21 16,4 2-33-16,4 0 10 0,7 1-44 0,2 1-3 16,2-3-9-16,4 1-4 0,1-2-3 0,7 5-5 15,-2-9-3-15,2-2-3 0,-1 0-4 0,4-5-4 16,0-2 2-16,1-2 0 0,1-6-4 0,2 0 30 15,-3-7-49-15,2-5-1 0,-1-2-77 0,-1-5-102 16,0-3-113-16,-3-2-94 0,0-4-66 0,2-5-103 0,-3 0-550 16,-3-5-739-16</inkml:trace>
  <inkml:trace contextRef="#ctx0" brushRef="#br0" timeOffset="2984.83">10395 13502 701 0,'-14'-2'797'0,"2"1"-177"16,2-1-124-16,10 2-80 0,-14-3-44 0,14 3-47 0,-14-1-37 15,14 1-55-15,-9-3-34 0,9 3-51 0,-4-7-21 16,4 7-18-16,8-8-12 0,3 2-28 0,5 1-1 16,7-1-20-16,6-3 0 0,4 1-14 0,2 0 15 15,3 0-25-15,-2-1 9 0,1 2-21 0,-5 1 12 16,-5 1-20-16,-3 1 17 0,-1 0-22 0,-4 0 2 16,-1 1-24-16,-4 0-31 0,-1 0-101 0,-2 1-116 15,-11 2-105-15,12-4-63 0,-12 4-88 0,0 0-93 16,0 0-290-16,-7-5-476 0</inkml:trace>
  <inkml:trace contextRef="#ctx0" brushRef="#br0" timeOffset="8265.86">11343 12834 57 0,'1'-13'658'0,"1"2"-127"0,-1 2-145 0,-1-1-62 0,4 5-93 0,-4 5-16 0,6-5-21 15,-6 5 6-15,19 4 9 0,-1 2 6 0,8 7-20 16,6 4-22-16,2 3-4 0,3 3-2 16,9 4-19-16,-1 4-23 0,3 1-17 0,-1 3-12 15,-2-2-13-15,-1 3-20 0,-4 0-11 0,-1 2 4 0,-12-4-7 16,-1 2-13-16,-3-1-3 0,-7 1-11 0,-4 2-2 16,-6-5-10-16,-6 0-1 0,-2 0-8 15,-5 1-1-15,-8 2-4 0,1-1-7 0,-8-4-7 16,3 0-13-16,-3-3-27 0,-2-3-32 0,5-5-26 0,-3-4-43 15,6-2-71-15,3-5-24 0,4-4-102 0,9-5-122 16,-13 1-471-16,13-1-531 0</inkml:trace>
  <inkml:trace contextRef="#ctx0" brushRef="#br0" timeOffset="8534.27">12546 13189 1252 0,'-9'-3'801'0,"9"3"-181"0,-12-6-137 16,12 6-94-16,-11-5-78 0,11 5-69 0,-8-7-45 15,8 7-43-15,0 0-33 0,3-10-27 0,3 5-18 0,4-2-18 16,3 0-6-16,7-2-16 0,2 1-7 15,6-2-26-15,3 2-36 0,1-2-68 0,4 5-97 16,-4-2-80-16,-2 0-94 0,-4 4-96 0,0 0-77 0,-5 0-373 16,-8 3-486-16</inkml:trace>
  <inkml:trace contextRef="#ctx0" brushRef="#br0" timeOffset="8699.95">12532 13327 196 0,'-9'6'679'0,"4"0"-149"0,5-6-140 15,0 7-56-15,0-7-49 0,12 4-33 0,0-2-39 16,2-2-19-16,5 0-13 0,3-3-7 0,7 1-29 16,6-4-26-16,7-1-15 0,5 0-19 0,0-4-18 15,3 3-15-15,3-4-9 0,-1 3-16 0,-2-1-68 16,-2 2-112-16,-1-1-123 0,-12 2-173 0,0 0-536 16,-11 1-580-16</inkml:trace>
  <inkml:trace contextRef="#ctx0" brushRef="#br0" timeOffset="9340.7">14617 13522 673 0,'0'0'821'0,"0"0"-149"0,0 0-143 0,0 0-122 16,0-7-70-16,0 7-74 0,0 0-35 0,7-5-33 0,-7 5 1 15,13-6-31-15,-2 2-9 0,3 1-33 16,8-4-5-16,3 1-32 0,6-1-2 0,2-4-35 0,9 3 15 16,2-3-25-16,3 3 13 0,2-4-24 0,-2 3 12 15,0-2-22-15,1 1 9 0,-1 2-22 0,-5-1 12 16,-5 1-22-16,-2 4 7 0,-1-2-43 16,-8 2-37-16,-2 1-73 0,-5 0-100 0,-1 1-125 0,-1-1-61 15,-6 3-113-15,1-1-546 0,-12 1-712 16</inkml:trace>
  <inkml:trace contextRef="#ctx0" brushRef="#br0" timeOffset="9649.76">15756 13146 928 0,'-1'-7'835'0,"-2"0"-122"0,3 7-160 0,-1-11-113 16,1 11-90-16,-1-9-69 0,1 9-41 16,0 0-36-16,0 0-26 0,5 8-18 0,-3 1-12 15,2 7-24-15,1 5-13 0,2 7-11 0,-1 4-18 16,7 6-16-16,0 4-9 0,2 1-15 0,-1 1-12 16,4 0-4-16,-3-1-2 0,3 0-7 0,0 2-5 15,-1-4-1-15,-2 0-4 0,2-1-6 0,-3-3 0 16,0 0-1-16,-4-10-4 0,0 2-6 0,-5-6-29 15,2-4-43-15,-2-1-76 0,-1-4-74 0,-1 0-86 0,0-6-95 16,-3 1-141-16,0-9-126 0,0 8-334 16,0-8-622-16</inkml:trace>
  <inkml:trace contextRef="#ctx0" brushRef="#br0" timeOffset="9865.94">15885 13253 344 0,'0'-16'763'0,"0"1"-134"0,0 5-108 0,0 0-92 16,0-2-51-16,3 2-43 0,-1-1-39 0,2 0-21 16,3 0-38-16,1 0-36 0,5-2-36 0,4 0-18 15,-1 1-35-15,9-1-15 0,1 0-26 0,5 3-6 16,0 0-21-16,7-3-3 0,-5 5-18 16,2-1 2-16,-2 2-21 0,-1 1 7 0,-8 0-32 0,-2 3-59 15,-4-1-125-15,-1 2-88 0,-6-1-45 16,-11 3-62-16,0 0-42 0,0 0-52 0,0 0-429 0,-14 3-493 15</inkml:trace>
  <inkml:trace contextRef="#ctx0" brushRef="#br0" timeOffset="10033.56">15817 13297 470 0,'-10'15'449'16,"5"-2"-40"-16,1-2 15 0,4 0-13 0,3-1 11 16,3-2-27-16,4-1-44 0,3-2-29 0,6 0-46 15,2-4-26-15,8-2-43 0,4-3-26 0,12-2-40 16,4-2 3-16,3-4-46 0,11-1-4 0,1-4-34 0,0 0 4 15,-2 1-31-15,-2-1-13 0,-11 3-17 16,-6 2-68-16,-4 0-121 0,-10 2-155 0,-7 4-173 16,-6 0-247-16,-4 2-285 0,-6-1-664 0</inkml:trace>
  <inkml:trace contextRef="#ctx0" brushRef="#br0" timeOffset="12366.15">11112 13158 223 0,'-7'-8'525'0,"0"3"-129"0,7 5-67 0,-9-8-60 0,9 8 4 0,-8-7-44 0,8 7-17 16,-6-4-41-16,6 4-15 0,-7-6-34 15,7 6-7-15,-3-5-32 0,3 5-6 0,0 0-22 0,2-6-4 16,-2 6-15-16,13-7 6 0,-4 1-12 0,2 1 10 16,5-1-15-16,-1-1 17 0,3 1-8 0,2-1 13 15,-2 0-15-15,0 1 3 0,-1 0-6 0,-2-1-7 16,-1 4-5-16,-1 0-5 0,-3-2-2 0,-1 4 0 16,-9 1-5-16,17-3 4 0,-17 3 0 0,9 4 12 15,-9-4 5-15,2 11 0 0,-7-1-3 0,0 2 3 16,-4 4-5-16,-4 1-4 0,-2 4-3 0,-2 3-1 15,2-5 0-15,-3 1 3 0,3-1-8 0,-1-1-1 0,2-3-1 16,-1 1 1-16,3-1-3 0,0-1 0 16,0-2-2-16,3-3-2 0,-1 1-2 0,5-2 1 15,-2 0 7-15,2-3-5 0,5-5 3 0,-5 9 1 0,5-9 1 16,0 0-3-16,16 1 1 0,-4-4-2 16,5-3 2-16,2 0 5 0,3-2-1 0,0 0 3 15,1-1 5-15,0 2-4 0,-3 0 1 0,2 2-3 16,-2 2 1-16,-2-1 2 0,1 3-3 0,-2 2 5 0,2 1 10 15,-1 3 2-15,-3 1-1 0,1 3-3 0,-2 1 7 16,0 3-10-16,-4 2-2 0,-2 0 2 0,-3 1 8 16,-4 1 3-16,0 1-4 0,-2 3 1 15,-5 0 0-15,-2 1 5 0,-6 1-4 0,-3 1 2 0,-2 0-11 16,-6-1 17-16,-1 0 15 0,-3-2 5 0,-1-2-2 16,2-4-5-16,0-4-14 0,1-1 8 0,0-5-6 15,3 0-8-15,3-4-8 0,1-2-5 0,1-4 4 16,2 0-3-16,2-5-7 0,6-1-13 0,3-4 9 15,2-1-6-15,5 0 5 0,6-4 2 0,3 2-5 16,5 3-1-16,3 1 2 0,4 4-5 0,1 3 1 16,2 2-1-16,2 7 3 0,0 1-4 0,5 6 1 15,-1 2-3-15,4 6-3 0,-3 2 5 0,1 1-6 16,-2 2 3-16,-3 3 4 0,-2-3 0 0,0 4 7 16,-6-5-9-16,0-1 6 0,-4-1-6 15,0 0 3-15,-3-3-13 0,1-1-65 0,-5-5-93 0,0 1-82 16,0-3-81-16,-1 0-135 0,-2-5-176 0,-6-3-341 15,0 0-583-15</inkml:trace>
  <inkml:trace contextRef="#ctx0" brushRef="#br0" timeOffset="15066.57">17166 12834 275 0,'-3'-24'546'0,"3"0"-83"0,-5 2-56 0,1-1-39 0,2 7-52 0,-4 0-64 0,1 2-43 0,-1 4-22 16,-2 4-14-16,8 6 29 0,-18 2-11 0,3 6 1 15,-7 11-5-15,-2 6-21 0,-3 8-28 0,-4 11 15 16,2 8-32-16,2 2-8 0,4 5-2 0,5-1-21 15,4 0-4-15,9-4-28 0,0-3 1 0,8-2-24 16,2-1 22-16,4-2-17 0,6-2-8 0,3-4-3 16,5-1-5-16,5-5-7 0,5-5-7 0,4-4 8 15,7-3-26-15,1-5-70 0,3-4-120 0,2-6-113 16,1-2-94-16,-7-5-105 0,4-6-69 0,-3-3-431 16,-4-4-615-16</inkml:trace>
  <inkml:trace contextRef="#ctx0" brushRef="#br0" timeOffset="15699.75">17507 13011 584 0,'-21'-13'459'0,"0"4"-65"15,-1-1-74-15,1 3 4 0,1-1-33 0,2 3-13 16,4-1-8-16,1 1-26 0,2 0-29 0,1 2-37 0,2-1-26 16,8 4-33-16,-11-5-22 0,11 5-12 0,0 0-12 15,7-9-18-15,1 8-11 0,2-2-7 16,4 1-4-16,0 0-15 0,5-1 4 0,-1 0-6 0,0 1 0 15,1-1-7-15,2 0 4 0,2 0-7 0,1-4 4 16,-2 4-3-16,2-1 19 0,-2-1 7 0,-4-1 1 16,0 3-12-16,-1-1 2 0,-4 3-11 0,-1-2 0 15,-1 0-8-15,-11 3 2 0,17 0-5 16,-17 0 7-16,11 7-4 0,-8 0 46 0,-5 4-6 0,-1 3 8 16,-6 4-5-16,-5 3-9 0,-8 5-3 0,-1 3-13 15,-5 0-2-15,0 1-8 0,-2-2 5 0,0-1-5 16,0-2-4-16,2-2-1 0,5-4 2 0,4-2-2 15,2-4 11-15,2-1 41 0,5-4-2 0,0 0 32 16,1-2-34-16,9-6 7 0,-8 4-32 0,8-4 12 16,8-7-31-16,3 0 24 0,7-3-32 0,5-3 0 15,5 0-4-15,2 1 4 0,4-2-3 0,-2 3 0 16,0 2 3-16,0 2 0 0,-4 2-2 0,-1 3-4 16,-2 4 1-16,0 3 2 0,-3 1-3 0,-1 2 2 15,-2 5 24-15,-3 1-28 0,-2 5 20 0,-5 0-21 16,-3 2 22-16,-1 2-26 0,-5 1 26 0,-5 1-24 15,-1 5 21-15,-8-3-23 0,-4 5 26 0,-5-2-30 16,-3-2 6-16,-2-3 1 0,-1-4 6 0,-2 0 11 16,3-5-6-16,2-4 2 0,-1-1 0 0,3-5 2 0,1-2 4 15,4-1-4-15,0-3 3 0,1-3-8 0,5-3 27 16,4-2-36-16,2-2 30 0,7-2-35 16,5-3 26-16,5-4-31 0,7 0 30 0,6-2-31 15,7 0 32-15,4 2-31 0,0 4 32 0,4 2-34 0,3 3 32 16,-6 4-30-16,1 3 26 0,-4 3-27 0,3 2 26 15,2 1-30-15,-4 4 31 0,-1 1-28 0,-1 1 35 16,-3 2-36-16,-2 0 29 0,-6 0-29 0,-1-1 26 16,-2 1-34-16,-2 0 18 0,-2 0-24 0,-3-2-4 15,-2 1-61-15,-3-2-37 0,-1-1-61 0,-3 0-72 16,-1-7-56-16,-2 11-100 0,2-11-113 0,-9 5-562 16,9-5-715-16</inkml:trace>
  <inkml:trace contextRef="#ctx0" brushRef="#br0" timeOffset="15916.4">17920 12716 668 0,'7'-16'755'0,"1"2"-169"0,1 5-127 0,0 4-42 0,-9 5-60 16,20 4 26-16,-4 6 15 0,4 7-90 0,4 8-70 15,1 3-45-15,2 7-31 0,5 7-26 0,-2 5-20 16,1 0-25-16,-4 1-16 0,-2-1-13 0,-6-3-9 15,-2 0 25-15,-2-1-60 0,-4 1 35 0,-4 0-44 16,-4-2-4-16,-3-3-5 0,-4 3-18 0,-4-3-40 16,-6-1-81-16,0-2-102 0,-7-2-103 0,-1-1-81 0,-4-2-170 15,-1-4-601-15,-3-2-807 0</inkml:trace>
  <inkml:trace contextRef="#ctx0" brushRef="#br0" timeOffset="16933.24">8306 15418 621 0,'0'0'518'0,"3"-9"-122"0,-3 9-86 0,0 0-62 0,0 0-53 16,0 0-39-16,-3 4-37 0,3-4-13 0,-5 11 1 16,0-3 2-16,2-1-1 0,-3 2-9 0,0 1-5 15,2-2 2-15,-2 0 2 0,-2 1 6 0,0-1-8 16,1 0 10-16,-2-1 12 0,-1-1 9 0,-2 0-20 15,3-2-20-15,-5-3-27 0,1 0 0 0,1-2-11 16,-4-3-11-16,2 0-12 0,0-3-1 0,-1-2-8 16,1-3 3-16,1-2-9 0,3-1 3 0,2 0-6 0,4-1-2 15,3 0 2-15,1 3-1 0,5-3-1 16,0 2-3-16,7 2-1 0,4 2 0 0,2 1 1 16,0 5 0-16,4 4 4 0,-3 1-3 0,7 6-2 0,0 4 1 15,1 3 1-15,4 6-4 0,-2 3 4 16,-3 4-8-16,-2-1 11 0,-3 3-11 0,-4 1 10 15,-2-3-3-15,-5-1 1 0,-3 2 2 0,-3-3 11 0,-4 0-12 16,-1-1 9-16,-7 4-6 0,-4-2 2 16,-4-2 19-16,-8 2 8 0,-3-4 3 0,-1-1 12 0,1-6-1 15,-1-4 5-15,1-1-15 0,3-4 5 0,2-3-17 16,2-3 5-16,2-4-8 0,1-2-1 16,6-3-14-16,3-3 7 0,2-1-10 0,8-1 1 0,3-2-8 15,4 1 12-15,8 0-17 0,1 3 10 16,2 3-9-16,3 3 7 0,0 2-4 0,4 2 8 0,0 4-9 15,0 2 11-15,-1 2-10 0,4 3 7 0,-2 1-9 16,-2 1 7-16,-1 0-13 0,1 4 7 0,-3-2-19 16,-2 4 2-16,-3-6-29 0,0 3-53 0,-2-4-93 15,-4 0-101-15,1-1-83 0,-4 1-115 0,1-4-132 16,-5 1-308-16,0-4-506 0</inkml:trace>
  <inkml:trace contextRef="#ctx0" brushRef="#br0" timeOffset="17115.96">8801 15706 550 0,'13'-2'891'0,"-13"2"-216"0,11-5-148 0,-11 5-116 0,0 0-74 16,11-3-65-16,-11 3-56 0,0 0-38 0,9-3-42 15,-9 3-34-15,0 0-61 0,0 0-181 0,10-2-187 16,-10 2-207-16,0 0-506 0,0 0-654 0</inkml:trace>
  <inkml:trace contextRef="#ctx0" brushRef="#br0" timeOffset="19936.75">10028 15318 402 0,'-11'-10'498'0,"2"3"-94"0,-2-1-74 0,1 2-40 0,1-2-35 0,0 3-33 0,0-1-39 0,2 3-21 0,0-2-18 16,7 5-21-16,-10-6-12 0,10 6-11 15,-11-6-17-15,11 6-15 0,-8-5-2 0,8 5-5 16,0 0 26-16,-8-5 28 0,8 5-4 0,0 0-10 16,0 0 31-16,0 0-19 0,16-1-13 0,-4 0-14 0,1-1-18 15,6-2-12-15,8-2-10 0,4-2-6 0,7-2-6 16,3-2-3-16,4 1-1 0,-3-4-12 0,0 2 4 15,0 1-6-15,-3-1 3 0,-9 3-9 16,-2 1 4-16,-5 2-7 0,-3 0 0 0,-4 3-8 0,0-1 9 16,-4 2-8-16,0 0 3 0,-12 3-6 0,15 0 7 15,-15 0-3-15,6 6 2 0,-6-6-7 16,-5 14 4-16,-4-4-3 0,-1 2 0 0,-5 1 1 0,0 1 4 16,-2 0-7-16,-1 0 6 0,0-3 4 0,0 1-2 15,2-1 0-15,0 0-2 0,4-3 1 0,0 0 3 16,2-2-2-16,1-1 3 0,1 1 1 0,-1-2 2 15,4 0 5-15,5-4-3 0,-10 6 1 0,10-6-7 16,0 0-2-16,0 0-6 0,0 0 9 0,19-3 1 16,-7 0-1-16,4-1-3 0,0 1 0 0,3-1 0 15,-1 1-2-15,1 1 3 0,0 1-3 0,0 0 0 16,2 2 0-16,-1 2 1 0,-1 3-3 0,3 0 33 16,-2 4-3-16,-3 4-6 0,1-2-3 0,-4 5-3 15,-1 1-4-15,-4 3 12 0,-3 1-12 0,-1 0 9 16,-5 2-4-16,-2 1 0 0,-5 4-4 0,-3-2 18 0,-4-1-7 15,-4 4 22-15,-5-3-2 0,-1 1 11 16,-3-3-12-16,-1-5 16 0,5-3-27 0,-3-3 0 16,1-1-2-16,3-5 0 0,1-2-4 0,2-3 0 15,0-1-8-15,2-4-5 0,2-1-3 0,1-5-5 16,3-1-3-16,3-4 0 0,2-2-3 0,4-2 10 16,2-1-12-16,4-2 0 0,4 0-1 0,3 1 1 15,1 2-1-15,3 3 3 0,2 2 0 0,3 5-4 16,2 0-1-16,1 4 0 0,1 5 0 0,3 1 2 15,4 5-1-15,-2 3 0 0,4 5 31 0,-1 2-37 16,-1 1 23-16,-3 1-26 0,0 2 27 0,-7-4-30 0,-1 2 5 16,0-3-3-16,-3-1-21 0,-3-2-30 0,-1 0-44 15,0-2-77-15,-4-2-74 0,0-1-66 0,-3-2-97 16,3-2-146-16,-9-5-581 0,13 1-764 0</inkml:trace>
  <inkml:trace contextRef="#ctx0" brushRef="#br0" timeOffset="20399.61">10980 15087 123 0,'-11'-8'748'0,"-1"1"-161"0,2 0-129 16,1 1-79-16,0 2-86 0,1-1-49 0,-2 1-40 15,4 1-22-15,-1-1-30 0,7 4-15 0,-10-5-17 16,10 5 3-16,0 0 8 0,0 0-5 0,0 0-21 16,0 0-6-16,0 0-18 0,14 7-4 0,-2-4-4 15,4 0-11-15,5 0-10 0,-1-1-8 0,7 0 3 16,1-1-12-16,0 0-1 0,0 1-12 0,0-2 2 16,-1 1-12-16,-5 1 7 0,0-2-13 0,-3 1 3 15,-4-1-3-15,1 0 9 0,-4 0 9 0,0 1 15 16,-12-1-1-16,22 0 7 0,-22 0 2 0,16 0 0 0,-16 0 0 15,13 0-11-15,-13 0-6 0,0 0-3 16,13-1-5-16,-13 1-5 0,0 0-5 0,0 0 1 0,0 0-5 16,0 0-2-16,-5 4-1 0,2 2 5 0,-3 2-4 15,1 3 4-15,-2 6-12 0,-2 2 11 16,2 2-6-16,0 8 6 0,-2 0 0 0,0 1 1 0,2 2-6 16,-1 2-1-16,2 0 16 0,-2-2-19 0,2 1 10 15,-1-1-12-15,2-1 15 0,-1-1-19 0,-2 0 13 16,3-6-11-16,0-1 10 0,-2-1-16 0,2-3-25 15,-1-1-55-15,2-4-52 0,2 1-86 0,-2-5-105 16,-1 0-112-16,1-4-173 0,4-6-478 0,-9 3-712 16</inkml:trace>
  <inkml:trace contextRef="#ctx0" brushRef="#br0" timeOffset="25331.88">11546 14854 394 0,'-2'-8'418'0,"-1"0"-83"0,2 3-54 0,1 5-59 0,-3-9-13 0,3 9-34 15,-2-8-11-15,2 8-24 0,-4-7-17 0,4 7-21 16,-3-7-9-16,3 7-13 0,0 0-14 0,2-8 2 16,-2 8 1-16,6-4 1 0,-6 4 6 0,10-7 13 15,-2 4 9-15,1-2-13 0,6-1-19 0,-2-1-11 16,6 0-12-16,3-3-6 0,-2 2-2 0,7-5-11 16,3 3-1-16,-1-2 1 0,6-3 41 0,-1 4-1 15,-2-1-7-15,-1 0-13 0,-2 3-8 0,-6-1-8 16,0 4-5-16,-6 1-4 0,-1-1-7 0,-2 2-2 15,-1 0-2-15,-3 1 3 0,2 0-4 0,-12 3-2 16,11 0 0-16,-11 0 0 0,4 4 3 0,-4-4-4 0,-6 13-3 16,-1-5 6-16,-3 4-1 0,0-2 2 15,-4 5 2-15,0-2-1 0,1 1 0 0,-1-1-2 16,0-1-3-16,1-1 10 0,3 1-6 0,-2-2 2 0,2-1-10 16,0 1 5-16,1-1-6 0,-1 0 6 0,2-1-7 15,3-2 8-15,-3 2-10 0,2-4 12 16,2 0-7-16,-1 1 9 0,1 0-7 0,4-5 3 0,-6 7 0 15,6-7 15-15,-5 4-4 0,5-4 3 0,0 0-9 16,0 0 3-16,0 0-8 0,0 0-2 0,11-5-3 16,-2 0 8-16,5-1-8 0,2 1 5 0,0-1-5 15,2 0 13-15,4 1-6 0,1 2 10 16,-4 0-7-16,5 1 15 0,-1 2 10 0,1 3-5 0,3 2 1 16,-5 1-10-16,6 5 3 0,-5 2-7 0,0 1 3 15,-5 2-9-15,1 2 5 0,-5 4-8 0,-2-3 5 16,-5 0-6-16,-1 3 6 0,-4-2-7 0,-3 0 9 15,-3 3-1-15,-4-1 4 0,-2 3 1 0,-7-1 0 16,0-1-7-16,-4-2 11 0,-2 0-1 0,-4 0-3 16,2-6 0-16,-2-1 6 0,0-3 21 0,-1-3 15 15,2-1-11-15,2-4 9 0,1-2-20 0,5-1 4 0,-2-1-17 16,2-3 5-16,1 0-16 0,2-3 10 16,2-2-8-16,4 0-9 0,2-2-1 0,3-1-1 15,4-1-4-15,2 3 0 0,6-3-2 0,1 2 0 16,2 1 6-16,6 2-11 0,0 3 3 0,2 2-2 0,4 2 3 15,0 1-2-15,4 2 2 0,0 2 2 0,3 4-3 16,2 1-1-16,-5 2 1 0,1 2-1 16,-1-1-10-16,-3 3 10 0,-2 0-6 0,-4-2 11 15,-2 1-12-15,-2 0 3 0,-2 0-11 0,-2 0-7 16,-2-2-36-16,-3 0-80 0,0-2-102 0,-4 2-88 16,2-3-70-16,-3-2-104 0,0 0-96 0,0-7-334 15,-1 10-509-15</inkml:trace>
  <inkml:trace contextRef="#ctx0" brushRef="#br0" timeOffset="25516.19">12360 15016 357 0,'7'-7'812'0,"-4"2"-214"0,-3 5-70 0,0 0-84 0,12 1-40 16,-12-1-36-16,9 10-44 0,-5-2-50 0,3 3-31 15,1 2-54-15,-1 1-40 0,0 2-26 0,3 3-34 16,1 0-10-16,-1 0-22 0,0 2-5 0,2-2-17 15,-3 0-1-15,2 0-38 0,-1-1-91 0,-1 0-162 16,0-1-149-16,-1-3-195 0,-3-2-594 0,0-2-805 16</inkml:trace>
  <inkml:trace contextRef="#ctx0" brushRef="#br0" timeOffset="26032.1">9168 15650 400 0,'0'-12'579'15,"-1"3"-144"-15,1 2-94 0,0 7-79 0,0-11-20 0,0 11-4 16,0 0 23-16,10 3-9 0,-5 5-33 0,4 3 5 16,1 5-46-16,2 1-13 0,4 8-11 0,2 7-25 15,0-1-15-15,0-1-9 0,1 2-24 0,0 1-14 16,1-1-10-16,-3 1-10 0,0-3-8 0,-3-1-1 15,0-4-14-15,-4 0 1 0,0-5-11 0,0-1-2 16,-3 0-33-16,1-3-34 0,-2-3-66 0,-2-2-86 16,-1-3-128-16,-1-2-176 0,-2-6-567 0,0 0-695 15</inkml:trace>
  <inkml:trace contextRef="#ctx0" brushRef="#br0" timeOffset="26249.42">9130 15710 116 0,'-2'-12'711'0,"2"12"-185"0,0-11-118 16,0 11-64-16,0-8-47 0,0 8-52 0,2-11-39 15,0 5-20-15,3-2-24 0,3-3-37 0,1 1-12 0,4-4-22 16,2 0-9-16,5-4-22 0,5 1-6 0,2-2-15 16,1 0-3-16,-1 2-14 0,-2 2 3 0,-1 1-13 15,-1 1-3-15,-5 2-6 0,0 1-9 16,-5 1-90-16,0 3-94 0,-4 2-51 0,-9 4-56 0,10-3-58 15,-10 3-90-15,0 0-267 0,-5 9-217 0</inkml:trace>
  <inkml:trace contextRef="#ctx0" brushRef="#br0" timeOffset="26467.07">9114 15837 703 0,'0'0'602'0,"-5"6"-121"0,5-6-79 15,0 0-85-15,0 0-69 0,0 0-48 0,0 0-37 16,0 0-32-16,14-8-22 0,-1 2-20 0,1-2-17 16,5-1-17-16,3-1-7 0,6-2-8 0,7-4-10 15,3 1-5-15,0 1-2 0,1 0-9 0,-1-1-1 16,0 3-5-16,-6-1-5 0,-3 2-27 0,1 3-132 16,-7 1-63-16,0 1-107 0,-3-1-85 0,-3 2-422 15,0-1-373-15</inkml:trace>
  <inkml:trace contextRef="#ctx0" brushRef="#br0" timeOffset="26798.34">9877 14929 259 0,'-7'-24'698'0,"0"2"-124"0,2 1-84 16,1 5-101-16,-1 0-91 0,1 2-62 0,2 5-35 0,-3 1-3 16,5 8 13-16,-8-3-26 0,8 3 23 0,-6 13-12 15,2 2-26-15,0 9-38 0,1 11-2 0,-3 9-27 16,3 8-12-16,2 16-6 0,1 6 16 0,1 5-5 16,3 3-21-16,2 1 19 0,2 0-23 0,1-1 16 15,5-1 19-15,-1-2-8 0,5-1-2 16,1-3 23-16,4-2-38 0,3-3 21 0,3-2-23 0,3-6 6 15,4-3-26-15,2-5 5 0,8-4-31 0,0-5 7 16,7-7-32-16,0-4 3 0,5-7-62 0,2-5-22 16,0-6-76-16,-3-9-97 0,2-4-134 0,1-4-145 15,12-7-138-15,-2-6-694 0,-1-5-957 0</inkml:trace>
  <inkml:trace contextRef="#ctx0" brushRef="#br0" timeOffset="27233.6">12653 14172 744 0,'0'-10'779'0,"0"0"-171"0,1 2-138 0,1 1-103 0,-2 7-63 0,0 0-37 15,0 0-38-15,9 7-15 0,-4 7-27 0,6 6-1 16,2 7-34-16,9 8-27 0,7 11-6 0,4 5-14 15,7 5 2-15,3 4-5 0,10 15-9 0,-1 1-21 16,2 0-14-16,-7 2-11 0,-5-15-11 0,-6 4-25 16,-4 2 25-16,-4-1-22 0,-5 3 11 0,-6 1-10 15,-8-2-4-15,-3 0 20 0,-11-1-26 0,-4-3 16 16,-6-4-20-16,-6-3 2 0,-7-4-2 0,-4-3-2 16,-5-5-4-16,-1-3-16 0,-4-4-17 0,-1-6-19 15,0-2-35-15,9-7-52 0,0-4-79 0,4-4-94 16,5-5-92-16,7-5-170 0,4-3-569 0,14-4-762 15</inkml:trace>
  <inkml:trace contextRef="#ctx0" brushRef="#br0" timeOffset="27549.71">13909 14947 699 0,'-5'-9'773'0,"3"0"-142"15,-1-2-128-15,2 1-98 0,-2 1-46 16,2-2-61-16,1 0-43 0,3 0-51 0,0-1-31 0,6-1-35 15,3-1-26-15,2-1-19 0,10 0-17 0,2 1-15 16,8-1-7-16,2 1-14 0,6 1-19 0,-1 3 1 16,0 0-11-16,2 3-40 0,-7-2-89 0,-1 5-133 15,-6-1-106-15,-3 2-134 0,-5 1-145 0,-4-2-318 16,-4 3-537-16</inkml:trace>
  <inkml:trace contextRef="#ctx0" brushRef="#br0" timeOffset="27732.08">13982 14968 502 0,'-8'11'531'16,"3"-5"-136"-16,2 2-52 0,3-8 0 0,3 8-31 15,-3-8-27-15,11 4-30 0,0-1-26 0,3-3-41 16,4-3-28-16,4 2-37 0,3-4-19 0,7-1-26 16,0-1-17-16,4 1-10 0,5-4-13 0,1 1-11 15,2-1-4-15,-4 0-3 0,0-1-63 0,-8 3-151 0,-4-2-91 16,-2 3-150-16,-6-2-538 0,-1 1-564 15</inkml:trace>
  <inkml:trace contextRef="#ctx0" brushRef="#br0" timeOffset="28782.76">15733 14654 586 0,'-4'-7'719'0,"3"1"-164"16,-2-2-101-16,3 8-120 0,-2-4-50 0,2 4-43 15,1 5 1-15,2 5-19 0,-1 4-17 0,6 1-17 16,1 5-22-16,2 5-23 0,3 2-13 0,4 5 1 0,0 1-20 16,1 0-17-16,2 0-10 0,-2 0-5 0,0 1-9 15,-1-1-19-15,1 0 0 0,-1-1-22 16,-4 1 9-16,3 0-15 0,-6-6 3 0,0 1-19 0,-1 1 17 15,-3-2-26-15,0-4-10 0,-1 1-29 16,-2-2-53-16,2-4-67 0,-3-1-99 0,1-3-85 16,0-2-120-16,-2-4-192 0,3-3-367 0,-5-5-632 0</inkml:trace>
  <inkml:trace contextRef="#ctx0" brushRef="#br0" timeOffset="29047.88">16455 14916 1155 0,'0'0'857'16,"-11"-1"-173"-16,11 1-151 0,0 0-107 0,-11-2-84 16,11 2-64-16,0 0-60 0,0 0-46 0,0 0-30 15,8-5-26-15,6-1-21 0,5 0-15 0,9-2-12 16,6 0-14-16,7-4-9 0,4-1 10 0,2 1-23 0,1 1 11 15,1-5-24-15,2 4 11 0,-2-2-23 16,0 1 18-16,0-2-25 0,-4 2 14 0,-3 0-32 16,-9 3-16-16,-4 0-61 0,-6 2-131 0,-5 2-195 15,-6 0-150-15,-5 1-736 0,-7 5-910 0</inkml:trace>
  <inkml:trace contextRef="#ctx0" brushRef="#br0" timeOffset="29832.18">18028 14200 119 0,'-1'-17'657'0,"1"4"-152"0,0 1-84 0,0 0-73 0,0 3-68 0,1-1-67 15,-1 3-44-15,0 7-14 0,5-9 33 0,-5 9 19 16,8 3-20-16,0 3 28 0,2 4-29 0,4 5-13 15,0 5-32-15,5 4-26 0,0 3-25 0,-1 4-17 16,0 0-21-16,0 2 0 0,0 2-9 0,-4-1-4 16,0 1-13-16,-1 2 3 0,-3-8-6 0,-2 2-5 15,-2 0-4-15,2-1-2 0,-4-1-7 0,-2-4-12 16,3 0-19-16,-5-4-47 0,0-1-88 0,0 1-93 16,-2-5-74-16,-1-3-120 0,1 2-154 0,-1-7-295 15,1-2-461-15</inkml:trace>
  <inkml:trace contextRef="#ctx0" brushRef="#br0" timeOffset="30115.67">17961 14283 24 0,'-12'-9'739'0,"4"3"-136"0,0-1-117 15,1 1-96-15,2 2-83 0,0-1-54 16,5 5-37-16,-5-10-28 0,5 10 7 0,3-11-25 0,5 4-27 15,3 0-16-15,4-2-18 0,3 0-18 0,7-3-17 16,2 1-16-16,4-1-12 0,7-3-6 0,2-1-9 16,1 0-4-16,2-1-4 0,-1 0-7 0,-1-1-6 15,0 2 1-15,-3 0-10 0,-8 3 8 16,-6 1-12-16,-2 3-80 0,-3-1-91 0,-6 1-74 0,-4 4-1 16,-2 0-4-16,-7 5 22 0,4-6 1 0,-4 6-9 15,0 0-13-15,-18 3-21 0,7 4-3 0,-7-1 20 16,-3 7 19-16,-4 2-12 0,-6 4-110 0,-1 1 185 15</inkml:trace>
  <inkml:trace contextRef="#ctx0" brushRef="#br0" timeOffset="30266.18">18180 14169 688 0,'-26'27'120'0,"1"-2"38"0,5-3-3 16,3 0-5-16,6-4 5 0,2-2 21 0,2-1 13 15,1-1 34-15,6-1-9 0,3-4 24 0,2 0-14 16,2-3-2-16,5-2-39 0,3-1-11 0,3-3-16 16,8-3-30-16,2 0-15 0,5-4-6 0,7-5-12 15,3 1-19-15,-1-3-14 0,3 0-14 0,-3-3-7 16,2 2-8-16,-2 0-10 0,-4 1-9 0,-1 2-21 15,-9 1-116-15,-5 3-119 0,-2 2-124 0,-7-2-165 16,-4 5-366-16,-2 0-463 0</inkml:trace>
  <inkml:trace contextRef="#ctx0" brushRef="#br0" timeOffset="31248.85">19253 13500 489 0,'-3'-14'469'15,"-3"5"-74"-15,-2 1-53 0,-6 3-23 0,-3 5-6 0,-6 1-18 16,-6 8 2-16,-8 4-11 0,-3 9-24 15,-3 9-4-15,-1 6-36 0,2 8-30 0,4 6-29 16,3 6 8-16,5 4-24 0,3 6-16 0,5-3-24 0,5 3-3 16,6-1-23-16,7-11 8 0,6 1 1 15,6 8-6-15,5-1 6 0,6-4-5 0,6-3 27 16,4-2-61-16,7-4 29 0,1-4-44 0,4-4 39 16,1-6-14-16,5-6-8 0,-6-10-51 0,5-4 34 0,1-4-73 15,5-10-14-15,-1-4-80 0,0-4-73 16,1-5-140-16,-2-3-113 0,-5-4-106 0,4-6-180 0,-5-5-336 15,-9 0-698-15</inkml:trace>
  <inkml:trace contextRef="#ctx0" brushRef="#br0" timeOffset="31883.04">19424 13830 464 0,'-21'-6'677'0,"6"2"-135"0,-2-1-73 15,5 0-93-15,0 0-58 0,2 3-44 0,2-4-57 16,1 3-42-16,7 3-33 0,-2-10-20 0,6 3-5 16,5-1-23-16,3 3-15 0,4-4-13 0,4 0 13 15,6-1-10-15,4 0-1 0,3 0-5 0,4-1-1 16,4 1-18-16,0-1 0 0,-3 0-13 0,4 2 4 16,-10 0-8-16,-1 1 5 0,-6 1 1 0,-3 1-13 15,-3 0 6-15,-2 3-10 0,0-1 2 0,-6-1-8 16,2 3 4-16,-3-1-6 0,-1 0-1 0,-9 3-4 15,14 0 3-15,-14 0-11 0,0 0 10 0,0 0-5 16,-8 8 2-16,-3 1-3 0,-2 1 12 0,-2 1-15 16,-2 2 4-16,1 1 1 0,-2 6-1 0,-3-2 4 15,2-1-10-15,4 2 13 0,-3 0-12 0,4-4 8 16,-1 0-6-16,4-3 4 0,0 0-2 0,2-3 2 0,0 1-3 16,1-4 6-16,4 1-2 0,-3 0 4 15,7-7-7-15,-7 9 6 0,7-9-6 0,0 0 5 16,7 3-7-16,-7-3 5 0,18-3-3 0,-7-1 3 0,7 2-2 15,-1-2 2-15,3 0-5 0,0 2 5 0,3 1-5 16,-3-1 5-16,3 4-5 0,2 0 4 0,-2 3-2 16,2 2 2-16,1 5-4 0,1 0 6 0,-4 2-2 15,1 4 2-15,-7 1-3 0,1 2 0 0,-5 0 1 16,-3-1-1-16,-2 0 2 0,-3 1 9 0,-1-3 9 16,-4 0 3-16,-2 0 8 0,-4 3 2 0,-6-2-5 15,-2 0-6-15,-6-1 5 0,-4-1-8 0,-8 2-4 16,1-7-1-16,-1-2-7 0,-2-3 10 0,-1-2-14 15,4-2 16-15,3-4-11 0,0-2 11 0,0-1-11 16,6-2 12-16,2-5-13 0,2 0 8 0,5-4-13 16,7-1 12-16,3 0-22 0,4 0 19 0,7-2-13 15,4 2 10-15,4 0-15 0,5 2 12 0,1 2-12 16,0 6 13-16,5 2-2 0,0 4 7 0,0 3 2 16,4 1-5-16,-1 7 0 0,0 0 9 0,-5 5 7 15,6 1-6-15,-7 2-3 0,-1 0-7 0,0-1-12 16,-5 2 15-16,1-1-22 0,-3-1 4 0,-2-1-34 15,-1-1-56-15,-3-4-117 0,-1-1-126 0,-3-2-78 16,2 0-186-16,-1-4-547 0,-7-5-765 0</inkml:trace>
  <inkml:trace contextRef="#ctx0" brushRef="#br0" timeOffset="32082.32">20339 13908 907 0,'0'0'803'16,"8"-6"-160"-16,-8 6-120 0,5 6-73 0,-3 0-67 0,2 2-30 0,0 3-56 0,0 3-65 0,1 3-60 0,1 3-14 0,1 4-52 0,-1-2 1 15,2 6-32-15,2-1-6 0,-1 0-34 16,-1 0 15-16,2-1-34 0,-4-2-3 0,2-3-89 0,0-1-100 16,-2-1-139-16,0-3-114 0,-2-2-164 0,1-2-604 15,-2-2-808-15</inkml:trace>
  <inkml:trace contextRef="#ctx0" brushRef="#br0" timeOffset="32382.33">20385 13258 937 0,'-9'-6'802'0,"0"0"-185"0,9 6-144 15,0 0-88-15,-8 6-37 0,12 3-61 0,1 7-17 0,8 7-32 16,8 8-17-16,4 4-55 0,7 8 22 16,8 1-61-16,-2 5-23 0,2 1-8 0,-1 3-7 15,1 1-17-15,-2 1-14 0,-6 0 28 0,0 2-59 16,-6-3 34-16,-5 0-48 0,-8-8 34 0,-4 1-53 16,-5-3 41-16,-4 0-44 0,-8-1-1 0,-3-2 11 15,-8 0-5-15,-9 5 1 0,-2-4-11 0,-6-2-19 16,1-3-49-16,1-6-72 0,1-5-99 0,-3 1-120 0,2-6-121 15,-2-2-216-15,5-7-419 0,2-4-744 0</inkml:trace>
  <inkml:trace contextRef="#ctx0" brushRef="#br0" timeOffset="32531.29">20605 14196 1168 0,'10'-7'871'0,"0"-1"-190"0,-2 4-147 15,-2-1-104-15,1-1-101 0,0 4-50 0,-7 2-76 16,9-8-38-16,-9 8-62 0,8-5-88 16,-8 5-152-16,8-3-179 0,-8 3-181 0,0 0-709 0,0 0-815 15</inkml:trace>
  <inkml:trace contextRef="#ctx0" brushRef="#br0" timeOffset="41881.62">21023 12439 34 0,'-5'-12'520'0,"1"0"-148"0,-1-2-54 0,-2 0-60 0,2-1-8 16,-3-3-29-16,1 1-3 0,-1-4-5 0,4 7-8 15,-1-2-45-15,1-1 9 0,3 5-34 0,1-1-8 16,1 0-28-16,3 0-13 0,4 2-24 0,2 0-1 16,4 2-16-16,4 0-2 0,4 3-2 0,2 0 12 15,0 4-12-15,3-3-7 0,-1 5-8 0,-1 2-4 16,1 1-5-16,-3 2-4 0,-4 1 3 0,0 5-5 0,-2 2-3 15,-6 4 3-15,-4 4-13 0,-5 4 39 16,-6 7 5-16,-6 11 2 0,-5-1 18 0,-12 13-8 16,-2 0-11-16,-6-1-3 0,1 0-14 0,-1-2 4 15,3-1 1-15,5-1 21 0,4 0 1 0,9-10-12 16,5 3 3-16,2-4 3 0,5-2 9 0,7-1-1 16,6 3-6-16,2-1-8 0,6-1-9 0,4-3-3 15,0-5-7-15,5 1-7 0,1-8 2 0,3 0-3 16,0-4-3-16,-2-5-3 0,1-3-1 0,3-3-1 15,1-4-2-15,-3-2 0 0,4-3 1 0,0-1-4 0,-2-6 2 16,0 0-1-16,-2-2 1 0,-4-3-9 0,-1-2 10 16,-5 0-5-16,-2-2 5 0,-5 2-5 0,-3 0 7 15,-2 3-5-15,-4-1-2 0,-1 2 4 0,-2 3 23 16,-2 1 7-16,-1 8-1 0,-1-7-2 0,1 7 12 16,-9 5 12-16,1 6-10 0,2 7 11 0,-2 7-28 15,4 5 10-15,-1 8-23 0,5 7 14 0,4 5-19 16,1 0 14-16,4 10-21 0,5 0 5 0,3 1-3 15,-1-3 9-15,1 0-16 0,2-1 19 0,-2-2-20 16,-4-9 15-16,-1-1 2 0,1-6-3 0,-3 2-2 16,-1-3 1-16,0-6 0 0,-4-3-21 0,-2-3 23 15,-2-4-16-15,0-3 25 0,-2 1-7 0,-3 1 44 16,-3-4-38-16,-5 1 34 0,-2-2-39 0,-9-2 31 16,-2-2-45-16,-6 1 40 0,-7-3-46 0,-3-2 46 15,1-3-55-15,3 0 8 0,-3-3 0 0,3-2-8 16,-1-2-54-16,4-1-43 0,4-2-98 0,6 1-140 15,-2-4-128-15,6 0-204 0,4-2-521 0,0 0-812 16</inkml:trace>
  <inkml:trace contextRef="#ctx0" brushRef="#br0" timeOffset="73602.62">16890 7067 811 0,'0'0'683'0,"0"0"-156"0,0 0-69 16,0 0-91-16,10 5-44 0,-10-5-37 0,6 10-13 15,-2-3-24-15,0 1-20 0,0 0-22 0,0-2-31 16,2 5-5-16,-2-3-41 0,1-2-4 0,-1 4-42 15,0-3 0-15,1 1-33 0,0-2 14 0,1 1-13 16,1 1 13-16,-2-4-3 0,1 0 28 0,-6-4-13 16,17 2-2-16,-6-6 12 0,3-3-12 0,4-11-14 15,8-9-6-15,2-8-12 0,6-12-6 0,6-7-8 16,2-8-8-16,14-22-8 0,-1-7-6 0,4-5-11 16,5-2 19-16,4-6-49 0,3-1-12 0,2-1-43 15,10 0-51-15,-2 4-139 0,-1 9-150 0,1 7-219 16,-4 8-780-16,-5 10-1038 0</inkml:trace>
  <inkml:trace contextRef="#ctx0" brushRef="#br0" timeOffset="89511.24">6507 14477 131 0,'-5'-11'442'0,"0"3"-131"0,0 2-28 15,1-3-63-15,0 5-31 0,-1-2-53 0,5 6-12 16,-5-10-39-16,5 10-8 0,-4-7-22 0,4 7 38 15,0 0-5-15,0 0-15 0,0 0 16 0,0 0-10 16,0 0 19-16,14 6-16 0,-8-2-15 0,2 3-11 16,1-1 16-16,3-2-21 0,-1 5 28 0,2-3 30 15,1 0 8-15,0-1-30 0,3-2-5 0,-2 0-19 16,4-1 5-16,0-2 2 0,1 0-7 0,4-5-13 16,4-5-11-16,8-5-6 0,1-5-7 0,11-8 0 0,5-7-14 15,0-7 2-15,18-18-8 0,0-3 6 0,2-6-7 16,1-3-7-16,2-3-6 0,0-2-59 0,1-2-58 15,-3 1-55-15,-4 2-46 0,-4 5-68 0,-18 14-56 16,-3 6-474-16,-8 4-361 0</inkml:trace>
  <inkml:trace contextRef="#ctx0" brushRef="#br0" timeOffset="93281.65">14147 13294 421 0,'-2'-17'321'0,"-1"1"-57"0,-1 1-26 0,0-1-23 0,-1 1-19 0,0-1 11 15,-1 0-37-15,-2-1 20 0,3 4-17 0,0-1-26 16,-2 2-17-16,1 3-26 0,2 0-25 0,2 4-3 16,2 5 35-16,0 0-22 0,-3 5 49 0,3 6-14 15,5 6-20-15,0 4-20 0,4 8 36 0,3 6-18 16,2 4 30-16,0 0-14 0,4 1-32 0,-3-2 5 16,4 2-16-16,-1-5-1 0,1 2 11 0,0-1-11 15,-1 0-1-15,0-1-14 0,0-2-10 0,1-1-10 16,-5 0-8-16,2-5-4 0,-3-1-3 0,-1-1 1 0,0-1-11 15,-3-4-1-15,0-1-7 0,-2 0 0 0,0-1-23 16,-1-3-24-16,-2 0-98 0,2-2-114 16,-2-3-109-16,0 0-117 0,-2-2-171 0,1-2-279 0,-3-6-504 15</inkml:trace>
  <inkml:trace contextRef="#ctx0" brushRef="#br0" timeOffset="109445.77">23282 8626 680 0,'-13'0'778'0,"13"0"-170"0,-12-2-115 0,12 2-97 0,-9-5-65 16,9 5-56-16,-7-3-52 0,7 3-48 15,1-7-31-15,5 3-31 0,4-2-8 0,4 0-23 16,5-1-10-16,7-1-19 0,4-1-8 0,6 0-14 16,5 2 0-16,0-2-12 0,-4 2-1 0,0 2-12 15,1-1-19-15,-3 2-67 0,-2 0-105 0,-5 2-83 16,-9 2-91-16,1 0-87 0,-9 1-68 0,-1 1-370 16,-10-2-444-16</inkml:trace>
  <inkml:trace contextRef="#ctx0" brushRef="#br0" timeOffset="109594.35">23345 8781 507 0,'-12'7'496'0,"2"1"-95"16,5-3-117-16,1 1 37 0,4-6-31 0,1 10-34 15,-1-10-17-15,13 5-31 0,0-2-37 0,1-2-32 16,6-1-27-16,7-1-24 0,3 0-17 0,5-3-16 16,5 0-10-16,7-3-6 0,2-1-111 0,3-2-128 0,1 0-176 15,0-3-587-15,-3 2-547 0</inkml:trace>
  <inkml:trace contextRef="#ctx0" brushRef="#br0" timeOffset="109812.42">24461 8304 553 0,'0'0'773'0,"0"0"-182"0,2-5-103 0,-2 5-110 16,0 0-56-16,0 0-24 0,0 0-16 0,0 0-24 0,10 5-28 15,-10-5-41-15,3 14-26 0,1-1-30 16,1 0-26-16,1 6-20 0,1 0-7 0,3 4-27 16,1 2 2-16,1 2-20 0,-1-2 3 0,2 5-20 15,0-4 2-15,0 2-52 0,-1-1-99 0,0-2-137 16,-2 0-142-16,2-1-189 0,-3-5-566 0,-2 0-780 16</inkml:trace>
  <inkml:trace contextRef="#ctx0" brushRef="#br0" timeOffset="110044.46">24914 8599 259 0,'0'0'828'0,"0"-12"-166"0,0 12-88 0,0-9-110 16,0 9-59-16,0-9-62 0,0 9-40 0,0-8-45 15,0 8-32-15,9-8-47 0,1 2-12 0,3 2-35 16,6-2-21-16,3 1-18 0,6-1-21 0,4 0-12 15,4 2-13-15,1-3-10 0,-1 1-9 0,1 0-13 16,-3 2-14-16,2-2-31 0,-4 0-34 0,-1-1-80 0,-4 1-93 16,-3 0-89-16,-1-1-58 0,-4-1-128 15,1-1-605-15,-4 1-732 0</inkml:trace>
  <inkml:trace contextRef="#ctx0" brushRef="#br0" timeOffset="110694.38">25926 8262 17 0,'0'0'692'0,"-4"-11"-146"0,4 11-130 0,-3-8-42 0,3 8-36 15,-8-6-32-15,8 6-1 0,-9-3-9 0,9 3-33 16,-13 1-35-16,3 3-11 0,-3 4-22 0,2-2-32 15,-2 4-35-15,0 3-23 0,1 2-11 0,1 0-19 0,2 3-10 16,2-4-10-16,4 1-14 0,1 2-1 16,4 0-16-16,1-3 4 0,4 4 4 0,4-2 16 15,1-2-16-15,5-1 6 0,1-3-18 0,2-1 9 0,1-3-25 16,3-2 24-16,-3-2-23 0,0-4 13 16,6-1-17-16,-3-1 16 0,-1-4-17 0,0 0-5 0,0-3 5 15,-1-3-2-15,-3-3 3 0,-5 1 1 0,0-1-2 16,-5-1 11-16,0-1-13 0,-4-2 12 15,-3 2-18-15,-2 0 14 0,-3 0-1 0,-3-2-3 0,-6 2 0 16,-1 1-1-16,-6 1-1 0,-4 2 0 16,-1 2 0-16,-3 4-1 0,0 4 0 0,0 2-7 15,1 5-16-15,-1 1-21 0,2 2-70 0,2 5-76 0,3 0-68 16,5 1-106-16,1 1-133 0,7 1-173 0,5-2-307 16,4 1-571-16</inkml:trace>
  <inkml:trace contextRef="#ctx0" brushRef="#br0" timeOffset="110877.25">26516 8275 808 0,'-2'-5'727'0,"-2"-1"-133"16,2 2-107-16,-2-1-82 0,4 5-63 0,-9-8-63 15,9 8-64-15,-6-8-38 0,6 8-46 0,-7-5-17 16,7 5-26-16,0 0-20 0,0 0-48 0,-7 4-125 15,7-4-172-15,0 9-161 0,0-9-702 0,3 6-754 16</inkml:trace>
  <inkml:trace contextRef="#ctx0" brushRef="#br0" timeOffset="111361.27">26891 8141 106 0,'12'-12'730'15,"-3"1"-166"-15,-2-3-85 0,2 3-51 0,0-1-69 0,0-1-39 16,0 1-45-16,-2-1-5 0,0 1-36 0,-2 2-43 16,-1-1-37-16,1 1-34 0,-3 2-21 15,-2 1-24-15,-2 0-15 0,-4 1-14 0,-2 1-7 16,-3-1-9-16,-2 5-6 0,-5-2-7 0,3 3-1 0,-4 1-6 16,-1 2-1-16,-3 2 0 0,0 1-2 15,2 0-2-15,0 1-3 0,5-1 0 0,0 0 1 0,2 1 0 16,3 0-3-16,3 0 7 0,2-1-6 15,3 1 1-15,3-7-3 0,3 15 3 0,4-8-1 16,5 1-1-16,1 0 0 0,3-1 1 0,5 1-1 16,-1 1 1-16,3-1-3 0,1-1-4 0,-1 2 7 15,-1-2 1-15,2 1-2 0,-1 1-2 0,-1-1-1 0,-3 1-7 16,-1 1 1-16,-2 0-2 0,-4 0 5 0,0-1-1 16,-4 1 7-16,-3 1-3 0,0-3 3 0,-5 1-4 15,-5 3 4-15,0-4 0 0,-6 3 0 0,0-2 2 16,-6 2 0-16,-1-3-2 0,2 1 4 0,-2-4 2 15,1 0 9-15,-1 0 1 0,1-1 10 0,2-2 15 16,1 0 7-16,2 0-1 0,1-2-9 0,11 0-5 16,-19 0-5-16,19 0-1 0,-10-4-11 0,10 4 0 15,-4-11-14-15,4 11 12 0,5-14-14 0,0 6 7 16,5-3-1-16,1 0-6 0,3-3-1 0,1 0-2 16,-1-2-2-16,7-2-49 0,-4-1-44 0,1 2-51 15,-1-1-47-15,-2 1-56 0,-1 3-41 0,-1-2-34 16,-1 2-53-16,-2 1-75 0,0 0-432 0,-1 3-446 15</inkml:trace>
  <inkml:trace contextRef="#ctx0" brushRef="#br0" timeOffset="113727.72">27464 8031 113 0,'0'0'399'0,"5"-5"-100"15,-5 5-29-15,5-8-58 0,-5 8-24 0,8-10-13 16,-4 5-6-16,1-2-13 0,0 0-12 0,-1-1-23 15,1 1-25-15,-1 0-7 0,-2-2-2 0,3 1-5 16,-1 0 7-16,-3 0-10 0,2 2-16 0,-3-3-8 16,-2 3 2-16,1-1-4 0,-4 0-12 0,-1 1-3 15,-2 1-5-15,-2-1-6 0,-3 3 11 0,0 2 4 16,-2 0-1-16,-3 2-4 0,-2 1 15 0,-2 4 24 16,-1 2 27-16,-3 4-15 0,2 0-10 0,1 2 15 15,4 3-13-15,2-5 0 0,3 5 2 0,3-2 4 16,2 2 11-16,2-3-7 0,3 0 11 0,3-3-5 15,1 3 2-15,5-3-1 0,1-1-12 0,1 0-25 0,5-1-4 16,0-2-18-16,6-1 3 0,-1-4-13 16,3-1-9-16,2-2-7 0,4-3-1 0,-1-2-4 15,5-2 0-15,-3-3-2 0,-1 0-3 0,-3-4 22 16,-3-1-29-16,-1-2 4 0,-6 0 1 0,-1 3-3 16,-3-5 0-16,-2 2 0 0,-2 3 1 0,-4 0 1 15,2 0-1-15,-3 2 2 0,0 1-4 0,-2 2 4 16,2 1 2-16,-1 1-4 0,1 8-5 0,-2-4 9 15,2 4 0-15,-3 4 2 0,2 4 1 0,-1 3 0 16,2 3 2-16,2 5-1 0,0 0-1 0,0 5 10 16,0 0 16-16,4 1-5 0,-2 0 16 0,1 2-22 15,2 0 15-15,-3-3-18 0,-1-1-4 0,1 1 2 16,1-4-4-16,-2-1-1 0,1-2-6 0,-2-2 2 16,1 1-12-16,-2-5-18 0,2 2-41 0,-1-5-107 15,0-1-143-15,0-1-118 0,-2-6-136 0,5 6-611 0,-5-6-790 16</inkml:trace>
  <inkml:trace contextRef="#ctx0" brushRef="#br0" timeOffset="114511.12">27965 7817 139 0,'2'-10'391'0,"-2"3"-100"0,0 0-45 0,0 7-17 0,2-11-35 15,-2 11-33-15,2-11-6 0,-2 11-16 0,0-8-12 16,0 8-5-16,2-9-28 0,-2 9-13 0,1-5-32 15,-1 5 7-15,0 0-30 0,0-9 16 0,0 9 4 16,0 0 32-16,1-7-15 0,-1 7 31 0,0 0-8 16,0 0 19-16,0 0-12 0,0-6 4 0,0 6 4 15,0 0 3-15,0 0-8 0,0 0 6 0,0 0 3 16,0 0 28-16,0 0 19 0,0 0-18 0,0 6 6 16,0 2-12-16,-1 0-14 0,0 0-17 0,-1 3 5 15,2 0-16-15,-2 2-9 0,2-2-10 0,-2 3-13 16,2-2-11-16,0 1-6 0,2 1-7 0,-1-1-3 15,2 2-4-15,-1 0 5 0,4-1 32 0,-2-2-23 16,1 1 13-16,3-1-30 0,0-1 18 0,3 0-20 16,-2-3 39-16,5-2-34 0,0 1 29 0,2-1-40 15,1-5 27-15,4 0-33 0,-2-2 22 0,2 0-6 16,0-5-4-16,2-1-4 0,-1-1-2 0,0-2-1 16,-1-5-32-16,1 0 30 0,-3-4-28 0,-3-1 32 15,0 0-33-15,-3 1 32 0,-3 0-28 16,-2 0 34-16,-3 0-37 0,-2 0 7 0,-1 3 2 0,-2 0 2 15,0 2 5-15,0 1 2 0,-2 1-7 0,0 2 5 16,0-1-2-16,-1 4-1 0,-1 0 2 0,4 7 0 16,-6-6 2-16,6 6 16 0,-9 3-12 0,7 3 32 15,0 4-35-15,0-1 34 0,-1 2-37 0,3 6 47 16,1-1 2-16,1 3-6 0,0 2-6 0,2 1 6 16,1 1-3-16,0 0-9 0,2-1-1 0,0-2-7 15,-1 1-5-15,2-1-3 0,-1-1-9 0,-1-1-41 16,1-1 18-16,0-3-79 0,1-1-66 0,0-1-116 0,-1-2-134 15,0-4-84-15,0 1-119 0,2-5-598 16,-9-2-826-16</inkml:trace>
  <inkml:trace contextRef="#ctx0" brushRef="#br0" timeOffset="114844.55">28631 7657 172 0,'1'-7'803'0,"-1"-2"-180"16,2 3-118-16,-2 6-89 0,0-9-51 0,0 9-20 15,0 0-9-15,0 0-25 0,0 0-10 0,0 0-51 0,0 0-46 16,7 5 6-16,-6 0-53 0,3 3 10 0,0 1-68 16,0 1 22-16,3-1-59 0,0 2 28 15,0-1-37-15,1 1 59 0,2-4-47 0,0 3 47 16,3-3-49-16,0-2 37 0,1 0-54 0,-1 0 37 0,1-5-50 16,1 0 28-16,-1-2-54 0,3-3 39 0,-2-1-48 15,1-2 39-15,-2-4-44 0,0 1 4 0,-3-5 3 16,0 2-3-16,-3-2 6 0,-1 1 41 0,-1 3-49 15,-3-1 39-15,-1-1-42 0,1 5 37 16,-2-2-44-16,-1 4 44 0,0-1-39 0,0 8 31 0,-4-6-38 16,4 6 6-16,-9 3 9 0,4 4 7 0,-2 4 0 15,0 3 35-15,-1 4-46 0,3 3 41 0,0 0-47 16,3 4 41-16,0 0-7 0,2 0-4 0,2 1-16 16,0 1-45-16,5-4-120 0,0 5-84 0,2-2-170 15,0-4-204-15,0-2-220 0,-2-1-504 0,-2-3-947 16</inkml:trace>
  <inkml:trace contextRef="#ctx0" brushRef="#br0" timeOffset="115844.16">29575 7647 512 0,'0'0'559'0,"0"0"-95"0,0 0-35 0,-11-2-29 0,11 2-41 15,0 0-40-15,1-9-26 0,3 5-42 0,2-2-18 16,2-2-45-16,3 1-33 0,2-2-23 0,6-1-25 16,3-1-24-16,6 1-14 0,3-1-16 0,6-2-12 15,2 2-10-15,2 1-5 0,-1 1-5 0,-6 1-7 16,0 2-10-16,-4 0-20 0,-4 1-35 0,-4 1-84 16,-3 1-93-16,-6 0-66 0,-1 3-35 0,-12 0-39 15,0 0-26-15,0 0-49 0,-5 6-344 0,-10 3-310 16</inkml:trace>
  <inkml:trace contextRef="#ctx0" brushRef="#br0" timeOffset="115994.45">29548 7752 32 0,'-14'11'480'0,"4"0"-55"0,2-1-45 15,3-2 11-15,5-1-18 0,0-7-35 0,9 8-56 16,1-4-31-16,3-2-26 0,5-2-40 0,4-2-38 16,5 1-26-16,8-3-25 0,9-3-16 0,1-2-20 15,4 0-14-15,1-4-11 0,1 2-9 0,2-2-9 16,-4-1-88-16,0-2-119 0,-4 2-94 0,-3-1-144 15,-5-2-517-15,-2 0-526 0</inkml:trace>
  <inkml:trace contextRef="#ctx0" brushRef="#br0" timeOffset="116727.59">30343 7236 492 0,'2'-8'479'15,"-2"8"-89"-15,1-11-23 0,-1 11-33 0,2-10-27 16,-2 10-28-16,0-8-30 0,0 8-5 0,2-9-30 0,-2 9-7 15,2-6-28-15,-2 6-11 0,0 0-16 16,1-9-8-16,-1 9-20 0,0 0-16 0,0 0-25 0,0-7-5 16,0 7-16-16,0 0 75 0,0 0-24 15,0 0-18-15,0 0 58 0,0 0-40 0,9 6-7 16,-5 1 17-16,1 0 4 0,-1-1-13 0,4 4-3 16,-1 1-4-16,0 0-5 0,1-1-12 0,0 1-15 15,-1 0-8-15,-1-2 4 0,-1 1-14 0,1-4-8 16,-1 3-5-16,1-2 2 0,-2-1-2 0,0 0-7 15,-4-6-3-15,5 8-3 0,-5-8-3 0,6 10 0 16,-6-10-7-16,5 6 1 0,-5-6-3 0,5 5-1 16,-5-5 0-16,3 7 1 0,-3-7 2 0,0 0 8 15,4 6 2-15,-4-6-2 0,0 0-4 0,0 0-5 16,4 4-8-16,-4-4-1 0,0 0-3 0,0 0-4 16,0 0 1-16,2 6-4 0,-2-6 3 0,0 0-9 15,0 0 1-15,0 0 0 0,0 0-1 0,4 7 2 16,-4-7 0-16,0 0 1 0,1 8 1 0,-1-8-1 0,0 7 2 15,0-7 7-15,0 6-9 0,0-6 2 0,3 6 0 16,-3-6 0-16,1 10 1 0,-1-10 1 16,8 9 0-16,-3-6 0 0,0 2 2 0,1 0-4 15,3-2 0-15,1 1-34 0,2 0 37 0,1-2 1 0,-2 0-2 16,2-2-2-16,0-1 2 0,-2 0 0 16,3-5-5-16,-1 1-6 0,-1-2-2 0,0-3 0 0,0 0 17 15,-2-3-17-15,0-3 16 0,-1-2-16 0,-2-1 17 16,0 0-13-16,-3-1 11 0,-3 0-14 15,1 1 13-15,-5-5-17 0,2 1 4 0,-5 2 1 16,-1 0 0-16,0 0 0 0,-4 3 0 0,-3 2 4 0,-1 0-14 16,-4 4-8-16,-3 2-6 0,-1 2 0 15,-3 4 4-15,-2 1-14 0,0 5-9 0,-4 5-13 16,0 2 1-16,2 2-26 0,-4 6-30 0,9-1-16 16,1 1-39-16,4 1-37 0,6-3-42 0,4 2-95 0,5-2-97 15,5-2-62-15,4 0-175 0,5-2-443 0,7 1-740 16</inkml:trace>
  <inkml:trace contextRef="#ctx0" brushRef="#br0" timeOffset="117011.59">31051 7203 829 0,'0'0'638'0,"4"-4"-103"0,-4 4-67 0,0 0-65 0,1-7-40 0,-1 7-40 16,0 0-14-16,0 0-52 0,0 0-22 15,0 0-49-15,0 0-18 0,-2 9-48 0,2-9-13 0,-1 10-30 16,1-10-1-16,0 14-33 0,0-7 9 0,0 0-26 16,0 1 9-16,1-1-18 0,-1-7 7 15,1 10-5-15,-1-10-4 0,1 11-13 0,-1-11 14 16,0 8-14-16,0-8 17 0,2 7-17 0,-2-7 10 0,0 0-15 16,0 0 19-16,0 0-22 0,0 0 17 0,5-5-21 15,-5 5 14-15,1-7-23 0,-1 7-14 0,1-11-76 16,-1 11-67-16,1-11-65 0,-2 5-63 0,1 6-38 15,0-12-37-15,-1 5-29 0,1 7-55 0,-3-14-452 16,3 7-485-16</inkml:trace>
  <inkml:trace contextRef="#ctx0" brushRef="#br0" timeOffset="117247.97">31256 6919 459 0,'2'-10'565'0,"-2"0"-92"15,1 3-25-15,-1 7-25 0,2-10-46 0,0 3-37 16,-2 7-46-16,0-9-43 0,0 9-35 16,0 0 19-16,2-6-10 0,-2 6-9 0,1 8-20 15,0-1-2-15,-1 4-2 0,2 6-11 0,0 0-9 16,1 1-55-16,2 5 2 0,-2 2-44 0,1 0 7 0,0 4-35 16,3 1 11-16,-2-1-31 0,2 0 11 0,-2-1-30 15,-1-2 10-15,1-2-36 0,1-2-47 0,0 0-61 16,0-2-63-16,2-2-114 0,-2-2-125 15,1-2-72-15,0-1-127 0,0-6-566 0,-1-2-803 16</inkml:trace>
  <inkml:trace contextRef="#ctx0" brushRef="#br0" timeOffset="117577.47">31645 6956 675 0,'0'-12'578'0,"-2"3"-100"16,-1 2-53-16,3 7-39 0,-5-8-42 0,5 8-12 15,-7-4-29-15,7 4-5 0,-11 4-35 0,2 1-15 16,4 1-53-16,-1 2-19 0,1 3-38 0,0 2 8 16,0 2-45-16,2-2 3 0,2 0-45 0,1 1 6 0,1 2-29 15,2 0 14-15,2-3-31 0,0 2 18 16,0-2-27-16,4-3 17 0,1 0-25 0,0-1 21 0,2-1-21 16,3-4 15-16,-2 0-22 0,1-4 18 0,-1 0-22 15,2 0 23-15,-1-5-27 0,0-1 22 0,0-3-23 16,-3-1 19-16,0-2-17 0,-2-3 23 0,-3 2-22 15,-1 0 35-15,-1-5-38 0,-1 2 30 0,-6 1-23 16,-1-1 23-16,-1 2-32 0,-1 0 5 0,-3 1 1 16,-4 1 3-16,2 2 1 0,-6 2 0 0,3 1 3 15,-4 4-1-15,1 2-24 0,0 2-22 0,1 1-64 16,0 0-62-16,1 3-77 0,3 1-79 0,3 0-44 16,2 1-81-16,4 0-58 0,3-7-484 0,1 14-597 15</inkml:trace>
  <inkml:trace contextRef="#ctx0" brushRef="#br0" timeOffset="117961.17">32017 6822 228 0,'11'-12'595'0,"-2"3"-105"0,-2 0-62 16,1 1-15-16,-2 0-43 0,-1 1-49 0,1 1-50 0,-3 2-51 16,2-1-40-16,-5 5-10 0,4-6-23 15,-4 6-13-15,0 0-23 0,0 0-21 0,-12 5-19 0,4 1-11 16,-4-2-15-16,1 5-6 0,-1 0-12 0,1-1 0 15,-1 0-12-15,3 2 0 0,0-1-1 16,-1-2 1-16,1 1-6 0,5-3-1 0,-2 1-1 0,-2 1-1 16,5-2-1-16,3-5 2 0,-3 7 1 0,3-7-3 15,5 7 6-15,-5-7-7 0,15 3 1 0,-4-2-1 16,3 1-3-16,-3-2-2 0,6 0 2 0,-3 1 3 16,1-1-5-16,-1 3 3 0,2-2-3 0,0 2 1 15,-2-1-1-15,0 2 11 0,-1 1-11 0,0 3-1 16,-3 0 4-16,-1-1-4 0,-1 2 4 0,-2 0-2 15,-2 1-1-15,-2 0 3 0,0 2-2 0,-1-1 18 16,-2-2 0-16,-2 4 1 0,-1-3 9 0,-2 0-2 16,-2 2-12-16,-1-3 6 0,0 2-6 0,-3-3-2 15,1 0-3-15,0-1-1 0,-2-2-5 0,0 2 0 16,4-2 0-16,-3-2-7 0,3 0-14 0,0 0-81 0,9-3-111 16,-16 0-107-16,16 0-70 0,-12-3-87 0,12 3-69 15,-11-6-318-15,10-1-409 0</inkml:trace>
  <inkml:trace contextRef="#ctx0" brushRef="#br0" timeOffset="118143.83">32031 6847 420 0,'-1'-6'512'0,"2"-1"-74"0,-1 7-45 16,0-12-71-16,0 4-25 0,2 3-42 0,0-4 1 0,2 1-44 16,0 0-39-16,2-1-29 0,-1 0-32 15,4 0-24-15,0 0-20 0,5 1-15 0,-1 0-8 16,4 0 18-16,1 0-42 0,2 1 23 0,0 0-42 15,2 0 23-15,-1 0-124 0,0 0-81 0,2 1-56 0,-3-2-81 16,1 2-39-16,0-1-59 0,-1 0-329 0,-1-1-251 16</inkml:trace>
  <inkml:trace contextRef="#ctx0" brushRef="#br0" timeOffset="118461.11">32660 6497 212 0,'9'-7'426'0,"-9"7"-77"0,0 0-39 16,0 0-24-16,0 0 5 0,0 0 10 0,-6 5-19 0,-2 0 30 15,0 4-12-15,-1-1 34 0,-3 3-68 16,0 3 26-16,1 3-62 0,-2-1-5 0,1 2-34 0,3 2-36 16,-1-1-28-16,3 2 2 0,1 1-30 0,1 0-12 15,5-2-39-15,1 3 11 0,3 0-9 0,3 0-11 16,4 2-9-16,3-1-9 0,3-2-5 0,2 0-4 16,5-3-1-16,1-1-4 0,-1-2 3 0,4-1-7 15,-2-3-3-15,-3-4 3 0,0-1-1 0,-3-3-3 16,-1-2-2-16,-3-2 0 0,0-1-1 0,-4-1 3 15,-1-3-4-15,-2-1 3 0,-2 0 1 0,-5-1 3 16,-2-1 2-16,-2 1 0 0,-5 0-2 0,-6-2-3 0,-2 3 16 16,-7 0-29-16,1 0 20 0,-5 5-22 0,-2 1 21 15,0 1-19-15,-4 4 20 0,1 2-34 16,2 0 17-16,6 2-42 0,2 0-53 0,2 1-88 0,1 2-169 16,7 2-142-16,2-2-198 0,4 1-402 0,2 0-720 15</inkml:trace>
  <inkml:trace contextRef="#ctx0" brushRef="#br0" timeOffset="118594.19">32912 7188 706 0,'0'0'755'16,"0"-6"-87"-16,0 6-153 0,0-10-43 0,0 10-114 0,-1-9-32 16,1 9-104-16,-2-9-10 0,2 9-114 15,-3-8-159-15,3 8-274 0,-3-7-296 0,3 7-399 0,-8-5-644 16</inkml:trace>
  <inkml:trace contextRef="#ctx0" brushRef="#br0" timeOffset="125327.88">13208 10768 80 0,'-7'-9'493'0,"0"-1"-123"0,3 4-52 0,-1-3-67 0,-2 3-31 0,2 0-24 16,1-2-31-16,-2 3-8 0,2 1-15 0,4 4-25 15,-6-10-18-15,6 10-25 0,-7-6-10 0,7 6-6 16,-4-5-6-16,4 5-3 0,0 0 9 0,0 0 2 16,12 0 4-16,1 2-2 0,1 0 0 0,6 0-6 15,5 1 19-15,5-2-10 0,10 1-3 0,7 1 5 16,4-1-3-16,7-2 15 0,4 0-8 15,15-2 4-15,2 0-2 0,4 1-13 0,-1 0-10 0,0-1 2 16,0-1-19-16,-3 2 5 0,3-1-23 0,-4 1-2 16,0-1-2-16,-3 0-2 0,-13 2-3 0,-1 0-1 15,-5-1-2-15,-4 1-7 0,-11 1 0 0,-4-1-36 0,-7 0-61 16,-7 0-29-16,-4 2-16 0,-8 0-26 16,-11-2-44-16,9 3-74 0,-9-3-75 0,-10 7-494 15,-6-3-406-15</inkml:trace>
  <inkml:trace contextRef="#ctx0" brushRef="#br0" timeOffset="125577.26">13649 10810 461 0,'-30'-1'615'0,"2"-1"-160"0,6 2-82 16,1 0-103-16,2 0-34 0,6 2-68 0,0 1-11 16,4 0-38-16,9-3 3 0,-4 7-30 0,11-1 5 15,5 0-14-15,6 2-3 0,13-1-11 16,12 1 15-16,7-1-19 0,9 1 2 0,19-4 7 0,1 1-9 15,4-3 26-15,0 1 16 0,3-3-13 0,2 0-16 16,-1-2-12-16,1 0-7 0,-1 0 0 0,-3 0-3 16,-2-2-11-16,-4 1-8 0,-5-3-4 0,-10 5-11 15,-6-4-8-15,-2 4-16 0,-6 0-18 0,-10-1-48 16,-8 2-95-16,-8 0-80 0,-3 0-66 0,-7 1-121 16,-13-1-592-16,12 1-633 0</inkml:trace>
  <inkml:trace contextRef="#ctx0" brushRef="#br0" timeOffset="127859.59">10892 10529 79 0,'-6'8'273'0,"6"-8"-83"0,-4 5-41 0,4-5-32 0,0 0-18 0,-4 4-13 16,4-4-14-16,0 0-11 0,0 0-14 0,5 5-5 0,-5-5-6 15,14 0-6-15,-14 0-7 0,22 0-15 0,-9 0-2 16,-1 0-34-16,6 0-115 0,-2-2-220 15,1 0 180-15</inkml:trace>
  <inkml:trace contextRef="#ctx0" brushRef="#br0" timeOffset="128059.54">11027 10670 591 0,'-7'2'582'0,"7"-2"-136"0,-13 4-95 0,13-4-66 16,-9 3-69-16,9-3-47 0,0 0-33 0,-4 3-25 0,4-3-26 16,0 0-30-16,13 0-40 0,1-3-78 15,0 0-96-15,7 1-93 0,3-2-121 0,3-1-322 16,-3 0-204-16</inkml:trace>
  <inkml:trace contextRef="#ctx0" brushRef="#br0" timeOffset="128198.3">11167 10663 224 0,'-13'2'523'0,"13"-2"-134"16,-17 3-87-16,17-3-68 0,-12 1-32 0,12-1-29 15,-9 2-33-15,9-2-29 0,0 0-23 0,0 0-21 16,0 0-12-16,19 0-14 0,-8 0-39 0,2-1-91 0,6 0-147 16,-1-1-470-16,0 0-213 0</inkml:trace>
  <inkml:trace contextRef="#ctx0" brushRef="#br0" timeOffset="138976.35">16672 10572 402 0,'0'0'359'0,"-11"-2"-90"0,11 2-55 0,0 0-60 0,-13-2-28 16,13 2-37-16,0 0-43 0,-9 2-44 0,9-2-33 15,0 0-29-15,-5 6-60 0,5-6-73 0,0 0-207 16,0 10 144-16</inkml:trace>
  <inkml:trace contextRef="#ctx0" brushRef="#br0" timeOffset="139693.18">17507 10790 265 0,'-10'-6'449'0,"3"3"-65"0,-2-3-60 15,0 2-43-15,0 1-34 0,-1-3-24 0,0 1-17 16,0 1-14-16,-1 0-4 0,0 1-17 0,2 0-6 0,1-2-15 16,1 1-16-16,-1 1-25 0,8 3-11 0,-11-3-18 15,11 3-20-15,-9-4-9 0,9 4-7 0,0 0-8 16,0 0-7-16,12-4 0 0,4 4 10 0,4 0-7 16,7 2 4-16,8-2 11 0,7-2-2 0,9 2 16 15,5-1-10-15,4-3 9 0,3 2 3 0,15-2-7 16,-2 1 4-16,4-2 3 0,-4 0-26 0,2-1 4 15,-4 0-20-15,-2-2 12 0,-2 3-21 0,-10 1-4 16,-6-3 0-16,-3 4-2 0,-2-1-5 0,-10 2-4 16,-5 0-6-16,-6-1-20 0,-3 0-27 0,-6 3-25 15,1-2-18-15,-6 2-29 0,-3 2-43 0,-11-2-64 16,12 3-84-16,-12-3-95 0,0 0-110 0,-7 8-305 16,-2-5-368-16</inkml:trace>
  <inkml:trace contextRef="#ctx0" brushRef="#br0" timeOffset="139960.01">17709 10764 613 0,'-40'0'430'15,"3"0"-92"-15,4 1-65 0,5 0-51 0,1 1-37 0,5-1-25 16,2 1-33-16,3 1-5 0,3-2 14 0,4 3 45 16,2-1 7-16,8-3 9 0,0 7-23 0,9-3-34 15,4 2 4-15,13-2-3 0,7 0-14 16,15 1-11-16,7-2-15 0,8-1 8 0,19 0-8 0,6-2-5 15,4-1-4-15,1-2-17 0,2 0-10 0,-2-2-11 16,2 2 1-16,-6 0-22 0,-1-1-8 0,-7 1-3 16,-17 0-4-16,-7 2-4 0,-8 0-15 15,-10-1-24-15,-12 2-29 0,-4 0-62 0,-9 0-45 0,-14 0-45 16,12 0-61-16,-12 0-52 0,0 0-70 16,-12 4-77-16,2-2-436 0,-3-1-465 0</inkml:trace>
  <inkml:trace contextRef="#ctx0" brushRef="#br0" timeOffset="141125.65">22163 10133 714 0,'11'-11'545'0,"-2"1"-141"0,1 1-62 0,-1 2-83 0,-4 1-41 0,2 0-60 16,-2 0 16-16,-5 6-18 0,9-4 7 0,-9 4-33 15,0 0-14-15,0 0-26 0,4 4-13 0,-4-4-22 0,0 12-1 16,-2-6 26-16,2 1-4 0,2-1 31 0,-2-6 13 15,2 13 33-15,-2-13 16 0,4 10 14 0,-4-10-12 16,10 7-9-16,-10-7-16 0,25-3-27 0,-4-2-21 16,6-4-9-16,8-6 8 0,4 0-14 15,0-5-18-15,3-1-16 0,4-5-4 0,2-2-10 0,-2-1-5 16,2-2-11-16,-1 0 1 0,0-3-7 16,-1-1-4-16,3-1-8 0,-1-2-2 0,2 1-2 15,1 0-10-15,2-1-10 0,2 0-33 0,4 3-84 0,1-1-131 16,0 3-142-16,0 3-90 0,-3 5-221 0,1 1-420 15,-2 1-758-15</inkml:trace>
  <inkml:trace contextRef="#ctx0" brushRef="#br0" timeOffset="150242.49">16992 16187 330 0,'-51'-8'502'0,"0"-3"-111"0,3 5-81 0,4-1-77 0,7 3-32 16,5 1-43-16,5-2 6 0,6 2-31 0,2 0-6 15,4 1 9-15,2-2 25 0,13 4 17 0,-9-5-9 0,14 0-35 16,8-3-20-16,13-1-22 0,11-7-16 0,10 0-1 16,18-4 12-16,10-3 9 0,10-2-1 15,27-6 11-15,6-2-8 0,8-5 0 0,11 0-25 0,10-4-4 16,9-3-18-16,5-2-1 0,42-14-12 0,0 4 17 15,1-1-15-15,-36 9-5 0,36-8-4 0,-37 11-3 16,-1 0-5-16,-2 2-5 0,-5 0-4 0,-10 3-3 16,-7 1 3-16,-11 2-8 0,-7 5 8 15,-11 2-10-15,-27 7 5 0,-5 2-9 0,-8 1 6 0,-9 5-6 16,-17 1 12-16,-4 5-17 0,-9-1 6 0,-5 4-7 16,-5 0 6-16,-8 2-24 0,-6 2-36 0,-10 3-83 15,8-3-67-15,-8 3-83 0,-20 0-74 16,-2 6-75-16,-12 1-95 0,-12 2-337 0,-7 4-430 0</inkml:trace>
  <inkml:trace contextRef="#ctx0" brushRef="#br0" timeOffset="150575.93">17318 16249 662 0,'-53'5'507'0,"-2"-1"-121"0,4 0-64 0,5 2-65 16,8-1-54-16,5-1-43 0,8-1-22 0,6 1-7 15,8 1 25-15,3-1 15 0,8-4-22 0,11 6-19 16,9-4-26-16,14 2-11 0,21-4 15 0,22-4-5 16,10-1 5-16,10-4-4 0,31-7 21 0,9-3-9 15,8-3-27-15,7-6-7 0,3-1-15 0,7-5-7 16,7-1-10-16,2-7-4 0,-1-2-12 0,0 0-2 16,33-14-13-16,-40 10 6 0,-5-2-12 0,-6 0 1 15,-6 0-4-15,-11 4-3 0,-6 1 3 0,-12 4-1 16,-9 3 40-16,-11 2-5 0,-20 10-11 0,-9 1-5 0,-6 1-3 15,-4 5-7-15,-15 0-11 0,-3 5 6 16,-9 3-8-16,-2 0 6 0,-7 4-10 0,-2-1 5 16,-4 1-13-16,-1 3 11 0,-2 0-9 0,-3-2 6 0,0 3-11 15,-10 3-31-15,9-6-72 0,-9 6-88 0,0 0-105 16,0 0-96-16,-22 2-99 0,6 0-118 16,-6 0-274-16,-3-1-453 0</inkml:trace>
  <inkml:trace contextRef="#ctx0" brushRef="#br0" timeOffset="151425.92">14603 12122 223 0,'0'0'469'0,"-15"-3"-105"0,15 3-85 15,-13-4-58-15,13 4-52 0,-10-3-18 16,10 3-36-16,-8-3-9 0,8 3-45 0,-10-3 11 0,10 3-27 16,0 0-2-16,-8-4-34 0,8 4-41 0,0 0-79 15,0 0-80-15,0 0-99 0,0 0-242 0,-10 4-38 16</inkml:trace>
  <inkml:trace contextRef="#ctx0" brushRef="#br0" timeOffset="153275.23">11169 11883 67 0,'0'0'174'0,"-19"-5"-18"0,10 2-8 0,-1 0-6 16,1 1-17-16,-1-2-10 0,-2 2-11 0,2 0-2 0,0-2-3 16,-2 2-19-16,2 1-10 0,1-3-11 0,-2 4-3 15,11 0-8-15,-17-3-14 0,17 3-2 0,-18-1-9 16,18 1-3-16,-14 0-3 0,14 0-5 0,-13 1 0 16,13-1-4-16,-10 7-1 0,10-7 12 0,-6 7 7 15,3-1 11-15,3-6-1 0,-1 12 8 0,2-3 3 16,4-1-5-16,0 3 8 0,6-3 8 0,3 5-14 15,1-1 5-15,7 0-13 0,3 1 5 0,5-1-14 16,7 1 4-16,1 1 0 0,5-4 10 0,1 1-20 16,2 0 11-16,0-2-15 0,1-2 10 0,1-1-19 15,-1-1 9-15,-6-3-11 0,0-2 10 0,2-1-15 16,7-2 15-16,-2-3-16 0,2-1 16 0,-1-2-17 16,1-3 16-16,-3-1-12 0,2-1 6 0,-3-3 10 15,0-1-5-15,-3-2-2 0,0-1 7 0,-3-1 21 0,-3-3-20 16,-2 0 23-16,-3-2-32 0,-3-1 20 15,-1-2-24-15,-2-1 23 0,-2 0-24 0,-2 0 23 16,-4-1 1-16,-2 0 3 0,1 1 14 0,-6 2-14 0,-2 3-27 16,-1-3 18-16,0 1-21 0,-1-1 21 15,-3 4-5-15,-3-2-4 0,1 2-21 0,-2-3 26 16,-4 2 3-16,1 1 17 0,-7-4-29 0,1 3 20 16,-4-2-24-16,-2 3 16 0,-5-3-29 0,-4 2 27 0,0 2-21 15,-6 2 16-15,-1 0-21 0,-1 2 19 0,-4 2-23 16,-1 4 20-16,-1 0-22 0,-2 1 21 0,0 3-12 15,-2 0 14-15,0 2-18 0,5 2 15 0,-1 1-17 16,-2 2 15-16,-1 0-17 0,-1 0 14 0,-1 3-13 16,-7 0 19-16,0 3-19 0,0 0 16 0,0 2-17 15,-1 3 16-15,0 1-16 0,1 2 19 0,2 0-23 16,0 5 21-16,0-1-17 0,3 3 17 0,-1 0-23 16,-5 5 23-16,9-2-23 0,1 2 25 0,-6 4-20 15,8-3 21-15,0 2-22 0,0-1 22 0,4 0-24 16,0 2 12-16,2 1 14 0,1 2-2 0,2-1-17 15,4 4 15-15,0 0-15 0,4 0 13 0,1 1 18 16,0 0 18-16,6 2-16 0,1-1 11 0,5-3-22 16,1-2 9-16,3 2-10 0,0-1 3 0,5-5 21 15,2 2 9-15,2 2-20 0,5 0 68 0,3-2-16 16,7 2-12-16,1-1-10 0,3-3-12 0,6-1-7 16,1-2-7-16,3-4-2 0,2 1-5 0,7-2-2 15,-1-2-6-15,6-2-1 0,3-3-3 0,2-2-4 16,5-4 0-16,0 1-4 0,3-4-2 0,2-2-2 0,0-2-7 15,11-4-18-15,-4-2-76 0,3-2-77 0,-1-4-74 16,-3 0-76-16,2-2-73 0,-1-2-488 16,-2-2-446-16</inkml:trace>
  <inkml:trace contextRef="#ctx0" brushRef="#br0" timeOffset="155508.87">24481 11690 533 0,'-8'-6'383'0,"1"-2"-15"16,2 4-98-16,1 0 3 0,4 4-63 0,-8-8 3 15,8 8-59-15,-6-7 6 0,6 7-42 0,-7-6 17 0,7 6-10 16,0 0 61-16,0 0 1 0,0 0 18 0,0 0-13 16,0 0-15-16,-4 10-2 0,4-10-12 0,4 13-13 15,-1-4-9-15,-1 2-18 0,1 2-11 0,-1 2-9 16,2 0-16-16,-1 1-15 0,1 1-11 0,1 0-14 16,-1 0-11-16,1 1-8 0,0 0-5 15,0 1-2-15,0 0-5 0,0-2-2 0,-1 1-2 0,4-2 6 16,-3 0-15-16,0 0 5 0,1-3-46 0,-1 1-61 15,4-2-133-15,-5-2-119 0,4-1-140 0,-2-2-212 16,1-4-354-16,-7-3-673 0</inkml:trace>
  <inkml:trace contextRef="#ctx0" brushRef="#br0" timeOffset="155760.23">24866 11796 1048 0,'0'0'708'0,"0"0"-130"16,0 0-134-16,0 0-72 0,0 0-63 0,0 0-43 15,0 0-31-15,0 0-15 0,0 0-38 16,0 0-16-16,0 0-26 0,12-2-21 0,-12 2-18 0,13-3-13 16,-1 1-13-16,3-3-12 0,2-1-4 0,3-1-18 15,2-2-6-15,1 2-10 0,1-2-3 0,-2 0-7 16,0-2-1-16,-1 3-7 0,-1-1-4 0,-1 1-25 15,-3-1-63-15,0 0-110 0,-4 1-104 0,2-1-106 16,-2 1-140-16,-1 0-646 0,-2-1-801 0</inkml:trace>
  <inkml:trace contextRef="#ctx0" brushRef="#br0" timeOffset="156076.2">25438 11206 249 0,'0'-9'651'15,"0"9"-155"-15,0-13-97 0,0 13-97 0,0-10-45 16,0 10-73-16,0-9 19 0,0 9 38 0,0 0 37 16,7 4 31-16,-2 2-2 0,2 2-24 0,1 6-19 15,0 1-37-15,-1 2-21 0,3 4-33 0,-2 1 10 16,1 5-27-16,1 2-1 0,-1 0-31 0,-1 1 8 15,0 2-24-15,-1-2-20 0,2-1-15 0,-4 3-14 16,3-3-11-16,0 0-12 0,-2-1-7 0,-1-5-6 0,2 1-5 16,-2-5-2-16,2 1-5 0,-3-4-8 15,1 0-31-15,-1-2-42 0,-1-3-37 0,1-3-55 16,0 3-105-16,-1-5-152 0,-3-6-93 0,9 7-146 0,-9-7-630 16,7-5-891-16</inkml:trace>
  <inkml:trace contextRef="#ctx0" brushRef="#br0" timeOffset="156325.73">25475 11210 63 0,'-6'-6'741'16,"-1"1"-154"-16,2 2-125 0,5 3-61 0,-9-7-78 15,9 7-37-15,-6-8-34 0,6 8-28 0,-6-5-13 16,6 5-9-16,0 0-17 0,-2-5-12 0,2 5-30 15,7-6-28-15,-1 3-24 0,6-2-22 0,2-1 6 16,5-3-24-16,6-3-5 0,1-1-15 0,10-6-4 0,1 2-8 16,1-4-2-16,-1 4-9 0,-1-2-1 15,-3 1-17-15,-6 5-23 0,-1-1-52 0,-7 6-64 16,-1 1-46-16,-4-1-85 0,-1 3-6 0,-3 3-40 0,-10 2-18 16,11 0-56-16,-11 0-452 0,3 5-396 15</inkml:trace>
  <inkml:trace contextRef="#ctx0" brushRef="#br0" timeOffset="156493.26">25588 11362 312 0,'-7'7'823'0,"-2"0"-192"15,6-1-133-15,3-6-54 0,-7 3-70 0,7-3-33 16,0 0-75-16,7-3-47 0,0-3-45 0,5 1-36 16,2-2-27-16,7-6-26 0,8 3-18 0,6-6-16 15,5-1-10-15,5-1-12 0,10-3-15 0,0-2-50 16,4-2-86-16,-1 1-87 0,0-1-96 0,2-1-42 0,1 1-89 15,-1-1-553-15,0-1-584 0</inkml:trace>
  <inkml:trace contextRef="#ctx0" brushRef="#br0" timeOffset="156776.21">26973 10531 561 0,'-14'-13'750'0,"0"-1"-157"0,-5 3-97 0,-3 3-83 16,-4 1-38-16,0 4-58 0,-4 2-15 0,-3 5-42 16,-2 3-13-16,0 5-61 0,-2 4-2 0,2 8-5 15,3 3-12-15,-4 12-21 0,3 9-31 0,3 2-21 16,3 2-15-16,4 4 5 0,7 0-11 0,4-7-11 16,5-1-9-16,5-1-12 0,4 0-4 0,2-3-16 15,6-2 18-15,4-2-20 0,4-3 9 0,5-2-16 16,3-2 17-16,5-6-17 0,3-4 9 0,4-4-15 0,3-6 13 15,3-1-27-15,3-6-2 0,-5-6-48 16,7-2-68-16,-1-2-112 0,1-6-172 0,-1-2-133 16,-4-4-210-16,-3-3-469 0,-2-4-829 0</inkml:trace>
  <inkml:trace contextRef="#ctx0" brushRef="#br0" timeOffset="156990.93">26953 11009 441 0,'-13'3'924'0,"0"-1"-224"0,13-2-148 16,-14 3-120-16,14-3-78 0,-13 2-73 0,13-2-54 15,0 0-45-15,0 0-6 0,0 0-36 16,6-8-26-16,6 5-26 0,7-2-19 0,3-2-14 16,7 0-10-16,5-3-11 0,9 1-10 0,-1-4-67 15,4 2-118-15,0-3-118 0,-2 1-144 0,-3-1-159 16,-2-1-462-16,-3-1-661 0</inkml:trace>
  <inkml:trace contextRef="#ctx0" brushRef="#br0" timeOffset="157207.54">27475 10565 675 0,'0'0'624'0,"-2"-7"-142"0,2 7-71 0,0 0-72 16,0 0-26-16,0 0 13 0,0 0-21 0,0 0-7 0,-3 11-34 15,3-2-47-15,1 1-12 0,2 5-29 0,0 3-20 16,1 4-34-16,1 0-7 0,2 2-9 16,0 4-25-16,2 2 8 0,1-2-44 0,-1 1 14 0,0 0-34 15,0-1 18-15,1-2-35 0,-1 1 13 16,-1-7-94-16,0 0-103 0,-4-2-140 0,3-1-129 16,-4-5-152-16,3-2-633 0,-4 0-837 0</inkml:trace>
  <inkml:trace contextRef="#ctx0" brushRef="#br0" timeOffset="157374.84">27804 10728 683 0,'0'0'859'0,"5"-4"-162"0,-5 4-147 0,5-7-96 16,-5 7-74-16,4-5-64 0,-4 5-59 15,0 0-54-15,4-5-48 0,-4 5-32 0,0 0-19 16,0 0-22-16,7 4-28 0,-7-4-65 0,4 4-139 0,-4-4-166 15,5 9-131-15,-5-9-186 0,7 4-414 16,-7-4-665-16</inkml:trace>
  <inkml:trace contextRef="#ctx0" brushRef="#br0" timeOffset="157844.65">28123 10522 482 0,'14'-12'620'0,"-2"2"-125"0,-2-2-57 0,3 2-44 16,-2 0-40-16,-2-1-32 0,0 1-20 0,0-1-21 0,-1 4-28 16,-2-2-47-16,1 1-40 0,-4 2-39 0,1-1-24 15,-2 1-24-15,-2 6-19 0,-2-11-9 0,-4 8-2 16,6 3-6-16,-17-3-10 0,4 3-4 0,0 0-5 16,-3 2-12-16,-2 2 3 0,3-1-11 0,-2 1 7 15,3-1-7-15,1 0 4 0,3 2-7 0,1-1 7 16,-1 1-7-16,2-1 10 0,3 2-7 0,1-1 3 15,4-5-9-15,0 9 7 0,4-3-3 16,3 1 5-16,2-3-9 0,3 3 6 0,2-1-6 16,4 0 6-16,0 3-8 0,3-2 11 0,0 1-11 15,-1 0 7-15,1 1-5 0,2 1 6 0,-2-1-8 0,-2 2 7 16,0 0-6-16,-4 0 1 0,2-1-2 0,-7 0 2 16,2 2 3-16,-5-1-3 0,-3 0 9 15,-1-1 7-15,-4 1-10 0,-1-2 17 0,-2 1-7 16,-3-1 11-16,-5 1-5 0,2-3 0 0,-3 1 0 15,-1-2 0-15,-2-1-2 0,0 1-1 0,-3-4-5 0,4 0 0 16,-2-2-2-16,-1-2 0 0,2 1 5 0,0-2 21 16,4-1 0-16,1-2-8 0,2 0-2 0,4-1-11 15,3-3-1-15,2 0-3 0,2-2-4 16,3-3-4-16,6-2 19 0,-1-1-32 0,5-2-1 0,1-1-42 16,1 1-47-16,0-1-70 0,1 0-79 0,0 0-91 15,-2 3-75-15,-2 2-113 0,2 0-595 0,-5 1-738 16</inkml:trace>
  <inkml:trace contextRef="#ctx0" brushRef="#br0" timeOffset="158207.74">28565 10392 608 0,'0'-8'806'0,"0"8"-147"0,-3-9-103 0,3 9-82 0,-3-12-65 0,3 12-42 0,0-12-58 15,0 12-60-15,3-11-57 0,-3 11-36 0,7-10-32 16,-7 10-26-16,9-8-20 0,-9 8-15 0,18-1-13 16,-8 1-7-16,2 3-14 0,-1 1-4 0,1 2-6 15,-1 1-5-15,2 1 0 0,-4 2-7 0,-1 1-13 16,-1 1 18-16,-3 0-14 0,-1 1 17 0,-3 0-22 16,-3 1 17-16,-1 2-7 0,-4-1 22 0,0 2-24 15,-4-2-1-15,2-2 2 0,0 1 2 16,1-3 0-16,0-1 7 0,3 0 4 0,-1-3-3 15,1 0-3-15,1 0-1 0,0-2 3 0,5-5 7 0,-2 8 2 16,2-8-3-16,10 4-5 0,-10-4-2 0,22 0-1 16,-6-4-4-16,0-1-2 0,5 1 2 0,0-1-5 15,4-2-10-15,0-3-11 0,2-1-37 0,1-1-121 16,0-2-121-16,3-4-111 0,-2-1-91 0,-2-2-129 16,1 0-450-16,-5-2-700 0</inkml:trace>
  <inkml:trace contextRef="#ctx0" brushRef="#br0" timeOffset="158425.69">28945 10024 261 0,'-9'-9'728'0,"0"3"-184"15,4 2-124-15,5 4-42 0,-6-5-13 0,6 5-6 16,0 0-11-16,0 0-37 0,7 9-10 0,2 0-25 16,5 4-12-16,4 5-75 0,3 2-14 0,4 7-50 15,5 2-3-15,-2 1-28 0,0 2-21 0,0 0-12 16,-4 0-35-16,-1 3 18 0,-4 0-31 0,-4-2 23 15,-7 0-34-15,-4-1-4 0,-4 0 3 0,-4 4-3 16,-10 3-27-16,-4 0-68 0,-11 11-82 16,-7-3-76-16,-3 2-95 0,-6 0-60 0,-4 1-102 0,-3 2-151 15,-4-2-282-15,-13 9-526 0</inkml:trace>
  <inkml:trace contextRef="#ctx0" brushRef="#br0" timeOffset="158891.14">24744 13786 1232 0,'-18'5'885'0,"3"-2"-200"0,0 0-156 0,4 1-98 0,-1-2-98 0,3 0-50 16,9-2-72-16,-12 3-23 0,12-3-31 0,0 0-19 16,0 0-17-16,13-5-11 0,1-1-25 0,10-6-14 15,12-4-14-15,6-1-13 0,0-2-17 0,13-2-22 0,-10 2-25 16,2 2-35-16,-4 2-88 0,-4 1-95 15,-9 3-82-15,-5 5-40 0,-3 1-37 0,-7 2-17 16,-15 3-3-16,17 3-14 0,-17-3-449 0,0 11-436 16</inkml:trace>
  <inkml:trace contextRef="#ctx0" brushRef="#br0" timeOffset="159058.45">24763 14022 453 0,'-28'24'611'0,"2"-4"-139"15,4-3-51-15,4-3-70 0,1-2-22 0,7-1-5 0,0-1-17 16,5-1-12-16,1-3-32 0,4-6-29 0,0 10-35 15,0-10-36-15,14 1-35 0,1-5-26 0,8-4-16 16,11-7-23-16,8-4-12 0,11-8-9 16,6-4-13-16,5-3-20 0,2-4-60 0,1 1-165 0,-3-3-148 15,-2 1-242-15,-3-1-554 0,-3 2-774 0</inkml:trace>
  <inkml:trace contextRef="#ctx0" brushRef="#br0" timeOffset="159276.68">25638 13349 1130 0,'0'0'1011'0,"0"0"-245"0,0 0-162 0,0 0-134 16,0 0-83-16,0 0-102 0,0 0-21 0,6 6 13 16,-2 4-2-16,0 0 1 0,2 2-15 0,-1 4-40 15,5 2-30-15,1 1-62 0,0 5 2 0,3-1-51 16,0 4 12-16,0-2-45 0,4 4-8 0,-1-4 11 15,-2-2-82-15,2 2-19 0,-2-1-94 0,2-3-47 0,-3 0-38 16,1-4-115-16,-1-1-144 0,1-3-103 16,-2 0-162-16,1-2-563 0,-2-4-921 0</inkml:trace>
  <inkml:trace contextRef="#ctx0" brushRef="#br0" timeOffset="159507.82">26303 13418 1577 0,'-1'-6'1116'0,"1"6"-194"0,-2-7-185 0,2 7-176 16,0 0-107-16,7-9-93 0,0 4-68 0,5-1-74 0,1-2 20 16,6-1-61-16,8-4 15 0,6-2-65 0,6-3-2 15,2 2-53-15,3-1 14 0,1 0-48 16,0 0-11-16,-2 1-98 0,-4-1-44 0,-2 3-114 0,-9 0-63 15,-4 0-113-15,-5 2-164 0,-7 0-117 0,-2 3-202 16,-6 1-406-16,-4 1-897 0</inkml:trace>
  <inkml:trace contextRef="#ctx0" brushRef="#br0" timeOffset="160359.43">27765 12428 394 0,'5'-25'544'0,"-1"3"-81"0,-2 3-76 0,-4-2-37 0,-2 2-25 15,-1 2-27-15,-5-2-18 0,-1 4-13 0,-6 2-23 16,-1 3-19-16,-4 5-15 0,-2 1-22 0,-4 5 10 15,-4 6-41-15,-6 6-4 0,-1 10-18 0,-3 8 27 0,3 11 7 16,3 3 33-16,3 7 1 0,4 3-31 16,7 1-10-16,5 2-38 0,4 2 38 0,7-6-31 15,6 1 15-15,5-1-21 0,6 6-8 0,7 0-26 16,5-3-19-16,7-7-9 0,3 0-12 0,5-7-18 16,6-5-13-16,2-5-16 0,2-5-41 0,-2-13-45 15,0-1-50-15,0-7-49 0,-4-5-59 0,-1-4-106 16,2-5-131-16,-3-7-56 0,-3-1-105 0,-7-8-749 0,-3-2-986 15</inkml:trace>
  <inkml:trace contextRef="#ctx0" brushRef="#br0" timeOffset="160591.46">27850 12472 82 0,'0'0'740'16,"-8"-6"-191"-16,8 6-149 0,0 0-61 0,0 0-15 15,0 0-7-15,-5 5-2 0,8 1-16 0,0 2-18 16,4 4-47-16,3 1-13 0,0 5-42 0,1 0-21 16,1 5-24-16,2 1-16 0,0 2-20 0,-1-1-20 0,1 3-16 15,0-2-12-15,-2-1-10 0,0 1-7 0,1-3-3 16,-1 2-30-16,-2-6-51 0,-1-2-127 16,0 0-103-16,0-3-86 0,-3-3-146 0,1-2-645 15,-1-3-774-15</inkml:trace>
  <inkml:trace contextRef="#ctx0" brushRef="#br0" timeOffset="160825.68">28283 12624 1081 0,'11'-2'864'0,"-11"2"-207"16,4-6-144-16,-4 6-110 0,8-8-72 0,-2 3-70 15,8-2 14-15,3-3-59 0,7-4-2 16,3 3-63-16,10-6 0 0,3-1-62 0,3 1-21 0,1-1-11 16,2-1-14-16,-3 3-14 0,1-1-12 0,-5 0-52 15,-2 2-99-15,-2-2-118 0,-10 4-103 0,0-2-36 16,-10 5-101-16,-1-1-85 0,-4 0-418 0,-6 3-593 16</inkml:trace>
  <inkml:trace contextRef="#ctx0" brushRef="#br0" timeOffset="161258.54">29405 12008 75 0,'-1'-12'779'15,"1"0"-131"-15,-2 0-84 0,1 2-85 0,1-1-76 16,0 3-61-16,0 2-52 0,0-2-46 0,0 8-35 16,-2-10 18-16,2 10 4 0,0 0-32 0,0 0 14 15,7 10-46-15,-2 2 37 0,3 4-63 0,2 2-2 16,3 4-18-16,4 3-23 0,1 5-16 16,3 1-14-16,-1 0-16 0,1-1-10 0,0-2-8 0,-2 3-6 15,-2-6 36-15,0-2-57 0,-3-1 38 0,2 0-69 16,-5-3-14-16,0-5-97 0,1 1-74 0,-4-1-123 15,0-5-170-15,-3 0-86 0,2-3-225 0,-7-6-299 0,4 4-729 16</inkml:trace>
  <inkml:trace contextRef="#ctx0" brushRef="#br0" timeOffset="161475.92">29372 12036 183 0,'-17'-11'724'0,"6"2"-152"0,-1 1-110 0,1 0-56 15,3 2-45-15,2-1-25 0,-2 1-26 0,4-2-19 0,4 1-48 16,2 1-43-16,1-3-40 0,6-1-31 16,3 2-31-16,6-3-20 0,1 1-15 0,6-2-14 15,2 1-8-15,8-6-8 0,1 3-7 0,-2-3-6 16,2 2-7-16,-2 1-6 0,-6 0 1 0,-3 1-28 0,0 0-90 16,-6 3-84-16,-4 1-72 0,-3 0-22 0,-3 4-38 15,-2-1-28-15,-7 6-27 0,4-8-53 0,-4 8-340 16,0 0-291-16</inkml:trace>
  <inkml:trace contextRef="#ctx0" brushRef="#br0" timeOffset="161644.49">29391 12039 377 0,'-8'10'601'0,"3"-1"-126"0,-1-3-56 0,3-1-45 0,3-5-27 16,0 0-35-16,5 9-40 0,-5-9-38 0,17 0-36 15,-2-2-35-15,3-2-36 0,5-2-19 0,4 0-24 16,5-2-19-16,5-4-14 0,5-2-7 0,3 0-15 15,1-3-19-15,8-5-74 0,1 0-86 0,-2 0-86 16,-3-1-54-16,-6 3-103 0,-5-1-117 0,-3 0-326 16,2-2-374-16</inkml:trace>
  <inkml:trace contextRef="#ctx0" brushRef="#br0" timeOffset="161924.69">30302 11343 39 0,'-8'-13'673'16,"0"1"-138"-16,-1 1-86 0,-2 1-31 0,-4 2-34 0,2-1-30 16,-2 2-29-16,0 5-24 0,-2 1-22 15,0 2-18-15,0 4 4 0,-3 6-46 0,-1 3 1 0,0 6-37 16,3 2-18-16,0 8-1 0,4 5-4 0,2 3 33 16,4 1-74-16,1 2 30 0,6-5-24 15,1 1 0-15,5 5-22 0,2-1-20 0,3-3-12 16,3 0-16-16,2-3-9 0,4-2-45 0,3-1 35 15,0-3-41-15,3-4 39 0,1-3-46 0,-1-5 34 0,1-2-62 16,1-2 13-16,0-3-87 0,-2-5-10 0,2-3-94 16,-3-2-97-16,0-2-108 0,1-3-50 0,-1-3-50 15,-1-4-84-15,1-3-547 0,-6-2-766 0</inkml:trace>
  <inkml:trace contextRef="#ctx0" brushRef="#br0" timeOffset="162160.09">30470 11387 718 0,'-7'-6'608'0,"2"1"-97"0,1-2-51 15,4 7-69-15,-7-7-54 0,7 7-39 0,-7-8-40 16,7 8 13-16,0 0-5 0,0 0-19 0,0 0-19 16,-2 8-24-16,4-1-25 0,3 5-20 0,-1 2-22 15,5 5 45-15,-1 0-56 0,3 6 21 0,1 1-67 0,-2 2 40 16,4-1-19-16,-2 1-18 0,2-1-14 15,-2 1-13-15,1-3-14 0,0 0-20 0,-1 0-25 16,-2-4-28-16,-1-2-42 0,-2-3-68 0,0-1-78 16,0-1-122-16,-3-2-127 0,1-2-65 0,-1 0-168 0,-1-5-492 15,-3-5-803-15</inkml:trace>
  <inkml:trace contextRef="#ctx0" brushRef="#br0" timeOffset="162441.47">30721 11565 345 0,'0'0'750'0,"4"-7"-165"0,-4 7-90 0,5-5-85 16,-5 5-45-16,0 0-29 0,0 0-30 0,11-2-41 15,-11 2-35-15,9 3-28 0,-9-3-16 0,12 10-49 16,-4-4-23-16,-2 0-24 0,3 1-16 0,-2 0-17 16,-1 0-8-16,2 1-13 0,-2-2-8 0,-1 1-8 15,2-1-1-15,-3-2-2 0,-4-4-3 0,7 11-5 16,-7-11 3-16,5 5-4 0,-5-5-2 0,0 0-1 15,0 0-1-15,0 0 1 0,0 0-4 16,0 0 1-16,-11-1 4 0,11 1-8 0,-7-9-1 0,2 3-1 16,0 0 0-16,0 0-3 0,1-1-13 0,-1 3-32 15,1-2-65-15,2 1-78 0,-2 0-81 0,4 5-82 16,-5-11-123-16,5 11-157 0,-3-8-311 0,3 8-532 16</inkml:trace>
  <inkml:trace contextRef="#ctx0" brushRef="#br0" timeOffset="162930.82">31111 11357 342 0,'9'-13'753'0,"-3"1"-153"0,1 2-91 0,-3-1-82 16,1 1-47-16,-1 1-48 0,-2 0-33 0,3-1-39 0,-5 4-23 15,2-2-38-15,-2 8-28 0,-5-9-36 16,5 9-12-16,-11-7-31 0,2 4-7 0,-5 3-29 15,2 2 2-15,-6 1-24 0,2 0-7 0,-3 3-7 16,4 1 0-16,-4 1-6 0,3-1-3 0,2 0-1 0,3 2-2 16,-1-1-2-16,3-1-1 0,2 0 3 0,1 1-16 15,4-2 12-15,2-6 1 0,0 11-1 16,4-7-2-16,2 0-1 0,3 0 0 0,4-1 3 16,1 0-4-16,1 2-2 0,3-5 0 0,1 3 2 0,-1 0 0 15,0-2-3-15,3 2 3 0,-3 1 3 0,2 1-4 16,-1-2 2-16,-2 2-3 0,2 3-4 0,-1-1 8 15,-2 3-1-15,-3-2-2 0,1 3 7 16,-5-1-5-16,0 2-1 0,0 1 2 0,-4-1-2 0,-4 1 0 16,-1 1-1-16,-1-3 3 0,-3 4 15 0,-3-2-19 15,-2-1 13-15,0 0-15 0,-3 1 16 0,1-6-13 16,-1 2 15-16,-3-2-10 0,1-4 18 0,1 0 27 16,0-1 6-16,-1-4 34 0,0-1 15 0,3-3-3 15,-2-1-10-15,3-2-6 0,2-3-56 0,0-1 45 16,6-2-60-16,1 0 47 0,3-3-60 0,3-2 41 15,3 0-14-15,0-1-17 0,1 1-10 0,2 1-4 16,-1-1-13-16,-1 2-22 0,3 1-24 0,-3 1-81 16,-2 1-110-16,1 5-117 0,0-2-91 0,-3 3-110 15,-1 1-141-15,-2 1-386 0,2 0-716 0</inkml:trace>
  <inkml:trace contextRef="#ctx0" brushRef="#br0" timeOffset="163291.89">31418 11212 888 0,'3'-6'850'0,"0"-3"-158"0,1 3-164 0,1-2-61 0,0 1-92 16,-1 2-45-16,1-2-56 0,2 2-62 15,0 1-28-15,-7 4-54 0,13-6-9 0,-13 6-42 0,17 0 3 16,-10 4-34-16,1-1 5 0,1 2-27 0,1 3 13 15,-3 1-27-15,-1 2 26 0,-1-1-35 0,0 3 0 16,-2-2 2-16,-1 3 1 0,-2-1 0 0,0 1-2 16,-5-3 6-16,3 4-14 0,-3-2 21 0,1 0-20 15,0-1 31-15,0-1-13 0,0-3 37 0,-1 2-39 16,3-3 51-16,-1-2-37 0,1 2 73 0,2-7-31 16,-3 9 45-16,3-9-61 0,0 0 33 0,6 5-64 15,-6-5 38-15,18-3-11 0,-6 0-11 0,4-2-13 16,0 1-4-16,4-3-8 0,0-1-2 0,1-2-3 0,1 3 8 15,-1-5-25-15,-1 3 5 0,-1-2-43 0,-1 0-22 16,-4 0-121-16,-3 0-133 0,1 2-109 0,-6-3-70 16,-1 3-39-16,-2 0-59 0,-3 2-542 0,-3-2-757 15</inkml:trace>
  <inkml:trace contextRef="#ctx0" brushRef="#br0" timeOffset="163525.64">31509 10995 150 0,'2'-8'564'0,"2"-1"-128"0,1 2-42 0,0 1-16 16,4-2-6-16,0 5-19 0,1 0-13 0,3 1-10 15,0 2-26-15,5 2-5 0,2 3-45 0,1 4 4 16,6 2-27-16,5 8 9 0,-2 3-64 0,4 2-1 16,-3 1-43-16,0 3 7 0,0 0-53 0,-2 1 8 15,-3 0-39-15,-3 3-6 0,-2-4-7 0,-5 3-6 16,-3-5-9-16,-2 2-8 0,-3-2-8 0,-3-1-10 15,-3-1-10-15,-3-2-36 0,-1 2-46 0,-5-2-41 16,-1 0-88-16,-3-2-86 0,-2 1-102 0,-2-4-42 0,1-1-118 16,0-2-599-16,1-5-781 0</inkml:trace>
  <inkml:trace contextRef="#ctx0" brushRef="#br0" timeOffset="163975.21">31955 10590 402 0,'-5'-16'768'15,"2"1"-134"-15,3 5-130 0,0 3-125 0,6 2-4 0,-6 5-3 16,18-3-17-16,-1 8 3 0,7 3 20 0,8 9-37 15,6 5-10-15,7 8-22 0,1 7-34 0,-1 3-65 16,-2 4-1-16,-2 4-37 0,0 4-17 0,-5 2-24 16,-3 0-41-16,-6 2 1 0,-3 0-29 0,-7 2-1 15,-9-8-20-15,-6 3 4 0,-6 1-23 0,-8 6-11 16,-6 1-51-16,-7-4-4 0,-8-3-67 0,-4-4 4 16,-6-1-64-16,-1-5 0 0,-4-2-48 0,0-5-21 15,-1-1-82-15,1-5-124 0,0-3-87 0,9-5-169 16,0-5-553-16,0-4-864 0</inkml:trace>
  <inkml:trace contextRef="#ctx0" brushRef="#br0" timeOffset="185539.68">21429 16285 157 0,'-1'-6'390'0,"-1"-2"-96"0,1 0-53 16,1 3-19-16,-1-1-5 0,1 6-17 0,-1-12 9 15,1 12-31-15,-2-10-13 0,2 10-36 0,0-8-4 0,0 8-23 16,0-7-4-16,0 7-25 0,0 0 3 16,-1-10-28-16,1 10-3 0,0 0-12 0,0 0 121 15,0 0-12-15,0 0 8 0,4 11 2 0,-3-3-26 0,2 3-27 16,-1 2-18-16,2 1-14 0,1 3 42 0,2 2 6 16,0 1-29-16,2-1-15 0,0 0-20 15,0 0-4-15,0 0-13 0,3-1-7 0,-3 1 2 0,3-1-14 16,-3 0-2-16,2-4-2 0,0 3-3 0,-3-4-1 15,-1-1-2-15,2-1 0 0,-1-1 0 0,-3 0-5 16,2-2-1-16,-2 0-2 0,2-1-4 0,-3-3-70 16,0 2-131-16,-4-6-141 0,5 6-127 0,-5-6-141 15,0 0-286-15,0 0-466 0</inkml:trace>
  <inkml:trace contextRef="#ctx0" brushRef="#br0" timeOffset="186356.18">21729 16242 142 0,'0'0'376'0,"0"-11"-82"0,0 4-42 0,0 0-32 15,-1-1-41-15,1 1 13 0,-2-3-35 0,2-1-13 0,-2 1-25 16,1 1 1-16,1-2-33 0,0 0-7 16,-1 1-13-16,0 0 15 0,-1-1-18 0,0 1-22 15,-1-1 0-15,2 2-4 0,-2-1-20 0,-1 0 12 0,2 1-21 16,-1 1 16-16,-2-1-20 0,3 0 15 15,-1 3-16-15,-1 0 9 0,2 0-17 0,-2 2 15 16,4 4-21-16,-8-7 20 0,8 7-21 0,-9-3 22 16,9 3-17-16,0 0 15 0,-10 3 0 0,10-3-6 0,-6 7 1 15,4-1 0-15,0 1-3 0,0 1 2 0,4 0-3 16,-2 1-9-16,2 1 10 0,2-1-8 16,-1 1 11-16,2 0-13 0,0-1 11 0,3 0-10 15,-2-1 15-15,2-1-17 0,-1 1 20 0,2-2-17 16,2-1 14-16,-1 1-17 0,0 0 19 0,0-1-17 15,-1 1 14-15,1-2-12 0,-1 0 13 0,-1 2-14 16,-2-1 16-16,2 1-18 0,-3-2 18 0,0 2-13 16,-2 2-4-16,-2-3 2 0,-1 2 1 0,-1 2 17 0,0-2 7 15,-3 3 0-15,0-2 0 0,-1 0-9 0,0 0 0 16,0-2-4-16,-2 2 6 0,3-2-4 16,-1-2-1-16,1 0 9 0,4-4-13 0,-7 8 1 15,7-8-20-15,0 0-63 0,-12 3-69 0,12-3-71 0,-4-5-91 16,4 5-383-16,-1-13-199 0</inkml:trace>
  <inkml:trace contextRef="#ctx0" brushRef="#br0" timeOffset="186590.31">21809 15905 290 0,'1'-12'548'0,"0"5"-159"0,-1 0-73 0,0 7-78 0,2-12-26 0,-2 12-49 15,2-8 49-15,-2 8-2 0,0 0 25 0,13 2-10 16,-7 2 8-16,2 2-5 0,2 4-21 0,0 1-10 15,2 3-40-15,0 1-26 0,1 1 11 0,1 2-34 16,-1 3-16-16,-1-2-18 0,-1 0-16 0,1 1-3 16,-2 0-17-16,0 0-4 0,-1-1-13 0,0 0 0 15,-1-1-9-15,-2-2 2 0,1-1-8 0,-2-3 5 16,0 1-9-16,1-3 3 0,-2-1-10 0,0-2 7 16,0-2-100-16,-4-5-140 0,11 4-85 0,-11-4-82 15,13-5-40-15,-7 0-61 0,2-4-394 0,-3 1-465 0</inkml:trace>
  <inkml:trace contextRef="#ctx0" brushRef="#br0" timeOffset="186773.07">21986 16040 454 0,'0'0'405'0,"0"0"-83"0,-16 0-82 16,16 0-49-16,0 0-13 0,0 0 0 0,0 0-32 0,0 0-24 15,7-4-31-15,-7 4-24 0,12-6-8 0,-4 2-13 16,3 1-7-16,-1-2-13 0,3 1-3 0,4-2-8 15,-2 0-15-15,7-1-56 0,-2-2-77 16,4 2-92-16,-2-3-94 0,4 1-266 0,-3 1-98 0</inkml:trace>
  <inkml:trace contextRef="#ctx0" brushRef="#br0" timeOffset="187011.29">22453 16262 471 0,'-9'5'761'0,"9"-5"-200"15,0 0-112-15,-10 4-109 0,10-4-70 16,0 0-50-16,0 0-44 0,0 0-32 0,0 0-28 0,7 5-18 16,-7-5-18-16,21-3-11 0,-5 1-13 0,2-2-12 15,4-2-20-15,2-1 6 0,4 0-9 0,-1-3 1 16,1-1-6-16,2 2-3 0,-5-3-10 0,2 1-8 15,-1 0-25-15,-6 1-86 0,-2-1-76 0,1 3-86 0,-5-1-121 16,0 1-531-16,-3 0-503 0</inkml:trace>
  <inkml:trace contextRef="#ctx0" brushRef="#br0" timeOffset="187440.78">23075 15881 285 0,'-4'-5'693'16,"-1"-1"-177"-16,5 6-124 0,-6-8-76 0,6 8-75 15,-5-4-48-15,5 4-40 0,0 0-30 0,0 0-15 0,5 4 14 16,1 1 12-16,1 1 1 0,5 1-12 0,0 0-28 15,1 4-13-15,3-1-24 0,0 3-9 0,0-3-11 16,-3 2-8-16,2 0-1 0,-4-2-5 0,1 1-1 16,-3-3-4-16,-2 1 0 0,-1-3 4 0,2 1 21 15,-3-1 24-15,0 0 17 0,-5-6-1 0,4 8-9 16,-4-8-6-16,0 0 35 0,-5 5 6 0,5-5 5 16,-9-2-13-16,1-3 10 0,-1 1-4 0,0-2-15 15,0-3 2-15,0 0-14 0,2-2-11 0,0-1-16 16,3-3-11-16,-1-2-11 0,4-1-8 0,4-1-6 15,3-4 0-15,2 3-11 0,3-5-2 0,6 1-2 16,-2 2 0-16,3 0-2 0,-1 3-3 0,-1 3-4 16,-2 1-9-16,2 2-12 0,-5 3-45 0,2 1-45 0,-3 2-78 15,-1 0-86-15,1 1-68 0,-2 3-58 16,-8 3-75-16,12-2-69 0,-12 2-432 0,0 0-575 16</inkml:trace>
  <inkml:trace contextRef="#ctx0" brushRef="#br0" timeOffset="188274.4">23438 15746 519 0,'0'0'526'15,"0"0"-146"-15,8 6-42 0,-8-6-31 0,0 0-14 16,9 2-38-16,-9-2-25 0,0 0-40 0,0 0-36 16,0 0-26-16,11 1-27 0,-11-1-21 0,0 0-17 15,12-3-7-15,-12 3 14 0,10-6-2 0,-10 6-6 16,10-6 2-16,-5 3-20 0,-1-3 1 0,-1 1-12 15,2-3 2-15,-1 2-5 0,-2-1 17 0,-2 0-2 16,3-1 2-16,-3 1-13 0,0 0 3 16,-3-1-11-16,3 1 2 0,-2 1-11 0,-2 0 5 0,-1 1-13 15,5 5 3-15,-11-4-8 0,11 4 5 16,-12 1 0-16,3 4 4 0,1 1-7 0,-1 3 7 0,1 2-11 16,0 1 6-16,1 2-6 0,3 0 7 0,2 1-5 15,-1 1 13-15,3-3-4 0,0 5 5 0,3-4-8 16,1 0 4-16,-1 0-6 0,4-1 7 0,0-4-2 15,2 1 18-15,-1-3-6 0,4 0 0 0,0-2-11 16,1-4 8-16,0-1-13 0,1 0 6 0,1 0-12 16,-2-6 9-16,4 2-8 0,-5-3 3 0,0-1-7 15,2 0 9-15,-4-1-6 0,-1-2 0 0,-1 0-7 16,-2-2 6-16,-1 1-4 0,-1-1 7 0,-1 3-8 16,-2-1 5-16,2 0-4 0,-2 1 5 0,1 2-7 0,-2 1 9 15,2 0-9-15,-2 7 8 0,2-12-9 16,-2 12 3-16,0-9-2 0,0 9 7 0,0 0-5 0,0 0 5 15,12 4-7-15,-7 1 11 0,0 1-11 16,3 2 6-16,-1 0-2 0,0 3 10 0,0-3-8 0,2 2 8 16,-1 1-6-16,-2-1 16 0,1-1-5 15,-2-1 5-15,1-1-9 0,-2 0 4 0,0-1-5 0,0 0 14 16,-4-6 2-16,5 8 5 0,-5-8-14 16,1 8 7-16,-1-8-12 0,0 0 4 0,0 0-11 0,-10-5 7 15,10 5-4-15,-8-10 1 0,4 2-7 16,1 0 7-16,-1-5-8 0,1 1 9 0,1-1-9 15,-1-3 11-15,3 1-11 0,0 2 4 0,1-2-6 0,1 2 9 16,0 1-9-16,2-1-3 0,2 1 3 0,1 0 1 16,-1 5-1-16,2-1-3 0,0 1 4 0,0 4 10 15,1 1-12-15,-9 2 6 0,21 0-10 0,-12 2 10 16,1 3-11-16,0 0 9 0,-1 2-7 0,0 1 8 16,1 2-6-16,-5-2 4 0,2 2-3 0,-3-1 4 15,1 0-8-15,-3-1 11 0,1 0-10 0,-3 0 15 16,1-1-15-16,-1-7 11 0,-1 10-6 0,1-10 8 15,-4 9-10-15,4-9 11 0,-9 3-8 0,9-3 10 16,-9-4-9-16,9 4 13 0,-7-10-15 0,3 3 7 16,1-3-7-16,2 1 10 0,0-2-13 0,1-2 11 15,2 3-13-15,1-3 13 0,1 3-15 0,2 0 13 16,-1-1-12-16,0 3 0 0,2-1-1 0,-1 1 24 16,3 4-22-16,-1 0 10 0,-8 4-13 0,15-2 12 15,-15 2-12-15,17 3 10 0,-8 1-10 0,1 1 10 16,-1 1-8-16,-2 1 5 0,2 2-6 0,1 1 8 15,-2-1-14-15,1 1-7 0,1-2-51 0,-3 0-71 16,-1-1-104-16,-1 1-98 0,0 0-66 0,2-4-73 16,-4 0-70-16,-3-4-345 0,6 8-462 0</inkml:trace>
  <inkml:trace contextRef="#ctx0" brushRef="#br0" timeOffset="188591">24177 15477 796 0,'0'0'645'0,"1"-9"-113"0,-1 9-58 0,0 0-66 0,0 0-25 0,0 0-36 0,0 0-37 16,0 0-42-16,-10 7-43 0,7 1-36 0,-1 0-16 15,-2 3-34-15,5 0-29 0,-2 3-7 0,2-1-35 16,1 1 5-16,-1 0-29 0,2-3 2 0,0 3-23 16,1-2 14-16,0-2-27 0,1 0 15 0,2 1-17 15,-2-4 13-15,3 2-6 0,-3-3 25 0,4-3-28 16,-7-3 6-16,13 2 0 0,-13-2-2 0,15-2 1 15,-7-3-1-15,-1-1-13 0,2-3 6 0,-2-1 2 16,-1 2-1-16,2-3-3 0,-3 1 5 0,0 1-3 16,-1-2 2-16,0 2-4 0,-2 0-5 0,1-1-2 15,-2 2-2-15,-1 0-1 0,0 0 2 0,0 8-1 16,-4-11-13-16,0 5-13 0,4 6-40 0,-9-4-60 16,9 4-81-16,-14-3-85 0,14 3-94 0,-12 3-79 15,4 0-91-15,0 1-545 0,3 1-720 0</inkml:trace>
  <inkml:trace contextRef="#ctx0" brushRef="#br0" timeOffset="189223.41">24257 15479 227 0,'5'-6'765'16,"1"-1"-179"-16,-3 3-96 0,-3 4-69 0,8-6-25 15,-8 6-16-15,13-2-30 0,-13 2-31 0,18 2-27 0,-7 1-46 16,3 2-38-16,0 2-29 0,0-1-34 0,3 1-12 15,-4 2-18-15,2 0-14 0,-2-1-16 0,-2 0-12 16,2 0-18-16,-4-1-12 0,0-2-9 0,1 0-5 16,-3 1-2-16,-1-1-1 0,-6-5 0 0,10 6-2 15,-10-6 3-15,10 6 4 0,-10-6-4 0,0 0-7 16,0 0 1-16,0 0-2 0,7-4-1 0,-7 4 0 16,-3-8 3-16,1 2 2 0,-1-2-2 0,-1-2 1 15,1 1-5-15,-1-2 0 0,1-3-46 0,-2 1 48 16,1-2-48-16,2-1 47 0,-1 1-35 15,-1 4 30-15,4-2-49 0,-1 2-8 0,0 0-17 0,1 3-20 16,1 0-27-16,0-1-21 0,0 4-18 0,3 0-21 16,0 1-31-16,-4 4-39 0,9-6-22 0,-9 6 2 15,12-2-29-15,-12 2 66 0,11 4 2 0,-11-4 38 16,14 4 36-16,-14-4 21 0,12 7 35 0,-12-7 19 16,9 3 18-16,-9-3 18 0,9 4 49 0,-9-4 52 15,7 3 38-15,-7-3 3 0,0 0 2 0,12 0-9 16,-12 0 9-16,10-3-1 0,-1 0-14 0,-1 1-13 15,1-3-13-15,1 1 14 0,-1-1-9 0,2-1-9 16,2-2-12-16,-1 0 5 0,-1 1 35 0,2 0 1 16,-3 0 8-16,-2-1 11 0,2 2 7 0,-4 2-3 15,2-3-19-15,-3 2-6 0,0 1-31 0,-5 4 10 16,5-7-17-16,-5 7 12 0,0 0-24 0,-7-4-6 16,7 4-7-16,-14 6-6 0,5-1 1 0,-5 4 16 15,2-1-31-15,-4 4 15 0,1 1-24 0,0 2 18 0,4 1-2 16,-2 0-9-16,1 0 3 0,3 0-7 15,2-2 0-15,-1-1-5 0,4 1 6 0,0-3-1 0,3 1 4 16,2-2 2-16,3-1-3 0,0 0 3 0,5-5-4 16,0 2 2-16,1-3-7 0,4-2 6 0,0-1-5 15,4-3 2-15,-1 0-4 0,3-1 2 0,-1-3-2 16,2 0-1-16,-1-1-22 0,-1-1 9 0,-2-1-72 16,0 0-98-16,-3-2-120 0,1 0-114 0,-5 2-111 15,1-2-129-15,-4 1-402 0,3-2-678 0</inkml:trace>
  <inkml:trace contextRef="#ctx0" brushRef="#br0" timeOffset="189672.83">25763 14866 687 0,'-16'-12'803'0,"4"3"-171"0,0 0-133 0,-1 2-104 0,4-1-61 0,-1 3-40 16,3-1-40-16,-1 1-35 0,0 0-38 0,3 2-33 15,5 3 16-15,-4-6-28 0,4 6-27 0,5-4-17 0,-5 4-16 16,21-3-14-16,-5 2-10 0,4-1-9 15,1 1-10-15,6 0-8 0,-1-1-1 0,-2 0-6 16,2-1-2-16,-1 0-2 0,-1 0 1 0,1-1 12 16,-5 0 30-16,-1-2 5 0,-2 1-33 0,-2 1 80 0,-1 0-35 15,-1-1 39-15,-3 1-63 0,-2-2 32 0,2 3-47 16,-2 0 44-16,-8 3-53 0,10-4 44 0,-10 4-52 16,0 0 44-16,5 2 3 0,-9 5-11 15,1 3-10-15,-3 6-5 0,0 4-4 0,-2 7-10 0,-2 3-5 16,1 1 0-16,-1 5-4 0,-1 2-7 0,0 1-37 15,1-4 47-15,-1 3-41 0,3-6 0 0,-1 0 47 16,0-4-48-16,1-1 44 0,3-3-46 0,-1-2 28 16,1-6-89-16,0 0-31 0,1-2-107 0,1-3-177 15,-2 0-205-15,3-3-256 0,0-3-469 0,2-5-934 16</inkml:trace>
  <inkml:trace contextRef="#ctx0" brushRef="#br0" timeOffset="190673">21924 17374 172 0,'0'0'248'0,"0"0"-53"0,0 0-45 0,0 0-32 0,0 0-24 0,-3-6-23 0,3 6-16 0,0 0-28 0,0 0-33 16,0 0-29-16,0 0-27 0,-4-6-8 0,4 6 13 16,0 0 15-16,0 0 5 0,0 0 12 0,-11 3 15 0,11-3 15 15,0 0 23-15,-9 2 27 0,9-2 22 16,0 0 19-16,-9 2 20 0,9-2 8 0,0 0 14 0,-12 3-18 16,12-3 8-16,0 0-17 0,-10 3 9 0,10-3-12 15,-9 2 5-15,9-2-6 0,0 0 3 0,-10 4-4 16,10-4 2-16,0 0 20 0,-9 3-6 0,9-3 30 15,0 0-15-15,0 0 40 0,-8 2-24 0,8-2 18 16,0 0-62-16,0 0 8 0,-7-6-49 0,7 6 13 16,-4-8-37-16,4 8 23 0,-1-10-34 15,1 10 21-15,-2-12-34 0,2 12 29 0,3-13-38 0,-1 7 26 16,-2 6-33-16,4-10 24 0,-4 10-32 0,9-9 29 16,-9 9-20-16,12-6 57 0,-12 6-37 0,20 0 21 15,-8 3-30-15,0 0 22 0,1 3-34 0,1 3 29 16,-1 1-34-16,1 2 2 0,-2 2-3 0,-1 0 2 15,-1 2 3-15,-1 0-1 0,-4-1-2 0,1 1 9 16,-4 0 7-16,2 1 5 0,-3-1-6 0,-2 0-1 16,-3-2 4-16,2 2 24 0,-4-2-38 0,1-1 32 15,-1-1-36-15,-3 0 29 0,4-5-30 0,-3 1 31 16,2-1-35-16,-1-3 34 0,-1 1-39 0,8-5 4 16,-11 3 3-16,11-3-2 0,-6-3 3 0,6 3 0 15,-3-9 1-15,3 9 2 0,8-12-1 0,-3 3 2 16,3 2 1-16,2 0-5 0,0-3 2 0,0 3 4 15,3 0-3-15,-1 0-1 0,2 1-2 0,-3 0 2 16,2 1-4-16,-2 0 4 0,2 2-17 0,-1-1-24 16,-2 0-57-16,0 1-95 0,3 1-96 0,-3-2-52 0,-1 1-76 15,1-2-46-15,-1 0-461 0,-2-1-494 16</inkml:trace>
  <inkml:trace contextRef="#ctx0" brushRef="#br0" timeOffset="191073.38">22087 17171 263 0,'-5'-7'559'0,"1"2"-140"16,-1 0-104-16,5 5-64 0,-4-6-47 0,4 6-14 0,-5-6 19 15,5 6 14-15,0 0-16 0,0 0-13 0,7-7-16 16,-7 7-30-16,0 0-16 0,11 0-13 0,-11 0-19 16,9 3 4-16,-9-3-44 0,11 5 14 0,-5 0-42 15,-1-1 23-15,-5-4-37 0,8 10 29 0,-6-5-24 16,2 1 28-16,-2 0-32 0,2-1 22 0,-4-5-30 15,3 9 62-15,-3-9-17 0,2 9 46 16,-2-9-15-16,3 7 22 0,-3-7-24 0,0 0-13 0,0 0 2 16,0 0-4-16,0 0 8 0,-8-3-11 0,8 3 6 15,-6-9-18-15,2 1 14 0,3 0-29 0,0-2 17 16,-1 1-33-16,2 1 18 0,0-4-26 0,2 3 22 16,0-1-34-16,1 0 29 0,2 1-35 0,0 2 22 15,0-2-28-15,0 2 30 0,2 1-33 0,1 0 32 16,-1 3-31-16,-1-1 19 0,-6 4-24 0,17-3 25 15,-17 3-24-15,15 0 28 0,-15 0-25 0,17 3 36 16,-8 2-40-16,-3-2 20 0,3 2-21 0,-1 0 20 16,-1 1-2-16,-2 0-4 0,2 1-16 0,-2 0-14 15,1 0-28-15,-1 3-29 0,1-3-72 0,-1 0-77 16,1 2-140-16,-1-1-86 0,1 0-87 0,2-3-105 0,-1 1-269 16,-1 0-500-16</inkml:trace>
  <inkml:trace contextRef="#ctx0" brushRef="#br0" timeOffset="191522.94">22639 16962 471 0,'4'-10'516'0,"-2"1"-86"0,-2 0-51 0,0 9-41 16,-2-12-28-16,-2 5-31 0,-1 0-41 0,1 1-11 0,-3 2-19 16,-2-1-30-16,0 1-28 0,-1 1-16 0,-2 1-32 15,12 2-10-15,-20 0-19 0,8 2-5 0,1 1-9 16,0 1-8-16,-3 2-2 0,4 1-9 0,-1 1 27 15,2 2-5-15,1-1-12 0,0 2 8 0,2-1-5 16,2-1-5-16,-1 2-5 0,4-1-4 0,-1-1-2 16,2 0-3-16,2 0-5 0,-1-2-4 0,2-2 0 15,-1 2-3-15,2-1-3 0,-4-6 11 0,10 7-17 16,-10-7-6-16,12 3 0 0,-12-3 2 0,11-3-5 16,-11 3 2-16,12-6-2 0,-6 0-2 0,-1-2 5 15,-1-1-6-15,2-1-8 0,-2-1 11 0,-1-1-8 16,-1-1 11-16,1 0-12 0,-2-4 15 0,-1 2-14 15,3-2 10-15,-3 0-10 0,-2-1 9 0,1 1-8 16,1 1 10-16,-2 1-5 0,0 2 31 0,2 1-12 16,-2 1 4-16,0 1-16 0,1 1 9 0,1 2-17 15,0 0 23-15,-1 1-28 0,1 6 11 0,0 0-10 16,0 0 10-16,0 0-7 0,0 0 9 0,6 8-13 16,-3 1 17-16,1 2-15 0,0 3 8 0,2 1-10 15,2 1 11-15,-1 0-9 0,0 2 12 0,3 0-8 0,-1-1-1 16,-1-1-1-16,1 2-2 0,1-4 0 15,-3 0-27-15,1 0-66 0,1-1-130 0,0 0-139 16,0-1-108-16,-1-4-167 0,-2 4-440 0,2-5-694 0</inkml:trace>
  <inkml:trace contextRef="#ctx0" brushRef="#br0" timeOffset="191723.14">22913 17081 853 0,'0'0'787'0,"4"-4"-177"0,-4 4-149 0,0 0-94 0,2-5-75 0,-2 5-58 0,7-6-43 15,-1 2-10-15,2-3-26 0,3 0-30 16,6-4-22-16,1 0-27 0,5-3-17 0,4 1-22 0,-2 0-12 16,1-1-35-16,-2 1-91 0,-5 1-129 0,3-1-104 15,-4 3-92-15,-2-2-106 0,0 1-386 0,-2 3-486 16</inkml:trace>
  <inkml:trace contextRef="#ctx0" brushRef="#br0" timeOffset="192207.88">24431 16471 267 0,'0'-10'833'0,"0"-2"-178"0,0 3-121 16,0 0-123-16,0 2-78 0,0 7-59 0,0-12-43 15,0 12-15-15,3-7-25 0,-3 7-30 0,0 0-26 16,0 0-24-16,9 4-25 0,-7 0-16 0,3 4-16 16,0 0-9-16,2 0-8 0,0 3-10 0,-2-3-12 15,3 4 4-15,-1-1-13 0,0-3-4 0,1 2-98 16,-2-2-138-16,-2-1-111 0,3 0-66 0,-4-2-72 16,1 0-79-16,-4-5-254 0,0 0-349 0</inkml:trace>
  <inkml:trace contextRef="#ctx0" brushRef="#br0" timeOffset="192357.23">24560 16374 301 0,'0'0'538'16,"0"-8"-114"-16,0 8-121 0,0 0-1 0,0 0 24 15,0 0-38-15,0 0-9 0,10 5-11 0,-6-1-27 16,-1 5-44-16,1-1-35 0,0 1-29 0,1 1-25 16,0 2-23-16,0-1-15 0,0 1-23 0,-1 0-5 15,0-2-23-15,-2 3-131 0,1-2-186 0,-3-2-219 16,-2 1-484-16,-1-2-603 0</inkml:trace>
  <inkml:trace contextRef="#ctx0" brushRef="#br0" timeOffset="195172.77">25676 16459 41 0,'0'0'537'0,"-10"-4"-128"0,10 4-75 0,-9-7-64 0,9 7-27 0,-9-6-31 0,4 1 0 16,-3-2-20-16,4 3-10 0,-2-4-19 0,1 2-23 15,-1-1 4-15,3 0-6 0,-2-1-30 16,1-1-1-16,1 1-5 0,2-2-9 0,1-1-16 15,1 2-5-15,3-3-18 0,4 1-1 0,1 0-14 0,0 0 0 16,3 3-13-16,1-2 2 0,1 4-10 0,2 2 0 16,-1 0-9-16,0 1 5 0,-1 6-7 15,4-1 7-15,-4 3 2 0,2 1-2 0,-2 2-5 16,0-2-4-16,-3 5 3 0,1-3-1 0,-3 4 1 0,0-3 2 16,-2 1 4-16,-2-1 0 0,0-2 6 15,-1 2 6-15,0-3 16 0,0 1 21 0,-1-2 14 16,-3-5 3-16,2 7-17 0,-2-7-10 0,0 0-9 15,0 0-11-15,0 0-6 0,-8-3-9 0,6-4-6 0,-2-2 2 16,0-2-9-16,3-2 5 0,0-3-6 0,1 0 6 16,1-3-8-16,0 0 8 0,4-2-7 0,-1 0-3 15,3 2 3-15,-2 2 2 0,2 2-4 0,0 1 1 16,0 0-1-16,1 3 0 0,2 2 0 0,0 0-4 16,1 5 3-16,0 1 0 0,-11 3 1 0,21 0-2 15,-9 4 7-15,-1-1-7 0,1 6 5 0,1 0-6 16,-4 1 3-16,3 0-4 0,-2 3 7 0,-2 2-9 15,2-5 8-15,-4 5-8 0,1-2 6 0,-2-1-7 16,-1-2 11-16,-2 1-13 0,1-1-3 0,-1-2-59 16,1 0-80-16,-2-2-96 0,-1-6-95 0,0 10-88 15,0-10-90-15,0 0-437 0,-5 5-542 0</inkml:trace>
  <inkml:trace contextRef="#ctx0" brushRef="#br0" timeOffset="196110.21">26118 16135 572 0,'0'0'593'0,"0"0"-127"0,9 2-93 15,-9-2-54-15,0 0-60 0,0 0-35 0,0 0-28 0,0 0-40 16,9 3-23-16,-9-3-31 0,0 0-18 0,11-1-20 16,-11 1-10-16,16-4-9 0,-7 0-9 15,0 2-7-15,0-4-3 0,1 1-7 0,-2-2 0 0,1 1-5 16,-1-1-1-16,-1 0 27 0,-1-1 27 0,-1-1-3 15,-1 1 19-15,-1-2 8 0,-1 3-12 0,0-2-9 16,-2 0 6-16,0 2-8 0,-2 1 6 0,1-1-4 16,1 7-12-16,-6-12-11 0,6 12-9 0,-11-4 2 15,11 4 8-15,-15 1-8 0,6 2-6 0,1 3-8 16,-2 4-1-16,1 2-7 0,0 1-4 0,0 3 4 16,-1 2-12-16,5 0 8 0,0-1-14 0,1 0 11 15,1 0-11-15,2-1 10 0,4 0-11 0,-1-4 9 16,3 3-11-16,3-2 10 0,4-4-11 0,-1-2 13 15,3-1-13-15,4-2 9 0,1-4-10 0,-1-3 6 16,5-1-10-16,3-3 11 0,2-3-9 0,0-1 5 16,0-2-4-16,-2-1 3 0,-1-1 0 0,-2 0 0 15,0 0 3-15,-6 2 2 0,-1 0-2 0,-1-2-1 16,-3 2 0-16,0 0 0 0,-3 1 0 0,0 0 1 16,-3 0-1-16,-2 1 9 0,0 2-6 0,-3-1 1 15,-1 2-5-15,-1-2 9 0,-2 3-11 0,-1-1 8 0,-1 2-11 16,-4 0 17-16,2 4-15 0,-1-2 1 15,-2 2-1-15,10 2 3 0,-23 2-1 0,10 2 0 16,0 0 2-16,0 1 1 0,-1 5-2 0,0-3 2 16,3 5 0-16,1-3 0 0,0 4 0 0,2-1-2 15,3-1 5-15,1 0-3 0,1-3-2 0,3 3 3 16,0-4-2-16,5 2-1 0,-1-4 2 0,4 0-2 16,1-1 3-16,-9-4-3 0,16 1 1 0,-3-2 1 0,-3-3 0 15,4-1 0-15,-2 0 0 0,-1-4 4 0,2 2-7 16,-1-4 5-16,-2 2-1 0,0-1-1 15,-2-1 2-15,0 0 1 0,-1 0 6 0,-3 2-7 0,1-1 3 16,-2 2-5-16,-1-1 6 0,2 1-7 0,-3 2 7 16,2 0-9-16,-2 0 10 0,-1 6-12 0,3-8 8 15,-3 8-4-15,2-10 3 0,-2 10-5 0,0 0 11 16,0 0-2-16,0 0 9 0,0 0 2 0,0 0-1 16,5 6 0-16,-5-6-3 0,0 10 1 0,0-10-5 15,0 9 2-15,0-9 4 0,1 12 3 0,-1-12 1 16,2 12-1-16,-2-12-2 0,4 11 5 0,-2-3 11 15,1-1 10-15,1 3-7 0,1 2 8 0,2 1 0 16,1 3 1-16,1 3 54 0,1 4 3 0,4 2-15 16,-3 3 52-16,4 6 0 0,-2 0-6 0,-2 1-24 15,2 1 4-15,-3-2-35 0,2 3 19 0,-5-6-21 16,2 1 10-16,-4-2-25 0,3-1 18 0,-4-5-30 16,0-1 2-16,-2-3-2 0,0-2 5 0,-1-1-3 15,-1-3 2-15,0-1-5 0,-3-4-8 0,-2 1-9 16,-1-4 0-16,-2-1-11 0,-2-4 1 0,10-1-4 0,-24-3 0 15,11-2-7-15,-5-6 1 0,1-1 12 16,-4-4-28-16,2-4 11 0,-1-2-21 0,-1-4-6 0,0-2-2 16,7 2 0-16,0 3-2 0,4-2-7 15,3 2-6-15,2 0-11 0,3 1-15 0,2 1-14 0,2 2 3 16,2 0-8-16,1-1-19 0,4 1-10 0,1 1-63 16,-1 3 10-16,3-1-67 0,-1 3-73 15,1 1-101-15,-2 0-82 0,3 5-58 0,-2 0-109 0,0-2-508 16,-1 3-779-16</inkml:trace>
  <inkml:trace contextRef="#ctx0" brushRef="#br0" timeOffset="196557.39">26947 15861 520 0,'4'-9'490'0,"0"3"-62"16,-1 0-66-16,-3 6-1 0,2-11-52 0,-2 11-31 0,4-10-27 15,-4 10-32-15,-2-7-19 0,2 7-28 0,-4-7-13 16,4 7-26-16,-7-3-4 0,7 3-12 0,-14 0-10 16,14 0-3-16,-16 4-6 0,5 1-21 0,-1 2 2 15,0 2 1-15,2 1-1 0,-3 1-23 0,4 2-12 16,0-1-5-16,-1 2 17 0,2 1-10 0,3-1-6 16,1 0 6-16,2-1-3 0,2-1-4 0,0 0-6 15,2 0 2-15,2-3-9 0,1 1-3 0,2-2-2 16,2-2-8-16,-2 0 2 0,2-3-3 0,2-1-3 0,-11-2-11 15,21-3 13-15,-8 0-5 0,-3-2 0 16,1-3-1-16,1 0 0 0,-3-3-2 0,0 0 5 16,0-2-6-16,-4 0 0 0,2 0-1 0,-2-1 17 15,-3-1-19-15,0 2 20 0,-1 1-21 0,-2-1 22 16,1 3-27-16,-2 0 21 0,2 0-21 0,-2 2 15 16,2 1-18-16,-3 0 19 0,2 2-15 0,1 5 13 0,-7-3-20 15,7 3 23-15,-6 3-20 0,1 2 22 0,1 1-17 16,2 2-2-16,0 2 9 0,1 1-5 0,1 0-1 15,1 1 3-15,2 1 2 0,1 2-2 16,3-3-15-16,-2 1 27 0,3 0-23 0,1-3 16 0,1 1-14 16,-2-1 10-16,0-2-16 0,1-4-4 0,-1 0-74 15,1 1-117-15,-9-5-133 0,17 1-90 0,-17-1-133 16,13-5-114-16,-8 2-274 0,0-2-537 0</inkml:trace>
  <inkml:trace contextRef="#ctx0" brushRef="#br0" timeOffset="197090.04">26957 15490 61 0,'-6'-11'892'0,"1"4"-231"0,3-1-134 0,-2 3-112 0,4 5-54 16,-3-4-26-16,3 4-19 0,0 0-29 0,0 9-17 16,3 1-51-16,3 3-29 0,1 5-12 0,0 3-20 15,7 4-26-15,-3 1-25 0,3 2-21 0,0 4-17 16,0-4-10-16,-3-2-14 0,2 1-8 0,-2 0-6 15,1 0-7-15,-3-6-23 0,0-2 20 0,-1 0-26 0,-1-1 12 16,-3-2-33-16,4-2 7 0,-5-1-16 16,1-3 16-16,0-1-13 0,-2-2-10 0,-2-7-15 15,0 9-12-15,0-9-11 0,-4 7 5 0,4-7 4 16,0 0-2-16,-14-5 17 0,7 0 4 0,1-1 12 0,-2-1 0 16,2 0 12-16,-3-1 3 0,1-1 10 15,-1 2 1-15,2 0 10 0,0 1 2 0,1-2 9 16,1 3-2-16,1 0 4 0,-1 1-4 0,5 4 6 15,-8-9 0-15,8 9 6 0,0-7-9 0,0 7 3 0,9-10-4 16,-3 4 8-16,1 2-11 0,1-1 6 0,2-1-2 16,-1-1-1-16,2 2-5 0,1-2 9 0,-2 0-1 15,1-1 7-15,2 0 0 0,-3 1 19 0,2-1-7 16,-1 1 19-16,-2 3-9 0,0-3 11 0,-1 2-5 16,-2 1 4-16,1-1-10 0,-1 1 16 0,-6 4-19 15,10-6 0-15,-10 6 17 0,0 0 1 0,13 2-3 16,-13-2 6-16,9 5-5 0,-5 1-13 0,2-2-6 15,-2 3-2-15,1 1-4 0,-1-2-3 0,1 3-3 16,-2-1-6-16,3 0-3 0,-2 1-3 0,0-3-3 16,0 3 0-16,-2-2 3 0,3 0-7 0,-2-1-4 15,-2 0-6-15,3-2-15 0,-4-4-25 0,6 11-39 16,-6-11-34-16,3 7-49 0,-3-7-64 0,4 6-89 16,-4-6-67-16,0 0-109 0,0 0-73 0,0 0-454 15,0 0-635-15</inkml:trace>
  <inkml:trace contextRef="#ctx0" brushRef="#br0" timeOffset="197390.21">27184 15565 489 0,'0'0'738'0,"-13"-4"-171"0,13 4-99 0,-11-3-94 0,11 3-65 0,-9-4-40 0,9 4-46 0,-8-2-34 0,8 2 9 0,0 0-18 0,0 0-48 16,-2 6-17-16,2-6-21 0,8 7-4 0,-8-7-25 15,12 8-4-15,-12-8-15 0,12 6-5 16,-12-6-9-16,12 4 1 0,-12-4-7 0,12 4 12 16,-12-4-15-16,0 0 1 0,15-1-8 0,-15 1 1 0,6-7-9 15,-6 7 6-15,7-9-9 0,-7 9 3 0,1-11-8 16,-1 11 3-16,0-11-4 0,0 11 2 0,-1-12 0 16,1 12-2-16,-4-9 1 0,4 9-3 0,-8-6 1 15,8 6 2-15,0 0-1 0,-18 0 4 0,18 0-6 16,-14 6-4-16,7 0-17 0,0 1-5 0,1 1-65 15,-1 1-79-15,2 0-79 0,0 1-106 0,2 1-100 16,1 0-120-16,0-3-337 0,0 4-485 0</inkml:trace>
  <inkml:trace contextRef="#ctx0" brushRef="#br0" timeOffset="197705.3">27367 15606 454 0,'5'-2'847'0,"-5"2"-194"16,6-9-115-16,-6 9-98 0,9-8-64 0,-9 8-34 16,5-3-58-16,-5 3-22 0,0 0-53 0,0 0-32 15,14 2-47-15,-14-2-7 0,12 7-35 0,-6 0-12 16,3-1-23-16,-1 0-1 0,0 3-20 0,0-5 5 16,1 2-20-16,-2 1 5 0,-1-2-9 0,1 0 17 0,-1-1 12 15,-6-4 43-15,9 7-2 0,-9-7 20 0,8 3 0 16,-8-3-42-16,7-3-13 0,-7 3-7 0,6-10-4 15,-2 4-4-15,-2-3 4 0,0-1-16 16,-2 0-4-16,2 0-5 0,-2-1 3 0,0-2-4 0,-2 1-1 16,2 3 3-16,0-1-7 0,0 2-4 15,-1 0 1-15,0 1-3 0,1 7-24 0,0-14-32 16,0 14-66-16,0-10-58 0,0 10-55 0,0 0-98 16,2-8-102-16,-2 8-105 0,0 0-103 0,0 0-441 0,3 6-701 15</inkml:trace>
  <inkml:trace contextRef="#ctx0" brushRef="#br0" timeOffset="198089.21">27615 15557 745 0,'0'0'627'0,"5"-6"-107"0,-5 6-70 0,0 0-53 16,6-5-49-16,-6 5-35 0,0 0-51 0,8-5-43 15,-8 5-47-15,0 0-29 0,9-4-30 0,-9 4-20 16,9-4-22-16,-9 4 7 0,13-4-8 0,-13 4-1 15,13-6-13-15,-5 1 19 0,0 0-29 0,1 1 2 16,-3-3-14-16,2-1-1 0,0 1 39 0,-3 0 13 16,2-1 28-16,-2-2-29 0,-1 3-4 0,0-2-40 15,-1 0 19-15,-1 2-40 0,-2 0 30 0,0 0-36 16,0 7 35-16,-2-12-44 0,2 12 44 0,-7-8-42 16,7 8 36-16,-9-3-36 0,9 3 34 0,-19 6-10 15,10 2-3-15,-4 0-9 0,3 3-4 0,1 0-3 16,0 3-4-16,4 0 2 0,-1 1-5 0,2 1 7 15,1-1 16-15,3 0-27 0,2 0 46 0,1-1-17 16,4-1 17-16,-1-1-16 0,6-2 8 0,-1-2-22 16,3-1 15-16,-1-3-25 0,5-2 0 0,0-4-1 15,1-1-1-15,2-1-5 0,0-5-3 0,2 0-10 0,-4-2-34 16,-1-1-67-16,0-1-84 0,-4-1-123 0,0 1-128 16,-5 1-76-16,-2 1-129 0,-3 3-566 15,-2 1-828-15</inkml:trace>
  <inkml:trace contextRef="#ctx0" brushRef="#br0" timeOffset="198807.08">26885 15420 156 0,'0'0'287'0,"1"-11"-47"0,-1 11-51 0,3-11-22 16,-3 11-15-16,4-11-4 0,-4 11-2 0,2-8-1 0,-2 8-16 16,5-8-10-16,-5 8-13 0,3-8-10 0,-3 8-5 15,0 0 3-15,2-7-6 0,-2 7-5 16,0 0 36-16,0 0 42 0,0 0 5 0,0 0 7 0,11 3 8 16,-11-3 9-16,5 9-9 0,-1-2-2 0,-1 1-26 15,2 2-7-15,0 2 8 0,1 1-35 0,-1 1 4 16,1 0-28-16,-2 2-12 0,4-1-26 0,-3 1-4 15,1 1-15-15,-1-1-3 0,2-1-14 0,-1-1 2 16,-1 1-12-16,0-1 4 0,-1 0-15 0,1-6 5 16,-1 4-33-16,0-3-87 0,0 0-81 0,-2-1-73 15,1-2-62-15,-3-6-75 0,2 11-64 0,-2-11-37 16,0 0-313-16,-4 5-354 0</inkml:trace>
  <inkml:trace contextRef="#ctx0" brushRef="#br0" timeOffset="199027.97">26859 15644 145 0,'-10'0'468'0,"10"0"-117"16,-19 2-45-16,19-2-29 0,-13 1-48 0,13-1 18 0,0 0 3 16,-16 1 3-16,16-1-11 0,0 0-11 15,0 0-4-15,0 0-27 0,5-5-1 0,2 3-28 16,4-3-20-16,0-1-21 0,4 0-6 0,3-4-24 16,0 0-16-16,6-4-20 0,1 0 18 0,-1-2-4 0,7-3-5 15,1-1-9-15,0-1-11 0,-2 1-7 16,2 1-13-16,-7 3-6 0,-4 1-11 0,-2 3 0 15,-2 4-13-15,-4 0-11 0,-2 2-12 0,-2 1-42 16,-9 5-119-16,12 0-143 0,-12 0-153 0,1 7-182 0,-4-1-343 16,-5 3-604-16</inkml:trace>
  <inkml:trace contextRef="#ctx0" brushRef="#br0" timeOffset="200028.36">26371 17168 468 0,'0'0'467'0,"0"0"-114"16,0 0-76-16,0 0-46 0,0 0-3 0,0 0 30 0,-5 6 3 16,5-6-21-16,0 0-17 0,-4 7-27 15,4-7-29-15,0 0-16 0,-2 8 5 0,2-8-6 16,0 0 5-16,0 0 10 0,-3 6 15 0,3-6 7 15,0 0 19-15,0 0-34 0,0 0-14 0,0 0-52 0,5-8 7 16,0 0-49-16,0-4 11 0,6-1-32 0,-2-3 17 16,2-1-39-16,2-6 26 0,0 1-37 0,2-2 0 15,-1-2-1-15,1-1 1 0,1-3 0 0,0-1-1 16,-3 5-5-16,-1-2-2 0,0 2 2 0,-3-1 26 16,-1 6-33-16,0-2 40 0,-3 5-45 0,-1 1 27 15,-2 2-30-15,1 2 24 0,-3 1-34 0,-2 4 30 16,0 2-28-16,-5-1 24 0,1 3-24 0,6 4 28 15,-22-1-30-15,10 5 29 0,-2-1-26 0,-2 5 2 16,2-1 5-16,3 0 6 0,-3 1-3 0,3 0 1 16,2 1 5-16,-1-1-3 0,4 0 3 0,1 0-1 15,1 0-4-15,1-3-2 0,3-5 1 0,4 9-8 16,1-5-1-16,-5-4 7 0,16 4-1 0,-5-2 8 16,-1-1-2-16,4 0 1 0,-1-1-2 0,0 0 6 15,2 0-5-15,-2 0 3 0,2 1-2 0,-2-1 2 0,1 2-2 16,-1 1 2-16,0-1-3 0,-2 1 4 15,1 0-3-15,-1 2 4 0,-2 0 0 0,0 2 23 0,0-2-28 16,-3 1 19-16,0 2-23 0,-1-2 27 0,-1 2-23 16,-2-2 8-16,1 2-14 0,-3-3 23 0,0 4-23 15,0-1 25-15,-3-1-24 0,2 0 20 0,-2 0-21 16,-2 0 22-16,1-2-18 0,-1 1 21 0,3 1-24 16,2-7 23-16,-8 8-23 0,8-8 25 0,-6 6-26 15,6-6 22-15,0 0-20 0,0 0 11 0,-2-7-17 16,4 1 27-16,3-1-19 0,1 0 17 0,2-2-22 15,-1-2 2-15,4 0 2 0,0 0 1 0,-1 1 8 0,1-1-7 16,1 1 1-16,-1 1 1 0,-2 1-2 16,-1 2 2-16,0 0 2 0,0 1 0 0,-2 0-1 15,3 3-1-15,-9 2 2 0,14-5 0 0,-14 5 2 16,13 0 0-16,-13 0 0 0,10 4 0 0,-10-4 0 16,11 7 0-16,-8-1 20 0,2-2-26 0,-5-4 27 15,8 9-28-15,-5-3 21 0,-1 0-21 0,-2-6 23 16,3 8-20-16,-3-8 14 0,1 12-21 0,-1-12 15 0,-1 10-23 15,1-10 2-15,-2 9-39 0,2-9-38 0,-1 7-65 16,1-7-89-16,0 0-119 0,-2 6-86 0,2-6-102 16,0 0-549-16,0 0-720 0</inkml:trace>
  <inkml:trace contextRef="#ctx0" brushRef="#br0" timeOffset="200355.98">26877 16679 817 0,'0'0'600'0,"-7"-5"-133"0,7 5-92 0,-7-3-80 0,7 3-58 0,0 0-45 0,-8-4-11 15,8 4 14-15,0 0-27 0,0 0-11 16,0 0-21-16,0 0-25 0,0 0-18 0,0 0-19 0,11 1-9 16,-11-1-11-16,11-2 4 0,-11 2-9 0,9-5-12 15,-2 0-8-15,-2 0-4 0,2 1-10 0,-3-3 3 16,0 1 0-16,-1 1 1 0,-3 5 11 15,3-12 4-15,-3 12-4 0,2-11 8 0,-2 11-3 0,-3-8-1 16,3 8-9-16,-4-6-2 0,4 6-9 0,-11-2-2 16,11 2 4-16,-13 3-11 0,5 2 1 0,2-2-2 15,-2 2-7-15,2 1 8 0,-2 0-10 0,4 3 9 16,-1-3-8-16,1 3 3 0,-2-3-6 0,5 1-10 16,0-1-26-16,1-6-41 0,1 11-75 0,-1-11-104 15,7 7-80-15,-7-7-125 0,11 5-137 0,-11-5-275 16,15 0-437-16</inkml:trace>
  <inkml:trace contextRef="#ctx0" brushRef="#br0" timeOffset="201191.12">27248 16580 455 0,'6'-7'766'0,"2"-1"-168"15,-4 2-87-15,2-1-91 0,-3 3-32 0,-1-3-29 16,3 2-11-16,-5 5-36 0,4-11-30 0,-4 11-57 0,4-7-14 15,-4 7-59-15,1-7 12 0,-1 7-53 0,0 0 5 16,-9-5-48-16,9 5 12 0,-15 7-44 16,6-2 14-16,-4 1-32 0,1 3 26 0,-1-1-37 0,-4 3 31 15,2-1-43-15,0 4 4 0,0-1 1 0,0-1 7 16,2 2 9-16,4-3 10 0,-1 0-4 0,1 1-2 16,5-2 3-16,-1-2-3 0,3 0-3 0,2 0 0 15,0-8-3-15,2 10-3 0,-2-10 2 0,9 5-7 16,-9-5-4-16,14 0-4 0,-4-5-9 0,1-1-1 15,1-1 0-15,0-2 3 0,1-4 29 0,1-1-35 16,-3 0 27-16,2-2-29 0,-3 0 25 0,-1 1-21 16,-1 0 30-16,-2 2-21 0,1 0 18 0,0 1-25 15,-3 3 30-15,0-1-20 0,-1 1 26 0,2 3-25 16,-3-3 19-16,-2 9-32 0,5-7 30 0,-5 7-16 16,0 0 34-16,9 1-12 0,-6 5 20 0,1 5-21 15,3 2 16-15,0 5-15 0,-1 2 24 0,3 5-16 16,2 2 3-16,0 2 1 0,-1 1-10 0,3 5 6 15,-4-4 11-15,-2-1-25 0,2 2 17 0,-2-1-15 16,-2-1 20-16,-1-5-14 0,-2 1 16 0,1-3-11 16,-2-3 29-16,-1-2-5 0,0 0 39 0,-2-4 1 15,0-2 28-15,-3 1-20 0,1-4-2 0,-3 1-29 0,-2-4-2 16,0 1-27-16,-3-2 7 0,1-2-10 0,-3-2 10 16,-2 1-21-16,2-2-3 0,-5-3-11 15,2 0-18-15,0-3-18 0,1 0-26 0,-3-3-20 0,1-2-10 16,4 0-46-16,1-3-26 0,3-1-12 0,2-3-5 15,5 0 12-15,3-2 17 0,2-2 10 16,3-2 15-16,2-5 5 0,4 1 16 0,-1 1 19 0,3-1 13 16,1 2 12-16,-2 3 35 0,3 1-24 0,-2-2 41 15,2 4-32-15,-3 2 36 0,2 0-26 0,-3 4 40 16,-2 2-27-16,0 0 32 0,1 2-30 0,-3 1 23 16,-1 2-12-16,4 2 40 0,-3 2-19 0,-7 3 19 15,15-3-18-15,-15 3 30 0,14 6-15 0,-5-1 14 16,-1 1-27-16,-2 2 13 0,0 0-25 0,1 0 17 15,-2 1-19-15,0-1 11 0,-2 0-20 0,1 0 10 16,-1-2-19-16,1 0 19 0,-4-6-18 0,5 11 25 16,-5-11-10-16,4 7 22 0,-4-7-26 0,0 0 10 15,0 0-18-15,4-7 17 0,-3 0-17 0,1-3 18 16,0-2-21-16,1-3 23 0,1-2-23 0,1-4 21 0,0 0-23 16,0 0 26-16,1-1-3 0,-1 2 12 0,3 2-15 15,-2 2 20-15,-2 2-26 0,3 0 10 16,-1 6-20-16,3-2 15 0,-1 6-21 0,2 1 27 0,-10 3-4 15,24 3 28-15,-10 1-12 0,0 4 10 0,3 2-18 16,-2 4 20-16,1-1-16 0,-2 2 12 16,-3-1-24-16,2 2 5 0,-4-2-36 0,-1-1-11 15,-3 0-51-15,0-2-35 0,-3 2-76 0,-2-5-56 0,-2 3-107 16,-3-4-147-16,-2-1-120 0,1 1-127 0,-3-2-651 16,-1-2-995-16</inkml:trace>
  <inkml:trace contextRef="#ctx0" brushRef="#br0" timeOffset="201346.46">27751 16461 1478 0,'8'-5'1148'0,"0"0"-235"0,-2 2-118 0,-6 3-158 0,9-5-80 16,-9 5-76-16,8-6-88 0,-8 6-86 0,7-6-69 16,-7 6-144-16,0 0-181 0,8-2-148 0,-8 2-142 15,0 0-279-15,0 8-259 0,0-8-599 0,-13 12-1142 16</inkml:trace>
  <inkml:trace contextRef="#ctx0" brushRef="#br0" timeOffset="204791.53">20921 16104 622 0,'0'-10'496'0,"0"10"-100"0,0-10-70 0,0 10-61 16,-2-11-50-16,2 11-30 0,2-7 7 0,-2 7-5 15,0 0 19-15,0 0 5 0,8 7-15 0,-4 0-30 16,5 5-6-16,1 4 2 0,7 6-21 0,3 9 28 16,2 4-15-16,1 2-14 0,8 10 9 0,1 4-11 15,1 3 7-15,2 3-45 0,-1 1 37 0,4 4-28 16,-2 6 2-16,1 1-45 0,4 16 9 0,1 1 40 16,-1 0-9-16,-1 0-17 0,-8-15-4 0,0 2 69 15,7 14-11-15,-8-15 40 0,0 0 24 0,-1-2-17 16,2-1 48-16,-1 0-11 0,1-5-27 0,0-1-2 15,-2-4-28-15,1-3-25 0,1-1-23 0,1-3-122 0,-1-3 0 16,0-2 0-16,-1-5 0 0,0 0 0 0,-5-9 0 16,1-1 0-16,-1-1 0 0,0-1 0 0,-1 1 0 15,-1-5 0-15,-1 4 0 0,-1-2 0 0,-3 0 0 16,3 1 0-16,-7-2 0 0,-1-1 0 0,0 0 0 16,0 1 0-16,-3-2 0 0,-2 0 0 0,-2-3 0 0,1-3 0 15,-2 1 0-15,-2-4 0 0,1-2 0 16,-1-1 0-16,-1-1 0 0,2-3 0 0,-3 2 0 15,1-3 0-15,-2-1 0 0,0 1 0 0,2-2 0 0,-2-1 0 16,-1-5 0-16,3 11 0 0,-3-11 0 16,1 9 0-16,-1-9 0 0,3 7 0 0,-3-7 0 0,2 7 0 15,-2-7 0-15,0 7 0 0,0-7 0 0,0 10 0 16,0-10 0-16,2 9 0 0,-2-9 0 0,1 10 0 16,-1-10 0-16,1 10 0 0,-1-10 0 0,3 9 0 15,-3-9 0-15,0 6 0 0,0-6 0 0,3 6 0 16,-3-6 0-16,0 0 0 0,4 8 0 0,-4-8 0 15,5 5 0-15,-5-5 0 0,9 3 0 0,-9-3 0 0,14 1 0 16,-14-1 0-16,16 2 0 0,-16-2 0 16,20-2 0-16,-8 1 0 0,2 1 0 0,0-3 0 0,5 3 0 15,-1-3 0-15,2 1 0 0,3-2 0 0,2 0 0 16,0-1 0-16,3 1 0 0,6-3 0 0,0 2 0 16,2-2 0-16,7-2 0 0,1 0 0 0,2 0 0 15,0-1 0-15,1 1 0 0,-1-1 0 0,3 2 0 16,-1-2 0-16,-1 0 0 0,3-1 0 0,-2 3 0 0,1-3 0 15,-3 2 0-15,4-2 0 0,-4 2 0 16,4-4 0-16,-1 1 0 0,-1 1 0 0,3-2 0 16,0-1 0-16,7-3 0 0,0 1 0 0,0-2 0 0,1 0 0 15,-1-2 0-15,-1 2 0 0,2-1 0 16,-2 0 0-16,0 0 0 0,0-1 0 0,1 1 0 0,-2 0 0 16,1 0 0-16,-9 3 0 0,0 2 0 0,1-1 0 15,-3 3 0-15,1-2 0 0,-4 1 0 0,2 2 0 16,-3 0 0-16,-1 0 0 0,0 3 0 0,-4 2 0 15,4-4 0-15,-4 5 0 0,5-4 0 0,-7 2 0 16,6-2 0-16,-5 3 0 0,3-3 0 0,-2 2 0 16,4-2 0-16,0-1 0 0,1 1 0 0,-2-1 0 15,1-1 0-15,2 1 0 0,-2 0 0 0,0-2 0 16,1 1 0-16,-1 1 0 0,0-1 0 0,1 0 0 16,-1 0 0-16,0 0 0 0,0 2 0 0,0-4 0 0,-2 3 0 15,3 0 0-15,-2-3 0 0,1 1 0 16,0-2 0-16,0 0 0 0,0 0 0 0,-1 0 0 0,3-2 0 15,-2 1 0-15,3-3 0 0,-3 2 0 0,4-1 0 16,-3-1 0-16,2 1 0 0,0 0 0 0,1-2 0 16,0 0 0-16,-2 1 0 0,2-1 0 0,-3 1 0 15,-1 1 0-15,1-2 0 0,-1 1 0 0,0-1 0 16,0 1 0-16,-3 0 0 0,1 2 0 0,-1 0 0 16,0 2 0-16,-1-1 0 0,-1 3 0 0,1-2 0 15,0 1 0-15,-2 4 0 0,-2-1 0 0,5-1 0 16,-4 2 0-16,-1-2 0 0,1 3 0 0,-2-3 0 0,2 3 0 15,-1-3 0-15,-1 2 0 0,-3-2 0 16,3 0 0-16,-2 1 0 0,0-1 0 0,0-1 0 0,3-3 0 16,-4 3 0-16,-1-3 0 0,0 4 0 0,2-3 0 15,-2 0 0-15,5-3 0 0,-5 4 0 0,4-3 0 16,-2 1 0-16,-4 3 0 0,2-1 0 0,1-1 0 16,-1 2 0-16,-1-1 0 0,-1-1 0 0,3 1 0 15,-3 0 0-15,1 0 0 0,-1 1 0 0,-1 1 0 0,-5 0 0 16,0 0 0-16,-1 1 0 0,-1 0 0 15,0-2 0-15,-1 0 0 0,0-1 0 0,-1 3 0 16,0-3 0-16,0 2 0 0,0-1 0 0,-3-1 0 0,4 2 0 16,-3-3 0-16,1 1 0 0,-1 1 0 0,0-2 0 15,-1 0 0-15,1 0 0 0,-2-1 0 16,-1-1 0-16,2 1 0 0,-3-2 0 0,-1 0 0 0,0-2 0 16,-3 5 0-16,-2-4 0 0,0 0 0 0,-1 0 0 15,-1-1 0-15,-2 0 0 0,1 3 0 0,-1-3 0 16,-1 1 0-16,1 1 0 0,0-1 0 0,-2 0 0 15,0 0 0-15,0 2 0 0,-1-2 0 0,1-2 0 16,-2 3 0-16,0-5 0 0,1 1 0 0,-3-1 0 16,2 1 0-16,-2 1 0 0,1-2 0 0,-2 1 0 15,1-1 0-15,0 0 0 0,-1 0 0 0,1 1 0 16,-1 1 0-16,-3-2 0 0,4 1 0 0,-2 1 0 16,0-3 0-16,-2 3 0 0,4-4 0 0,-2 5 0 15,0 0 0-15,0-1 0 0,0-1 0 0,1 0 0 0,1 1 0 16,-2-2 0-16,3 1 0 0,-1 1 0 15,1-4 0-15,0 4 0 0,-2-4 0 0,2 0 0 16,1-1 0-16,-1 3 0 0,-1-2 0 0,-1 0 0 16,0-3 0-16,0-1 0 0,-2 2 0 0,0 0 0 15,-2-2 0-15,-1 0 0 0,-3 1 0 0,2-1 0 16,-4-3 0-16,0 3 0 0,-2-2 0 0,1 1 0 16,-3-1 0-16,2 3 0 0,0-3 0 0,-1 2 0 15,-1 1 0-15,7 2 0 0,-4 0 0 0,5 0 0 0,-3 0 0 16,3 0 0-16,-1 0 0 0,1 0 0 0,2 0 0 15,-1-1 0-15,1 1 0 0,0-3 0 16,1 1 0-16,1-2 0 0,0 3 0 0,-2-2 0 16,2 3 0-16,0-1 0 0,-3-1 0 0,3 2 0 0,-1 0 0 15,-1 0 0-15,-1 0 0 0,-1 0 0 0,-2 2 0 16,1-2 0-16,-3 2 0 0,3 0 0 0,-2 0 0 16,2 1 0-16,-2 1 0 0,1-1 0 0,-2 2 0 15,3-3 0-15,-1 4 0 0,0-3 0 0,-1 2 0 16,2 1 0-16,-2-3 0 0,0 2 0 0,1-2 0 15,0 2 0-15,-1-2 0 0,1 0 0 0,-2 3 0 16,3-2 0-16,-1 0 0 0,2 3 0 0,-1 0 0 16,1 1 0-16,-1 0 0 0,3 2 0 15,-1-1 0-15,2 3 0 0,0-2 0 0,1 4 0 0,-1-2 0 16,1 1 0-16,0-1 0 0,1 3 0 0,-1-2 0 16,0 2 0-16,1 0 0 0,0-1 0 0,1 1 0 15,1 1 0-15,-2-1 0 0,-1 0 0 16,2 1 0-16,-1-2 0 0,0 1 0 0,1-1 0 0,-1 2 0 15,0-2 0-15,2 4 0 0,-1-2 0 0,-1 0 0 16,1 2 0-16,1 0 0 0,-1 1 0 0,-3-1 0 16,1-1 0-16,0 3 0 0,-1-1 0 0,0 1 0 15,-2 1 0-15,0-2 0 0,1 3 0 0,-3-1 0 16,3 1 0-16,-3-1 0 0,-2 0 0 0,1 2 0 16,-2 0 0-16,2-1 0 0,-3 0 0 0,0 2 0 15,2-1 0-15,-2 1 0 0,0 1 0 0,-1 0 0 16,1 0 0-16,-3 3 0 0,1-1 0 0,-4 4 0 15,0-1 0-15,0 0 0 0,-1 3 0 0,-1-2 0 16,-3 1 0-16,1 2 0 0,5-2 0 16,0 1 0-16,-2 0 0 0,1-3 0 0,2 4 0 0,-2-4 0 15,-2 3 0-15,2-1 0 0,-5 1 0 0,-2 0 0 16,1-1 0-16,0 1 0 0,-2 0 0 0,-1-1 0 16,0 2 0-16,1-1 0 0,-1 1 0 0,1 0 0 15,-2 0 0-15,2 1 0 0,0 0 0 0,-1 1 0 16,4-1 0-16,-3 0 0 0,1 1 0 0,-1-3 0 15,0 4 0-15,2-1 0 0,-1-1 0 0,0 3 0 16,-6-1 0-16,2 1 0 0,3-1 0 0,-6 1 0 16,3-1 0-16,-3 1 0 0,3 0 0 0,-2-1 0 15,0 2 0-15,0-1 0 0,1-1 0 0,4 1 0 16,1-3 0-16,-1 2 0 0,1-1 0 0,2 1 0 16,-2 1 0-16,2 0 0 0,0-1 0 0,-5 5 0 15,6-3 0-15,0-1 0 0,0 1 0 0,1 0 0 0,-1 0 0 16,1 0 0-16,2-2 0 0,-2 3 0 15,0-2 0-15,0 1 0 0,-1-1 0 0,0 1 0 16,0-1 0-16,-1 0 0 0,-5 3 0 0,1 0 0 16,0 0 0-16,-2-2 0 0,1 2 0 0,-1-2 0 0,5-1 0 15,-4 1 0-15,4-2 0 0,-6 2 0 16,0 1 0-16,-1 0 0 0,3-1 0 0,-5-1 0 16,2 2 0-16,0-2 0 0,0-1 0 0,1 1 0 0,-3 0 0 15,-1-2 0-15,2 2 0 0,-2-1 0 0,-1-2 0 16,0 5 0-16,2-2 0 0,-2-3 0 0,1 2 0 15,-1 0 0-15,0-1 0 0,1 0 0 16,-1 0 0-16,0 2 0 0,-3-1 0 0,1-1 0 0,-4 3 0 16,-1 0 0-16,0-1 0 0,0-1 0 0,-1 2 0 15,0-1 0-15,-1 1 0 0,0 1 0 0,-8 3 0 16,-2-1 0-16,-1 2 0 0,0-2 0 16,1 1 0-16,-3 0 0 0,2-1 0 0,1-1-15 0,0 0-17 15,9-3 8-15,0 0 4 0,2-1 6 0,-1 0-1 16,4-2 8-16,3 0 0 0,2 0 4 0,6-2-2 15,0 0 5-15,1-2-14 0,4 2-7 0,-1-2-3 16,2 1-4-16,4-1 4 0,1 2 0 0,-2-1 2 16,2-1 42-16,0 3-47 0,0-1 39 0,-3 2-41 15,-1 1 49-15,0-1-49 0,-2 3 42 0,-6 2-44 16,0 0 48-16,0-1-45 0,-1 1 41 0,-1-1-38 16,8-1 45-16,-1-3-43 0,4 2 42 0,-1-2-44 15,0 1 44-15,4 1-5 0,-6-1-1 0,5-1 0 16,-2 0-3-16,5-2-40 0,2-1 41 0,2 1-36 15,4-4 39-15,0 2-42 0,1-1 47 0,2 0-44 16,0-2 39-16,0 3-1 0,-1 0-4 0,1 1-36 16,-2-1 39-16,0 3 1 0,2-2-4 0,-2 0-7 15,0 1 5-15,2-1-1 0,-1 2-6 0,2-1 0 0,-3-1 0 16,4 0-4-16,-2 3 8 0,-2-3-4 0,1 1 1 16,0 1 4-16,0-1-6 0,0 0 0 15,1-2-3-15,2 0-1 0,0 0 4 0,-1 0-3 16,4-1 5-16,-3 2-2 0,0 0 0 0,-3 0 1 0,3 2-4 15,-1-3 4-15,1 1-2 0,0 0 1 0,1 1-1 16,3-2-1-16,-4 1 2 0,4 0-3 0,0 3 4 16,0-3-3-16,1 2 6 0,0 0-41 0,-2 1 45 15,5 0-38-15,-2 2 44 0,1-2-40 0,-1 0 42 16,3 5-41-16,0-5 45 0,0 3-45 0,1 1 45 16,1-1-41-16,0-1 39 0,1 3-41 0,1-1 43 15,1 0-45-15,-2-1 45 0,3 0-38 0,-1 1 39 16,0-1-44-16,0-2 41 0,1-1 0 0,-2 0-6 15,3 0 1-15,-2-1-6 0,0-1-2 0,1 3-4 16,-1-4-7-16,3 2-38 0,-3 0-40 0,2-1-91 16,0 3-55-16,-2-1-71 0,4 0-101 0,-5 1-253 15,2-3-230-15,2-1-699 0,-3-1-1234 0</inkml:trace>
  <inkml:trace contextRef="#ctx0" brushRef="#br0" timeOffset="-187858.6">1188 13111 46 0,'-9'-14'596'0,"4"1"-143"0,-1 1-83 0,-1-1-37 0,2 4-29 15,1 0-32-15,1 1-43 0,-1 0-26 0,1 1-35 16,0 3-26-16,3 4 0 0,-3-8 59 0,3 8 15 16,0 0 0-16,-3 8 1 0,6-3-16 0,-2 7-27 15,1 3-27-15,2 1 39 0,2 5-63 0,-1 1-11 16,2 2-11-16,0 5-21 0,-1-3-9 0,-1 2-7 16,3-3-20-16,-3 2-4 0,-1-2-6 0,1-2-6 15,-1 1-4-15,-2-1-6 0,2-2-22 0,-3-1-27 16,2-2-43-16,-3-3-56 0,4 1-141 0,-3-3-55 15,-1-1-65-15,0-3-67 0,0-1-50 0,0-8-95 16,0 13-266-16,0-13-420 0</inkml:trace>
  <inkml:trace contextRef="#ctx0" brushRef="#br0" timeOffset="-187591.72">1141 13158 175 0,'-5'-14'809'16,"1"0"-238"-16,0 4-69 0,1-1-126 0,0 2-48 15,1-2-86-15,1 2-31 0,1 0-19 0,3 0-21 0,0 0-14 16,2 0-22-16,3 1-16 0,3 0-4 16,4 2-16-16,-1-1-11 0,2 4-17 0,1 0-14 15,2 2-8-15,2 2-12 0,-5 4-6 0,2-3 2 0,-1 6 0 16,1 1 16-16,-5 1 2 0,-1 0 4 0,-3 2-2 16,-1-2 2-16,-3 4 7 0,-1-1-7 0,-3-1-6 15,-6 3 49-15,0 0-59 0,-3-1 44 0,-1 2-62 16,-6-1 46-16,1-1-63 0,-1-1 44 0,-2-1-57 15,2-1 48-15,0-3-55 0,3 0 53 0,0-2-59 16,4 1 23-16,8-7-134 0,-11 4-105 0,11-4-150 16,0 0-69-16,4-7-107 0,5 1-578 0,2-2-755 15</inkml:trace>
  <inkml:trace contextRef="#ctx0" brushRef="#br0" timeOffset="-187343.33">1684 12956 98 0,'-4'-6'854'0,"-1"0"-208"0,0 2-116 0,-4-1-84 16,0 3-59-16,-5 0-21 0,4 0-26 0,-6 4-39 15,1-1-35-15,-3 3-18 0,3 1-59 0,-3 5 11 16,0 0-49-16,1 5 11 0,-2 4-57 0,3 1 8 16,-1 4-21-16,4 3-17 0,3-2-17 0,0 4-9 15,5-1-5-15,1-1-20 0,4 0 6 0,1-2-20 16,3 1 14-16,1 1-3 0,5 1-3 0,2-5 0 15,-1-1-7-15,5 0 0 0,-1-6-13 0,3-3-61 16,1-2-49-16,-1-1-107 0,4-2-136 0,-3-5-134 0,-1 0-117 16,-2-3-672-16,1-5-884 0</inkml:trace>
  <inkml:trace contextRef="#ctx0" brushRef="#br0" timeOffset="-186709.09">1765 13033 186 0,'-3'-6'891'16,"3"6"-219"-16,-4-12-120 0,4 12-103 0,-4-9-49 0,4 9-47 16,-4-8-25-16,4 8-56 0,-2-7-32 0,2 7-62 15,-4-5-19-15,4 5-45 0,0 0-8 0,-3-7-39 16,3 7 9-16,0 0-38 0,0 0 11 0,3-6-27 16,-3 6 13-16,0 0-24 0,14-1 15 0,-14 1-20 15,17-1 7-15,-7 0-9 0,0 0 9 0,3 0-17 16,-3-1 17-16,2 1-17 0,-1 0 13 0,-11 1-13 15,18-2 12-15,-18 2-17 0,18-1 14 0,-18 1-13 16,13 0 14-16,-13 0-15 0,12 3 16 0,-12-3-17 16,11 6 18-16,-11-6-16 0,6 7 13 0,-6-7-12 15,0 12 12-15,0-5-12 0,-1-1 16 0,-3 4-14 16,0-2 12-16,-1 2 1 0,-3-1-3 0,-1 2 4 16,0 0 1-16,-1-1-2 0,-1 1 11 15,-2-2-12-15,-1 1-5 0,1-1-6 0,2 0 6 0,-2-2 0 16,5-1 6-16,-1 1 0 0,2-2-4 0,-1-1-1 15,8-4 0-15,-8 5-2 0,8-5 0 0,0 0 0 16,0 0 2-16,12-2 2 0,-12 2-2 0,18-5-17 16,-8 2 17-16,4-1-13 0,0 2 17 0,2-2-18 15,0 1 22-15,-1 2-24 0,2 1 17 0,-1 3-13 16,1-2 13-16,0 5-11 0,-2-1 10 0,2 1-10 0,-3 2 15 16,2 2-3-16,-3 3-4 0,1 0 1 0,-5-1 1 15,-1 3-1-15,-3 0 3 0,1 1-3 16,-6 0 0-16,0-1 4 0,-1 0-3 0,-5 2 4 15,-2 1 2-15,-1 1 0 0,-4-3 7 0,-1 0-1 0,0-2-2 16,-5-2 3-16,1-1 0 0,-1-2 17 0,-2-2 11 16,5-3 3-16,-2-1-4 0,3-3 7 0,-1-1 0 15,1-3-6-15,3-2-6 0,2-2-4 0,5-2-7 16,0-1-8-16,6 0-8 0,6-2 0 0,0 1-2 16,5 1-3-16,3 0-3 0,2 1-2 0,1 1 1 15,-3 4-2-15,4 1-36 0,-1 1 39 0,0 3-31 16,0 1 35-16,-3 1 1 0,3 2-35 0,-3 2 35 15,2 0-38-15,0 4 38 0,-2-1-31 0,-2 2 20 16,1-3-50-16,-4 4 13 0,3-2-62 0,-3 0-72 16,-1 0-118-16,-1-1-126 0,-1-1-64 0,0 0-116 15,-1-2-556-15,1-1-767 0</inkml:trace>
  <inkml:trace contextRef="#ctx0" brushRef="#br0" timeOffset="-186309.4">2194 12909 1550 0,'-12'-4'794'0,"5"2"-157"0,7 2-139 0,-14-1-66 16,14 1-105-16,0 0-37 0,0 0-85 16,-12-2-6-16,12 2-71 0,0 0 2 0,0 0-57 15,0 0-11-15,0 0-12 0,4 8-14 0,1-5 1 0,4 2-4 16,5 1-2-16,0 3-10 0,7 0 0 15,0-2-7-15,1 4-2 0,4-4-2 0,-2 1-2 16,0-2-3-16,2 2 3 0,-3-4-5 0,-2 1-1 0,0-1 4 16,-6-2-4-16,2 2 1 0,-4-2 4 0,-1-2 0 15,0 1-2-15,-12-1 1 0,15 0 17 16,-15 0 13-16,14-1 17 0,-14 1-1 0,9-2-3 0,-9 2-6 16,0 0-8-16,12-3-4 0,-12 3-10 15,0 0 0-15,0 11-7 0,-4-6 0 0,0 4-5 0,-1 2-3 16,0 3-4-16,-2 2 20 0,1 2-25 0,-4 3 21 15,2-1-26-15,2 0 21 0,-2 3-21 0,-1-1 23 16,3 1-26-16,-2-2 23 0,2 2-23 0,-3-3 23 16,2 2-28-16,1-2 17 0,2-3-79 0,-1-3-29 15,0 1-91-15,0 0-104 0,1-4-110 0,3-1-59 16,-2 0-109-16,1-4-666 0,2-6-856 0</inkml:trace>
  <inkml:trace contextRef="#ctx0" brushRef="#br0" timeOffset="-185843.46">2904 12979 931 0,'0'0'859'16,"-6"-4"-190"-16,6 4-154 0,-14-6-88 0,3 1-70 15,0 2-62-15,0 1-46 0,-6-3-48 0,3 1-36 16,-1-2-27-16,1 2-16 0,-2-2-9 0,3 0-12 15,0 0-9-15,1-1-13 0,3-2-10 0,0 2-18 16,3-3-15-16,3 2-21 0,1-3-4 0,4 3-7 16,2-3 24-16,4 3-33 0,3-2 31 0,2 4-37 0,5 0 4 15,0 3 0-15,2 0 0 0,-1 3 3 16,2 4-1-16,1 0-1 0,-1 2 4 0,-2 4 0 16,1-2-1-16,-5 4-12 0,2 0 19 0,-5 4-18 15,1 0 21-15,-4 3-2 0,-1 0-4 0,-4 1 3 0,-2 0-3 16,-2 0-1-16,-2-1 2 0,-2 2 24 0,-4 0-27 15,-1-1 30-15,-4-2-28 0,1-3 33 0,-5-1-24 16,2 0 30-16,-3-2-24 0,0-3 19 16,0-2-35-16,2-1 31 0,0-3-24 0,3 0 33 0,-2-3-26 15,5-2 2-15,1-1 3 0,0-3-6 0,5 0-3 16,1 1-5-16,5-1-6 0,2-2-3 0,3 2-2 16,2-1 0-16,3 2 2 0,2-1-2 0,1 4-1 15,-1 0 3-15,3 1 1 0,-1 2 2 0,2 1-2 16,0 2 3-16,-1 0-1 0,-1 3 10 0,1 0-13 15,-2 0-12-15,-2 1-11 0,2 0-22 0,-2 3-43 16,0-4-88-16,-3 2-154 0,2-2-118 0,-5-1-93 16,2 0-177-16,-1-2-331 0,0-1-669 0</inkml:trace>
  <inkml:trace contextRef="#ctx0" brushRef="#br0" timeOffset="-185588.74">3260 13033 938 0,'0'0'733'0,"0"0"-153"0,9-2-130 0,-9 2-64 0,0 0-35 0,0 0-27 16,10 3-47-16,-10-3-26 0,0 0-57 0,9 5-24 15,-9-5-38-15,0 0-14 0,6 7-31 0,-6-7 1 16,0 0-37-16,5 4 9 0,-5-4-22 0,0 0 23 16,0 0-19-16,6 5 30 0,-6-5-37 0,0 0 17 0,0 0-37 15,0 0 27-15,0 0-40 0,-7-8 31 0,7 8-38 16,-6-6 34-16,6 6-34 0,-8-5 30 15,8 5-38-15,-10-6 6 0,10 6-63 0,-7-6-67 0,7 6-115 16,-6-6-168-16,6 6-110 0,-1-6-190 0,1 6-366 16,2-9-704-16</inkml:trace>
  <inkml:trace contextRef="#ctx0" brushRef="#br0" timeOffset="-185259.38">3555 12823 396 0,'0'0'895'0,"5"-11"-193"16,-5 11-127-16,0-6-95 0,0 6-60 0,0 0-44 16,0 0-40-16,-9-3-44 0,9 3-38 15,-11 7-63-15,4-2 6 0,-2 1-75 0,3 2 20 0,-2 2-72 16,2-1 37-16,1 5-67 0,0-1-8 0,1 1 33 16,3 0-50-16,1-1 56 0,1 0-41 0,3 1 52 15,2 1-50-15,2-3 41 0,1 0-8 0,2-1-15 16,2-3-7-16,1-1-8 0,1-1-43 0,1-4 39 15,-1 0-45-15,-1-2 47 0,0-2-53 0,0 0 50 16,0-4-52-16,-1-2 8 0,-2 1 44 0,-3-4-47 16,0-1 43-16,-3 0-51 0,-2 0 57 0,-3 0-16 15,-3-1-3-15,-2 0-4 0,-3 1-1 0,-3-1-6 16,-3 0 1-16,-4 4-6 0,0 0 2 0,-3 3-2 16,5 3 3-16,-3 1-11 0,-2 4-40 0,6-1-93 15,-3 2-30-15,5 1-52 0,-1 3-42 0,5-1-67 16,1-1-81-16,3 3-61 0,5-8-150 0,1 10-489 15,5-3-732-15</inkml:trace>
  <inkml:trace contextRef="#ctx0" brushRef="#br0" timeOffset="-184927.08">3928 12759 39 0,'0'-6'922'0,"-2"0"-229"0,-1-2-109 0,1 2-95 16,-5 3-47-16,7 3-36 0,-13-8-51 0,13 8-45 15,-16-2-47-15,16 2-43 0,-17 1-33 0,8 1-30 16,-1 3-30-16,2 0-13 0,-2-1-29 0,5 3-14 16,-2 2-41-16,4 0 21 0,0 1-35 0,0 1 27 15,5-1-38-15,-1 3 34 0,2-1-40 0,2-1 0 16,1 3 2-16,3-4 0 0,0 3-3 0,1-1 5 16,3-3 0-16,0 1-3 0,-2-1 1 0,2 0 1 15,0-2-1-15,-2-2-1 0,0 0 2 0,-2-2 4 16,1-1-5-16,-10-2 4 0,13 2-5 0,-13-2 0 15,10-3-3-15,-10 3 1 0,5-4 4 0,-5 4-5 16,-3-7 38-16,3 7-46 0,-10-6 40 0,4 3-44 16,-2 2 38-16,-3-2-40 0,11 3 35 0,-21-3-60 15,21 3-17-15,-19 0-75 0,19 0-78 0,-18 3-108 16,18-3-93-16,-15 2-78 0,15-2-111 0,-13 2-477 16,13-2-694-16</inkml:trace>
  <inkml:trace contextRef="#ctx0" brushRef="#br0" timeOffset="-184693.81">4079 12603 532 0,'6'-7'825'0,"-2"0"-211"16,1 2-131-16,-5 5-93 0,11-1 2 0,-11 1-9 16,16 6-53-16,-4 1-49 0,2 2-44 0,1 2-36 15,7 4-31-15,-1 1-44 0,0 2-9 16,3 0-40-16,-4 0 6 0,0 1-41 0,-1 0 18 15,-4 0-26-15,-1-3 11 0,-3 1-34 0,-1 0-3 16,-5-2-2-16,-4 2 3 0,-2 1-4 0,-7 1-5 0,-2-2-18 16,-5 4-25-16,-6-2-63 0,-3-1-74 0,-3 2-108 15,-2-2-107-15,-3 0-139 0,1-1-695 0,2-3-838 16</inkml:trace>
  <inkml:trace contextRef="#ctx0" brushRef="#br0" timeOffset="-183343.8">3949 12581 379 0,'-4'-4'534'0,"4"4"-126"16,-8-8-98-16,8 8-57 0,-9-5-27 0,9 5-10 15,0 0-11-15,-13 0-1 0,13 0-10 0,-7 6 0 0,3 1-3 16,1-1 27-16,-1 4-22 0,2 0-11 0,-1 3-11 16,2-1-1-16,1 4-16 0,0 2-11 15,0-1-20-15,1 2-15 0,1 1-11 0,-1-1-25 0,1-1 2 16,0 1-25-16,0 0 10 0,-1 0-25 0,2 1 12 16,-2-2-27-16,2 0 11 0,-2 0-19 0,3-1 9 15,-1-1-21-15,-2-1 21 0,3-3-23 16,-3 1 15-16,2-2-14 0,0-2 15 0,0 1-17 0,1-3 19 15,0 0-21-15,-2-1 22 0,3-1-27 0,-5-5 21 16,13 4-20-16,-13-4 22 0,15-2-22 0,-15 2 24 16,18-2-22-16,-10-4-3 0,0 0 5 0,-2 1-2 15,-1-2 2-15,0-1 21 0,-1 1-26 0,-4 0 26 16,1-2-24-16,-2 1 19 0,-3-2-22 0,0 2 19 16,-2-1-18-16,-2 1 18 0,-1 0-18 0,0 3 21 15,-2-1-10-15,2 0 5 0,-4 2-5 0,3 1-3 16,0 2 0-16,-3 1-1 0,1 0-14 0,2 0 20 15,-5 3-23-15,2 0-1 0,-1 4-71 0,0-3-119 16,-1 1-157-16,1 2-109 0,0 0-269 0,1-1-370 16,0 3-729-16</inkml:trace>
  <inkml:trace contextRef="#ctx0" brushRef="#br0" timeOffset="-182659.54">821 14810 514 0,'-11'-2'820'0,"1"-1"-186"16,-2 2-121-16,12 1-106 0,-18-5-56 0,18 5-44 15,-13-2-27-15,13 2-29 0,-12-1-18 0,12 1-36 16,0 0-30-16,-8-5-24 0,8 5-17 0,9-5-62 16,4 2 34-16,2-3-55 0,11 1 34 0,7-5-53 15,9 0 40-15,4-2-60 0,4 2 46 0,-3-2-55 16,-1-1 46-16,-1 5-62 0,-4-3 19 0,-8 4-114 16,-2 0-77-16,-7 1-145 0,-5 2-99 0,-5 1-94 0,-2 2-73 15,-12 1-384-15,0 0-584 0</inkml:trace>
  <inkml:trace contextRef="#ctx0" brushRef="#br0" timeOffset="-182492.46">846 14864 480 0,'-12'6'458'0,"4"0"-115"0,3 1-51 0,5-7-17 16,-1 6 10-16,1-6 17 0,9 4-10 0,-9-4-25 0,23 0-37 16,-5-2-36-16,6 0-32 0,3-3-30 0,10 0-22 15,9-3-21-15,3-1-15 0,3-2-14 0,0 0-51 16,1 0-20-16,-2-2-221 0,-5 2-164 15,-1 0-211-15,-7-2-276 0,-6 3-441 0</inkml:trace>
  <inkml:trace contextRef="#ctx0" brushRef="#br0" timeOffset="-182009.12">1670 14276 259 0,'0'0'596'0,"2"-7"-145"15,-2 7-127-15,0 0-32 0,0 0 10 0,0 0 60 0,11 4-32 16,-10 5 16-16,1 2-44 0,2 4 24 0,0 1-78 16,1 4-42-16,2 2-45 0,1 8-28 0,2 0-22 15,1 6-4-15,3-1-24 0,-1 2-17 16,2-1-12-16,-2 0 35 0,4-2-64 0,-3-1 43 0,-4-5-54 16,4-2 36-16,-2 2-52 0,-1-6 44 0,-3-2-63 15,1-1-40-15,-3-3-192 0,-1-2-143 0,0-2-110 16,-1-2-219-16,-1-2-330 0,-2-1-672 15</inkml:trace>
  <inkml:trace contextRef="#ctx0" brushRef="#br0" timeOffset="-180776.68">2369 14418 207 0,'-22'-2'871'0,"22"2"-191"0,-15-1-136 15,15 1-133-15,-14-1-80 0,14 1-57 0,-9 0-49 0,9 0-24 16,0 0-1-16,-13-3-1 0,13 3-17 15,0 0-30-15,0 0-22 0,8-3-23 0,-8 3-8 0,18-3-27 16,-4 1 2-16,4 0-24 0,1-1 2 0,5 0-15 16,0-3 0-16,1 2-16 0,0-1 8 0,2-1-18 15,-1 1 6-15,-1 1-11 0,1-1 5 16,-5-2-11-16,1 3 6 0,-4 1-18 0,-1-2-36 0,-2 1-112 16,-5 0-146-16,-1-1-109 0,-2 1-96 0,-7 4-96 15,6-10-386-15,-6 10-590 0</inkml:trace>
  <inkml:trace contextRef="#ctx0" brushRef="#br0" timeOffset="-179742.29">3091 13955 153 0,'-5'-4'811'0,"5"4"-203"0,-9-8-128 0,9 8-104 16,-8-6-80-16,8 6-43 0,-9-2-33 0,9 2-18 16,0 0 11-16,-7 4-1 0,7-4 6 0,1 12-22 15,0-2-12-15,3 2-54 0,4 4-17 0,-1 3-6 16,2 0-27-16,5 4-18 0,-1 1 3 0,1 0-22 16,2 0-3-16,-2-1-18 0,1 2 7 0,-2-1-16 15,1-2-3-15,-4 3-4 0,0-5-1 0,-1 1-1 16,0-2-12-16,-2-2-46 0,-1-1-105 0,-1-1-125 15,0 0-87-15,-1-5-109 0,-1 0-138 0,-2-4-375 16,-1-6-590-16</inkml:trace>
  <inkml:trace contextRef="#ctx0" brushRef="#br0" timeOffset="-179493.39">3053 13936 444 0,'0'0'797'0,"-4"-6"-203"0,4 6-106 0,-4-6-121 16,4 6-61-16,-1-6-68 0,1 6-30 0,1-6-38 15,-1 6-14-15,9-9-23 0,-3 5-19 0,7-2-23 16,0-1-12-16,6-2-20 0,4 0-10 0,4-1-9 16,2-2-6-16,10-1-10 0,-4 1-5 0,2-1-4 15,-6 4-2-15,-1 0-6 0,-6 3-12 0,-5-1-66 16,0 2-133-16,-5-1-80 0,-1 5-70 0,-13 1-78 15,12-4-101-15,-12 4-277 0,0 0-341 0</inkml:trace>
  <inkml:trace contextRef="#ctx0" brushRef="#br0" timeOffset="-179309.16">3108 14047 170 0,'-7'8'745'0,"2"-2"-195"0,5-6-127 0,-5 8-84 16,5-8-35-16,8 5-6 0,-8-5 0 0,16 0-15 15,0-2-30-15,0-2-33 0,9 0-44 0,5-5-22 16,10-3-39-16,3-1-22 0,5-1-20 0,0 0-13 16,1 1-18-16,-2-2-8 0,0 2-40 0,-2 1-110 15,-3-1-128-15,-2 2-98 0,-12 2-144 0,-1 1-587 16,-7-1-689-16</inkml:trace>
  <inkml:trace contextRef="#ctx0" brushRef="#br0" timeOffset="-178807.07">4152 13459 953 0,'-3'-12'697'0,"-2"4"-140"0,0 2-141 0,-3 0-58 16,8 6-31-16,-21 1-12 0,5 4-27 0,-3 6-26 0,-5 4-44 16,-4 7-41-16,-2 4-19 0,2 3-18 0,3 5-21 15,-1 4-23-15,4 1-18 0,6 5-13 0,0 1-10 16,6 0 44-16,5 2-40 0,4 0 44 0,2-3-17 15,7 2 23-15,2-3-5 0,7-1-3 0,0-1-17 16,4-3-10-16,3-2-12 0,3-2-6 16,1-1-46-16,3-5 40 0,2-4-62 0,4-2 26 0,0-4-81 15,4-3-31-15,-1-5-113 0,-6-4-119 16,-1-2-169-16,-3-3-118 0,-2-3-800 0,-3-4-1021 0</inkml:trace>
  <inkml:trace contextRef="#ctx0" brushRef="#br0" timeOffset="-178108.92">4209 13662 673 0,'-19'-4'772'0,"1"1"-171"0,3 1-125 0,-3-1-95 0,5 2-37 16,2-1-48-16,-2 1-31 0,13 1-25 0,-18-3-36 15,18 3-35-15,-15-2-35 0,15 2-25 0,-9-1-14 16,9 1-20-16,0 0-12 0,0 0-8 0,0 0-10 15,10 0-7-15,-10 0-8 0,20-3 2 0,-8 2-10 16,3-1-4-16,-1-2-5 0,4 1-3 0,-1-3 0 16,1 1-4-16,1-2 2 0,3 0 0 0,-2-1-5 15,3 0-2-15,-2-2 13 0,0 2-13 0,2-1 11 0,-1 0-14 16,1 0 18-16,0 0-21 0,-1 0 12 16,-3 2-13-16,0 1 13 0,-5 1-17 0,3 0 15 15,-7 2-12-15,3 2 12 0,-13 1-14 0,18 0 10 16,-18 0-8-16,15 3 10 0,-10 0-10 0,-1 3 2 15,-2 0 3-15,0 1 1 0,-4 1 0 0,0 3 5 16,-2 1 3-16,-4 0 1 0,0 1 1 0,-3 1 1 16,-2 1 7-16,-2 0-11 0,1 0 9 0,-4 1-10 0,0-2 9 15,2-1-1-15,-2 1 2 0,2-3 0 0,1 0-5 16,2-2-1-16,3 0 1 0,0-1 2 0,2-2 5 16,-1-1 6-16,4 1-15 0,5-6 18 15,-10 7-26-15,10-7 19 0,0 0-22 0,0 0 19 0,10-6-26 16,-1 3 25-16,4-3-22 0,2 0 18 0,1 1-23 15,3-4 21-15,-4 3-2 0,4 1-2 0,-1 0-2 16,-1 3-18-16,2-1 22 0,-1 2-20 0,2 2 18 16,-1 2-18-16,3 0 22 0,1 4-24 0,-1 2 22 15,-3 3-14-15,1 0 11 0,-2 1 1 0,-1 3 3 16,-2-1 8-16,-5 2-2 0,1 1 3 0,-4 1-8 16,-3-2 4-16,-1 2-8 0,-3-3 4 0,-3 1 8 15,-2 0-5-15,-5 1-3 0,-2-2 4 0,-3 0 0 16,-3-4-3-16,-1 1 3 0,-3-3 3 0,-1-3 1 15,2-1 8-15,-5-4 10 0,6-1 2 0,-1-2 0 16,2-2-3-16,1-3 4 0,0 0-3 0,4-3-2 0,3 0 0 16,2-3-4-16,2 1-7 0,6 0-5 15,2 1-6-15,3 1-3 0,5-1-2 0,5 2-9 16,0 1 9-16,5 3-6 0,2 1 2 0,3 0-4 16,0 4 1-16,4 1 2 0,0 2-1 0,3 1 0 15,0 1-4-15,-2 4 4 0,1-2-6 0,-5 2-5 0,0-2-5 16,-5-1-12-16,0 3-44 0,-4-5-57 15,-1 0-62-15,-1 2-105 0,-4-2-103 0,2-2-44 0,-4 2-104 16,-8-5-126-16,9 5-351 0,-9-5-635 0</inkml:trace>
  <inkml:trace contextRef="#ctx0" brushRef="#br0" timeOffset="-177277.31">5149 13446 375 0,'4'-5'677'0,"-4"5"-133"0,7-8-112 0,-7 8-88 15,5-8-69-15,-5 8-46 0,4-5-28 0,-4 5 0 16,0 0 13-16,4-5-2 0,-4 5-6 0,0 0-11 15,0 0-28-15,0 0-19 0,0 8-22 0,0-8-9 16,-8 13-22-16,1-5-17 0,-2 4-9 0,-4 0-19 16,-5 3 6-16,-4 4-24 0,0 0-4 0,-4 3-9 15,-3-1-11-15,3 1 11 0,-1-2-10 0,5-1 3 16,-1-1-10-16,4-1 10 0,3-4-6 0,3 1-1 16,1-4 1-16,3 0 5 0,2-2 2 0,3 0 6 15,4-8-3-15,1 14 0 0,7-8-6 0,2-2-10 16,3 1 16-16,3 1-16 0,2-5 12 0,1 4-15 15,7-3 13-15,-1 3-10 0,1-2 10 0,3 0-14 16,6 1 15-16,0 1-6 0,3 0-1 0,-1 1-11 0,0 0 12 16,1-1-2-16,-2 2-2 0,0-1 6 0,-2-1-6 15,-3 1-1-15,-4 1-9 0,-2-3 4 16,-3-1-13-16,-3 0-7 0,-1 1-32 0,-1 1-60 16,-3-4-85-16,-3 1-94 0,1-1-81 0,-12-1-150 15,15 2-632-15,-15-2-773 0</inkml:trace>
  <inkml:trace contextRef="#ctx0" brushRef="#br0" timeOffset="-176776.82">5699 13340 89 0,'7'-7'836'0,"-3"1"-231"0,1 1-138 0,-5 5-84 15,6-6-62-15,-6 6-1 0,0 0 12 0,0 0-16 16,0 0-35-16,0 0-36 0,0 0-38 0,0 0-21 15,0 8-26-15,0-8-28 0,-10 9-24 0,2-5-17 16,-1 0-18-16,-1 2-12 0,-4-1-7 0,-1-2-8 16,-2 1 3-16,2 1-11 0,-3-3-7 0,0-2 9 15,4 0-4-15,-3 0 0 0,1-1-3 0,-1-2 0 16,3-1-10-16,1-2-6 0,3-2 4 0,2-2-2 16,6 1-1-16,0-2-4 0,5-1-36 0,5-1 29 15,2 1-28-15,5-1 35 0,2 2-32 0,3-1 34 16,2 7-34-16,1-1 36 0,0 2-38 0,0 4 38 15,1 3-35-15,2 3 27 0,-2 4-28 0,2 4 28 16,-3 2-30-16,-3 3 33 0,-2 1-26 0,-4 2 30 0,-1 0-34 16,-5-1 32-16,-1 2-31 0,-3 0 44 15,-4-3-41-15,-4 3 42 0,-2 0-44 0,-4 2 5 0,-3 2 3 16,-5-5 7-16,0 2 0 0,-2-4 3 0,-2-2 6 16,3-1 1-16,1-3 15 0,1-4 60 15,4 0-42-15,1-3 44 0,2-2-61 0,-1-2-9 0,11-3 2 16,-9-3-5-16,9 3 38 0,-2-10-57 0,4 2 45 15,5 0-52-15,2-3 39 0,2 1-52 0,3 0 46 16,3-1-48-16,-2 3 46 0,4-1-48 0,-1 1 51 16,0 2-41-16,0 2 36 0,0 0-49 15,0 4 40-15,-3-2-49 0,-2 2 43 0,2 2-55 0,-1-2 33 16,-1 4-51-16,1-1 4 0,-2 1-47 0,-2-1-51 16,0 2-89-16,0 1-96 0,-2-2-64 0,1 0-83 15,-3 2-114-15,3-1-453 0,-2-2-682 0</inkml:trace>
  <inkml:trace contextRef="#ctx0" brushRef="#br0" timeOffset="-176509.29">6092 13396 654 0,'0'0'760'0,"0"-7"-187"0,0 7-114 0,0 0-89 15,0 0-36-15,0 0-26 0,0 0-23 0,0 0-32 16,-4 6-38-16,4-6-40 0,-1 8-34 0,1-8-23 15,0 11-5-15,0-11-40 0,0 7-11 0,0-7-6 16,0 7 6-16,0-7 5 0,0 0 10 0,0 11 3 16,0-11 15-16,0 0-25 0,0 0 19 0,0 0-51 0,0 0 26 15,0 0-14-15,1-8-9 0,-1 8-6 0,-1-9-10 16,1 9-6-16,-3-12-34 0,2 6 28 16,1 6-26-16,-5-11 28 0,2 4-41 0,2 1-11 0,-3-2-72 15,1 4-92-15,1-2-128 0,-2 2-113 0,4 4-133 16,-4-8-703-16,4 8-885 0</inkml:trace>
  <inkml:trace contextRef="#ctx0" brushRef="#br0" timeOffset="-176126.08">6369 13043 646 0,'5'-15'865'0,"-2"2"-157"0,-2 3-123 0,-1 0-93 15,3 2-60-15,-3 0-81 0,0 8-53 0,-2-11-43 16,2 11-34-16,-5-6-24 0,5 6-14 0,-15 7-21 16,5 1-34-16,1 4-5 0,-4 2 20 0,3 5-67 15,-1 6 21-15,1 0-19 0,5 5-19 0,-1-2-6 16,4 0-12-16,2 0-5 0,3-2-9 0,5 3-2 16,2 0-1-16,0-3-6 0,4-3 5 0,4-2-36 15,1-3 49-15,-2-4-42 0,5-3 45 0,-1-4-39 16,-4-3 39-16,5-3-46 0,-2-2 50 0,3-4-58 15,-1-2 46-15,3-6-47 0,-2-3 42 0,-1-1-43 16,-4-5 44-16,0-2-48 0,-3-2 10 0,-2 1 3 16,-3-3 3-16,-2 0 0 0,-4 3 4 0,-3 1-1 15,-4 1-2-15,0 3-1 0,-4 1-4 0,-4 2 1 16,-3 3 1-16,-3 1 1 0,-1 3-1 0,-5 4 2 0,0 2 1 16,1 4-6-16,-3 1-27 0,1 4-41 15,1 0-64-15,1 4-42 0,4 0-49 0,3 1-64 0,3 2-67 16,3 0-65-16,5-1-85 0,3-2-140 15,1 2-427-15,5-2-700 0</inkml:trace>
  <inkml:trace contextRef="#ctx0" brushRef="#br0" timeOffset="-175777.38">6857 12868 253 0,'0'-10'786'0,"-2"-2"-155"0,-5 5-51 0,1-1-69 0,-3 2-58 15,0 0-46-15,-5 1-67 0,4 2-33 0,-4 2-70 16,2 2-9-16,1 0-64 0,-2 5-21 0,3-1-16 16,1 4-19-16,1 3-16 0,2 2-17 0,2 2-12 15,3 0-9-15,2 2-10 0,4 6-7 0,3-3-7 16,3 4-2-16,2-2 27 0,2 1-48 0,1-2 37 16,0-3-48-16,2 0 39 0,-1-3-43 0,-2-5 42 15,3 2-48-15,-3-5 42 0,2 0-46 0,-3-3 43 0,3-3-43 16,-6-2 45-16,3-1-49 0,-1-1 47 15,2-4-45-15,-6-1 0 0,1 0 5 0,-2-3 3 16,0 0 3-16,-4-1 2 0,-2 2 5 0,-2-2-4 16,-1 3 1-16,-3-2 2 0,-1 3 0 0,-4 1 0 15,-1 0-1-15,-2 3 4 0,-3 2-3 0,-2 4-1 16,-2 0 3-16,4 2-6 0,-6 3-3 0,2 1-22 16,2 1-54-16,1 1-45 0,6-2-84 0,-3 1-85 15,7-1-99-15,0 0-103 0,5-2-175 0,1-7-390 0,3 8-683 16</inkml:trace>
  <inkml:trace contextRef="#ctx0" brushRef="#br0" timeOffset="-175526.96">6939 12766 512 0,'-2'-8'824'15,"-1"2"-195"-15,3 6-135 0,-3-12-107 0,3 12-34 0,0 0-2 16,0 0-33-16,18 4-39 0,-6 5-45 0,8 3-28 15,3 5-52-15,9 3-28 0,4 4-28 0,-3 2-10 16,2 3-19-16,-3-2-13 0,-4 5-9 0,-1-2 5 16,-6 1-25-16,0 1 7 0,-5 1-19 0,-5-5 12 15,-4 3-21-15,-3-5 10 0,-3 1-18 0,-2-3 14 16,-4 0-17-16,-1 3 12 0,-7-3-21 0,3-1-26 16,-5-1-64-16,-1-3-81 0,2-2-118 0,-1-3-78 15,-2 0-99-15,-1-2-125 0,1-2-424 0,2-3-643 16</inkml:trace>
  <inkml:trace contextRef="#ctx0" brushRef="#br0" timeOffset="-174343.96">1230 16071 128 0,'-11'4'593'0,"1"1"-163"0,1-2-107 0,9-3-69 0,-12 5-41 15,12-5-13-15,-9 5 11 0,9-5 20 0,0 0 27 16,0 0 2-16,0 0-16 0,8 5-12 0,-8-5-17 16,13-4-24-16,-3 2-51 0,4-3 21 0,1 1-65 15,6-4 18-15,0 2-50 0,1-1 20 0,4-1-48 0,2-3 25 16,0 1-43-16,1 0 29 0,2-1-41 15,0 1 28-15,-1 0-40 0,1-2 18 0,0 5-67 16,-3-4-49-16,-4 5-123 0,-3 0-93 0,-4 2-111 16,-3 0-90-16,-2 2-477 0,-12 2-595 0</inkml:trace>
  <inkml:trace contextRef="#ctx0" brushRef="#br0" timeOffset="-174169.58">1229 16343 180 0,'-8'8'605'16,"2"-3"-179"-16,6-5-82 0,-3 10-78 0,3-10-5 0,12 1-49 16,-2-3-6-16,8-2-40 0,2-2-22 0,10-3-12 15,7-6-27-15,5 1-11 0,13-7-18 0,4-2-14 16,0-2-33-16,2 1 17 0,4 0-94 0,-6 1-71 16,-3 0-97-16,-10 6-156 0,-4 1-449 15,-6-1-356-15</inkml:trace>
  <inkml:trace contextRef="#ctx0" brushRef="#br0" timeOffset="-94581.37">2282 15189 50 0,'0'0'350'0,"-13"0"-183"15,13 0-172-15,0 0-172 0,-11-2 49 0</inkml:trace>
  <inkml:trace contextRef="#ctx0" brushRef="#br0" timeOffset="-92880.8">3889 14740 472 0,'-8'5'340'0,"8"-5"-43"0,-5 5-81 15,5-5-12-15,0 0-11 0,0 0 17 0,2 8-24 16,-2-8 7-16,12 0-23 0,-1 0-16 0,2-3-13 16,4 0-17-16,4-2-24 0,5-1-1 0,6-1-10 0,10-4-10 15,2 2-6-15,4-6 4 0,10 0 3 16,7-3-3-16,1-1 8 0,5-1 9 0,0 1-16 15,6-3-8-15,1 0-6 0,2-2 14 0,7 0-11 16,15-3-8-16,2-3-13 0,2 1-7 0,-2 1-7 16,0-2-3-16,-4-1 0 0,0 2-4 0,-16 3-3 15,0-2-2-15,0 2 9 0,-3-3 12 0,-2 3-2 16,-3 1 19-16,-5 1-10 0,-5 1-5 0,-6 3 10 16,-13 3-9-16,-5 4-6 0,-6-1-6 0,-8 4-5 15,-6 4-3-15,-2-1-5 0,-6 1-2 0,-2 2-3 16,-6-2-4-16,-6 6 3 0,0 0-6 0,-4-6 1 15,-8 7-3-15,-8 3-2 0,-8 1 0 0,-14 3-1 16,-4 3-1-16,-5 1 3 0,-17 3-4 0,-2 1 0 0,-8 2 1 16,-5 0-2-16,-3 1-1 0,-22 6-1 0,0 1 0 15,-3 0 1-15,-4 2 1 0,3 1 1 0,-2 1 7 16,-1-1 0-16,4 2-3 0,1 1 1 0,4 3 9 16,4-6-11-16,21 0 9 0,3-1-3 0,6 0-1 15,7-3-2-15,9-2-3 0,10-4 2 0,9 0-3 16,2-4-4-16,10-3 3 0,4-3-3 0,4 1 2 15,5-2 5-15,3 0 2 0,5-4 11 0,4-4-4 16,8 7-5-16,5-7 2 0,7-2 3 0,13-3 10 16,12-4 9-16,7-2 2 0,15-6-15 0,5-2 31 15,4-1-20-15,1-3 17 0,6 0 6 0,1 0 8 16,19-7 39-16,0 2-56 0,3-3 37 0,-1 3-58 16,1-3 44-16,-4 4-55 0,-15 3 45 0,17-4-49 15,-19 4 40-15,2 0-13 0,-1 0-3 0,-2 2-7 16,-1-1-4-16,-2 0-2 0,-6 1-42 0,-4 2 48 15,-5 1-52-15,-6 1 52 0,-11 4-50 0,-7 1 54 16,-9 3-51-16,-5 2 48 0,-5 1-46 0,-4 1 57 16,-6 2-47-16,-5-1 45 0,-8 5-54 0,0 0 49 15,-12-4-54-15,-7 6 49 0,-9 2-5 0,-17 3-6 16,-6 2-4-16,-14 3-3 0,-4 2-44 0,-5 4 50 0,-4-1-1 16,-4 2-6-16,0 1-3 0,-2 2 0 15,-3 0-3-15,-15 9-1 0,1-2-45 0,1 3 57 0,2 1-50 16,-2 1 6-16,0 2 10 0,3 0 5 0,0 1 47 15,19-6-51-15,0 0 46 0,4-2-5 0,2-1-3 16,6-2-4-16,5-1-5 0,7-4 2 16,11-4-5-16,5-3 0 0,9-3-1 0,6-3-14 0,9 0 5 15,5-5-3-15,9-3 5 0,0 0 3 0,17 0 2 16,16-9-4-16,18-6 1 0,21-6-48 16,11-5 61-16,25-5-38 0,11-5 5 0,9 0 46 0,6-3-60 15,-1 1 42-15,1-1-91 0,2-6-75 16,-6 4-149-16,-3 0-243 0,-16 1-1028 0,-12 3-1225 0</inkml:trace>
  <inkml:trace contextRef="#ctx0" brushRef="#br0" timeOffset="-91147.41">21434 5829 56 0,'-2'-22'627'0,"-2"-1"-155"0,1-1-130 16,-1 3-28-16,-2-2-54 0,2-1 12 0,2 5-27 15,-3 0 31-15,1 4 21 0,1-1-13 0,-1 4-35 16,2 0-45-16,-1 3-31 0,-1-1-39 0,3 2-23 16,1 8-18-16,-4-9 24 0,4 9 6 0,0 8 44 15,3 1-9-15,-2 8 8 0,4 9 7 0,3 5 11 16,1 14 21-16,0 3 16 0,5 15-26 0,-1 2 32 15,2 4-27-15,-2 2 0 0,2 0 31 0,-2 2 5 16,1-1-68-16,1-1 54 0,-2-1-84 0,1-3-23 16,0 3-30-16,0-6 4 0,0 2-13 0,0-2-16 15,-1-1-34-15,2-1-26 0,-3-4 0 0,-2-8 0 16,0-1 0-16,-1-3 0 0,-2-5 0 0,-1-2-33 16,2-7-130-16,-6-7-102 0,2-2-31 0,-1-5-58 15,-1-1-27-15,0-4-88 0,-2-2-153 16,0-3-163-16,0-8-744 0,-7 5-1164 0</inkml:trace>
  <inkml:trace contextRef="#ctx0" brushRef="#br0" timeOffset="-90830.62">20491 7053 1297 0,'-24'6'922'0,"3"-4"-219"15,2 3-155-15,8-4-117 0,11-1-93 0,0 0-74 16,-11-1-63-16,19-4-33 0,6-2-35 0,14-5-16 0,11-3-9 16,17-7-10-16,8-2 1 0,10-1-4 15,5-5 7-15,22-5 6 0,5-3 36 0,9 1-16 16,5-1 34-16,4-2-4 0,0-1-17 0,3 0-22 16,-1-1-18-16,2 1-9 0,0 0 11 0,-3 3-8 15,-3 0-23-15,-8 1-11 0,-4 2-12 0,-10 4-36 0,-22 6 25 16,-6 2-37-16,-10 3 25 0,-14 6-42 15,-6 0-10-15,-12 4-84 0,-8-1-59 0,-8 3-87 16,-5 2-56-16,-6 1-70 0,-3 5-92 0,-14-8-58 0,-7 8-87 16,-8 0-163-16,-12 1-331 0,-13 6-730 0</inkml:trace>
  <inkml:trace contextRef="#ctx0" brushRef="#br0" timeOffset="-89464.26">20322 6801 405 0,'0'0'470'0,"-12"-4"-96"0,12 4-85 0,-9-5-46 0,9 5-36 15,-8-1-26-15,8 1-11 0,0 0-16 0,-10-5-5 16,10 5 10-16,0 0-1 0,-9-4-5 0,9 4-18 16,0 0-16-16,-9-1-6 0,9 1 4 0,0 0 22 15,0 0-3-15,-12-2 23 0,12 2-19 0,0 0 6 0,0 0-21 16,0 0 6-16,-12-1-20 0,12 1 11 15,0 0-18-15,0 0 8 0,0 0-11 0,10-3-5 16,-10 3-12-16,15-3-18 0,-2-1-9 0,2-1-8 16,3 1-8-16,-1-1-5 0,6 0-8 0,-2 0-4 15,1-1-3-15,-1 2-3 0,0-1 3 0,1-1 30 16,-1 0-8-16,0 0 42 0,0-1-1 0,0-2-9 16,1 0 0-16,-4 1 1 0,4-3-12 0,-2 0-8 15,-2-3 12-15,4 0 0 0,-2-4-6 0,-2 0-6 16,1 0-6-16,-2-2 3 0,0-2 27 0,-1 1-8 15,0-2-11-15,-4-2-12 0,2 0 4 0,-1-2-14 16,-1 0-9-16,-2 0-1 0,0-2-28 0,0 1 28 16,-1 0-31-16,0-2 31 0,-1 1-35 0,1 0 28 15,-3-2-2-15,1 2-8 0,-1 0-4 0,2-1 1 16,-3 1-1-16,1 0-3 0,-1 1 0 0,0-3-5 0,2 2 40 16,-1 0-46-16,-1 0 38 0,2 2-43 15,-1-4 34-15,0 4-40 0,-1 0 42 0,3 0-46 16,-4 3 6-16,3-1 4 0,-2 2 0 0,2 1 1 15,0-3 3-15,0 2 3 0,-2 3 1 0,4-1-1 16,-5 2-1-16,4 2 1 0,-2-1 0 0,1 4 3 16,0 2 0-16,1-4-27 0,-2 3 32 0,2 3-29 0,2-4 36 15,-3 3-31-15,0 2 32 0,0 3-29 16,2-5 29-16,-3 3-31 0,2 0 33 0,-2 2-31 16,4-2 29-16,-2 3-29 0,0-1 31 0,1 0-34 15,1 1 37-15,-1 1-35 0,1 0 33 0,0 2-2 16,2-2 2-16,-2 0 4 0,4 2 8 0,-2 1 10 15,0-2 1-15,2 2-2 0,0 0-29 0,-1 0 42 16,1 1-29-16,2 0 29 0,-4-1-20 0,4 1 33 16,-2 0-31-16,0 0 37 0,-1 1-32 0,1 0 33 15,-3 0-39-15,1 2 45 0,0-1-48 0,1 0 37 16,-1 3-34-16,-1 0 48 0,2-1-58 0,1 0 55 16,-1 4-55-16,-1-2 40 0,1 1-53 0,1 0-4 15,-1 1-3-15,0 0 0 0,1 0 0 0,0 4 0 16,3-2 0-16,-2 1 0 0,2 0 0 0,-2 1 0 15,3 2 0-15,-4-3 0 0,4 2 0 0,-4 2 0 16,1-4 0-16,-2 3 0 0,4 0 0 0,-4-1 0 16,0-1 0-16,0 2 0 0,1 1 0 0,-3-2 0 15,0 0 0-15,2-1 0 0,-3 2 0 0,-1-3 0 16,2 0 0-16,1 1 0 0,-3 0 0 0,4 3 0 16,0-3 0-16,-1 2 0 0,-1-3 0 0,0 3 0 15,0-3 0-15,0 2 0 0,-1-2 0 16,3 0 0-16,-3 0 0 0,0 0 0 0,2 0 0 0,-1 0 0 15,1-1 0-15,-1 1 0 0,0-3 0 0,0 2 0 16,-1-1 0-16,-1 0 0 0,4-1 0 0,-3 0 0 16,-1 1 0-16,1-2 0 0,2 1 0 0,-2-2 0 15,0 2 0-15,-1-2 0 0,0-1 0 0,1 1 0 16,-1 0 0-16,0-1 0 0,-1-2 0 0,2 3 0 0,-1-2 0 16,0 1 0-16,1-1 0 0,0-1 0 15,1 1 0-15,0 0 0 0,-2-1 0 0,3 0 0 16,-1-1 0-16,-2 0 0 0,3 1 0 0,0-2 0 15,-1 1 0-15,1-1 0 0,1-1 0 0,-1 0 0 16,3 0 0-16,-1-1 0 0,1-1 0 0,2-2 0 16,2 3 0-16,0-2 0 0,-1 2 0 0,1-3 0 15,-2 1 0-15,2-1 0 0,0 1 0 0,-2 0 0 16,1 0 0-16,-3 0 0 0,2-1 0 0,-2 2 0 16,-1-1 0-16,2 0 0 0,-3 2 0 0,2-2 0 15,0 1 0-15,-2 1 0 0,2-2 0 0,-1-1 0 16,4 4 0-16,-3-5 0 0,3 4 0 0,0-1 0 15,3-1 0-15,0 0 0 0,-1 0 0 0,4 1 0 16,-4-3 0-16,5 4 0 0,-4-2 0 0,2-2 0 16,-2 2 0-16,-1 1 0 0,1 0 0 0,0-2 0 15,-3 2 0-15,3-1 0 0,-3 0 0 0,1 0 0 16,-1 1 0-16,-2-1 0 0,-2 1 0 0,0 1 0 16,0 0 0-16,-2-2 0 0,-2 2 0 0,2 0 0 15,-12 1 0-15,16-2 0 0,-16 2 0 0,14-3 0 16,-14 3 0-16,12-1 0 0,-12 1 0 0,9-3 0 15,-9 3 0-15,9-3 0 0,-9 3 0 0,0 0-297 0,0 0-344 16,-2-6-78-16,2 6-41 0,-11-1-98 16,11 1-700-16,-17 2-1199 0</inkml:trace>
  <inkml:trace contextRef="#ctx0" brushRef="#br0" timeOffset="-89046.82">22842 6259 150 0,'-10'4'489'0,"3"0"-151"0,0-2-63 0,7-2-76 0,-14 6-36 16,14-6-37-16,-10 5-14 0,10-5-28 0,-9 4-5 16,9-4-28-16,-8 2 1 0,8-2-9 0,0 0 38 15,-15 0 3-15,15 0 41 0,0 0-4 0,0 0 45 16,-13 0-10-16,13 0 21 0,0 0-4 0,-10 0 14 15,10 0 9-15,0 0 7 0,0 0 7 0,-10-2-9 16,10 2-16-16,0 0-16 0,0 0-21 0,0 0-8 16,0 0-3-16,-11 0-7 0,11 0 5 0,0 0-2 15,0 0 7-15,0 0-1 0,10-5-2 0,-10 5-8 16,14-6 4-16,0 4-13 0,0-3 12 0,4-1 25 16,3-2-17-16,9-2 50 0,2 0-37 0,6-3 32 15,2 0-34-15,4-3 42 0,2 1-54 0,4 0 4 16,8-3-10-16,-1 0-16 0,2 0-16 0,1 0-60 15,-2 0-41-15,-2 1 0 0,-8 2 0 0,-3-2 0 16,-1 2 0-16,-1 1 0 0,-6 1 0 0,-6 1 0 16,-3 1 0-16,-7 2 0 0,-2-2 0 0,-7 3-228 15,-3-3-169-15,-2 3-48 0,-7 0-65 0,-4-1-81 0,-8 2-30 16,-7-3-69-16,-8 2-107 0,-14-3-437 16,-6 2-843-16</inkml:trace>
  <inkml:trace contextRef="#ctx0" brushRef="#br0" timeOffset="-88330.8">21372 5380 65 0,'0'0'292'16,"3"-5"-80"-16,-3 5-37 0,6-5-22 0,-6 5-7 0,5-6 1 0,-5 6 0 0,5-5-9 0,-5 5-10 15,2-6-11-15,-2 6 6 0,0 0-14 0,0-9 12 16,0 9-24-16,-2-8 18 0,2 8-24 0,-4-8 15 15,0 2-39-15,3 0 27 0,-2-1-13 0,1 0 31 16,-2-2-22-16,1 1 14 0,-2-1-30 0,1-1 2 16,-2-1 3-16,1-2 27 0,0 3-17 0,-2-3-13 15,1 0 2-15,-3-1 21 0,3 0-11 0,-3 0 6 16,1-2 0-16,-2-1-14 0,0-1-14 0,0 3-7 16,0-2 29-16,3 0-9 0,-4 1-8 0,5 2 11 15,-3 1-4-15,3 1 31 0,-1 1-6 0,2 3-16 16,1-1-1-16,-2 1-30 0,4 2 7 0,-1 0-31 15,3 6 3-15,-4-8-19 0,4 8 11 0,0 0 1 16,0 0 46-16,7 3-20 0,-2 4 28 0,0 2-27 16,2 4 22-16,1 4 5 0,0 4 22 0,3 4 12 15,-2 3-9-15,0 3-27 0,1 8 73 0,-1 3 11 16,0 4 13-16,-2 2 6 0,0 4 21 0,2 9 23 16,-1 3 55-16,-2 0-41 0,3 2 47 0,-1-2-75 15,0 4-213-15,-1-4 0 0,3 4 0 0,1 1 0 16,0-3 0-16,3 5 0 0,-1-6 0 0,4 1 0 15,-1-1 0-15,6-2 0 0,0-3 0 0,2 0 0 16,-2-1 0-16,3-3 0 0,-2 0 0 0,0-4 0 16,-1 0 0-16,0-2 0 0,-6-6 0 0,0-2 0 15,-1 1 0-15,-2-1 0 0,-3 1 0 0,3-5 0 16,-6 0 0-16,1-5 0 0,-4-3 0 0,2 1 0 16,-2-7 0-16,-4 1 0 0,3-4 0 0,-3-2 0 15,0-1 0-15,0-2 0 0,0-3 0 0,-2 1 0 16,1-2 0-16,1-3 0 0,0 2 0 0,0-4 0 0,-1 0 0 15,1 3 0-15,0-10 0 0,0 6 0 16,0-6 0-16,0 0-360 0,0 0-239 0,0 0-72 16,0 0-63-16,-4-10-118 0,3 1-724 0,-3 1-1222 15</inkml:trace>
  <inkml:trace contextRef="#ctx0" brushRef="#br0" timeOffset="-86764.43">21885 6476 397 0,'0'0'628'16,"-6"-8"-173"-16,6 8-73 0,-4-7-76 0,4 7-7 0,0 0-21 15,-2-7-4-15,2 7-4 0,0 0-10 16,-2-5-8-16,2 5-22 0,0 0-4 0,0 0-29 15,0 0-19-15,4 5-1 0,-4-5-3 0,5 13 5 0,0-4 0 16,2 3-7-16,-1 0-8 0,-1 1-19 0,2 2-3 16,0 1-47-16,1-1 9 0,-2 3-49 0,2-1 20 15,0 3-45-15,-1-2 23 0,0 1-39 0,-1 0 4 16,3 2-6-16,-4-5-9 0,2 4-8 0,-2-5-42 16,1 2-44-16,-1-4-45 0,0 1-41 0,-1 0-105 15,1-3-109-15,-1 0-118 0,0-2-160 0,0 1-635 16,2-4-907-16</inkml:trace>
  <inkml:trace contextRef="#ctx0" brushRef="#br0" timeOffset="-86260.95">22243 6986 553 0,'2'7'786'0,"-2"-7"-197"15,1 12-111-15,-1-4-107 0,0 1-27 0,-1 3-10 16,1-3-8-16,-2 2-6 0,2 1 2 0,0-2-43 15,-1 2-16-15,0-3-38 0,-1 1 3 0,1-1-67 16,1 0 21-16,-3-2-16 0,2 0 41 0,-1 1-21 16,-1-1 29-16,-1-1-38 0,0-1 20 0,-2-1-58 0,0 1 10 15,6-5-54-15,-13 4 16 0,13-4-43 0,-14 1 53 16,14-1-66-16,-14-5-6 0,6 0-5 16,1 1 0-16,0-2-5 0,2-3-6 0,0 2-7 15,2-2-6-15,1 3-10 0,2-3-4 0,1 1-4 16,0 3 2-16,3-1-4 0,1 1-4 0,0 1 5 0,3-1 2 15,1 3-7-15,-9 2 44 0,17-2-52 0,-5 4 42 16,-3 0-46-16,2 3 44 0,0-2-47 16,-2 4 46-16,1 2-48 0,-1-2 52 0,-1 4-48 15,-2 0 38-15,-1 0-39 0,-1 2 40 0,-1-2-50 16,-2 1 45-16,-2 2-45 0,-2 1 46 0,1-1-47 0,-5 1 4 16,1-1 6-16,-2 2 3 0,-1-4 7 0,-1 1-1 15,1-2 2-15,-2-2-1 0,2 3 1 0,1-5 1 16,-1 2-2-16,4-3 0 0,-2-2-9 15,2 3-14-15,0-2-15 0,5-5-4 0,-4 5-1 16,4-5 2-16,0 0 7 0,0 0 8 0,0 0 35 16,11 4-29-16,-11-4 43 0,14 1-43 0,-14-1 34 0,19 3-26 15,-9 1 35-15,3-2-38 0,-2 1 32 16,3 0-31-16,-2 2 16 0,-2 0-62 0,3-2-13 0,-3 1-81 16,2 1-21-16,-1-2-53 0,-2 2-31 0,3-4-91 15,-2 2-112-15,-10-3-107 0,18-3-163 16,-7 2-613-16,-2-6-956 0</inkml:trace>
  <inkml:trace contextRef="#ctx0" brushRef="#br0" timeOffset="-86015.77">22499 7217 1091 0,'0'0'970'0,"0"0"-233"0,0 0-166 0,2-8-114 16,-2 8-92-16,0 0-75 0,0 0-63 15,0 0-15-15,0 0 8 0,4 8-47 0,-4-8 2 16,4 8-48-16,-4-8 7 0,4 10-57 0,-4-10 9 0,6 9-43 15,-6-9 17-15,4 10-35 0,-4-10 22 0,4 6-32 16,-4-6 58-16,4 6-8 0,-4-6 27 0,0 0-42 16,2 6 25-16,-2-6-46 0,0 0 25 0,0 0-12 15,-4-11-9-15,4 11-6 0,-6-7-8 0,5 0-4 16,-2 1-6-16,-1 1-2 0,2-2-18 0,-1 2-33 16,1-2-43-16,-1 3-64 0,3 4-52 0,-4-10-74 15,4 10-94-15,-5-11-93 0,5 11-74 0,-2-8-146 0,2 8-533 16,2-9-827-16</inkml:trace>
  <inkml:trace contextRef="#ctx0" brushRef="#br0" timeOffset="-85648">22781 6928 1314 0,'0'0'884'0,"0"-11"-185"0,0 11-132 16,0-8-90-16,0 8-61 0,-1-8-54 0,1 8-23 15,0 0 0-15,0 0 16 0,0 0-23 0,-13 2 21 16,7 5-79-16,1 3 15 0,-2 1-77 0,1 5-26 0,0-2-21 16,2 4-20-16,-1 2-29 0,3-2-14 0,0 1-10 15,-1 1-12-15,6-1-11 0,-2-2-45 16,2 2-24-16,0-2 0 0,3-2 0 0,-1-2 0 16,2 0 0-16,0 2 0 0,-1-7 0 0,3 3 0 0,1-5 0 15,-1-2 0-15,0 0 0 0,-9-4 0 0,19-2 0 16,-8-2 0-16,-1-1 0 0,1-2 0 15,-2-4-1-15,1-2-11 0,-1 1 5 0,0-2 3 0,-4-1-5 16,2-2 7-16,-2 3 3 0,-1-1-9 16,-2-1 3-16,-2 3 5 0,0 1 2 0,-2-1 1 0,-2 1-4 15,0 3-8-15,-5-2 1 0,3 1-8 0,-3 2-24 16,-4 1-28-16,1 0-29 0,0 3-37 16,-2 1-20-16,-2 0-85 0,2 3-40 0,0-1-45 15,2 2-55-15,-1 0-103 0,2 2-105 0,0 0-134 16,3 2-743-16,-1 1-1082 0</inkml:trace>
  <inkml:trace contextRef="#ctx0" brushRef="#br0" timeOffset="-85264.03">23259 6639 951 0,'-2'-11'939'0,"-1"1"-206"0,-1 3-166 0,3 0-116 0,1 7-92 0,-5-8-64 15,5 8-19-15,0 0 56 0,-8 6 31 16,4 2 14-16,1 4-6 0,-1 4 17 0,-1 5-91 0,1 0-31 16,0 4-44-16,1 2-38 0,3 1-32 0,0 3-32 15,3 1-23-15,1 0-16 0,1 1-12 0,1-2-14 16,2-3-8-16,1-1-10 0,0-2-3 0,0-5-10 15,2-1-12-15,-2-1-3 0,3-4-5 0,-1-3 47 16,-1-1-57-16,2-4-2 0,-2-2 1 0,-1-2-10 16,-9-2 40-16,19-2-53 0,-10-2 44 0,0-2-55 15,-2-1 33-15,-1-1-66 0,-2-1 20 0,-2-1-58 16,-2 2 16-16,-2-3-50 0,-3 1 4 0,-5-2-46 16,-2 1 9-16,-7 0-55 0,-2 2 8 0,-9-1-27 15,-4 2-45-15,-8 1-29 0,-5 1-66 0,-5 5-42 16,-3-1-56-16,-3 2-141 0,-3 3-565 0,-13 2-808 15</inkml:trace>
  <inkml:trace contextRef="#ctx0" brushRef="#br0" timeOffset="-84464.28">20363 7078 76 0,'-25'13'214'15,"2"-1"-56"-15,2 1-39 0,-4 1-26 0,0 0-22 0,2-2-15 0,0 3-14 16,-1-1-9-16,1 2-6 0,1-4-6 0,-1 3 1 16,0-1 4-16,2 1-16 0,-1-2 36 0,3-1-1 15,-3 0 25-15,4 0 6 0,-2-1 10 0,2 1-4 16,-3-3 10-16,2 3-13 0,1-5 0 0,-2 3-1 16,1-2-3-16,3-2 2 0,0 1-9 0,0-3-12 15,1 1-11-15,0 0-5 0,-2-2-1 0,6-1 3 16,-5-1 9-16,3 2-4 0,1-1-5 0,-4-1 0 15,2 1-8-15,-2-1 10 0,1 1 9 0,0 1 11 16,1-1 5-16,0-2 5 0,1 1-5 0,-2 2 1 16,4-3-8-16,0 1 5 0,-1 0-1 0,12-1 5 15,-20 0 15-15,20 0 8 0,-16 1 5 0,16-1 10 16,-13 0 10-16,13 0 5 0,-13-1-5 0,13 1-21 16,-6-3-18-16,6 3-4 0,0-10-2 0,0 10-1 15,9-10 10-15,1 2 7 0,3 0-15 0,7-5-9 16,8 1-5-16,4-5 7 0,8-3 5 0,2 0 12 15,14-4 6-15,2 0 8 0,2-1 3 16,1-2-2-16,2 2 19 0,-1 0-28 0,2-3 6 0,3 4-28 16,-1-1 19-16,3 0-14 0,2 2 20 0,-2-2-38 15,3 1 17-15,-1 0-34 0,0 2-9 0,0 0-4 16,3-2-2-16,-3 3-6 0,3-2-3 0,-1 2 30 16,3-1-43-16,0 0 20 0,-1 1 5 0,0 1-1 15,-4 0-7-15,0 1-4 0,-2 1-4 0,-6 1-4 16,-2 1-1-16,-13 3-3 0,-2 1-7 0,-5 0-12 15,-9 2-22-15,-4 2 1 0,-4 1-58 0,-4 0-38 16,-4 1-79-16,-4 0-66 0,-2 1-73 0,-10 5-41 16,6-7-57-16,-6 7-105 0,-12-6-128 0,0 4-278 15,-7 0-546-15</inkml:trace>
  <inkml:trace contextRef="#ctx0" brushRef="#br0" timeOffset="-84009.19">19806 6827 270 0,'-17'1'420'0,"-2"2"-106"0,-1 0-61 0,-2 1-40 15,-2 2 20-15,-2-1 31 0,3 1 3 0,-4 0 7 16,3 0-1-16,-3 0-10 0,0 1 0 0,2-2-16 0,-2 1-23 16,3 1-17-16,1-2-11 0,0 1-14 15,1-2-3-15,4 0-18 0,0 1 6 0,0-4-4 0,6 2-19 16,-1-1 10-16,1 1-29 0,2-2 8 0,1 1-32 16,9-2 20-16,-17 2-30 0,17-2 32 15,-10 3-40-15,10-3 13 0,0 0-35 0,0 0 24 16,0 0-25-16,0 0 34 0,12-5-41 0,-1 2 16 0,7-3-32 15,4 0-4-15,7-4-2 0,3 0-8 0,9-3-4 16,6-2-5-16,10-3-1 0,8-1 23 0,1-4-32 16,6 3 26-16,2-4-35 0,4 0 29 0,-1-1-33 15,3 1 30-15,1-1-3 0,-1 0-7 0,2 0-4 16,0 0 0-16,-3 0-2 0,0 3-6 0,-1-3-1 16,-4 3-16-16,0-2-33 0,-2 1-52 0,-2 0-45 15,1-2-46-15,-2-1-68 0,-3 3-101 0,-1-1-130 16,-3 1-81-16,-5-2-195 0,-3 2-483 0,-12 3-862 15</inkml:trace>
  <inkml:trace contextRef="#ctx0" brushRef="#br1" timeOffset="-74949.57">21498 5036 31 0,'0'0'202'16,"0"0"-18"-16,0 0-21 0,0 0-16 0,0 0-2 15,0 0-22-15,0 0 1 0,0 0-22 0,0 0-8 16,0 0-21-16,-9-2 0 0,9 2-16 0,0 0 1 15,0 0-17-15,0 0 5 0,0 0-18 0,0 0 9 16,0 0-24-16,0 0 11 0,0 0-11 0,0 0 12 16,0 0-15-16,0 0 17 0,0 0-5 0,0 0 10 15,0 0-10-15,0 0 24 0,0 0 1 0,0 0 17 16,0 0-13-16,0 0 6 0,0 0 8 0,0 0-1 16,0 0-16-16,0 0 2 0,0 0-7 0,0 0-6 15,0 0 0-15,0 0-6 0,0 0 1 0,0 0-5 16,0 0-9-16,0 0 2 0,0 0-10 0,0 0-4 15,0 0 7-15,0 0-6 0,0 0 0 0,0 0 5 16,0 0 14-16,0 0 0 0,0 0-3 0,0 0 0 16,7 4 2-16,-7-4-3 0,0 0 5 0,2 7-1 15,-2-7 4-15,0 0 7 0,4 8 3 0,-4-8 2 16,3 6 0-16,-3-6 4 0,2 8-1 0,-2-8-11 16,3 6-1-16,-3-6 5 0,3 11 10 0,-3-11-12 15,4 8 3-15,-4-8 1 0,3 11 2 0,-1-5 1 16,-2-6-3-16,2 13-2 0,0-7-4 0,-2 0-1 15,1 0-6-15,2 0 6 0,-3 1-2 0,3-1 2 16,-1 0-8-16,0 0 10 0,-1 1-1 0,0-1-7 16,2-1-4-16,0 1-4 0,-1-1-1 0,-2-5-6 15,3 11 10-15,-3-11 3 0,4 11 0 0,-4-11-3 16,4 12 2-16,-1-7-5 0,-1 1 4 0,0 1-12 16,-1 0 19-16,0-2-7 0,0 2-1 0,1 0-8 15,-1 0 3-15,3-1-7 0,-3 1 0 0,0 1-5 16,-1-3 3-16,3 2-9 0,-2 1 10 15,2-3-7-15,-2 2 4 0,0-1-5 0,2 0 5 0,-2 0-1 16,2-1 0-16,-3-5 1 0,4 12-1 0,-2-5 7 16,1-2 8-16,0 1-5 0,-1 1 6 0,0-1-1 15,-1 0 0-15,2 1 1 0,-2-1 3 0,2 0-4 16,-2 1 0-16,0-1-5 0,1 1-2 0,-1 1-3 16,-1-8 0-16,4 11-1 0,-3-4 5 0,1-1 3 15,-2-6 3-15,2 13-2 0,-1-7-4 0,-1-6-3 16,5 13 0-16,-3-9-1 0,-2-4 1 0,2 14-2 15,1-9 5-15,-1 1 1 0,-2 2-3 0,2-2-1 16,0-1-5-16,-2 2 3 0,3-1-3 0,-3-6-1 16,2 14 2-16,0-9-2 0,0 1-1 0,-2 4 0 15,0-5 0-15,3 4 2 0,-2-4 1 0,-1 3-3 16,4 1 0-16,-3-1 1 0,0 0-4 0,1 0 5 16,-1 2 1-16,0-3 1 0,2 3 3 15,-1-1-2-15,1 1 0 0,-2-1 1 0,2 1 6 0,-1-1 14 16,1 2-9-16,-2-1 6 0,2 1-10 0,-1-2 8 15,3 2-11-15,-5-2 10 0,4 3-14 0,-1-3 8 16,-1 2-14-16,0 0 14 0,0-2-15 0,1 2-1 16,-1-1 0-16,1 2 0 0,-1-1 2 0,3-2 0 15,-2 4-3-15,-1-3 0 0,2 2 3 16,-1-1-1-16,-1 0-4 0,1 2 2 0,1-3 9 0,-2 1-8 16,1 2-1-16,3-3 3 0,-3 3 7 0,-1-2 0 15,2 1 3-15,-1 1 0 0,1 0-2 0,-2-1-2 16,2 0 0-16,-1 1-2 0,-1 0 0 0,3 1 8 15,-1-2-11-15,1 1-1 0,-2-1-1 0,1-1-2 16,0 1 1-16,-1 1 2 0,4-1-4 16,-2-1 19-16,0 1-22 0,0 0 23 0,0 1-22 15,-1-2 1-15,4 3 1 0,-3-3 13 0,0 0-16 0,0 1 0 16,0 1-3-16,-1-1 5 0,2-2 4 16,-2 0 3-16,1 1-4 0,-1-2 1 0,1 1 1 0,-1-1 1 15,2 1-3-15,-3-2 2 0,1 1-4 16,0-1 5-16,-2 0 0 0,2 0 3 0,0 1 10 15,-1-3 0-15,-1 3-4 0,3 0-2 0,-4-4 0 16,2 3-2-16,-1-2-2 0,2 2 2 0,-2 0-3 0,0-2 1 16,1 3-4-16,-1-1 2 0,1 0 4 0,-1 1 4 15,1-1 6-15,3 2 6 0,-4-3-9 16,1 2 0-16,1-1-8 0,-1 0 7 0,1 0-6 0,0-2-1 16,-2 3-5-16,2-3 9 0,0 1-10 0,-2 2 5 15,2-3-8-15,0 1 13 0,-1-1-12 16,-1 1 3-16,3-1-6 0,-3 0 1 0,0-1 0 0,-2-5-4 15,6 10 5-15,-6-10 14 0,4 9-16 16,-4-9 2-16,4 7 2 0,-4-7 1 0,3 6-7 0,-3-6-8 16,0 0-32-16,3 5-78 0,-3-5-82 15,0 0-143-15,0 0-101 0,0 0-148 0,3-6-655 16,-3 6-860-16</inkml:trace>
  <inkml:trace contextRef="#ctx0" brushRef="#br1" timeOffset="-73898.97">22122 6731 381 0,'0'0'306'0,"0"0"-77"0,0 0-43 0,0 0-23 0,0 0 4 0,0 0-3 0,0 0 8 15,-9 3 1-15,9-3-12 0,0 0 3 0,0 0-5 16,0 0-9-16,-1 6 2 0,1-6-14 16,0 0 3-16,-2 7-5 0,2-7-6 0,0 0 5 15,0 0 1-15,0 6-7 0,0-6-10 0,0 0-1 16,0 0 2-16,0 7 0 0,0-7-31 0,0 0 17 16,0 8-27-16,0-8 5 0,2 7-30 0,-2-7 5 15,2 9-14-15,-2-9 14 0,5 10-17 0,-5-10 25 16,4 12-23-16,2-8 16 0,-3 2-19 0,-3-6 21 15,6 9-19-15,-6-9 18 0,5 9-9 0,-5-9 12 16,8 7-5-16,-8-7 5 0,7 5 7 0,-7-5 0 16,7 2 11-16,-7-2-25 0,0 0 14 0,12 1-23 15,-12-1 13-15,0 0-30 0,10-3 11 0,-10 3-25 16,9-4-6-16,-9 4-1 0,8-6 1 0,-8 6 13 16,7-5-25-16,-7 5 21 0,7-3-24 0,-7 3 19 15,7-5-23-15,-7 5 21 0,0 0-23 0,7-4 22 16,-7 4-19-16,0 0 21 0,7-5-24 0,-7 5 18 15,8-3-17-15,-8 3 16 0,11-1-14 0,-11 1 17 0,13-3-19 16,-13 3 18-16,17-4-18 0,-7 1 20 0,0 0-18 16,3 0 31-16,0 0-33 0,2 0 24 15,-1-1-18-15,4-2 33 0,-2 1-4 0,3 0 40 16,0 0 8-16,1-1 6 0,3-2-12 0,-2 1 1 16,1-1-2-16,-1-1-1 0,2 1 0 0,5-3-4 15,-3 0-9-15,0 1-6 0,1 0-6 0,-1-2-1 16,-2 2-10-16,-2-1-4 0,0 3-4 0,2-3-10 15,-1 2 3-15,-1 1-2 0,0 0-3 0,-3 0-3 16,1 2-3-16,-1 0 0 0,-1-1-1 0,1 2-1 16,-3 0 2-16,3-1 0 0,-3 1-1 0,3 2-3 15,-1-2 3-15,1-1 0 0,0 2 4 0,0 0 58 16,3-2 19-16,2 0 13 0,-2-1 6 0,2 1 6 16,1-2-7-16,0 2-15 0,-2-2-7 0,4 0-23 0,-1 1-5 15,-2 0-17-15,0 0-7 0,2-2-4 16,-1 2 0-16,-1 1-13 0,-3-1-1 0,3 1-2 15,-2 0 2-15,0 1 0 0,-3 1-36 0,0-1 37 16,0 0-37-16,0-1 37 0,-1 2-33 0,0 0 38 16,3-2-37-16,-4 1 39 0,1 1-27 0,1 0 34 15,0-2-47-15,2-2 50 0,-1 2-31 0,3-1 32 16,0-2-41-16,-2 2 43 0,3 0-43 0,0-3 66 16,5 1-36-16,0-1 7 0,2-1-25 0,-1 2 0 15,1-3 0-15,0 3 0 0,2-1 0 0,-1 1 0 16,0-1 0-16,2 1 0 0,-1-1 0 0,-2 1 0 15,2 0 0-15,0 0 0 0,0-1 0 0,-1 0 0 16,-2 1 0-16,3 1 0 0,-2-2 0 0,2 0 0 16,-2 0 0-16,2-1 0 0,5-2 0 0,-5 3 0 15,5-3 0-15,0-1 0 0,4-1 0 0,0 0 0 16,0 0 0-16,5-1 0 0,-1 1 0 0,1-1 0 16,-1 0 0-16,0 1 0 0,0 0 0 0,1 1 0 0,-4 1 0 15,1-2 0-15,-1 2 0 0,0 1 0 16,-2 0 0-16,-2 0 0 0,-5 2 0 0,-2 2 0 15,-2-2 0-15,-2 4 0 0,-4-1 0 0,-1 0 0 16,-2 1 0-16,-2 0 0 0,-1 1 0 0,-3 1 0 16,-3 0 0-16,1-1 0 0,-2 1 0 0,0 1 0 15,-3-1 0-15,0 0 0 0,-7 4 0 0,7-10 0 16,-7 10 0-16,-1-12 0 0,-3 6 0 0,-3-1 0 16,-6-3 0-16,-4 2 0 0,-8-5-615 0,-4 1-112 15,-9 1-95-15,-7-4-158 0,-6 2-618 0,-15-3-1250 16</inkml:trace>
  <inkml:trace contextRef="#ctx0" brushRef="#br1" timeOffset="-72798.64">21460 5152 279 0,'0'0'235'0,"0"0"-48"0,0 0-40 0,6-3-8 0,-6 3-27 16,0 0-5-16,10-2-21 0,-10 2-10 0,0 0-3 16,0 0 16-16,12-2 10 0,-12 2 20 15,0 0 12-15,0 0-12 0,0 0 21 0,0 0 0 0,9-2-10 16,-9 2 22-16,0 0-18 0,0 0 7 0,0 0-3 15,0 0 1-15,0 0-3 0,0 0-6 0,0 0-10 16,0 0-3-16,9-2 1 0,-9 2 8 0,0 0-8 16,0 0 15-16,12-2-5 0,-12 2 3 0,16-3 0 15,-5 1 10-15,2-2 6 0,5 2-10 0,1-2-22 16,0 1 11-16,4-1-29 0,-1 0 25 0,4 1-54 16,-2 0 51-16,0 0-51 0,2 1 41 0,-2-2-59 15,2-2 49-15,-1 3-39 0,1 0 37 0,-1-1-45 16,3 0 40-16,-2-2-57 0,5 0 39 0,1-1-50 15,0-2 44-15,1 1-37 0,0 0 37 0,5-4 9 16,1 0-6-16,-1 0-16 0,3 0-9 0,0-2-1 16,1 1 4-16,0-2 7 0,2 2-32 0,0-2 46 15,1-1-35-15,2 0 49 0,-2 0-28 0,4 1 55 16,-2-2-31-16,1 3 25 0,1-2-61 0,1 2 29 16,-3 0-46-16,3 0 39 0,0 1-45 15,-3 0 49-15,2 1-39 0,-3-1-5 0,2 1-5 16,-3 0 1-16,0 2-11 0,-2 0 1 0,-1 0 2 0,-1-1-4 15,-1 2-3-15,-7 1 0 0,0 0 1 0,1-1-2 16,1-1-31-16,-3 2 50 0,1 0-8 0,1-2 48 16,-2 0-49-16,1 2 34 0,-1-1-41 15,1 0 35-15,-2-1-10 0,1 1-17 0,2-1-17 16,-2 0 0-16,5-1 0 0,3 3 0 0,-2-4 0 0,-1-1 0 16,-3 3 0-16,-1 1 0 0,0-1 0 0,0 1 0 15,-1-1 0-15,1 3 0 0,-1-2 0 0,-2 0 0 16,0 1 0-16,-4 0 0 0,3-1 0 0,-3 2 0 15,-2 1 0-15,-1-1 0 0,3 0 0 0,-4-2 0 16,1 1 0-16,1 2 0 0,-1-2 0 16,-1 1 0-16,1 0 0 0,1 0 0 0,-2-1 0 15,2 0 0-15,0 1 0 0,0 0 0 0,2-3 0 0,2 4 0 16,-1-4 0-16,1 3 0 0,0-3 0 0,0 2 0 16,-2 1 0-16,-1-1 0 0,0 3 0 15,-1-5 0-15,0 4 0 0,-1 0 0 0,-1-2 0 16,0 2 0-16,-2-1 0 0,2-1 0 0,-3 2 0 0,1-1 0 15,-2 0 0-15,-2 2 0 0,0-2 0 0,0 1 0 16,-2 2 0-16,-3-2 0 0,1 2 0 0,-2-1 0 16,0 2 0-16,-3 0 0 0,0 2 0 0,-7 1 0 15,8-4 0-15,-8 4 0 0,0 0 0 0,-14 4 0 16,-2 1-404-16,-5 2-220 0,-10 1-230 0,-2-2-291 16,-9 5-489-16,-4-3-1295 0</inkml:trace>
  <inkml:trace contextRef="#ctx0" brushRef="#br1" timeOffset="-71265.5">23562 5256 405 0,'-5'-15'651'0,"-2"2"-141"0,1-1-110 0,1 3-72 0,1 2-70 0,-1-1-41 0,1 4-36 16,-1-4-27-16,5 10-28 0,-4-9-2 0,4 9-1 15,0 0 20-15,0 0 14 0,0 0 0 0,0 0-3 16,7 5-4-16,-2 3-4 0,3 2 1 16,2 2-18-16,-1 1-12 0,1 3-20 0,1 0-3 15,-2 1 16-15,2 1-40 0,-1 0 18 0,-1 0-36 0,-3 0 17 16,2 1-35-16,-2-5 26 0,-1 1-36 0,-1-2 35 15,0 0-38-15,-1-4 51 0,-1 1-49 16,1-1 53-16,-2-1-50 0,0-3 53 0,-1-5-59 0,-1 9 39 16,1-9-54-16,0 0 46 0,-10-4-56 0,3-3 58 15,0-4-62-15,0-1 14 0,-2-5-5 0,2-3 2 16,-5-5-8-16,3-2 52 0,-1-1-54 0,0-2 44 16,1-2-9-16,1 0-6 0,-1 3-2 0,4-4-8 15,1 1-1-15,3 7 0 0,2 0-12 0,1 1 0 16,3 1-4-16,2 3-3 0,3 2 3 0,3 1-2 15,5 4 1-15,0 1 1 0,1 5 4 16,4 1-47-16,1 3 57 0,-2 3-5 0,5 2-11 16,-4 2-2-16,1 4-9 0,-1-1-9 0,-3 2-4 0,-3 1 3 15,-1 0-31-15,-5 1 49 0,-2 1-37 0,-2 2 51 16,-5-3-37-16,-2 3 47 0,-4 2-45 0,-1-3 8 16,-6 4 4-16,-3-3 1 0,-2 1 3 15,0-1 3-15,-3-1 5 0,3-2 2 0,-3-1-1 16,6-2 4-16,-1-1 0 0,1 1 1 0,3-4 0 15,0 2 2-15,2-2-5 0,3 2-1 0,5-6 3 0,-9 5-4 16,9-5 3-16,4 8 1 0,1-3-1 0,3-2 2 16,3 1-3-16,2 2 2 0,1 0 1 0,3 1 6 15,3 2-7-15,-2-3 1 0,0 4 2 0,-1-3 0 16,-1 0-3-16,0 1 1 0,0-4 1 0,-3 4-7 16,4-3-27-16,-5-2-50 0,1-1-99 15,1 1-139-15,-14-3-117 0,23-3-147 0,-14 1-663 0,1-4-860 16</inkml:trace>
  <inkml:trace contextRef="#ctx0" brushRef="#br1" timeOffset="-70549.57">23988 5095 549 0,'-7'3'619'0,"7"-3"-159"0,0 0-85 0,0 0-54 0,0 0-48 0,4 7-28 0,-4-7-13 0,5 4-13 0,-5-4-30 0,9 4-25 16,-9-4-29-16,10 4-25 0,-10-4-24 0,13 5-11 0,-13-5-18 15,14 2-13-15,-14-2-5 0,18 2-8 16,-18-2-3-16,19-3-1 0,-10 2 9 0,0-1 4 0,-2-1-7 16,0-3-3-16,1 2-5 0,-2 0-2 0,-2-1-3 15,1-1-2-15,-1 0 13 0,-4 6 19 0,3-11 10 16,-3 11 2-16,-2-9 9 0,2 9-2 0,-7-10-5 16,7 10-8-16,-12-6-7 0,12 6 0 0,-13 0-12 15,3 1-5-15,0 2-7 0,0 3-3 0,-2 1-3 16,1 1-5-16,-1 3-14 0,3 1 15 0,2 0-17 15,0 0 16-15,3 1-10 0,-1-1-6 0,4 0 2 16,2 0 1-16,4-1 1 0,0 1 1 0,3-3-1 16,4 1 3-16,4-3 0 0,0-2-6 0,4-2 5 15,2-2 1-15,5-2 15 0,1-2-21 0,4-2 12 16,1-2-14-16,-1-3 14 0,-3-1-16 0,1 0 14 16,-5-2-2-16,0 2 1 0,-5-3-4 15,-3 2 1-15,-1 1-2 0,-3-3 4 0,-3 2 8 0,-1 2-13 16,-1-1 0-16,-4 1-1 0,1 0-1 0,-4 0-2 15,-1 2 0-15,-3 1-1 0,-3 1 1 0,2 0-2 16,-5 3-7-16,2-1 12 0,-5 2 1 0,12 2-2 16,-20 2-4-16,7 2 2 0,1-1 1 0,-3 4 0 15,5-1 0-15,-2 3 2 0,2 1-1 0,2-1 0 16,3 1 0-16,0-1-3 0,3 1-8 0,0-2 13 16,4 1-12-16,-1-2 14 0,5 0-15 0,-1-1 14 15,3-1-12-15,2-2 13 0,1 0-13 0,0-1 8 16,2-3-12-16,-2-2 11 0,2 0 4 0,0-2 5 15,-2 1-12-15,2-5 2 0,-1 2-2 0,-3-2 2 16,1 0 0-16,-4-2 2 0,2 3 1 0,-3-2-1 16,0 1-3-16,-1-1 4 0,-3 0 5 15,2 3-1-15,-2-1-2 0,0 1 3 0,1 0 0 16,-2 7 2-16,2-11-6 0,-2 11-1 0,0-8 0 0,0 8-1 16,0 0 17-16,0 0-17 0,0 0 3 15,4 12 7-15,-3-2-1 0,-1 3 6 0,2 3-6 16,0 3 24-16,1 3-25 0,2 1 17 0,1 6 5 15,1 4 4-15,0-4-7 0,2 2-2 0,3 7-2 16,-1-3 0-16,3 0 28 0,-5-7-46 0,3 3 40 0,-1-4-42 16,-2 1 39-16,1-3-46 0,0-5 35 0,-2 0-57 15,1-1-1-15,-4-6-59 0,4 3-41 16,-4-7-75-16,-1 2-147 0,1-4-103 0,-2-1-156 16,-3-6-603-16,0 0-822 0</inkml:trace>
  <inkml:trace contextRef="#ctx0" brushRef="#br1" timeOffset="-69916.28">24737 5016 572 0,'1'-9'725'0,"0"3"-162"0,-1 6-96 0,0-10-93 16,0 10-49-16,0-9-35 0,0 9-29 16,0 0-25-16,0-8-30 0,0 8-33 0,0 0-30 15,0 0-33-15,0 0-20 0,0 0-18 0,0 0-15 0,0 0-9 16,0 7-11-16,0-7-6 0,3 9-5 0,-3-9 4 15,2 9 3-15,-2-9-6 0,7 10 5 0,-7-10-9 16,6 9-3-16,-6-9-3 0,6 10 3 0,-6-10 0 16,8 7-2-16,-8-7-3 0,10 6 1 15,-10-6 1-15,9 2-9 0,-9-2 0 0,11-1-1 0,-11 1-2 16,11-6 1-16,-11 6-4 0,10-8 0 0,-5 1 3 16,-1 0-2-16,1-2-2 0,0 1-4 0,-2 1 7 15,-1-2-3-15,2 2 4 0,-2 0-3 0,-1 1 3 16,-1 6 3-16,4-10-3 0,-4 10 0 0,2-9-4 15,-2 9 0-15,3-6-1 0,-3 6 4 0,0 0 0 16,0 0 7-16,0 0-7 0,2 9-1 0,-2-9 2 16,4 11-2-16,-1-4 0 0,-1 2 1 15,3-2 0-15,-1 2 4 0,3-2-6 0,-2 1 2 0,4-2 0 16,-2 1 0-16,2-2 11 0,-1 0-13 0,3-2 0 16,0 0 4-16,0-3-8 0,1 0 0 0,-1-3-6 15,1 2-1-15,-1-5 1 0,-2 0-2 0,3 0-2 16,-2-2 7-16,-2-2-11 0,2 0 10 0,-4 0-1 15,-1-1 1-15,-2 1 3 0,-2 0 1 0,2 0 0 16,-2-1 2-16,-1 2 4 0,-1 1-3 0,1 0 1 16,-2 1 2-16,2 7 0 0,-1-12-4 0,0 6 1 15,1 6-1-15,0 0 3 0,0 0 0 0,0 0-2 16,0 0 0-16,0 0 4 0,0 8-1 0,0-8-3 16,4 12 4-16,-2-4-2 0,2-2-2 0,2 3 3 0,-2-2 0 15,3 1-1-15,-2-2-1 0,0-1-2 16,0 1 5-16,1 0-4 0,-6-6 1 0,9 8 4 15,-9-8-4-15,8 4-3 0,-8-4 0 0,0 0 0 0,10-2-1 16,-10 2 0-16,7-5 6 0,-7 5-4 0,2-8 1 16,-2 8 6-16,3-10-11 0,-3 10 0 15,0-10 3-15,0 10-2 0,0-11-1 0,0 11-4 16,0-8-38-16,0 8-84 0,0 0-146 0,0-9-113 16,0 9-166-16,0 0-650 0,0 0-815 0</inkml:trace>
  <inkml:trace contextRef="#ctx0" brushRef="#br1" timeOffset="-69731.7">25057 4795 898 0,'-5'-6'730'0,"0"1"-164"0,-1-3-121 0,1 4-84 0,1-2-69 0,4 6-56 0,-7-7-48 15,7 7-40-15,-8-6-30 0,8 6-26 0,-4-7-24 16,4 7-34-16,0 0-71 0,0 0-115 0,6-3-103 15,-6 3-123-15,0 0-148 0,11 2-363 0,-11-2-449 16</inkml:trace>
  <inkml:trace contextRef="#ctx0" brushRef="#br1" timeOffset="-68799.58">25165 4792 12 0,'0'0'663'0,"15"0"-175"0,-15 0-88 0,13 0-25 0,-13 0-15 15,16 0-41-15,-16 0-22 0,18 0-31 0,-18 0-39 16,17 0-39-16,-17 0-41 0,17 2-26 0,-17-2-28 16,16 4-19-16,-8-1-6 0,0 1-16 0,0 0-6 15,-3 0-9-15,2 2-5 0,-3-2 2 0,0 2-11 16,0-1 0-16,-2 0-2 0,-2-5 29 0,5 10 11 16,-5-10 19-16,1 8 21 0,-1-8 18 0,0 8 11 15,0-8 14-15,0 0-4 0,-7 3-6 0,7-3-10 16,0 0-3-16,-7-5-17 0,7 5-19 0,-5-10-13 15,1 3-13-15,4 0-7 0,-2 0-9 0,2-1-5 16,0 1-13-16,2-1-5 0,-2-1-7 0,4 0-46 0,-1 2 52 16,1-2-51-16,0 1 49 0,1 2-46 15,1-1 48-15,0 1-65 0,-1 3 34 0,3-3-66 16,1 2 6-16,0 1-52 0,-9 3-18 0,18-4-41 16,-7 3-56-16,-2 1-59 0,-9 0-28 0,25 0-4 15,-14-1 36-15,2 1 52 0,-2 0 46 0,-11 0 39 16,23-2 39-16,-23 2 28 0,17-1 38 0,-7-1 60 15,-2-1 45-15,-8 3 37 0,14-5 35 0,-6 1 23 16,-1 0 17-16,0-2 7 0,-1 2 0 0,-1-2-15 16,1 2-17-16,0-2-11 0,-1 0-25 0,-1 0-17 0,1 0-16 15,-1-2 8-15,1 2-14 0,-2 0-2 16,1-1-17-16,0 1 2 0,-1 0 11 0,-1-1 40 16,0 1-13-16,-2 6-18 0,4-11-8 0,-4 11-9 15,1-10 1-15,-1 10-11 0,-1-9-3 0,1 9-6 16,-6-6-3-16,6 6-10 0,-9-3-2 0,9 3-4 0,-15 1-2 15,6 2-5-15,1 1 0 0,-2 3-3 16,1 1 41-16,0 3-49 0,0 1 35 0,0 1-40 16,4 2 36-16,1 2-39 0,3-1 42 0,1 0-43 15,5 1 40-15,2 1-7 0,3-1-3 0,1-1-1 16,5-2 0-16,0-3-3 0,6 0-4 0,1-5-1 0,0 0-1 16,5-4 0-16,0-2-4 0,2-2 1 15,6-4-1-15,4-5-2 0,-3 0 8 0,2-4-50 16,-3 2 52-16,-2-5-44 0,-2 1 56 0,-6 2-54 0,-1 0 46 15,-3 0-38-15,-5 3 11 0,0-1-1 0,-5 3 5 16,-1 0 8-16,-2 1 1 0,-2 1-6 0,-2 0 1 16,-4 2-4-16,-1 6 4 0,0-9 0 0,0 9 6 15,-11-4-3-15,11 4 44 0,-19 2-57 16,8 2 47-16,-4 1-50 0,2 3 46 0,0 0-47 0,1 1 43 16,1 0-45-16,-1 1 42 0,4 1-3 0,0-1-3 15,4-3-4-15,-1 3-1 0,5-3 4 0,0 0 4 16,1-1 0-16,3-1-3 0,1 0 1 0,-5-5-4 15,15 2 0-15,-15-2 4 0,17-4-42 0,-8 0 50 16,3-2-48-16,-3-3 52 0,1 0-50 0,0-4 49 16,-2 0-49-16,-2-2 4 0,0-1 6 15,-1-5 48-15,-2 2-49 0,-3-1 52 0,-1-4 10 16,-4-2-1-16,-1-3-12 0,-2 1 12 0,-1-2 10 0,-4 1-6 16,2 2 15-16,-1 2 0 0,-1 1 5 0,3 7-5 15,0 1-7-15,4 2-13 0,-1 2-15 16,3 2-11-16,-1 3-7 0,5 7-6 0,-10-4 5 0,10 4 5 15,-5 10 5-15,2 1 14 0,3 4 9 0,3 4-17 16,1 6 65-16,3 7-28 0,4 4 4 0,2 4 27 16,2-2-57-16,0 1 30 0,2 0-52 0,-2-1 36 15,4-2-50-15,0-1 34 0,-2-4-82 0,-2-4-67 16,-2-2-161-16,1-5-59 0,-2-2-142 0,-1-4-207 16,-1-2-194-16,-2-3-610 0,-3-3-1108 0</inkml:trace>
  <inkml:trace contextRef="#ctx0" brushRef="#br1" timeOffset="-68649.71">26289 4613 1060 0,'0'0'953'0,"5"-7"-209"0,-5 7-155 0,4-5-108 0,-4 5-74 0,0 0-82 16,3-6-59-16,-3 6-50 0,0 0-45 16,4-5-44-16,-4 5-77 0,0 0-129 0,0 0-220 15,0 0-233-15,0 0-891 0,-5-5-1032 0</inkml:trace>
  <inkml:trace contextRef="#ctx0" brushRef="#br1" timeOffset="-64299.52">18927 7184 102 0,'0'0'386'0,"-16"0"-109"0,16 0-58 0,0 0-22 16,-14 0-23-16,14 0-5 0,0 0-21 0,-14 1 1 15,14-1-29-15,0 0 4 0,0 0-31 0,-11 1 26 16,11-1-38-16,0 0 10 0,0 0-24 0,-14 2 29 15,14-2-28-15,0 0 28 0,-12 0-24 0,12 0 20 16,-14 0-25-16,14 0 17 0,-14 0-6 0,14 0 14 16,-18 2-6-16,18-2 16 0,-15 1 5 0,15-1 4 15,-18 1-16-15,18-1 2 0,-13 1-13 0,13-1-10 16,-13 1-7-16,13-1 4 0,-10 2 1 0,10-2 4 16,0 0 0-16,-14 1 4 0,14-1 3 0,0 0-5 15,0 0-10-15,0 0-1 0,0 0-8 0,0 0-7 16,0 0-5-16,0 0 4 0,0 0-3 0,0 0 3 15,9 2 6-15,-9-2 3 0,0 0 3 0,12-2 1 16,-12 2-1-16,11 0-6 0,-11 0 2 0,13-3-14 16,-13 3 5-16,15-2-5 0,-15 2-7 0,18-2 0 15,-5 0-8-15,-3 0-4 0,2 1-6 0,2 0-5 0,-3-1 3 16,3-1 3-16,-2-1 19 0,2 3 7 0,0-2-2 16,-1 0 3-16,2 0-14 0,-1 1 3 0,0-2-1 15,2-1 14-15,-1 1 6 0,-2 1 0 16,2-2-5-16,0-1-4 0,-1 2 1 0,2 0-5 0,-1 0-6 15,-1-4-6-15,4 3 0 0,-3 0-10 16,0-1-4-16,1 0-2 0,-1 1-2 0,1 0-3 0,-2-1-2 16,0 2 0-16,0-1-2 0,-3 1 2 15,1-1 7-15,-1 2 7 0,1-1 5 0,-2 1-45 16,1-1 36-16,0 0-30 0,-1 0 30 0,1 1-28 0,0 2 37 16,1-4-36-16,-3 1 33 0,3 1-35 15,-1-2 31-15,2 1-25 0,-1 0 49 0,2-1-28 16,-1 0 27-16,2 0-31 0,-2-1 27 0,1 2-36 15,-3-1 26-15,2 3-31 0,1-5 28 0,-4 4-31 0,4-3 25 16,-2 4-29-16,-1-3 29 0,3 1-31 0,-1 1 30 16,0-2-31-16,2 1 31 0,-1 0-30 0,-1-1 31 15,4 1-33-15,-3 1 31 0,2-2-29 16,-2 1 27-16,3 0-24 0,-3-2 26 0,3 2-25 0,-3-1 26 16,1 1-24-16,-1 0 29 0,-1 2-30 0,2-4 29 15,-2 1-17-15,2 1 36 0,-2 1-26 0,0-2 24 16,-2 1-31-16,1 1-1 0,1-1-4 0,1 0 2 15,0 0 22-15,0-2-28 0,0 4 22 0,-1-3-28 16,2 1 25-16,-1-1-24 0,-1 1 24 0,2-1-28 16,-3 1 28-16,3 0-28 0,-3-2 28 0,0 3-25 15,-1 0 27-15,0-2-26 0,1 1 40 0,-2 0-14 16,0-1 27-16,0 1-38 0,-1 1 23 16,2 0-31-16,-3-1 28 0,1 1-33 0,-1 0 32 15,1-1-34-15,0-1 30 0,-1 2-25 0,-1 0 37 0,1-1-21 16,2 0 41-16,-2 1-38 0,1-1 44 0,0-1-45 15,-2 2 36-15,1-1-54 0,1 0 44 0,1 0-48 16,-1 0 39-16,-1 0-47 0,2 1 42 0,-2-3-46 16,1 4 39-16,-3-2-39 0,4 2 42 0,-2-3-44 15,-3 2 39-15,4 0-34 0,-1 0 33 0,-1 0-40 16,-7 3 43-16,12-4-44 0,-12 4 44 0,13-6-45 16,-13 6 50-16,11-6-48 0,-3 3 45 0,-8 3-42 15,11-4 46-15,-3 0-42 0,-3 1 47 0,2 0-45 16,-7 3 40-16,12-7-40 0,-5 3 45 0,-1 0-51 15,0 0 45-15,3-1-47 0,-2 1 44 0,-1 0-45 16,3-1 41-16,-1 2-40 0,-2-1 39 0,2-1-37 16,-2 0 41-16,2 0-42 0,-2 0 44 0,2 2-44 15,-3-2 70-15,3 1-33 0,-1-1 39 0,-3 0-58 16,3-1 0-16,-2 1 0 0,1 0 0 0,-2-1 0 16,3 2 0-16,0-3 0 0,-2 2 0 0,0-2 0 15,2 1 0-15,0 0 0 0,-3 0 0 0,1-1 0 16,2 1 0-16,-2-1 0 0,1 1 0 0,-1 0 0 15,0-2 0-15,-1 1 0 0,1-1 0 0,-1 1 0 16,0 0 0-16,2-1 0 0,-2 1 0 16,1-2 0-16,-2 2 0 0,1 1 0 0,-2-1 0 0,2 0 0 15,-1-1 0-15,2-1 0 0,-3 3 0 0,2-2 0 16,0 1 0-16,-1-1 0 0,-1 0 0 0,3 1 0 16,-2-1 0-16,-1 0 0 0,3 0 0 0,-2 1 0 15,-1 0 0-15,2-1 0 0,0 0 0 0,-3 0 0 16,2 1 0-16,1 1 0 0,-3 0 0 0,3-2 0 15,0 3 0-15,-2-2 0 0,1 0 0 0,-1-1 0 16,2 0 0-16,-1 2 0 0,-2-2 0 0,3 1 0 16,-1 1 0-16,-1-3 0 0,-1 3 0 0,2-2 0 15,1 0 0-15,-2 2 0 0,-1-4 0 0,2 2 0 16,0 0 0-16,-1-1 0 0,0-1 0 0,0 4 0 16,1-6 0-16,-1 4 0 0,0-2 0 0,0 2 0 15,1-2 0-15,0 1 0 0,0 0 0 0,-2 1 0 16,2-2 0-16,-1 2 0 0,0 2 0 0,0-2 0 15,-2 0 0-15,3 2 0 0,-3 6 0 0,2-11 0 16,0 3 0-16,0 2 0 0,-2 6 0 0,2-11 0 16,-2 11 0-16,2-13 0 0,-2 7 0 0,3-1 0 15,-3 7 0-15,3-13 0 0,-3 13 0 0,2-15 0 16,-2 8 0-16,1 0 0 0,-1 1 0 0,1-3 0 16,-1 3 0-16,1-2 0 0,1 0 0 0,-1 2 0 15,0-2 0-15,1 2 0 0,-2-2 0 0,2 1 0 16,-2 0 0-16,3-2 0 0,-1 1 0 0,0-1 0 15,0 1 0-15,-2 1 0 0,3-1 0 0,-2 1 0 16,0-1 0-16,2 2 0 0,-1 1 0 0,-2-1 0 16,3 0 0-16,-3 6 0 0,2-10 0 0,-2 10 0 0,4-11 0 15,-4 11 0-15,2-10 0 0,-2 10 0 16,3-10 0-16,-3 10 0 0,4-13 0 0,-2 7 0 16,0 1 0-16,-1-2 0 0,2 1 0 0,1-1 0 15,-2 0 0-15,1 0 0 0,-1-2 0 0,2 2 0 16,-1 1 0-16,-2-3 0 0,3 4 0 0,-1-1 0 15,-3 6 0-15,2-11 0 0,-2 11 0 0,6-10 0 16,-6 10 0-16,3-7 0 0,-3 7 0 0,2-6 0 16,-2 6 0-16,4-6 0 0,-4 6 0 0,0 0 0 15,2-6-335-15,-2 6-146 0,0 0-90 0,2-7-115 16,-2 7-75-16,0 0-84 0,0-9-589 0,0 9-1043 16</inkml:trace>
  <inkml:trace contextRef="#ctx0" brushRef="#br1" timeOffset="-63882.36">20835 5879 108 0,'0'0'365'0,"0"0"-86"0,0 0-56 0,0 0-28 0,-5 5-27 0,5-5-14 15,0 0-4-15,0 0-4 0,0 0 2 0,0 0 1 16,0 0 12-16,0 0-43 0,0 0 22 0,0 0-30 15,0 0 22-15,0 0-29 0,0 0 13 16,-3-9 1-16,3 9 12 0,0-8 14 0,1 1-15 0,1 1 17 16,-1-3-18-16,3-1-10 0,0 0-4 0,-2-1-7 15,3-2-9-15,-2 0 2 0,3 0-5 0,-2-1 9 16,0 1-20-16,2 1-13 0,-3 0-11 0,1 2-13 16,0-1-7-16,-2 0-9 0,3 3 12 0,-3-3-31 15,0 4-6-15,1-2-18 0,0 3-80 0,-1 0-138 16,0-1-120-16,-2 7-154 0,0-10-649 0,0 10-766 15</inkml:trace>
  <inkml:trace contextRef="#ctx0" brushRef="#br1" timeOffset="-62600.49">18938 7708 696 0,'-15'-2'503'0,"15"2"-125"0,-10-3-77 0,10 3-61 15,-12-4-51-15,12 4-37 0,-14-6-35 0,14 6-15 16,-15-4-9-16,3 3-6 0,12 1-10 0,-19-2 4 16,19 2 17-16,-24 2-5 0,12 1 16 0,-6-1-3 15,3 2 18-15,-3 1-13 0,2-1 9 0,-1 1-2 16,-1 0 8-16,0 3-4 0,0-4-20 0,2 0-8 16,-3 4 5-16,1-2-2 0,2-3 11 0,0 4 7 15,0-3 10-15,1-1-6 0,5 2-1 0,-2-2-3 16,2 0-17-16,1-1-9 0,1 0-18 0,8-2 8 15,-14 4-10-15,14-4 15 0,-7 2-23 0,7-2 25 16,0 0-19-16,0 0 21 0,0 0-39 0,7-3 25 16,2 0-40-16,2-1 29 0,1-2-30 0,6-1 13 15,1-1 23-15,3-2 15 0,6-3 5 0,6-1-4 16,1-3 8-16,6-1 3 0,0 0 4 0,4-1 3 16,7-4 14-16,3 2 7 0,0 0-11 0,0 2-14 15,-9 1 11-15,1 4 8 0,1-3-12 0,-1 3-16 16,-1-1-18-16,1-1-5 0,-1 2-7 0,0-2 10 15,-1 4-70-15,1-2 0 0,-1-1 0 0,1-1 0 16,0 3 0-16,0-3 0 0,2 0 0 0,-2-1 0 16,-1 0 0-16,2 0 0 0,-1 1 0 0,0-2 0 15,-1 1 0-15,0 0 0 0,-3 1 0 0,-2 1 0 16,-1-3 0-16,-2 4 0 0,-1-2 0 0,-8 7 0 16,0-2 0-16,-7 4 0 0,-1-2 0 0,-6 3 0 15,2 1 0-15,-5 0 0 0,0-1 0 0,-2 3 0 0,-9 3 0 16,11-3 0-16,-11 3 0 0,0 0-31 15,0 0-299-15,-14 2-37 0,1 2-27 0,-4 0-53 16,-6 2-67-16,-6 1-115 0,-2 1-48 0,-6 0-160 0,-4 3-415 16,-6-3-860-16</inkml:trace>
  <inkml:trace contextRef="#ctx0" brushRef="#br1" timeOffset="-62395.68">18593 7692 171 0,'-10'-6'283'0,"10"6"-180"0,-5-8-198 0,5 8-52 0,-4-9 39 16</inkml:trace>
  <inkml:trace contextRef="#ctx0" brushRef="#br1" timeOffset="-62149.04">18549 7616 436 0,'-4'-5'390'0,"0"1"-64"16,-1-3-63-16,-2 1-22 0,1 0-16 0,2-2 3 15,-2 2-27-15,1-5 0 0,-1 3 0 0,1-3-10 16,-1 2-1-16,1-4-21 0,0 0 8 0,-2 3 11 16,2-1 18-16,1 1 12 0,-1 0 4 0,2 2-12 15,0-2-31-15,-1 4-34 0,1-2-24 0,3 8-30 16,-3-8-15-16,3 8 2 0,0 0 36 0,0 0 26 15,0 0-2-15,6 13 10 0,-1-5-30 0,2 6-10 16,1 5 7-16,1 0-3 0,0 2-13 0,4 4-15 16,-4 2 15-16,3-2-45 0,-2 0 17 0,0 0-40 15,-2-4 18-15,1 0-33 0,-2-1 24 0,0 1-36 16,-1-3 21-16,-2-2-67 0,2-1-25 0,-2-3-68 16,1-2-38-16,-2-2-77 0,-2 0-168 0,-1-8-138 15,3 6-154-15,-3-6-684 0,0 0-998 0</inkml:trace>
  <inkml:trace contextRef="#ctx0" brushRef="#br1" timeOffset="-60599.75">19042 7168 286 0,'0'0'502'0,"-4"-7"-143"15,4 7-64-15,-8-5-83 0,8 5-11 0,0 0-54 16,-19 1 0-16,13 3-53 0,-3 0 9 16,-4 0-39-16,1 5 39 0,0-2-27 0,-5 4 36 15,2 0-34-15,-3 1 43 0,0 1-6 0,-4 2 29 0,-1-1-5 16,0 2-4-16,-1-1-3 0,0-2-5 16,-2 1 3-16,1-1-3 0,-1 2-14 0,-1-5-15 15,-2 2-23-15,1-2-11 0,-2 0-1 0,2-2 6 16,-1 2-6-16,2-4 4 0,3 0-1 0,1 0-8 15,5-2-16-15,-1-1-8 0,2 1-12 0,4 0-7 0,4-1 1 16,9-3-6-16,-12 3-6 0,12-3-4 0,0 0-2 16,0 0-8-16,11-3-9 0,-1 0-5 0,7-1-5 15,-2-1-11-15,7-1 1 0,2-2 6 0,2-1 8 16,3-2 5-16,4-4 4 0,4 0 3 0,-2-1 2 16,-2-3 3-16,2 2 1 0,-2-2 5 0,-1 0 3 15,-3 0 8-15,-3 3 6 0,-8 3-5 0,-1 4 1 16,1-2-1-16,-6 5-3 0,-2-4-4 0,-1 5-2 15,-4 1-10-15,-5 4-14 0,0 0-13 0,0 0-22 16,0 0-22-16,0 0-9 0,-20 4 10 0,7 1 10 16,-1 3 18-16,-2-2 10 0,0 0 13 0,-3 3 6 15,-2-2 3-15,-2 3 0 0,0-2 10 16,3 2 2-16,-3 0 3 0,0 0 2 0,2-1-3 0,0 1 4 16,2-2-5-16,1 1 5 0,0 0 3 0,4 0 0 15,0-2-1-15,2-2 0 0,1 3-4 0,3-3 15 16,2-1 10-16,6-4 9 0,-6 7-3 0,6-7 9 15,0 0 3-15,13 2-7 0,-1-4-4 0,2-5-7 16,4 1 2-16,2-1 6 0,2-2 1 0,1 0 1 16,-4 1-6-16,3 0-3 0,-4 1-12 0,-3 1 0 15,0 2 1-15,-4 0-2 0,-1-2 24 0,0 3 23 16,-10 3 11-16,11-4-7 0,-11 4-4 0,0 0-12 16,0 0-4-16,0 0-5 0,0 0 7 0,-7-2 10 15,7 2 10-15,-15 2 1 0,4 0-8 0,2 0-9 16,-3 1-8-16,0-1-13 0,-2 3-7 0,1-1 4 15,-2-1-5-15,1 2-3 0,0 0-5 0,0 0-1 16,1-1-7-16,0 2-3 0,2 1-16 0,-1-1-8 16,-1 3-28-16,3-3-31 0,-1 1-49 0,2 0-30 15,2-2-24-15,-2 1-13 0,2 1-18 0,7-7 33 16,-9 6 34-16,9-6 30 0,0 0 24 0,-7 3 20 16,7-3 11-16,0 0 20 0,0 0 8 0,2-8 35 15,-2 8 50-15,2-7 41 0,-2 7 45 0,1-7 15 16,-1 7-5-16,3-5-24 0,-3 5-20 0,0 0-16 15,4-6 27-15,-4 6 17 0,0 0 13 0,5 6 9 16,-5-6-9-16,6 11-16 0,-3-3-20 0,-1 0-13 16,2 3-8-16,0 0-2 0,1 1-20 0,-1 0-12 0,0-2-7 15,2 1-6-15,-2-1-14 0,0 1 0 16,0-2 0-16,-3 1-7 0,4-4-9 0,-3 3 22 0,0-3 23 16,-1 0 6-16,-1-6 7 0,5 8-9 0,-5-8-12 15,0 0-1-15,0 0 2 0,0 0-4 0,0 0-4 16,0 0-7-16,-6-5 2 0,5-2 17 0,1 0-37 15,0-6 27-15,0 3-36 0,0-2 29 0,1-2-35 16,2-1 28-16,2-2-31 0,-2 0 23 16,4-2-35-16,-2-2 35 0,3 2-30 0,1-1 25 0,0 1-32 15,0 0 29-15,2-2-27 0,-1 3 24 0,2-1-29 16,0 1 33-16,0 1-29 0,3 1 30 0,-2 1-2 16,0 0-26-16,5 1 29 0,0-1-5 0,1-2-3 15,3 5 0-15,1-2 1 0,-2 1-27 0,6 0 31 16,-1 1-29-16,2 0 34 0,1 3-31 0,-2-2 28 15,2 3-28-15,2-1 29 0,-3 2-25 0,3-1 28 16,-4 3-29-16,-3-1 31 0,4 2-30 0,-2-1 34 16,-1 0-36-16,-1 2 31 0,1-1-28 0,-1 0 32 15,-1-1-23-15,0 1 35 0,1 1-28 0,-2-2 28 16,1 0-32-16,1 0 26 0,1-1-33 0,-2-1 37 16,1 1-24-16,5-2 43 0,1-1-35 0,-1 1 30 15,1-2-38-15,0 1 24 0,-3 0-32 0,2 1 25 16,-2 0-29-16,-5 1 28 0,4 1-31 0,-1 0 30 15,-2 0-34-15,-1 0 33 0,2 0-34 0,-2 2 36 16,0-2-36-16,-4 1 33 0,1 1-32 0,-1 0 31 16,-1-2-32-16,3 2 31 0,0-1-30 15,2-1 32-15,-2-1-33 0,2 0 33 0,0-1-5 0,1 1-1 16,0-2 7-16,-1 1 13 0,3-3 2 0,2 0-5 16,-4 2-7-16,-1-1-2 0,-1 1-6 0,2 1-1 15,-1 0-4-15,-3 1 4 0,2-2-9 0,-6 3 0 16,2 1-1-16,-2 0 1 0,0 1-3 0,-2-2 1 15,1 2-1-15,-2-1 1 0,0 2-2 0,-3 0-2 16,3 0 4-16,-1 0-4 0,-2 0 4 0,0-1 5 16,3 2-7-16,-2 0-1 0,0-2 2 0,0 1 7 15,1 0-9-15,0-2 3 0,1 2-1 0,-2-2-1 16,0 1 4-16,4-2 2 0,-1 2 1 0,2-2-1 16,-2 0-2-16,2 0 2 0,-2-1 0 0,0 1 1 15,2 0 4-15,-2-1 12 0,0-1 8 0,0-1 13 16,1 2 13-16,-3-2-1 0,-1 0 11 0,3 0 13 15,-4-1-5-15,1 0 6 0,0 1 11 0,0-3 3 0,-1 2-10 16,-1 0-51-16,1-2 35 0,-2 0-46 16,1 0 42-16,0-1-43 0,-1 1 50 0,-1-1-62 15,3 0 46-15,-1 0-55 0,-2-2 43 0,2 0-50 16,0 2 11-16,0-2 20 0,-3 2-5 0,3-3-20 16,-4 3 0-16,3-1 0 0,-4-1 0 0,2 1 0 15,-1-2 0-15,-1 2 0 0,1-2 0 0,-3 3 0 16,0-3 0-16,-1 3 0 0,0-2 0 0,0 1 0 15,0 0 0-15,0 1-33 0,0 0-164 0,0 1-71 16,0 1-78-16,1 1-47 0,1-1-101 0,-1 5-150 16,0-2-136-16,1 1-815 0,-2 7-1245 0</inkml:trace>
  <inkml:trace contextRef="#ctx0" brushRef="#br1" timeOffset="-59466.18">20887 6378 101 0,'-5'6'777'0,"5"-6"-205"0,0 0-144 0,0 0-67 15,-8 2-52-15,8-2-8 0,0 0-10 16,0 0-12-16,0 0-26 0,-2-7-46 0,2 7-35 0,0-7-31 15,0 7 1-15,1-13-27 0,0 7-6 0,1-5-3 16,0 3 30-16,0-4-39 0,-1 0 6 0,1-2-9 16,2-2 13-16,-2 0-9 0,0-1-18 0,1-2-2 15,2 1-24-15,-3-2 8 0,3-1-11 0,-1 1 7 16,0-1-1-16,1-1-6 0,0 2-16 0,2-1-7 16,-1 0 0-16,-1 1-4 0,0 3-4 0,-1 1 41 15,0-2-58-15,2 1 45 0,-2 0-58 0,1 1 55 16,-1 0-52-16,0-1 46 0,0 1-47 0,0-1 44 15,-1 2-38-15,1 1 37 0,0-1-54 0,0-1 48 16,0 3-50-16,0-2 49 0,-2 2-50 0,2-2 52 0,2 2-55 16,-3 2 53-16,-1-1-48 0,4-1 44 15,-4 2-49-15,3-1 54 0,-1 2-52 0,-1-1 50 16,-1-1-47-16,3 4 60 0,-2-4-28 0,1 5 41 16,-2-5-47-16,1 4 39 0,-2-2-46 0,3 2 38 15,-1-2-43-15,-1 2 37 0,-1 0-43 0,3-1 43 0,-1 3-46 16,-1-2 7-16,-1 0 38 0,2 1-45 15,0-2 6-15,-1 3 1 0,2-2 2 0,-1-1 6 16,1-1 0-16,-2 2-1 0,4-1 0 0,-3 1 0 0,1-2 1 16,0 1 0-16,-2-1 4 0,2 3 4 0,-1-2-4 15,-1 0 1-15,2 3-1 0,0-1 4 16,0-2 28-16,-2 4 0 0,1-1-6 0,-1-2-4 0,1 2-7 16,1 1-5-16,-2-1-1 0,2-1-5 0,0 2-1 15,2-2 1-15,-2 1-2 0,3-1-2 0,-1 1-1 16,2-3-3-16,-1 2 8 0,2 1 6 0,-1-2 7 15,0 1 42-15,-1-1-39 0,2 1 40 0,-2 1-53 16,0 0 35-16,1-1-42 0,0 2 37 0,-3 0-43 16,1 0 34-16,0 1-35 0,-6 4 29 0,8-8-38 15,-8 8 33-15,8-6-32 0,-8 6 32 0,8-5-38 16,-8 5 38-16,10-5-38 0,-10 5 34 0,11-5-34 16,-11 5 35-16,12-4-30 0,-12 4 31 0,14-3-39 15,-14 3 38-15,11-4-35 0,-11 4 37 0,14-1-41 16,-14 1 43-16,11-4-41 0,-11 4 37 0,10-3-35 15,-10 3 35-15,10-1-42 0,-10 1 43 0,0 0-38 16,13-2 52-16,-13 2-31 0,0 0 41 0,14 0-40 16,-14 0 39-16,9 3-38 0,-9-3 43 0,10 2-38 15,-10-2 39-15,9 5-43 0,-9-5 39 0,10 1-36 0,-10-1 41 16,8 4-42-16,-8-4 42 0,9 4-45 16,-9-4 40-16,9 4-40 0,-9-4 41 0,7 4-45 15,-7-4 4-15,7 2 1 0,-7-2-2 0,6 6 4 0,-6-6 0 16,7 2-2-16,-7-2 13 0,7 6-2 15,-7-6 0-15,8 6 0 0,-8-6 2 0,6 5 6 16,-6-5-3-16,5 6 2 0,-5-6 2 0,8 5-6 16,-8-5 4-16,5 5 3 0,-5-5-10 0,5 4 5 0,-5-4-13 15,0 0 2-15,4 8 0 0,-4-8 0 0,0 0-7 16,5 4 2-16,-5-4 4 0,0 0-2 16,0 0-2-16,4 4-3 0,-4-4 4 0,0 0-5 15,0 0 2-15,0 0 2 0,0 0-5 0,6 6-3 0,-6-6 2 16,0 0 2-16,0 0 1 0,0 0 3 0,0 0 6 15,0 0-3-15,0 0-2 0,4 6 0 0,-4-6 2 16,0 0-3-16,0 0 4 0,0 0-3 0,0 0 8 16,0 0-11-16,0 0-3 0,0 0 3 0,0 0-2 15,0 0-1-15,0 0 2 0,0 0 10 0,0 0-11 16,0 0-2-16,0 0 1 0,3 4 0 0,-3-4-1 16,0 0 3-16,0 0 2 0,0 0 0 0,0 0-5 15,0 0 3-15,0 0-2 0,0 0-2 0,0 0 3 16,0 0 1-16,0 0-2 0,0 0 1 0,0 0 4 15,0 0-11-15,0 0 3 0,0 0-5 0,0 0-29 0,0 0-58 16,0 0-75-16,0 0-85 0,0 0-95 0,0 0-92 16,0 0-191-16,0 0-142 0,0 0-875 15,-5-4-1315-15</inkml:trace>
  <inkml:trace contextRef="#ctx0" brushRef="#br1" timeOffset="-55982.16">21416 5302 485 0,'0'0'457'0,"0"0"-102"0,-12-1-35 0,12 1-62 15,-11-2 17-15,11 2-47 0,0 0-20 0,-11-2-35 16,11 2-8-16,0 0-34 0,-9-1 0 16,9 1-15-16,0 0 1 0,0 0 3 0,-9-3-3 0,9 3-9 15,0 0-11-15,0 0-4 0,0 0-11 0,-3-5-7 16,3 5-16-16,0 0 1 0,0 0-9 0,4-7 4 15,-4 7-9-15,0 0-1 0,0 0-7 0,5-4 1 16,-5 4-9-16,0 0-3 0,0 0-6 0,0 0-3 16,7-4-5-16,-7 4-2 0,0 0-4 0,0 0 8 15,0 0 0-15,10 1 13 0,-10-1 6 0,6 5 5 16,-6-5 3-16,8 6-10 0,-8-6 18 0,8 7-6 0,-4-2 1 16,-1 0-16-16,2 2 7 0,0-3-4 15,-1 1 22-15,0 3-17 0,0-2 41 0,1 1-27 16,-2 1 39-16,2-1-43 0,-3 2 0 0,1 0 0 15,-1 0 1-15,1-1 42 0,-2 2-63 0,2-2 44 16,-2 3-52-16,0-1 56 0,2 0-59 0,-2-1 50 0,1 3-56 16,-1-4 42-16,0 3-51 0,-1-1 44 15,3 0-54-15,-1-2 53 0,-2 2-56 0,4-1 48 0,-3 0-53 16,0-1 54-16,2 0-41 0,-3-1 70 16,3 1-50-16,-2-1 49 0,0 0-40 0,1 0 44 15,-1-1-52-15,0 1 42 0,-1 1-49 0,3-2 39 16,-3-6-45-16,2 13 36 0,-2-13-43 0,2 12 37 0,-1-5-42 15,0-2 40-15,0 2-41 0,1-1 44 0,1 0-44 16,-3-6 36-16,2 12-41 0,0-7 41 16,-1 1-43-16,1 1 41 0,0-1-40 0,1 0 38 0,-2 0-39 15,-1-6 40-15,4 12-38 0,-1-6 66 0,-1 0-29 16,0 0 33-16,0 0-46 0,1 0 35 0,0 0-40 16,-1 1 36-16,0-1-39 0,-1 0 35 0,3 1-38 15,-2-1 36-15,0 0-36 0,-1 2 38 0,2-2-30 16,0 2 38-16,-1 1-41 0,1-2 39 0,-1 1-36 15,3 0 10-15,-2 2 4 0,-1-3 8 0,2 4 17 16,-1-1 9-16,1-1-6 0,0 1-2 0,-2 1-10 16,2 0-31-16,0 0 32 0,-1-1-35 0,1 3 28 15,0 1-28-15,1 0 30 0,1-1-6 0,-3 1 1 16,4 1-3-16,-2-1-7 0,0 1-2 0,0 1 14 16,0-1 39-16,0 2-10 0,3 1-4 0,-2 1-12 15,1 0 23-15,-2 0 12 0,1 0 2 0,-1 1-49 16,2-1 12-16,-2-2-43 0,0 0 0 0,0 1 0 15,1-2 0-15,-2 1 0 0,1 2 0 0,2 0 0 16,-1 0 0-16,-2 0 0 0,4 0 0 0,-1 0 0 0,-2 0 0 16,3 1 0-16,0-1 0 0,-2 0 0 0,2-1 0 15,-2 1 0-15,2 0 0 0,-2-3 0 16,1 0 0-16,-1-1 0 0,-1 0 0 0,0 0 0 0,2-2 0 16,-2 1 0-16,1-1 0 0,-2-1 0 0,1-1 0 15,-2-1 0-15,2-1 0 0,-3 0 0 0,2 0 0 16,0-1 0-16,0 0 0 0,-3-2 0 0,4 2 0 15,-3-2 0-15,0 0 0 0,2 2 0 16,0-4 0-16,-4-4 0 0,5 10 0 0,-5-10 0 16,5 11 0-16,-5-11 0 0,4 8 0 0,-4-8 0 0,4 7 0 15,-4-7 0-15,2 7 0 0,-2-7 0 0,4 5 0 16,-4-5 0-16,0 0 0 0,3 7 0 0,-3-7 0 16,0 0 0-16,0 0 0 0,0 0 0 15,0 0 0-15,0 0 0 0,0 0 0 0,-3-11 0 16,2 4 0-16,-2-1 0 0,-2-4 0 0,1-2 0 0,0-2 0 15,-3-3 0-15,-1-3 0 0,-1-3 0 0,3-4 0 16,-3 0 0-16,-1-3 0 0,-1-5 0 0,2-2 0 16,-3 1 0-16,1-2 0 0,4 0 0 0,-5 1 0 15,3 0 0-15,-1 1 0 0,-1 1 0 0,0 0 0 16,1 2 0-16,0 4 0 0,1 3 0 0,1 2 0 16,-2 3 0-16,5 3 0 0,-1 1 0 0,0 2 0 15,1 3 0-15,3 2 0 0,-3 1 0 0,2 1 0 16,-1 1 0-16,3 1 0 0,-3 0 0 0,3 3 0 15,1 5 0-15,-3-11 0 0,3 11 0 0,-2-7 0 16,2 7 0-16,0 0 0 0,0 0 0 0,0 0 0 16,4 9 0-16,-3 0 0 0,0-1 0 0,3 3 0 15,-1 3 0-15,-1 1 0 0,3 0 0 0,0 3 0 16,2 3 0-16,-1-1 0 0,3 5 0 0,1 0 0 16,0 3 0-16,1-2 0 0,1 3 0 0,1-1 0 15,1 5 0-15,-1 1 0 0,2-1 0 0,-2-5 0 16,1 4 0-16,0-5 0 0,-3 1 0 0,1-1 0 15,-1-2 0-15,-1 0 0 0,1-4 0 0,-3-1 0 16,0-1 0-16,-2 1 0 0,2 0 0 0,-2-6 0 16,-1 4 0-16,0-4 0 0,-1 0 0 0,0 1 0 15,2-1 0-15,-2-1 0 0,1 1 0 0,-2-1 0 16,1-3 0-16,0 2 0 0,-2-2 0 0,2 0 0 16,0-2 0-16,-2 1 0 0,1-2 0 0,-2-1 0 15,2 0 0-15,-3-6 0 0,4 9 0 0,-4-9 0 16,2 10 0-16,-2-10 0 0,3 7 0 0,-3-7 0 15,2 6 0-15,-2-6 0 0,0 0 0 0,3 8 0 16,-3-8 0-16,0 0 0 0,0 0 0 0,1 7 0 16,-1-7 0-16,0 0 0 0,0 0 0 0,3 6 0 15,-3-6 0-15,0 0 0 0,0 0 0 0,0 0 0 16,0 0 0-16,0 0 0 0,3 6 0 0,-3-6 0 16,0 0 0-16,0 0 0 0,0 0 0 0,-5-8 0 15,5 8 0-15,-2-8 0 0,-1 2 0 0,1-3 0 16,-1 0 0-16,1-2 0 0,-2-2 0 0,0-2 0 15,1-2 0-15,-4-3 0 0,2-3 0 0,-1 0 0 16,1 0 0-16,-1-6 0 0,-2 0 0 0,3 1 0 16,-3-3 0-16,3 2 0 0,-2-1 0 0,-1 1 0 15,-1-2 0-15,3 3 0 0,-1-1 0 0,-2 0 0 16,2 2 0-16,0-3 0 0,-2 4 0 0,0 0 0 0,2-1 0 16,0 5 0-16,-2-2 0 0,2 2 0 15,-2 0 0-15,2 1 0 0,-2 0 0 0,-1 1 0 16,3 1 0-16,-1 0 0 0,0 0 0 0,1 5 0 15,0-3 0-15,3 3 0 0,-1 1 0 0,1 0 0 16,-2-3 0-16,2 3 0 0,3 1 0 0,-2-1 0 0,2 1 0 16,1-1 0-16,-1 0 0 0,1 0 0 15,0 1 0-15,0-2 0 0,0 2 0 0,-2-1 0 16,2 1 0-16,-1 0 0 0,1 0 0 0,0-1 0 16,0 0 0-16,0 1 0 0,-1 0 0 0,0 0 0 15,-1 2 0-15,1-3 0 0,-2 2 0 0,2 0 0 16,-1 0 0-16,0 0 0 0,-3 0 0 0,3 0 0 15,-1 0 0-15,-2-3 0 0,1 3 0 0,-1-2 0 16,1 1 0-16,-2 2 0 0,2-1 0 0,-2 1 0 16,1-1 0-16,-2 0 0 0,3 1 0 0,-5-2 0 15,4 3 0-15,-2-2 0 0,0 3 0 0,2-3 0 16,-2 5 0-16,0-4 0 0,1 2 0 0,-1 0 0 0,1 1 0 16,0 0 0-16,-1-1 0 0,1 1 0 15,-1 1 0-15,1-2 0 0,1 2 0 0,-2-2 0 16,2 2 0-16,0 1 0 0,1-3 0 0,-2 2 0 15,1 0 0-15,0 1 0 0,2-1 0 0,-1 1 0 16,4 5 0-16,-7-9 0 0,7 9 0 0,-9-10 0 16,9 10 0-16,-8-7 0 0,8 7 0 0,-6-7 0 15,6 7 0-15,-12-6 0 0,12 6 0 0,-11-8 0 16,11 8 0-16,-14-6 0 0,5 3 0 0,0 1 0 16,0 0 0-16,-1-1 0 0,1-1 0 0,0 3 0 15,-3-1 0-15,3 0 0 0,0 0 0 0,0 1 0 16,-2 0 0-16,11 1 0 0,-17-1 0 0,17 1 0 0,-19-3 0 15,19 3 0-15,-15 0 0 0,15 0 0 16,-17 0 0-16,17 0 0 0,-15 2 0 0,15-2 0 16,-17 1 0-16,17-1 0 0,-13 3 0 0,13-3 0 15,-16 6 0-15,8-2 0 0,0 1 0 0,0-2 0 16,0 2 0-16,0 0 0 0,-1 2 0 0,2-2 0 16,-1 1 0-16,0 2 0 0,2-2 0 0,-2 1 0 15,-1 2 0-15,3 2 0 0,-2-2 0 0,-1 3 0 16,3-2 0-16,-2 2 0 0,3 1 0 0,-4-2 0 15,3 2 0-15,1-1 0 0,-2 0 0 0,1 1 0 16,-2-2 0-16,4 1 0 0,-1 0 0 0,-1-2 0 16,2 1 0-16,-2-3 0 0,1 3 0 0,-1-3 0 15,1 3 0-15,1-3 0 0,-1 2 0 0,1-2 0 16,-2 3 0-16,2-4 0 0,-1 3 0 0,3-1 0 16,-2 1 0-16,0-1 0 0,1 1 0 0,-3 1 0 15,2-1 0-15,2 1 0 0,-2-1 0 0,1 1 0 16,-1-1 0-16,0 2 0 0,2-3 0 0,-2 2 0 15,-1 0 0-15,3 1 0 0,-2 0 0 0,0-2 0 16,1 2 0-16,-1-1 0 0,0-2 0 0,1 4 0 16,-1-2 0-16,0 0 0 0,0 2 0 0,0-4 0 15,1 4 0-15,0-3 0 0,-1 2 0 0,0 2 0 0,-2-3 0 16,3 2 0-16,1-1 0 0,-1-1 0 16,1 2 0-16,-1-1 0 0,1-1 0 0,0 3 0 15,1 0 0-15,0-3 0 0,-2 3 0 0,3 0 0 16,0-3 0-16,-1 2 0 0,0-1 0 0,1-2 0 15,-2 2 0-15,2-1 0 0,-1-1 0 0,0 1 0 0,-3-2 0 16,4 1 0-16,-1-2 0 0,-2 2 0 0,2-1 0 16,-2-1 0-16,1 1 0 0,-1 1 0 15,-1-1 0-15,0 0 0 0,2 0 0 0,-3 0 0 16,1 0 0-16,0 0 0 0,-1 0 0 0,3-1 0 16,-4 0 0-16,1 0 0 0,3 0 0 0,-5 1 0 15,4-1 0-15,-4-2 0 0,3 2 0 0,-1 2 0 16,1-4 0-16,-3 2 0 0,0 1 0 0,2-1 0 15,-4 1 0-15,2 0 0 0,-1 1 0 0,0-1 0 16,-1 1 0-16,-2-1 0 0,2 1 0 0,-3-1 0 16,2 1 0-16,-1-1 0 0,0 0 0 0,-4 0 0 15,3-1 0-15,-1 3 0 0,1-3 0 0,-2 0 0 16,1 2 0-16,2-3 0 0,-2 1 0 0,1 0 0 0,0 0 0 16,0-1 0-16,-1 1 0 0,1-1 0 15,0 0 0-15,-2-1 0 0,4 0 0 0,-3 0 0 16,0-2 0-16,-1 4 0 0,0-4 0 0,1 2 0 0,-3-1 0 15,0-1 0-15,0 0 0 0,-1 2 0 0,-3-2 0 16,-2 0 0-16,0 1 0 0,-1-1 0 16,-1-1 0-16,0 2 0 0,-1-1 0 0,1 0 0 15,-2 0 0-15,2 1 0 0,-4-2 0 0,6 2 0 0,-3 0 0 16,-1-1 0-16,1 0 0 0,-1 2 0 0,4-1 0 16,-2 1 0-16,0 0 0 0,0-1 0 15,1 0 0-15,-1-1 0 0,0 2 0 0,0 0 0 16,0-2 0-16,1 1 0 0,-3 1 0 0,3-2 0 0,0 1 0 15,1-1 0-15,-2 2 0 0,1-2 0 0,0 2 0 16,1-1 0-16,1 1 0 0,-2-2 0 0,1 5 0 16,1-3 0-16,0 0 0 0,3-2 0 0,-1 5 0 15,0-5 0-15,1 4 0 0,-2-1 0 0,3-3 0 16,1 1 0-16,-3 0 0 0,4 1 0 0,-3 0 0 16,-1 2 0-16,-1-3 0 0,0 3 0 0,5 0 0 15,-2-4 0-15,-1 3 0 0,3-1 0 0,-2 0 0 16,1 0 0-16,0 1 0 0,1-1 0 0,0 3 0 15,1-3 0-15,-2-2 0 0,4 2 0 0,-1 3 0 16,-1-3 0-16,1 0 0 0,1 1 0 0,-3 0 0 16,3 0 0-16,0-1 0 0,0 3 0 0,2-1 0 15,-3-1 0-15,4 1 0 0,-1-3 0 0,-1 0 0 16,2 3 0-16,-2-3 0 0,1 0 0 0,1 0 0 16,0 1 0-16,-2-2 0 0,1 3 0 0,-1-2 0 15,1 0 0-15,0-1 0 0,-2 2 0 0,-2 1 0 16,3-1 0-16,-3-2 0 0,2 2 0 0,-3-1 0 0,2 1 0 15,0-2 0-15,-2 2 0 0,1-2 0 16,-3 1 0-16,3 2 0 0,-1-3 0 0,0 2 0 16,1-1 0-16,3 0 0 0,1-1 0 0,0-1 0 15,2 1 0-15,-1-3 0 0,3 4 0 0,6-5 0 0,-9 6 0 16,9-6 0-16,-5 8 0 0,5-8 0 0,-3 11 0 16,3-11 0-16,0 12 0 0,0-12 0 15,3 10 0-15,-3-10 0 0,1 12 0 0,2-8 0 0,-3-4 0 16,2 15 0-16,0-9 0 0,-1 1 0 0,0 2 0 15,-1-3 0-15,1 4 0 0,1 0 0 16,-2 1 0-16,1-3 0 0,1 5 0 0,-2-2 0 0,0 1 0 16,2 0 0-16,-1 3 0 0,0 0 0 0,3 0 0 15,-1 1 0-15,0 0 0 0,3 1 0 0,-2-1 0 16,1 0 0-16,0 0 0 0,0-2 0 0,0-1 0 16,-1 1 0-16,0-5 0 0,-2 1 0 0,2-1 0 15,1 1 0-15,-2-4 0 0,-2 1 0 0,1-1 0 16,-2-6 0-16,4 9 0 0,-4-9 0 0,3 10 0 15,-3-10 0-15,2 6 0 0,-2-6 0 0,0 0 0 16,0 0 0-16,0 0 0 0,4-8 0 0,-4 8 0 16,-1-12 0-16,-2 5 0 0,2-4 0 0,-1 0 0 15,-4-1 0-15,1-4 0 0,-2 1 0 0,-1-1 0 16,0-1 0-16,-1 0 0 0,-1-2 0 0,1 3 0 16,0-1 0-16,0 3 0 0,3 1 0 0,0 2 0 15,-1 1 0-15,3 2 0 0,-2-1 0 0,2 1 0 16,2 2 0-16,2 6 0 0,-3-9 0 0,3 9 0 15,5-4 0-15,-5 4 0 0,10-2 0 0,-10 2-220 16,14 2-628-16,-14-2-224 0,17 3-836 0,-17-3-1634 16</inkml:trace>
  <inkml:trace contextRef="#ctx0" brushRef="#br1" timeOffset="-53294.82">22046 6416 424 0,'0'0'513'0,"0"0"-106"0,0 0-39 16,-12 1-46-16,12-1-26 0,0 0-48 0,0 0-28 15,0 0-24-15,0 0-32 0,-12 1-26 0,12-1-23 16,0 0-22-16,0 0 18 0,9-4 19 0,1 1-10 16,3 1 3-16,5-4 9 0,4 0-3 0,10-5-9 15,8 0-31-15,5-4-4 0,13-3-15 0,3-3-15 16,3 0 10-16,1-2 4 0,5-2-22 0,-2 1-7 16,2-3-12-16,2 0 3 0,2 2-7 0,0-1 1 15,-1 0-10-15,-1 1 2 0,-2-3-2 0,-2 4-3 16,-2-1-5-16,-1-1 1 0,-5 2-3 0,-6 2-2 15,-7 3 1-15,-6 1 3 0,0 2 2 0,-4-1-5 16,-2 0-3-16,-9 6 2 0,1-1-2 0,-9 2-1 16,3 2-1-16,-7-1-1 0,0 4-3 0,-1-1-6 15,-3 1-38-15,1 0-70 0,-4 0-99 0,-7 5-81 16,9-4-55-16,-9 4-39 0,0 0-39 0,0 0-46 16,0 0-388-16,-18 3-414 0</inkml:trace>
  <inkml:trace contextRef="#ctx0" brushRef="#br1" timeOffset="-53049.34">23447 5776 270 0,'-9'-4'474'0,"4"-1"-98"0,5 5-72 0,-8-7-41 15,8 7-49-15,-5-6-17 0,5 6-9 0,5-7-17 16,-5 7-7-16,13-6-6 0,-4 4-14 0,4 1-4 16,0-1 0-16,2 2-16 0,0 2 8 15,3-1-7-15,0 1-13 0,1 2-12 0,-1-1-9 0,-1 2-7 16,1-1-12-16,-2-1-7 0,-2 3-15 0,0 0-11 15,0 0-6-15,-1 0-6 0,-4 1 0 0,1-1 3 16,-3 1 5-16,-2 3-4 0,-1-1-5 0,-2 3-5 16,-3-1-3-16,-3 0-10 0,0 3 4 0,-5 1-5 15,-1 0-3-15,-3 1-16 0,-2 1-41 0,1-4-99 16,-4 3-118-16,0 0-70 0,-5-2-135 16,4-2-518-16,-5 1-587 0</inkml:trace>
  <inkml:trace contextRef="#ctx0" brushRef="#br1" timeOffset="-52649.61">22230 6117 41 0,'-14'3'491'0,"3"1"-149"16,-1 0-68-16,2-1-35 0,-1 0-6 0,2-1-25 15,-1 3 11-15,0-2-43 0,1 1 11 0,1 0-46 16,1-2 8-16,7-2-22 0,-14 5 11 0,14-5-8 16,-10 4 4-16,10-4 0 0,-9 4-7 0,9-4-3 0,-8 4-17 15,8-4 0-15,0 0 1 0,-7 2 8 0,7-2 1 16,0 0 9-16,0 0-16 0,0 0-14 0,16-4-21 16,-4-1-7-16,3-2-17 0,8 0 21 15,6-5-7-15,10-1-10 0,6-2-10 0,12-3 25 16,3-4-25-16,7 0 6 0,3 1-22 0,1-3 3 15,7 1-14-15,0-2 6 0,4-1-7 0,-1 3-4 0,2-4-2 16,-4 2-1-16,-5 1 8 0,-4 1-15 0,-4 0-2 16,-8 3 0-16,-10 4 0 0,-7 2 1 15,-4-2-3-15,-8 4 1 0,-3 3 1 0,-5 0-2 16,-3 1-2-16,-4 1-3 0,-2 0-8 0,-3 2-63 16,-4-2-78-16,-5 7-79 0,1-6-67 0,-1 6-58 15,-11-4-61-15,0 2-58 0,0 2-72 0,-3-3-295 16,-2 3-389-16</inkml:trace>
  <inkml:trace contextRef="#ctx0" brushRef="#br1" timeOffset="-52415.51">23087 5661 275 0,'-18'0'520'0,"4"0"-86"0,1 0-88 16,13 0-57-16,-17 0-48 0,17 0-6 0,0 0-23 16,0 0 9-16,3-8-10 0,8 6-22 0,8-1-13 15,7-1-10-15,1 1-16 0,9-2-14 0,-1 4-21 16,1 0-22-16,-4 2-11 0,0 0 4 0,-2 2-9 15,-2 0-12-15,-3 0-13 0,-3 2-8 0,0-2 14 16,-3 1-3-16,-4 0-1 0,0 1-5 0,-2-1-1 16,-2 1-1-16,-1 1 7 0,-4-1 7 0,1 3-9 15,-5 1-10-15,-2-2-6 0,-2 4-7 0,-2-2-8 16,-3 3-6-16,-3 0-14 0,-5 0-61 0,1 1-86 16,-4 2-124-16,-4-5-105 0,0 3-146 0,-6 0-629 15,-1-2-764-15</inkml:trace>
  <inkml:trace contextRef="#ctx0" brushRef="#br1" timeOffset="-52032.57">22181 5878 399 0,'-18'3'344'16,"0"1"-73"-16,0 0-18 0,1-2-19 15,-2 3-6-15,4-1-13 0,-2 0 19 0,3 1-44 0,0-4-7 16,4 2-41-16,-2-1 4 0,2 0-30 0,10-2-3 16,-11 5 26-16,11-5 46 0,0 0 11 0,0 0-8 15,0 0-37-15,21-3-18 0,-3-3-11 0,10-1 6 16,4-4 3-16,10-3-22 0,4-2 4 0,12-4-21 16,1-3-18-16,2-2-14 0,2-2-14 15,1-1-8-15,1 0-7 0,1-2-8 0,1-1-2 0,3 1-2 16,-2 0-3-16,2-2-5 0,-2 5-3 15,1-4-6-15,-4 4 6 0,-3-1-8 0,-1 3 9 0,-8 3-11 16,-8 2 10-16,-7 3-13 0,-2 3 11 0,-9 2-10 16,-5 2 12-16,-1 2-12 0,-7 1 6 0,1 1-5 15,0 0 3-15,-5 0-18 0,0 1-40 16,-2 1-101-16,-8 4-91 0,4-5-63 0,-4 5-24 0,0 0-53 16,-17-1-34-16,3 2-14 0,0 2-3 0,-5-1-290 15,-3 1-236-15</inkml:trace>
  <inkml:trace contextRef="#ctx0" brushRef="#br1" timeOffset="-51799.04">23026 5348 108 0,'-19'3'336'16,"5"-1"-29"-16,0-2-34 0,4 1-44 0,10-1-36 0,-16-1-11 15,16 1-2-15,0 0 11 0,-7-5 16 0,7 5-27 16,14-6 19-16,-4 3-17 0,4-1 12 0,4 1-16 16,3 0-1-16,-1 2-21 0,1-1-28 15,-1 2-22-15,-1-1-21 0,-1 1-14 0,0 1-15 0,1 1-7 16,-6-2-5-16,2 1-2 0,-2 2 37 15,-1-1-5-15,-1 2-12 0,-2-1-11 0,1 1-8 0,-1-1-6 16,-4 3 22-16,1 1-9 0,-4-1-8 0,1 0-1 16,-1 3-10-16,-4-2-12 0,-1 5-4 15,-1-3-4-15,-1 2-2 0,-1-1-9 0,-1 2-25 16,-3 2-91-16,-3-3-91 0,-2 3-92 0,2-1-85 0,-6 1-119 16,0-4-480-16,-5 3-575 0</inkml:trace>
  <inkml:trace contextRef="#ctx0" brushRef="#br1" timeOffset="-51449.82">22211 5613 20 0,'-24'4'600'0,"1"2"-174"0,-1-1-93 0,-2 1-71 15,3-1-34-15,1 1-27 0,-1-1 5 0,4-2-9 16,4 1-2-16,2-1-19 0,0 0-30 0,4-2-31 15,-1 2-24-15,10-3-16 0,-11 2-1 0,11-2 44 16,0 0 4-16,0 0-2 0,10-5-10 0,1 2-16 16,5-5 7-16,5-1-5 0,10-3 4 0,6-4 11 15,4-1-19-15,5-1-7 0,10-3-4 0,3-3-13 16,2-1-10-16,3-1-14 0,1 1-12 0,2-1-1 0,-1-2-5 16,2 3 5-16,4-2-13 0,-3 1 1 15,0 2-4-15,0-2-4 0,-3 3-1 0,-1 2-1 16,-5 0-6-16,-15 5 0 0,0 0 1 0,-6 2-3 15,-8 4 2-15,-3-1 1 0,-6 4-3 0,-3-1-3 16,-3 3-10-16,-2-1-31 0,-5 0-69 0,-4 2-97 16,-5 4-74-16,0 0-34 0,-3-7-46 0,3 7-35 15,-18-1-35-15,4 1-55 0,-1 0-245 0,-7 0-239 16</inkml:trace>
  <inkml:trace contextRef="#ctx0" brushRef="#br1" timeOffset="-51217.66">22779 5171 137 0,'-18'1'470'0,"5"0"-106"0,13-1-70 16,-19 0-66-16,19 0-21 0,0 0 6 0,0 0 1 16,5-8 4-16,6 4-23 0,6 2-5 0,7-4 15 15,2 1-6-15,3 3-22 0,6-2-4 0,1 2-25 16,-6 2-26-16,1 0-23 0,-2 1-23 0,-2 0-11 16,-1 2-12-16,-6-1-9 0,-1 2-7 0,-1-2-1 15,-1 2-2-15,-3-1-6 0,-3 1 5 0,-2 0-4 16,-2 1-1-16,-3 1-2 0,-2 0-10 0,-7 3-5 15,1 0 1-15,-5 2-8 0,-4 1 6 0,-3 1-21 16,-1 0-38-16,-1-1-82 0,-7 3-101 0,-1-2-47 16,-2 1-138-16,0-3-152 0,-4 0-284 0,-5 0-400 15</inkml:trace>
  <inkml:trace contextRef="#ctx0" brushRef="#br1" timeOffset="-50684.11">21934 5357 365 0,'-19'0'502'0,"0"-1"-88"15,2 1-43-15,4 0-42 0,0-2 4 0,1 2-51 0,12 0-36 16,-20-1-47-16,20 1-31 0,-16 0-38 0,16 0-10 16,0 0-26-16,0 0-13 0,0 0-10 0,0 0-10 15,0 0-8-15,0 0 19 0,0 0-3 0,0 0-3 16,20 0-8-16,-8-3 6 0,3 0-13 0,0-2 7 15,7-2 10-15,2 0 2 0,3-5-15 16,10-3-10-16,4-1-7 0,0-1-9 0,14-6 0 16,3 1 14-16,2-3-4 0,2 3 1 0,0-3-14 0,-1 0 2 15,-1 1-7-15,-4 1 7 0,-3 1-16 0,-9 6 3 16,-7 1-8-16,-6 2-2 0,-3 2 0 16,-5 2-3-16,-3 2 0 0,-4 0-2 0,-2 2-4 15,0 0-3-15,-5 0-1 0,0 2-8 0,-9 3-4 16,10-4-50-16,-10 4-49 0,0 0-42 0,0 0-24 15,-12 2-5-15,1-1 4 0,0 0 29 0,-3-1 35 0,1 0 28 16,-5 2 16-16,1-1 27 0,-2-1-7 0,-1 3 20 16,-1-3 1-16,1 0 14 0,-2 0-2 0,4 0 18 15,-2 0 2-15,2 0 32 0,5 0 36 16,0 0 16-16,1 0 6 0,12 0-18 0,-17 0-5 0,17 0-14 16,-9-3 36-16,9 3 30 0,0 0 27 15,15-4-12-15,-2 3 14 0,8-2-15 0,0 3-19 0,1 0-29 16,4 1-9-16,-1 3-21 0,-2-1 1 0,-2 3-16 15,-1 2-2-15,-1 0-3 0,-6-1-3 16,2 4 3-16,-6 0-1 0,-5 2 0 0,0 2-1 0,-5 1-4 16,-6 3-3-16,-5 5-14 0,-4 0 5 0,-7 5-23 15,-5 1-119-15,-12 8-193 0,-2-1-238 16,-2-1-707-16,-6-1-877 0</inkml:trace>
  <inkml:trace contextRef="#ctx0" brushRef="#br1" timeOffset="-48448.99">25162 6817 511 0,'0'-8'750'0,"0"-4"-163"0,0 3-81 0,0-1-66 16,-1 4-24-16,1-3-56 0,-1 3-43 0,1 6-59 15,0-13-47-15,0 13-48 0,-2-9-34 0,2 9-23 16,0 0-6-16,0 0 14 0,0 0-4 0,9 3-18 16,-5 6-13-16,4 3-8 0,-2 1 7 0,2 4 0 15,1 3-10-15,1-1-10 0,0 0-12 0,-1 2-11 16,1 1-7-16,1 1 0 0,-1 2-7 0,1-2-2 15,0 2-5-15,-2-5-2 0,1 2 4 0,-3-1-7 16,2-3-6-16,-1-1-18 0,2 0-44 0,-1-4-67 16,-1 0-90-16,1-5-146 0,0 0-105 0,0-4-193 15,-9-4-579-15,20 0-849 0</inkml:trace>
  <inkml:trace contextRef="#ctx0" brushRef="#br1" timeOffset="-48216.04">25586 6869 1039 0,'0'0'766'0,"0"0"-171"16,4-8-140-16,-4 8-85 0,0 0-67 0,3-4-16 15,-3 4-17-15,0 0 7 0,5-4-33 0,-5 4-29 16,5-5-30-16,3 1-25 0,1 1-17 0,4-3-33 16,4-1-7-16,6-2-31 0,5-1 17 0,8-4 3 15,1 0-4-15,2-2-9 0,0 0-7 0,2 1-10 16,-4-1-10-16,-2 2-16 0,-7 4-7 0,-4 0-5 15,-6 2-10-15,1 1-9 0,-2 1-24 0,-4 2-38 16,-3-2-49-16,-1 3-62 0,-9 3-96 0,0 0-130 16,0 0-111-16,0 0-126 0,0 0-665 0,-17 6-899 15</inkml:trace>
  <inkml:trace contextRef="#ctx0" brushRef="#br1" timeOffset="-47365.29">26547 6228 683 0,'-2'-11'576'0,"-1"3"-134"0,1 0-51 0,-1 1-38 0,2 2-22 0,-2-2-27 16,3 7-39-16,-3-11-30 0,3 11-40 0,-3-8-27 16,3 8-35-16,0 0 9 0,0 0 7 0,0 0-12 15,0 0-4-15,10 5-17 0,-5 5 16 0,4 2-18 16,0 5 3-16,4 1-50 0,1 4 18 0,1 0-33 16,0 1 20-16,1 2-42 0,0-2 29 0,-1 1-41 15,0-2 27-15,0 2-42 0,1-3 29 0,-5-4-35 16,2 0-1-16,-3-1-9 0,0-3-39 0,-2-1-78 15,1-2-103-15,-4-1-127 0,0-3-102 0,-5-6-194 16,7 7-494-16,-7-7-765 0</inkml:trace>
  <inkml:trace contextRef="#ctx0" brushRef="#br1" timeOffset="-46466.53">26427 6220 360 0,'0'0'589'0,"6"-4"-169"0,-6 4-73 16,0 0-70-16,0-10-13 0,0 10-51 0,7-12-13 16,-2 8-42-16,2-4-2 0,3-1-32 0,4 1 9 0,1-2-30 15,6 1-10-15,0-1-18 0,1 3-14 16,1-2-15-16,-1 3-1 0,-4 2-19 0,1 0 1 0,-4 2-12 16,1 1 7-16,-5 2 27 0,2-1 1 0,-4 2 6 15,-1 3-2-15,-8-5-6 0,6 8-9 0,-7-2-6 16,-2 3-9-16,-5-1-5 0,-2 3-8 0,-4 2-9 15,-1-1-17-15,-2 0-45 0,-1 1-19 0,-1-2-49 16,0 3-12-16,2-4-34 0,0 0-6 16,2 3-63-16,3-3-45 0,0-1-56 0,4 0-444 15,2-4-311-15</inkml:trace>
  <inkml:trace contextRef="#ctx0" brushRef="#br1" timeOffset="-45883.75">27213 5739 675 0,'9'-12'634'0,"-2"3"-116"0,-2 1-79 0,0 1-80 0,1 1-52 0,-3 0-37 0,-3 6-20 16,2-6-9-16,-2 6-14 0,0 0-8 0,-11 7-18 15,1 3-21-15,-3 3-26 0,-4 2-26 0,-1 4-17 16,-5 8 12-16,-1 0-48 0,1 2-14 0,4 2-2 15,-2 1-3-15,4 1-8 0,1 0-8 0,5-5-10 16,1 3 2-16,3-3 61 0,5-1-42 0,0-2 71 16,6 2-50-16,3 1 33 0,4 1-43 15,2-4 38-15,3-2-60 0,2-1 34 0,5-3-52 0,3-3 37 16,3-3-62-16,1-4 26 0,4-3-78 16,2-4 18-16,2-3-79 0,1-2-17 0,5-3-61 0,-3-5-64 15,-1-1-89-15,-4-2-48 0,-11-1-51 0,1-1-59 16,-6-3-23-16,-2 0-40 0,-4-2-276 0,-5 2-386 15</inkml:trace>
  <inkml:trace contextRef="#ctx0" brushRef="#br1" timeOffset="-45167.7">27454 5891 553 0,'-20'0'798'0,"9"-1"-165"15,-2 1-124-15,3-1-97 0,-3 1-43 0,13 0-40 16,-22-1-26-16,22 1-18 0,-19 0-46 0,19 0-25 16,-16-2-67-16,16 2-9 0,-12 0-27 0,12 0 17 0,0 0-39 15,-14-1 35-15,14 1-55 0,0 0 32 16,-4-6-63-16,4 6 40 0,8-6-52 0,1 1 39 16,1-3-55-16,5 1 40 0,-2-1-11 0,6-3-5 15,2 0-10-15,-3 1-6 0,3-2-3 0,0 3-2 16,3-5 0-16,0 2-5 0,-1 3 8 0,-2-2 0 15,1 3-3-15,-2-1-4 0,-1 2-3 0,-3 2-2 16,-2-1-5-16,-2 4 6 0,-1-1-7 0,-11 3 8 16,16 0 2-16,-16 0 4 0,10 5-3 0,-6 2 0 0,-4-7 1 15,-4 16 5-15,1-8-8 0,-4 4 3 0,-3-1-4 16,1 2-41-16,-4 1 48 0,-1-2-46 16,-1 3 58-16,0-2-49 0,-1 0 53 0,0-2-47 15,0 0 45-15,4-3-47 0,1 2 2 0,0-3 8 16,1-1 0-16,2 2 0 0,0-5 6 0,1 3-1 0,0-2 7 15,2 0 41-15,5-4-52 0,-6 5 44 16,6-5-48-16,0 0 45 0,5 6-50 0,-5-6 55 0,18-2-56 16,-7 1 43-16,3-1-50 0,4 1 51 15,1-4-48-15,1 2 50 0,4-1-53 0,-1 1 54 0,2-1-55 16,-3 1 53-16,4 0-50 0,-2 0 51 0,-1 1-48 16,-4 2 48-16,4 0-49 0,-3 3 48 15,0 0-50-15,-2 2 50 0,-1-1-48 0,-3 3 13 16,1 1-10-16,-4 2 9 0,-2 0 3 0,-4 3 3 15,0 0 3-15,-5-1 0 0,-2 6 1 0,-3-2 2 0,-3 3-9 16,-2-1 51-16,-6 3-55 0,0-2 48 16,-3 1-51-16,-2-3 47 0,1-1-50 0,-1-2 52 0,3-3-54 15,2 0 51-15,-3-3-48 0,3-1 47 0,2-1-48 16,1-4 47-16,1-1-51 0,12-1 54 0,-21-1-45 16,12-4 41-16,2 1-43 0,0-4 0 0,6 1 4 15,0 0 0-15,2-4-1 0,1 0 2 0,4 3-2 16,0-4 1-16,1 5 5 0,1-3-4 0,1 2 0 15,3 2-5-15,-3-1 7 0,2 3 1 0,3 2 3 16,0-1-2-16,0 3 0 0,0 0 11 0,4 3-14 16,-2 2 1-16,3-2-1 0,-1 4-4 0,2 0-5 15,-1 1-12-15,1 1-18 0,-1-2-21 0,0 2-34 16,-3-2-41-16,2 0-69 0,-5 0-106 16,2-1-113-16,-2-1-101 0,-4 0-214 0,4-4-333 0,-13-1-694 15</inkml:trace>
  <inkml:trace contextRef="#ctx0" brushRef="#br1" timeOffset="-44800.5">28237 5498 752 0,'1'-10'862'0,"1"0"-199"0,-1 3-164 0,-1 7-105 15,1-12-79-15,-1 12-59 0,3-9-50 0,-3 9-23 16,0 0-15-16,4-4-9 0,-4 4-22 0,0 0-22 15,2 7-20-15,-2-7-21 0,-1 11-9 0,0-2-15 16,-3 0-11-16,-1 4-6 0,-2-1-4 0,-3 4-5 16,-3-1 0-16,0 2-4 0,-1 0-4 0,-4 1-1 15,2-1 11-15,-1-4-18 0,3 1 2 16,1-1-2-16,-1-3-2 0,5 0-1 0,-2-2 1 0,3 1 5 16,1-4 7-16,1 2 12 0,1-1 5 0,5-6 3 15,0 8 5-15,0-8-30 0,13 10 27 0,2-7-10 16,1 3-4-16,7 0-6 0,2-1-2 0,7 1-3 15,0 1 0-15,3-1-6 0,-1-2 0 0,1 0-1 16,-2 1-2-16,0 1-2 0,-6-3 3 0,-1 0 0 16,-2-1 2-16,-5 3-10 0,0-4 0 0,-3 2-4 15,-2-1 0-15,-3-2-14 0,2 1-36 0,-13-1-56 16,15 3-77-16,-15-3-96 0,10 2-97 0,-10-2-58 16,0 0-111-16,0 0-590 0,0 0-753 0</inkml:trace>
  <inkml:trace contextRef="#ctx0" brushRef="#br1" timeOffset="-44184.47">28826 5261 491 0,'0'0'612'0,"0"0"-171"0,10 0-75 0,-10 0-44 0,0 0-15 0,0 0-17 16,9 3-3-16,-9-3 0 0,0 0-6 0,-1 8-24 0,1-8-31 16,-8 6-28-16,8-6-50 0,-10 7-17 15,1-3-33-15,0-2-5 0,-2 2-19 0,-1-2-1 16,0-1-9-16,-1 2 8 0,0-2-24 0,-1 0 24 15,2-2-18-15,-3 1 23 0,2-1-38 0,-1-2 43 16,3 1-46-16,-1-1 5 0,3 0 42 0,0-2-52 0,0-1 52 16,3-1-69-16,2-1 44 0,2 1-18 15,2 2-7-15,2-5-10 0,1 4-7 0,4-2 0 16,0 2-5-16,0-2-4 0,4 3-1 0,1 0-5 16,-1 4 3-16,3-2-2 0,0 1-45 0,1 4 55 15,-1 1-47-15,5 3 50 0,-3-1-44 0,3 4 7 16,-2 4 9-16,2 2-3 0,0 2 49 0,-4 1-51 15,2 3 47-15,-6-2-50 0,0 0 46 0,-3 0 2 16,-3 2-11-16,-1-2 2 0,-4 0-7 0,0-1 1 16,-6 1-1-16,-3 0-2 0,0 0 5 0,-4-3-6 15,-2-1-4-15,0-3 14 0,-5-1-11 0,3-3 5 0,1-1 0 16,0-3 2-16,0-1 11 0,2 0 6 0,3-3 2 16,-1-2 2-16,2 1-5 0,2-2-8 15,1-1-6-15,3-2-5 0,4 6-1 0,-3-11-3 16,6 5-3-16,1 0-2 0,2 2-2 0,2 0-1 0,2-1 3 15,0 3-6-15,2 1 2 0,0-1 7 0,1 4-6 16,2-1-3-16,2 2 2 0,-2 2-4 16,1-1-4-16,0 2-8 0,-1 1-22 0,0-2-32 15,-1 2-53-15,0 0-61 0,-1-2-87 0,-3 0-123 16,1-2-99-16,-3-1-155 0,-8-2-632 0,19 0-888 16</inkml:trace>
  <inkml:trace contextRef="#ctx0" brushRef="#br1" timeOffset="-43900.8">29110 5295 444 0,'0'0'870'0,"0"0"-211"0,1-6-146 0,-1 6-109 0,0 0-50 0,0 0-44 0,5 7-32 0,-5-7-31 0,7 13-33 0,-5-6-47 0,3 3-32 16,0-1-23-16,3 4-26 0,0-2-17 15,-1-1-12-15,-1 2-11 0,0-5-6 0,-1 2 1 0,1-2 8 16,-2-1 21-16,-4-6-5 0,5 7-3 0,-5-7-11 15,0 0-12-15,0 0-1 0,4-7-33 0,-4 7 23 16,-2-13-28-16,-1 2 22 0,-1 3-28 16,-3-4 25-16,2-1-26 0,-2 2 25 0,2 1-22 15,-1 0 33-15,-1 1-39 0,2 2 26 0,3-2-29 16,-2 3 18-16,0 0-37 0,1 1 1 0,3 5-31 16,-6-6-24-16,6 6-74 0,0 0-93 0,0 0-84 15,0 0-55-15,-13 3-132 0,13-3-619 0,0 0-758 16</inkml:trace>
  <inkml:trace contextRef="#ctx0" brushRef="#br1" timeOffset="-43517.06">29354 5053 418 0,'1'-10'777'0,"-2"1"-161"0,0 3-74 0,1 6-99 16,-2-13-47-16,2 13-47 0,-1-8-8 0,1 8-38 0,0 0-21 15,0 0-27-15,-11 3-13 0,4 3-33 0,2 2-25 16,-1 2-26-16,-1 4-6 0,2-1-24 0,-2 4-22 16,3-1-63-16,1 1 35 0,2 1-55 15,1 0 41-15,1 0-49 0,2 1 59 0,1 0-46 16,3 1 42-16,2-2-45 0,3-2 49 0,-1 0-11 0,3-1-5 16,3-5-6-16,-2 1-7 0,0-5-32 0,2 0 33 15,-2-2-41-15,0-3 34 0,1-2-38 16,0-2 32-16,-1-2-35 0,-1-2 34 0,0 0-35 15,-3-4 36-15,1-1-37 0,-1-2 38 0,-3-4-2 16,-1 1-7-16,-5-1 4 0,1 0 4 0,-3 1-3 0,-2-2-2 16,-1 0-7-16,-4 1-7 0,1 0-5 15,-6 0 1-15,-1 4-4 0,-1 1-4 0,-4 2-5 16,1 1-6-16,-3 3-23 0,1 4-42 0,1-1-40 0,-1 4-56 16,-1 2-45-16,0 0-73 0,0 4-93 15,-2 2-131-15,3 1-60 0,1 3-156 0,3-2-529 0,2 1-866 16</inkml:trace>
  <inkml:trace contextRef="#ctx0" brushRef="#br1" timeOffset="-43150.61">29727 4809 370 0,'10'-14'955'16,"-5"3"-218"-16,1 3-140 0,-1-1-128 0,-3 5-74 15,-2 4-54-15,4-7-43 0,-4 7-31 0,0 0-28 16,0 8-28-16,-4-2-29 0,2 5-25 0,-1 2-29 0,1 4-7 16,0 2-21-16,1 2-20 0,1-1-7 0,1 4-22 15,2 0 5-15,1-1 8 0,2-1 2 16,3 0 4-16,-1 1-2 0,2-4-45 0,1 1 46 0,1-2-45 16,1-3 44-16,1-1-50 0,1-2 43 0,2-2-48 15,-2-1 38-15,0-4-10 0,0 0-4 0,0-2-7 16,-2-2-8-16,1-2-5 0,-3-2-4 0,3-2-1 15,0 0-6-15,-5-4-1 0,1 2-3 0,-3-1-2 16,-1-3 16-16,-3 2-20 0,-2-1 15 0,-2 1-26 16,-2-1 16-16,-2 2-19 0,-3-1 21 15,-3 2-18-15,-2 2 14 0,-3 1-13 0,-1 1 0 0,-2 2-13 16,-3 1-7-16,4 1-30 0,-2 2-47 0,-1 0-54 16,3 2-43-16,1-4-54 0,2 4-79 15,-1-1-84-15,6-1-44 0,-1 1-67 0,4-1-91 0,7-3-399 16,0 0-635-16</inkml:trace>
  <inkml:trace contextRef="#ctx0" brushRef="#br1" timeOffset="-42917.79">29947 4717 812 0,'4'-10'641'0,"-2"-1"-113"0,1 3-78 15,2 0-68-15,0 1-36 0,4 1-22 0,1 0-7 16,6 4-20-16,0 0-25 0,2 2-38 0,5 4-31 0,5 2-16 15,2 6-28-15,4 5-24 0,1 2-21 0,-1 2 22 16,-2 4-48-16,-4 0 4 0,0 0-38 16,-5 3 11-16,-3 0-34 0,-6-3-10 0,-4 0-22 15,-5-1-19-15,-4-2-28 0,-2 1-58 0,-5 1-44 0,-5 0-49 16,-5-1-61-16,-2-1-40 0,-3-3-41 16,-2 0-36-16,2-5-78 0,0-3-101 0,1-2-406 15,4-5-550-15</inkml:trace>
  <inkml:trace contextRef="#ctx0" brushRef="#br1" timeOffset="-42667.78">30112 4407 327 0,'4'-11'792'0,"-1"3"-208"0,4 5-121 0,-7 3-4 15,18 3-38-15,-2 5 29 0,6 7-67 0,8 9 3 16,0 5-87-16,7 11 1 0,-1 5-27 0,1 5 21 15,-4 4-25-15,2 4-41 0,-5 3-28 0,-1-1-25 0,-6 1-35 16,-2 0-58-16,-5-1 9 0,-7-8-85 16,-6-1-5-16,-4-1-55 0,-4 0-32 0,-9-4-53 15,-8 6-66-15,-5-3-37 0,-8-4-36 0,-6-2-47 0,-3-3-35 16,-4-3-43-16,-2-5-34 0,-4 2-106 16,1-4-568-16,-5-7-728 0</inkml:trace>
  <inkml:trace contextRef="#ctx0" brushRef="#br1" timeOffset="-39649.75">21755 6695 90 0,'0'0'360'0,"0"0"-101"0,4-9-59 15,-4 9-40-15,4-7-32 0,-4 7-22 0,5-7-23 16,-1 2-3-16,-1-1-16 0,3 4-12 0,-1-4 9 15,0 1-16-15,0 1 1 0,-5 4-8 0,9-8 14 0,-4 6 7 16,-5 2 10-16,8-8 12 0,-8 8 4 16,7-5-1-16,-7 5 37 0,7-6-31 0,-7 6 33 15,6-5-42-15,-6 5 40 0,0 0-19 0,7-4 24 0,-7 4-17 16,0 0 24-16,0 0-8 0,3-6-9 0,-3 6-19 16,0 0 4-16,0 0-6 0,-15 2-4 0,3 0 10 15,-4 3 3-15,-6 2 29 0,-6 2 2 0,-4 1-6 16,-5 2-11-16,-4 2 15 0,-4 0 4 0,1 2-19 15,-7-2-19-15,-8 5 4 0,-3 0-19 0,0 1 20 16,-3 1 4-16,-2-1-29 0,-1 1-5 0,2 0 2 16,-3-1 6-16,3 0-16 0,0 1-12 0,1 0-10 15,4-2-3-15,1 0-5 0,4 0-18 0,11-5 0 16,6 2-1-16,1-3-7 0,9-3-8 0,7-4-10 16,1 3-21-16,6-3-11 0,1 0-3 0,5-2 4 15,9-4 12-15,-5 3 4 0,5-3 4 0,0 0-10 16,19-2-8-16,-1-3-11 0,5-1-14 0,5-3 7 15,5-3 9-15,6-1 6 0,2 1 2 0,3-2-2 16,1-1 7-16,4-2 5 0,7 1 17 0,3-1-12 16,1-1 9-16,1 0-3 0,3 4 17 0,4-4-14 15,-2 2 3-15,3 2-1 0,0 0 2 0,-2 1 3 16,0-1-3-16,-13 4 3 0,0 0-2 0,-6 1-2 16,-3 0-4-16,-4 1-7 0,-8 1-5 0,-6 3 5 15,-4 0 22-15,-4-1-18 0,-3 0 4 0,-4 2-2 16,-3-1 9-16,-9 4 0 0,8-6 6 0,-8 6-5 15,0 0 8-15,-6-7-7 0,6 7 9 0,-18-4-6 16,6 3 4-16,-1 1-3 0,-6 1 2 0,-1 1 6 16,-3 0 0-16,-5 0-1 0,-6 3-3 0,-4 2 0 15,-4 3 3-15,-5 0-2 0,-3 1 14 0,-12 5-13 16,-2 0 25-16,-1 0-10 0,-2 1 0 0,-2 0-5 16,1 1 12-16,1 0-2 0,3-1-5 0,6 0-6 15,9-5-3-15,8 1 1 0,9-4-2 0,2 0-9 16,4-3-2-16,6 1 1 0,4-3-1 0,5-1-3 15,3 0 2-15,8-3 1 0,0 0 1 0,0 0 1 16,14-1-4-16,4-4-1 0,8-2 2 0,7-2-3 16,9-2 5-16,1-1 7 0,2-3-12 0,4 0 9 15,0 1-8-15,10-4 9 0,0 0-6 0,0 1-3 16,1 1-3-16,1-1 5 0,1 3 2 0,-10 2-3 0,-1 2 0 16,-3-2-1-16,-1 4 1 0,-6 1 1 15,-7 1-2-15,-8 2 2 0,-1 0 0 0,-8 0-2 16,1 2 4-16,-8-1 0 0,-10 3 0 0,0 0-2 15,0 0 1-15,0 0-1 0,-28 4 5 0,6 1 0 16,-10-1 3-16,-6 1 5 0,-4 2 4 0,-7 2 11 16,-1 0 18-16,-2 1-8 0,-3-1 3 0,1 1 6 15,-10 3-11-15,11-3 1 0,0 0-13 0,5 2-3 16,0-1-4-16,6-1-6 0,10-1-6 0,2-2-21 16,4-2-16-16,8 1-29 0,4-3-21 0,4 2-46 15,10-5-71-15,-6 5-102 0,6-5-95 0,0 0-170 0,19-5-639 16,-6-1-816-16</inkml:trace>
  <inkml:trace contextRef="#ctx0" brushRef="#br1" timeOffset="-36484.03">15969 5210 24 0,'-6'-10'693'0,"1"1"-133"0,0 2-138 16,2 1-65-16,-2-2-60 0,5 8-59 0,-6-10-32 15,6 10-27-15,-4-5 3 0,4 5 10 0,0 0 6 16,8 4 5-16,-3 2 8 0,4 3-2 0,1 5-14 0,5 4-17 16,1 5-28-16,4 7-12 0,2 2-13 0,1 5-3 15,-1-1-17-15,6 7-17 0,-3 3-2 16,3-1-8-16,-2 1-12 0,-1 0-10 0,-3-7-11 16,-1 1-3-16,0 0-6 0,0-2-13 0,-1 0 8 0,1-1-20 15,-3 0 21-15,1-4-20 0,-1-2 4 0,-1-1-19 16,-1-6-22-16,-2-3-39 0,-4-5-78 0,3-1-109 15,-4-4-143-15,-3-3-150 0,1-2-249 16,-7-6-332-16,5 5-739 0</inkml:trace>
  <inkml:trace contextRef="#ctx0" brushRef="#br1" timeOffset="-36184.1">15715 5967 223 0,'-37'2'705'0,"8"1"-183"0,1 0-119 0,2-1-67 15,7 0-62-15,1 0-2 0,5-1 10 0,13-1 4 16,-14 0-12-16,14 0-28 0,0 0-35 0,14-7-34 16,2 1-9-16,13-2-16 0,12-6-8 0,5-2-4 15,15-6-2-15,4-1-5 0,7-3-17 0,7-2-5 16,18-9 0-16,4 1 13 0,3-3 9 0,-1 0-24 16,1 0-15-16,-2-3-5 0,-1 3-1 0,0 1-9 15,1 0 3-15,-1 2-43 0,-2 1 20 0,-18 7-11 16,-1 3-12-16,-4-1-6 0,-7 5-8 0,-6 0-4 15,-15 6-2-15,-4 1-3 0,-7 3-11 0,-9 0-11 0,-5 5-22 16,-6 1-45-16,-7 0-64 0,-10 5-61 0,0 0-59 16,0 0-63-16,-18-4-66 0,0 5-24 15,-10 4-62-15,-9 1-86 0,-9 1-95 0,-3 0-276 16,-4 2-506-16</inkml:trace>
  <inkml:trace contextRef="#ctx0" brushRef="#br1" timeOffset="-34732.4">15109 5845 244 0,'-12'-4'491'0,"12"4"-107"0,-11-5-57 0,11 5-12 0,-9-2-70 0,9 2-13 0,-7-3-72 0,7 3-6 0,0 0-33 0,0 0 24 16,0 0-16-16,0 0 9 0,0 0-8 0,0 0 1 15,0 0-18-15,0 0-7 0,14-1-3 0,-14 1-5 16,14 2 13-16,-14-2-17 0,15 3 18 0,-15-3-18 16,18 3-7-16,-8-2-4 0,1 2-2 0,0 0-10 0,2 0-16 15,0-1-8-15,1 0 13 0,-2-1 1 16,5 0 0-16,-3-1-11 0,3-1-1 0,1 0-7 15,1-2 24-15,-1 0-20 0,2-4 7 0,2 2-15 16,-3-4 27-16,0 1-15 0,2-2 21 0,-3 0-31 16,-1-2 23-16,0 0-41 0,2-2 27 0,-2 1-36 15,-2-1 52-15,2 0-43 0,-3 0 2 0,0-2-8 16,1 1-2-16,-2-1-3 0,4 1-3 16,-6 1-2-16,3-3 7 0,-1 3-4 0,0-1-2 0,-2 3-1 15,0-3 2-15,0 2 30 0,-1 1 13 0,-1-1-5 16,1-1-11-16,-1 3-2 0,-1-3-4 0,0 1-8 15,0 0 0-15,0 1-1 0,1-1-4 0,-2 0-2 16,0 1-5-16,1-1-13 0,-3 0 11 0,3 1 0 16,-1-1-3-16,-2 0-3 0,2 1 1 0,-2-3-2 0,0 2-1 15,3 1-1-15,-3-1 2 0,0 0-4 0,-1 1 48 16,1-2-55-16,-1 3 52 0,0 1-53 16,1 0 46-16,-3-1-57 0,2 3 53 0,0-2-51 0,-2 1 47 15,1 3-49-15,1-4 50 0,-1 4-51 0,-1-1 52 16,1 2-50-16,-3 5 46 0,5-10-52 0,-3 3 54 15,-2 7-52-15,5-9 50 0,-5 9-47 16,7-10 51-16,-7 10-53 0,6-9 53 0,-6 9-53 0,8-10 52 16,-4 6-51-16,-1-1 53 0,1-1-46 0,0 2 50 15,0-2-46-15,0 2 85 0,0-1-39 0,1-1 39 16,-5 6-46-16,6-8 39 0,-6 8-47 0,5-10 40 16,-5 10-44-16,7-7 31 0,-7 7-42 0,6-7 35 15,-6 7-44-15,6-8 36 0,-6 8-42 0,4-6 37 16,-4 6-40-16,7-8 39 0,-7 8-41 0,6-6 38 15,-6 6-34-15,8-6 31 0,-8 6-37 0,9-6 37 16,-9 6-37-16,7-4 41 0,-7 4-44 0,8-5 42 16,-8 5-43-16,9-2 39 0,-9 2-35 0,10-3 37 15,-10 3-38-15,12 0 46 0,-12 0-30 0,0 0 39 16,19 1-37-16,-19-1 37 0,15 2-26 0,-5 0 35 16,-1 0-39-16,0 1 36 0,4 0-34 0,-3 1 38 15,3-1-39-15,1 3 35 0,0-2-31 0,0 1 33 16,0 0-36-16,0 0 50 0,0-1-32 0,2 2 33 15,-4-1-35-15,3 0 42 0,-1 0-42 0,-3 3 35 16,3-4-48-16,-1 0 38 0,0 2-42 0,0 0 41 16,-2-1-42-16,2 1 41 0,-2-1-46 0,3 1 8 15,-3-1-5-15,0-1 3 0,0 1 0 0,1-1 3 16,0 0 17-16,-1 1 14 0,3 0 2 0,-2-3 8 16,-1 0-9-16,2 2 4 0,0-3-4 0,-2 2-2 15,3 0-6-15,-1 1-6 0,-1-3-6 0,2 1 0 16,-3 0-4-16,3 0 3 0,-2 0-5 0,2-1-1 15,-1 2 7-15,-2-1 1 0,3-2 3 0,-1 4 0 16,1-4-34-16,-3 1 47 0,2 0-40 0,1-1 53 16,-1 0-47-16,1 0 14 0,-2 0-18 0,2 0 0 15,0 0 0-15,0-1 0 0,0 0 0 0,-1 1 0 16,2-4 0-16,-2 4 0 0,2-2 0 0,-1 0 0 16,0 0 0-16,-1 1 0 0,2-1 0 0,-3 1 0 15,-2-2 0-15,4 2 0 0,-4 0 0 0,3-3 0 16,-3 4 0-16,1-3 0 0,-1 2 0 0,0-1 0 15,0 1 0-15,0-2 0 0,-2 1 0 0,2 0 0 0,1 1 0 16,-1-3 0-16,0 1 0 0,-1 0 0 16,4 0 0-16,-3 0 0 0,-1 1 0 0,4-3 0 15,-2 2 0-15,1 0 0 0,-1-3 0 0,-2 3 0 16,5 0 0-16,-1-2 0 0,2 0 0 0,-2 2 0 0,1-3 0 16,0 0 0-16,-1 2 0 0,2 0 0 15,-1-2 0-15,3 0 0 0,-3 1 0 0,3-1 0 16,-2-1 0-16,3 1 0 0,-3 0 0 0,4-1 0 15,2 0 0-15,-3-1 0 0,2 1 0 0,-3 1 0 0,-2-1 0 16,4 1 0-16,-3 0 0 0,0-1 0 0,1 1 0 16,-2 0 0-16,3-1 0 0,1-1 0 15,-5 3 0-15,3 0 0 0,-3 1 0 0,1-2 0 0,-4 2 0 16,1 0 0-16,-3 0 0 0,0 1 0 0,1-1 0 16,-10 4 0-16,13-4 0 0,-13 4 0 0,12-4 0 15,-12 4 0-15,9-4 0 0,-9 4 0 0,0 0 0 16,3-6 0-16,-3 6-21 0,0 0-491 0,-15-2-61 15,15 2-81-15,-25 2-104 0,7-1-137 16,-9 3-620-16,-6-1-1147 0</inkml:trace>
  <inkml:trace contextRef="#ctx0" brushRef="#br1" timeOffset="-34151.48">16006 5214 72 0,'-5'-4'285'0,"-2"0"-87"0,-1 1-43 16,4-2-34-16,-5 1-28 0,2-1-10 0,0 1-17 15,0 0 3-15,-1 1-4 0,-1-2 10 0,3 0 0 16,-2 1 17-16,0 0 1 0,1 1 5 0,-1-1-2 15,0-1 4-15,-1 2-4 0,2-1 5 0,-1-1 2 16,0 0-2-16,-1 2-1 0,0-2-3 0,2-1 10 16,-1 0 6-16,0 1-4 0,-2 1 4 0,4-4 8 15,-2 0-6-15,0 0-9 0,1 0 3 0,-1-2-11 16,2 0-7-16,-1-1 1 0,0 0-9 0,-1-2-6 16,4 1 13-16,-1-1-15 0,0-1-12 0,0-1-14 15,0-1 16-15,0 0 3 0,1 1-2 0,1-3-9 16,-2 1 1-16,1 1 15 0,0-1 9 0,-2-1-8 15,2 1 9-15,-1 1-13 0,1 2 15 0,-1-2-11 16,1 4 24-16,-2-2-31 0,2 3 5 0,2 1-27 16,-2 1 15-16,1 1-28 0,-1 0 15 0,2 1-30 15,-1 1 12-15,2-1-28 0,1 7 21 0,-3-7-24 0,3 7 17 16,0 0-16-16,0 0 24 0,0 0-19 0,11 6 37 16,-2 4-25-16,3 6 40 0,5 4-15 15,3 8 36-15,3 4-11 0,-1 1 67 0,4 4-49 16,3 8 39-16,2 3-10 0,-2-1-13 0,-1 3-12 0,3 3-25 15,-2 1 31-15,2-1-7 0,0 4-13 16,2-2-8-16,0 1-10 0,2-2-9 0,-1-3-5 0,6 0-5 16,-3-2-2-16,-1-3-8 0,1 0-5 15,-3-5-1-15,-2 0-7 0,-4-8-29 0,-5-2 16 0,0-4-58 16,-5-2-17-16,-1-1-92 0,-4-6-49 0,-2-2-42 16,-3-1-69-16,-2-2-66 0,-1 0-87 15,-2-6-101-15,-2 3-182 0,-1-10-411 0,-2 9-783 16</inkml:trace>
  <inkml:trace contextRef="#ctx0" brushRef="#br1" timeOffset="-33283.83">16711 5299 196 0,'0'0'213'0,"-5"5"-32"0,5-5-14 0,0 0-9 0,-4 7-15 0,4-7-14 15,-1 7-23-15,1-7-4 0,0 10-11 0,0-10 6 0,1 7 7 16,-1-7 28-16,1 10-9 0,-1-10 17 0,6 8-13 15,-6-8 17-15,4 8-41 0,-4-8 27 16,4 5-33-16,-4-5 22 0,5 6-27 0,-5-6 19 16,4 4-9-16,-4-4 25 0,0 0-7 0,5 6 4 15,-5-6 1-15,0 0-22 0,0 0-12 0,4 4-16 0,-4-4 11 16,0 0-14-16,5 9-2 0,-5-9-7 0,3 10 14 16,-3-10 0-16,3 12-3 0,0-7-14 0,0 2-1 15,-1-1 7-15,1 0 3 0,-1 1-12 0,2-1-3 16,-1 0-11-16,-3-6-1 0,7 10-10 0,-7-10 1 15,4 9-11-15,-4-9 5 0,5 9-12 0,-5-9 5 16,3 7-6-16,-3-7 33 0,5 8-11 16,-5-8 11-16,5 11-23 0,1-3 17 0,-1 1-1 0,3 1-2 15,-1 2-3-15,2-2-1 0,1 4-4 0,-1-2-4 16,0-1 2-16,2 2 16 0,-2-3-3 0,0 1-1 16,1-1-10-16,-3-3 31 0,-1 1 48 0,-1-3 61 15,0 1 58-15,-5-6 15 0,9 8-37 0,-9-8-11 16,0 0-27-16,0 0-39 0,0 0-25 0,3-9-20 15,-7 3-21-15,1-3-15 0,-3 2-7 0,1-5-9 16,-3 3 18-16,2-4 3 0,-4-1-8 0,1 0-6 16,-3-1-9-16,2-1 12 0,0 1-19 15,1 1 38-15,-1 0-47 0,3-2 35 0,-1 3-49 0,2-2 38 0,1 2-46 16,-3 0 38-16,5 2-41 0,-1 2 38 16,1-1-44-16,-1 2 41 0,2 0-49 0,-1 2 37 15,0 1-40-15,3 5 42 0,-1-8-42 0,1 8 43 16,0 0-35-16,4 6 39 0,1 0-29 0,-1 5 43 15,3 1-40-15,3 5 34 0,-1 0-3 0,1 2 0 16,1 1-6-16,0-1-43 0,-1 0 42 0,1-2-41 16,-2 1 41-16,0-1-41 0,-2-2 24 0,1-1-53 15,0-4-9-15,-4 0-34 0,1-1-37 0,-1-2-53 0,1 1-88 16,-5-8-71-16,3 7-66 0,-3-7-85 16,0 0-59-16,-9 5-52 0,9-5-87 0,-12-3-595 15,6 0-893-15</inkml:trace>
  <inkml:trace contextRef="#ctx0" brushRef="#br1" timeOffset="-32765.81">16341 4890 61 0,'-7'-9'373'0,"2"1"-102"0,1 0-33 0,1-1-39 15,-2 1-19-15,2-1-32 0,1 0-11 0,1-1-5 0,-1 1-7 16,1 1 6-16,-1-3 2 0,-1 5 4 0,3-2 5 16,-1 2 0-16,1-2 3 0,-1 1 16 0,-1 0-7 15,1 0 12-15,0 0 3 0,-2 2-3 0,3 5-7 16,-1-11 6-16,1 11-13 0,-3-9-14 0,3 9-21 15,-2-8-12-15,2 8-24 0,-2-6-8 0,2 6-12 16,0 0 3-16,-1-9-16 0,1 9-3 0,0 0-8 16,0 0 20-16,3-4 4 0,-3 4 14 0,0 0-12 15,10 7 27-15,-5-1-18 0,4 2 50 0,-1 3-46 16,3 4 56-16,2 2-60 0,2 4 50 0,2 2-52 16,1 5 33-16,2 3-30 0,2 0 44 0,-2 1-60 15,2 1 33-15,1 0-38 0,3 1 60 0,-3 0-21 16,2 0-4-16,1 1-14 0,1 1 26 0,-2 0-16 15,6 6-10-15,-6-6-3 0,-2 1 0 0,2 0 6 16,0 0 12-16,-2-1-5 0,-2 2-17 0,0-1 12 16,1 0-8-16,-4-2-10 0,1 1-12 0,0-1-10 15,-3-1-36-15,0-2 31 0,-3-6-33 0,-1 1 24 0,0-2-29 16,-1-6 30-16,-4 0-36 0,2-2 20 16,-1-3-58-16,-3-3-6 0,0 0-77 0,-1-3-47 15,1-1-139-15,-5-7-85 0,4 7-130 0,-4-7-100 16,0 0-137-16,0 0-699 0,-3-8-1090 0</inkml:trace>
  <inkml:trace contextRef="#ctx0" brushRef="#br1" timeOffset="-31583.81">16895 5485 139 0,'-2'-7'430'0,"2"7"-100"0,0 0-27 0,-2-8-40 16,2 8 1-16,0 0-47 0,-3-7 10 0,3 7-56 15,0 0-4-15,-2-6-49 0,2 6 3 0,0 0-39 16,-3-7 9-16,3 7-23 0,0 0 17 0,0 0-18 16,-9-2 19-16,9 2-5 0,0 0 18 0,-11 0-4 15,11 0 7-15,-10 2 1 0,10-2-3 0,-11 6 4 0,11-6-6 16,-14 4-3-16,8-1-15 0,-2 0-5 0,-1 1-15 16,2 1-4-16,-2-2-12 0,1 1 7 15,0-1-4-15,-2 1 0 0,1 1-9 0,0-1 0 16,-2 1-5-16,2 1 14 0,-3-1-11 0,0 0-2 0,-1 2-8 15,0-1 5-15,0 1-6 0,-1-1 13 16,-1 2-6-16,1 0 14 0,-4 1-23 0,0-1 4 0,1 2-8 16,-2-1 26-16,0 1-9 0,0-2 13 15,-2 0-18-15,2 1 34 0,-1 0-39 0,2-2 27 0,-4 2-36 16,3-2 21-16,0 2-32 0,-2-1 1 0,-2-1-3 16,2 3 3-16,0-3-1 0,-1 2 4 0,2-1-1 15,-1 2 0-15,1-2-3 0,0 1-1 0,2 1 1 16,-1 0-1-16,2 0 3 0,-1 0 1 15,1-1 7-15,1 3-3 0,4-5 0 0,-3 3-2 0,1-2 0 16,1 0 0-16,-1 1 0 0,0-1 2 0,1 2 1 16,2-3 3-16,-5 2 2 0,4-2 6 0,-5 3-2 15,2-2-3-15,-3 3-1 0,0-2 0 0,0 1 35 16,-1-3-16-16,0 4-18 0,-2-3 22 0,0 2 0 16,0-1 29-16,-6 3-42 0,2-1 28 0,-1 1-37 15,-1-1 22-15,-1 0-33 0,-1 2 24 0,1-2-8 16,1 3-2-16,-3-1 2 0,2 0-11 0,0 0-11 15,1 1 4-15,-1 1-2 0,0-1 2 0,3 1-4 16,-2-1-2-16,2 3 2 0,0-3-1 0,-1-1-1 16,2 3 2-16,0-1-7 0,2-1 6 0,-2 1-1 15,1-2 37-15,0 1-45 0,1-1 40 0,0-1-45 0,3-1 43 16,0 0-47-16,-2 0 45 0,1-1-45 16,2-1 41-16,-2 1-39 0,-1-2 39 0,3-1-40 15,-2 2 39-15,1-1-40 0,-2 0 4 0,2-1 7 16,4-1-6-16,-2 0 3 0,2 0 0 0,0-2 5 15,0 1 2-15,4 0 1 0,1-3-1 0,-1 2 2 16,4-1-1-16,-2 0 0 0,1-1 2 0,8-2 16 16,-10 4 7-16,10-4 2 0,0 0-5 0,0 0-1 0,0 0-5 15,0 0 33-15,4-10-45 0,2 5 34 16,3 1-43-16,4-2 33 0,-2-1-35 0,5-1 35 0,-1 0-41 16,4-3 36-16,-1 1-38 0,4-1 39 15,2-2-38-15,2 1 13 0,-1-4 6 0,7 0 0 0,3-1 1 16,-1-1 0-16,3-2-1 0,4-1 10 0,1 0 5 15,8-5 7-15,4 1-27 0,1 0 49 0,2-1-22 16,3-1 41-16,-1 0 7 0,4 2 3 16,-3-2-7-16,0 2-9 0,1 1 1 0,-2-1-3 0,-3 1-9 15,1 4-8-15,-13 1-9 0,2 4-7 0,-5-1-7 16,1 3 9-16,-6-1-17 0,-4 3 5 0,-4 0-11 16,0 1-2-16,-6 2-1 0,1 0 4 15,-4 0-4-15,-1 3 1 0,-1-3 3 0,-3 2-7 0,0 2-1 16,-1-3 2-16,-1 4-1 0,-4-2 0 15,1 1-3-15,-1-1-5 0,1 2-13 0,-9 3-43 0,10-7-85 16,-10 7-74-16,6-8-129 0,-6 8-98 16,0 0-139-16,-7-7-110 0,7 7-205 0,-22-1-404 0,5 1-910 15</inkml:trace>
  <inkml:trace contextRef="#ctx0" brushRef="#br1" timeOffset="-30816.26">14844 6088 142 0,'-18'-2'389'0,"5"2"-105"0,0 0-65 0,-1 0-41 0,1 0-43 16,-1 0-29-16,1 0-22 0,-1 0-19 15,2 0-6-15,-4 0-6 0,2 2-9 0,1-2 24 16,-3 1 6-16,-2 2 25 0,1-3 0 0,-2 3 17 16,2-1 4-16,0-1-2 0,1 2-1 0,-2 0-3 15,4-2 5-15,-1 0-6 0,2 2-7 0,0-1-14 16,3 0 9-16,0-1-3 0,10-1-1 0,-19 3-1 16,19-3-1-16,-13 2-10 0,13-2-5 0,-14 3-7 15,14-3-3-15,-10 1-12 0,10-1-2 0,-9 2-7 0,9-2-6 16,-10 4-3-16,10-4 1 0,-9 3-3 0,9-3-1 15,-8 4-13-15,8-4 3 0,-9 4 5 0,9-4 11 16,-4 4 18-16,4-4 24 0,0 0 3 0,0 0 15 16,3 6-1-16,-3-6-2 0,0 0-7 0,19-2-5 15,-9 0-2-15,5-2-22 0,2-2-4 0,5 2 8 16,1-4-8-16,5 0 2 0,1-1-7 0,3-1-2 16,1 1-9-16,7-1 15 0,0-4 2 0,2 3-2 15,0-2 12-15,0-2 4 0,2 1-2 0,-1 0 17 16,2-2-6-16,-3-1-14 0,4-2-5 0,-3 2-9 15,1-2-1-15,8-4 32 0,-6 3-48 0,4-3 33 16,-5 3-45-16,-3 0 30 0,2 2-45 0,-2 0 29 16,-4 2-41-16,2 1 34 0,-3 0-39 0,-3 1 31 15,-4 3-37-15,-1 0 36 0,-3 1-38 0,-3 2 35 16,0 0-36-16,-2 0 37 0,0 1-37 0,-1-2 39 16,-1 2-35-16,-3 2 46 0,2-3-30 0,-3 2 33 15,0-4-37-15,2 4 6 0,1-3 0 0,-1-1 4 16,2-1-4-16,0 1 2 0,-1-2 4 0,1 0-2 15,3-3 5-15,1-1 7 0,1 2 0 0,0-3 4 16,4 0 2-16,-2 2-5 0,-2 0-27 0,3-1 25 0,-3 1-28 16,-1 1 27-16,-5 3-28 0,1 0 27 15,-2 0-28-15,-3 3 27 0,-2 0-3 0,-1-1 5 0,-1 2 3 16,-2 1 2-16,-2-1-3 0,2 1-3 16,-2 0-4-16,-3 0-4 0,1 1-1 0,-4 5-7 15,2-11 1-15,-2 11 0 0,0-10-5 0,0 10 2 0,-1-11-2 16,1 11 4-16,-4-10-5 0,3 4 0 15,1 6 0-15,-4-9 0 0,4 9-2 0,-4-8 2 16,4 8-2-16,-2-6-15 0,2 6-34 0,-2-6-68 0,2 6-95 16,0 0-81-16,-6-7-52 0,6 7-43 0,0 0-54 15,-9 2-46-15,3 3-2 0,-2-1-45 16,-2 2-72-16,-1 1-476 0,1 2-703 0</inkml:trace>
  <inkml:trace contextRef="#ctx0" brushRef="#br1" timeOffset="-29266.68">15231 5942 27 0,'-17'6'435'0,"6"1"-75"0,-1-2-48 0,4-1-23 0,2-1-46 0,6-3 13 0,-11 3-49 16,11-3 17-16,0 0-42 0,0 0 7 0,0 0-26 15,0 0 2-15,0 0-15 0,0 0 1 0,-11-1-3 16,11 1-5-16,0 0-2 0,0 0-10 16,7-6-3-16,-7 6-4 0,10-6-9 0,-10 6-24 0,13-9-12 15,-6 3-16-15,6 0-2 0,-1-2-2 0,2 0-6 16,0 1-11-16,4-3-1 0,-2-1-9 0,2 3 0 16,1-4-8-16,1 3-1 0,0 0-3 0,-2 0 14 15,0 0-9-15,-2 1 0 0,4-1-8 0,-5 1 8 16,2 0-9-16,0-1 29 0,-1 0-15 0,0 2 17 15,0-2-22-15,0-1 14 0,2 0-12 0,0 0 14 16,-1-2-24-16,3 0 17 0,2-4-21 0,0 1 31 16,1-3-33-16,1 0 14 0,-1 1-17 0,-1 1 25 15,-1-1-27-15,1 1-3 0,-7 5 17 0,3-3 9 16,-5 2-1-16,0 2 8 0,-3 0 0 0,2 1 0 16,-2 0 8-16,-1 0-2 0,-3 3 1 0,1-2-11 15,0 2-2-15,-2-2 4 0,-1 1 5 0,0 1-5 16,1-2 1-16,-1 0-12 0,2 1 0 0,-3-2-12 15,1 1 0-15,1-3-2 0,-1 3-1 0,0-4-20 16,1 4 24-16,2-4-24 0,-3-1 23 0,2 1-7 0,2 0-2 16,-3 0-1-16,2 2 2 0,-1-1-4 0,-1 3 3 15,-1-2 1-15,1 2 0 0,-1-1-1 16,2 1-6-16,-2 0 5 0,1 1-6 0,-1 0 6 0,0-1 0 16,1 2 2-16,-1-2-1 0,1 2 2 15,-1-2-7-15,0 2 5 0,0-1 0 0,-2 1 5 0,3-2 3 16,-2 3 7-16,1-1 0 0,-1 0 30 0,1 0-6 15,-1 1-3-15,-2-3 31 0,-1 8-45 0,5-9 35 16,-5 9-35-16,4-12 36 0,-4 12-42 0,3-8 30 16,-3 8-43-16,2-9 31 0,-2 9-39 0,0-8 33 15,0 8-35-15,1-5 32 0,-1 5-38 0,0 0 34 16,0-8-39-16,0 8 37 0,0 0-42 16,0 0 42-16,0-7-37 0,0 7 38 0,0 0-40 15,0 0 42-15,-1-7-38 0,1 7 39 0,0 0-39 0,0 0 35 16,0 0-32-16,0 0 34 0,0 0-35 0,0 0 35 15,0-6-32-15,0 6 41 0,0 0-36 0,0 0 36 16,0 0-37-16,0 0 37 0,0 0-39 0,1-8 29 16,-1 8-30-16,0 0 43 0,0 0-29 0,-1-6 45 15,1 6-30-15,0 0 37 0,0 0-34 0,-2-7 36 16,2 7-47-16,0 0 36 0,-3-6-44 0,3 6 36 16,-4-6-43-16,4 6 40 0,-4-6-43 0,4 6 41 15,-2-7-41-15,2 7 38 0,-3-5-43 0,3 5 39 0,-2-6-45 16,2 6 41-16,-2-6-42 0,2 6 37 15,0 0-40-15,2-10 37 0,-2 10-39 0,2-6 42 16,-2 6-42-16,7-5 39 0,-7 5-42 0,6-5 41 16,-6 5-39-16,8-3 40 0,-8 3-42 0,10-1 41 15,-10 1-39-15,10 1 38 0,-10-1-36 0,12 2 42 16,-12-2-43-16,15 4 42 0,-15-4-40 0,15 5 42 16,-5-3-40-16,1 2 41 0,-2-2-38 0,2 2 38 15,1-2-39-15,-2 2 45 0,3-2-40 0,-3 1 42 16,-1-1-36-16,4 0 43 0,-4 0-43 0,0 1 44 15,-9-3-46-15,16 2 38 0,-16-2-39 0,18 4 52 16,-18-4-42-16,15 4 44 0,-7-1-47 0,2 0 47 16,-1 0-43-16,0 2 42 0,3-4-46 0,-3 4 38 15,0-1-40-15,2-1-2 0,-1 1 6 0,-1 1 3 0,3-2-4 16,-1 3 1-16,0-2 5 0,1 0 7 16,-3-1 15-16,3 0 4 0,-1 2 5 0,-1-2 10 15,2 0-6-15,-2-1-1 0,0 1-7 0,-1 0 0 16,3-1-7-16,-3 1-5 0,-9-3-1 0,15 3-1 0,-15-3 1 15,13 3-9-15,-13-3 2 0,10 3-2 0,-10-3-7 16,12 3 2-16,-12-3-7 0,9 1 7 16,-9-1-3-16,0 0 1 0,11 3-2 0,-11-3 2 15,0 0-3-15,10 4-2 0,-10-4 3 0,0 0 2 16,9 3-6-16,-9-3 4 0,0 0-5 0,0 0 4 0,8 1-1 16,-8-1 2-16,0 0-3 0,0 0 7 15,0 0-7-15,8 3 6 0,-8-3-3 0,0 0 4 16,0 0 2-16,0 0-1 0,0 0 3 0,0 0 1 15,0 0 5-15,0 0-16 0,0 0 0 0,0 0 0 0,10-2 0 16,-10 2 0-16,0 0 0 0,2-6 0 0,-2 6 0 16,4-6 0-16,-4 6 0 0,0 0 0 0,3-7 0 15,-3 7 0-15,0 0 0 0,2-5 0 16,-2 5 0-16,0 0 0 0,0 0 0 0,4-6 0 16,-4 6 0-16,0 0 0 0,0 0 0 0,10 6 0 0,-10-6 0 15,9 7 0-15,-5-1 0 0,3 0 0 0,-1 3 0 16,1 0 0-16,3 2 0 0,-3 2 0 0,3-4 0 15,-2 7 0-15,1-2 0 0,0 4 0 0,1 0 0 16,2 0 0-16,-2 1 0 0,0 0 0 0,2 0 0 16,0 4 0-16,1 1 0 0,-1 0 0 0,-1-1 0 15,1 2 0-15,-1 1 0 0,2-2 0 0,-3 2 0 16,2 1 0-16,-1-3 0 0,-2 1 0 0,3 2 0 16,-1-5 0-16,-2 3 0 0,1-4 0 0,1 1 0 15,-5-2 0-15,3 1 0 0,1-3 0 0,-2-1 0 16,-2-2 0-16,1 0 0 0,0-2 0 0,0 0 0 15,-2-1 0-15,0-1 0 0,-1-4 0 0,0 2 0 16,1-2 0-16,-3 2 0 0,2-4 0 0,-1-1 0 16,-3-4 0-16,3 11 0 0,-3-11 0 0,4 7 0 15,-4-7 0-15,4 9 0 0,-4-9 0 0,3 6 0 16,-3-6 0-16,0 0 0 0,0 0 0 0,0 0 0 16,0 0 0-16,0 0 0 0,0 0 0 0,-3-11 0 15,1 5-468-15,-2-3-132 0,1-2-98 0,-1-3-50 16,-1-1-114-16,1-2-665 0,-2 1-1160 0</inkml:trace>
  <inkml:trace contextRef="#ctx0" brushRef="#br1" timeOffset="-28717.67">17127 5489 579 0,'0'0'479'0,"0"0"-67"0,-14 0-81 0,14 0 8 0,0 0-28 0,-15 0-1 0,15 0-18 16,0 0-21-16,0 0-33 0,-14 0-42 0,14 0-30 15,0 0-22-15,0 0-5 0,0 0-2 0,-13-1-3 16,13 1-5-16,0 0-3 0,0 0-11 16,0 0-9-16,0 0-16 0,4-9-15 0,2 6-8 0,3-3-8 15,0 0-3-15,5-1-6 0,2-3 1 0,5 1 20 16,6-6 4-16,5 1-9 0,5-3 36 0,3 3 0 15,3-3 59-15,2 3-14 0,2-4 22 0,1 4-6 16,9-3-2-16,3 0 21 0,0 3-19 0,4-2-12 16,0 1-9-16,3-1-2 0,-2 2-4 0,0-1 1 15,-1 2 12-15,-2-4-47 0,-10 5 38 0,-3-1-60 16,-1 1-30-16,-1-1-50 0,-4 0 0 0,-1 1 0 0,-2-1 0 16,-8 4 0-16,-3-1 0 0,-4 4 0 15,-5-1 0-15,-2 1 0 0,-1 2 0 0,-3-1 0 0,-4 0 0 16,0 1 0-16,-2 0 0 0,-8 4 0 15,6-6-303-15,-6 6-30 0,-6-3-80 0,6 3-39 16,-18 0-70-16,5 1-92 0,-7 0-29 0,-1 0-87 16,-3 2-596-16,-5 0-928 0</inkml:trace>
  <inkml:trace contextRef="#ctx0" brushRef="#br1" timeOffset="-28335.32">17010 5170 412 0,'0'0'357'0,"-18"-2"-57"0,18 2-34 0,-17 0-37 0,17 0 11 0,-14 0-44 0,14 0-23 16,-11-1-14-16,11 1 6 0,0 0-34 0,-12-1 14 15,12 1-36-15,0 0 15 0,0 0-6 0,-6-3 15 16,6 3-2-16,5-4 7 0,-5 4 6 0,10-8-12 16,0 3 6-16,2-1-2 0,2-3-3 0,4 0-2 15,2-2-4-15,8 0-6 0,-2-3-2 0,11-2 0 16,-1 0-24-16,0 0 6 0,1 1-33 0,-3-1 4 16,-2 5-36-16,-4-1 14 0,-2 2-24 0,-6 2 8 15,-1 1-21-15,-1 1 9 0,-5 0-19 0,1 1 15 16,-5-1-21-16,0 4 17 0,0-1-32 0,-9 3-4 15,9-3-41-15,-9 3-51 0,0 0-44 0,0 0-56 16,-9 6-51-16,1-4-45 0,2 3-31 0,-3-1-64 16,0 1-77-16,-1-1-453 0,0 1-512 0</inkml:trace>
  <inkml:trace contextRef="#ctx0" brushRef="#br1" timeOffset="-26151.17">17199 5226 20 0,'0'0'184'0,"0"0"-36"0,0 0-45 0,0 0-19 15,0 0-15-15,6 3-15 0,-6-3-11 0,0 0-12 16,0 0-4-16,0 0-10 0,0 0 3 0,0 0-6 16,0 0-7-16,10-1 16 0,-10 1 13 0,0 0 16 15,0 0 15-15,3-9 15 0,-3 9 20 0,0 0 8 16,0-9-1-16,0 9 2 0,-1-7-1 0,1 7-5 15,-3-6-5-15,3 6-16 0,0-8-19 0,0 8 7 16,-1-7-6-16,1 7-10 0,0 0-12 0,-1-9-4 16,1 9-15-16,0 0-3 0,0-7-9 0,0 7 0 15,0 0-3-15,0 0-2 0,0 0 4 0,0 0-5 0,0 0 6 16,0 0 3-16,0 0-1 0,0 0 27 16,0 0-14-16,2 5 20 0,-2-5-23 0,4 7 20 15,-4-7-31-15,0 0 15 0,4 4-18 0,-4-4 17 0,0 0-25 16,0 0 19-16,5 4-23 0,-5-4 18 15,0 0-22-15,0 0 14 0,0 0-13 0,0 0 15 16,13 0-22-16,-13 0 14 0,0 0-18 0,6-4 25 16,-6 4-18-16,0 0 12 0,4-6-13 0,-4 6 28 0,3-5-19 15,-3 5 27-15,0 0-17 0,2-7 33 16,-2 7-15-16,0 0 31 0,0 0-28 0,0-7 19 16,0 7-34-16,0 0 24 0,0-8-12 0,0 8 26 0,0 0-22 15,-5-7 7-15,5 7 9 0,0 0 1 0,-8-3 8 16,8 3 10-16,0 0-3 0,-12-5 8 0,12 5 6 15,-11-3-4-15,11 3-4 0,0 0-9 16,-11-1-13-16,11 1-7 0,0 0-1 0,-13 1-9 0,13-1 5 16,-6 4 4-16,6-4-2 0,-7 6-1 0,7-6 0 15,-6 10 4-15,3-4-8 0,2 0 7 0,-3-1-7 16,3 3-1-16,0-2 8 0,1 2 3 0,0 0-7 16,0-2-5-16,1 1-5 0,0 1 9 0,4-1 22 15,-2 1 6-15,1-1-4 0,1 0 3 0,0-2-8 16,0 1-1-16,5-2-4 0,-1 0-4 0,0 0-9 15,3-3-5-15,-2 1-2 0,0 0-9 16,-10-2 2-16,23-2 1 0,-23 2-10 0,22-2 0 0,-13 0-2 16,0-2 2-16,0-1-4 0,-3 1-2 0,0 0 1 15,1-2-2-15,-3-2 1 0,1 3-4 0,-3-1 15 16,-2-2-17-16,2 2 16 0,-4-2-18 0,0 0 13 16,-2 1-19-16,0 0 17 0,-2 1-19 0,1-2 15 15,-3 1-9-15,-1 3 13 0,3-2-13 0,-3 1 11 16,0 2-14-16,-1 0 15 0,10 3-15 0,-20 0 15 15,10 1-20-15,-1 3 26 0,0 1-25 0,-3 2 11 0,4 0-7 16,-3 3 0-16,4-2 2 0,2 3 0 0,0 1 15 16,0 0-12-16,4 0 1 0,1-1 0 15,0 1 1-15,4-2 5 0,0 0 2 0,2 1 13 16,2-3 8-16,3 0-4 0,-1-2-1 0,1-2-3 0,4 0 1 16,0-2-2-16,-1-2-1 0,4-1 1 15,-2 0-1-15,2-3-5 0,-1 2 2 0,1-6-2 0,-2 2-3 16,-1-1-2-16,-2-2-3 0,1 1 0 0,-3-2-7 15,-2 1 1-15,2-2 2 0,-5 1-2 0,0 1 1 16,-3-2-3-16,-1 1 1 0,0 1 38 0,-4 1-40 16,0-2 33-16,1 1-43 0,-5 3 38 0,2-2-36 15,-1 2 33-15,0 1-40 0,-4 1 39 0,2 0-42 16,-1 2 39-16,10 2-42 0,-18 1 6 0,8 2 3 16,1 2 7-16,2-2-2 0,0 3 3 0,3 1 2 15,2 1 2-15,-1-1 3 0,3 1 1 0,3-1 4 16,1 3 3-16,2-2-4 0,2 0 2 0,3 1-2 15,2-1 1-15,1-2-1 0,0-2 2 0,1 0-2 16,2-2 3-16,-2-2-3 0,1 0 17 0,1-2-8 16,0-1 7-16,2-1-2 0,-3-2-11 0,0 0 1 15,-2-3-2-15,2 1 1 0,-3-1-6 0,-1-3-1 16,-3 3 4-16,0-3-6 0,-4 0 50 0,2 0-56 16,-5 1 41-16,1 2-49 0,-3-2 51 0,-2 0-58 15,0 2 52-15,-1 1-51 0,-3 0 47 0,1 1-52 16,-3 1 54-16,2 0-57 0,-1 2 52 0,-1 1-46 15,8 3 46-15,-15-2-49 0,15 2 45 0,-14 3-43 16,9 0 48-16,-1 2-52 0,1 0 8 0,1 1 3 0,1 0 13 16,3 3-1-16,0-2-1 0,3 2 7 0,1-1 4 15,2 0-1-15,2 0 3 0,3-1 2 16,-1 0-2-16,3-1 0 0,3-1-6 0,-1-1 4 16,2-1 1-16,-2-2 7 0,3 1-9 0,-2-4 4 0,1 0-2 15,0 0 0-15,-1-3-2 0,-2 0-1 0,0 0 4 16,0-3-5-16,-2 1-3 0,-2-3 1 0,-1 2 1 15,-4-3-4-15,0 3 0 0,-2-3 6 0,-2 2 42 16,-1-2-55-16,-1 1 49 0,-2 1-55 0,-1-1 49 16,-1 0-54-16,-2 2 49 0,-1-1-50 0,2 2 50 15,-2 1-50-15,-2 1 47 0,1 0-50 0,0 3 52 16,9 2-55-16,-17-2 51 0,17 2-51 0,-16 4 51 16,7 1-48-16,2 0 48 0,2 1-47 0,1 2 53 15,3 0-48-15,1 1 49 0,0 2-49 0,5-3 3 16,-1 3 7-16,4-2 3 0,2 1 5 0,0-1 6 15,0-1 0-15,3-1 11 0,1-3 11 0,1 2-10 16,2-2 2-16,-3-3-7 0,3-2-3 0,1-1 4 16,-2 0-9-16,2-4 4 0,-2 0 39 0,-1 1-55 15,-2-3 49-15,1-1-55 0,-3-2 50 0,1 1-53 16,-5-1 46-16,1-1-52 0,-3-1 53 0,-1 3-52 16,1-1 53-16,-4-1-50 0,-1-1 43 0,-1 3-52 15,-3-2 54-15,2 2-51 0,-3 0 51 0,-1 1-49 0,0 2 46 16,-3-1-52-16,2 1 54 0,-2 1-55 0,0 2 51 15,-3 2-50-15,12 2 47 0,-15 0-48 0,15 0 55 16,-17 5-56-16,11-1 55 0,1 3-49 16,-1 1 49-16,5 1-48 0,0-1 51 0,2 1-44 0,2 1-2 15,2 2 7-15,3 0 3 0,1-2 6 0,2 1-2 16,1 0 2-16,2-2 1 0,0 0 5 0,1-2-2 16,0 0 5-16,3-2 2 0,0 0 43 15,1-3-54-15,-2 1 50 0,5-3-51 0,-2-3 53 0,-2 1-56 16,5-3 48-16,-1-1-53 0,-4-2 49 0,1 0-50 15,-1-2 47-15,-7 1-55 0,2-1 47 16,-3-1-50-16,-1-2 52 0,-1 0-52 0,-3 0 52 16,-1-1-52-16,-2 3 47 0,-2-2-48 0,0 2 49 0,-2 0-51 15,-3 0 53-15,2 2-52 0,-2-1 51 0,0 2-49 16,0 1 47-16,0 1-53 0,-3 2 52 0,8 4-58 16,-10-2 56-16,10 2-52 0,-12 2 56 0,8 2-53 15,-3 3 51-15,4 0-49 0,-2 3 50 0,4 1-48 16,-1 0 55-16,4 0-49 0,-1 0 48 0,4 2-51 15,2 2 52-15,1-5-49 0,3 3 49 0,-1-1-49 16,5-4 52-16,-2 0-42 0,6 1 45 0,-1-3-52 0,0-1 48 16,1-3-51-16,2 0 52 0,0-4-51 0,1 1 48 15,2-3-51-15,-2 0 48 0,0-3-46 16,-2 0 50-16,0-1-52 0,-3-2 62 0,-4 0-62 0,1 0 46 16,-5-1-48-16,0 0 55 0,-1 0-58 0,-5 1 51 15,0-1-54-15,-3 0 51 0,0 0-47 0,-1 1 47 16,-2 2-49-16,-3-1 45 0,-2 1-44 15,1 4 50-15,-1-1-55 0,-4 3 53 0,12 2-52 16,-20 2 53-16,9 2-53 0,0 1 49 0,0 3-50 0,1 0 58 16,2 1-52-16,1 1 47 0,3 1-46 0,3-1 50 15,1 1-46-15,0-2 48 0,4 1-50 16,3-1 54-16,-1-1-51 0,3 1 54 0,1-1-53 0,0-4 49 16,4 0-48-16,-3-1 52 0,0 0-46 0,4-3 66 15,-2 0-46-15,1-4 48 0,0 1-53 0,2-2 41 16,-5-2-49-16,2 0 46 0,0-1-51 0,-2-3 40 15,-3 3-43-15,2-3 41 0,-3-1-40 0,-2 0 38 16,-1 3-39-16,-2-3 33 0,-1 2-39 0,-1-2 3 16,-1 4 5-16,0-3 0 0,-2 2 1 0,-2 1 4 15,1 0 33-15,-2 1-43 0,-3 1 40 0,3 2-51 16,6 4 23-16,-13-5-77 0,13 5-4 0,-14 2-74 16,6-1-17-16,3 5-68 0,-3-1-97 0,1 3-130 15,0 0-100-15,2 0-216 0,0 0-317 0,0 0-721 16</inkml:trace>
  <inkml:trace contextRef="#ctx0" brushRef="#br1" timeOffset="-25800.78">18059 4953 56 0,'0'0'474'0,"0"0"-106"0,0 0-43 0,0 0-46 0,13 2-22 0,-4 0-25 16,2 0-19-16,3-1-25 0,0 0-27 0,3-1-19 0,-3 2-24 15,3-2-2-15,-3 1 5 0,1-2-1 0,-1 1 0 16,0-2 8-16,-1 0 3 0,0-1-14 0,-2-2-17 16,-2 1-6-16,1-4-1 0,1 1-11 15,-4-2-1-15,1 0-14 0,-2-2-13 0,1 0-11 0,-3 3 21 16,-1-3 2-16,1-1-3 0,-1 3-7 0,-2-1-3 15,-1-1-13-15,1 3-6 0,-2-1-4 0,1 1-8 16,-2 0-8-16,-1-1 1 0,-2 4-12 16,-3-3-3-16,-1 4-6 0,0-1-9 0,-4 3-18 0,-2 1-41 15,1 1-66-15,-4 2-68 0,-1 1-68 0,-4 1-15 16,0 1-22-16,-1 1-20 0,1 1-18 0,-2-1-11 16,1 0-65-16,1 0-172 0,1-1-112 0</inkml:trace>
  <inkml:trace contextRef="#ctx0" brushRef="#br1" timeOffset="-25500.91">17687 4898 154 0,'0'0'476'0,"0"0"-83"0,0 0-35 15,0 0-23-15,0 0 0 0,0 0-6 0,0 0-37 16,15-5-21-16,-7 1-26 0,1-1-17 0,5-1-14 16,-1-2-24-16,5-2 6 0,0-1-22 0,5-2-24 15,2-1-8-15,3-1-10 0,3-3-7 0,2 1-24 0,2-4 16 16,1 4-19-16,-1-2-5 0,4 0-11 15,-1 1 7-15,2 1 6 0,-2 0-3 0,1 2-7 16,1 0 2-16,-1-1-25 0,-2 2-1 0,2 1-10 0,-8 3-12 16,-1 0-5-16,0 0-8 0,-1 1-3 15,-7 0-4-15,0 3-7 0,-2 0-3 0,-4-1 7 16,0 3-11-16,-3-2 0 0,0 3 0 0,-4-3-3 0,0 3 3 16,0-1-2-16,-2-1-11 0,-2 0-16 0,-5 5-42 15,8-7-62-15,-8 7-81 0,3-7-98 0,-3 7-81 16,-3-6-72-16,3 6-102 0,-12-1-131 15,12 1-310-15,-21 1-603 0</inkml:trace>
  <inkml:trace contextRef="#ctx0" brushRef="#br1" timeOffset="-24917.87">17875 4828 300 0,'-26'20'482'15,"-2"2"-120"-15,-1-2-75 0,2 1-55 0,3-3-48 16,0 1-30-16,2-1-29 0,-1-2-25 0,0 1-20 15,1 0-18-15,3 1-19 0,-3-4-19 0,4-1-2 16,2-1 13-16,-2 0-23 0,1-2 20 0,-1 0-25 16,0-2 18-16,3 0-23 0,-2-1 27 0,1-1-19 15,-2 0 21-15,-3 0-20 0,0-1 14 0,-2 1-27 16,1-2 24-16,-1 1-26 0,-1 0 44 0,-1 2-14 0,2-3 29 16,-1 2-35-16,-3 0 34 0,-1 1-10 15,-3 1-7-15,2 0 8 0,0 0 1 0,-1 1 14 16,2-1 17-16,4 2 4 0,2-5-5 0,3 2-7 0,4 0-12 15,-2-2 11-15,5 0 24 0,1 0 19 16,2 0 13-16,3 0 9 0,-1-2-4 0,1 4-4 16,6-7-18-16,-1 7-17 0,1-7-13 0,7 5-6 0,-7-5-13 15,12 5-10-15,-2-3-11 0,3-1-4 16,-13-1-8-16,24 0-5 0,-12 0-4 0,-1-1-3 0,1-1-2 16,-2 0-2-16,0-1-3 0,1 1 0 15,0-3-3-15,-2 3 3 0,1-5-4 0,-2 1 3 0,-2 0-3 16,2-3-1-16,-1 2 1 0,-3-1-1 15,1-1 7-15,-1 3-6 0,-1-3 5 0,-2 2-1 0,2 0 12 16,-3 7-2-16,0-14 22 0,0 14-8 0,-4-11 7 16,4 11-15-16,-7-5-4 0,7 5-3 0,-15-1-1 15,6 4 2-15,0 1 3 0,-5 3-7 0,4 4 9 16,-2-2-15-16,2 2-1 0,0 1-1 0,2 1-1 16,2-1 0-16,-2 0 16 0,7-1 21 0,0-2 14 15,2 2 9-15,0-2 0 0,7-2 11 0,-2-1-19 16,3-2-1-16,4-1-4 0,2-3-13 0,-1 0-1 15,4-3-8-15,3 2 22 0,-5-4-19 16,3-1 25-16,-2 1-14 0,0 0 28 0,-3-1-31 0,0 0 38 16,-4 1-30-16,-1 2 28 0,1-4-19 0,-5 4-20 15,-5 3-25-15,4-6-37 0,-4 6-69 0,-9-2-52 16,9 2-52-16,-20 2-106 0,4 4-150 16,-7 4-172-16,-3 0-815 0,-1 2-1054 0</inkml:trace>
  <inkml:trace contextRef="#ctx0" brushRef="#br1" timeOffset="-23385.6">2425 15716 224 0,'1'-10'915'0,"1"2"-162"0,-2-2-118 16,1 2-133-16,-1 1-86 0,0 7-82 0,1-12-61 15,-1 12-53-15,2-11-41 0,-2 11-37 0,2-7-19 0,-2 7-13 16,0 0-8-16,0 0-5 0,10 6 0 0,-2 0-18 16,-3 1-12-16,1 4-6 0,4 2 10 0,1 2-28 15,2 2 13-15,1 1-34 0,1 2 24 16,2 1-32-16,-2-1 29 0,3 1-33 0,-3-1 24 16,3 1-36-16,-5-4 25 0,1 0-44 0,0-1-38 15,-2 2-57-15,0-3-117 0,-1 1-139 0,-2-3-125 0,-2 0-190 16,1-1-476-16,-3 0-777 0</inkml:trace>
  <inkml:trace contextRef="#ctx0" brushRef="#br1" timeOffset="-23134.46">3057 15823 1010 0,'3'-7'976'0,"-3"7"-193"0,3-6-200 0,-3 6-86 16,0 0-123-16,6-8-40 0,-6 8-89 0,0 0 18 16,4-8-28-16,-4 8 16 0,9-7-54 0,-1 3-13 15,3-2-56-15,2 0-2 0,1-3-47 0,5 2 4 0,3-3-38 16,0-1 12-16,2 0-28 0,2-2 10 16,-2 1-30-16,-4 2 16 0,1 1-47 0,-3-2-7 15,-4 4-102-15,1-2-65 0,-5 1-127 0,0 2-147 0,-2-1-100 16,-4 0-143-16,-4 7-585 0,-1-9-901 15</inkml:trace>
  <inkml:trace contextRef="#ctx0" brushRef="#br1" timeOffset="-10018.91">4276 15336 179 0,'0'-14'595'0,"0"0"-134"0,-2 4-72 0,1-1-43 0,0 1-25 15,-2 1-50-15,2 0-16 0,-4 1-28 0,2 3-31 16,1-1-21-16,2 6-10 0,-8-8-17 0,8 8-18 15,-10-2-1-15,10 2-8 0,-11 6-9 0,4 1-15 16,2 4 4-16,-3 3-20 0,2 2-12 0,2 4-13 0,2 0-7 16,-1 4-3-16,3-3 5 0,3 1-15 15,-1 2 27-15,6-2-1 0,-2 0 20 0,2-1-13 16,1-3 18-16,2-1-8 0,2-2 15 0,5-2-29 16,-3-2 26-16,4-3-35 0,3-2 36 0,-4-1-53 15,2-5 26-15,1 0-44 0,2-5 28 0,0-1-36 16,-3-2 24-16,0-1-31 0,-3-4-1 0,0-1 1 15,-3-2 0-15,-2-2 3 0,-3-1 1 0,-2 0-1 0,-2-1-43 16,-2 1 47-16,-4-2-34 0,-2 0 34 16,-2-1-4-16,-4 2-2 0,0-1-4 0,-4 3-4 15,1 0 7-15,-3 3-7 0,0 2-5 0,-3 2 0 16,-1 3-2-16,4 2-12 0,-4 4-18 0,1 2-60 0,0 1-23 16,0 3-53-16,1 2-71 0,1 2-85 0,3 2-65 15,0 1-118-15,7 1-178 0,1 2-329 16,2-2-629-16</inkml:trace>
  <inkml:trace contextRef="#ctx0" brushRef="#br1" timeOffset="-9834.81">4706 15306 163 0,'4'-8'975'0,"-1"-3"-206"15,-2 3-134-15,-1 2-111 0,0-1-71 0,0 7-63 16,3-12-62-16,-3 12-73 0,0-10-53 0,0 10-44 15,1-8-32-15,-1 8-35 0,0-7-43 0,0 7-58 16,0 0-71-16,0 0-119 0,0 0-122 0,0 0-86 16,5 6-122-16,-5-6-586 0,8 9-733 0</inkml:trace>
  <inkml:trace contextRef="#ctx0" brushRef="#br1" timeOffset="-9385.32">5023 15181 182 0,'9'-13'793'0,"-1"1"-183"0,-3-1-104 16,0-1-81-16,-1 1-42 0,-3 1-34 0,1-1-34 16,-1 1-43-16,-2-1-22 0,-2 2-31 0,-1-1-55 15,-1 0-20-15,0 1-22 0,-4 0-21 0,3 3-10 16,-2 0-27-16,0 2-3 0,-2 2-26 0,1 1 4 16,0 2-19-16,9 1 5 0,-22 1-15 0,12 2 12 15,-1 1-16-15,-2 4 11 0,3 1-15 0,-2 1 8 16,3 1-12-16,0 1 1 0,2 3 2 0,2-4-2 15,1 3 6-15,1-1-3 0,2-2-1 16,2 0 12-16,2 0 10 0,-1 0 5 0,2-2 1 16,4-1-10-16,-2-1 16 0,3-3-24 0,0 0 16 0,1-2-21 15,3-2 12-15,-1 0-4 0,0-3-3 0,1-1 0 16,1-2-11-16,-2-3-4 0,-2 0 4 0,3-1 0 16,-4-2 0-16,-2 1 0 0,2-3-1 0,-4 1 3 15,-1-2-3-15,0 5 0 0,-3-3 6 0,1 1-4 16,-1 1 3-16,-1 3 8 0,0-2 3 0,1 2-6 15,-1 1-2-15,1 1-5 0,1-1-1 0,-2 7-3 16,1-7 3-16,-1 7-4 0,0 0 9 0,0 0-2 16,5 10 3-16,-1 0 3 0,-2 2 0 0,4 1 3 15,-3 2 4-15,5 5 9 0,0-1-16 0,-2 2 43 16,3 0-46-16,0-1 42 0,4 4-55 0,-3-4 46 16,-1-1-11-16,2 2-9 0,0-2-6 0,-2-2-10 15,1 0-33-15,-1 1-60 0,-1-6-71 0,-2 2-139 16,3-1-157-16,-4-2-98 0,0-1-176 0,-1-1-374 15,-1-1-721-15</inkml:trace>
  <inkml:trace contextRef="#ctx0" brushRef="#br1" timeOffset="-8901.65">5495 15020 783 0,'10'-16'784'0,"-1"-3"-125"0,0 2-123 0,1 1-58 0,-2-1-57 0,1 1-33 15,-1 2-29-15,-1-1-82 0,0 2 6 0,-2 1-49 16,0-1-38-16,-1 4-21 0,-2-2-25 0,2 1-16 16,-3 2-27-16,1-1-19 0,-5 1-16 0,2 2-11 15,-4-1-13-15,-3 2-9 0,-1 1-4 0,-2 1-10 16,-1 0-4-16,-3 3-1 0,-3 2-10 0,-1-1-1 16,-1 2-2-16,0 1-3 0,3 0 1 0,0 2-4 15,0-2 14-15,4 2-19 0,2 2 19 0,-1-3-15 16,6 2 14-16,2 3-19 0,3-4 16 0,3 2-19 15,5 3 19-15,3-2-21 0,4 1 21 0,5 3-22 16,0-2 7-16,5 3-3 0,2 0 4 0,1-1-2 16,-2 1 1-16,1 0 1 0,-2 0 1 0,2 1 0 15,-3-1 1-15,-4 2 0 0,1 0 6 0,-3-1-15 16,-4 1-59-16,-3-1 55 0,1 0-49 0,-4-1 59 16,-2 2-45-16,-1-1 47 0,-4-3-43 0,0 1 55 15,-1-1-40-15,-2-2 59 0,-2 1-36 0,1-3 64 16,-1 1-52-16,-4-4 60 0,0 0-43 0,1-2 47 0,8-3-33 15,-19 0 49-15,9-3-32 0,1 0 53 0,-2-3-9 16,2-2-4-16,1-2-25 0,-1-2-4 0,4-1-16 16,2-3-17-16,2-2-22 0,0-1-16 0,2-4-25 15,2-1-25-15,1-1-6 0,-2 1-15 0,2-2-42 16,1 3-49-16,-1 0-30 0,0 1-59 0,-3 3-74 16,3 3-82-16,-3 0-57 0,3 1-44 0,-3 2-95 15,2 3-569-15,-2-1-791 0</inkml:trace>
  <inkml:trace contextRef="#ctx0" brushRef="#br1" timeOffset="-8416.59">5908 14736 296 0,'0'0'607'0,"-4"-9"-97"0,4 9-75 15,-4-6-37-15,4 6-51 0,-5-5-30 0,5 5-20 0,0 0-19 0,-13 0-15 16,13 0-13-16,-10 8-26 0,4 1-19 15,-2 1-35-15,1 5-27 0,1-2-21 0,2 3-18 16,-2 1-12-16,2 0-23 0,4 0-8 0,0 3-11 16,3-2-6-16,4 3-6 0,0-2-1 0,2 1 4 0,0-2 5 15,3-2 5-15,1-1 4 0,1-2 3 16,2 0 10-16,-3-4 5 0,2-2-7 0,1-3-8 16,0-1-2-16,-1-3-2 0,-1-1-14 0,1-2-7 0,1-4-3 15,-1-1-7-15,-1-3-5 0,-1-4 1 0,-3-1-5 16,0-2-5-16,-2-2 0 0,-2 0-1 0,-3 1-5 15,-2-1 0-15,-1-1 2 0,-4 1-5 16,-2 0-1-16,0-1-42 0,-3 4 47 0,-2-1-44 0,-3 4 45 16,0 2-47-16,-5 1 32 0,0 4-53 0,0 0 24 15,-3 4-41-15,4 3-6 0,-4 0-23 0,2 3-27 16,2 3-39-16,0-2-77 0,4 2-111 0,0 3-87 16,2-1-157-16,4 3-558 0,4-5-779 0</inkml:trace>
  <inkml:trace contextRef="#ctx0" brushRef="#br1" timeOffset="-7969.21">6166 14604 600 0,'1'-13'870'16,"1"3"-144"-16,-1 0-102 0,0-1-86 0,4 3-52 15,-1-3-101-15,0 2-28 0,2-4-106 0,2 4-2 16,2-2-83-16,2 1 6 0,3-2-73 0,3 3 23 15,2 0-67-15,1 2 32 0,-1 1-59 0,0 3 32 0,-1 1-50 16,0 2 37-16,-3 2-52 0,1 1 46 16,-3 3-53-16,-1 0 4 0,-3 4 2 0,-4 0 1 0,1 3 43 15,-7 1-47-15,-4 3 40 0,-2 4-8 16,-6 4-3-16,-2-2-8 0,-3 0-3 0,-1 0-1 0,0-1 3 16,-1-2-3-16,3-4-3 0,-1-2 4 15,6-1 7-15,-1-2 7 0,2-3 12 0,2 0 7 16,1-3-10-16,7-5-7 0,0 0-5 0,0 0-1 15,0 0-5-15,11-13-2 0,1 5-4 0,5-3 4 0,3 1-4 16,0 0-1-16,2 1-43 0,-2-1 49 0,2 1-46 16,0 3 48-16,-4 2-44 0,-1 0 46 0,1 2-46 15,-4 2 48-15,2 1-48 0,-3 2 49 0,-2 1-45 16,2 4 55-16,-4 2-8 0,-1 1-6 0,-3 1 0 16,0 2-3-16,-4-1-4 0,-1 2 1 0,-3 0-5 15,-2 1 0-15,-1 0-2 0,-3 0 0 0,-3 1 0 16,-3-3-2-16,0 0 1 0,-6-1-1 0,-3 0 1 15,-3-5-10-15,-1 1-26 0,0-4-44 0,0-2-57 16,-3 0-71-16,3-3-111 0,-3 0-160 0,3-2-145 16,-1 1-821-16,1-1-1055 0</inkml:trace>
  <inkml:trace contextRef="#ctx0" brushRef="#br1" timeOffset="-7184.72">2370 17209 388 0,'0'0'863'16,"-9"-3"-217"-16,9 3-137 0,-6-6-120 0,6 6-83 0,-1-10-58 15,4 3-45-15,4-2-37 0,0 0-1 16,8-5-7-16,5-3-45 0,3-1 15 0,8-4-51 16,2 2 7-16,0 0-46 0,3 0 19 0,-2 3-45 0,1-2-11 15,2 4-146-15,-9 0-113 0,-1 2-95 0,0 1-114 16,-6 2-96-16,0 1-308 0,-7 0-422 0</inkml:trace>
  <inkml:trace contextRef="#ctx0" brushRef="#br1" timeOffset="-6986.21">2478 17340 9 0,'-8'14'893'0,"1"-5"-242"16,2 1-147-16,0-3-106 0,3 0-77 0,2-7-53 16,-4 8-41-16,4-8-33 0,0 0-22 0,14-1-21 0,-2-2-27 15,5-5-25-15,9-5-19 0,7-2-13 0,4-4-14 16,3 0-13-16,3-3-7 0,8-3-28 0,2 0-132 15,-2 2-142-15,-10 3-137 0,-4 2-182 0,0 1-323 16,1-2-476-16</inkml:trace>
  <inkml:trace contextRef="#ctx0" brushRef="#br1" timeOffset="-6602.77">3874 16558 1348 0,'-6'-9'978'0,"-3"-2"-222"0,-1 2-126 0,-2 1-119 15,0 0-112-15,-1 4-81 0,0 0-60 0,0 3-41 16,-1 2-47-16,0 0-27 0,0 6-21 0,0 2-23 16,0 4-24-16,1 1-10 0,3 4-16 0,3 1-8 15,4 1-7-15,-1-1-26 0,8 2 20 0,1 0-28 0,1 2 23 16,3-3 4-16,5 1-2 0,-1-2 1 15,1-2 0-15,0-3 4 0,0-1-4 0,3-2 6 0,-2-4 6 16,-1-2-4-16,-1-3-23 0,1-2 23 0,3-3-24 16,-2-3 20-16,2-4-29 0,-2-3 25 0,-1-1-31 15,0-3 24-15,-2-2-24 0,-2 0 20 0,-4-1-2 16,-2-3-3-16,-1 0-6 0,-3 2 3 0,-3-2-4 16,-1 2-2-16,-2-3 4 0,-4 4-7 0,-1 0 0 15,-3 2-4-15,0 0 6 0,-1 6-3 0,0-1-2 16,-6 6-1-16,6 0-15 0,-3 4-13 0,1 1-30 15,1 4-38-15,-1 2-44 0,3 3-60 0,1 1-69 16,2 3-63-16,2 1-138 0,4 2-74 0,1 1-129 16,4-2-517-16,2 1-807 0</inkml:trace>
  <inkml:trace contextRef="#ctx0" brushRef="#br1" timeOffset="-6285.4">4315 16568 935 0,'7'-6'935'16,"-1"2"-207"-16,-6 4-150 0,8-6-120 15,-8 6-88-15,6-4-72 0,-6 4-65 0,0 0-49 16,0 0-36-16,0 0-27 0,5 7-27 0,-5-7-20 0,3 12-12 16,-3-6-12-16,1 1-6 0,2 2 8 15,-2 0-27-15,3-1 16 0,-3 0-26 0,2 0 17 0,-3-8-19 16,2 11 20-16,-2-11-19 0,3 10 50 0,-3-10-21 15,1 8 51-15,-1-8-38 0,0 0 17 0,0 0-41 16,0 0 23-16,0 0-39 0,0 0 24 0,-1-10-11 16,-2 3-7-16,3-1-2 0,-1-1-9 15,0-2 2-15,-2 3-32 0,3-3-55 0,-1 1-32 16,-2 1-40-16,2-1-56 0,1 3-73 0,-1-1-73 0,-1 1-89 16,2 7-71-16,-1-11-88 0,1 11-463 0,-1-7-675 15</inkml:trace>
  <inkml:trace contextRef="#ctx0" brushRef="#br1" timeOffset="-5868.92">5104 16120 766 0,'-4'-16'857'15,"-1"2"-182"-15,-3 1-146 0,1 2-95 0,-4 0-60 16,-1 2-51-16,0 0-22 0,-3 2-65 0,1 1-31 16,-3 2-27-16,2 2-24 0,-2 4-22 0,-2 2-8 15,0 3-17-15,-3 4-16 0,4 1-19 0,-1 5 18 0,1 3-30 16,4 1 68-16,1 3-39 0,4 2 10 0,6-2 8 16,0 1 16-16,3-1-32 0,4 1 17 15,3 2-24-15,4 0 12 0,0-4-21 0,4 2 4 0,2-3-24 16,1-2 9-16,0-3-24 0,4-2 12 0,-3-3-15 15,0-4 12-15,1-2-24 0,1-3 14 16,-2-1-23-16,0-4 12 0,4-1-20 0,-1-4 15 0,0-2-18 16,1-4 18-16,-2-2-17 0,-3-1 26 0,0-3-14 15,-4-3 10-15,-2 3-16 0,-3 0 3 0,-4-3 1 16,-3 1-3-16,0 3-6 0,-6-1 0 0,-1 0-6 16,-4 0-37-16,-4 1 39 0,0 1-44 0,-3 2 27 15,-1 3-57-15,-5 0 12 0,2 4-49 0,-2 1-44 16,-1 2-30-16,4 3-55 0,0 1-32 0,-1 2-46 15,3 1-106-15,1 2-116 0,1 4-98 0,5-1-742 16,1 2-977-16</inkml:trace>
  <inkml:trace contextRef="#ctx0" brushRef="#br1" timeOffset="-5619.22">5234 15977 887 0,'12'-16'907'15,"-2"4"-142"-15,-2 1-155 0,-2 2-60 0,0 1-100 16,2-1-31-16,-3 3-63 0,0 2 9 0,-5 4-28 16,12 0 34-16,-12 0-10 0,15 4-13 0,-6 7-51 15,3-1-2-15,-1 6-90 0,2 2 22 0,2 4-59 16,-2 3 8-16,2 1-79 0,2 5-97 0,-2-4 0 16,-1 4 0-16,-1-3 0 0,1 0 0 0,-2-1 0 15,-1 1 0-15,1-2 0 0,-2-1 0 0,0-4 0 16,-2-1-191-16,0 0-237 0,0-4-52 0,-1-1-136 15,-1-1-160-15,1-1-155 0,-2-5-582 0,1 1-1142 16</inkml:trace>
  <inkml:trace contextRef="#ctx0" brushRef="#br1" timeOffset="-5168.97">5937 15960 1335 0,'6'-16'901'0,"1"3"-196"0,-2 1-107 0,0-1-89 0,0 2-63 15,-1 0-42-15,-1 1-59 0,-1 0-7 16,1 0-50-16,-2 1-43 0,-1-1-52 0,1 2-23 0,-1-1-28 16,-1 1-22-16,0 0-16 0,-2 0-32 0,-2 2-9 15,0-1-14-15,-4 5-6 0,-1-2-6 0,-2 3-11 16,0 1-10-16,-3 1 10 0,0 4-19 0,-3 1 15 16,0 2-24-16,-2 3 17 0,3 0-21 0,-2 3 2 15,4 1 3-15,-3 2 0 0,4 0 1 0,1-1-3 16,3 1-1-16,2-2-4 0,4 1-4 0,-2-1 1 15,5-4 1-15,1 1-2 0,1 0 5 0,3-3-4 16,1 0 1-16,0-2 0 0,4-2 1 0,0-1 3 16,2-2 1-16,-11-2-34 0,22-3 43 0,-9 0 1 15,0-2-3-15,-1-2 0 0,0 0 4 0,-1-4-4 16,0 1-2-16,-1 0 2 0,-2-2 2 0,0 1-2 16,0-1-1-16,-1 1 3 0,-2 2 7 0,0-3 13 15,-1 6 5-15,1-2-4 0,-3 0-8 0,2 3-4 16,-1-1-7-16,-3 6-4 0,6-5 1 0,-6 5 5 0,11 2 15 15,-4 4 15-15,2 2-5 0,1 3-1 16,4 2 13-16,-4 4-37 0,3 1 43 0,0 5-51 16,2-1 38-16,-4 2-2 0,0 1-2 0,-1 0-8 15,2-1-9-15,-6-4-21 0,4 3-37 0,-2-4-37 0,0 1-94 16,-2-2-54-16,-1-2-84 0,3-2-50 0,-3-1-140 16,0-1-123-16,-1-2-119 0,1-5-702 15,-1 0-1056-15</inkml:trace>
  <inkml:trace contextRef="#ctx0" brushRef="#br1" timeOffset="-4850.14">6257 15699 682 0,'-3'-11'998'16,"-1"2"-196"-16,3 1-166 0,-2-1-109 0,2 5-76 0,1 4-66 0,-4-12-53 0,4 12-41 15,-2-10-32-15,2 10-6 0,-4-9-31 0,4 9 0 16,6-6-42-16,-6 6-15 0,12-9-32 0,-2 5-21 15,7-2-17-15,3-1-22 0,1-2-13 0,2 0-9 16,2-3-11-16,2 1-5 0,-3-2 7 0,2 1 27 16,-5 1 13-16,0 2-28 0,-2 0 64 0,-5 0-28 0,-1 4 33 15,2-2-42-15,-7 2 43 0,1-1-49 16,1 3 38-16,-1 0-43 0,-9 3 15 0,13 0-24 16,-7 4-61-16,2 4 0 0,-3 2 0 0,0 5 0 15,-1-1 0-15,1 5 0 0,-1 3 0 0,2 1 0 16,-2 2 0-16,-1 0 0 0,1 0 0 0,-1 2 0 15,1-2 0-15,0 1 0 0,0-2 0 0,2-3 0 16,-2 2-132-16,0-3-369 0,0-2-135 0,0 0-203 0,-2-4-1079 16,2 1-1646-16</inkml:trace>
  <inkml:trace contextRef="#ctx0" brushRef="#br1" timeOffset="-4701.06">6897 15800 1072 0,'0'0'1109'0,"5"-9"-217"16,-5 9-151-16,6-7-138 0,-6 7-128 0,4-5-89 0,-4 5-86 16,5-5-124-16,-5 5-183 0,0 0-236 0,0 0-340 15,-10-2-976-15,1 4-1202 0</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43:06.143"/>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FF0000"/>
    </inkml:brush>
  </inkml:definitions>
  <inkml:trace contextRef="#ctx0" brushRef="#br0">19866 5350 1113 0,'-1'9'771'0,"-2"-1"-167"0,3-2-145 0,-2 1-90 0,2-7-64 16,-2 9-32-16,2-9-13 0,-1 12-11 0,1-12-15 15,0 6-2-15,0-6 11 0,0 0-27 0,0 10 25 16,0-10-1-16,0 0-5 0,0 0-73 16,0 0-2-16,0 0-47 0,9-10 6 0,-6 1-44 0,-1-3 18 15,2-2-35-15,0-4 12 0,0-1-43 0,-2-3 24 16,1-2-13-16,-1-4-10 0,-2 1-5 15,-1-7-7-15,0-2-1 0,-2-7-7 0,-3 0-5 0,1-3-1 16,-2-1-1-16,1-2-1 0,-2 3-2 0,-2-1 1 16,1 2-29-16,0 4 34 0,-1 4 3 0,1 6-4 15,4 9 2-15,0-1-4 0,0 7 0 0,0 1-9 16,2 3-2-16,1 6 0 0,2 6-1 0,0 0-20 16,-4 8 34-16,6 6 20 0,1 11-3 0,3 6 2 15,2 10 6-15,2 2 4 0,5 3 1 0,-2-1 4 16,7 5-6-16,0-6-30 0,0-4 27 0,3 0-28 0,-1-3 28 15,4-1-30-15,-2-3 26 0,1-2-29 16,1-5 31-16,-3-1-32 0,-3-7 29 0,2-2-15 16,-5-5 27-16,1-2-32 0,-4-2 27 15,1-2-35-15,-2-4-10 0,-1-2-6 0,0-4-12 0,1-3-1 16,-3-1 30-16,-1-3-30 0,-1-2 26 0,-1-4-11 16,-3-3-7-16,0-1 6 0,-3 2 1 0,-1 0 3 15,-2 0 1-15,-1 2 9 0,2 2 2 0,-2 2 0 16,3 2 1-16,-2-1-6 0,-2 5-3 0,4-1-2 0,0 9 2 15,-1-7 14-15,1 7 5 0,0 0-1 16,1 7 4-16,-1 2-2 0,4-1-1 0,-2 3 3 0,3 3 0 16,1-1-30-16,0 1 29 0,0 2-21 0,3-4 25 15,0 4-23-15,4-1-1 0,1-1-20 0,0-2-58 16,1 1-64-16,2-5-90 0,2-2-118 0,0-1-159 16,-2-5-118-16,5 0-239 0,-2-3-465 0,3-2-945 15</inkml:trace>
  <inkml:trace contextRef="#ctx0" brushRef="#br0" timeOffset="215.72">20799 4979 1550 0,'0'0'989'0,"0"0"-236"0,0 0-149 15,0 0-123-15,0 0-110 0,0 0-57 0,0 0-47 16,9-9-37-16,-3 6-39 0,5-4-46 0,4 0-48 15,4-4-38-15,9 0-66 0,6-4-61 0,0 0-87 16,0 0-82-16,-5 3-80 0,-1 2-57 0,-5 1-52 16,-3 1-56-16,-3 2-54 0,-5 1-96 0,-3 4-254 0,-9 1-444 15</inkml:trace>
  <inkml:trace contextRef="#ctx0" brushRef="#br0" timeOffset="364.09">20850 5110 363 0,'-6'11'839'0,"-1"-3"-194"15,1-1-102-15,6-7-91 0,0 11-41 0,0-11-44 16,9 6-29-16,-9-6-47 0,19 1-51 0,-1-3-57 0,5-3-39 16,0-1-29-16,9-3-27 0,7-2-52 0,4-4-82 15,-1 1-83-15,1 0-106 0,0-3-125 0,1 3-167 16,-4-2-655-16,1-1-793 0</inkml:trace>
  <inkml:trace contextRef="#ctx0" brushRef="#br0" timeOffset="818.15">21671 4842 1308 0,'-4'-6'967'15,"4"6"-283"-15,-8-6-136 0,8 6-83 0,-2-7-38 16,2 7-49-16,-2-9 16 0,2 9-84 0,4-8 9 16,-1 3-84-16,3-2 16 0,0 1-86 0,6 0-30 15,3-1-24-15,-1 1 8 0,7 0-58 0,-2 0-6 16,0 2-22-16,0 1-6 0,-1 0-7 0,-1 2-5 15,-4 1-6-15,1 1-12 0,-3 3-10 0,-2 1-6 16,-1 2 30-16,-6 2-38 0,-2 3 39 0,-5 1-51 16,-4 3 38-16,-5 5-39 0,-6 0 31 0,-6 3-36 15,-2 0 41-15,0-4-33 0,6-2 17 0,1-3-2 16,1-2 4-16,5-2 5 0,1-1 6 0,2-3 6 16,5-1 0-16,2-3-1 0,5-3-2 0,0 0 28 15,0 0-37-15,10-2 34 0,3-4-41 0,3-1 36 16,6-2-32-16,0 3 31 0,2-3-35 0,0 2 39 0,2 1-41 15,-1 2 39-15,-1-1-39 0,-3 4 2 0,1 1 5 16,-3 3 3-16,0 1 1 0,2 1 1 16,-3 5 6-16,-2 1 0 0,-3 2 2 0,-4-1 2 0,-2 2 4 15,-1 2 2-15,-4 0-28 0,-4 3 40 0,-1-1-8 16,-6 2 38-16,0 1-28 0,-5-1 27 0,-4 0-26 16,0-1 38-16,-3-1-38 0,-5-2 27 0,1-1-36 15,-2-4 25-15,-1-1-33 0,-2-4 25 0,5 1-32 16,-2-5 24-16,4-2-53 0,-3-3-11 0,3-3-75 15,5 2-90-15,3-2-97 0,2-4-130 0,4-2-88 16,3-1-42-16,2-3-137 0,4 0-598 0,6-3-903 16</inkml:trace>
  <inkml:trace contextRef="#ctx0" brushRef="#br0" timeOffset="1148.68">22365 4773 1120 0,'0'0'1002'16,"0"0"-260"-16,0 0-110 0,0 0-71 0,-13 3-38 0,13-3-6 0,-13 5-68 15,13-5-20-15,-13 5-40 0,4 0-75 0,3 1-56 0,0 0-49 16,0 2-40-16,1 5-33 0,1-1-8 16,2 4-1-16,1-1-9 0,2 2-5 0,1 0-65 0,4-1 28 15,1 3-70-15,2-1 34 0,1-3-64 0,3 0 36 16,0-2-39-16,0-1 46 0,1-5-28 0,0 1 38 15,1-4-32-15,-1 0 52 0,-1-4-42 16,2-1 25-16,0-2-32 0,0-4 0 0,-1 0 0 0,-2-2 0 16,0-3 0-16,-2-2 0 0,-1 1 0 0,-2-3 0 15,-5 0 0-15,1-1 0 0,-5 1 0 16,-1-1 0-16,-4-1 0 0,-5 1 0 0,-4 2 0 0,-7-2 0 16,0 3 0-16,-5 2 0 0,-4 2 0 0,0 2-371 15,2 2-160-15,0 5-153 0,2 1-174 0,2 1-956 16,-1 1-1518-16</inkml:trace>
  <inkml:trace contextRef="#ctx0" brushRef="#br1" timeOffset="6267.44">20464 6179 200 0,'0'0'822'0,"0"0"-197"0,3-8-138 15,-3 8-102-15,0 0-77 0,0 0-38 0,0 0 2 16,7 7-15-16,-3-1-23 0,0 0 6 0,1 4-36 16,2 3-37-16,0 2-26 0,1 2-22 0,0 2-25 15,-1 3-18-15,2 1-13 0,-2 0-12 0,0 1-12 16,-3-1 0-16,0 2 18 0,-3 0 5 0,2-1 6 15,-7 1 11-15,0-3-3 0,0 0 12 0,-3 0-20 16,-4-2 0-16,0-2 7 0,-1-1-16 0,-3-2-5 16,0-1 1-16,-2-3 11 0,4-5-7 0,-3-3-11 15,2-1 19-15,-3-5-50 0,2-2 20 0,-2-8-47 16,-1-5 13-16,3-4-6 0,3-6-8 0,-2-5 5 16,8-1-18-16,1 0 23 0,2 3-20 0,3 2 26 15,3 2-24-15,1 2 28 0,2 1-28 0,3 2 26 16,1 1-23-16,0 1 0 0,3 4 8 0,1 0 20 15,1 4-27-15,1 1 27 0,0 2-23 0,1 1 22 16,0 3-26-16,-2 0 25 0,4 4-20 0,0-3 21 16,-2 3-21-16,2 1 15 0,-1 0-17 0,1 1 22 15,0 0-18-15,-2 2 21 0,1-3-25 0,-1 1 21 0,-1 1-47 16,-2-2 1-16,3 0-27 0,-3 0-39 16,0 0-31-16,-1-2-75 0,-3 1-63 0,4-2-78 15,-4 1-60-15,-1 0-130 0,0-1-693 0,0-1-842 16</inkml:trace>
  <inkml:trace contextRef="#ctx0" brushRef="#br1" timeOffset="6515.43">21334 6316 1646 0,'-6'-7'1013'0,"-1"3"-208"0,7 4-192 0,-4-3-127 16,4 3-146-16,4-10-41 0,4 4-81 0,0-1-9 16,4-3-66-16,4 0 16 0,7-5-64 0,4 0 7 15,6-1-53-15,4 1-6 0,-4 2-86 16,-2 0-51-16,0 2-66 0,-2 2-86 0,-7-1-69 16,1 4-91-16,-5 1-74 0,-5 1-129 0,-2 2-610 0,-11 2-828 15</inkml:trace>
  <inkml:trace contextRef="#ctx0" brushRef="#br1" timeOffset="6665.41">21435 6417 859 0,'-5'11'734'0,"0"-3"-171"0,1-1-125 0,3 0-93 16,1-7-56-16,1 11 5 0,-1-11-4 0,9 7-18 16,-9-7-39-16,18 0-49 0,-1-4-41 0,6-1-29 0,6-7-47 15,8-3-104-15,3-1-137 0,0-2-153 16,3 1-165-16,-1-4-703 0,0 1-804 0</inkml:trace>
  <inkml:trace contextRef="#ctx0" brushRef="#br1" timeOffset="6863.76">22448 5861 1055 0,'0'0'904'15,"2"6"-212"-15,-2-6-149 0,0 0-113 0,4 5-88 16,-4-5-67-16,0 0-57 0,0 0-51 0,12 2-35 16,-12-2-21-16,0 0-23 0,0 0-23 0,12-1-62 15,-12 1-159-15,0 0-227 0,4-6-248 0,-4 6-584 16,-1-8-824-16</inkml:trace>
  <inkml:trace contextRef="#ctx0" brushRef="#br1" timeOffset="7280.44">23029 5969 1560 0,'0'0'1206'0,"-23"-2"-300"0,13 2-177 15,-3 3-253-15,4 2-90 0,-4 1-113 0,1 1-24 0,0 2-76 16,-2-1-23-16,-3 3 4 0,-2 1-56 0,-6 2 10 15,0 3-48-15,-8 2 15 0,-1 0-13 16,1 1-12-16,-1-1-10 0,2 1-9 0,-1-2-4 0,1 0-5 16,5-3-2-16,1-2-3 0,0-1-1 0,4-2-2 15,2-2 1-15,-1-2 4 0,6-1 6 16,-2-3 6-16,5-2-12 0,1-2-14 0,-1-5-8 0,3-3-40 16,1-3 30-16,5-2-29 0,-2-4 32 0,5-4-25 15,5-3 33-15,-1-6-3 0,5-6 0 0,0 1 2 16,4 0-5-16,0 2 2 0,-1 5 37 0,0 2-42 15,0 5 37-15,-1-1-40 0,-1 6 36 0,-1 1-33 16,-1 2 26-16,-1 4-35 0,1 5 56 0,0 1-4 16,-8 5 29-16,18 3 26 0,-7 5 4 0,1 5 5 15,-1 6 28-15,2 5-31 0,2 3 5 0,-2 9 2 0,2 1-8 16,-3 1-15-16,1 1 28 0,-2 1-67 16,1 0 38-16,-1-1-64 0,-1-1 24 0,2 1-91 15,-1-4-15-15,-2-4-146 0,0-3-71 0,0-7-111 16,0-1-192-16,-2-1-225 0,-2-5-985 0,1-3-1501 15</inkml:trace>
  <inkml:trace contextRef="#ctx0" brushRef="#br1" timeOffset="12200.77">23257 8185 625 0,'-3'-10'796'0,"0"0"-130"0,2 2-121 0,-1 0-118 15,-1 2-80-15,2-1-60 0,1 7-28 0,-4-7-16 16,4 7-24-16,0 0-7 0,-1 7-12 0,2 0-19 16,0 5-36-16,2 4-17 0,1 1-28 0,-1 6-15 15,3 1-10-15,0 7-25 0,3-1-1 0,0 0-14 16,-1 3 4-16,2-3-24 0,-3 3-1 0,1-4-26 15,0 1-52-15,-3-7-101 0,1 1-140 0,-3-3-152 16,-3-3-110-16,0-2-165 0,-3-2-342 0,-4-2-691 16</inkml:trace>
  <inkml:trace contextRef="#ctx0" brushRef="#br1" timeOffset="12430.27">23122 8196 664 0,'6'-30'619'0,"-3"5"-165"0,4 2-81 0,4 2-77 15,-2 0-3-15,4 4 10 0,4 1-12 0,4 1-20 16,-1 5-13-16,4 3-36 0,0 4-29 0,-1 3-28 16,1 3-39-16,2 4-20 0,1 4-28 0,0 3-11 15,-5 0-12-15,-1 4-9 0,-2 1-5 0,-5 1 11 16,-1-1-6-16,-7 2 6 0,0-1-23 0,-6 0 11 16,-4 2-22-16,-3 0 3 0,-8 3-12 0,0-2 7 0,-4-1-11 15,-6 2-2-15,2-5-1 0,0-3-5 16,-1-2 4-16,2-6-62 0,4 0-81 0,-1-5-90 15,6-3-67-15,-2-3-70 0,6-1-133 0,1-4-138 16,4-3-291-16,3-3-504 0</inkml:trace>
  <inkml:trace contextRef="#ctx0" brushRef="#br1" timeOffset="12648.04">23875 7825 830 0,'12'-5'893'0,"-12"5"-183"0,0 0-137 0,0 0-76 15,-9 5-56-15,-3 3-43 0,-1 4-28 0,-8 4-6 16,-1 4-13-16,-3 6-57 0,1 1-29 0,0 2-33 16,4 2-47-16,1 1-40 0,3 1-57 0,7-3 23 15,-1 1-13-15,8-1-12 0,2-1-15 0,2 2 12 16,8 0-48-16,0-2-2 0,8 1-64 0,2-1-14 16,-1-7-91-16,2-1-48 0,3-5-59 0,1-3-114 15,1-2-151-15,-4-4-119 0,-1-4-199 0,-1-3-505 16,0-3-933-16</inkml:trace>
  <inkml:trace contextRef="#ctx0" brushRef="#br1" timeOffset="13047.66">23954 8034 666 0,'0'-18'797'16,"0"5"-175"-16,0-1-143 0,4 1-105 0,0 1-38 16,3 0-6-16,3 3-22 0,1 0-16 0,2 3-21 15,5 2-30-15,2-1-32 0,0 5-26 16,4 5-24-16,1-1-33 0,0 3-24 0,1 5-18 0,-2-1-15 15,0 3-12-15,-4 2-9 0,-4-1-7 0,-3 0-9 16,-2 1-4-16,-2 1-2 0,-5 0-1 0,-1-1-17 16,-5 0 12-16,-2 0-19 0,-2-2 20 0,-3 3-20 15,-4-3 16-15,0-1-22 0,0-3 24 0,-1-1-25 16,3-2 22-16,-3-3-22 0,2-2 21 0,12-2-20 16,-20-2 17-16,12-2 1 0,2-3-6 0,2-4 8 15,3-3-1-15,2-3-2 0,4-5-4 0,3-4 2 16,4-1-8-16,1 0 3 0,3-4-2 0,0 6 1 15,-2 2 8-15,3 3 2 0,-6 2 7 0,3 2 0 16,-6 4 12-16,1 2 19 0,1 4 30 0,-5 0 13 16,-5 6 11-16,12-1 6 0,-12 1 3 0,5 10-7 0,0-2-9 15,-4 3 6-15,-1 3-15 0,0-2-18 16,0 5-15-16,0 2-10 0,0-2-8 0,0 1-9 16,2 0-1-16,-1 0-38 0,3-2 19 0,0-1-73 15,2 0-22-15,-1-3-87 0,5 3-41 0,1-5-58 0,0 0-113 16,4-4-135-16,-2 1-96 0,1-5-157 15,0 0-612-15,2-2-983 0</inkml:trace>
  <inkml:trace contextRef="#ctx0" brushRef="#br1" timeOffset="13348.1">24937 7613 1148 0,'12'-10'876'0,"-3"4"-197"0,-2 1-145 0,-7 5-88 0,0 0-55 0,9 2-39 16,-9-2-43-16,2 13 16 0,-4-2-8 15,-2 3 17-15,-1 1 1 0,-2 4-43 0,-1 1-18 16,0 1-39-16,-3 5-46 0,-2 1-35 0,0-1-32 0,-3 1-20 16,0 3-21-16,-3-5-13 0,5-2-46 0,-3-1 32 15,5-4-49-15,-1-2 23 0,1-3-35 0,3-1 32 16,1-3-34-16,0 1 32 0,3-4-46 0,5-6 18 16,-7 6-10-16,7-6 4 0,0 0-8 0,0 0 2 15,3-6 0-15,-3 6 3 0,13-5 1 0,-4 4 5 16,3-1 0-16,1 1-2 0,1 1 4 0,4 1 0 15,4 1 5-15,3 0-1 0,0 2-1 0,-1-1-1 16,2 2-12-16,-1-2-38 0,1 2-63 0,-2 0-60 16,-2-2-71-16,-2 0-50 0,0-2-117 0,-1 0-161 15,-2-1-116-15,-1-1-869 0,-2 0-1206 16</inkml:trace>
  <inkml:trace contextRef="#ctx0" brushRef="#br1" timeOffset="13796.74">25385 7561 1085 0,'2'-8'944'0,"-2"8"-227"0,0 0-142 15,0 0-99-15,0 0-67 0,0 0-31 0,-9 4-41 16,7 2 0-16,-2 3-33 0,1 0 11 0,-1 2-60 16,3 1 28-16,-3 2-79 0,4 2-13 0,-1 1-33 15,2 1-29-15,-1-2-4 0,5 1-2 0,-2-1-38 16,1-3 22-16,2 3-52 0,1-3 32 0,1-2-50 15,1 0 31-15,2-1-52 0,3-2 39 0,0-4-50 0,2 2 36 16,1-5-51-16,1 1 24 0,-3-2-44 16,4-2 20-16,-2-2-30 0,2 1-55 0,0-4-42 15,1-2-48-15,-1 2-51 0,-1-6-56 0,-2 2-81 16,-2-3-103-16,0-1-43 0,-3-2 6 0,-3 3 13 16,-1-3 20-16,-3 3 46 0,-2-2 78 0,-2 0 66 15,0 0 69-15,-4 2 80 0,0 0 85 0,-1 1 88 16,-1-3 33-16,0 5 76 0,1 2 2 0,1-1 15 15,-2 1-23-15,4 4-10 0,-2-2 51 0,4 7 40 16,0 0 33-16,0 0 31 0,-9 3 0 0,9-3-47 0,0 12-3 16,2-1-37-16,0 0 22 0,2 3-33 0,2 3 21 15,-2 1 1-15,1 1-11 0,2 0-35 16,-1 1-31-16,2 1-27 0,-2-1-20 0,2-1-14 16,-3 2-14-16,0-2-11 0,3-4-25 0,-3 1-50 0,0 0-75 15,0-3-75-15,0-1-62 0,-1-2-134 0,1 1-135 16,-1-3-68-16,-2-3-170 0,-2-5-514 15,8 6-875-15</inkml:trace>
  <inkml:trace contextRef="#ctx0" brushRef="#br1" timeOffset="14097.88">25902 7555 643 0,'4'-11'865'0,"-1"3"-187"0,-2 0-160 0,-1 8-73 0,2-8-24 15,-2 8-19-15,0 0-23 0,0 0-54 0,0 0 19 16,0 0-44-16,9 5 10 0,-9-5-61 0,1 13-17 15,1-4-74-15,0 2-4 0,2 2-31 0,-1-2-26 16,1 3-14-16,0-1-15 0,1-1 20 0,2-1 7 16,0 1 8-16,0-3-16 0,0-1-3 0,3-1-8 15,-1-3-16-15,2 0-15 0,3-2-34 0,-1-2 19 0,1-2-39 16,2-2 31-16,-1-1-30 0,-1-5 28 16,1 4-31-16,-4-5 4 0,-1 0 26 0,0 0-27 15,-2-1 24-15,-3 0-27 0,-1 0 35 0,-4 4-33 16,-2-5 28-16,-3 5-2 0,-4-3 0 0,-2 1-11 15,-7 3-2-15,-4 1 2 0,-1 0-9 0,1 2-19 16,2 2-40-16,0 2-60 0,0 0-65 0,4 2-69 16,2 0-26-16,2 1-89 0,2 0-143 0,2 2-111 15,8-5-197-15,-7 4-549 0,7-4-971 0</inkml:trace>
  <inkml:trace contextRef="#ctx0" brushRef="#br1" timeOffset="14331.16">26256 7334 1418 0,'0'0'931'0,"8"-9"-247"0,-8 9-136 0,6-6-81 0,-6 6-39 15,0 0-28-15,22 3 8 0,-13 3 51 0,4 0-21 16,2 2-88-16,2 4 3 0,-1 3-101 0,5 2-1 16,-3 2-95-16,-1 0-26 0,-1 1-24 0,-1 2-19 15,-5-3-17-15,2 2-15 0,-6-1-13 0,-1 1-14 16,-2-4 13-16,-3 1-76 0,-3 0 10 0,-2 0-53 15,-4 0 0-15,0-1-71 0,-1 0 2 0,-4-2-50 16,3-1-67-16,0-5-47 0,-1 1-79 0,3-1-128 16,0-5-110-16,0 1-121 0,9-5-691 0,-9 2-1052 15</inkml:trace>
  <inkml:trace contextRef="#ctx0" brushRef="#br1" timeOffset="14598.13">27216 7288 1273 0,'0'0'969'0,"-9"-2"-214"0,9 2-112 0,0 0-68 16,-8-4-50-16,8 4-30 0,0 0-23 0,0 0-56 16,-2-4-63-16,2 4-74 0,11-9-48 0,1 6-46 15,6-3-43-15,6 1-27 0,7-3-35 0,3 2-30 16,11-4-49-16,0 1-28 0,2-2-41 0,0 3-6 15,-4-3-75-15,-7 4 1 0,-4 1-75 0,-6 1-45 0,-4-1-55 16,-5 3-91-16,-4 1-50 0,-13 2-29 16,12 0 25-16,-12 0-22 0,-5 4-8 0,-8 3-14 15,-5 3-411-15,-8 5-493 0</inkml:trace>
  <inkml:trace contextRef="#ctx0" brushRef="#br1" timeOffset="14730.67">27338 7391 696 0,'-13'9'653'0,"2"-1"-37"0,4 0-32 0,-1 0-35 16,8-8-17-16,-4 7-43 0,4-7-29 0,4 5-79 15,-4-5-16-15,15 2-34 0,-2-2-52 0,5-2-41 0,6-2-42 16,3 0-42-16,6-2-30 0,8-5-22 0,0 0-22 16,1 0-31-16,-1 0-66 0,0-1-98 0,-3-1-131 15,-8-2-184-15,-6 1-225 0,-5 3-280 0,-5-3-489 16,-5 1-1031-16</inkml:trace>
  <inkml:trace contextRef="#ctx0" brushRef="#br1" timeOffset="16552.09">20921 10749 443 0,'-2'-8'602'15,"0"-1"-100"-15,-1 1-82 0,2 1-61 0,-2-1-39 0,3 8-8 0,-2-12-21 16,2 12-58-16,-3-8-36 0,3 8-27 0,0 0 8 16,0 0 6-16,0 0 7 0,8 12-30 0,0 2 4 15,2 7-34-15,1 5-3 0,6 9-21 0,-1 1-25 16,3 3-11-16,1 1-12 0,0-1-12 0,1 2-2 16,-2-2-16-16,1 1 1 0,-1-2-7 0,-1-2-9 15,1-1 0-15,-2-3-4 0,1-1 2 0,-5-6-10 16,-1-6-38-16,0-1-63 0,-3-2-106 0,4-3-81 15,-7-1-89-15,1-5-136 0,-2-3-124 0,-5-4-421 16,0 0-672-16</inkml:trace>
  <inkml:trace contextRef="#ctx0" brushRef="#br1" timeOffset="16798.65">20993 10894 693 0,'-21'-32'652'15,"3"2"-151"-15,5 4-92 0,4 5-92 0,3 1-60 0,4 1-33 16,7 1-41-16,4-2-8 0,3 2-12 15,8-1-17-15,3 2 5 0,9 0-5 0,3 2 1 0,-3 6-26 16,2 2-20-16,1 2-13 0,-5 5-18 16,1 2-7-16,-3 2 20 0,-2 1 3 0,-2 2-28 0,-5 5 18 15,0-2-22-15,-6 3 1 0,0 3-7 0,-7 0 4 16,-2-1-19-16,-4 4-11 0,-2-2 3 0,-5 5-6 16,-4 1-7-16,-5-1 3 0,1 0-6 15,0-2 0-15,-4-2-2 0,3-2-2 0,0-2-6 0,0-3-8 16,2-1-26-16,1-4-52 0,-2-1-110 0,5-3-121 15,10-2-108-15,-22-2-138 0,12-2-577 0,2-2-755 16</inkml:trace>
  <inkml:trace contextRef="#ctx0" brushRef="#br1" timeOffset="18064.61">22324 10095 318 0,'-14'-16'733'0,"0"2"-129"0,-4-1-83 0,-2 3-81 0,-1 4-77 0,-5 2-37 15,-1 4-40-15,-2 4-15 0,-8 9-16 0,-3 8-22 16,-7 9-34-16,2 10-23 0,-2 8-31 0,6 6-30 16,0 5-19-16,7 5-14 0,3 9 12 0,4 3-14 15,7 3-13-15,6 1 6 0,4 2-4 0,8-1 18 0,6-3-13 16,6-3 21-16,8-4-43 0,3-1-8 16,4-6 1-16,6-2-7 0,1-5-7 0,2-5 23 15,2-3-35-15,4-8 14 0,-1-6-34 0,-2-8-13 16,4-6-23-16,1-7-9 0,-1-7-48 0,0-5-68 15,9-6-62-15,-4-5-138 0,3-3-82 0,-6-7-116 16,6-8-161-16,-7-4-358 0,-6-5-694 0</inkml:trace>
  <inkml:trace contextRef="#ctx0" brushRef="#br1" timeOffset="18664.05">22294 10578 411 0,'-9'-8'513'0,"2"0"-59"0,0 1-97 16,2-2-19-16,1 1-47 0,-1-2-8 0,3 2-10 16,2-3-24-16,0 2-38 0,1-4-32 0,1 2-10 15,4 1-26-15,1-1-10 0,0 0-16 0,3 1-10 16,0 2-13-16,2 0-11 0,2 1-12 0,-1 3-6 16,3 0-15-16,-2 4 24 0,3 1 1 15,-1 4-10-15,2 0-14 0,1 5-12 0,-3 0-6 0,0 5-11 16,-3-2 0-16,0 3-2 0,-2 0-1 0,-3 3 12 15,0 0-15-15,-1 0 7 0,-4-1-16 0,-2-1 14 16,-1 0-22-16,0-1 6 0,0 0-1 0,-4-4 9 16,1 0 5-16,0-1 9 0,-1-3 10 0,0 2 26 15,1-4 2-15,-1-1-6 0,4-5-4 0,-7 4-7 16,7-4-8-16,-9-4-7 0,9 4-2 0,-2-11-4 16,2-1-14-16,0 1-1 0,1-3-8 0,2-3 8 15,3-4-9-15,-1-2-3 0,0-2 1 0,2-1-1 16,-1-1 1-16,2 3 1 0,-3 4-2 0,0-1 0 15,-1 4 9-15,0 1-8 0,-2 3 0 0,1 2 3 16,-1 0 2-16,3 3-8 0,-5 8 13 0,0-9 10 16,0 9 12-16,0 0-15 0,-5 10 0 0,3 2-1 15,-1 1-2-15,1 4-3 0,0 1-10 0,2 1 12 16,2 2-14-16,0 1 22 0,2 2-25 0,4-2 14 16,-1-1-11-16,2-1 11 0,3-2-14 0,-1-1 14 15,2-1-16-15,5-4 11 0,-1-2-45 0,4-2-41 16,-2-7-119-16,3 1-151 0,3-5-145 0,0-3-196 15,-1-1-592-15,3-5-890 0</inkml:trace>
  <inkml:trace contextRef="#ctx0" brushRef="#br1" timeOffset="18930.95">22943 10443 985 0,'-10'6'705'0,"10"-6"-138"0,-10 0-120 0,10 0-45 16,0 0-27-16,-13 1-18 0,13-1-25 0,0 0-26 15,0 0-52-15,-14 1-21 0,14-1-51 0,0 0-28 16,0 0-30-16,7-4-21 0,0 0-38 0,4-1 4 16,2-2-15-16,4 1-14 0,2-4-11 15,2 2-16-15,1-2-20 0,3 0-22 0,1-3-46 16,-2-1-61-16,0 0-68 0,1 0-79 0,-4 0-78 15,0 2-23-15,-5 0-109 0,-2 0-99 0,-2 1-417 0,-4 2-613 16</inkml:trace>
  <inkml:trace contextRef="#ctx0" brushRef="#br1" timeOffset="19630.68">23562 10341 594 0,'0'0'869'0,"0"0"-188"0,0 0-132 0,-8-4-91 0,8 4-52 0,-6-3-29 0,6 3-32 0,-9-8-47 15,3 1-44-15,2 1-40 0,-1-2-29 0,0 0-22 16,1-3-24-16,-3-3-23 0,4 0-14 0,-1-1-7 15,1-3-3-15,-1-3-23 0,2-2-12 0,-2 0-24 16,1-3 17-16,0 0-32 0,-1-5 20 0,0-1-31 16,-1 0 23-16,0-1-11 0,-2 0 2 0,-3 3 0 15,4-2-4-15,-3 5-2 0,0 0-4 0,1 7-1 16,0 2-3-16,3 3-5 0,0 2-2 0,-2 4-3 16,2 4 4-16,5 5 2 0,0 0 8 0,-16 6 3 15,12 4 9-15,2 1-30 0,0 6 37 0,5 3-33 16,1 4 32-16,5 4-4 0,1 7-3 0,7-1 17 0,-1 0 13 15,5-2-6-15,-1 0-5 0,-1-4-6 0,4-1-9 16,-4-5-1-16,2-2-1 0,1-4-1 0,-3-3 5 16,0-3 4-16,1-3 3 0,-1-3-8 15,0-3-2-15,0-2-6 0,-4-4-4 0,4-3-6 16,-1-3 0-16,-4-1-4 0,-2-5-27 0,0 0 32 16,-4-2-29-16,0-2 34 0,-1 1-29 0,-4-3 31 0,-2 4-33 15,0 1 30-15,1 1-29 0,-4 2 39 0,2 3-35 16,2 1 29-16,-2-1-36 0,1 5 28 15,0-1-20-15,-1 8 34 0,0 0-24 0,0 0 30 16,0 0-29-16,5 9 28 0,-1 1-37 0,-1 1 31 16,1 3-32-16,3 3 29 0,-2 1-7 0,3 1 2 0,0 0-4 15,3 0-5-15,1-3-12 0,-1 0-33 0,3-3-61 16,2 0-84-16,2-2-63 0,2-3-105 16,-3-3-163-16,0-1-88 0,0-3-129 0,-2 0-661 15,-2-2-995-15</inkml:trace>
  <inkml:trace contextRef="#ctx0" brushRef="#br1" timeOffset="19929.87">22717 10974 1223 0,'-18'16'1059'0,"6"-3"-271"0,0-2-161 0,4-1-126 0,3-6-113 0,3 2-71 15,2-6-20-15,4 9-12 0,-4-9-16 0,20 3-38 16,-3-6-42-16,8-1-66 0,8-7 11 0,12-2-41 16,14-3 31-16,6-5-22 0,4-3 33 0,5-1-40 15,4-3 7-15,0 1-42 0,0-4 9 0,2 0-3 16,-3 1-21-16,0-2 5 0,-4 6 17 0,-7-3-36 16,-7 6 11-16,-13 5-58 0,-5 1-2 0,-10 5-92 15,-7 2-42-15,-5 0-88 0,-6 4-50 0,-3 0-55 16,-5 1-46-16,-5 5-56 0,0 0-44 0,-9-5-76 15,9 5-138-15,-19 3-471 0,3 1-787 0</inkml:trace>
  <inkml:trace contextRef="#ctx0" brushRef="#br1" timeOffset="20396.88">23239 11237 1134 0,'2'8'882'0,"-2"-8"-198"0,8 6-155 0,-2-1-97 16,2 0-98-16,3 2-12 0,2 0-48 0,0 1-24 15,0 1-12-15,-2 2-5 0,2-2-26 0,1 4-60 16,0 1-16-16,-2 0-6 0,-2 2 1 0,3 2-16 16,-6 2 15-16,1 1-55 0,-3-2 12 0,0 3-40 15,-5-1 24-15,0-1-41 0,-1-1 33 0,-5 3-34 16,-1-1 31-16,-2-1-29 0,-3-1 25 0,-1-2-32 15,-1-2 24-15,-3-1-33 0,-1-3 28 0,2-3-35 0,-2-2 28 16,1-5-33-16,-1-5 27 0,-2-3-38 16,-3-6 20-16,1-5-26 0,-2-5 4 0,3-5 12 15,5 3 13-15,1 0 19 0,4-1 18 0,2 3-3 0,5 1-7 16,-1 0 18-16,5 3-34 0,1 2 17 0,3 1-29 16,1 2 24-16,6-2-31 0,0 1 33 0,5 4-23 15,1 0 35-15,3 1-15 0,3 1 43 0,1 3-28 16,3 0 47-16,3 1-36 0,4 0 51 0,-1-1-17 15,1 0 14-15,2 1 2 0,-1-1-10 0,7-4-51 16,-1 1-47-16,0-2 0 0,1-2 0 0,-1 1 0 16,-3-1 0-16,0-2 0 0,-6 3 0 0,-4 0 0 15,-5 0 0-15,-1 3 0 0,-3-2 0 0,-6 3 0 16,1-2 0-16,-4 1 0 0,-5 1-91 0,-1 2-230 16,-4 6-93-16,0-9-55 0,0 9-123 0,-11-3-118 15,-1 4-145-15,-2 2-649 0,-5 3-1130 0</inkml:trace>
  <inkml:trace contextRef="#ctx0" brushRef="#br1" timeOffset="21347.45">25029 9565 385 0,'9'-18'932'0,"-4"2"-221"15,-1 2-163-15,1 3-125 0,0 2-86 0,-5 9-66 16,7-6-53-16,-7 6-43 0,6 5 6 0,-6 3 5 16,0 3-22-16,-1 3-1 0,-2 4-18 0,-3 4-23 15,-6 5-7-15,2 1 5 0,-8 5-20 0,0 2-14 16,-3 1-3-16,-5-1-12 0,-6 9-4 0,0-2 29 15,-1 0 21-15,0-2-38 0,3-9 35 0,4-1-40 16,1-4 17-16,6-6-44 0,1-1 22 0,5-5-17 16,-1-1 45-16,5-2-19 0,2-3 32 0,1-4-49 0,6-4 17 15,0 0-49-15,0 0 22 0,16-6-39 16,-1 0 25-16,7-2-41 0,6 0 27 0,3 1-35 16,2 1 33-16,0 0-34 0,3 3 28 0,-5 3-29 15,-1 0 29-15,2 0-32 0,1 3 32 0,1 2-34 16,-2 1 31-16,-4-2-33 0,-3 3 32 0,0-2-39 0,-2 2 22 15,0-1-38-15,-2 1 28 0,-5-2-40 16,2 1 12-16,-4 0-45 0,2-1 0 0,-3-1-44 16,0 1-29-16,-2-1-54 0,1-2-128 0,-1-1-115 15,-11-1-87-15,20-1-160 0,-10-3-547 0,0 0-862 16</inkml:trace>
  <inkml:trace contextRef="#ctx0" brushRef="#br1" timeOffset="21713.57">25907 9081 919 0,'-2'-10'820'0,"-1"-1"-182"15,1 5-157-15,2 6-99 0,-3-8-62 0,3 8-20 16,0 0-3-16,0 0-17 0,-3 8-27 0,3 0 0 16,2 2-23-16,0 2-12 0,0 5-6 0,0 1 11 15,3 5-22-15,-1 1-30 0,4 0-33 0,-2-1-29 16,2 4-23-16,1-2-4 0,1-1 21 0,0 0-6 16,2-3-14-16,0-4-9 0,1 1 3 0,1-5-20 15,4 2-8-15,0-4-12 0,1-4-7 0,4-1-4 16,0-2-7-16,5-4-3 0,-1-3-13 0,6-2-22 15,-2-4-48-15,0-3-54 0,2-5-38 0,-2-2-59 16,-3-1-31-16,-8 1-81 0,-1-3-90 0,-3 1-71 16,-7 1-53-16,-3-1-112 0,-3 4-611 0,-5-2-875 15</inkml:trace>
  <inkml:trace contextRef="#ctx0" brushRef="#br1" timeOffset="21913.64">26087 8991 361 0,'0'0'768'15,"-12"-4"-202"-15,12 4-111 0,0 0-48 0,-8 6-16 16,9 1-10-16,6 1-8 0,0 6-11 0,2 2-39 0,3 2-35 16,1 2-26-16,1 4-44 0,2 1-25 15,-2 1-36-15,4 4-33 0,0 2-14 0,-1-1-24 0,-1-1-18 16,-2-3-10-16,0 0-12 0,-1-1-11 16,-1-2-18-16,0-1-15 0,-3-2-66 0,-1 0-48 15,2-6-90-15,-3-1-107 0,0 1-94 0,-3-6-80 16,1-1-126-16,3-3-611 0,-8-5-828 0</inkml:trace>
  <inkml:trace contextRef="#ctx0" brushRef="#br1" timeOffset="22230.04">26496 9003 848 0,'2'-11'820'0,"0"2"-162"0,-2 9-153 15,0-11-67-15,0 11-62 0,0 0-44 0,0 0-30 0,0 0-47 16,-7 8-23-16,5-2-27 0,1 1-3 0,0 1-44 15,1 2 24-15,2 3-39 0,2 1 28 0,1-2-40 16,3 1 27-16,1 0-46 0,1 0 21 0,4-2-50 16,0 0 16-16,5-3-45 0,-1-1 18 0,3-3-43 15,0-3 13-15,-1-1-36 0,1-1 24 0,2-5-34 16,0 0 30-16,-3 0-32 0,-1-5 26 16,-4 2-4-16,-1-5-4 0,-5 1-3 0,-4-2 0 15,0 0-3-15,-2-2-4 0,-6 0 32 0,-1 1-38 16,-2-3 34-16,-3 0-40 0,-4 3 34 0,-1 0-43 0,-2 2 41 15,0 3-38-15,-3 0 36 0,2 6-36 0,1-1 28 16,-1 4-53-16,3 2-46 0,0 2-68 0,-1 2-45 16,2 0-51-16,0 3-77 0,3 3-117 0,2-2-84 15,1 0-143-15,2 1-672 0,2-1-946 16</inkml:trace>
  <inkml:trace contextRef="#ctx0" brushRef="#br1" timeOffset="22430.24">27248 8853 1948 0,'0'-14'983'0,"-3"5"-217"16,6-2-147-16,-1 2-151 0,2 0-93 0,4 1-68 0,0-3-70 15,2 4-49-15,0-2-39 0,3 2-8 16,0-3-93-16,6 2-27 0,0-1-140 0,1 1-114 15,3 0-183-15,-1-1-141 0,-1 3-176 0,0-2-596 16,-3 1-933-16</inkml:trace>
  <inkml:trace contextRef="#ctx0" brushRef="#br1" timeOffset="22963.32">27723 8741 21 0,'4'8'835'0,"-3"0"-173"0,-1-8-117 0,4 11-68 15,-4-11-38-15,3 10-22 0,-3-10 2 0,2 7-33 16,-2-7-16-16,1 8-16 0,-1-8-9 0,0 0-2 16,0 0-91-16,0 0-4 0,0 0-73 0,0 0 0 15,8-11-63-15,-6 3 14 0,-1-4-61 0,0-1 22 16,0-5-53-16,-1-1-11 0,2-1-11 0,-4-5-3 16,1-2-2-16,-1-4-4 0,-2-3 4 0,-3 1-2 15,0-8 3-15,-2 3-11 0,-2-1 33 0,0 1-31 16,-2 1 55-16,4 7-40 0,-2 4 45 15,3 5-26-15,0 0 32 0,3 5-48 0,-1 3 27 0,2 1-45 16,0 3 32-16,4 9-34 0,0 0 51 0,0 0-24 16,0 12 11-16,4 4-2 0,6 6-13 0,-1 6 42 15,7 6 8-15,1 4 12 0,3-1-19 0,-1 1-15 16,1-1-10-16,2-1-5 0,-1-3-4 0,0-1-4 16,2-3-7-16,-2-4 7 0,-2-5-8 0,0-2 7 15,-4-4 8-15,4-3-12 0,-4-4-1 0,1-2-19 16,-2-3 2-16,0-2-6 0,0-4-2 0,2-1 1 15,-5-3 2-15,1-2 1 0,-2-4-5 0,-1-2 4 16,-3 2-7-16,-1-3-33 0,0 1 46 0,-3-1-34 16,-1-1 46-16,-1 4-37 0,-1 0 52 0,-1 2-42 15,2 0 46-15,-2 5-52 0,-1 0 40 0,3 7-45 16,-5-8 42-16,5 8-40 0,-5 6 44 0,3-1-40 16,-1 3 40-16,0 5-9 0,3-2 3 0,2 3-6 15,0 1 1-15,3 2-3 0,1-2-4 0,4 3-18 16,1-4-45-16,3 2-52 0,2-3-33 0,3-3-110 15,0 1-17-15,1-4-89 0,2 0-93 0,-5-4-134 16,1 0-71-16,-4-3-100 0,0 0-648 0,-3-2-1008 16</inkml:trace>
  <inkml:trace contextRef="#ctx0" brushRef="#br1" timeOffset="23296.43">26361 9978 1792 0,'-24'-2'1040'0,"1"4"-235"0,7 0-149 0,1 0-191 0,5 0-68 0,10-2-115 15,-12 4-26-15,12-4-56 0,0 0 35 16,0 0-38-16,0 0 20 0,12-8-33 0,9 0-18 0,9-4-24 15,15-3-23-15,19-8-5 0,8 0 47 0,9-8-38 16,20-6 69-16,2-3-44 0,5-2 3 0,3-4-2 16,4-3-149-16,2-1 0 0,-1 0 0 0,2-1 0 15,-3 2 0-15,-2 2 0 0,-3 3 0 0,-3 3 0 16,-9 4 0-16,-21 6 0 0,-3 5 0 0,-11 2 0 16,-9 4 0-16,-14 4 0 0,-5 1 0 0,-11 0 0 15,-10 5-35-15,-9 0-332 0,-5 3-54 0,-5-3-28 16,-9 6-69-16,-7 1-115 0,-8 1-45 0,-6 1-106 15,-6 2-584-15,-10 1-969 0</inkml:trace>
  <inkml:trace contextRef="#ctx0" brushRef="#br1" timeOffset="23880.26">27254 10191 934 0,'11'-4'866'0,"-11"4"-198"0,15-2-159 0,-15 2-102 0,15 8-66 15,-3 0 9-15,-2 3-34 0,0 3-45 0,3 4-9 16,-2 1-46-16,-3 0-31 0,2 3-22 16,-1 0-23-16,-2 1 21 0,-2 0-41 0,0-1 13 0,-3 1-49 15,0-4 14-15,-1 0-45 0,-1-2 23 0,-3-1-32 16,1 0 8-16,-5-1 1 0,1-2-8 0,-2-2-8 15,-1-1-2-15,-3-4-10 0,1-2-3 0,-3-4-3 16,2-2-5-16,-4-3 21 0,-2-6-35 0,-2-5 28 16,1-3-34-16,-3-6 34 0,0-3 8 0,4-1 14 15,2-3 32-15,4 6 22 0,2-1-18 0,6 2 26 16,2 3-39-16,3 2 24 0,4-2-50 0,5 3 20 16,7 0-37-16,5 2 19 0,4 0-41 0,8 3 31 15,4 1-37-15,4 2 34 0,4 0-33 0,5 3 41 16,-1 0-30-16,4-2 68 0,1 3-13 0,0-1 22 15,0-2 3-15,0 2-2 0,9-4-92 0,-10 1 0 16,9-3 0-16,-3 1 0 0,-8-2 0 0,-3 2 0 16,0-2 0-16,-6-1 0 0,-3 2 0 0,-6-3 0 15,-6 1-22-15,-7-1-292 0,-5 2-59 16,-5 0-90-16,-6 1-146 0,-4 1-129 0,-5-2-120 16,-3 4-669-16,-4-1-1159 0</inkml:trace>
  <inkml:trace contextRef="#ctx0" brushRef="#br1" timeOffset="24263.5">28495 8135 935 0,'0'-29'767'0,"0"2"-92"0,0 2-110 16,0 5-99-16,0 1-97 0,0 4-71 0,3 6-5 16,4 3-25-16,-7 6 49 0,22 4-41 0,1 12 84 15,8 9 20-15,10 15-58 0,6 10 121 0,10 23-15 16,5 9 21-16,0 12-17 0,1 8-284 15,0 2-148-15,-1 8 0 0,1 4 0 0,-6 2 0 0,-7-1 0 16,-5-1 0-16,-9-5 0 0,-7-5 0 0,-15-21 0 16,-5 1 0-16,-9-4 0 0,-6-5 0 0,-11 0 0 15,-6-5 0-15,-9-4 0 0,-5-5 0 0,-4-6 0 16,-5-3 0-16,-4-6 0 0,-2-3-179 0,-2-8-174 16,-1-3-61-16,4-9-108 0,5-6-178 0,0-6-141 15,4-7-799-15,6-4-1301 0</inkml:trace>
  <inkml:trace contextRef="#ctx0" brushRef="#br1" timeOffset="24413.45">28959 9967 766 0,'8'-5'724'0,"-5"0"-342"16,-3 5-338-16,6-10-392 0,-6 10-144 0,2-9 17 15</inkml:trace>
  <inkml:trace contextRef="#ctx0" brushRef="#br1" timeOffset="26313.65">21565 13939 1160 0,'-13'0'839'0,"0"-2"-159"0,3 1-148 0,-1 0-101 15,11 1-77-15,-17-1-70 0,17 1-61 0,-15-2-40 16,15 2-19-16,-12-2-5 0,12 2-25 0,0 0-21 16,0 0-21-16,0 0-17 0,11-9-18 0,2 4-7 15,10-3-15-15,6-3-4 0,9-2-12 0,3 0-14 16,2 0-20-16,-2-2-56 0,-3 1-55 0,2 1-104 15,-10 5-89-15,-8 2-54 0,-3 1-60 0,-6 2-58 16,-13 3-45-16,15 0-411 0,-15 0-531 0</inkml:trace>
  <inkml:trace contextRef="#ctx0" brushRef="#br1" timeOffset="26463.78">21531 14096 279 0,'-18'12'564'0,"2"0"-155"0,3-3-60 0,0 1-85 15,6-5 12-15,0 0-37 0,7-5 0 0,3 9-24 16,-3-9 6-16,19 3-14 0,0-6-37 0,8 1-35 15,6-5-25-15,12-3-22 0,3-2-15 0,14-6-18 16,0-1-11-16,6-5-12 0,5 2-35 0,0-3-90 0,1-3-184 16,-1 2-308-16,-5-3-358 0,-6-1-524 15</inkml:trace>
  <inkml:trace contextRef="#ctx0" brushRef="#br1" timeOffset="26867.44">22404 13416 1089 0,'-5'-6'791'0,"1"1"-174"16,4 5-126-16,0 0-56 0,-5 7-62 0,5 1-24 0,3 3-61 16,1 5-45-16,1 3-42 0,2 5-14 0,2 4-19 15,0 2-14-15,5 8-40 0,-1 1-10 16,2 1-23-16,-1-1-13 0,3 3-16 0,-2-3-13 16,3-1-9-16,-2 1-3 0,0-4-11 0,0 1-7 0,-4-10-7 15,0 0-22-15,-2-5-64 0,-1-2-34 0,-3-5-2 16,-2-4-44-16,-4-1-65 0,0-9-47 0,-4 6-27 15,4-6 31-15,-17-6 10 0,5-5 71 0,-7-5 11 16,0-6 70-16,-7-8 10 0,-1-3 58 0,-3-11 28 16,-1-3 41-16,2-3 7 0,-1-3 43 0,3-2 24 15,4-2 19-15,4 0-7 0,5 1 14 0,4 10 26 16,5 4-16-16,2 7-21 0,8 3-23 0,0 4-17 16,8 3-14-16,2 4-4 0,7 6-7 0,4 1 8 15,-1 9 7-15,5 2 6 0,6 7 3 0,3 6-25 16,-2 5 13-16,0 3-18 0,-5 4 4 0,-1 0 1 15,-4 4-11-15,-4 0-2 0,-8-3-1 0,0 0-3 16,-6-1-5-16,-2 0-6 0,-5 0-3 0,-3-2 1 0,-1 3-4 16,-6-2-4-16,-4 1-4 0,-4 0-19 15,0-5-38-15,-3-3-59 0,0-1-81 0,2-4-91 16,-2-4-71-16,5-3-63 0,0-3-117 0,4-4-127 16,1-1-282-16,1-4-515 0</inkml:trace>
  <inkml:trace contextRef="#ctx0" brushRef="#br1" timeOffset="27113.4">23006 12943 501 0,'22'-8'917'0,"-5"0"-178"0,-2 3-135 0,-15 5-91 0,17 0-71 0,-17 0-51 0,5 14-40 16,-7 0-48-16,-1 5-1 0,-8 8-15 0,-2 10-17 16,-4 4-20-16,-6 12-21 0,1 3-35 0,1 1-11 15,0 1 4-15,5 2-4 0,4 0-47 0,5-7 3 16,5 1 24-16,3-2-45 0,5-1 14 0,6-1-53 15,6 3 16-15,6-6-17 0,-1-10-17 0,5-5-24 16,4-2-14-16,4-8-14 0,2-5-12 0,6-6-39 16,4-3-37-16,2-7-61 0,-1-5-94 0,0-6-100 15,-1-4-66-15,-4-5-188 0,-5-6-131 0,-5 0-222 16,-4-7-470-16,-7-1-1013 0</inkml:trace>
  <inkml:trace contextRef="#ctx0" brushRef="#br1" timeOffset="27946.23">23701 12941 645 0,'-24'9'652'0,"1"-1"-164"0,0 0-95 0,1 2-89 0,-1-3-60 0,2 1-42 16,5-2 2-16,1 0 15 0,2-1 18 0,2 1-6 15,11-6-13-15,-8 1-29 0,8-1-26 0,0 0-32 16,18-4-22-16,-3 1-9 0,8-7-31 0,5 2 0 16,8-6-21-16,5-1 11 0,6-3-5 0,6-3-10 15,-1-4 1-15,3 3-6 0,-1-3 27 0,-9 6-25 16,-3-1 20-16,-3 3-40 0,-4 1 20 0,-7 4-30 15,-6 4 16-15,-3-1-23 0,-1 1 19 0,-5 4-12 16,-2 3 19-16,-11 1-4 0,11 4-1 0,-7 5-5 16,-6 1-5-16,-1 5 2 0,-6 4-6 0,-3 7-4 15,-5 5 5-15,-4 2 1 0,1 0-7 16,-2 2-4-16,-1-4 3 0,2 1 3 0,-4 0-6 0,2-6-1 16,0 4 3-16,2-5 2 0,1-5-3 0,2-1 3 15,4-4 0-15,0-2-1 0,3-2 6 0,-1 0 23 16,3-5 9-16,4 1-5 0,5-7-6 0,0 0-9 15,0 0-3-15,0 0-3 0,11-13-9 0,4 6 5 16,4-3-7-16,3 0-2 0,5-1 0 0,2-1-4 0,0 5 5 16,2-1-4-16,-4 4 1 0,1 1 8 15,0 3-9-15,-1 1 4 0,0 1 3 0,-2 4-1 0,2 3-3 16,1 3-1-16,-5 0 4 0,-1 5-3 16,-2-1-4-16,-2 4 2 0,-6-2-1 0,-3 1 2 0,-2 1-1 15,-5-1 1-15,-4 2 7 0,-5 0-9 0,-5 5 7 16,-4-4 1-16,-6 4 4 0,-5-1 2 0,-4-4 0 15,-2-1 19-15,0-2 16 0,2-6 10 0,2-2 13 16,-2-2 1-16,7-3 2 0,0-2-2 0,3-3-12 16,3-1-9-16,2-3-1 0,4-1-11 0,3-2-8 15,5-2-11-15,1 0-4 0,6-1-7 0,5 1-4 16,4 0-1-16,4 0-4 0,5 2 30 0,4 1-42 16,3 3 37-16,4 2-39 0,7 2 13 15,1 2-4-15,7 4 5 0,0 1-1 0,0 0 4 0,0 3 1 16,-2 2-5-16,0-2-8 0,-4 0-36 0,-3 0-52 15,-7-2-80-15,-6-2-49 0,-2-1-106 0,-1 0-123 16,-7-2-125-16,1-1-200 0,-5-3-554 0,-11 0-934 16</inkml:trace>
  <inkml:trace contextRef="#ctx0" brushRef="#br1" timeOffset="28329.33">25407 12544 657 0,'12'-11'984'0,"-2"3"-223"0,-1 1-176 0,-2 0-109 0,-1 5-81 0,-6 2-53 0,0 0-46 0,9 2-44 16,-10 3-27-16,-3 7-30 0,-4 0-22 16,-3 6-27-16,-6 2-17 0,2 5 14 0,-7 2-10 0,-2 1-23 15,-1 0-15-15,-3 1-7 0,1 2 31 16,-3-3-25-16,0 1 58 0,2 0-47 0,-1-2 18 15,3-3-47-15,5-4 12 0,3-2-39 0,1-4 17 0,6-3 7 16,0 0-18-16,1-2 31 0,4 0-29 0,2-2 21 16,4 0-38-16,2 0 17 0,6-1-37 15,9 3 23-15,4-2-30 0,5 2 44 0,10-3-30 16,3 2 44-16,4 1-39 0,2-3 46 0,2 0-46 0,1 0 33 16,0-2-54-16,3-1 39 0,-2 0-47 0,-1-1 38 15,-4-2-44-15,-3 0 34 0,-2 0-45 0,-2 0 36 16,-8-2-52-16,-1 1 25 0,-5-1-64 15,-2-1-54-15,-5 3-118 0,-2-4-88 0,-3 1-37 0,-4-1-50 16,-7 4-81-16,4-8-86 0,-4 8-127 0,-9-7-785 16,0 2-1122-16</inkml:trace>
  <inkml:trace contextRef="#ctx0" brushRef="#br1" timeOffset="29283.39">26877 12196 652 0,'-7'-19'487'0,"0"1"-51"0,-2 4-54 0,4 0 2 0,-1-1-20 16,-2 5-37-16,4 0-44 0,-1 1-48 0,1 1-43 15,0 1-36-15,4 7 19 0,-6-6 14 0,6 6 4 16,-9 8-31-16,5 0 7 0,0 3-17 0,1 4-14 15,0 2-13-15,-1-1-9 0,4 2-4 0,-1 1-7 16,1 2-5-16,1-1 13 0,2 0-3 0,-1 1 3 16,2 2 0-16,1-4-12 0,2 0 15 0,1-1 10 0,2-3-16 15,1-3 10-15,4 0-15 0,3-3-4 16,5-5-38-16,3-4-2 0,3-2-31 0,7-4-58 16,6-4-35-16,4-1-107 0,-5-2-48 0,1-3-52 15,-5 2-118-15,-5-2-103 0,-8 0-51 0,-4-1-83 16,-6 4-83-16,-5 0-390 0,-5-2-716 0</inkml:trace>
  <inkml:trace contextRef="#ctx0" brushRef="#br1" timeOffset="29480.15">27075 12139 150 0,'-14'-2'628'0,"2"-1"-140"0,1 2-109 16,11 1-55-16,-15-5-54 0,15 5-18 0,-12-1-9 0,12 1 25 16,0 0 8-16,0 0 0 0,0 0-21 0,4 12-15 15,3-5-27-15,0 5-27 0,1 2-60 16,1 3 26-16,1 1-21 0,-1 2-28 0,0 1-20 15,1 3 7-15,2 3-12 0,-2-2-11 0,0 1-16 16,3 1-11-16,-1-3-6 0,0 0-5 0,1-2-10 16,-1-3-42-16,0-4-37 0,1 0-61 0,2-3-108 0,-2-4-119 15,1-2-115-15,0-2-148 0,0-4-516 16,-1-1-741-16</inkml:trace>
  <inkml:trace contextRef="#ctx0" brushRef="#br1" timeOffset="29763.5">27419 12087 692 0,'0'-10'884'0,"0"1"-172"0,0 3-171 16,0 6-96-16,0 0-66 0,-2-7-48 0,2 7-45 15,-4 5-43-15,4-5-31 0,-3 12-27 0,3-3-23 16,-1 1-38-16,1 2-15 0,1 1-25 0,2 0-11 16,-1 1 5-16,2 1 6 0,1-2-23 0,0-1 20 15,2-1-3-15,-1 1-7 0,1-4-4 0,1-1-6 16,0-3-14-16,1-2-27 0,-9-2 20 0,19-5-28 15,-6-1 29-15,0-2-32 0,-3-3 22 0,0 0-12 16,0-3-2-16,-3 0-2 0,-3-3-8 0,-2 2-3 16,-1-1-2-16,-2 2 0 0,-3-1-1 0,-1 2 0 15,-5 1 0-15,0 2-3 0,-2 1-7 0,-4 3-29 0,0 1-30 16,-3 1-28-16,3 4-48 0,0 2-57 16,-2 2-81-16,4 1-107 0,3 1-84 0,-2-1-164 15,5 3-618-15,2-1-862 0</inkml:trace>
  <inkml:trace contextRef="#ctx0" brushRef="#br1" timeOffset="29996.45">28035 12018 1120 0,'9'-3'876'0,"-9"3"-192"0,0 0-128 0,0 0-83 0,1-7-53 15,-1 7-54-15,0 0-37 0,0 0-17 0,0 0-30 16,5-7-38-16,-5 7-43 0,13-6-38 0,0 2-33 16,2 0-24-16,3-1-32 0,5-1-33 0,2-1-51 0,4 0-56 15,0-4-64-15,1 3-77 0,-2-2-101 16,-1-1-139-16,-2 1-118 0,-7-1-196 0,1-1-464 16,-3-1-832-16</inkml:trace>
  <inkml:trace contextRef="#ctx0" brushRef="#br1" timeOffset="30463.41">28544 11507 1056 0,'-2'-8'809'16,"1"2"-160"-16,-1-2-128 0,0 1-67 0,-3 1-61 15,5 0-34-15,-2-1-60 0,2-1-43 0,2 0-41 16,3 1-30-16,0-4-30 0,3 1-28 0,7-2-29 15,2 1-20-15,2 1-15 0,3-1-12 0,4 2-8 16,-2 1-3-16,1 1-7 0,-2 4-12 0,-2 2-3 16,-1-1-7-16,-1 4-1 0,-2-1 6 0,-2 2-9 0,-2 3 6 15,-4 1 1-15,-4 1-13 0,0 3 19 0,-5 0-17 16,-2 5 11-16,-6 1-3 0,-3 3-6 16,-5 2-1-16,-3 0-2 0,-4 3 4 0,0-4-6 15,4-3 43-15,-2-2-49 0,7-3 44 0,-1-1-47 16,2-3 47-16,3-1-48 0,1-1 45 0,4-2-54 15,5-5 45-15,0 0-52 0,0 0 4 0,0 0 6 0,0 0 3 16,18-5 1-16,-7 4 6 0,2-2 4 16,1 2-7-16,0 1 1 0,4 0 5 0,0 1 2 15,3 1-3-15,0-1 0 0,2 2 0 0,0 1 1 16,0 0 1-16,0 3-1 0,-6-1 45 0,-1-1-54 16,-1 2 47-16,-1 1-54 0,-4 1 50 0,-2-1-48 15,-3 3 48-15,-3-1-50 0,-3 1 51 0,-3 1-54 16,-2 1 54-16,-3 0-53 0,-3 0 47 0,-2 2-49 15,-2-2 50-15,0 0-51 0,0-1 41 0,0-3-71 16,0-1-21-16,2-1-37 0,0-3-66 0,1 0-113 16,1-3-152-16,2-2-110 0,2-4-189 0,2-1-429 0,2-5-783 15</inkml:trace>
  <inkml:trace contextRef="#ctx0" brushRef="#br1" timeOffset="30768.38">29153 11392 359 0,'14'-8'950'0,"0"0"-190"0,-5 3-145 0,0 0-123 0,0 3-33 0,-9 2-55 0,14 1-33 16,-14-1-48-16,9 6-19 0,-6 2-31 0,-2 0-52 15,2 3-2-15,-1 2-49 0,1 2-20 16,-1 1-39-16,1 1 31 0,-1 0-46 0,2 1 27 16,0-2-38-16,1 0 39 0,-1 0-36 0,4-4 46 0,-1 2-43 15,1-4 46-15,1-1-47 0,1-4-2 0,0-3-8 16,3 0-9-16,1-5-13 0,-1-1-11 0,2-4 30 15,2-2 20-15,-2-2-37 0,0-1 54 16,-3-2-57-16,0-2 48 0,-2 0-59 0,-4-2-46 0,-1 3 0 16,-5 1 0-16,-1-1 0 0,-4 0 0 0,-6 1 0 15,-4 2 0-15,-4 2 0 0,-7 1 0 0,-5 3 0 16,-4 1 0-16,-2 4-185 0,-2 5-92 0,-2 0-65 16,-4 6-11-16,0 1-40 0,2 3-70 15,1 4-103-15,1 3-80 0,2 1-137 0,5 4-543 0,-1 4-930 16</inkml:trace>
  <inkml:trace contextRef="#ctx0" brushRef="#br1" timeOffset="31096.03">27259 13139 1089 0,'-33'6'894'0,"1"0"-206"0,5 1-156 16,2-4-109-16,4 1-83 0,2-1-66 0,8 1-37 16,11-4-23-16,-12 2-17 0,12-2-11 0,14-8-4 15,4 0 13-15,20-9 0 0,16-4-47 0,13-6 23 0,12 0-22 16,23-11 27-16,9-1-16 0,8-6-7 16,8-2-29-16,7-3 19 0,6-6-53 0,2-5-21 15,3-3-11-15,4 0-4 0,33-16-10 0,-37 17-8 16,-1 4-14-16,-5 2 19 0,-8 3-8 0,-5 8-9 0,-10 2 29 15,-12 9-52-15,-24 7 21 0,-12 7-80 16,-10 2-66-16,-14 5-146 0,-12 6 19 0,-10 3-51 16,-8 4-52-16,-14 1-123 0,5 4-100 0,-12 5-250 15,-12 1-497-15,-13 7-928 0</inkml:trace>
  <inkml:trace contextRef="#ctx0" brushRef="#br1" timeOffset="31546.28">28354 13377 870 0,'3'-8'863'0,"-2"1"-147"0,-1 2-153 0,0 5-100 0,2-10-77 0,-2 10-73 15,0 0-21-15,0 0-61 0,-7 3 14 0,5 4-73 16,-3 2 16-16,2 2-56 0,-1 3 36 0,0 3-53 0,3 0 33 16,0 2-62-16,1 1 55 0,1 2-26 15,4 1-1-15,2-2 11 0,1 1 6 0,3-2-15 16,5 1-16-16,0-2-17 0,3-3-16 0,1-1-10 16,5-3-15-16,1-1-8 0,1-5-1 0,0-4-36 15,1 1-37-15,0-3-78 0,-1-3-101 0,0 0-73 0,-3-3-136 16,-1-2-164-16,-1-3-105 0,-5-1-800 15,-2-3-1125-15</inkml:trace>
  <inkml:trace contextRef="#ctx0" brushRef="#br1" timeOffset="31717.66">28578 13383 119 0,'-13'0'895'0,"13"0"-227"16,-19 3-111-16,13 2-91 0,-2 5-49 0,3 3-34 0,0 3-22 15,2 3-24-15,3 6-3 0,2 1-65 0,4 6-8 16,-1 0-41-16,5 6-16 0,2 1 25 0,2 0-80 15,-1 0 5-15,0 0-65 0,2-1 20 0,-1-1-63 16,1-1 29-16,-2-3-53 0,0-5 5 0,-2-4-117 16,-2-4-58-16,0-1-111 0,0-4-134 0,-4-1-126 15,-1-5-170-15,1-1-675 0,-5-8-964 0</inkml:trace>
  <inkml:trace contextRef="#ctx0" brushRef="#br1" timeOffset="32146.09">29502 10701 822 0,'5'-12'757'16,"-3"1"-167"-16,2 4-135 0,-4 7-85 0,0 0-43 15,12 5-13-15,-3 14-33 0,4 10 13 0,4 9-13 16,9 15 16-16,4 7-20 0,7 4 25 0,14 18-86 15,5 3 34-15,9 6 5 0,4 4 23 0,4 0-78 16,3 2 5-16,-5 2-69 0,-4-3 40 0,-7 1-61 0,-8 2-12 16,-10 1-23-16,-10-3 25 0,-13-11-61 15,-10-1 28-15,-9-1-56 0,-11 0 3 0,-12-4-95 0,-17 16-35 16,-11-6-43-16,-8-3-22 0,-6-6-71 16,-5-4 4-16,-7-3-57 0,-3-4-60 0,-3-6-90 15,-3-1-85-15,-2-6-117 0,1-7-725 0,-1-3-978 16</inkml:trace>
  <inkml:trace contextRef="#ctx0" brushRef="#br1" timeOffset="32746.78">22340 16171 739 0,'-5'-3'853'0,"5"3"-174"0,-9-6-163 0,9 6-78 0,0 0-37 0,-4 6-42 16,7 5-47-16,1 3-61 0,2 8-3 0,4 5-64 15,3 10-13-15,4 1-56 0,-2 3 1 0,7 10-51 16,0-1 17-16,1 2-44 0,1-1 0 0,0 2-7 16,2-1-12-16,-2-1 23 0,2 0-39 0,-3-3 7 15,-3-9-60-15,-2-2-53 0,-2-3-90 0,-3-7-113 16,-1-2-97-16,-3-8-39 0,-3-5-109 0,-2-2-117 16,-4-10-271-16,0 0-515 0</inkml:trace>
  <inkml:trace contextRef="#ctx0" brushRef="#br1" timeOffset="32963.43">22294 16318 489 0,'-5'-23'576'0,"3"-1"-119"0,3 7-86 15,4-1-38-15,1 4-27 0,7-2-26 16,4 8-18-16,2-3-4 0,1 5-2 0,6 2-20 0,0 0-15 16,0 4-28-16,2 0-18 0,-1 2-35 0,1 0-31 15,-4 2-14-15,-2 2-20 0,0 3-14 0,-4-1-22 16,-5 0 2-16,-3 2-17 0,-2 2 2 15,-4 1-11-15,-1-1 5 0,-6 3-13 0,-2 1 7 16,-5 2-14-16,0 0 8 0,-2-1-17 0,0-2-29 0,-2 1-86 16,1-3-95-16,3-2-96 0,-1-1-89 0,1-5-117 15,5 0-558-15,5-5-698 0</inkml:trace>
  <inkml:trace contextRef="#ctx0" brushRef="#br1" timeOffset="33630.03">23071 15781 526 0,'-4'-8'864'0,"2"1"-164"0,2 7-98 0,0 0-92 15,-12 9-63-15,4 6-67 0,0 5-35 0,-3 10-75 16,0 11-27-16,1 5 21 0,-2 12-8 0,2 5-16 15,1 1 10-15,5 3-19 0,3-12 3 0,2 3-23 0,4 6 30 16,6-2-7-16,5-4-50 0,5-1 27 16,3-7-78-16,7-3 9 0,3-5-79 0,3-6 0 15,-4-8-52-15,3-6-62 0,3-5-69 0,-1-5-69 16,0-5-79-16,-3-3-68 0,-5-5-64 0,4-3-126 0,-9-3-111 16,-3-2-129-16,-3-3-683 0,-5-3-1063 0</inkml:trace>
  <inkml:trace contextRef="#ctx0" brushRef="#br1" timeOffset="33947.43">21195 17052 583 0,'-17'-2'728'0,"2"-2"-145"16,4 1-105-16,-2 0-72 0,1 0-24 0,3 3-18 0,1-3-27 16,1 0-42-16,7 3-31 0,-6-7-67 15,6 7-25-15,8-12-49 0,3 2 18 0,6-2-47 16,7-4-21-16,9-4-16 0,4-1-9 0,3 2-12 15,-3 0-17-15,0 1-49 0,-4 1-115 0,-3 5-204 0,-5-1-152 16,-7 4-203-16,0-1-441 0,-8 4-760 0</inkml:trace>
  <inkml:trace contextRef="#ctx0" brushRef="#br1" timeOffset="34113.85">21006 17323 472 0,'0'0'864'0,"0"0"-246"0,0 0-105 0,0 0-146 16,17-6-47-16,-1-3-86 0,9-6-44 0,9-4-33 16,3-5-30-16,16-7-23 0,1-1-21 0,5 0-13 15,1 1-16-15,0 0-13 0,2 2-51 16,-6 2-241-16,0 2-221 0,-3 5-616 0,-11 0-704 0</inkml:trace>
  <inkml:trace contextRef="#ctx0" brushRef="#br1" timeOffset="35195.37">23650 16052 318 0,'-16'-5'697'16,"2"-2"-128"-16,-2 1-87 0,2 2-54 0,1-3-32 0,-1 2-19 15,5 1-15-15,-1-1-41 0,1 1-43 0,2 0-50 16,0 1-52-16,7 3-37 0,-1-13-29 0,7 7-22 0,3-5-14 16,8-1-17-16,5-2-2 0,6 1-19 0,6-5-8 15,3 0 8-15,3 1-21 0,2-3 14 0,1 0-22 16,2 0 11-16,-1 2-17 0,-5 0 17 0,-3 2-17 15,-8 4 12-15,0 0-17 0,-10 3 15 0,1 1-18 16,-3 3 10-16,-5 1-11 0,-11 4 14 0,13 0-13 16,-13 0 13-16,0 10-6 0,-6 3 3 0,-5 2-12 15,-6 5 17-15,-3 1-15 0,-3 5 1 16,-2 0 1-16,1-1-1 0,2 0 6 0,1-3-10 0,2-2 9 16,1 1 0-16,-1-2-1 0,6-3 1 0,1-4-2 15,1 1 5-15,4-4-3 0,-1 0 0 0,2-2 0 16,4-1 3-16,2-6 0 0,4 7 0 0,-4-7 2 15,19-1 1-15,-2-2-2 0,6-2-2 0,1-3 1 16,7 0-2-16,1-2 0 0,1 1 1 0,0 1 4 16,1 2-7-16,-1-2 1 0,1 3 2 0,-6 1-1 15,3 3-1-15,-3 4-4 0,0 1 4 0,2 4 2 0,-5 1-1 16,1 5 1-16,-6 1 0 0,-3 1 2 0,-4 4-2 16,-3 1 15-16,-4 0-17 0,-6 3 7 15,-1 0-6-15,-7 4 11 0,-4 0-12 0,-4 1 14 16,-6 0-12-16,-1-3 15 0,-2-1-11 0,-3-3 33 15,-2-3-26-15,3-5 25 0,-1-2-21 0,0-4 32 0,5-3-24 16,2-3 28-16,3-3-36 0,-1-3 26 16,3-4-38-16,2-5 26 0,5-1-31 0,5-3 3 15,4-1-3-15,2 1 0 0,5-1-2 0,6 1 5 16,1 0-2-16,8 4 2 0,0 4-2 0,3 2 7 16,3 4 6-16,0 3-9 0,6 5 0 0,-2 2 3 15,0 5 27-15,3 4-32 0,0 1 22 0,-2 4-36 0,-4 0 24 16,1 0-37-16,-6 1 12 0,0-3-44 15,-1-1-38-15,-5-3-103 0,0-2-151 0,-4-1-120 16,0-3-139-16,-2-5-658 0,-1-1-874 0</inkml:trace>
  <inkml:trace contextRef="#ctx0" brushRef="#br1" timeOffset="35482.29">25186 15423 907 0,'28'-11'866'0,"-6"6"-184"0,-4 2-132 0,-1 3-83 0,-6 6-53 0,0 2-62 16,-6 3-51-16,-2-1-58 0,-3 5-28 0,-3 3-36 15,-6 1-32-15,-7 8-32 0,-5 4-19 0,-9 3-22 16,-6 6-19-16,-6-1-8 0,-3-2-7 0,1 1-8 16,0-3-1-16,7-8 0 0,5-3-3 0,3-2-46 0,6-5 43 15,5-3-4-15,0-3-2 0,8 0-1 16,2-3 0-16,3-2-4 0,8 3 1 0,6-3-7 15,5 2 6-15,7 0 7 0,9 3 15 0,3-3 3 16,7 4 1-16,4 0-43 0,1 0 41 0,5-1-4 16,-3-2-12-16,2 3-44 0,-2-3 42 0,2 0-18 0,-3-2-46 15,0-3-109-15,-7-1-124 0,-3 0-186 16,-5-3-135-16,-2-3-163 0,1 0-481 0,-6-2-852 16</inkml:trace>
  <inkml:trace contextRef="#ctx0" brushRef="#br1" timeOffset="35996.28">25974 15412 489 0,'18'-7'828'0,"-4"1"-183"0,0 5-67 16,-14 1-89-16,23 1-55 0,-12 4-57 0,-2-2-42 0,-1 2-54 16,-2 1-50-16,-1 0-34 0,-3 2-9 0,-2-1-4 15,-3 2-18-15,-3-1-26 0,-6 1-29 0,-2 1-21 16,-6-1-17-16,-2 0-7 0,-3-2-8 0,-1-2-4 15,-1-1-2-15,-1-3-19 0,0-1 6 0,-2-2-6 16,4-4-6-16,-1 0 2 0,2-3-8 0,2-1-2 16,3-3-50-16,3 0 52 0,2-4-47 0,3-1 47 15,7-2-43-15,0-2 43 0,8 0-43 0,3 0 43 16,6-2-6-16,4 1-3 0,6 2-6 0,6 0-1 16,4 5-1-16,0 4-2 0,4 7 5 0,-2 2-5 15,3 4-38-15,-1 5 52 0,4 7-42 0,-1 3 8 16,-4 8 46-16,-3 0-48 0,-4 5 42 0,-4 0-4 15,-2 3-4-15,-4-1-3 0,-5 2 6 0,-7-2-2 16,0 0 18-16,-9-3-18 0,-2 3 15 0,-8 3-22 16,-5-1 14-16,-4-1-22 0,-5-2 1 0,-4-3 1 15,0-2 0-15,-3-2-1 0,-1-3 3 0,0-2 0 0,7-5 0 16,4-2 2-16,1-4 2 0,5-1 0 16,1-3-4-16,4-1 1 0,4-5-3 0,4 0-2 15,3-4-1-15,4-1 13 0,5-3-23 0,4 0 21 16,6-3-20-16,6 0 21 0,2 1-25 0,2 1 17 0,3 3-13 15,2-1 11-15,0 3-10 0,1 1-2 0,-6 2 2 16,1 2-1-16,-1 2-4 0,-3 0-2 16,1 1-11-16,-2 2-14 0,-1-1-30 0,-1 1-64 0,-2 1-50 15,-4 0-76-15,4 1-123 0,-5-2-103 0,-1 1-56 16,-1 1-126-16,-2-3-467 0,0 0-749 0</inkml:trace>
  <inkml:trace contextRef="#ctx0" brushRef="#br1" timeOffset="36163.24">26687 15355 227 0,'7'-11'862'0,"1"4"-222"0,-3 1-111 0,0 2-92 0,-5 4-53 16,10-2-52-16,-10 2-46 0,8 5-36 0,-8-5-45 16,5 7-40-16,-3-1-37 0,0 0-27 0,-2 1-19 15,2 0-20-15,-1 2-18 0,0-1-78 0,-1 0-175 16,3 2-139-16,-3-4-177 0,3 1-609 0,-3-7-749 15</inkml:trace>
  <inkml:trace contextRef="#ctx0" brushRef="#br1" timeOffset="36547.51">26987 15039 871 0,'5'-10'684'0,"2"2"-136"0,-4 1-82 0,-3 7-65 16,6-9-35-16,-6 9-53 0,0 0-44 15,0 0-37-15,0 0-23 0,0 0-49 0,-11 6-29 16,6-2-24-16,0 2-23 0,-1 2-16 0,-1 0-13 16,2 1-10-16,-2 1-11 0,2 0-7 0,-1-1-4 0,2 1-7 15,2-1-3-15,-1 1-1 0,3-3-6 0,0 0 6 16,3-1-9-16,1-1 2 0,2-1-1 16,4-2 0-16,-1 0-2 0,4-2 1 0,1-2 2 0,2 0-8 15,1-1 3-15,0 0 2 0,1 0-1 16,0 0 0-16,0 0 0 0,-1 1 0 0,2 1 2 0,-2-1-3 15,-1 2-2-15,0 0 3 0,-2 2-3 16,2-1 3-16,-3 1-2 0,-1 2 0 0,2 1 0 0,-5 0 4 16,3 0-4-16,-6 1 0 0,3 2 23 0,-5-1-17 15,1 1 15-15,-4 0-15 0,-1 1 10 0,-2-2-17 16,-2 2 18-16,0 0-17 0,-2-1 8 0,-3 3-11 16,-3-3 11-16,2 0-10 0,-3 0 4 15,1 0-28-15,-1-1-36 0,-1-2-73 0,1 1-86 0,1-3-94 16,-2 1-86-16,3-2-114 0,11-2-105 0,-21 0-309 15,12-3-504-15</inkml:trace>
  <inkml:trace contextRef="#ctx0" brushRef="#br1" timeOffset="36730.07">26985 15027 530 0,'0'-7'466'0,"2"1"-83"15,-1 0-45-15,3 0-6 0,1 0 12 0,2-1-29 16,0 1-13-16,4-3-28 0,1 1-27 0,1 0-39 15,5-3-35-15,0-1-23 0,5-1-13 0,1-1-26 16,3-1-26-16,0 3-16 0,1-3-19 0,-2 1-9 16,2-1-7-16,-3 2-16 0,0 0-35 0,-3-1-92 15,-5 2-153-15,0-1-118 0,-6 3-159 0,-3 0-490 16,-2-1-641-16</inkml:trace>
  <inkml:trace contextRef="#ctx0" brushRef="#br1" timeOffset="36995.43">27135 14262 512 0,'9'-7'639'0,"3"4"-147"0,1 2-8 0,6 2-29 0,6 5-12 16,11 8-15-16,6 4-25 0,13 6-31 15,0 8-66-15,5 4-9 0,0 4-17 0,-1 7 40 0,7 13-28 16,-3 4-13-16,-14-8-56 0,-2 4-43 15,-5 3-37-15,-5 1-32 0,-5 2-54 0,-5 2 28 0,-5 1-54 16,-6 0 21-16,-7 0-8 0,-9 0-11 16,-5-3-12-16,-5-1-5 0,-7-5-4 0,-6 1-2 0,-5-5-7 15,-4-5-6-15,-5-4-41 0,-4-1-93 0,-5-7-89 16,0-1-110-16,-5-3-166 0,0-3-166 0,1-6-219 16,8-7-452-16,-1-4-941 0</inkml:trace>
  <inkml:trace contextRef="#ctx0" brushRef="#br1" timeOffset="37146.87">27616 15541 941 0,'18'-19'1058'0,"-2"1"-254"0,-3 1-110 16,-1 3-154-16,-5 2-79 0,0 0-157 0,-5 3-48 16,-2 2-152-16,-2 1-145 0,-5 2-273 15,-2 1-285-15,-3 3-736 0,-4 3-937 0</inkml:trace>
  <inkml:trace contextRef="#ctx0" brushRef="#br1" timeOffset="43763.77">15311 12221 819 0,'0'0'779'0,"-5"-9"-106"16,5 9-143-16,-5-4-118 0,5 4-73 0,-4-5-53 15,4 5-29-15,0 0-8 0,0 0-19 0,0 0-23 16,-5 6-20-16,5-6 0 0,-2 9-23 0,2-9-17 16,2 13-16-16,-1-5-13 0,-1 0-6 0,2-1-18 15,-1 3-7-15,0-3 10 0,2 3-2 0,-2-4-4 16,3 2-3-16,-3-1 4 0,2-1 0 0,1 0 4 16,-2-2-1-16,3 0 1 0,-5-4 1 0,14 6-14 15,-5-4-13-15,5-4-13 0,2-2-8 0,5-2-9 16,6-4 21-16,10-8 8 0,0-2-23 0,12-7 4 15,1-8-9-15,2-5-8 0,4-5-8 0,2-6-7 0,11-16-4 16,3-1-7-16,0-5-17 0,1-2-5 16,-1 1-19-16,0 3-7 0,-4 5 5 0,-14 16-6 15,-5 5-7-15,-6 4-70 0,-11 13-3 0,-4 1-92 16,-9 6-61-16,-5 5-62 0,-5 6-136 0,-5 0-83 0,-4 10-85 16,-1-6-170-16,1 6-397 0,-13 2-818 0</inkml:trace>
  <inkml:trace contextRef="#ctx0" brushRef="#br1" timeOffset="45430.07">15375 13415 643 0,'0'0'650'15,"-5"-8"-134"-15,5 8-89 0,-4-7-75 0,4 7-36 0,-5-5-24 16,5 5-13-16,0 0-5 0,-10 5-37 0,6-1-35 16,2 1-7-16,-2 4-14 0,0 0-5 0,1 3-21 15,-2-2-21-15,4 0-8 0,-2 0-16 0,3 2-3 16,0-2 3-16,0 1 16 0,3-2-5 0,-1-1 38 15,4 1 2-15,0-2-22 0,3-2 24 0,4-1-3 16,2-2 0-16,5-2-20 0,7-2 0 0,7-3 22 16,8-6-14-16,4-1-16 0,10-7-9 15,-1-3-46-15,5-4 24 0,3-3-47 0,2-5 28 0,1-2-51 16,3-3 32-16,18-11-54 0,1-2-2 0,3 1 2 16,-3-2-6-16,2 1-11 0,-6 1 4 0,-15 11-77 15,-1 2-13-15,-6 4-95 0,-8 6-29 0,-13 6-74 16,-5 3-102-16,-11 5-186 0,-8 3-138 0,-8 5-169 15,-9 6-539-15,0 0-1034 0</inkml:trace>
  <inkml:trace contextRef="#ctx0" brushRef="#br1" timeOffset="47614.06">10272 12395 253 0,'0'0'243'0,"0"0"-60"16,0 0-44-16,0 0-26 0,0 0-19 16,4 5-16-16,-4-5-17 0,0 0-10 0,0 0-14 15,8 3-5-15,-8-3-7 0,0 0-6 0,0 0-27 16,9 3-71-16,-9-3-316 0,0 0 150 0</inkml:trace>
  <inkml:trace contextRef="#ctx0" brushRef="#br1" timeOffset="51195.05">10337 13387 359 0,'0'0'316'0,"0"0"-82"0,0 0-66 0,0 0-60 0,-6-4-54 0,6 4-52 16,0 0-67-16,0 0-121 0,6-5-124 0,-6 5 231 16</inkml:trace>
  <inkml:trace contextRef="#ctx0" brushRef="#br1" timeOffset="51461.83">10413 13359 379 0,'0'0'353'0,"0"0"-84"0,0 0-55 15,0 0-53-15,0 0-41 0,0 0-18 0,0 0-21 16,0 0-19-16,-8 3-32 0,8-3-46 0,0 0-52 16,0 0-74-16,0 0-116 0,0 0-150 0,0 0 130 15</inkml:trace>
  <inkml:trace contextRef="#ctx0" brushRef="#br1" timeOffset="51762.42">10353 13352 53 0,'0'0'689'15,"-7"-6"-141"-15,7 6-167 0,-5-9-51 0,5 9-82 16,-4-4-31-16,4 4-64 0,0 0-6 0,-6-8-45 16,6 8-5-16,0 0-35 0,-4-6 7 0,4 6-30 15,0 0 10-15,0 0-32 0,-5-4 18 0,5 4-26 16,0 0 12-16,0 0-21 0,0 0 13 0,0 0-16 15,0 0 22-15,0 0-22 0,0 0 19 0,5 4-29 16,-5-4 28-16,0 0-23 0,0 0 22 0,0 0-23 0,0 0 23 16,0 0-22-16,4 5 19 0,-4-5-25 0,0 0 20 15,0 0-15-15,0 0 20 0,0 0-26 16,0 0-6-16,0 0-60 0,0 0-30 0,0 0-71 0,0 0-82 16,0 0-123-16,0 0-330 0,0 0-222 0</inkml:trace>
  <inkml:trace contextRef="#ctx0" brushRef="#br1" timeOffset="53729.46">11801 12447 270 0,'0'0'437'0,"0"0"-134"0,0 0-126 0,0 0-115 0,-2-7-90 15,2 7-127-15,0 0-180 0,0 0 205 0</inkml:trace>
  <inkml:trace contextRef="#ctx0" brushRef="#br1" timeOffset="53931.46">11679 12455 285 0,'0'0'509'0,"-11"-2"-132"0,11 2-73 0,0 0-80 0,0 0-27 16,-6-4-60-16,6 4-11 0,0 0-58 0,0 0-30 15,0 0-79-15,0 0-72 0,0 0-62 0,0 0-95 16,0 0-251-16,0 0-23 0</inkml:trace>
  <inkml:trace contextRef="#ctx0" brushRef="#br1" timeOffset="54132.11">11706 12436 412 0,'0'0'471'0,"0"0"-90"15,0 0-79-15,0 0-83 0,0-8-25 16,0 8-64-16,0 0-17 0,0 0-64 0,0 0-67 16,0 0-112-16,0 0-131 0,0 0-321 0,0 0-97 0</inkml:trace>
  <inkml:trace contextRef="#ctx0" brushRef="#br1" timeOffset="54311.89">11779 12478 72 0,'0'0'658'0,"-9"-4"-218"0,9 4-77 0,0 0-121 15,-4-6-73-15,4 6-104 0,0 0-57 0,0 0-92 0,0 0-121 16,0 0-335-16,0 0-47 0</inkml:trace>
  <inkml:trace contextRef="#ctx0" brushRef="#br1" timeOffset="55212.52">11778 13280 406 0,'0'0'380'0,"0"0"-95"0,0 0-54 0,0 0-56 0,0 0-21 0,0 0-26 16,0 0-5-16,0 0-24 0,0 0-2 15,0 0-25-15,0 0-3 0,0 0-26 0,0 0 5 16,0 0-24-16,0 0 3 0,0 0-13 0,0 0 9 16,0 0-54-16,0 0-90 0,7-2-132 0,-7 2-374 15,0 0-138-15</inkml:trace>
  <inkml:trace contextRef="#ctx0" brushRef="#br1" timeOffset="55415.43">11766 13331 675 0,'0'0'589'0,"0"0"-154"0,0 0-68 0,0 0-90 16,0 0-52-16,0 0-60 0,0 0-19 0,0 0-52 0,0 0-20 15,0 0-76-15,0 0-46 0,0 0-139 0,0 0-153 16,0 0-443-16,0 0-303 0</inkml:trace>
  <inkml:trace contextRef="#ctx0" brushRef="#br1" timeOffset="56079.53">11679 13415 385 0,'0'0'547'0,"0"0"-157"0,0 0-64 16,0 0-98-16,0 0-21 0,0 0-77 0,0 0 0 15,0 0-52-15,0 0-10 0,0 0-73 16,0 0-11-16,0 0-69 0,0 0-69 0,5 4-87 16,-5-4-384-16,0 0-137 0</inkml:trace>
  <inkml:trace contextRef="#ctx0" brushRef="#br1" timeOffset="56311.74">11700 13420 316 0,'2'6'401'0,"-2"-6"-97"0,0 0-70 0,0 0-49 16,0 0-43-16,3 7-27 0,-3-7-25 0,0 0-16 15,0 0-39-15,0 0-57 0,0 0-54 0,0 6-71 16,0-6-129-16,0 0-158 0,0 0 94 0</inkml:trace>
  <inkml:trace contextRef="#ctx0" brushRef="#br1" timeOffset="56646.39">11715 13447 248 0,'0'0'252'15,"0"0"-53"-15,0 0-45 0,0 0-28 16,0 0-11-16,0 0-14 0,0 0-19 0,5 5-21 0,-5-5-11 16,0 0-11-16,0 0-25 0,0 0-73 0,0 0-180 15,0 0-122-15,0 0 180 0</inkml:trace>
  <inkml:trace contextRef="#ctx0" brushRef="#br1" timeOffset="57139.13">11733 13422 346 0,'0'0'216'0,"0"0"-88"0,-9 3-83 0,9-3-59 0,0 0-113 0,0 0-61 15,0 0 54-15</inkml:trace>
  <inkml:trace contextRef="#ctx0" brushRef="#br1" timeOffset="57396.77">11738 13425 6 0,'0'0'614'0,"0"0"-157"0,0 0-127 16,0 0-55-16,0 0-76 0,0 0-13 16,0 0-66-16,0 0-5 0,8 2-62 0,-8-2-44 15,0 0-94-15,0 0-90 0,0 0-138 0,0 0-245 0,-5 6-74 16</inkml:trace>
  <inkml:trace contextRef="#ctx0" brushRef="#br1" timeOffset="57929.04">11779 13430 31 0,'0'0'595'0,"0"0"-161"0,0 0-113 0,0 0-56 15,0 0-77-15,0 0-18 0,0 0-58 0,0 0-25 16,0 0-80-16,0 0-77 0,0 0-79 0,0 0-124 15,0 0-264-15,0 0-43 0</inkml:trace>
  <inkml:trace contextRef="#ctx0" brushRef="#br1" timeOffset="72961.84">15798 15752 20 0,'-5'-15'685'0,"0"2"-152"0,-1 1-72 0,2 2-82 16,1-1-70-16,-2 5-56 0,3-2-38 0,0 2-27 0,-2-2-20 15,4 8 6-15,-4-7-19 0,4 7 1 16,0 0-34-16,0 0 23 0,0 0-18 0,0 0-11 16,0 0 27-16,7 6 11 0,-7-6 1 0,9 9 21 0,-4-6-21 15,4 2 4-15,-1-4 18 0,1 3-18 0,3-2 14 16,1-1-16-16,6-2-14 0,4-2-24 16,8-3-21-16,9-8-15 0,2-1-13 0,13-9-3 15,3-2-3-15,5-6-5 0,2-4-44 0,3-3 33 16,14-11-40-16,-3-1-4 0,2-6 31 0,-6-2-43 15,2-3 19-15,-2-1-63 0,-2-1 43 0,-3 0-70 16,1 1 6-16,-6 1-78 0,-12 12-81 0,-3 3-102 0,-4 6-93 16,-4 1-80-16,-10 11-97 0,-6 5-154 0,-3 5-304 15,-8 4-679-15</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44:59.589"/>
    </inkml:context>
    <inkml:brush xml:id="br0">
      <inkml:brushProperty name="width" value="0.05292" units="cm"/>
      <inkml:brushProperty name="height" value="0.05292" units="cm"/>
      <inkml:brushProperty name="color" value="#FF0000"/>
    </inkml:brush>
  </inkml:definitions>
  <inkml:trace contextRef="#ctx0" brushRef="#br0">15293 7985 555 0,'0'0'672'0,"-12"-5"-160"0,12 5-116 0,-7-4-77 0,7 4-84 0,0 0-39 0,0-8-46 15,4 3-19-15,10-2-40 0,4-2-9 0,13-3-14 16,12-1 2-16,6-2-22 0,12-1 3 0,6 0-14 16,3 2 1-16,-1 3-10 0,-1 2-7 0,-12 4-2 15,1 0-3-15,-7 3-8 0,1 1 3 0,-11 1-4 16,-3 1-1-16,-8 0-14 0,-2 1 5 0,-4 1 10 16,-4-2-5-16,-3 2-9 0,-6 1 11 0,-10-4-6 15,9 9 6-15,-9-9-3 0,-10 9 0 0,-2-2 16 16,-6-1 36-16,-4 0 11 0,-8 0 17 0,-4 1 17 15,-1-3 7-15,-6-2-18 0,-5 2-7 0,-3-1-14 16,3-2 2-16,2 1-12 0,1-1-10 0,1-1-7 16,4 0-8-16,5 1-3 0,3-1-5 0,6 0-3 15,3 0-5-15,2 0-3 0,6 0-1 0,13 0-2 16,0 0-1-16,0 0-2 0,11-2-3 0,10 0 4 16,10 1-3-16,10-2 0 0,10 0-4 0,2 0-4 0,4 2 10 15,-2-2-5-15,1 1-3 0,-1 1-1 0,-5-1 3 16,-8 2-2-16,-3 0 1 0,-9-2 1 15,-3 2-3-15,-5 0 2 0,-2 0 0 0,-4 0-9 16,-5 2-4-16,-11-2-7 0,8 2 5 0,-8-2 3 16,-8 4 3-16,0-1 3 0,-4-1 1 0,-4 2-5 0,-1-1 10 15,-3-2 0-15,0 2 4 0,-2-2 0 0,-5 1-2 16,2-2 3-16,-2 2-1 0,-3-2 0 0,1 0-3 16,0-2 3-16,-1 2-5 0,0-2 2 0,-1 0-1 15,0-1 2-15,3 0-4 0,-1 0 4 0,1 0-1 16,2 0-4-16,3-1 6 0,3 0-2 0,1 2-1 15,3-2 2-15,1 1-8 0,5 0 9 0,2-3-3 16,2 1 1-16,6 5 0 0,3-10 0 0,4 2 0 16,4-1-4-16,7 1 6 0,4-1 0 0,9 0-2 15,8-2 1-15,2 0 3 0,5 4-3 0,1-2 2 16,6 2 0-16,3 3 2 0,0 0-4 0,6 3 0 16,3-1 1-16,1 2 2 0,10 2 3 0,0 1-3 15,0 1 2-15,0-1-2 0,-2 3 2 0,2 3-1 16,1-4 0-16,1 3 1 0,2 1 12 0,4-5-4 15,3 5 0-15,-2-3-3 0,3 0 3 0,-1-3 7 16,0 1 13-16,1-3-9 0,-1 1-1 0,-2-2-2 16,1-2 7-16,0 1 8 0,-3-3 5 0,-7 1 2 15,0-3-10-15,-17 3-5 0,-3 0 1 0,-5-2-1 16,-11 1-6-16,-6 3-6 0,-4-2 0 0,-5 3-2 16,-5-2-4-16,-3 1-4 0,-3 0-6 0,-14 1 5 0,13-2-1 15,-13 2-1-15,0 0-5 0,-14 0 1 16,-3 0 0-16,-8 2 0 0,-7-2-1 0,-10 1-1 15,-15-1 4-15,1 1-4 0,-8-1 2 0,-2 0 1 16,-16-2-6-16,-3 2 0 0,-3 0 2 0,-2 0-2 0,-2 1-4 16,0-1 5-16,0 1-5 0,1 1 15 0,0-2-13 15,4 1-1-15,-2 2 3 0,3 0-4 16,-1-2 0-16,4 4 2 0,3-2-2 0,2 0 4 16,2 1 0-16,14 0 1 0,2-1 3 0,1 2-4 0,2-1 2 15,4-1 3-15,2 2-2 0,11 0 2 0,4-3-2 16,8 1 0-16,3-2 2 0,8 1-1 0,4 1 2 15,13-3-1-15,0 0-1 0,0 0 0 16,21-3 1-16,13-2 2 0,17 0-4 0,22-5 0 0,10 0 2 16,9-1 0-16,9 0 3 0,25-1-3 0,5 1 1 15,6 2-4-15,-3 1-2 0,-2 0 9 0,-2 4 10 16,-23-2-17-16,3 2 3 0,-5 2-1 0,-3 1-1 16,-6-1-4-16,-6 2 4 0,-10 0-11 0,-16 2-18 15,-5-2-21-15,-8 1-25 0,-11-1-19 0,-10 0-14 16,0 0-15-16,-9 0-25 0,-4 0-32 0,-2 0-30 15,-15 0-26-15,13-4-26 0,-13 4-44 0,0 0-30 16,-5-8-37-16,-3 3-460 0,-7 0-374 0</inkml:trace>
  <inkml:trace contextRef="#ctx0" brushRef="#br0" timeOffset="4063.2">22123 6728 159 0,'-2'-15'270'0,"-1"1"-51"0,2 1-34 0,-1 2-13 0,4-3-7 0,-2 1-7 0,0 1-6 15,1-1 14-15,0 0-12 0,-1 0-29 0,0 0-4 16,0 0-17-16,-2-2-28 0,0 3-6 0,0-4 7 16,-3 2-28-16,-2-2-6 0,1 2-6 0,-3-2 1 15,-1 0 16-15,-3 0-24 0,0 1 11 0,-5 0-21 16,-1 0 17-16,-4-1-26 0,-2 2 27 0,-3 1-29 15,-4 4 57-15,-9-2 4 0,-4 1 8 16,-2 2 10-16,-3 1 17 0,-1 2-3 0,-2 0 14 0,1 2 4 16,-1-1-2-16,2 3-17 0,0 1-11 0,6 1-13 15,-2-1-11-15,8 5-11 0,0 2 0 0,-2 2-5 16,6 5-3-16,3 4 2 0,2 3-4 0,7 7 25 16,5 6-9-16,2 5 13 0,5 6 11 0,4 3-19 15,4 7 39-15,1 2-6 0,3 11 5 0,0 1-22 16,4-3 2-16,-1 1-26 0,5-3-10 0,1-1 19 15,2-2-4-15,3-6-11 0,4-2-3 0,6 0-6 16,4-3 0-16,6 0-10 0,7-6 3 0,6-1-12 16,7-4-6-16,5-3-5 0,7-6-2 0,3-7-3 15,5-5 2-15,0-4 15 0,0-8 18 0,2-3-8 16,-2-6 15-16,2-4-22 0,-3-6 16 0,-3-5-26 16,-3-3 7-16,-3-5-3 0,-3-5-7 0,-5-7-5 15,-4-3 0-15,-5-5-10 0,-1-4 0 0,-6-6-1 16,-7-3 4-16,-4-1 7 0,-7-1-7 0,-5 1 9 15,-5 0 9-15,-8 5-10 0,-4 3 42 0,-6-1-54 16,-5 3 42-16,-7-7-56 0,-4 5 49 0,-9 2-54 16,-2 5 48-16,-7 3-50 0,-2 4 42 0,-5 4-55 15,0 5-9-15,5 8-21 0,0 3-18 0,1 5-51 16,2 6-89-16,4 4-101 0,2 3-102 0,-3 6-55 16,-6 4-130-16,-1 5-572 0,1 1-793 0</inkml:trace>
  <inkml:trace contextRef="#ctx0" brushRef="#br0" timeOffset="23827.47">14274 14516 278 0,'-11'-2'441'0,"2"-1"-93"0,9 3-82 0,-16-3-44 16,16 3-56-16,-12-5-13 0,12 5-35 0,-11-3-1 16,11 3-27-16,-10-1 11 0,10 1-26 0,0 0 15 15,-11-3-30-15,11 3 22 0,0 0-26 0,0 0 23 16,0 0-21-16,0 0 22 0,0 0-25 0,11-5 23 15,1 5-23-15,4 0 6 0,4 0-25 0,8 0 10 16,4 0-29-16,8 0 21 0,11 0-21 0,3 0 11 16,3 0 6-16,6 0 35 0,1 0-20 0,3 0-1 15,9 0-21-15,-12-1 4 0,0 0 0 16,-2-1-19-16,-3 1 9 0,-3-2-13 0,-6 3 7 0,-10-2-16 16,-5 1 4-16,-5 1-42 0,-7-2-62 0,-4 1-120 15,-2 1-145-15,-17 0-152 0,15 0-248 0,-15 0-280 16</inkml:trace>
  <inkml:trace contextRef="#ctx0" brushRef="#br0" timeOffset="24061.18">14483 14683 714 0,'10'-6'740'0,"2"-3"-168"0,2 2-120 0,3 1-107 15,4 0-65-15,7 1-60 0,5 1-40 0,6-2-34 0,7 2-22 16,5 1-16-16,1 1 1 0,1-1-17 0,-1 2-11 16,1-2-19-16,-2 1-8 0,-3 2-17 0,-4-1 6 15,-2 1-13-15,-2 1-1 0,-2-1-10 16,0 2 3-16,-7-2-16 0,0 1-24 0,-7-1-52 16,0 2-91-16,-6-2-73 0,-3 1-106 0,-2-1-125 0,-13 0-528 15,16 0-590-15</inkml:trace>
  <inkml:trace contextRef="#ctx0" brushRef="#br0" timeOffset="25015.23">18680 13859 494 0,'0'-8'607'0,"0"1"-120"0,0 7-101 0,0-11-78 15,0 11-68-15,0-11-46 0,0 11-31 0,1-8-27 16,-1 8-1-16,0 0 4 0,0-9-13 0,0 9-1 0,0 0 23 16,0 0 10-16,9-2 6 0,-9 2 3 0,0 0-4 15,16-1-3-15,-16 1 4 0,18-1-12 0,-7-1-11 16,6 0-16-16,-2-4-16 0,7 1-11 0,2-3 10 16,4-1-45-16,1-2-5 0,9-3-10 0,1-3-12 15,3-2-8-15,8-5-6 0,3-2-1 0,1-4-10 16,3 1 0-16,0-6-5 0,5-2-5 0,2-3-7 15,3-2-5-15,13-9-1 0,1-2-13 0,-1 2-2 16,-13 9-49-16,-3 2-36 0,0 1-83 0,-8 7-77 16,-3 2-58-16,-14 7-91 0,-7 5-135 0,-7 4-592 15,-9 3-762-15</inkml:trace>
  <inkml:trace contextRef="#ctx0" brushRef="#br0" timeOffset="33409.73">17273 14271 65 0,'0'0'337'0,"3"-6"-107"0,-3 6-82 0,0 0-64 16,5-5-23-16,-5 5-31 0,0 0-21 0,6-3-28 15,-6 3-35-15,0 0-25 0,0 0-45 0,14-2-94 0,-14 2 68 16</inkml:trace>
  <inkml:trace contextRef="#ctx0" brushRef="#br0" timeOffset="33593.37">17357 14273 32 0,'3'-5'155'0,"-3"5"-90"0,0 0-110 0,0 0-27 15,0 0 26-15</inkml:trace>
  <inkml:trace contextRef="#ctx0" brushRef="#br0" timeOffset="35914.19">16536 14505 13 0,'0'0'246'16,"0"0"-55"-16,1 7-28 0,-1-7-32 0,14 4-20 15,1-2-18-15,2 2-14 0,9-2-11 0,2 1-4 16,2-2 0-16,9 0 3 0,3-1-12 0,1 0-10 16,8 0 5-16,4-2-7 0,-2 1-5 0,3-3-5 15,0 1-2-15,-1 0-2 0,1 1 4 0,-4-2-1 16,-1 1 8-16,-2-2-6 0,-10 2-1 0,-3 1-8 16,-8 1-5-16,-3-2 7 0,-3 1 5 0,-4 2-3 15,-5-2-5-15,-2 0-1 0,-11 2-2 0,6-4 1 0,-6 4 2 16,-9-3 1-16,-4 1 13 0,-7 1-6 0,-8-1-3 15,-6 1 7-15,-6-1 2 0,-2 2-6 16,-8-3-7-16,-1 2 10 0,-1-1-21 0,1 1-2 16,-1 0-16-16,4 1 15 0,4 0 1 0,2-2-1 0,2 2-4 15,3 0 2-15,7 0-10 0,2 0 5 0,5 0 13 16,1-1 3-16,5 2-4 0,2-1 6 0,15 0 11 16,-15 2-16-16,15-2 10 0,0 0-24 15,0 0 19-15,6 8-17 0,4-5 17 0,4-1-21 0,3-2 16 16,5 1-18-16,-1 1 18 0,6-2-24 0,4 0 23 15,1 0-9-15,5 0 5 0,1 0-18 0,-2-2 20 16,2 1-25-16,-6 1 17 0,-4 0-6 0,-6 0 18 16,-1-2-14-16,-6 2 23 0,-2-1-29 0,-13 1 22 15,11-2-23-15,-11 2 30 0,0 0-15 0,-15-1 20 16,1 1-24-16,-4-2 17 0,-4 2-21 0,-1 0 17 16,-5 0-23-16,0 0 7 0,-1 0-6 15,-2 0 21-15,3 0-23 0,0 2 22 0,-2-2-27 0,7 0 25 16,2 0-23-16,1 1 23 0,4-1-18 0,0 0 18 15,4 0-28-15,0 0 30 0,12 0-30 0,-11 2 29 16,11-2-25-16,0 0 23 0,0 0-24 0,14 4 22 16,-1-2-25-16,2-2 23 0,4 0-23 0,4 1 5 15,5-1-60-15,1 0-74 0,2 0-97 0,-3 0-130 16,0-1-310-16,-3 1-183 0</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45:53.982"/>
    </inkml:context>
    <inkml:brush xml:id="br0">
      <inkml:brushProperty name="width" value="0.05292" units="cm"/>
      <inkml:brushProperty name="height" value="0.05292" units="cm"/>
      <inkml:brushProperty name="color" value="#FF0000"/>
    </inkml:brush>
  </inkml:definitions>
  <inkml:trace contextRef="#ctx0" brushRef="#br0">7953 12270 17 0,'-3'-10'424'0,"3"10"-104"0,-1-7-39 0,1 7-35 0,-3-6-18 0,3 6-41 0,-4-6-12 0,4 6-36 16,-4-7-5-16,4 7 11 0,-3-6-10 0,3 6-7 16,-7-6-10-16,7 6-8 0,-5-6-4 0,5 6-11 15,-5-6-14-15,5 6 23 0,-4-4 6 0,4 4-8 16,-5-6-7-16,5 6-8 0,0 0-10 0,-4-6-10 15,4 6-9-15,0 0-8 0,0 0-8 0,-5-4-5 16,5 4-5-16,0 0-1 0,0 0-4 0,0 0 0 16,-5-6-4-16,5 6-8 0,0 0-1 0,0 0-2 15,0 0-2-15,0 0-1 0,0 0-2 0,0 0 2 16,0 0 15-16,-8 7 13 0,7-1 23 0,-1 4-1 16,-1 1-9-16,0 2 30 0,1 3-12 0,-1 1-7 0,-3 0-13 15,3 1 8-15,1-1-8 0,-2 6 21 0,0 0-19 16,2-1-2-16,-1 2-18 0,-1 1-1 15,3-2-11-15,-2 2 1 0,2 2-8 0,0-2 2 0,-2 1-9 16,2-1-12-16,2 0-55 0,3 2-102 0,-3-3-110 16,3-2-138-16,0-1-209 0,1-1-456 0,2-6-693 15</inkml:trace>
  <inkml:trace contextRef="#ctx0" brushRef="#br0" timeOffset="1033.98">9964 12425 547 0,'-13'-2'419'0,"13"2"-102"0,0 0-56 0,0 0-57 0,-10-1-19 16,10 1-42-16,0 0 0 0,0 0-32 0,0 0 2 0,0 0 7 15,0 0 25-15,0 0-26 0,0 0 9 0,0 0-32 16,0 0 7-16,9-2-29 0,-9 2 5 15,14-4-17-15,-6 2 7 0,1-1-4 0,0-1 5 0,0 0-4 16,0 1-5-16,-3-1 0 0,3 1-7 0,0 0-9 16,-9 3 1-16,10-7-4 0,-10 7-3 0,12-4-7 15,-12 4-2-15,8-3-3 0,-8 3-6 0,8-4 2 16,-8 4-4-16,0 0-2 0,0 0-2 16,0 0 1-16,0 0-4 0,0 0 1 0,0 0-1 0,-10 7 24 15,1-3 6-15,0 0-3 0,0 3 11 0,-2-3 5 16,2 0-10-16,0 2-7 0,1 0-10 0,-1-4-3 15,3 1-8-15,6-3 0 0,-12 7-6 0,12-7-1 16,-10 5-4-16,10-5 1 0,-9 5-3 0,9-5 3 16,-5 3 8-16,5-3 18 0,0 0-2 0,0 0 2 15,2 5-4-15,-2-5-6 0,13-3-3 0,-1 1-6 16,-2-1-1-16,5 0 0 0,-3-4-6 0,2 1 0 16,-1 2-1-16,-3 2-2 0,1-4 0 0,-3 4 4 15,1-2-2-15,-9 4-3 0,14-5 1 0,-14 5-3 16,8-3-1-16,-8 3 4 0,0 0 1 0,0 0-3 15,0 0 1-15,-13 2 0 0,5 0 6 0,-2 3-4 16,-1 0 0-16,-2 1-1 0,-1-1 3 0,-3 1-4 16,4 0 1-16,-3 0-1 0,2 2 4 0,0 0-10 15,1-3-4-15,-1 3-25 0,1-2-34 0,0 0-81 16,2 2-98-16,-1-1-86 0,0 0-136 0,-1 1-180 0,-4-2-309 16,4 1-541-16</inkml:trace>
  <inkml:trace contextRef="#ctx0" brushRef="#br0" timeOffset="2283.88">7802 11232 197 0,'-1'-7'194'0,"2"0"-41"0,-1 7-18 0,1-11-22 15,-1 4-3-15,0 7 10 0,1-11-25 0,-1 11 4 0,2-13-23 16,0 8 3-16,-2-2-12 0,0-1-11 0,1 1 0 15,1 0 10-15,-1-1 4 0,-1 0-5 0,0 1-5 16,1-3-10-16,-1 2-11 0,1 0-3 0,1-3-5 0,-1 2-5 16,-1 0 14-16,0-2-5 0,3 2-7 15,-2-2-5-15,0 2-5 0,-1-1 5 0,0-1 6 16,0 2 28-16,0 2 15 0,0-2-16 0,0 2-9 16,0 0-3-16,0 0 15 0,-2 1-25 0,2 6 14 15,-2-11-35-15,2 11 21 0,-1-8-21 0,1 8-5 0,-1-8 2 16,1 8 11-16,0 0-24 0,-4-5 2 15,4 5-4-15,0 0 7 0,-6 9 12 0,6-9 0 16,-3 12 2-16,2-3 11 0,0-1-5 0,1 3-8 16,0-1 4-16,0 4-3 0,0-3 5 0,1 3 3 0,-1 0 2 15,1 3-4-15,-1 0-2 0,0 0 26 16,0 2-26-16,0-1 19 0,0 2-15 0,0-2 7 0,-1 1-18 16,0 1 10-16,-1 0-10 0,1 1 55 0,0 3-3 15,-2-1-13-15,2 0-24 0,-1-2 8 16,1-2-20-16,1 2 5 0,0 0-10 0,0 1 9 15,0-2-8-15,3 2 43 0,-3 0-16 0,1-1 4 0,0-2-17 16,1 1-7-16,-1-1 0 0,2 2-3 0,-2-2-4 16,0 2-2-16,2-1 0 0,-1 3-2 0,1-2 0 15,-2 0-2-15,0-1 0 0,2 3 2 0,-2-4 3 16,2 3-5-16,-1-3 4 0,-1 0 1 0,2 0-1 16,0-1 7-16,-1 1 7 0,1 0 31 0,-1-1-11 15,3-1-4-15,-1 1-8 0,-1-2-4 0,1 2-4 16,-1-1 1-16,1 0-4 0,0-1-3 0,0 0-2 15,2 2 21-15,-3-1 3 0,1 0-8 0,-2 1 1 16,2 1-9-16,-3-2 3 0,2 2-13 0,-2-1 1 16,2 1-7-16,-2 1 1 0,-1-1-2 0,1-1 2 15,1 2-7-15,0-3 5 0,-2 2-1 0,0-1-2 16,0 1 1-16,1 0 0 0,1-2-2 0,-2 3 1 16,1-2-1-16,-1 1 2 0,1 0 3 0,2 0 15 15,-1 3 1-15,2 0-2 0,-1 0-5 0,1 2 0 16,-2-2-3-16,3 0-9 0,2 2 6 0,-5-2-8 15,5 1 6-15,-4-1-7 0,3 0 6 0,-4 0-1 16,2 0-5-16,2-2 0 0,-3-2-2 0,-1 0-1 16,1 0 2-16,0-2 0 0,-2-1-3 0,0-1-8 15,0-2-47-15,2-2-85 0,-3 1-56 0,3-3-60 0,-1 0-53 16,-2-8-103-16,8 7-568 0,-8-7-576 0</inkml:trace>
  <inkml:trace contextRef="#ctx0" brushRef="#br0" timeOffset="3267.01">7657 12283 67 0,'0'0'395'0,"-7"-7"-97"0,7 7-52 16,-5-6-47-16,5 6-35 0,-6-6-31 0,6 6-11 16,-1-8-6-16,1 8 14 0,0-10-19 0,0 10 6 0,4-9 7 15,-4 9-9-15,5-9-8 0,-1 3-4 0,2 2-5 16,-1 0-1-16,3-1 11 0,1 2-10 15,4-1 21-15,1-1-11 0,5-1 0 0,3 4-3 16,2-3 14-16,4 1-7 0,7-2-13 0,8 0 18 0,3-1-2 16,4-1-2-16,5-1-3 0,9-2 0 15,6-2-14-15,7 1 2 0,2-1-18 0,8 1-8 16,2 1 5-16,3 1 1 0,2 1-19 0,-1 0-3 0,-1 5-15 16,1-2-2-16,-2 3 1 0,0 0-9 0,-2 3-7 15,-7 0-3-15,0 0-5 0,-16 0-4 0,-3-2 4 16,0 2-4-16,-6-1-1 0,-3 0 0 0,-2-1-4 15,-6-1-2-15,-7-1 1 0,-2 3-4 0,-2-5 0 16,-9 4 3-16,-2-1-3 0,-3 1-9 0,-5-1-44 16,0-1-89-16,-6 0-79 0,-10 4-53 0,9-7-70 15,-9 7-36-15,-8-7-57 0,-2 6-87 0,-4-4-369 16,-7 3-453-16</inkml:trace>
  <inkml:trace contextRef="#ctx0" brushRef="#br0" timeOffset="3616.25">7922 11914 539 0,'-29'1'407'0,"2"0"-104"0,5-1-50 0,1 0-54 0,2 2-8 0,5-2-22 0,-1 1-15 15,15-1 18-15,-18 0-34 0,18 0 19 0,0 0-29 16,-8-3 12-16,8 3-27 0,17-4 7 0,1 0-1 16,9-3-3-16,7 0 1 0,14-1 2 0,5-2 12 15,15-1 15-15,7-3 5 0,5 2-15 0,8-4 8 0,8 1-13 16,21-4-30-16,2-1-3 0,1 2-24 0,-1 0-9 16,-4 0-10-16,3 1-13 0,-1 2-4 0,-21 2 12 15,-3 1-30-15,-2-2-5 0,-3 3-2 16,-7-1-4-16,-6-1 1 0,-3 2-7 0,-7 0 5 0,-11 1-4 15,-6 2-12-15,-7-2-46 0,-8 3-45 0,-6 1-61 16,-5 0-82-16,-7 0-80 0,-5-1-76 0,-3 2-65 16,-7 5-111-16,-3-11-300 0,-7 4-429 0</inkml:trace>
  <inkml:trace contextRef="#ctx0" brushRef="#br0" timeOffset="3933.21">7586 11689 553 0,'-21'4'481'0,"2"-1"-122"16,4-1-74-16,2 1-50 0,4-1-30 0,9-2 1 15,0 0-5-15,0 0-33 0,23 0 12 0,3-5-13 0,20-4-7 16,16-8-1-16,11-1-6 0,10-2 3 15,4-3-25-15,26-5 5 0,5-1-7 0,9 1-17 16,7-2-14-16,2 2-17 0,0-1-16 0,1 1-10 16,1 1-5-16,0 2-18 0,-2-2 0 0,-5 4-14 0,-9 1 4 15,-9 0-5-15,-22 3-1 0,-4 2-6 16,-8 0-1-16,-6 2-34 0,-5 0-17 0,-16 5-46 16,-8-1-61-16,-4 1-32 0,-9 3-60 0,-10 2-21 0,-5-2-72 15,-5 1-26-15,-11 6-35 0,5-5-427 16,-5 5-359-16</inkml:trace>
  <inkml:trace contextRef="#ctx0" brushRef="#br0" timeOffset="4250.6">7698 11540 297 0,'-19'5'661'0,"6"-5"-165"0,13 0-95 16,-11-5-102-16,13 0-37 0,9-4-51 0,13-5-35 16,14-5-1-16,21-8-33 0,9-2 24 0,24-10-2 15,6-2-12-15,11-2-9 0,3-1-6 0,10 0-14 16,-1-2-18-16,1 2-27 0,-5-1-7 0,1 3-15 16,-5 0-8-16,-1 4-13 0,-4 0-12 0,-4 0 1 15,-6 3-6-15,-17 8-3 0,-6 0-1 0,-1 2-6 16,-6 1-3-16,-4 1-20 0,-5 3-23 0,-13 3-23 15,-2 3-19-15,-3 0-21 0,-5 0-15 0,-7 4-20 16,-6 2 5-16,-2 1-38 0,-6 1-15 0,-3 2-64 16,-6 1-31-16,-6 3-26 0,0 0-88 0,0 0-320 15,-8-5-222-15</inkml:trace>
  <inkml:trace contextRef="#ctx0" brushRef="#br0" timeOffset="4533.87">8667 10878 527 0,'-23'4'601'16,"2"-2"-147"-16,4 0-88 0,4-2-82 0,13 0-51 15,-14-3-63-15,14 3-18 0,6-9-39 16,6-3 26-16,7 0-14 0,13-6-7 0,5-2 5 0,4-1-9 16,11-2-8-16,6-2-7 0,-1-3-17 15,4 2-8-15,2-3-15 0,4 1-15 0,0-3-5 0,4 2-7 16,1-1-6-16,1-2-4 0,1 0-5 0,-2 0-3 15,-3-1-4-15,-2 2-7 0,-4 0 5 0,-1 1-7 16,-6 1-4-16,-2 0-26 0,-7 3-15 0,-9 7-2 16,-5 0-19-16,-6 5-12 0,-4 1-35 0,-5 3 12 15,1-1-63-15,-8 5-12 0,-2 0-58 0,-4 3-44 16,-5 3-39-16,0 0-115 0,0 0-227 0,-9-5-167 16</inkml:trace>
  <inkml:trace contextRef="#ctx0" brushRef="#br0" timeOffset="4750.18">8781 10513 146 0,'-34'8'511'15,"4"-1"-154"-15,3-1-46 0,5-1-51 0,4-1 19 16,4-2-57-16,4-1 22 0,10-1-55 0,0 0-9 0,12-9-39 16,13-3-3-16,17-6-25 0,18-5-11 15,4-6-12-15,8-1 11 0,3-3-3 0,22-8-15 16,-1 1-3-16,5-2-15 0,-2 1-13 0,-2 0-6 15,-3 3-8-15,-16 6-8 0,-2 0-12 0,-2 3-3 0,-5-1-44 16,-4 4-48-16,-5 1-46 0,-8 1-64 16,-12 7-22-16,-7-1-60 0,-8 3-59 0,-10 4-61 0,-5 0-342 15,-7 0-235-15</inkml:trace>
  <inkml:trace contextRef="#ctx0" brushRef="#br0" timeOffset="5000.16">9020 10001 111 0,'-23'10'477'0,"1"-3"-137"0,7-1-71 16,-2 1-62-16,4-1-31 0,4-2 8 0,-1 1 13 15,10-5 8-15,-9 4-36 0,9-4 4 0,0 0-41 16,19-4-1-16,1-4-32 0,5-2 8 0,11-7-24 16,6-1 10-16,9-7-10 0,4 0-16 0,8-3 3 15,1-3-28-15,2 2 11 0,2-2-24 0,-1-2-10 16,1-1-1-16,-4 2-4 0,-1 0-1 0,-2-1-7 15,-5 4 2-15,-1-1-12 0,-9 3-31 0,-9 7-70 16,-3 1-14-16,-9 4-66 0,-7 2-81 0,-5 3-75 16,-2 3-457-16,-7-1-323 0</inkml:trace>
  <inkml:trace contextRef="#ctx0" brushRef="#br0" timeOffset="5233.8">9001 9729 483 0,'-16'3'389'0,"5"0"-90"0,3-1-55 0,8-2-43 16,0 0-22-16,0 0-15 0,-5-4-23 0,10-1-15 15,8-2-9-15,2-3-23 0,8-5-7 16,4 0-28-16,5-4 10 0,5-2-1 0,3-1-9 16,11-4-6-16,4-2-10 0,1 0-10 0,4 0-7 15,3 1 0-15,-1 0-2 0,2 2 12 0,-5 0-24 16,0 2 19-16,-7 1-35 0,-11 5 27 0,-4 3-38 15,-10 3-9-15,-5 0-63 0,-7 4-45 0,-5 1-42 16,-6 1-25-16,-4 5-32 0,-5-3-30 0,5 3-23 0,-31 2-240 16,3 0-26-16</inkml:trace>
  <inkml:trace contextRef="#ctx0" brushRef="#br0" timeOffset="5399.8">9413 9363 583 0,'-53'12'177'0,"-2"-5"-3"0,1 4-21 0,3-3 8 16,4 1-31-16,11-4-2 0,3 1-4 0,8-1 36 15,10-1 3-15,4-1-3 0,11-3-5 0,0 0-33 16,0 0-6-16,24-2-5 0,0-3-17 0,9-2-9 15,12-1 6-15,5-3-36 0,12-2-11 0,5-2-16 16,2-1 21-16,1-2-23 0,0 2 12 0,0-2-24 16,-4 0 15-16,2 1-21 0,-6 1 14 0,-12 3-17 15,-3 1-83-15,-3 0-71 0,-11 3-107 0,-7 3-193 16,-6-2-274-16,-8 3-226 0</inkml:trace>
  <inkml:trace contextRef="#ctx0" brushRef="#br0" timeOffset="9022.12">11461 7697 366 0,'-9'-4'563'0,"9"4"-137"0,0 0-104 0,-12 2-58 0,12-2-53 0,-5 12-40 0,5-1-39 16,-2-1-39-16,2 2 23 0,2-2 9 0,-2 3 7 15,4-1 25-15,2 1-10 0,-1-1 18 0,3-1-20 16,1-2 34-16,5-1-3 0,0-3-9 0,5-2-23 15,3-4-12-15,4-4-25 0,6-3-17 0,7-10-13 16,6-1 17-16,10-9-13 0,6-4 6 0,2-4-25 16,5-4-11-16,17-13-11 0,2-5-13 0,4-2-12 15,-1-8-19-15,5-2-88 0,2-3-102 0,6-2-115 16,1 0-81-16,1 1-180 0,-4 3-526 0,-1 3-712 0</inkml:trace>
  <inkml:trace contextRef="#ctx0" brushRef="#br0" timeOffset="11100.24">15290 7469 1 0,'0'0'658'0,"0"0"-171"0,-12 2-109 0,12-2-78 0,0 0-53 16,0 0-28-16,-13 0-33 0,13 0-15 0,0 0-14 16,0 0-11-16,0 0-18 0,-11 1-16 0,11-1-14 15,0 0-17-15,0 0-16 0,0 0-11 0,0 0-11 16,0 0-6-16,0 0-6 0,0 0-8 0,-12-1-4 16,12 1-7-16,0 0 3 0,0 0-14 0,0 0 6 0,0 0-1 15,0 0 2-15,0 0-4 0,0 0-1 16,0 0-7-16,0 0-17 0,0 0-32 0,0 0-31 15,0 0-36-15,0 0-59 0,-9-2-73 0,9 2-63 0,0 0-88 16,3-6-317-16,-3 6-225 0</inkml:trace>
  <inkml:trace contextRef="#ctx0" brushRef="#br0" timeOffset="22569.37">12606 8343 259 0,'11'3'331'0,"-11"-3"-92"0,0 0-53 0,0 0-39 16,9 3-35-16,-9-3-29 0,0 0-16 16,7 2-13-16,-7-2-9 0,0 0-10 0,5 6-19 0,-5-6-4 15,0 0-20-15,7 5-27 0,-7-5-31 16,0 0-78-16,0 0-279 0,5 3 114 0</inkml:trace>
  <inkml:trace contextRef="#ctx0" brushRef="#br0" timeOffset="23965.89">11279 8507 331 0,'-14'-4'383'0,"-1"1"-87"15,1 0-38-15,-2-1-26 0,2-1-11 0,-1 1-32 0,2-1 6 0,-2 0 1 16,2-1-45-16,0 1-16 0,3-1-15 0,1 0-21 15,3-1-13-15,-1 0-22 0,1 0-3 0,5-1-18 16,1 2-9-16,1-3-10 0,4 1-4 0,0-2-5 16,3 0 4-16,2 3-5 0,3-2 0 0,0 0 19 0,3 4-5 15,-2-1-9-15,4 3 2 0,0 0-10 16,-4 1 4-16,3 4-3 0,-1 1-1 0,0 0 4 16,2 3-6-16,-4 2-5 0,0 2-1 0,0 2-4 15,-3 1 7-15,1 2-19 0,-4 0 19 0,-2 0-16 0,0-1 14 16,-3 1-15-16,-2 0 13 0,0-2-8 0,1-1 21 15,-2 0 5-15,-2-2 21 0,1 0-8 16,1-1 7-16,-1-2 0 0,-2-1 2 0,3-6-21 0,-2 8 6 16,2-8-9-16,0 0 3 0,0 0-15 0,-8-5 8 15,8-2-4-15,0-2-4 0,1-2 2 0,2-3 0 16,1-1-5-16,-2-1 4 0,2-1-4 0,-1-2-1 16,-1 0-2-16,2 0-1 0,-1 1-10 0,-1 0 11 15,-1 0-9-15,1 2 7 0,-1 3-3 0,0 1 6 16,2 0-6-16,-3 1 11 0,2 1-10 0,-2 2 7 15,0 2-10-15,0 6 10 0,3-8-5 0,-3 8 23 16,0 0 6-16,8 2 15 0,-8-2 1 0,9 11-1 16,-4-2-10-16,2 2 9 0,2 2 6 0,-2-1-8 15,2 1 23-15,-1 0-2 0,1 1-12 0,1-1-9 16,0 0-7-16,-1 0-6 0,0 1-9 0,1-2 0 16,-1 1-3-16,0-1-4 0,0-1-1 0,-1-1-4 15,0 1-2-15,1-1-3 0,3-4-17 0,-6 1-73 16,3-1-87-16,-1-3-89 0,2 0-47 0,-10-3-60 15,14 3-54-15,-14-3-431 0,13-3-406 0</inkml:trace>
  <inkml:trace contextRef="#ctx0" brushRef="#br0" timeOffset="24149.22">11646 8404 480 0,'0'0'433'0,"-4"-10"-96"0,4 10-82 0,-1-8-53 0,1 8 17 0,0 0-16 0,2-7 0 0,-2 7-24 0,0 0-12 0,0 0 0 0,16 3-6 16,-16-3-26-16,9 5-20 0,-4 0-17 15,1 0-16-15,-1 2-13 0,3 0-12 0,-2 0-12 0,1 1-7 16,-1 1-9-16,2-1-5 0,-1 2-4 0,1-3-4 16,-1 1-7-16,-1 0 0 0,1-2-5 15,1 2-9-15,-3-1-54 0,2-3-90 0,-2-1-80 16,-5-3-115-16,10 3-160 0,-10-3-278 0,10-1-301 0</inkml:trace>
  <inkml:trace contextRef="#ctx0" brushRef="#br0" timeOffset="24415.9">11830 8278 444 0,'0'0'463'16,"-9"-3"-109"-16,9 3-54 0,0 0 9 0,-14-1-20 15,14 1-36-15,0 0-44 0,-9-2-20 0,9 2-38 16,0 0-27-16,-6-3-23 0,6 3-22 0,0 0-14 15,5-8-13-15,1 3-12 0,3 0-9 0,3-3-6 16,3-1-15-16,4-3 8 0,3 3-15 0,2-5 10 16,-1-1-18-16,3 0 15 0,-1 1-17 0,-2 0 14 15,-1-1-14-15,-3 5 8 0,0-3-33 0,-3 3-13 16,-4 1-69-16,0 0-25 0,-3 2-52 0,-4 0-40 16,1 2-45-16,-6 5-36 0,4-9-379 0,-4 9-198 15</inkml:trace>
  <inkml:trace contextRef="#ctx0" brushRef="#br0" timeOffset="24631.9">11997 8036 249 0,'-7'-2'435'0,"7"2"-123"0,0 0-27 0,0 0-41 0,0-8 24 15,0 8-44-15,10-2 21 0,-10 2-51 0,13-2-10 16,-13 2-26-16,18 0-7 0,-18 0-31 0,18 3-3 16,-8 0 4-16,0 0-13 0,-1 2-22 0,0 2-9 15,1-1-20-15,-1 2-6 0,0 0-9 0,0 2-2 16,-1-1-4-16,-2 2-6 0,0 0 4 0,1 1-1 15,-1-1-10-15,-3-1 0 0,1 1-4 0,-2 0-4 16,2 2-5-16,-1-3-17 0,-2 3-42 0,0-3-75 16,2 2-95-16,-2 1-144 0,-1-1-160 0,-1 0-330 15,-3 2-399-15</inkml:trace>
  <inkml:trace contextRef="#ctx0" brushRef="#br0" timeOffset="25551.62">11307 10580 213 0,'-19'4'446'0,"0"0"-111"0,0 1-79 0,2-2-18 0,3 0-8 0,1-2 9 16,3 2-35-16,10-3-35 0,-18-2-31 0,18 2-27 15,-11-4-11-15,6-3-19 0,5 0-6 16,1-1-9-16,4-3-6 0,0-2-2 0,4 2-5 0,3-4-11 16,2 2-6-16,-2 0-9 0,4-1-7 0,-2 4-2 15,1 3 0-15,-1-2 1 0,-1 4-4 16,0 1-5-16,-2 3 4 0,2 1-3 0,0 0 2 0,1 2-4 16,-4 2 5-16,3 2-1 0,1 1-1 0,-4-1-2 15,2 2 11-15,-2 0-17 0,-2 2 12 0,-1-1-7 16,1 2 13-16,-2-2-16 0,-2 2 7 0,-1-1-6 15,-2 1 13-15,2-1-10 0,-2 0 12 0,-1-1-13 16,-1 0 15-16,1-1 1 0,-3 0 22 0,3-1-17 16,-3-1 21-16,3-6-20 0,-3 7 9 0,3-7-23 15,0 0 12-15,0 0-20 0,-11-3 9 0,9-4-18 16,-2-2 13-16,3-2-15 0,-2 0-2 0,3-3 3 16,-2-1 0-16,-1 0 0 0,3 0-5 0,-1 2 6 15,-2-2-3-15,3 5 2 0,-1-2 3 0,0 2 3 16,1 1-2-16,-2 1 0 0,1 1-10 0,1 7 11 15,3-7 11-15,-3 7-3 0,0 0 10 0,0 0-4 16,10 3 1-16,-10-3-6 0,11 10 0 0,-7-2-1 16,3-2 10-16,-1 4-17 0,2-3 16 0,-1 4-18 15,1-3 11-15,-2 4-15 0,2-3 16 0,0 2-22 16,-2-3 22-16,0 2-19 0,2-2 16 0,-3 1-16 16,3-2-6-16,-2 0-48 0,1-1-67 0,-1-1-67 15,4-1-107-15,-10-4-107 0,13-2-529 0,-13 2-511 16</inkml:trace>
  <inkml:trace contextRef="#ctx0" brushRef="#br0" timeOffset="25916.81">11683 10459 369 0,'0'0'667'0,"0"0"-165"0,0 0-105 0,0 0-55 0,-9 4-40 0,9-4-22 15,0 0-19-15,0 0-29 0,0 0-22 16,0 0-52-16,0 0-15 0,-10 0-30 0,10 0-7 0,0 0-31 15,0 0-3-15,0 0-24 0,0 0 8 0,0 0-27 16,0 0 13-16,0 0-20 0,0 0 7 0,13 2-17 16,-13-2 8-16,9 3-14 0,-9-3 11 0,8 3-19 15,-8-3 15-15,8 5-13 0,-8-5 14 0,8 9-21 16,-8-9 16-16,5 11-10 0,-4-6 8 0,2 3-9 16,-2 1 14-16,-2-1-15 0,1 0 10 0,-4 2-3 15,3-1 6-15,-2 0-2 0,1-1-4 0,-1 0 0 16,0 0 1-16,2-1-1 0,1-7-5 0,-5 10 2 15,5-10 3-15,-1 12-8 0,1-12 6 0,-3 7 2 16,3-7-10-16,0 0-18 0,0 0-5 0,0 0-25 16,9-10-2-16,-2 1-27 0,0-1-19 0,5-5-28 15,-1 0-5-15,6-4-31 0,0-1-8 0,2-1-11 16,-1-1-26-16,2-1-15 0,-1 2-26 0,-1 1-41 16,1-1-81-16,-3 1-290 0,-1 3-173 0</inkml:trace>
  <inkml:trace contextRef="#ctx0" brushRef="#br0" timeOffset="26367.19">11935 10240 182 0,'-14'3'692'0,"14"-3"-178"0,-12 2-120 0,12-2-78 15,-10 2-65-15,10-2-58 0,0 0-30 0,0 0-8 16,-6-3-16-16,6 3-22 0,5-7-15 0,2 2-21 15,1-2-15-15,4-2-16 0,2 0-10 0,1-1-5 16,3-2-9-16,-1 1-3 0,2-1-4 0,0 0-5 16,-4 2-3-16,4-1-4 0,-2 0 0 0,-2 0 11 15,-2 3-24-15,2-1 5 0,-2-2-33 0,-3 3-12 16,2-3-32-16,-2 1-9 0,-2 1-32 0,1 0-1 16,-4 1-16-16,0-1-33 0,-3 1 11 0,1 0-2 15,-3 1 2-15,0-1 5 0,0 0 8 16,-3 2 21-16,2 0 12 0,-4 1 19 0,1-3 24 0,-2 2 40 15,0-1 46-15,-1 1 34 0,1 0 18 0,-1 2-16 16,0 0 40-16,7 4 3 0,-12-6-14 0,12 6-24 0,-8-5 9 16,8 5 43-16,0 0 13 0,0 0 15 15,0 0-1-15,0 0 10 0,0 0-18 0,7 3 13 16,-2 0-24-16,4 2 7 0,1-1-20 0,0 0 13 16,2 2-21-16,1 2 25 0,-2-1-19 0,2 3 22 0,-3 0-28 15,0-1-3-15,2 5-21 0,-3-1 40 16,1 2-18-16,-2 0-14 0,-2 1-1 0,-1 0-36 15,-1-2-4-15,1 2-4 0,-2 0-9 0,-2-1-3 0,0-1 4 16,-1-1-30-16,-1 0-29 0,0 1-81 0,-2-1-133 16,-2-2-146-16,0 3-248 0,-3-6-440 15,-3 3-696-15</inkml:trace>
  <inkml:trace contextRef="#ctx0" brushRef="#br0" timeOffset="31334.12">19605 7833 128 0,'-2'8'657'0,"-1"0"-158"0,3-2-149 0,0-6-38 0,3 13-72 0,-1-6-13 0,2-1-30 15,3 1 2-15,0-1-12 0,0-1 7 0,4 0-11 16,-1-2 3-16,4 0 1 0,-1-3-4 16,3-3-8-16,3-1-20 0,4-6-13 0,5-4-26 15,4-5-14-15,2-3-16 0,2-5-14 0,9-6-17 0,1-2-7 16,2-3-9-16,2-1-10 0,1-5-6 0,4-1-8 16,3-4 3-16,12-10-10 0,0 1 0 15,2 3-8-15,-12 12 5 0,-2 0-10 0,-4 8-43 16,-4 3-84-16,-14 10-94 0,-3 2-67 0,-7 6-71 0,-7 3-23 15,-5 7-26-15,-5 2-87 0,-9 2-338 0,10 2-380 16</inkml:trace>
  <inkml:trace contextRef="#ctx0" brushRef="#br0" timeOffset="32231.05">19497 10113 474 0,'0'0'704'0,"-9"5"-167"0,9-5-111 0,-13 4-92 0,13-4-74 16,-9 4-53-16,9-4-31 0,-6 6 34 0,6-6 1 15,-4 8-25-15,4-8 24 0,1 11-28 0,2-5 15 16,2 0-26-16,1 0 2 0,4 0-27 0,1 0-3 16,0-2-10-16,6-1-2 0,-1-1 14 0,4-2-39 15,1-3-2-15,6-2-33 0,4-3 13 0,7-8-23 16,4-2 17-16,8-5-42 0,4-4-9 0,-2-3-2 16,3 0 3-16,0-1-8 0,-5 0-8 0,1 1-1 15,-2 2-6-15,-10 5-2 0,-3 1 0 0,-1 3 14 16,-5-1-34-16,-4 7-18 0,-3 0-40 0,-5 1-64 15,-2 3-62-15,-3 2-109 0,-3 3-94 0,-1-2-86 16,-9 6-155-16,7-3-528 0,-7 3-784 0</inkml:trace>
  <inkml:trace contextRef="#ctx0" brushRef="#br0" timeOffset="34448.9">7301 16592 524 0,'0'0'386'0,"0"0"-85"15,0 0-81-15,0 0-37 0,0 0-49 0,0 0-19 0,0 0-31 16,0 0-5-16,0 0-16 0,0 0 6 15,11 1 4-15,-11-1 0 0,22 0-9 0,-7 2 0 0,3-2-3 16,5 0 2-16,4 0-4 0,4 1-8 0,6-1-8 16,4 0 7-16,5 0 5 0,6-1-4 0,2 1-3 15,2-2-9-15,0 1-7 0,2-2 10 16,-2 1 2-16,-2-2-13 0,-1 1-5 0,-2 2-1 0,-8-1-11 16,-4-1-41-16,-1 2-40 0,-7 1-44 0,-4 0-42 15,-4 1-30-15,-5 1-19 0,-1 1-46 0,-6-2-55 16,-2 3-283-16,-9-4-99 0</inkml:trace>
  <inkml:trace contextRef="#ctx0" brushRef="#br0" timeOffset="34732.08">7365 16792 342 0,'-12'2'359'0,"2"1"-81"0,10-3-48 16,-13 4-48-16,13-4-34 0,-9 5-5 0,9-5 9 15,-4 5 6-15,4-5-9 0,5 7-8 0,-5-7-9 16,15 5-25-16,-3-2-7 0,5 0-12 0,2-3 1 16,2 2-11-16,8-2 2 0,2 0-9 0,8-1-8 15,5 0 3-15,8-2-11 0,4 0-15 0,-2-1 3 16,5 0-6-16,0 0 6 0,-2-1-13 0,-2 3-5 0,-1-2-5 15,-7 2-23-15,-10 1-52 0,-5 1-38 16,-4 0-54-16,-5 0-43 0,-1 1-55 0,-5 1-33 16,-2 0-82-16,-5 2-296 0,-2-1-165 0</inkml:trace>
  <inkml:trace contextRef="#ctx0" brushRef="#br0" timeOffset="35448.94">10471 16687 231 0,'0'0'295'0,"-10"-2"-36"15,10 2-43-15,-11-1 3 0,11 1-36 0,0 0-6 0,-12-1-10 16,12 1-20-16,0 0-12 0,0 0 12 0,0 0-2 15,0 0-20-15,0 0-2 0,0 0-7 0,7 3-24 16,3-1-15-16,8 1-11 0,1-1-17 0,4 0-8 16,5 1-6-16,2 0-7 0,4-2-5 0,4 1-8 15,1-2 2-15,-1 0 1 0,3 0-10 0,0-2 7 16,0-1 3-16,2 2-5 0,-2-2 1 0,-1 1-2 16,-1 0-6-16,1-2 2 0,-4 3-22 0,-7-1-42 15,-2 1-41-15,-5-1-65 0,-3 1-51 0,-3 1-29 16,-3 1-70-16,-4 2-86 0,-9-3-148 0,12 2-53 15</inkml:trace>
  <inkml:trace contextRef="#ctx0" brushRef="#br0" timeOffset="35664.26">10503 16895 196 0,'-10'3'497'0,"10"-3"-132"16,-14 2-62-16,14-2-35 0,0 0-10 0,0 0-27 0,0 0-6 15,12 1-39-15,-1-2-22 0,2 0-25 0,7 0-19 16,3-1-9-16,5 1-9 0,8-1-4 16,3 1-11-16,3-1-15 0,8-1-4 0,1 3-12 15,2-1-6-15,1-1-13 0,1-1-6 0,0 3-16 0,-5-2-41 16,1 2-63-16,-10 0-72 0,-3-2-69 0,-8 1-99 16,-7 1-115-16,-3 0-318 0,-5 0-275 0</inkml:trace>
  <inkml:trace contextRef="#ctx0" brushRef="#br0" timeOffset="81012.86">20161 13862 454 0,'-2'-14'539'0,"-2"1"-123"0,0 1-83 0,-1 1-26 0,-1 0-27 0,-2-1-40 0,-2 1-30 0,-1 1-12 15,1 0-21-15,-4 1-11 0,1 1-14 0,-2 0-17 16,2 3-14-16,-3 1-20 0,3 2-6 0,-4 2-9 16,2 4 10-16,-3 3 17 0,1 4-9 0,-2 6-3 0,1 2-16 15,2 4-16-15,2 2-19 0,2 2 0 0,3 1-15 16,1 0 2-16,7-3-10 0,1-1-2 0,1 0-6 15,6 0 1-15,1-5-7 0,4 1 7 16,1-3 7-16,8-1 24 0,-2-5-14 0,3-1 2 0,-1-6-14 16,4-1 1-16,-2-4-10 0,2-3 25 0,3-3-33 15,2-5 15-15,-2-3-15 0,0-5 1 16,-1-1-3-16,-4-2 0 0,-3 1 1 0,-3-2-1 16,-4-1 9-16,-3 0-11 0,-3 2 7 0,-3-1-5 0,-1 1 2 15,-5-1 7-15,0 0-3 0,-6 1 0 0,1 2 7 16,-5 4 8-16,-2 1-9 0,1 1 3 15,-6 5-9-15,1 3 5 0,-1 2-6 0,-1 4-3 0,-1 3 10 16,-1 3-2-16,1 3 1 0,1 3-10 0,3 2-4 16,3 3-32-16,0 0-43 0,7 2-72 0,3-3-146 15,4-2-122-15,4 2-167 0,3-3-671 16,7 1-859-16</inkml:trace>
  <inkml:trace contextRef="#ctx0" brushRef="#br0" timeOffset="81196.13">20523 13812 579 0,'0'0'879'0,"0"0"-199"0,-9-4-159 0,9 4-105 0,-10-3-82 0,10 3-66 0,-12 0-55 16,12 0-47-16,0 0-29 0,-11-1-27 0,11 1-32 15,0 0-50-15,0 0-116 0,0 0-118 16,0 0-93-16,0 0-155 0,0 0-594 0,0 0-665 15</inkml:trace>
  <inkml:trace contextRef="#ctx0" brushRef="#br0" timeOffset="81650.7">20880 13647 175 0,'10'-19'748'0,"0"2"-160"0,-2-3-114 16,-3 5-51-16,-1-2-31 0,-2 1-38 0,0-1-8 0,-1 3-46 15,-2-1-27-15,-1 1-58 0,-3-1-9 0,1 2-55 16,-5-1-9-16,-1 3-40 0,-1 1-3 0,-5 2-35 16,1 1-2-16,-3 4-23 0,1 1 10 0,-2 2-28 15,-1 1 8-15,-1 2-17 0,0 2 10 0,1 0-23 16,0 3 19-16,2 1-15 0,1 1-5 0,3 1 0 16,4-1-1-16,0 2 0 0,1 0 3 0,5-1-3 15,3 2 2-15,2 0 1 0,3-1 1 16,6 1-4-16,6 1 0 0,1 0 3 0,9 0-2 0,0-1-5 15,2 0 8-15,1 1 0 0,2-3 8 0,1 2-10 16,-3-2 12-16,2 0-13 0,-2 0 8 0,-3 0-9 16,-6 0 2-16,-2-1-2 0,1-1 0 0,-7 2 0 15,-1-3 2-15,-2 3-2 0,-4-3 4 0,-5 3 2 16,-2 1-2-16,-3 0 1 0,-6-1 0 0,-4 0-1 16,0 1 16-16,-4-3-15 0,-2 0 40 0,1-3-14 15,-1-3 19-15,2-1 0 0,-2-2 17 0,1-2 5 16,0-1 20-16,-1-3-11 0,5-1 10 0,1 0-14 15,3-3-30-15,3-1 9 0,5 0-35 0,3-2 3 16,3-3-17-16,5-3-17 0,7-3-13 0,0-3-52 16,7-4-70-16,5-1-59 0,-2-1-92 0,5 0-82 0,-1 4-22 15,-2-1-84-15,1 4-70 0,-4 5-531 0,-2 3-705 16</inkml:trace>
  <inkml:trace contextRef="#ctx0" brushRef="#br0" timeOffset="82128.83">21575 13522 402 0,'9'-11'647'0,"-3"2"-135"0,-1-2-59 0,-3 1-46 0,-1-2-45 16,-2-1-37-16,-1-2-26 0,-4-1-31 0,1 0-14 16,-3-2-36-16,-2-1-21 0,0 2-34 0,-1-1 1 0,-1 3-41 15,3 2-21-15,0 1-16 0,-3 4-20 0,3-3-13 16,0 3-6-16,-1 2-12 0,0 3-7 0,10 3-6 15,-19-1-7-15,7 2 17 0,2 6-24 0,-3 1 14 16,3 0-22-16,-3 4 15 0,0 1-15 0,2 2 11 16,-1 1-15-16,5-3 2 0,-1 2 0 0,2-1-1 15,-1-1 0-15,4 0 2 0,0-2 2 0,2 0 9 16,1-2 4-16,2-1-7 0,2 0 1 0,5-2-2 0,-1-2 0 16,3-1 21-16,1-2-30 0,-12-1 23 15,24-1-20-15,-10-2 18 0,0 0-25 0,1-1 26 16,1-4-21-16,-1 2 29 0,-1-1-27 0,0 0 63 15,-2 0-40-15,2-1 59 0,-3 2-43 0,-2 1 57 16,1 1-57-16,-3-2 40 0,-1 2-43 0,2 0 36 16,-3 1-57-16,-5 3 49 0,10-5-52 0,-10 5 51 15,0 0-39-15,12 2 36 0,-12-2-48 0,4 11 44 16,-3-4-53-16,0 3 41 0,-1 1-47 0,-1 1 9 0,1 1-8 16,0 1 0-16,0 0 2 0,0 0 5 0,0 2-2 15,0 1-2-15,0 0 5 0,1-1-5 16,-1 1 6-16,1-2-27 0,1 1 31 0,-1 0-25 15,1 1 25-15,0-4-10 0,0-1-5 0,-2 2-26 0,3-2-47 16,-1-2-42-16,0 1-61 0,0-2-114 0,-2 0-112 16,3-1-101-16,-2 0-116 0,-1-8-684 0,7 7-910 15</inkml:trace>
  <inkml:trace contextRef="#ctx0" brushRef="#br0" timeOffset="82449.98">21922 13324 1278 0,'0'-9'710'0,"-1"2"-134"16,0-1-105-16,1 8-82 0,0-11-63 0,0 11-54 0,-3-12-26 0,3 12-34 0,0 0 29 15,0-6-46-15,0 6-28 0,0 0-28 0,-6 8-14 16,5 0-25-16,-2 1-17 0,2 3-14 16,1 1-16-16,0-1-10 0,1 4-13 0,2 0 4 0,2-1 9 15,1 0 3-15,0-1-3 0,4 0 8 16,0-1-9-16,1-3 0 0,2 2-12 0,2-6-5 0,1 1-7 16,3-3-3-16,1-2-16 0,2-2-37 15,4-2-23-15,-1-2-42 0,6-3-71 0,-3-4-81 0,1 1-93 16,-3-3-81-16,-2-3-38 0,-3-2-109 15,0 0-573-15,-5-1-763 0</inkml:trace>
  <inkml:trace contextRef="#ctx0" brushRef="#br0" timeOffset="82663.05">22248 13216 175 0,'0'0'604'0,"-6"10"-146"0,2-3-44 15,1 0-36-15,2 3-5 0,-1-1-26 0,0 2-7 0,1-1-8 16,0 3-29-16,1 0-1 0,0 0-56 0,1 1-17 15,0 0-50-15,-1 3-3 0,4-1-35 0,-4 0-25 16,4 2-18-16,0-2-22 0,0 0-17 0,2 0-12 16,-1 0-8-16,2 0-9 0,-1 0-6 0,-1-1-5 15,5 0-6-15,-3-1-16 0,2 0-94 0,-2-2-140 16,2-2-124-16,0 0-102 0,2-1-170 0,-3-2-538 16,1-4-781-16</inkml:trace>
  <inkml:trace contextRef="#ctx0" brushRef="#br0" timeOffset="83011.78">22495 13246 597 0,'-1'-10'841'0,"1"1"-178"0,-2 3-121 16,2 6-96-16,-1-12-49 0,1 12-39 0,0 0-35 16,-2-6-46-16,2 6-41 0,0 0-41 0,0 0-34 15,-7 5-9-15,7-5-15 0,1 8-38 0,-1-8-18 0,4 12-17 16,-2-5-11-16,0-1-11 0,3 0 39 15,0 1-40-15,-1-1 44 0,3-2-52 0,-1 2 53 16,0-3-58-16,-6-3 42 0,17 4-55 0,-17-4 43 0,17-1-57 16,-7 0-2-16,1-3 3 0,-3-2 3 0,2 1-1 15,-1-2 2-15,0 0 2 0,-1 0 4 16,-2 0 12-16,-1-3-4 0,-1 4-2 0,1 1 1 0,-1-1-1 16,-4 6-3-16,6-9 4 0,-6 9-2 0,4-7 4 15,-4 7 9-15,0 0 3 0,0 0 0 0,-1 8-4 16,0-2 38-16,-1 5-43 0,-1-1 29 0,1 5-41 15,1 1 30-15,1 2-42 0,0 0 32 0,1 2-37 16,3-1 33-16,-1 0-38 0,-1 3 4 0,3-2-8 16,2-1-15-16,-1-1-43 0,3 0-65 0,-1-5-76 15,1 0-145-15,1-1-179 0,1-2-128 0,2-2-828 16,1-2-1119-16</inkml:trace>
  <inkml:trace contextRef="#ctx0" brushRef="#br0" timeOffset="83261.94">23263 13260 1405 0,'-1'-8'901'0,"1"8"-196"0,-1-7-105 0,1 7-109 0,0 0-86 16,-2-8-64-16,2 8-22 0,0 0-49 15,0-10-47-15,0 10-43 0,10-11-32 0,1 3-13 16,1-1-28-16,8-1-19 0,5-1-19 0,2-3-14 0,2 3-11 15,-2-2-7-15,1 2-9 0,1 0-37 16,-3 0 29-16,-3 1-44 0,-2 2 10 0,-3-1-46 16,-3 1-12-16,-2 2-102 0,-3-1-146 0,0 1-124 15,-3-1-79-15,-5 0-102 0,-2 7-137 0,0-9-347 0,0 9-725 16</inkml:trace>
  <inkml:trace contextRef="#ctx0" brushRef="#br0" timeOffset="83612.32">24213 12246 1080 0,'7'-21'765'0,"1"-1"-142"15,-2 2-133-15,-4 3-82 0,-2 4-58 0,-3 0-22 16,-2 4-51-16,-3 0-9 0,-1 6-19 0,-4 2-6 15,-4 4-3-15,-9 9-35 0,-6 8 9 0,-9 14-63 16,-1 7 2-16,-3 11-7 0,4 5-22 0,-1 3-6 16,7 5-1-16,5 1 8 0,3-1-43 0,9 2 55 15,6 1-38-15,7-5 13 0,6-4-3 0,6 6 41 16,6-4-50-16,9-3 53 0,5-3-66 0,6-5 23 16,5-5-16-16,6-3-13 0,6-4-50 0,3-7 42 15,5-4-55-15,1-5 36 0,3-5-51 0,3-6 21 0,-11-3-40 16,2-4 9-16,-1-5-64 0,-2-4-24 0,-3-4-52 15,-3-3-60-15,-4-4-48 0,-4-3-54 16,-1-3-79-16,-6-2-136 0,-4-5-123 0,-9 1-80 16,-4 3-795-16,-7-3-1153 0</inkml:trace>
  <inkml:trace contextRef="#ctx0" brushRef="#br0" timeOffset="84411.8">25036 12416 666 0,'-11'-18'622'0,"1"3"-83"0,2 1-101 0,2 3-107 0,1 0-68 0,-1 5-53 15,6 6-1-15,-3-8 20 0,3 8 3 0,6 6-12 16,1-1-12-16,2 8-34 0,2 2 2 0,7 6-30 15,0 2-18-15,1 4-36 0,3 2-2 0,0 1-34 16,-2 0-9-16,-1 0-15 0,-1-2-2 0,-1-2-5 16,-1-1-4-16,-3-1-6 0,0 0-1 0,-2-5-1 15,0 1-9-15,-2-2 4 0,1-2-39 0,-4-4-68 16,2 1-127-16,-2-3-122 0,3-1-151 0,-2-4-220 16,2-2-315-16,-9-3-647 0</inkml:trace>
  <inkml:trace contextRef="#ctx0" brushRef="#br0" timeOffset="84596.15">25506 12569 389 0,'0'0'779'0,"11"-5"-175"0,-11 5-90 16,9-5-87-16,-9 5-47 0,9-6-31 0,-2 1-29 16,3 2-35-16,1-3-48 0,6-2-50 0,4-1-42 15,5-3-23-15,10-2-29 0,6 1-17 0,2-4-18 0,3 3-11 16,0-4-13-16,8-1-15 0,0 0-76 0,-9 2-163 15,-1 0-148-15,-4-4-184 0,-1 2-667 0,-6 0-829 16</inkml:trace>
  <inkml:trace contextRef="#ctx0" brushRef="#br0" timeOffset="84811.83">26280 11906 320 0,'4'-6'784'0,"-4"6"-176"0,5-9-106 15,-5 9-76-15,0 0-33 0,0 0-29 0,16 6-3 16,-10 0-37-16,4 5-40 0,2 3-38 0,-1 4-39 0,6 2-29 16,-2 3-35-16,7 6-27 0,0 0-28 15,-1 3-7-15,1 1-22 0,1-1-8 0,0-1-6 16,-2 3-11-16,0-3-7 0,1 0-18 0,-3 1 4 16,0-2-53-16,2-3-43 0,-6-4-86 0,2 0-170 15,-6-6-154-15,3-1-130 0,-3 0-612 0,-4-5-845 16</inkml:trace>
  <inkml:trace contextRef="#ctx0" brushRef="#br0" timeOffset="85029.58">26362 12101 485 0,'-6'-14'770'0,"2"1"-177"0,3 3-99 0,-1-1-105 15,2-1-46-15,4 1-43 0,3-1-36 0,0-1-45 16,7-3-40-16,0-1-38 0,7 1-22 0,3-3-26 15,4-2-19-15,4 2-17 0,3 0-9 0,0 0-15 16,3 1-2-16,-1 0-12 0,0 3-1 0,1-1-10 16,-7 3-15-16,-6 1-37 0,-2 3-75 0,-4 1-74 15,-6 1-83-15,-1 3 0 0,-12 4-32 0,10-3-7 16,-10 3-11-16,0 0-28 0,-8 8-78 0,-1-1-207 16,-5 4-148-16</inkml:trace>
  <inkml:trace contextRef="#ctx0" brushRef="#br0" timeOffset="85195.8">26493 12047 376 0,'-11'15'343'0,"4"-5"-2"16,0-1-16-16,2-1 25 0,3-1 4 0,2-7-14 16,0 11-33-16,0-11-29 0,10 7-29 0,-10-7-33 15,18 0-13-15,-4 0-28 0,1-4-32 0,9 0-25 0,2-4-28 16,6 1-15-16,6-5-16 0,3-1-13 16,1 0-14-16,0-1-8 0,2-3-38 0,1 0-112 15,-2-1-106-15,-1-1-120 0,-1-1-133 0,0 3-525 16,-3-2-614-16</inkml:trace>
  <inkml:trace contextRef="#ctx0" brushRef="#br0" timeOffset="85445.57">27447 11423 594 0,'-11'-15'751'0,"-3"2"-114"0,0 0-100 0,-2 2-68 0,2 4-61 16,-2 2-41-16,1 3-25 0,0 2-43 0,-1 7-26 15,-4 2-17-15,1 10-16 0,-3 8-13 16,2 7-18-16,5 4-7 0,-1 6-39 0,6 2-32 0,4 1-22 16,2 1-16-16,3 1-21 0,3 0-11 0,6-3-11 15,1-1-8-15,3-1-32 0,5-5 25 16,2 2-31-16,4-8 31 0,2 1-13 16,4-5-7-16,3-4-9 0,6-2-30 0,1-8-51 0,0 1-57 15,5-8-46-15,-6-2-85 0,-1-6-107 0,2 0-113 0,-5-4-94 16,2-4-154-16,-2-5-474 0,-6-1-815 15</inkml:trace>
  <inkml:trace contextRef="#ctx0" brushRef="#br0" timeOffset="85646.75">27819 11474 270 0,'-5'-15'837'0,"-1"6"-186"15,2 1-109-15,0-1-118 0,1 2-62 0,3 7-29 0,-5-5-17 16,5 5-20-16,0 0-50 0,0 7-15 0,4 4-12 15,1 1-28-15,3 6-5 0,1 3-34 0,3 5-24 16,1 2-15-16,5 3 20 0,-2 2-64 0,1 2 29 16,0-3-66-16,2-1-8 0,-3 0-12 0,0-6-33 15,-3 0-94-15,2-3-182 0,-6-2-184 0,3-2-193 16,-6-3-684-16,2-2-960 0</inkml:trace>
  <inkml:trace contextRef="#ctx0" brushRef="#br0" timeOffset="85796.12">28113 11721 859 0,'1'-7'819'0,"-1"1"-154"15,0 6-132-15,3-11-89 0,-3 11-75 0,0-8-75 16,0 8-51-16,1-10-60 0,-1 10-39 16,4-8-89-16,-4 8-158 0,5-7-157 0,3 2-164 0,-1 0-211 15,1 2-361-15,0-1-593 0</inkml:trace>
  <inkml:trace contextRef="#ctx0" brushRef="#br0" timeOffset="86095.63">28293 11504 763 0,'3'-7'819'16,"-3"7"-146"-16,2-7-125 0,-2 7-72 0,0-10-58 16,0 10-57-16,5-8-48 0,-5 8-50 0,13-6-18 15,0 4-43-15,1 0-21 0,5 2-29 0,4 2-27 16,0 0-27-16,4 3-13 0,-1-1-22 0,-1 2-13 15,-3 2-10-15,-3 0-10 0,0 2-6 0,-3-1-5 16,-4 1 40-16,-3 3-53 0,-3-1 45 0,-5 1-55 16,-4 1 46-16,-3 2-41 0,-6 1 32 15,-3 3-51-15,-3-4 49 0,-2 3-50 0,1-1 47 0,2-5-49 16,0-1 48-16,4 0-49 0,-1-2 50 0,4-2-52 16,1 0 52-16,0-2-49 0,4 0 70 0,5-6-52 15,0 7 45-15,0-7-49 0,14 1 40 0,0-3-50 16,5-4 42-16,7 0-59 0,3-4 29 0,7-7-99 15,0-1-92-15,0-5-137 0,-2 2-116 0,1-4-95 16,-1-2-124-16,-2 1-576 0,-4-2-853 0</inkml:trace>
  <inkml:trace contextRef="#ctx0" brushRef="#br0" timeOffset="86446.86">28937 11232 74 0,'-6'-10'702'0,"2"3"-178"16,0 1-94-16,-1 1-44 0,5 5-42 0,-4-10-39 15,4 10-26-15,-6-7-20 0,6 7-10 0,-8-6-18 16,8 6-26-16,0 0-19 0,-11 1-33 0,11-1-32 16,-12 9-14-16,5-3-20 0,0 0-26 0,-2 5-2 15,0 0-19-15,-1-1-4 0,1 3-12 0,3-2 3 16,-1 2-12-16,1-1 4 0,2-1-8 0,3 0-2 16,2 1-2-16,2-4-3 0,3 3 3 0,2-1-3 15,3-3 3-15,5 1-4 0,0-1-2 0,3 0 2 16,4-1-2-16,-1-1 1 0,1 0-3 0,1-2 1 0,2 0 1 15,-2 0-1-15,3 0 0 0,-3 1 0 0,-1 2 1 16,-5-3 0-16,0 0-3 0,0-1 6 16,-5 4-5-16,-2-1 11 0,1-1-13 0,-5 1 7 15,1 0-4-15,-5 1 7 0,-1 0-6 0,-2-6 4 16,-2 13-7-16,-1-7 6 0,-1 3-7 0,-2-3 9 16,-2-2-11-16,2 3 3 0,-2-1-9 0,1-2-33 15,-2 0-73-15,-2-1-109 0,1 1-81 0,1-3-116 16,-3-1-131-16,12 0-482 0,-22 0-652 0</inkml:trace>
  <inkml:trace contextRef="#ctx0" brushRef="#br0" timeOffset="86628.22">28873 11354 67 0,'0'-7'747'0,"4"-1"-177"0,-1-3-110 15,3 2-42-15,3-2-67 0,4-2-25 0,2 0-29 16,6-2-28-16,3-1-36 0,7-1-45 0,3 1-38 0,3-2-30 15,3 1-25-15,3 2-18 0,-2 0-20 16,1-1-9-16,0 1-14 0,-2 0-20 0,-1 2-84 16,-5-2-113-16,-4 2-112 0,-4-2-78 0,-1 3-129 15,-6-2-468-15,-3 0-557 0</inkml:trace>
  <inkml:trace contextRef="#ctx0" brushRef="#br0" timeOffset="86878.47">29385 10689 480 0,'0'0'563'16,"12"3"-112"-16,-5 0-5 0,3 3-19 0,5 1-33 15,3 3-20-15,5 3-36 0,3 5 4 0,6 1-41 16,2 3-1-16,3 5-66 0,8 3 1 0,-1 4-54 16,2 3 12-16,0-1-52 0,-2 3 15 0,-2 0-28 0,-4 1-71 15,-3 2 31-15,-10-6-57 0,-4 1-9 0,-4 2 6 16,-4 0-10-16,-6 2-13 0,-3 0-19 0,-4-4 0 15,-4 0-94-15,-1 4-37 0,-7-2-50 0,-1-1-89 16,-4-5-76-16,-1 0-9 0,-4-5 7 16,0-3-11-16,0-7-18 0,-3-2-68 0,1-7-439 15,1-2-462-15</inkml:trace>
  <inkml:trace contextRef="#ctx0" brushRef="#br0" timeOffset="87145.93">29653 10411 471 0,'8'-15'712'0,"-1"7"-147"16,5 2-83-16,1 6-77 0,4 6-1 0,13 7-17 16,8 8 9-16,13 12-56 0,3 8 6 0,5 7-78 15,12 18-4-15,-3 6-71 0,-4 6 8 0,-4 2-12 16,-9 6-40-16,-3-1-58 0,-9 5 15 0,-12-13-18 15,-4 1 27-15,-6 3-62 0,-7-1 20 0,-6-3-28 16,-7 1-74-16,-8-3 20 0,-5-1-92 0,-9-4-27 16,-9-3-30-16,-3-1-39 0,-18 7-53 0,-3-4-78 15,-4-4-59-15,-7-5-21 0,-5-5-152 0,9-12-632 16,-18 5-803-16</inkml:trace>
  <inkml:trace contextRef="#ctx0" brushRef="#br0" timeOffset="88163.72">24071 14420 50 0,'-10'-5'515'0,"10"5"-144"0,-9-8-50 16,2 2-37-16,1 0-44 0,-2-2-7 15,-1 1-7-15,0-1 0 0,0 2-7 0,0 0-13 0,0-2-18 16,-2 3-31-16,1 1 3 0,-1 1-12 0,-1 0 5 15,0 3 3-15,-1 3-21 0,-1 3 7 0,3 0-34 16,-2 6 4-16,0 2-6 0,4 1-17 0,2 6-14 16,0-2-17-16,3 3-6 0,3-2-16 0,2 2 0 15,3-1-11-15,0 2 0 0,5 0 33 0,-1-4 19 16,2 0-18-16,3-3 14 0,1-3-19 0,2-1 11 16,0-5-26-16,0-2 13 0,4-3-26 0,-1-5 13 15,4-4-22-15,-3-3-8 0,6-5 0 0,-5-1-2 16,-1-3 0-16,-1-3 0 0,-3 0-5 0,-5-5 20 15,-4 1-22-15,-3 0 19 0,-3 1-22 0,-2-3 18 16,-3 0-19-16,-5-2 17 0,-2 5-22 0,-6 2 27 16,-2 1-28-16,-2 4 27 0,-1 2-30 0,-4 6 26 0,2 4-30 15,1 2 25-15,0 4-33 0,-3 3 13 16,3 1-45-16,3 3-26 0,-1 3-49 0,3 3-52 0,6 0-110 16,3 1-119-16,1 1-156 0,5-2-611 15,5-1-791-15</inkml:trace>
  <inkml:trace contextRef="#ctx0" brushRef="#br0" timeOffset="88346.48">24417 14325 878 0,'3'-9'801'0,"-2"2"-162"0,-1 7-137 0,-1-12-82 15,1 12-69-15,-2-8-63 0,2 8-62 0,0-10-44 16,0 10-31-16,0 0-42 0,4-7-25 0,-4 7-25 15,0 0-84-15,18 1-170 0,-18-1-150 0,19 1-150 16,-9 1-643-16,2-1-753 0</inkml:trace>
  <inkml:trace contextRef="#ctx0" brushRef="#br0" timeOffset="88829.19">24767 14148 718 0,'10'-11'567'0,"-5"-2"-84"16,2 3-32-16,-2-1-57 0,0 1-19 0,-1 1-34 16,-1-1-36-16,2 1-30 0,-3-1 1 0,2 2-49 15,-1 0-14-15,-1 2-57 0,-2 6-13 0,0-12-47 16,0 12 12-16,-4-9-43 0,4 9 10 0,-12-4-37 16,12 4 13-16,-20 1-31 0,6 2 18 0,0-1-28 0,-1 4 19 15,0-1-22-15,-2 0 12 0,4 2-27 0,0-1 23 16,1 0-21-16,0 0 20 0,3 0-23 0,2-1 21 15,0 1-20-15,2 2 31 0,1-2-37 0,4 1 28 16,0 1-28-16,5-1 43 0,2 3-45 0,3-2 27 16,3 3-29-16,2 0 28 0,4 2-26 0,0-2 25 15,2 4-26-15,3 0 26 0,0-1-20 16,1 2 23-16,-4-2-18 0,1 1 17 0,-3-3-23 16,-2 1 23-16,-2-3-21 0,-3 2 24 0,-2-4-26 0,-1 3 24 15,-3-1-16-15,-3 0 6 0,-2-1 3 16,-2 1 3-16,-3 0 9 0,-1-1-5 0,-5 1 7 0,1-2 0 15,-3 0-8-15,0 1 1 0,0-3-2 0,-3-2-3 16,3 0 2-16,-1-2-3 0,-1-2 2 0,0-2 5 16,2-2-10-16,0-3-4 0,2-1 1 0,1-4-13 15,6-2-2-15,1-3 21 0,4-3-40 0,5-2 22 16,4-7-38-16,3-3-10 0,5-1-27 0,-1-1-18 16,4 4-10-16,0 1-21 0,-1 0-31 0,1 4-33 15,-3 2-39-15,2 6-40 0,-6 4-9 0,2 1-50 16,-3 2-25-16,-1 5-34 0,-1 2-59 0,1 0-281 15,-2 2-242-15</inkml:trace>
  <inkml:trace contextRef="#ctx0" brushRef="#br0" timeOffset="89212.35">25259 14049 69 0,'9'-3'557'0,"0"-3"-127"0,-2 0-72 0,0 0-65 0,0-1 13 0,-1-2-25 0,0 0-27 16,-2-1-37-16,-1 0 1 0,1-1-11 15,-2 1-35-15,0 0-1 0,-1-2-17 0,-1 4-19 16,0-3-8-16,-3 1-8 0,1 1-10 0,-4 1-15 15,1 0-21-15,-2 2-9 0,-5-2-5 0,2 5-2 0,-3-2-17 16,-1 5 0-16,0 0-17 0,-4 1 4 16,-1 4-6-16,2 2-1 0,-2-1-5 0,4 4 0 15,-2-1-4-15,6 3-3 0,-2-1 3 0,5 1-4 0,3 2 46 16,3-3-5-16,3 0 9 0,1 1 0 16,6 0-10-16,2-1-8 0,1-4 0 0,0 2 2 15,4-3-9-15,1-3-3 0,2 0-1 0,-4-3-20 0,4-3 16 16,-2 1-15-16,2-2 15 0,-1-1-11 0,-2-1 39 15,0 2-15-15,-3-2 61 0,-2 1-34 0,0 0 5 16,-1 2-6-16,-1-1-10 0,-8 4 35 0,14-5-50 16,-14 5 27-16,10-1-51 0,-10 1 40 0,5 7-51 15,-2-1 42-15,-2 4-53 0,1 0 47 0,-1 4-50 16,0 0 44-16,2 1-53 0,0 3 50 0,-1-2-52 16,0 1 47-16,1 0-44 0,-1 0 46 0,1 0-53 15,-2-1-11-15,3-2-29 0,-1 1-44 0,-1-5-76 16,2 2-110-16,-1-1-111 0,0-3-92 0,0 0-118 15,1-3-608-15,-4-5-832 0</inkml:trace>
  <inkml:trace contextRef="#ctx0" brushRef="#br0" timeOffset="89566.89">25530 13878 412 0,'0'-19'808'0,"3"3"-176"0,-2 3-104 15,0 1-96-15,-1 2-44 0,2 4-38 0,-2 6-26 16,0-8-21-16,0 8-41 0,0 0-20 0,-2 9-35 15,4-3-47-15,-2 1-29 0,2 4-24 0,1 2-22 16,2 0-14-16,0 2 37 0,1-2-64 0,2 3 31 16,-2-4-58-16,4 1 42 0,0 0-56 0,0-1 42 15,1-4-41-15,1 2 42 0,-2-3-51 0,4-1 46 16,-4-1-48-16,3-4 41 0,-3 0-49 0,2-2 47 16,-1-3-51-16,-1-2 46 0,1 0-47 0,0-4 46 15,-2-1-49-15,-1-2 4 0,-2-2 7 0,-1 2-3 0,-1-3 9 16,0 3 11-16,-3-2-7 0,1 2 12 15,-2 3-17-15,0-2 4 0,1 3 0 0,-1 0-2 16,0 3 0-16,0 6 0 0,0 0 9 0,0 0 13 0,0 0-18 16,0 0 3-16,-1 8-2 0,1 2 4 0,1 2 38 15,0 0-54-15,2 4 46 0,-1 0-42 0,2 0 38 16,1 0-45-16,3 0 42 0,-2 0-49 16,1-2 40-16,-1 2-59 0,4-3 8 0,-2-1-69 0,1 0-78 15,1-4-121-15,-1 1-107 0,0-4-48 0,-1-2-86 16,2 1-76-16,-10-4-407 0,15-1-635 0</inkml:trace>
  <inkml:trace contextRef="#ctx0" brushRef="#br0" timeOffset="89911.94">26011 13777 569 0,'0'-6'681'0,"0"6"-148"0,2-10-70 16,-2 10-61-16,0 0-37 0,0-9-39 0,0 9-24 0,0 0-23 15,0 0-22-15,5 6-22 0,-5-6-43 16,4 8-23-16,1-3-23 0,1 1-31 0,-1 1-20 15,2-2-18-15,2 2-16 0,-2-1-13 0,3-1-9 16,-3 0-11-16,2-1 8 0,0 0-3 0,3-2-6 16,-12-2-5-16,18 1-6 0,-7-3-2 0,-2-3-4 15,0 3 4-15,1-4-4 0,-2 0-1 0,-2-3 0 16,2 0-3-16,0-3 0 0,-3 1 2 0,-1-3 11 16,-2 3 24-16,1-1 11 0,-2 2 3 0,2-1 25 15,-1 2 35-15,-2 1-53 0,2 0-8 0,-2 8-7 0,2-12 37 16,-2 12-36-16,0 0 7 0,0 0-8 0,0 0-8 15,-1 8-7-15,1 1-3 0,1 1-7 16,-1 2-4-16,0 2-9 0,3 1 2 0,0 3-11 16,1-2 39-16,0 2-43 0,1 0 33 0,-1-1-44 15,1 1 26-15,2-2-63 0,0 2 3 0,2-2-112 16,0-3-81-16,1 0-139 0,1-1-150 0,-2-3-77 16,-1-1-153-16,0-1-458 0,-2-3-827 0</inkml:trace>
  <inkml:trace contextRef="#ctx0" brushRef="#br0" timeOffset="90161.43">26735 13787 1271 0,'9'-7'931'0,"-9"7"-205"15,9-9-129-15,-9 9-107 0,10-10-97 0,-2 5-88 16,0-1-58-16,2 0-49 0,3-1-35 0,5-2-27 15,3 0-33-15,4-1-18 0,4-1-20 0,-1 0-10 16,2 1-9-16,-1-1-9 0,-1 0-4 0,-1 2-9 16,-5-1-11-16,-2 2 30 0,-5 2-67 0,0-2-36 15,-3 2-82-15,-5-3-117 0,-2 3-119 0,-5 6-88 16,-1-10-109-16,-6 7-177 0,-4-1-278 0,-2 1-644 16</inkml:trace>
  <inkml:trace contextRef="#ctx0" brushRef="#br0" timeOffset="90779.4">28373 12935 465 0,'-6'-16'688'0,"-1"3"-155"0,-5 4-88 0,-2 1-79 0,-4 3-65 0,0 4-39 16,-7 2-19-16,-6 6-14 0,-2 7 9 0,-2 5-25 15,-1 8-4-15,-3 6-32 0,3 8-3 0,4 5-19 16,4 2-6-16,8 4 11 0,6-7-30 0,3 5 30 15,6 0-58-15,5 0-17 0,5 2 18 0,2-2-8 16,8 8-6-16,3-4-3 0,4-1 26 0,3-6-58 16,5-3 33-16,3-2-60 0,4-6 27 0,-4-9-74 15,6-4 14-15,3-4-88 0,-1-6-69 0,2-3-121 16,-5-7-134-16,-1-3-96 0,-1-6-118 0,-3-2-652 16,3-6-891-16</inkml:trace>
  <inkml:trace contextRef="#ctx0" brushRef="#br0" timeOffset="90995.49">28590 13039 28 0,'-1'-8'795'0,"-1"2"-214"16,2 6-143-16,-2-7-64 0,2 7-59 0,0 0-40 16,-4 10-33-16,4-4 3 0,-2 7-14 0,2 1 12 15,2 3-31-15,0 6-12 0,2 1-22 0,0-1-46 0,4 7-25 16,-1 1-20-16,2 0-17 0,0-1-15 15,3 5-11-15,-1-6-5 0,1 2-6 0,2 0-14 16,-3-2-8-16,3-4-27 0,-1 2-37 0,4-5-102 16,-3 0-130-16,0-6-104 0,0 0-157 0,1-3-551 0,-3-3-715 15</inkml:trace>
  <inkml:trace contextRef="#ctx0" brushRef="#br0" timeOffset="91211.62">28994 13327 782 0,'1'-8'619'15,"-1"8"-115"-15,2-11-54 0,-2 11-63 0,4-12-71 0,-3 6-17 16,5-1-38-16,3-3-23 0,2 1-18 0,3-2-33 16,8-1-44-16,5-1-28 0,6-1-26 0,3-3-16 15,1 4-16-15,1-2-13 0,2 4-20 0,-3-3-37 16,-1-1-92-16,-1 2-110 0,-5 1-82 0,-1-1-90 15,-3 2-93-15,-1-1-552 0,-7 0-646 0</inkml:trace>
  <inkml:trace contextRef="#ctx0" brushRef="#br0" timeOffset="91745.16">30061 12797 64 0,'4'-7'624'16,"-2"-1"-155"-16,-2 0-82 0,0 8-19 0,-1-12-26 15,-2 8-38-15,3 4-16 0,-10-8 15 0,10 8-3 16,-18-1 12-16,7 4-25 0,-5 0-15 0,2 1-67 16,-5 6-13-16,4 2-40 0,-2-2-7 0,0 5-47 15,2-1-19-15,2 1-1 0,3 2-20 0,1 1-12 16,3 1-3-16,3 0 41 0,3 0 33 0,3-2-59 15,3 3 34-15,3-1-58 0,5-2 37 0,2-1-11 0,0-2-7 16,8 0-4-16,-4-5-2 0,1-1-4 0,2-3-9 16,-3-2-5-16,1-3-48 0,0-3 46 15,0-2-44-15,1-3 44 0,-3-4-51 0,-1 1 7 0,-1-7 46 16,-2-1-48-16,-3-2 42 0,-3 0-1 0,-4-3-10 16,-1 0-3-16,-2-1-2 0,-4 0-4 0,-2 1-1 15,-1 1 3-15,-3 1-4 0,-1 2-1 0,-2 0-1 16,-2 4-1-16,-1 2-3 0,0 0-2 0,-3 5-12 15,3 1-10-15,-4 4-20 0,4 2-48 0,-1 2-16 16,1 2-55-16,-2 2-56 0,5 3-112 0,-1 1-102 16,5 3-72-16,2-1-152 0,3 2-465 0,2-2-743 15</inkml:trace>
  <inkml:trace contextRef="#ctx0" brushRef="#br0" timeOffset="91932.31">30435 12866 186 0,'5'-4'806'0,"-1"0"-202"0,-4 4-121 0,4-11-84 15,-4 11-69-15,2-8-68 0,-2 8-49 0,3-10-42 0,-3 10-34 16,1-7-30-16,-1 7-28 0,2-7-108 16,-2 7-118-16,0 0-112 0,3-7-160 0,-3 7-499 0,8-6-486 15</inkml:trace>
  <inkml:trace contextRef="#ctx0" brushRef="#br0" timeOffset="92362.26">30817 12544 35 0,'11'-15'759'0,"-4"2"-150"0,2 0-98 0,-4 0-69 16,-1-2-56-16,-1 2-27 0,-1 1-47 15,-2-1-35-15,0 2-35 0,-1-1-26 0,-2 0-29 0,-2 3-39 16,1-2-31-16,-2 1-22 0,-2 2-12 0,1 1-10 15,-2 0 1-15,-3 3-14 0,2 1-6 0,10 3-15 16,-23 0-9-16,11 3-4 0,2 0-7 0,-1 2-3 16,3 1-4-16,0 0-2 0,0 4-3 15,2-2 0-15,4 3-3 0,-1 0-1 0,5-1 4 0,0 2-6 16,3 0 0-16,5 1 11 0,3 0-12 0,1 1 12 16,4-1-16-16,1 1 11 0,-2-3-14 0,3 0 13 15,0 3-14-15,-1-4 14 0,1 2-9 0,-2 1 8 16,0-2-12-16,-4 2 11 0,1-1-10 15,-4-2 10-15,-4 2-10 0,1-1 13 0,-4 1-13 16,-2-1 14-16,-4 0-13 0,-2-1 14 0,-4 1-9 16,1 1 0-16,-2-6 0 0,-2 4 3 0,0-4 4 0,1-2 3 15,-2 2 2-15,1-5-2 0,0 1-1 0,11-2 13 16,-24-2 21-16,15 1-10 0,-2-5-6 16,1 0-5-16,-1 0 7 0,2-4 1 0,4 1-8 15,-1-2-2-15,3-1-9 0,3 1 1 0,0-3-11 0,3-1 3 16,2-1-3-16,0 1-3 0,5-3-6 0,-1 2-8 15,0 3-24-15,1 1-47 0,1 0-80 0,-2 1-86 16,1 3-82-16,-1-1-77 0,0 3-83 0,-2 2-61 16,3 0-445-16,0-1-603 0</inkml:trace>
  <inkml:trace contextRef="#ctx0" brushRef="#br0" timeOffset="92811.38">31295 12403 668 0,'9'-10'623'0,"-4"-1"-89"0,2 0-33 16,-3 0-75-16,-1 0-36 0,0 1-25 0,-2-1-45 16,-1-1-26-16,0 1-40 0,-1 0-25 0,-2 0-46 15,0 0 15-15,-3 3-50 0,1-2 19 0,-2 2-57 16,-1 2 26-16,0-1-60 0,-2 3 26 0,-1 2-60 16,0 1 36-16,11 1-58 0,-23 2 35 0,12 1-51 15,-2 0 44-15,2 4-13 0,0 0-6 0,1 3-7 16,1 0-4-16,0 0-5 0,5 1-1 0,-1 0-2 15,3-2-1-15,2 3 1 0,0-2-4 0,4 0 1 16,1-1 1-16,1 0 2 0,-1-3-2 0,4 1 3 16,0-1-6-16,0-2 1 0,-1-1-1 0,1-1 0 15,-9-2-1-15,18 0-1 0,-9-2-1 0,-1-1 1 16,1-1 0-16,0-2 0 0,-2-2-2 0,2 1 0 16,-2-3 1-16,-3 0-1 0,3-2 6 0,-4 1-42 15,1 2 50-15,1-2-40 0,-2 1 52 0,-1 2-38 0,0 0 49 16,0 2-48-16,0 0 38 0,0 0-44 15,-2 6 45-15,3-7-35 0,-3 7 50 0,0 0-46 0,5 5 39 16,-4 0-7-16,2 6-6 0,0-3-5 0,1 6-6 16,-1 0-1-16,2 1-3 0,-1 1-1 15,0 0-1-15,1 2-4 0,2 1 6 0,-3 0-9 0,3 0-1 16,-2-2-12-16,-1 0-35 0,1-1-69 16,0-2-82-16,0-1-109 0,-1-1-112 0,0 0-86 15,-1-2-75-15,1-2-124 0,1-1-416 0,3-1-736 0</inkml:trace>
  <inkml:trace contextRef="#ctx0" brushRef="#br0" timeOffset="93197.7">31617 12180 47 0,'-1'-14'789'0,"0"3"-193"0,-2 2-82 0,1 2-43 0,-1 1-74 0,2-1-24 15,-2 2-39-15,3 5-16 0,-5-5-19 0,5 5-34 16,0 0-32-16,-8 2-18 0,8-2-40 0,-1 9-55 15,2-2 8-15,2 0-54 0,1 5 17 0,1-3-23 0,3 1-8 16,0 1-13-16,3-1-9 0,-1 0-12 16,3-1-2-16,0 0-9 0,-1-2 0 0,1-1 1 0,-1 0 1 15,0-2-5-15,0-1-1 0,-2-3-6 0,-10 0-5 16,23-1 0-16,-13-2 3 0,1-1-11 0,-4-3-2 16,2 0-2-16,1-4 5 0,-3 0-2 0,-1-1 1 15,-2-1 30-15,1 0-27 0,0 0 38 0,-2 0-19 16,-2 0 29-16,0 1-29 0,-1-1 25 0,0 2-15 15,0 0 23-15,0 3-30 0,0-1 15 0,0 3-30 16,0 6 29-16,-1-9-14 0,1 9 19 0,0 0-17 0,0 0 19 16,-4 11-15-16,4-4 14 0,3 4-19 15,1 2-4-15,1 1 9 0,1 3-13 0,1 2-4 16,3 0 3-16,0-2 9 0,0 1-17 0,2 1 15 0,-2-4-24 16,-2-2 13-16,2-2-31 0,-1 2-12 0,-1-5-80 15,0 0-78-15,-3-2-126 0,3-3-101 16,-8-3-33-16,11 4-39 0,-11-4-17 0,8-4-24 0,-8 4-468 15,7-8-606-15</inkml:trace>
  <inkml:trace contextRef="#ctx0" brushRef="#br0" timeOffset="93545.3">31966 12078 585 0,'-1'-12'521'16,"0"5"-73"-16,-1 1-56 0,2 6-38 0,-1-12-59 0,1 12-14 16,-1-8 1-16,1 8-1 0,0 0 0 15,0 0-23-15,0 0 3 0,0 0-41 0,6 6-14 16,-2-2-49-16,1 3-4 0,0 1-51 0,2-1 1 0,-1 0-36 15,-1 2-10-15,2-1-1 0,0 0-15 0,0-2-6 16,-2 1-6-16,0-2-7 0,1 0-1 0,-2 0-1 16,-4-5 0-16,10 6-2 0,-10-6 1 0,0 0-5 15,18-3-1-15,-11 1 26 0,0-4-37 0,0 0 29 16,0-1-33-16,-2-3 25 0,4-2-29 0,-4-1 28 16,1 1-29-16,-1-2 38 0,-1 1-13 0,1 1 53 0,-3-1-29 15,3 2 23-15,-5 1-22 0,4 1 16 16,-3 0-16-16,2 2 17 0,-2 2-24 0,-1 5 14 15,3-9-3-15,-3 9 22 0,0 0-29 0,0 0 15 16,0 8-27-16,0-8 16 0,1 13-27 0,0-1 20 0,2-2-23 16,1 4 15-16,0 2-20 0,2-3-2 0,0 2 1 15,1 0-4-15,-1-1 1 0,1-1-2 0,1 0-19 16,0-1-41-16,-1-1-60 0,-2-2-96 0,2-1-108 16,-2-2-127-16,-1-1-71 0,-4-5-49 0,5 6-48 15,-5-6-571-15,0 0-798 0</inkml:trace>
  <inkml:trace contextRef="#ctx0" brushRef="#br0" timeOffset="93761.82">32132 11891 204 0,'-1'-13'723'0,"1"3"-159"0,0 1-107 0,3 1-55 0,-3 8-55 16,7-7 3-16,-7 7-6 0,16-1-19 0,-4 3-3 16,1 4-24-16,9 4-10 0,0 3-53 0,7 6-6 15,1 2-58-15,0 2-5 0,0 2-56 0,0 2 1 16,-2-1-47-16,-1 0 12 0,-1 2-36 0,-5 1 14 15,-3-1-35-15,-4-2 21 0,-3 0-35 0,-6-1 20 16,-3 1-39-16,-7 5 7 0,-5 5-64 0,-7 1-49 16,-6-1-94-16,-10 9-92 0,-3-1-76 0,-5-3-26 15,-6 1-36-15,-3-2-27 0,-2-2-53 0,-2-1-418 16,-1-4-523-16</inkml:trace>
  <inkml:trace contextRef="#ctx0" brushRef="#br0" timeOffset="94261.4">26535 15274 573 0,'-17'8'706'0,"3"-3"-174"0,0 1-109 0,1-1-93 0,2 1-60 0,2-2-26 15,0-1 40-15,2 0 7 0,7-3-1 0,-10 4-36 0,10-4-37 16,0 0-56-16,0 0-20 0,22-4-38 0,-4-2-12 15,4-1-23-15,8-4-1 0,6-2-26 16,2 1-2-16,-1-2-27 0,-7 1-37 0,-1 2-98 16,-2 0-87-16,-8 3-97 0,0-1-60 0,-6 3-55 0,-3 0-47 15,-10 6-50-15,0 0-331 0,0 0-394 16</inkml:trace>
  <inkml:trace contextRef="#ctx0" brushRef="#br0" timeOffset="94411.12">26342 15540 394 0,'-12'15'402'0,"6"-2"-20"0,1 1-57 0,3-3-12 0,2 0-4 16,3-3-21-16,3 1-31 0,6-3-30 0,3-2-36 16,3-4-43-16,10 0-22 0,6-4-29 0,10-4-17 15,4-5-18-15,3 0-9 0,9-7-19 0,1-1-29 16,-2-1-102-16,-2-2-127 0,-7 1-171 0,1-4-538 16,-14 4-510-16</inkml:trace>
  <inkml:trace contextRef="#ctx0" brushRef="#br0" timeOffset="94713.03">27141 15022 263 0,'-2'-10'784'0,"0"2"-172"0,-2 2-92 0,4 6-78 0,-12-2-60 15,2 5-44-15,1 3-32 0,0 5-10 0,-5 4-31 16,4 1-18-16,-2 3-3 0,1 6-56 0,2 0-32 16,1-1-32-16,6 1-22 0,-2 0 18 0,5 1-50 15,2-1 51-15,2 0-58 0,1-4 34 0,3 1-14 16,4-2 2-16,-2-5-52 0,5 0 47 0,-1-6-58 15,4-3 43-15,-2-5-55 0,3-2 42 0,2-4-52 16,-1-3 41-16,3-5-49 0,-1-2 6 0,-4-4-1 0,0-4 44 16,-1 0-55-16,-5-4 48 0,-3-2-7 0,-1 1-5 15,-5 2-4-15,-3 1-4 0,-4 0-2 16,0 1-2-16,-5 1-3 0,-2 2-1 0,-2 2-45 0,-3 3 50 16,-2 4-1-16,-2 1-4 0,-2 3-4 0,-1 4-3 15,1 2-13-15,0 4-16 0,-2 2-29 16,3 4-64-16,-1 1-7 0,4 4-45 0,0-1-65 0,6 5-116 15,2-3-101-15,7 1-96 0,0 0-145 0,5 1-406 16,1-1-720-16</inkml:trace>
  <inkml:trace contextRef="#ctx0" brushRef="#br0" timeOffset="94895.9">27492 15212 172 0,'5'-7'704'0,"-1"-1"-191"0,-3 0-117 0,2 2-64 15,-1 0-56-15,0-3-44 0,0 3-37 0,-2 2-34 16,0 4-34-16,3-12-29 0,-1 6-17 0,3 1-22 16,0 2-43-16,3-2-28 0,0 0-64 0,3-1-59 15,-2 3-81-15,4 0-91 0,0-2-114 0,0 1-274 0,2 0-204 16</inkml:trace>
  <inkml:trace contextRef="#ctx0" brushRef="#br0" timeOffset="95295.35">27845 14912 396 0,'10'-19'557'0,"-1"2"-100"0,0-1-59 0,-3 1-40 0,1 2-14 16,-2 0-29-16,-2 0-20 0,1 0-29 16,-2 3-25-16,-1 1-34 0,-2 0-19 0,-1 0-35 0,-2 1 0 15,-1 2-26-15,-3 1-12 0,-3 1-21 16,-2 2-18-16,-2 2-14 0,0 2-14 0,-6 2-8 0,2 1-11 16,-1 4-4-16,-1 0-3 0,2 1-6 0,1 2-5 15,4-3-1-15,3 5-2 0,2-1-1 16,1 2-3-16,6-1 3 0,2 1 4 0,3-1 2 0,5 5-3 15,2-2 0-15,4 2 0 0,5 1-3 0,3 1 0 16,-1 0-1-16,3-2-2 0,0 2-3 0,4 0 3 16,-2-2-2-16,-1 1 0 0,-3-2-1 15,4-2 2-15,-5 3-2 0,-4-6-1 0,1 0 1 0,-4 0-1 16,-3-1 13-16,-2 0 7 0,-1 0 32 0,0-1-10 16,-6-2 21-16,-2 2-28 0,-2 0-2 0,-3-2-10 15,-2 1-3-15,-2-1-5 0,0-1 4 0,-3-2-8 16,0-1-2-16,-2-2 26 0,1-1-24 0,-1-1 39 15,0-3-27-15,1-2 32 0,1-3-42 0,3 0 43 16,1-5-20-16,4-1-12 0,2-2-14 0,5-2-22 16,1-6 7-16,5-1-27 0,4-4-12 0,2-1-12 15,2 0-15-15,2 2 3 0,-2 6-17 0,-1 0-34 16,2 2-43-16,-4 6-61 0,0 1-65 0,0 1-57 16,-2 5-54-16,-2 2-51 0,-1 1-51 0,1 4-418 15,-10 1-491-15</inkml:trace>
  <inkml:trace contextRef="#ctx0" brushRef="#br0" timeOffset="95661.68">28406 14769 485 0,'16'-14'667'0,"-3"-2"-125"0,1 0-70 0,-2 0-55 0,0-1-51 0,-3 0-26 0,0-1-7 0,-2 2-20 0,0-1-35 16,-3 3-13-16,-1-1-48 0,-3 2 14 0,0-1-71 15,-4 0 23-15,-2 1-62 0,-2 2 26 0,-2 1-64 16,-1 3 36-16,-4-1-67 0,2 5 32 15,-3 2-59-15,2 1 37 0,-3 3-55 0,2 4-1 16,-4 2 42-16,3 3-51 0,1 1 44 0,3 4-54 0,1-1 45 16,3 1-5-16,4 2-2 0,4-2-7 15,0 1-2-15,4-1-5 0,3-2 1 0,4 1-1 0,1-3 0 16,-1 0-5-16,4-3 2 0,1-2-3 16,0-4-1-16,0 0-1 0,2-1-1 0,-2-1 2 0,1-2-1 15,-4 0 1-15,1 0 0 0,-3 0-1 0,-11 0 1 16,21-2-3-16,-21 2-2 0,16 2-5 0,-16-2 5 15,14 2 6-15,-7 3 3 0,-2 2-1 0,-1 4 1 16,1 3-5-16,-3 0 3 0,-1 4 0 0,3 2 1 16,-2 1-4-16,0 2-2 0,3-1-8 0,1 2-14 15,-1 0-23-15,2-2-70 0,-2 0-21 0,3-2-85 16,-2 0-101-16,3 0-103 0,0-4-74 0,-2-2-138 16,0 0-590-16,2-4-835 0</inkml:trace>
  <inkml:trace contextRef="#ctx0" brushRef="#br0" timeOffset="96028.43">28767 14551 348 0,'0'-17'884'0,"0"1"-220"16,0 7-127-16,-1 0-103 0,1 9-64 0,-4-6-61 16,4 6-40-16,0 0-44 0,-6 9-11 0,3 0-53 0,3 1-17 15,1 4-5-15,2 2-24 0,2 0-15 0,0 3-12 16,3 0-11-16,2-1-19 0,2-1-10 0,-1 2 1 15,3-3-19-15,-1-3 7 0,0 0 2 0,-2-3-4 16,3-2-5-16,-2-4 1 0,-2 2-9 0,3-5-10 16,-3-2-5-16,0-5-2 0,2 2-1 0,-3-4-2 15,1-5 3-15,-1 0-19 0,-3-2 32 0,1-1-35 16,-3-3 31-16,0 1-26 0,-2 0 26 0,-1 1-20 16,1-1 29-16,-2 4-27 0,0-1 15 0,0 5-18 15,0-1 18-15,0 3-22 0,0 0 22 16,0 8-16-16,-2-8 22 0,2 8-24 0,0 0 24 0,-2 12-24 15,2-1 21-15,0 2-24 0,1 3 20 0,0 3-4 16,6 3 1-16,-2 0-2 0,1 1-1 0,1 0-4 16,4 2 6-16,-1-1-8 0,1-5-2 0,1 0-5 15,-1-2-41-15,-1-1-58 0,1-4-92 16,-1-2-124-16,1 0-96 0,-2-5-77 0,0-2-89 0,-9-3-468 16,14 0-671-16</inkml:trace>
  <inkml:trace contextRef="#ctx0" brushRef="#br0" timeOffset="96378.64">29171 14416 575 0,'-1'-14'648'16,"0"2"-140"-16,-2 2-86 0,3 10-60 0,0-11-7 15,0 11-17-15,0 0-33 0,0 0-31 0,0 9-15 0,1-2-33 16,3 3-13-16,-1 2-39 0,4 3-9 0,0 2-42 16,0 0-3-16,3 1-25 0,1-1-13 15,-1 0-22-15,2-3-13 0,-1-2-5 0,-1-1 4 16,2-2-1-16,-1-1-3 0,2-2-30 0,0-4 14 15,-3-2-31-15,4-2 25 0,-2-1-37 0,1-4 22 16,0-2-21-16,0-1 31 0,1-2-24 0,-3-4 14 16,0-2-1-16,-1 0 0 0,-1-2-1 0,-4-1 0 15,2 1 8-15,-5 2 6 0,2 1 0 0,1 2 22 0,-5 3-16 16,3 0-3-16,-1 2 5 0,0 2 9 16,-2 8 11-16,0 0 1 0,0 0 9 0,0 0-5 0,-2 14-8 15,1-1-4-15,0 6-42 0,1 6 59 0,1 2-46 16,0 6 43-16,3 1-6 0,0 1-11 0,1 0-3 15,-1 1-10-15,4-2-3 0,-2-2-5 0,0-2-3 16,2-1-14-16,-3-6-32 0,3 0-56 0,-3-4-71 16,0-3-87-16,-2-3-94 0,1-1-118 0,-2-2-71 15,-2-4-93-15,1 0-581 0,-1-6-815 0</inkml:trace>
  <inkml:trace contextRef="#ctx0" brushRef="#br0" timeOffset="96828.87">30224 14362 526 0,'-5'-3'879'0,"-1"-1"-181"0,6 4-129 0,-9-6-90 0,9 6-17 16,-8-6-32-16,8 6-1 0,-7-4-29 0,7 4-4 15,-4-8-50-15,4 8-53 0,2-6-54 0,2 2-51 16,4-3-42-16,3 1-24 0,3-3-23 16,4 1-8-16,1-1-18 0,3 0-13 0,0-2-7 0,3 1-16 15,1-1-8-15,-4 2-5 0,-1-1-7 16,1 2-5-16,-5-1-1 0,-1 3-12 0,-3 0-19 0,-1 2-42 16,-2-2-79-16,-10 6-81 0,10-6-87 0,-10 6-169 15,0 0-137-15,0 0-138 0,-15 1-679 0,-3 4-1042 16</inkml:trace>
  <inkml:trace contextRef="#ctx0" brushRef="#br0" timeOffset="98061.48">31051 13943 50 0,'-4'-21'553'0,"0"-1"-113"0,1 2-55 0,-1 4-42 0,-1-2-45 16,-2 4-12-16,2 0-54 0,-1 1-28 0,-1 4-15 15,0 0-13-15,-1 5-5 0,-2-1-1 0,10 5-17 16,-19 3 16-16,7 2-30 0,2 3-18 0,-4 5-27 16,2 3 47-16,2 4-42 0,1 1-14 0,3 2-22 0,2 1-4 15,3 1 32-15,2 1-14 0,4 3 37 0,4-1-19 16,4-3-13-16,1-1-25 0,4-1-1 16,0-3-17-16,2-2 5 0,4-3-19 0,-1-3 14 0,-1-4-27 15,2-3 15-15,-1-2-17 0,-2-5 16 0,3-4-19 16,-1 0 17-16,1-9-22 0,-3-1 16 15,-1-4-22-15,-2-1 19 0,-4-3-20 0,-3-2 21 16,-1-2-24-16,-5-1 2 0,-4 3 0 0,-1-2 7 0,-4 2-6 16,-3-2 1-16,-3 1 21 0,-3 3-24 0,-3 1 14 15,-2 3-14-15,-1 4 17 0,1 2-19 16,-3 6 8-16,0-1-21 0,-2 3-2 0,3 3-25 16,-1 3-12-16,2 3-24 0,-3 3-50 0,1 3-50 0,4 1-97 15,0 5-104-15,6-2-88 0,1 4-115 0,5 0-404 16,3-1-590-16</inkml:trace>
  <inkml:trace contextRef="#ctx0" brushRef="#br0" timeOffset="98444.29">31598 13839 259 0,'-1'-9'695'0,"1"9"-164"0,0 0-98 0,0 0-54 0,0 0-54 16,0 0-38-16,0 0-29 0,0 0-45 0,-15 4-20 15,15-4-44-15,-7 5-20 0,7-5-37 0,-4 7-7 16,4-7-15-16,-5 7-17 0,5-7-11 0,-5 6-5 0,5-6-7 16,-4 5 1-16,4-5 30 0,0 0-11 0,-4 6 0 15,4-6-8-15,0 0-6 0,-5 5-9 16,5-5-1-16,0 0-9 0,0 0-1 0,0 0-9 16,0 0 2-16,0 0-15 0,0 0-108 0,-5-6-126 0,5 6-94 15,-1-7-60-15,1 7-89 0,-1-9-475 0,1 9-544 16</inkml:trace>
  <inkml:trace contextRef="#ctx0" brushRef="#br0" timeOffset="98678.9">31785 13420 726 0,'4'-8'774'0,"-2"1"-163"0,3 2-116 0,-5 5-79 16,5-9-48-16,-5 9-38 0,5-7-38 0,-5 7-25 15,0 0-22-15,0 0-35 0,0 0-13 0,9 2-29 16,-5 5-10-16,0 2-53 0,1 3 8 0,4 1-48 16,-1 4 11-16,2 1-40 0,0 1 22 0,2 4-40 15,-1 1 22-15,2 0-33 0,-3 0 2 0,-1-3-8 16,1 0 29-16,-1 2-42 0,-2 0 21 0,0-2-108 0,-2-1-88 16,1-1-130-16,-1-2-137 0,0 0-81 15,-1-4-115-15,2-1-468 0,-2-4-733 0</inkml:trace>
  <inkml:trace contextRef="#ctx0" brushRef="#br0" timeOffset="98994.09">32095 13511 76 0,'0'-12'665'16,"-2"3"-138"-16,-1 2-94 0,3 7-64 0,-4-11 2 0,4 11-69 16,-7-6 11-16,7 6-47 0,-7 5-26 15,7-5-28-15,-7 10-11 0,5-2 1 0,2 0-46 16,0 4-37-16,2 0-23 0,2 1-12 0,1 1-9 0,1 0-11 15,2 1-19-15,-1-3 6 0,2 1-24 0,1-1 7 16,-1-2-17-16,0 0 5 0,3-3-10 0,-1 1 11 16,-2-3-9-16,3-2 2 0,-1-2-11 0,-11-1 8 15,21-3-12-15,-11 0 13 0,0-5-3 0,0 0-6 16,-1-3 4-16,-2 0-8 0,0-4 1 0,-4 0 4 16,-2 0 1-16,-1 0 1 0,-1-2 0 0,-2 2-2 15,-3 0 2-15,0 1-7 0,-1 1 1 0,-2 1-4 16,-3 3 2-16,0 2 1 0,-3 2-2 15,3 4 0-15,-3 1-5 0,0 3-16 0,-1 3-32 0,3 1-65 16,2 2-61-16,-2 1-100 0,4 2-89 0,3 0-84 16,-1 1-83-16,4-1-439 0,0-1-566 0</inkml:trace>
  <inkml:trace contextRef="#ctx0" brushRef="#br0" timeOffset="99378.94">32369 13391 191 0,'13'-15'648'16,"-1"1"-95"-16,-1 4-137 0,-4-1 7 0,1 3-97 16,-3 0-8-16,-2-1-54 0,-3 9-4 0,1-11-62 15,-1 11 7-15,-5-9-61 0,5 9-6 0,-12-5-52 16,12 5 16-16,-14 0-52 0,4 2 16 0,0 0-37 16,-2 1 17-16,3 1-31 0,-1 2 20 0,2 0-33 15,-1-2 26-15,4 3-31 0,-2 1 24 0,2-2-30 16,3 1 29-16,0-1-29 0,2-6 28 0,1 14-26 15,2-8 23-15,2 0-28 0,2 2 23 0,1-1-26 16,2 1 29-16,-1 0-32 0,5 1 33 0,-3-1-33 16,1-1 29-16,2 4-21 0,0 0 25 0,2-1-30 15,0 2 26-15,-2 0-25 0,2 1 27 0,-4-1-30 16,1-1 33-16,-3-1-31 0,-2 0 27 0,1 2-27 16,-5-4 28-16,0 2-25 0,-4-2 29 0,-3 2-31 15,1-1 8-15,-5-2 1 0,0 0 2 0,-2 2 0 16,-3-1 3-16,-1-4-1 0,-1 2 3 0,2-2 0 0,-1 1-2 15,-1-3 0-15,1-1-2 0,0-1 0 0,0 0 1 16,13 0-34-16,-19-2-102 0,10-1-94 0,5-1-47 16,0-2-33-16,3 0-32 0,2-3-8 15,3-2-49-15,0-1-46 0,4-1-188 0,2-6-144 0</inkml:trace>
  <inkml:trace contextRef="#ctx0" brushRef="#br0" timeOffset="99544.65">32462 13394 200 0,'1'-10'335'0,"-2"2"-65"0,0 0-27 16,1 8-10-16,-3-13-41 0,3 13 5 0,-2-9-13 15,2 9-16-15,-2-10-7 0,2 10-21 0,-2-9 10 16,2 9-25-16,0-6-14 0,0 6-29 0,5-7 2 16,-5 7-25-16,12-9-9 0,-2 2-17 0,-1 4 6 15,2-3-23-15,4 0 10 0,-2 1-17 0,2-1 5 16,0-1-15-16,1 1-26 0,-2-1-73 0,3-2-81 16,-4 2-67-16,2-1-79 0,-2-1-383 0,-3-1-216 15</inkml:trace>
  <inkml:trace contextRef="#ctx0" brushRef="#br0" timeOffset="99877.65">32812 13031 580 0,'0'0'520'0,"0"0"-75"0,0 0 26 0,12 3-24 15,-12-3-10-15,2 10-2 0,-2-1-23 0,0 0-11 16,-2 4-47-16,-1 3-60 0,-1 5-43 0,-2 1-11 0,2 3-39 15,0 2 3-15,2 1-73 0,-1-1 6 16,3 2-57-16,4 3 17 0,0-1-50 0,2 0-10 16,4-2-6-16,-2-3-2 0,4 0-6 0,2-3-5 15,0-1-1-15,2-5-3 0,-1-2-5 0,2-2-1 16,0-2-1-16,2-3-3 0,-1-1 3 0,-1-4-7 16,0-2 2-16,0-1 0 0,0-1 32 0,-2-4-42 15,0 0 35-15,-2-1-42 0,-1-1 38 0,-5-1-39 16,0 0 34-16,-5-1-33 0,-2 1 32 0,-4 0-40 0,-1 2 41 15,-9-1-48-15,-1 3 40 0,-7 4-43 0,-6 0 2 16,-8 3-87-16,-8 2-52 0,-5 6-65 0,-5 2-66 16,-8 4-142-16,-5 3-71 0,-2 1-104 0,0 5-635 15,-7 0-862-15</inkml:trace>
  <inkml:trace contextRef="#ctx0" brushRef="#br0" timeOffset="100195.02">28026 16349 1012 0,'-27'5'819'0,"3"-3"-171"0,3 1-162 16,1 0-91-16,2 0-85 0,4-2-56 0,0 1-55 0,1-1-15 16,4 1-24-16,9-2-10 0,-12 0-28 0,12 0-9 15,5-6-32-15,6-3-3 0,8 0-28 16,13-8-13-16,7-4-10 0,14-7-13 0,7 1-19 16,4-2-58-16,0 3-64 0,-1 2-90 0,-4 3-87 0,-13 3-53 15,-3 5-74-15,-10 2-92 0,-5 3-450 0,-10 4-565 16</inkml:trace>
  <inkml:trace contextRef="#ctx0" brushRef="#br0" timeOffset="100377.81">27961 16846 906 0,'-8'9'983'15,"3"-2"-253"-15,1-1-148 0,4-6-139 0,0 0-72 16,10 5-90-16,3-8-65 0,10-5-42 0,13-5-36 15,5-3-27-15,17-9-6 0,4-3-40 0,5-2 2 16,5-2-30-16,1-1-17 0,3-1-75 0,11-6-113 16,-13 5-194-16,-3 0-120 0,-4-1-177 0,-3-2-436 15,-5 0-712-15</inkml:trace>
  <inkml:trace contextRef="#ctx0" brushRef="#br0" timeOffset="100661.77">29166 15998 402 0,'0'0'950'0,"-8"-6"-200"0,8 6-149 0,-15 0-116 16,5 4-89-16,-2 4-69 0,-3 6-61 0,2 2-39 16,-1 2-48-16,3 1-9 0,2 1 5 0,0 0-22 15,4 0 1-15,2 0 22 0,6-1-45 0,1 3 11 16,3-3-33-16,5 0 4 0,4-1-41 0,5-3 3 16,3-1-29-16,0-7 7 0,1-1-30 0,3-4 18 0,1-5-26 15,6-3 17-15,-3-4-26 0,5-4 16 16,-4-3-20-16,-4-4-2 0,-4-2 2 0,-2-4 4 0,-8 4 0 15,-2-2-6-15,-6-4 0 0,-2 7-1 0,-3-2 16 16,-4 0-19-16,-5 2 17 0,-2 0-21 0,-5 2 18 16,-5 2-17-16,-2 3 15 0,-3 2-20 0,1 5 19 15,-3 2-30-15,-2 2 5 0,1 3-54 16,-1 4-43-16,0-1-45 0,1 4-57 0,4 0-70 0,2 5-94 16,3 1-72-16,6 0-138 0,3 1-676 0,7 0-876 15</inkml:trace>
  <inkml:trace contextRef="#ctx0" brushRef="#br0" timeOffset="100845.46">29846 16093 1145 0,'1'-13'780'15,"-3"0"-159"-15,-1 1-149 0,-1 0-99 0,0 2-70 16,1 0-66-16,1 1-43 0,-3 0-55 0,5 0-73 15,0-2-170-15,5 0-164 0,-1-1-110 0,5 0-147 16,1-2-431-16,4 0-542 0</inkml:trace>
  <inkml:trace contextRef="#ctx0" brushRef="#br0" timeOffset="101144.35">29999 15715 924 0,'-2'-10'755'0,"1"3"-150"0,-1-3-143 16,1 1-69-16,0 2-54 0,-1-2-44 0,2 2-29 16,3-3-51-16,1 0-32 0,4-2-44 15,4-4-8-15,4 1-45 0,5-2-1 0,2-2-13 16,-1 2 11-16,8-4-25 0,-4 6-5 0,-1-2 1 16,-3 4-7-16,-3 3-11 0,-2 1 8 0,-4 2-26 15,2 0-2-15,-4 3 0 0,-11 4 32 0,20 3 24 16,-12 3 24-16,0 4 10 0,-2 5 16 0,0 1-33 0,-3 7-1 15,-1 1-30-15,1 3 6 0,-2 1-27 0,-1 6 12 16,3-1-26-16,-1 1 13 0,1-1-24 0,0-1 0 16,0-1-10-16,2-1 3 0,-1 2-34 0,1-7-76 15,2 4-71-15,-1-7-101 0,4 1-156 0,-3-3-116 16,0-1-162-16,1-1-557 0,2-5-877 0</inkml:trace>
  <inkml:trace contextRef="#ctx0" brushRef="#br0" timeOffset="101595.35">30833 15587 327 0,'20'-36'776'0,"-2"1"-126"15,-1 0-112-15,-6 6-126 0,-1 1-39 0,-3 2-74 16,-2 3-18-16,-1 0-49 0,-2 1-5 0,-2 3-59 16,0-2-24-16,-4-1-30 0,-1 3-9 0,-4 2-27 15,-1 1-9-15,-1 2-21 0,-2 1 0 0,-1 4-21 16,1 1 5-16,-2 4-14 0,-1 0 3 0,2 2-10 0,1 2 2 15,-2 3-8-15,4 0 2 0,-3 3-6 16,3 0 0-16,0 1 3 0,2 4 5 0,1 0-3 0,4 2 1 16,3 0 12-16,2 0-3 0,1 4-15 0,4 1 12 15,4 3-12-15,2-2 11 0,4 4-13 16,2-1 14-16,3 4-2 0,2 0-2 0,-1 0 1 16,0 0-3-16,0-5 1 0,-4 1 0 0,3-2-1 0,-4 0 5 15,0 1-7-15,-2-6 0 0,-3 0-1 0,-2-3-2 16,0-1 4-16,-1 0 13 0,-4-4 25 0,2 1 16 15,-2-2 13-15,-1-1-31 0,-4-5 13 16,-2 11-31-16,2-11 24 0,-10 6-37 0,0-4 27 0,0-1-35 16,-4 0 25-16,0-2-29 0,-3-1 27 0,0-2-30 15,0 0 33-15,-4-4-29 0,3-1 31 0,0-2-31 16,0-1 32-16,3-3-31 0,2-1 32 0,1-3-45 16,5-2 16-16,3-1-45 0,3-3-15 0,4 0-16 15,3-6-8-15,4 2-23 0,4-6-36 0,0 0-45 16,4 3-28-16,0 2-39 0,-4 6-44 0,0 2-45 15,-4 5-60-15,-1 4-100 0,-1 0-479 0,1 3-571 16</inkml:trace>
  <inkml:trace contextRef="#ctx0" brushRef="#br0" timeOffset="102561.51">31510 15333 532 0,'24'-19'657'0,"-1"1"-150"16,-3-1-86-16,0-1-67 0,-2-1-60 0,-3 1-17 15,0 0-25-15,-3 1-30 0,-2 0-11 0,0 0-18 16,-3 0-30-16,-1 0-37 0,-1 2-22 0,-2-1-22 16,-2 4-20-16,-1-2-13 0,-2 0-10 0,-1 1-8 15,-2 1-3-15,-2 2-7 0,-3-1-5 0,1 2 0 16,-4 2-7-16,0 0-2 0,-2 2-2 0,-2 2 0 15,0 2 0-15,-2 2 0 0,0 2 0 0,-1 1-5 0,1 3 3 16,1 2-3-16,-1 1 18 0,3 3-21 16,3 2 2-16,4-1-3 0,4 4 5 0,1 0-1 0,5-1-3 15,3 2-3-15,4 4 8 0,2-2-8 0,5 4 11 16,1-1-8-16,3-2 3 0,0 2-5 0,1 0 7 16,5 1-2-16,-4-2 0 0,4 2-1 0,-4-3-2 15,-2 1 3-15,0 0 25 0,0-2-31 0,-5 2 28 16,0-1-31-16,-5-3 31 0,0 2-36 0,-2 0 32 15,-3-2-33-15,-3 0 32 0,-1-5-29 0,-2 4 33 16,-3-3-19-16,-3 1 50 0,0-4-42 0,-1 2 37 16,-1-5-36-16,-1-1-6 0,0-1 4 0,-1-3-1 15,0-2-1-15,-1-2 0 0,-1-3-2 0,1-2 4 0,2-2 5 16,-2-6 2-16,4 1 12 0,-1-2-13 16,6-1 7-16,2-2-11 0,2-2-1 0,4-4-13 15,3-2 9-15,5-2-18 0,3-3 7 0,4 0-8 0,3-3-1 16,0 4 1-16,3-1 1 0,1 2 2 0,-1 1 2 15,2 4 34-15,-4 0-35 0,0 5 35 0,-2 1-43 16,-2 0 42-16,-1 1-39 0,-2 4 35 0,-3-1-36 16,-4 5 41-16,2-1-34 0,-3 0 44 0,-1 1-44 15,-3 1-1-15,-2-1 5 0,-2 1 3 0,0 1 0 0,-2 0 0 16,-2-1-1-16,0 1 3 0,-1-1 1 16,-2 3 2-16,2-1 1 0,-1 0-6 0,1 1 3 15,0 1-4-15,-1-2 5 0,1 4-4 0,-2-1 1 0,0 2 0 16,7 2 0-16,-14-3 2 0,14 3-4 15,-20 3 7-15,8 0-7 0,2 1 2 0,-1 3 1 16,0 1 0-16,1 1 3 0,1 1-3 0,3 3 1 0,1-1-2 16,0 1 2-16,3 0-2 0,2 1 3 0,5 0-4 15,-1 2 0-15,5 0 2 0,0 0-1 0,4 0 5 16,0-2-5-16,3 1-3 0,0-1 2 0,1-2 0 16,5 4 1-16,1-2-1 0,0-1-1 0,0 0-1 15,0 0 2-15,2 0 1 0,-1 0 3 0,-4-2-6 16,-2 1-2-16,0 1 5 0,-4-2 2 0,1 2-5 0,-3-2 1 15,-2 0 4-15,-1 0 11 0,-4 0 14 0,0-2 14 16,-2 3 6-16,-2-3-2 0,-3 1 5 0,0-1-9 16,-3 0 2-16,-4-1-1 0,-1 0-9 0,0 1-3 15,-4-3 5-15,-2 0 10 0,1-3-2 0,-3 0 1 16,-1-1-31-16,2-4 32 0,-2 1-31 0,3-3 22 16,-2-1-29-16,4-1 30 0,0-3-29 0,2 1 37 15,1-2-11-15,3-4 20 0,3 1-31 0,2-4 19 16,3-1-28-16,2-5 23 0,1 0-1 0,5-5-6 15,2-1-6-15,-1 0-2 0,2-1 5 0,1-4 2 0,0-1-4 16,-2 4-3-16,1 0 3 0,-3 4 8 16,-1-2-7-16,-2 6-18 0,-3 2 8 0,1 1-17 15,-3 2 14-15,-3 2-19 0,-2 1 16 0,1 1-19 0,-3 1 16 16,-4 5-22-16,-3 0-9 0,0 4-88 16,-4 4-46-16,-1 0-82 0,-4 4-95 0,-6 4-117 0,-3 5-69 15,-4 3-99-15,-2 5-87 0,-1 1-292 0,-5 8-596 16</inkml:trace>
  <inkml:trace contextRef="#ctx0" brushRef="#br0" timeOffset="103050.85">29038 17109 1792 0,'-11'-3'1074'0,"11"3"-261"0,0 0-147 0,-17-1-177 16,17 1-85-16,0 0-98 0,0 0-39 0,0 0-60 16,17 1-18-16,-6-2-32 0,7-3-6 0,8-2-16 15,15-4 1-15,5-5-27 0,16-3 16 0,5-3-40 16,5-4-15-16,5 0-12 0,6-1-11 0,18-10-11 16,2-2-2-16,1-1-13 0,1-3 11 0,-3 1-24 0,-1 0 10 15,-5 0-19-15,-17 8 12 0,-7 3-26 0,-7 3-16 16,-9 2-76-16,-15 11-89 0,-5-1-81 15,-13 4-64-15,-8 4-13 0,-8 3-35 0,-7 4-20 0,0 0-25 16,-17 5 4-16,-2 3 1 0,-12 4 1 0,-11 6 43 16,-9 2-3-16,-7 5 61 0,0 2 21 15,-4 1 44-15,1 2 46 0,-2-2 39 0,1 3 38 16,-1 0 41-16,0 0 43 0,2-1 69 0,1 0 31 0,1-2 75 16,1 1 22-16,1-2 49 0,5-2 28 0,9-6-2 15,3 0 32-15,0 0-15 0,7-1 32 0,6-6-28 16,8-1 82-16,1-3-21 0,9-1 15 0,3-1-16 15,6-6-10-15,5 6-8 0,-5-6-12 0,29-2-22 16,3-4-31-16,11-4-1 0,6-3-55 0,18-5-6 16,3-2-41-16,8-4-2 0,1 1-32 0,7-4-3 15,14-4-25-15,2-4-11 0,-3-1 4 0,1-1-47 16,1-3-29-16,-4 0-88 0,-2 1-51 0,-20 6-107 16,-2-1-168-16,-8 1-193 0,-6 5-239 0,-9-4-442 15,-16 6-924-15</inkml:trace>
  <inkml:trace contextRef="#ctx0" brushRef="#br0" timeOffset="123243.69">7523 16951 52 0,'-5'-7'626'16,"1"-3"-163"-16,-2 1-95 0,-1-2-64 0,-1-1-55 0,1 2-49 15,-2-1-62-15,-1 0-11 0,1 0-16 0,0 1-4 16,0 1-8-16,-2 0 18 0,2 0 18 0,1 2 15 0,-1 1 13 16,4-1-14-16,0 3 1 0,0-2-25 15,-1 1-12-15,6 5-6 0,-5-4 8 0,5 4-7 16,0 0-8-16,0 0-17 0,17 3 2 0,-3 2-15 0,7 2 9 16,8 1-12-16,11 2 2 0,8 0-10 15,16 1 6-15,9 0-19 0,10 0 9 0,8 0-10 0,6-2 16 16,24 4-14-16,6-1 14 0,3 1-19 0,3-1-1 15,-1 1-18-15,1-1 19 0,-1 2-25 0,0 2 9 16,-1-1-13-16,-4 4 27 0,0-1-32 0,-6 1 21 16,-2 1-29-16,-4-1 21 0,-1 0-21 0,-21-2 23 0,-1-1-27 15,-4 0 23-15,-1-1-25 0,-1-2 27 16,-6 1-32-16,-3-3 25 0,-3-3-31 0,-5-1 9 16,-13-3-18-16,-1-2 21 0,-6-1-15 0,-4-1 15 0,-6-2-16 15,0 0 21-15,-5-2-17 0,-1 0 20 0,-6-2-16 16,-1 3 12-16,-3-2-11 0,-5 0 10 0,-2 1-42 15,-3-1-54-15,-3-2-73 0,-3 1-77 0,-5 2-73 16,-2 4-49-16,-8-12-35 0,-4 6-48 0,-8-1-75 16,-5 1-366-16,-11 0-455 0</inkml:trace>
  <inkml:trace contextRef="#ctx0" brushRef="#br0" timeOffset="123596.01">8249 17198 654 0,'-75'-17'836'0,"-2"-2"-148"0,-1 0-100 16,4 2-103-16,1 1-74 0,2 1-87 0,4 6-64 0,15 0-55 16,3 6-53-16,12-1-34 0,6 3-27 15,7 1-19-15,4 0-17 0,7 3-5 0,5 0-14 0,8-3-5 16,3 6-1-16,8 0 14 0,15 0 6 0,16 1 7 16,17-1 24-16,21 1 5 0,16 1-13 0,9 0-16 15,30 0 47-15,10 3-21 0,4 2-15 0,5-1 7 16,-1-2-13-16,-1 2-26 0,3-1 25 0,-2 2-5 15,-3-2-8-15,-2-1-7 0,-7-2-30 0,-1 0 10 0,-2 1-14 16,-4-3-3-16,-26-1-21 0,-1-1-3 0,-5 0-34 16,-6-2 36-16,-4-1-47 0,-4-1 29 0,-11-1-34 15,-12 0 30-15,-10 0-22 0,-1-2 36 0,-13 1-21 16,-4 2 33-16,-7-3-16 0,-5 0 35 0,-1 0-33 16,-5 0 35-16,-2-2-29 0,-2 2 29 0,-3-2-28 15,-2 0 27-15,-3-1-26 0,0 0 19 0,-5 0-33 16,-2 6-11-16,2-12-34 0,-5 5-24 0,-2 1-51 0,-3 0-65 15,-2-1-70-15,-1 3-71 0,-5 1-52 0,2 1-46 16,-4 2-92-16,2 0-373 0,-3 2-495 0</inkml:trace>
  <inkml:trace contextRef="#ctx0" brushRef="#br0" timeOffset="133493.91">7586 14999 509 0,'-3'-12'404'0,"1"4"-34"0,-1-3-78 16,2 3-23-16,-3 0-63 0,4 0-24 0,-3 1-45 16,2 0-11-16,0-1-27 0,1 8-4 0,-2-14-39 15,4 8 2-15,-1-3-23 0,3 0 6 0,2-1-16 16,2 1 7-16,5-1-18 0,-3 1 5 0,4 0-15 15,-1 1 11-15,1 1-12 0,1 1 6 0,1 0-10 16,0 0 11-16,0 1-13 0,0 2 12 0,1-2-8 16,-2 3 1-16,-3-1-11 0,-1 0 17 0,1 1-15 0,-12 2 14 15,15 0-4-15,-15 0 12 0,9 6-12 16,-9-6 1-16,-3 12-1 0,-3 0 10 0,-5 3-16 16,-4 2 18-16,-5 3-15 0,-3 5 8 0,-4 0-10 15,1 2 8-15,0-1-2 0,0-3 1 0,6-4-12 0,2 0 12 16,3-6-8-16,0-1 10 0,4-2-9 0,2 0 12 15,4-3-7-15,5-7 4 0,-4 7-9 16,4-7 9-16,10-1-10 0,4-2 8 0,3-5-8 0,7 0 10 16,6-2-9-16,-1-2 11 0,4 1-11 15,4 0 13-15,-3 1-11 0,-1 3 6 0,0 1-4 0,0 3 6 16,-3 0-8-16,-1 5 11 0,-1-1 1 16,-4 4 10-16,1 2-7 0,-5 0 7 0,-2 1 5 0,-3 5 11 15,-2 0 0-15,-5 0 10 0,-4 2-1 0,-3 2 11 16,-5 5-4-16,-5 3-4 0,-9 5-9 0,-2 3 25 15,-8-1-7-15,-8 5 2 0,-5-2 19 0,-1-2-2 16,-2-3-18-16,6-8 20 0,4-2-26 0,-1-3 1 16,7-4-3-16,4-7 0 0,3 1-14 0,2-5 0 15,4-4-11-15,3 0-3 0,2-6-9 0,3-1 2 16,6-1-7-16,2-4-3 0,7-3 4 0,5 0-5 16,6-3-2-16,5 2-1 0,7-3-1 0,1 3 7 0,3 3-9 15,-5 2 5-15,2 4-5 0,-1 2 0 16,-2 0-4-16,-2 4 4 0,0 1-3 0,-5 2 2 15,1 1-10-15,2 1-15 0,-2 3-19 16,-2 1-75-16,-1 0-76 0,-3 1-42 0,-3 2-5 0,-1-2-47 16,-1 2-69-16,-1 1-40 0,-1-3-52 0,-4 1-234 15,2-2-193-15</inkml:trace>
  <inkml:trace contextRef="#ctx0" brushRef="#br0" timeOffset="133693.68">8337 15113 483 0,'7'-6'395'0,"-2"0"-82"0,-5 6-54 0,10-2 42 0,-10 2-19 0,14 9-32 0,-4-1-14 16,2 2-42-16,-1 4 10 0,2 2-40 0,4 5-25 15,-3 2-31-15,2 1-20 0,1 6-20 16,2 0-13-16,-1 1-9 0,-3 2-5 0,3-1-13 0,-5 0-4 16,2 1-5-16,-2-5-5 0,-1-1 0 0,-1 2-4 15,1-4-17-15,-1-2-44 0,1-2-93 0,-1-4-77 16,3-1-124-16,2-4-110 0,-3-3-340 0,3-5-321 15</inkml:trace>
  <inkml:trace contextRef="#ctx0" brushRef="#br0" timeOffset="134727.94">10586 14947 308 0,'-13'-1'542'0,"-6"-1"-139"0,-1 2-70 0,-3 0-31 0,-5 2-24 15,2-1-10-15,2-1-15 0,2 0 14 0,2 0 24 16,5 0-15-16,-2 0-39 0,4 0-39 0,2 0-34 16,11 0-24-16,-22-1-32 0,22 1-20 0,-8-5-27 15,8 5-3-15,4-8-21 0,5 2 1 0,8-2-13 16,2 0-2-16,8-1-8 0,2-3 1 0,2 2-8 16,1-2 7-16,6-1-12 0,-6 4 0 0,0-1 1 15,-1 1 0-15,-3 0-1 0,-5 3-4 0,-3 2 2 16,-3-2 0-16,-2 1-2 0,-2 2-2 0,-3 0 3 15,2 2 0-15,-12 1 0 0,11 0 0 0,-11 0 1 16,0 0 5-16,-4 12-8 0,-6-3 8 0,-4 3-9 16,-4 0 6-16,-4 4-10 0,1-2 14 0,0 2-11 0,0-1 4 15,3-3-3-15,1 1 3 0,3-4-1 16,4 1-1-16,-2-3-1 0,2 1 7 0,1-1-11 0,4-1 6 16,0 0 0-16,5-6 7 0,-5 10-4 0,5-10 4 15,2 6-6-15,-2-6 4 0,13 3-6 0,-1-1 4 16,-12-2-4-16,25 0 9 0,-11 1-10 0,-1-1 7 15,4 2-7-15,-2 1 3 0,3 1-3 16,-1 3 3-16,0 2-3 0,0 3 2 0,1-1-3 0,-4 4 2 16,1 3 1-16,-3 1 0 0,-1 1 1 15,-4 1-5-15,-1 3 15 0,-2-1-10 0,-3 2 1 16,-2 0 3-16,-3-1 4 0,0-2 5 0,-4 0 32 0,0-1-5 16,-4-3 14-16,-1 0-9 0,-6-2 0 0,-3-1-15 15,-1-3 0-15,-1-4-13 0,0-2 8 0,-3-2-12 16,0-4-3-16,0-2-1 0,4-1 1 0,-1-4-6 15,1-3 4-15,4-2-7 0,5-2 8 0,3-2-7 16,4-1 5-16,7 1 0 0,5-1-4 0,3-2-1 16,6 0 1-16,6 2-1 0,2 1 1 0,5 3 0 15,0 0-3-15,1 6 3 0,1-2-3 0,-1 6-1 16,-1 0 1-16,1 3 1 0,-2 2 0 0,-1 0-4 16,-3 3-4-16,1 1 20 0,0 0-23 0,-5 1 10 15,0 0-8-15,-4 0 12 0,1 1-10 0,-3 1 8 16,0 0-7-16,-1 1 7 0,-2-1-9 0,0 1-2 15,-3-1-13-15,0-1-51 0,0 0-89 0,-1 1-114 0,1 0-97 16,-2-2-128-16,0 2-118 0,-1-2-371 0,1-2-586 16</inkml:trace>
  <inkml:trace contextRef="#ctx0" brushRef="#br0" timeOffset="135043.69">11159 15187 9 0,'8'-8'758'0,"-5"1"-191"0,1 1-117 0,-4 6-28 0,7-8-45 0,-7 8-17 16,5-9-14-16,-5 9-39 0,4-6-50 0,-4 6-45 16,4-6-42-16,-4 6-32 0,6-5-36 0,-6 5-13 15,6-3 26-15,-6 3-21 0,0 0-19 0,13 0-12 16,-13 0-4-16,10 6-6 0,-10-6-8 0,4 12 0 16,-3-3 0-16,-2 3 1 0,0 3-14 0,-4 1 2 15,-4 3-3-15,-3 4 14 0,-3 1-6 0,2-2-9 16,0 0-2-16,2-4-6 0,2-4 27 0,1-1 33 15,-1-1 28-15,3-3-1 0,2-1-9 0,2-3-13 16,2-5-23-16,6 3-12 0,9-4-10 0,10-6-9 16,18-4-50-16,16-6 48 0,9-2-45 0,6-5 46 15,6 1-46-15,21-9 36 0,3-3-56 0,-1 0 8 16,-2 0-64-16,-6-1-49 0,-20 6-122 0,-10 2-226 16,-7 0-170-16,-19 3-785 0,-8 4-1054 0</inkml:trace>
  <inkml:trace contextRef="#ctx0" brushRef="#br0" timeOffset="135876.54">2340 15346 489 0,'-11'-10'392'0,"4"-1"-65"0,0 2-44 0,2-1-37 0,0-1-26 0,4 0-34 16,-2 0-11-16,4-1-15 0,2 0 1 0,2-2-2 15,2 1-18-15,3-3-13 0,0 1 1 16,4 1 2-16,4 1-2 0,1 4-4 0,-1-1-16 0,2 2-23 16,-3 4-18-16,2 3-14 0,-1-1-15 0,0 4-1 15,0 0-8-15,-3 1-5 0,2 5-7 16,-3-1-2-16,0 2-1 0,-5 0-12 0,0 2 11 0,0 1-11 16,-4 1 8-16,-4 0-3 0,-1 2-2 0,-2 0-1 15,-6 2-2-15,-1 3-1 0,-1-2-1 0,-3-2 1 16,2 1 0-16,-2-2-2 0,-3-1-3 0,5-1 9 15,-2-5 19-15,4 1-35 0,-1-4-19 0,1-2-124 16,9-3-78-16,-10-3-61 0,10 3-16 0,-4-11-13 16,5 0-28-16,3-5-41 0,3-3-268 0,1-2-167 15</inkml:trace>
  <inkml:trace contextRef="#ctx0" brushRef="#br0" timeOffset="136210.93">2613 15083 412 0,'9'-15'435'0,"0"5"-78"0,-3-2-84 15,1 3-48-15,-3 3-47 0,-2 0-11 0,-2 6 20 0,0 0 14 16,0 0-10-16,0 0 12 0,-4 5 0 0,-2 2-32 15,-3 3-24-15,0 2 29 0,0 1-28 0,0 2-29 16,-1 2-29-16,0-1 31 0,2 1-24 16,-1-2-18-16,3 1-21 0,1-1-5 0,1-2-15 0,0 0-4 15,1 0-7-15,3-2-3 0,3 0-6 16,1 0-5-16,2-1-5 0,4-2-4 0,3-2-20 0,1-2-133 16,0-1-95-16,2-3-23 0,1-2-37 0,-1-2-4 15,0 0 1-15,-1-4-3 0,0-1 4 0,-5-1 23 16,3-2 55-16,-3 0 94 0,-2 0 75 0,-2 1 107 15,2-1 41-15,-3 3 45 0,-3-1 40 0,2 1 9 16,0 3-15-16,-1-2-31 0,1 3-7 0,-4 5 10 16,5-8 11-16,-5 8 21 0,0 0 19 0,11 2 0 15,-6 4-35-15,2 0-13 0,-2 3 6 0,2 3-23 16,1 2-18-16,1 4 24 0,0 1-25 0,1 0-22 16,2 4-13-16,0 1-18 0,0 1-10 0,1 0-5 15,1 1-13-15,-1-1-5 0,0 0-7 0,2-1-6 16,1 1-49-16,-3-4-200 0,5 0-153 0,-3-2-159 15,6-2-543-15,-5-3-712 0</inkml:trace>
  <inkml:trace contextRef="#ctx0" brushRef="#br0" timeOffset="136810.14">4616 15391 485 0,'0'0'510'0,"-13"-7"-103"0,8 2-32 0,-3 0-7 0,3-1-23 16,-2 0-34-16,0 0-19 0,3 0-27 0,-1-1-20 15,1 0-40-15,3 0-36 0,1 0-36 16,1-3-28-16,6 2-20 0,4-3-19 0,2 4-14 0,7-3 7 16,0 2 26-16,1 1-9 0,3 3-10 0,2 1-7 15,-5 1-2-15,0 2-10 0,2 2-7 16,-1 2-10-16,0 1-10 0,-2 2 2 0,-3 2-6 0,1 1 4 0,-6 2-3 15,0-1 1-15,-3 1-6 0,-4 1 5 0,0 2-6 16,-5-2 2-16,-1 1-7 0,-3 1 9 16,-4 0-12-16,-2 0 18 0,-4 0-16 0,1-2 8 15,1-1-6-15,-1-2 7 0,0-3-7 0,1-1 9 0,2-2-6 16,0-2 0-16,10-2-12 0,-15-2 16 0,8-3-14 16,5-4 7-16,-1-3-11 0,3-1 4 15,4-3 0-15,1-5 1 0,3-1 2 0,1-2-4 16,2 3 1-16,-2 0 1 0,1 2 0 0,2 4 4 0,-6 1-4 15,2 1-1-15,-2 2-4 0,1 2 1 0,-2 1 1 16,1 2 0-16,-6 6 1 0,9-5 3 16,-9 5 1-16,13 3 10 0,-9 2 6 0,2 1-8 15,-1 4 7-15,2 2-7 0,0 2 4 0,-3 0-5 0,4 3-3 16,-3-1-1-16,0-1-2 0,1 1 14 0,1 3-17 16,-1-3 6-16,1-1-20 0,-1-2-46 15,3 2-149-15,-3-3-189 0,2 1-121 0,1-3-181 0,0-4-393 16,0 0-710-16</inkml:trace>
  <inkml:trace contextRef="#ctx0" brushRef="#br0" timeOffset="137110.06">5187 15283 282 0,'5'-10'787'16,"-1"-1"-169"-16,-2 3-130 0,1 1-114 0,1 1-75 0,0 1 30 0,-4 5-18 0,6-7-14 15,-6 7-19-15,10-6-29 0,-10 6-11 0,12-2-30 16,-12 2-31-16,13 2-11 0,-13-2-47 0,16 4 7 15,-9-1-53-15,-1 2 20 0,3 1-47 0,-4 1 16 16,0 0-8-16,-2 0-11 0,-2 4-14 0,0-2-4 16,-2 2-3-16,0-2-8 0,-3 1-3 0,0 2 0 15,0-3-2-15,0-1-2 0,2 1 1 0,-3-1 4 16,2-3-3-16,1 3 38 0,2-8 34 0,-4 9 23 16,4-9 9-16,-3 6-14 0,3-6-16 0,8-3-18 0,2-1-13 15,7-6-3-15,7-3-12 0,9-6-10 16,4 0-5-16,3-3-4 0,10-6-3 0,-1 1-10 15,-8 7-6-15,-1-2-7 0,0 3-42 0,-6 1-77 0,-6 3-123 16,-2 3-229-16,-7 4-194 0,-5-1-261 0,-6 4-388 16,-8 5-924-16</inkml:trace>
  <inkml:trace contextRef="#ctx0" brushRef="#br0" timeOffset="138410.35">13430 14490 669 0,'-4'-10'547'0,"0"2"-116"0,2 0-87 0,-1 3-64 0,3 5-58 0,-6-9-35 0,6 9-13 0,-4-7 20 0,4 7 23 0,0 0-27 16,1 10-21-16,2-2 23 0,2 3-42 15,0 4 22-15,3 6-38 0,2 3-23 0,1 2-23 0,1 5-20 16,3 2-12-16,-2 2-11 0,0-1-10 0,2-1-9 16,-6-2-1-16,0-2-3 0,-1-1-8 15,-2-4 0-15,1-1-6 0,-5 1-24 0,2-3-69 16,0-3-96-16,-3-3-98 0,-2-1-79 0,-3-4-108 0,0-1-117 16,-2-3-302-16,-2-3-445 0</inkml:trace>
  <inkml:trace contextRef="#ctx0" brushRef="#br0" timeOffset="138627.56">13222 14587 420 0,'0'-15'509'0,"1"2"-136"15,0 3-49-15,3-2-59 0,1 4-5 0,4-3-43 16,0 1-28-16,8-1-5 0,-2-2-11 0,4 3-12 16,4-2-9-16,-1 2-19 0,6-3-7 0,0 0-13 15,4 2-21-15,3-3-16 0,2 0-17 0,-5 5-11 16,0-1-10-16,-2 2-8 0,0 0-6 0,-8 2-7 15,-1 0-12-15,-2 0-51 0,-6 2-69 0,-3 2-39 16,-10 2-30-16,0 0-47 0,12 2-28 0,-12-2-28 16,-12 11-31-16,1-3-31 0,-7 3 2 0,-4 3-184 15,-1 2-35-15</inkml:trace>
  <inkml:trace contextRef="#ctx0" brushRef="#br0" timeOffset="138760.1">13430 14565 501 0,'-25'26'150'0,"5"-3"-7"0,4-3 16 0,3 0-23 15,3-3 30-15,3-2-11 0,5 1 43 0,0-4 0 16,5-2 17-16,2 0-15 0,5-1-16 0,1 0-8 0,1-5-24 15,6-2-22-15,3-1-1 0,-1-2-19 0,10-2-22 16,4-3-16-16,8-4-12 0,3-3-9 16,2 1-12-16,11-7-9 0,-3 0-6 0,4-3 1 15,-2 1-60-15,-1-1-101 0,-2 0-122 0,-12 1-127 0,-2 2-459 16,-1-1-388-16</inkml:trace>
  <inkml:trace contextRef="#ctx0" brushRef="#br0" timeOffset="139009">14211 14123 104 0,'-13'-7'704'0,"4"0"-157"16,-2 3-101-16,0 3-28 0,11 1-31 0,-20 1-19 16,11 5-17-16,-3 3-31 0,1 3-20 0,-2 3-26 15,3 4-42-15,-4 6-58 0,5 0-21 0,1 5-36 16,2-2-2-16,5 3-31 0,2 3-22 0,5-2-1 15,2 7-24-15,4 1 6 0,0-3-21 0,4 0 8 16,1-1-11-16,3-3 0 0,3 1-9 0,0-4-18 16,2-5-74-16,0-3-133 0,-1-5-149 0,0-2-80 15,-4-6-100-15,1-2-77 0,-3-4-355 0,-4-3-566 16</inkml:trace>
  <inkml:trace contextRef="#ctx0" brushRef="#br0" timeOffset="139659.17">14339 14227 189 0,'-14'-24'675'0,"2"7"-171"16,-1 0-69-16,3 1-19 0,1 3-39 0,-1 2-31 0,2 1-52 15,3 0-50-15,-1 3-48 0,1-2-33 16,-2 2-40-16,7 7-23 0,-5-9-23 0,5 9-5 16,0 0 2-16,7-5 3 0,-7 5-18 0,12 0-10 0,-12 0-9 15,22 0-9-15,-10 0-5 0,2-1-6 0,4-1-2 16,1 2-3-16,-1-3-4 0,1 3 2 0,-1-2-5 15,1-1 0-15,-4 0 0 0,-1 3 4 0,-1-2 2 16,-2-1 6-16,0 2-8 0,-11 1 1 0,16-2-6 16,-16 2 0-16,13-1 1 0,-13 1-5 0,0 0 1 15,0 0-2-15,0 0 0 0,0 7-2 16,-5-2 0-16,-3 0 2 0,-2 1-1 0,-1 2-2 16,0-1 2-16,1 2 0 0,-1 0 0 0,2 1-2 0,-3-1-2 15,3 1 3-15,2-1 1 0,-2 0-1 0,1-3-1 16,4 0 1-16,-2 2 4 0,1-3 0 0,0-1 3 15,5-4-1-15,-3 8 1 0,3-8 0 0,6 7-2 16,-6-7 1-16,16 1-1 0,-6-1-2 0,5-1 1 16,2-4-3-16,1 3 0 0,1-1 0 0,0 0 1 15,4 0 0-15,1 0 9 0,3 1 10 0,-2 1 3 16,-1 1-2-16,1 1-2 0,1 1 0 0,-2 1-5 0,-3 3-4 16,-1-1-3-16,-1 3 2 0,-3 1-3 15,-2-1-1-15,-3 3 1 0,-2 1-2 0,0 1 3 16,-4 1-4-16,-4 2 4 0,-2 1 26 0,-1 0 1 15,-7 6-17-15,-3 0 2 0,-4 1 3 0,-5 4-11 16,-3-3 9-16,-3 0-9 0,0 1 8 0,-3-4-11 16,0 0 21-16,-2-3-15 0,4-4 9 0,0-3-15 15,2-2 22-15,2-4-13 0,1 0 10 0,4-4-18 16,5-4 16-16,-3 0-20 0,6-5-1 0,2 0-3 0,4-5 4 16,3 2-2-16,4-2-6 0,4-5 2 15,4 0-1-15,4-1 19 0,3 1-21 0,3-2 17 16,-3 7-21-16,2-1 19 0,2 3-3 0,-1 2-4 15,1 1-16-15,-2 3 18 0,0 1-17 0,0 3 21 0,-1 2-21 16,1 3 17-16,0-1-14 0,1 2 20 0,-1 4-18 16,-3 1 1-16,1 2 3 0,-3 0-2 15,1 0 26-15,-2 3-27 0,0 0 13 0,-3 1-30 0,0-1-3 16,0 0-55-16,-2-1-122 0,0-2-161 0,-2 2-97 16,2-2-164-16,-2-1-558 0,-1-4-791 0</inkml:trace>
  <inkml:trace contextRef="#ctx0" brushRef="#br0" timeOffset="140045.66">15099 14398 180 0,'0'0'836'0,"0"-12"-191"0,0 12-119 0,0-9-53 16,0 9-40-16,0-9-32 0,0 9-26 0,0-7-44 15,0 7-7-15,0-8-77 0,0 8-11 0,0-6-36 16,0 6 24-16,-1-7-57 0,1 7 24 0,0 0-64 15,-1-9 31-15,1 9-68 0,0 0 20 0,1-9-66 16,-1 9 25-16,5-10-48 0,1 6 34 0,1-2-53 16,-1-1 35-16,1 3-48 0,-1 0 46 0,4 0-50 0,-3 0 40 15,-7 4-48-15,11-3 44 0,-11 3-47 0,0 0 44 16,18 1-41-16,-18-1 41 0,6 7-43 16,-6-7 44-16,4 12-40 0,-4-5 43 0,-2 4-42 15,-4-1 41-15,1 2-42 0,-1-1 44 0,-3 2-39 0,0-2 3 16,0 2 3-16,-2-2 2 0,2-1 2 15,0-1 0-15,2-1 3 0,0-1 1 0,0 0-1 0,2-2-1 16,0 2 1-16,4 0 3 0,1-7 0 16,1 9 4-16,5-2-1 0,5-1-4 0,5-3 1 0,1 0-1 15,5 0-2-15,1-2 2 0,1-2-4 0,3-2-4 16,0 1-12-16,0-2-25 0,1-1-54 16,1-3-123-16,-1-3-188 0,0-1-122 0,-2-1-76 0,-3-1-156 15,-4-3-406-15,-1-2-781 0</inkml:trace>
  <inkml:trace contextRef="#ctx0" brushRef="#br0" timeOffset="140292.84">15285 13858 357 0,'-7'-5'730'0,"2"0"-193"16,5 5-108-16,-8-5-102 0,8 5-14 0,0 0-32 15,0 0 19-15,4 8-9 0,4 0-26 0,1 2-8 16,5 4-46-16,0 2-13 0,6 3 1 0,3 7-31 15,5 2-5-15,-2 1-49 0,2 1 6 0,2 1-44 16,-1 0 7-16,-1 2-41 0,-2-1 28 0,-4 1-51 16,-2-2 22-16,-2 1-35 0,-7-3-3 0,-3-1-5 15,-4-3 3-15,-3 1-13 0,-2-1-17 0,-7 4-41 16,-1-2-73-16,-1 1-89 0,-4-5-92 0,0-1-60 16,-4-2-63-16,4-3-60 0,-2-2-571 0,5-7-694 15</inkml:trace>
  <inkml:trace contextRef="#ctx0" brushRef="#br0" timeOffset="140493.43">15732 14218 434 0,'10'-9'804'0,"-1"-1"-129"0,0 2-78 0,0 0-97 16,1 0-45-16,0-2-71 0,6 0-64 0,0-2-27 15,2-1-69-15,8-1-18 0,-1 0-68 0,8-4 5 16,2 0-58-16,0 2 13 0,3-1-50 0,-3 3 17 15,1-3-40-15,0 2-11 0,-3-1-5 0,-5 2-18 16,-1-2-82-16,-3 2-158 0,-3-2-117 0,-3 2-74 16,-5-2-108-16,-3 0-123 0,-5 2-312 0,0-3-576 15</inkml:trace>
  <inkml:trace contextRef="#ctx0" brushRef="#br0" timeOffset="140693.32">16265 13568 644 0,'2'-6'513'0,"-2"6"-146"0,3-8-11 0,-3 8-26 15,0 0 7-15,11 3-22 0,-4 2 8 0,-1 2 31 16,1 2-60-16,1 3 2 0,3 4-45 0,-2 3-32 16,3 3-9-16,1 4-11 0,0 0-36 0,4 5-31 15,0 1 11-15,0 0-66 0,1 0 23 0,0 0-54 0,0-1 23 16,-4-4-50-16,0-3 25 0,0 2-43 0,-1-3 26 16,-2-3-66-16,-2-1-91 0,1-1-141 0,-3-3-161 15,-1-2-80-15,-1-2-95 0,-3-2-602 16,-1-1-819-16</inkml:trace>
  <inkml:trace contextRef="#ctx0" brushRef="#br0" timeOffset="140909.87">16221 13761 119 0,'-7'-12'774'0,"2"2"-170"0,2 1-120 15,0 0-53-15,3 0-62 0,3-1-61 0,2-2-15 0,4-1-53 16,1 1-32-16,3-1-42 0,4-3-24 0,4 2-34 15,1 0-13-15,4-1-23 0,-1 0-12 0,5 1-16 16,-1 2-8-16,0 0-4 0,1 0-10 0,-1 2-3 16,-2 0-9-16,-5 2-2 0,-2 1-11 0,-3 1-47 15,-5 2-102-15,-1 1-83 0,-11 3-42 0,11-3-8 16,-11 3-19-16,-2 6-23 0,-7 0-4 0,-4 2-16 16,-6 4-26-16,-4 4-243 0,-7 4-127 0</inkml:trace>
  <inkml:trace contextRef="#ctx0" brushRef="#br0" timeOffset="141059.1">16275 13790 205 0,'-5'9'429'0,"2"-1"-79"16,3-8-28-16,3 9-39 0,-3-9-1 0,12 5-37 16,0-5-16-16,3-1-61 0,2-3 21 0,6-2-31 15,1-1-13-15,6-2-33 0,2 0-10 0,2-4-32 16,3 0-5-16,3 0-20 0,-3-3-1 0,5 0-21 16,-4 0 4-16,1 0-49 0,-2-1-78 0,-3-1-121 15,-2-1-113-15,-4 5-145 0,-6-3-264 0,1-2-250 16</inkml:trace>
  <inkml:trace contextRef="#ctx0" brushRef="#br0" timeOffset="141294.29">16966 13222 693 0,'-5'-7'557'0,"1"1"-154"16,4 6-33-16,-10-6-9 0,10 6-10 0,-13 3 13 15,4 3 3-15,-2 4-14 0,-2 3-47 0,-1 3-15 16,0 5-38-16,-1 3-23 0,3 2 4 0,2 4-73 15,0 1-30-15,5 1-19 0,1 0-19 16,2 2-16-16,5 0-23 0,2-1 3 0,5 6-10 0,2-4-13 16,2 0-8-16,5-3-6 0,1-2-4 0,1-2 5 15,3-4-18-15,-1-5-11 0,1-2-74 0,0-4-117 16,-1-4-154-16,0-2-110 0,-4-3-105 16,0-3-163-16,0-3-391 0,-2-3-736 0</inkml:trace>
  <inkml:trace contextRef="#ctx0" brushRef="#br0" timeOffset="141858.45">17221 13369 307 0,'-7'-14'709'15,"1"2"-88"-15,2 2-47 0,-1-1-94 0,1 0-49 16,3 0-66-16,0 1-24 0,1-1-25 0,1 2-57 16,1-1-45-16,3 2-35 0,2-3-39 0,2 3-29 15,1-3-19-15,3 5-21 0,0-1-13 0,2 1-16 16,-1 2-6-16,1 1-5 0,-2 1-11 0,-1 2-1 15,0 2-6-15,0-1-3 0,-2 5 23 0,-2 1-26 0,-3 2 45 16,-1 1-37-16,-3 2 28 0,-2 1-39 16,-4 4 29-16,-4 2-36 0,-4 5 31 0,-4-4-35 15,-1 4 27-15,-2-2-30 0,-2 3-1 0,3-4 5 16,-1-2 2-16,2 0-2 0,1-6 3 0,4 0 5 16,-1-1-4-16,4-3-1 0,2 1 3 0,-1-4 3 15,2 1 1-15,-1-1-4 0,8-6 10 0,-6 7-4 16,6-7-4-16,0 0 3 0,0 0-2 0,13-1-1 0,-2-2 31 15,2 0-39-15,3-1 40 0,2 1-49 0,0 0 37 16,3 0-34-16,-2 1 33 0,1 0-33 0,-1 1 32 16,2 1-37-16,-1 0 39 0,-1 1-38 0,2 2 37 15,-1-1-37-15,-2 3 2 0,-1 1 4 0,-2-1 3 16,0 2-2-16,0 1 2 0,-3 1 2 0,-4-1 5 16,-2 3-2-16,0-1-2 0,-4-1 1 0,-3 1 3 15,0 1 0-15,-6 1-2 0,-1-1 3 0,-4 3-1 16,-4-2-4-16,-3 1 2 0,-6-1 5 0,-2 1-3 15,-3-3-1-15,-2 0 2 0,3 0-3 0,2-4 0 16,4 0 4-16,3-3 2 0,3 2 4 0,2-4-5 16,3 0-2-16,12-1-1 0,-16-2 2 0,16 2-3 15,-3-6 3-15,11 1-1 0,2 2-5 0,4 0 3 16,5-1 1-16,2 1 6 0,-1 2 7 0,3 1 10 16,0 0-5-16,1 0-2 0,1 0 14 0,2 2-9 15,-2 0 5-15,1 1 2 0,-1 0-1 0,-2 0-10 16,2 0 0-16,-4 0 11 0,-2 0-18 0,1 1-5 15,-3-1-6-15,0 1-29 0,1 1-32 0,-4 1-59 16,1-3-83-16,-2 2-109 0,-1 1-127 0,-3-1-69 0,0-2-97 16,-2 1-549-16,1-1-771 0</inkml:trace>
  <inkml:trace contextRef="#ctx0" brushRef="#br0" timeOffset="142075.22">17777 13483 512 0,'0'-14'639'0,"1"3"-158"0,0 0-63 0,-1 4-55 0,0 7 16 0,3-10 23 0,-3 10-46 0,0 0 2 0,14 1-30 0,-7 5-29 0,2 2-80 15,3 3-43-15,-1 1-9 0,3 3-34 0,-1 1-25 16,-1 1-22-16,2 0-16 0,-3 1-13 0,1-1-15 16,-3 1-19-16,0-2-25 0,-3 1-23 0,2-1-46 15,-3-2-72-15,-1 1-114 0,-3-5-120 0,0 1-39 16,-2-1-97-16,-3-2-84 0,1-2-407 0,3-6-606 15</inkml:trace>
  <inkml:trace contextRef="#ctx0" brushRef="#br0" timeOffset="142343.04">17870 12975 664 0,'14'-6'573'0,"-1"1"-124"0,3 5-8 0,1 4-19 15,5 1-30-15,3 6-46 0,3 3-30 0,4 7-31 0,0 3-30 16,0 2-11-16,-1 3-31 0,-2 2-7 0,1 4-26 16,-5 0-35-16,1 1-6 0,-2 1 15 15,0 0-73-15,-2 0-16 0,-3-1-13 0,-1-4-9 16,-4 1-10-16,-1-5-9 0,-4-1-2 0,-4-6-2 0,0 2-8 16,-4-4-4-16,-1 0-3 0,-1-1-6 15,-5-1 1-15,-1 1-1 0,-5 0 2 0,-1-2-12 16,-3-2-22-16,-1-1-29 0,-3-2-61 0,1 0-109 0,-1-1-127 15,-2-1-67-15,0-4-141 0,1 0-688 0,0-2-864 16</inkml:trace>
  <inkml:trace contextRef="#ctx0" brushRef="#br0" timeOffset="142676.96">15561 14952 46 0,'-39'10'682'16,"7"-1"-163"-16,0 0-83 0,0 2-62 0,2 0-68 16,1-1-69-16,7-4-6 0,2 3 32 0,4-3 34 15,2-2 12-15,1 0 1 0,4-1-5 0,9-3-53 0,0 0-22 16,0 0-67-16,10-3 6 0,13-2-56 15,16-8 38-15,8 1-25 0,17-6-24 0,5-1-11 16,7-1-21-16,1-4-49 0,6 0 36 0,4-1-52 16,15-7 38-16,-2 2-45 0,-14 5 44 0,-3 3-56 15,-7-1 49-15,-4 3-50 0,-4 0 3 0,-10 4-1 16,-13 5-1-16,-6-2-29 0,-9 5-46 0,-7 2-86 16,-4 0-94-16,-8 3-88 0,-11 3-69 0,0 0-26 0,0 0-55 15,-13 0-48-15,-10 3-398 0,-9 5-535 0</inkml:trace>
  <inkml:trace contextRef="#ctx0" brushRef="#br0" timeOffset="142909.34">15527 15061 454 0,'-50'21'487'0,"7"-4"-75"0,7 2-42 0,2 0-83 15,8-4 5-15,3-1-8 0,5-1 39 0,7-3 42 16,3 0-10-16,4-4-34 0,4-6-47 16,13 7-53-16,6-6-27 0,12-3-18 0,20-3-24 0,17-5 1 15,7-3-51-15,8-2 8 0,1-5-46 0,7-1 14 16,19-7-39-16,0 0 15 0,0-4-8 0,-1 1-8 15,-6 0 0-15,-20 3-43 0,-4 3 35 0,-6 1-38 16,-8 1 36-16,-7 4-39 0,-16 6 37 0,-6 1-48 16,-8 1-6-16,-9 4-62 0,-8 1-64 0,-11 6-96 15,0-7-89-15,0 7-52 0,-31 0-27 0,-1 5-24 16,-13 2-21-16,-5 2-14 0,-6 2-367 0,-8 3-386 16</inkml:trace>
  <inkml:trace contextRef="#ctx0" brushRef="#br0" timeOffset="143042.38">16046 14993 250 0,'-28'11'543'0,"5"-4"-33"0,4 0-37 0,2-3 1 15,3 1-22-15,5-1-4 0,9-4-16 0,-5 5-30 16,5-5-56-16,0 0-33 0,17 0-79 0,-3-2 1 0,6-1-81 16,6-1 20-16,8-3-65 0,10-1 23 15,4-2-25-15,6-1-22 0,10-1-17 0,1-2-14 16,3-2-15-16,-3 0-55 0,-1-1-36 0,-3-3-144 0,-3 0-205 16,-6-2-207-16,-12 0-902 0,-4-2-1140 15</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48:21.773"/>
    </inkml:context>
    <inkml:brush xml:id="br0">
      <inkml:brushProperty name="width" value="0.05292" units="cm"/>
      <inkml:brushProperty name="height" value="0.05292" units="cm"/>
      <inkml:brushProperty name="color" value="#FF0000"/>
    </inkml:brush>
  </inkml:definitions>
  <inkml:trace contextRef="#ctx0" brushRef="#br0">12984 3931 407 0,'-8'-11'501'0,"5"1"-93"0,-3 3-117 15,3 0-40-15,0 2-76 0,3 5-1 0,-5-6-18 16,5 6 12-16,0 0-8 0,0 0 22 0,0 0 6 0,-8 6 19 16,8-6 7-16,3 12-9 0,-3-12-6 15,2 13-13-15,0-6-10 0,0 4-22 0,2-3-19 16,0 2-18-16,0 1-11 0,1-3-14 0,0 3-7 15,4-1-5-15,-1 0-1 0,1-2 4 0,3-1-21 16,2-3 22-16,4-2-42 0,3-4 21 0,8-4-42 0,11-8 25 16,2-5-39-16,10-11-3 0,7-5-2 15,4-6 0-15,16-15-2 0,5-2-36 0,2-6-26 16,-2 0-32-16,3-4-64 0,-5 0-119 0,-4 4-104 16,-4-1-75-16,-8 0-174 0,-12 13-437 0,-4 2-683 15</inkml:trace>
  <inkml:trace contextRef="#ctx0" brushRef="#br0" timeOffset="600.58">15548 4282 545 0,'-12'3'741'0,"5"1"-175"0,-1-1-116 0,8-3-109 0,-12 6-68 16,6-1-56-16,2 1-43 0,3 0-27 16,0 0-12-16,1-6-7 0,1 13 12 0,1-5-4 15,5 0 4-15,-1-2 5 0,4-1-9 0,6 0-19 16,-1-2-4-16,7-2-27 0,5-4-3 0,6-3-29 15,9-5-3-15,4-5-11 0,8-7-8 0,5-4-7 0,3-5-8 16,2-4-10-16,18-14-28 0,1-3-28 16,3-3-50-16,3-5-79 0,2 1-43 0,0-5-81 0,-1 1-43 15,2-4-93-15,-2-1-140 0,0-1-305 16,1-4-441-16</inkml:trace>
  <inkml:trace contextRef="#ctx0" brushRef="#br0" timeOffset="2599.82">25011 5498 511 0,'-10'2'509'0,"-1"1"-81"0,-1-3-63 0,2 1-25 0,-3 1-35 15,2-2-20-15,-1 0-15 0,-1 1-15 16,2-1-11-16,11 0-21 0,-19 2-31 0,19-2-28 0,-16 1-33 16,16-1-26-16,0 0-22 0,0 0-18 0,0 0 10 15,17 1 8-15,6-1-9 0,15 0-3 0,15-2-12 16,9-1 9-16,19 0-7 0,8-2-9 0,12-1 3 16,28-2 8-16,2 2-5 0,4-2-12 0,1-1 20 15,0 2-13-15,6 0 13 0,-4-1-37 0,0-2 32 16,-3 2-32-16,-3-3 40 0,-3 2-55 15,-5-4 34-15,-2 1-48 0,-24 3-5 0,-2-2 1 0,-7 0-6 16,-7 0-8-16,-8 2 4 0,-16 0-14 0,-8 2 1 16,-8 0-36-16,-11 1-71 0,-8 0-59 0,-9 0-69 15,-7 0-57-15,-3 1-40 0,-4 5-46 0,-15-9-37 16,-6 6-80-16,-8-1-380 0,-11 2-465 0</inkml:trace>
  <inkml:trace contextRef="#ctx0" brushRef="#br0" timeOffset="2900.86">25011 5936 100 0,'-64'15'650'0,"3"1"-191"0,0 2-69 0,13-3-81 0,5 0-25 16,5-1-82-16,10-3-23 0,7 0-8 0,12-3 50 16,7-3 24-16,2-5-4 0,24 6-26 0,8-6 5 15,25-3-20-15,21-3-20 0,14-2 5 0,9-3-27 16,31-2-12-16,7-1 15 0,8-1-46 0,1-1 37 15,1-2-44-15,3-1 30 0,2 3-30 0,0-1 18 16,0 0-11-16,-5 2-10 0,-2 1-2 0,-2-1-19 16,-2 1-17-16,-5 3-16 0,-2-1-8 0,-6 0-8 15,-6 3-11-15,-23 0-9 0,-4 2-11 0,-3 1-5 0,-6 0-13 16,-6 2-19-16,-11 1-31 0,-15 2-47 0,-7-2-49 16,-11 1-45-16,-10 1-57 0,-8 1-83 15,-8 0-89-15,-12 0-94 0,0 0-151 0,0 0-406 16,-23 4-702-16</inkml:trace>
  <inkml:trace contextRef="#ctx0" brushRef="#br0" timeOffset="29132.77">4553 9246 148 0,'-5'-9'266'16,"1"0"-141"-16,4 2-66 0,0-1-144 0,3 2-75 0,-1 0 40 15</inkml:trace>
  <inkml:trace contextRef="#ctx0" brushRef="#br0" timeOffset="31814.99">7739 7813 606 0,'0'0'485'0,"0"0"-119"0,0 0-51 0,0 0-89 0,-5-6-11 0,5 6-64 0,0 0 0 15,0 0-41-15,-9 4 4 0,9-4-21 0,0 0 11 16,0 0-30-16,0 0 9 0,-9 2-26 0,9-2 15 16,0 0 30-16,0 0 23 0,0 0 4 0,0 7 3 15,0-7-4-15,5 2-16 0,-5-2-9 0,12 3-25 16,-12-3-1-16,20-1-1 0,-8-1 6 0,4-2-9 16,4-3-10-16,1-1-15 0,5-7-7 0,2 2-10 15,4-5-7-15,1-1-2 0,-1-1-6 0,2-3 1 16,1 2-8-16,-2 0-4 0,1 0-2 0,-4 4-13 15,-3 1-31-15,-1 2-57 0,-5 4-78 0,-2 1-82 16,1 1-77-16,-6 4-98 0,1 0-118 0,-3 1-334 16,-12 3-445-16</inkml:trace>
  <inkml:trace contextRef="#ctx0" brushRef="#br0" timeOffset="33265.61">9494 8454 543 0,'-5'5'629'0,"1"-1"-150"0,4-4-97 0,-7 8-81 16,7-8-78-16,-5 5-39 0,5-5-37 0,-2 6-30 15,2-6-20-15,-4 6-17 0,4-6 26 0,0 0 27 0,-1 9 4 16,1-9 2-16,0 0 9 0,6 4-5 0,-6-4-14 15,10-2-22-15,1 0-14 0,4-4-24 0,4-3-3 16,4 1-22-16,5-6 6 0,7-2-25 0,1-3 4 16,2 0-12-16,-1-2 7 0,0-2-18 0,-1-2-6 15,0 0 0-15,-3-2 0 0,0-2-11 0,-2 1-27 16,-2-1-32-16,0-2-43 0,-2 2-42 16,-1 0-29-16,-2 1-60 0,-1 2-11 0,-6 5-71 0,-1 2-86 15,0 2-480-15,-4 4-454 0</inkml:trace>
  <inkml:trace contextRef="#ctx0" brushRef="#br0" timeOffset="34248.25">10560 8535 556 0,'-7'7'545'0,"-2"-2"-122"0,3 1-109 0,6-6-47 0,-6 5-54 16,6-5-44-16,-7 8-16 0,7-8 13 0,0 0 8 15,0 0 7-15,0 0 4 0,0 0-4 0,16-5-9 16,-4-3-14-16,2-3-14 0,8-5-2 0,2 2-40 16,6-8-2-16,2 0-40 0,2-2 8 0,1 2-32 0,2-3 8 15,6-7-24-15,3 1-5 0,-2 0-8 16,-1 0-15-16,2 0-52 0,-2 0-86 0,-8 5-98 16,-2 0-125-16,0 3-207 0,-3-2-422 0,-2 1-595 15</inkml:trace>
  <inkml:trace contextRef="#ctx0" brushRef="#br0" timeOffset="35804.85">12491 8313 425 0,'0'0'485'0,"0"0"-89"0,0 0-89 0,0 0-48 0,6-5-38 0,-6 5-42 0,0 0-12 0,0 0-21 16,0 0-19-16,0 0-20 0,0 0-15 0,0 0-16 16,0 0-9-16,12-1 23 0,-12 1 4 0,0 0 16 15,15 1 7-15,-15-1 10 0,22 0-9 0,-4-3-17 16,7-2-4-16,6-2-20 0,8-5-13 0,5-1-9 16,6-2-16-16,11-4-5 0,0 0-8 0,5-3-3 15,-1 1-8-15,0-2-1 0,3 0-5 0,-3-2-2 16,0 2-6-16,4-4-2 0,-1 4-114 0,1-1-136 15,-3 0-97-15,-1 1-180 0,-3 2-420 0,-15 7-532 16</inkml:trace>
  <inkml:trace contextRef="#ctx0" brushRef="#br0" timeOffset="40281.79">4193 8971 168 0,'-4'-5'594'0,"0"0"-168"0,0-3-51 0,4 8-84 0,-5-8 3 16,5 8-62-16,-9-10-32 0,9 10-31 0,-5-7-35 15,5 7-29-15,-4-3-8 0,4 3 42 0,0 0 21 16,-2 6 21-16,2-6-14 0,0 15-18 16,1-4-25-16,0 2-20 0,2 4 20 0,-2 1-12 15,4 3-22-15,-2 2-15 0,2 2-3 0,-3-2-24 0,1 1-5 16,-1 1-8-16,1 0-10 0,0-3-9 16,-1 1-3-16,-2 1 8 0,1-3-8 0,1-2-5 0,-1 0-10 15,-1-2-39-15,0-1-88 0,0-1-141 0,1-3-183 16,1 0-227-16,-2-5-328 0,0-7-612 0</inkml:trace>
  <inkml:trace contextRef="#ctx0" brushRef="#br0" timeOffset="43598.5">8341 9995 93 0,'0'0'240'0,"-6"-2"-79"0,6 2-46 0,0 0-29 16,-9-4-33-16,9 4-21 0,0 0-14 0,0 0-12 15,-8-3-7-15,8 3-14 0,0 0-29 0,0 0-55 16,0 0-106-16,0 0 62 0</inkml:trace>
  <inkml:trace contextRef="#ctx0" brushRef="#br0" timeOffset="44169.67">8355 9978 104 0,'0'11'384'0,"0"-11"-94"0,-5 8-47 0,1-1-32 16,-1 1-27-16,0-2-18 0,-1 2-13 0,-1-1-10 16,1 1-11-16,-1 0-1 0,2-1-36 0,-2-1 6 15,2 0-29-15,-1 0 27 0,3-2-24 0,-4 2 30 16,7-6-36-16,-10 8 22 0,5-5-41 0,5-3 17 0,-13 6-31 16,13-6 13-16,-15 2-23 0,15-2 47 0,-17-2-19 15,11 0 9-15,6 2-23 0,-14-7 12 0,9 0-24 16,1-2 6-16,1 2-15 0,0-2 7 0,5 0-13 15,-1-1 7-15,3 0 2 0,1 1-7 16,4 0 1-16,2 1 0 0,1 0-1 0,2 6-4 0,-1 1 19 16,0 2 0-16,2 1-3 0,0 6-8 0,3 2 1 15,0 4-9-15,-3 4 5 0,2 3-5 16,-4 3 3-16,-2 1 0 0,1 2 8 0,-6 3 20 0,1-3-4 16,-3 0-4-16,-3-1-4 0,-2 1 15 0,-2-1 8 15,-1-1 2-15,-2-1-6 0,-1-4 9 0,-3 1 4 16,0-1 1-16,-2-5 3 0,1 0-4 0,-2-5 2 15,2-1-4-15,-1-3-7 0,0-3-10 0,0-2-5 16,2-2-12-16,-1-3-1 0,2-1-11 0,3-4 1 16,2 1-7-16,3-5 12 0,2 1-19 0,3-4 3 15,4 2-3-15,3-2 2 0,2 4-4 0,2 0-1 16,-2 4-2-16,4 2 4 0,-2 3-3 0,0 1 4 16,2 4-6-16,-2 1 5 0,2 4-5 0,1 0 4 15,-2 4-4-15,2 0 3 0,-1 1-1 0,1-1-11 16,0-1-27-16,0 0-33 0,2-1-83 0,-2-6-138 0,2-1-119 15,2-3-217-15,9-6-364 0,-2-5-592 0</inkml:trace>
  <inkml:trace contextRef="#ctx0" brushRef="#br0" timeOffset="47701.99">27650 4391 447 0,'0'-22'379'0,"-1"3"-63"0,-2 0-62 0,1-1-35 0,-4 0-32 0,-1 2-35 16,0 0-27-16,-4 1-23 0,-3 2-14 0,-2 3-16 16,-5 4-11-16,-3 5 17 0,-3-1 32 0,-3 8-14 15,-6 2-3-15,-9 7 15 0,-9 9-2 0,-3 5-10 16,-2 7 11-16,0 6 42 0,-1 7-20 0,-6 13-26 16,13-5 21-16,7 5-19 0,3 1-11 0,6 2-23 15,6 0 7-15,9-1 18 0,8 1-5 0,7-11-7 16,7 1 27-16,7 0-10 0,11 4-11 0,6-5 22 15,8-3-6-15,4-5-17 0,6-6-11 0,4-5-3 16,6-6 15-16,6-7-17 0,5-4 18 0,2-5-25 16,-5-7-11-16,4-4-32 0,10-4 20 0,-5-5-36 15,-1-2 28-15,-7-5-33 0,-2-1 0 0,-7-7 23 0,-4-4-30 16,-5-6 28-16,-7-2 12 0,-7-6-1 16,-11 0 6-16,-4-5-2 0,-10-4-8 0,-4-3-2 15,-8-7-1-15,-7-2-46 0,-8 1 45 0,-6 5-14 16,-7 0 0-16,-4 4-10 0,-5 7 23 0,-2 3-30 0,-4 6 22 15,-3 5-28-15,1 8-14 0,6 7-13 16,-1 8-34-16,0 7-52 0,0 4-56 0,1 7-82 0,4 8-122 16,-6 11-63-16,2 7-156 0,2 5-582 15,5 6-797-15</inkml:trace>
  <inkml:trace contextRef="#ctx0" brushRef="#br0" timeOffset="49238.07">9537 9865 163 0,'0'0'628'0,"-7"-7"-171"15,7 7-115-15,-5-5-78 0,5 5-117 0,0 0-83 0,-4-7-51 0,4 7-45 16,0 0-56-16,0 0-64 0,0 0-74 0,0 0-270 16,10 1 13-16</inkml:trace>
  <inkml:trace contextRef="#ctx0" brushRef="#br0" timeOffset="49582.02">10603 10021 517 0,'0'0'634'0,"0"0"-158"16,0 0-110-16,0 0-134 0,0 0-122 0,0 0-102 16,4-6-73-16,-4 6-73 0,0 0-87 0,0 0-110 15,0 0-161-15,6-4 13 0</inkml:trace>
  <inkml:trace contextRef="#ctx0" brushRef="#br0" timeOffset="50036.94">11672 10082 334 0,'0'0'630'0,"0"0"-158"0,-17 0-160 0,17 0-176 0,0 0-176 0,0 0-118 15,-13 2-369-15,13-2-31 0</inkml:trace>
  <inkml:trace contextRef="#ctx0" brushRef="#br0" timeOffset="51532.76">12562 10151 316 0,'0'0'245'0,"4"5"-152"0,-4-5-205 0,0 0-59 0,9 5 46 0</inkml:trace>
  <inkml:trace contextRef="#ctx0" brushRef="#br0" timeOffset="51897.66">12883 10147 486 0,'0'0'542'0,"0"0"-109"0,0 0-86 15,-11-2-65-15,11 2-47 0,0 0-45 0,0 0-34 16,0 0-23-16,0 0-33 0,0 0-5 0,0 0-15 16,0 0-6-16,0 0-11 0,0 0-12 0,0 0-9 15,0 0-10-15,0 0-4 0,0 0-7 0,0 0-4 16,0 0-3-16,0 0-1 0,0 0-10 0,5 4 4 16,-5-4-2-16,0 0-16 0,0 0-26 0,0 0-36 15,0 0-41-15,0 0-72 0,0 0-92 0,0 0-178 16,0 0-274-16,0 0-233 0</inkml:trace>
  <inkml:trace contextRef="#ctx0" brushRef="#br0" timeOffset="54985.01">21321 8791 881 0,'-2'-9'684'0,"2"2"-107"0,-1 0-122 0,0-1-88 0,1 8-82 15,-3-10-50-15,3 10-19 0,0 0-9 16,0 0-12-16,0 0-24 0,0 0-22 0,0 9-16 15,0 0-21-15,1 2-18 0,2 3-21 0,0 2-12 16,-1 1-17-16,4 6-5 0,-2-4-8 0,3 3 8 0,-1 0-22 16,-1 0 8-16,5 0-17 0,-3 2 5 15,-1-3-41-15,1 2-36 0,-1-4-109 0,0 1-98 16,-1-4-91-16,-1 1-134 0,0-3-124 0,-1-5-349 16,-2 0-558-16</inkml:trace>
  <inkml:trace contextRef="#ctx0" brushRef="#br0" timeOffset="55247.87">21244 8753 621 0,'0'-23'583'0,"1"4"-144"15,0 0-89-15,3 1-52 0,3 1-33 0,-1 3-12 16,5-1-33-16,2 0-1 0,0 6-27 0,0-1-25 0,5 4-17 16,-2 3-12-16,2 0-25 0,0 3-19 0,1 3-22 15,-1 2-10-15,-1-1-19 0,1 6-4 0,-4-1-14 16,0 4 1-16,-5-1-6 0,-3 1 0 0,-1 4-8 15,-2-2 3-15,-4 2-6 0,-3-1 5 16,-4 3-6-16,-5-1 2 0,-2 3-9 0,-6-2 3 0,1-2 3 16,-4-1-1-16,-2-1 0 0,1-3-3 0,4-4 1 15,-1-1-7-15,5-3-32 0,2-2-65 0,3-2-104 16,0-2-51-16,6-2-113 0,2-4-162 16,3-2-414-16,3-3-524 0</inkml:trace>
  <inkml:trace contextRef="#ctx0" brushRef="#br0" timeOffset="55481.28">21910 8449 375 0,'0'0'798'0,"0"0"-155"0,-9 4-97 0,0-1-92 0,-4 4-41 16,-2 4-36-16,-3 3-34 0,-3 4-35 0,0 1-35 15,-4 7-57-15,1 1-30 0,2 1-31 0,2 3-29 16,2 1 0-16,3 2-13 0,4-6-3 0,2 4-9 15,4-1-8-15,4-5-31 0,1 3 13 0,4-4-33 16,1 4 12-16,6-1-42 0,2-2-3 0,1-2-45 16,4-2-40-16,1-3-71 0,-1-3-110 0,0-4-100 15,1-2-77-15,-1-4-110 0,0-4-125 0,-1 1-422 16,1-6-707-16</inkml:trace>
  <inkml:trace contextRef="#ctx0" brushRef="#br0" timeOffset="55947.41">22020 8650 572 0,'-2'-10'689'0,"0"1"-146"0,-1 2-46 0,3-1-55 0,-3 2-34 15,3 6-35-15,-1-11-42 0,1 11-41 0,-2-8-36 16,2 8-49-16,-3-8-29 0,3 8-30 0,4-4-27 16,-4 4-22-16,0 0-17 0,14-1-16 0,-5 3-9 15,1 3-15-15,-1 0-5 0,4 1-10 0,-2 3-4 16,1 1-4-16,-2 1-4 0,-1 1-6 0,-2 1 2 15,-2 3 2-15,0-1 6 0,-1 0-16 0,-1 1-3 16,-3-3 0-16,-3 4 2 0,-1-1 1 0,-3-1-1 16,0-2 0-16,-2 0-2 0,-1 0 4 0,-1-4-2 15,0 1 0-15,-1-3 0 0,3 0 2 0,0-2-1 16,1-2 3-16,8-3-2 0,0 0-1 0,-12-3-3 16,12 3 5-16,1-12-5 0,4 3-1 0,3-4 0 15,5-3 3-15,1 0-1 0,2-4-2 0,1 1-1 16,2-2-1-16,0 2 3 0,-2 0 5 0,2 1-2 15,-5 2-1-15,0 3 5 0,-2-1 19 0,-2 4 24 16,0 0 9-16,-3 1 7 0,-1 3-1 0,1-2 5 16,-2 1-4-16,1 3-2 0,-6 4-7 0,6-8-11 15,-6 8-6-15,0 0-10 0,0 0-3 0,-7 4-6 16,7-4-5-16,-9 10-3 0,4-3-1 0,1 1 0 16,-1 2-4-16,2 0 0 0,-1 1 4 0,2 3-5 15,0-1 1-15,0 2-7 0,2-2 4 0,2 2-1 16,1 1-2-16,1-2 0 0,1 0-7 0,0-2-18 15,4 1-28-15,1-2-64 0,0-3-97 0,3 0-93 16,1-2-93-16,2-3-79 0,-2-1-93 0,-1-2-100 16,2-2-398-16,0-2-685 0</inkml:trace>
  <inkml:trace contextRef="#ctx0" brushRef="#br0" timeOffset="56115.32">22481 8645 235 0,'1'-7'810'0,"-1"7"-206"0,0-9-131 0,0 9-98 0,0 0-26 0,0 0-12 0,0 0-19 0,7 3-16 0,-6 5-7 15,0-1-39-15,-1 3-6 0,3 2-64 0,-1 2-38 16,1 2-31-16,-1 1-19 0,1 0-21 0,-1 3-14 16,2-2-12-16,0 2-11 0,1-1-9 0,0 1-8 15,4-1-35-15,-2-6-91 0,-1 0-130 0,2 0-111 16,1-4-114-16,-2 0-130 0,2-6-573 0,0 0-777 16</inkml:trace>
  <inkml:trace contextRef="#ctx0" brushRef="#br0" timeOffset="56414.75">22895 8372 717 0,'8'-9'828'0,"-3"3"-178"0,-1 2-132 0,-4 4-77 16,7-4-41-16,-7 4-33 0,0 0-50 0,0 0-32 16,9 2-64-16,-9-2-30 0,0 12-35 0,0-6-23 15,-2 4-33-15,-1 2-14 0,-3 1-19 0,-1 2-6 0,0 2-17 16,-5 1-7-16,3 0-6 0,0-2-8 15,-2 0-2-15,3-2-5 0,0-1-5 0,2-2-4 16,-3-2 4-16,5-2-4 0,-1 2 7 0,1-2 7 16,4-7-6-16,-2 6 1 0,2-6-7 0,0 0 3 15,11 0-5-15,-11 0-2 0,19-2 6 0,-6 0-10 16,4 2 1-16,-1 0 0 0,5 2-3 0,-1-1 3 0,1 1-9 16,3 3 6-16,0-1-3 0,-1-1-18 0,-1 3-31 15,0-1-71-15,-3 0-80 0,-2-1-117 16,-1 1-114-16,0-2-100 0,-4 0-158 0,-2-1-388 15,-10-2-700-15</inkml:trace>
  <inkml:trace contextRef="#ctx0" brushRef="#br0" timeOffset="56848.06">23295 8433 768 0,'4'-7'757'0,"-2"1"-129"0,0-1-80 16,-2 7-56-16,2-12-43 0,2 5-46 0,-1 1-52 15,0 0-71-15,3-1-41 0,0 1-54 0,3 0-25 16,0 2-42-16,2 1-9 0,5-2-27 0,-2 5-7 0,2 0-29 16,1 0 4-16,0 5-19 0,0 1 7 0,-3 0-22 15,1 1 9-15,-1 3-20 0,-3 0 12 16,-1 1 2-16,-2 1-5 0,-2-1-8 0,-2 1 0 16,0-2-3-16,-4 1-2 0,0 1 2 0,-2-4 3 0,-2 3-3 15,-1-4-1-15,-2 0 6 0,2 0-7 0,-4-2 4 16,3-2-3-16,6-3 2 0,-13 0 2 0,13 0-4 15,-13-4 0-15,7-2 0 0,3-3 3 16,1 0 0-16,2-3-18 0,2 2 19 0,2-6-14 0,3 1 12 16,1-4 1-16,1-2-3 0,2 2-2 15,0 0-2-15,-1 0 4 0,-1 3 16 0,-2 1 29 16,0 5 9-16,0-2-5 0,-2 2 0 0,0 1-3 0,-1 3 1 16,-2 0-1-16,-2 6 0 0,0 0 1 15,0 0-2-15,0 0-8 0,0 12-6 0,-2-4-32 0,-1 5 28 16,1 0-6-16,-1 2-3 0,2 1-5 15,1-2-3-15,1 4-4 0,0-2 2 0,3-1 3 16,3-1-3-16,0 0 1 0,2-3-7 0,3-1-18 0,2 0-36 16,-1-3-78-16,3-1-88 0,-2-3-100 15,0-2-87-15,0-1-89 0,0-2-21 0,-2 0-118 16,-2-5-616-16,0 1-855 0</inkml:trace>
  <inkml:trace contextRef="#ctx0" brushRef="#br0" timeOffset="57814.84">22878 8919 200 0,'0'0'498'0,"0"0"-132"0,-9-3-32 15,9 3-47-15,0 0 21 0,-8-4-37 0,8 4 1 0,0 0-15 0,-7-5-24 16,7 5-34-16,0 0-22 0,0 0-23 16,0 0-23-16,1-8-16 0,-1 8-12 0,11-5-14 15,-11 5-19-15,16-3-13 0,-7 2-12 0,5-1-10 16,0 2-31-16,0-1-24 0,4-3-38 0,1 3-73 15,2-2-31-15,2 0-76 0,1 1-61 0,4-3-86 16,-1 0-529-16,5-3-483 0</inkml:trace>
  <inkml:trace contextRef="#ctx0" brushRef="#br0" timeOffset="58180.3">24225 8084 259 0,'3'-8'738'0,"-1"2"-157"16,2 1-126-16,-4 5-85 0,3-9-82 0,-3 9-36 16,2-7-36-16,-2 7 37 0,0 0-9 0,0 0-2 15,0 0-34-15,0 0-20 0,0 11-37 0,-2-3-28 0,-2 0-29 16,-2 4-11-16,-3 1-20 0,-3 2-4 15,2 0-19-15,-4 1-4 0,0 0-4 0,-1-1-5 16,0 0-3-16,0-1-1 0,2 1-4 0,1-5-4 16,1 1 0-16,2-3-5 0,0 2 4 0,1-3-7 15,1-1 12-15,2 0 25 0,0 0 32 0,5-6-4 16,-5 7-9-16,5-7-9 0,0 0-15 0,14 3-4 0,-3-5-8 16,5 2 7-16,4-1-17 0,-1 1-5 15,4-2-3-15,0 0-1 0,0 0-3 0,0 1-10 0,0 0-30 16,0-1-37-16,-2 1-52 0,-1-1-56 15,2 2-61-15,-4-1-41 0,-3 0-36 0,-1 1-80 16,0-2-54-16,-14 2-63 0,18 0-431 0,-18 0-528 16</inkml:trace>
  <inkml:trace contextRef="#ctx0" brushRef="#br0" timeOffset="58363.29">24227 8404 662 0,'-8'4'554'0,"3"2"-128"0,5-6-18 0,-8 6-31 15,8-6-19-15,-5 5-12 0,5-5-9 0,0 0-33 16,0 0-48-16,9 4-46 0,-9-4-40 0,19-1-41 16,-5-1-25-16,4 0-21 0,0 0-16 0,4-1-20 15,3 0-47-15,1-2-78 0,-1 0-91 0,1 0-84 0,5-2-80 16,-2-1-110-16,2 0-130 0,-2-2-364 16,-2-1-514-16</inkml:trace>
  <inkml:trace contextRef="#ctx0" brushRef="#br0" timeOffset="58763.84">24808 8084 285 0,'0'-8'748'0,"0"2"-171"0,0-1-64 0,0 0-38 15,0 7-29-15,1-13-41 0,-1 6-24 16,2 0-55-16,-1 2-16 0,1-3-88 0,2 0-40 0,0 3-41 16,4 1-25-16,-2-2 16 0,-6 6-63 0,18-2 28 15,-6 2-60-15,0 3 31 0,-1 0-47 16,4 3 32-16,-2-1-47 0,-2 3 40 0,3 1-50 15,-2 0 40-15,-1 0-41 0,-2 2-2 0,0 0 0 16,-2 0 7-16,-2-1-5 0,-3 3-3 0,-1-4 4 16,-2 2 2-16,0-1 1 0,-5-1 0 0,1 0-1 15,-3-1 4-15,1 0-2 0,-3-3-1 0,1 1 0 16,0-4 7-16,9-2-8 0,-15 3 2 0,15-3-2 16,-10-4 0-16,7-2 2 0,1 0-2 0,3-2 0 0,1-3-1 15,5-1 35-15,2-1-40 0,0-5 26 0,2 3-42 16,3-1 52-16,-3 0-52 0,0 3 42 15,-1 1-30-15,-1 1 49 0,-2 1-42 0,-1 2 45 16,0 1-51-16,1 0 50 0,-3 3-41 0,-4 4 49 16,7-3-43-16,-7 3 49 0,0 0-54 0,4 7 43 15,-4-7-50-15,3 14 45 0,-3-4-50 0,1 1 50 16,0-1-54-16,-1 2 4 0,3 1 6 0,-1-1-38 16,2 2-67-16,3-2-95 0,0 1-120 0,3-1-82 15,-1-2-92-15,2-3-147 0,3 0-506 0,-2-1-768 16</inkml:trace>
  <inkml:trace contextRef="#ctx0" brushRef="#br0" timeOffset="59048.96">25272 8051 384 0,'-1'-8'767'15,"-3"-1"-155"-15,1 1-59 0,2 0-77 0,0 1-43 16,1 7-25-16,-3-11-46 0,3 11 8 0,-2-9-87 0,2 9-34 16,-3-10-29-16,3 10 12 0,0 0-72 15,5-7 15-15,-5 7-74 0,0 0 25 0,15 1-67 0,-7 2 32 16,0 0-60-16,-2 2 34 0,3 0-52 15,-4 1 40-15,-1 1-54 0,1-1 45 0,-1 2-49 0,-4 2 41 16,0-2-50-16,-2 2 2 0,-1 0 8 16,-1 0 2-16,-4 0-2 0,3 2 4 0,-3-3-2 0,2-2 4 15,1 0 0-15,1 1 0 0,-1-2-2 16,5-6 1-16,-6 10 2 0,6-10-2 0,0 0 2 16,4 6-4-16,-4-6 1 0,14-3 0 0,-4 1-3 15,5-4-4-15,0 0-25 0,2 0-52 0,1-5-71 16,3 1-89-16,0-5-110 0,1 1-109 0,-1-3-87 15,-2 0-215-15,-1-2-368 0,-2 0-748 0</inkml:trace>
  <inkml:trace contextRef="#ctx0" brushRef="#br0" timeOffset="59264.74">25461 7678 385 0,'-9'-3'861'15,"2"0"-229"-15,7 3-127 0,-11-3-123 0,11 3-28 16,0 0 15-16,-9 6-21 0,9-6-15 0,0 13-31 0,2-4-41 15,1 1-29-15,5 5-31 0,1 3-23 0,3 1-30 16,2 4-25-16,2 2 20 0,0 4-72 0,3 1 30 16,-4 1-62-16,-1-4 35 0,0 0-59 15,-5 1 0-15,1 0-9 0,-4 1-3 0,-4-2-17 16,-3-2-59-16,-3 5-64 0,-4 1-78 0,-6 2-104 0,-4 3-52 16,-5-1-50-16,-9 6-104 0,-2-1-125 0,-6 1-396 15,-2 1-663-15</inkml:trace>
  <inkml:trace contextRef="#ctx0" brushRef="#br0" timeOffset="59617.96">21473 10484 992 0,'-17'6'841'0,"2"-3"-169"0,3 1-175 15,-1 0-81-15,3-2-104 0,10-2-37 0,-13 3-54 16,13-3-20-16,0 0-39 0,0 0-1 0,4-6-37 15,4 0-13-15,8-1-31 0,6-1-6 16,8-3-21-16,7-2-7 0,2 0-14 0,2 0 0 0,0 1-17 16,0 1-2-16,-8 1-50 0,0 2-68 0,-6-1-79 15,-1 2-64-15,-6 3-37 0,-3-1-38 0,-2 1-52 16,-5 2-55-16,-10 2-115 0,0 0-335 0,0 0-437 16</inkml:trace>
  <inkml:trace contextRef="#ctx0" brushRef="#br0" timeOffset="59781.34">21374 10662 485 0,'-19'13'687'0,"6"-1"-184"0,0-4-73 16,3-2-93-16,5 1-37 0,5-7-32 0,0 7 13 15,0-7-30-15,17 0-7 0,-1-3-37 0,7-2 3 16,9-6-18-16,9-1-14 0,9-3-35 0,10-5-40 16,3-3-11-16,-1 2-28 0,1-1-6 15,-3 2-63-15,-4 1-91 0,-10 3-137 0,-5 3-106 0,-6-1-168 16,-10 1-707-16,-3 4-824 0</inkml:trace>
  <inkml:trace contextRef="#ctx0" brushRef="#br0" timeOffset="59997.62">21777 10275 1348 0,'0'0'909'15,"5"-8"-224"-15,-5 8-143 0,11-4-103 0,1 3-87 0,4 1-40 16,5 0 10-16,4 2-66 0,4 2 5 0,2 3-74 15,0 1-7-15,1 3-66 0,-2 2 5 16,0 5-47-16,0 1 8 0,-4 5-42 0,-1 0 22 16,-7-2-39-16,-3 3-6 0,-4 2-1 0,-3 0 1 0,-5 0-11 15,-3 0-30-15,-5 4-36 0,-3 1-39 0,-4-4-48 16,-7 5-79-16,0-4-120 0,-3-1-86 0,-6-5-117 16,3-2-246-16,-2-6-348 0,1-2-758 15</inkml:trace>
  <inkml:trace contextRef="#ctx0" brushRef="#br0" timeOffset="61281.12">22813 10129 228 0,'-4'-15'794'0,"2"2"-163"0,-3 2-87 0,2-1-130 0,-1 3-58 0,2 0-87 16,-1 0-38-16,2 4-44 0,1 5 60 0,0 0-28 16,0 0 7-16,0 0-33 0,6 11-20 0,-1 3-42 15,4 5-15-15,0 3-34 0,0 5-7 0,5 6-25 16,-1 2-5-16,4 1-14 0,-1 0 5 0,0 0-17 16,-2-2 7-16,1 1-6 0,-5-7-10 0,2-1-32 15,-1 0-58-15,-1-5-102 0,-2-1-115 0,2-4-64 16,-5-3-68-16,1-3-103 0,-4-3-546 0,-2-8-693 15</inkml:trace>
  <inkml:trace contextRef="#ctx0" brushRef="#br0" timeOffset="61513.86">22820 10245 669 0,'-13'-27'596'0,"0"2"-112"0,5 6-80 0,1-2-69 16,2 5-50-16,2 0-36 0,4 2-7 0,6 2-34 15,0-1-10-15,4 3-25 0,1 1-11 0,4 3-36 16,3 0 2-16,-1 4-32 0,2 2-3 0,2 2-32 15,1 4-13-15,-1 0-9 0,-1 3-7 0,-3 3-6 16,0-1-4-16,-1 3-4 0,-6 2-5 0,-2 1 8 16,-5-2 3-16,-1 2-2 0,-5 2-4 0,0-2 3 15,-6 5-7-15,-2-3 0 0,-3 4 12 0,-4-3-22 16,1-1 1-16,2-4 6 0,-1-3-49 0,2-3-72 16,1-4-73-16,2-2-76 0,10-3-87 0,-13-4-115 15,11-5-91-15,0-1-370 0,5-8-493 0</inkml:trace>
  <inkml:trace contextRef="#ctx0" brushRef="#br0" timeOffset="61746.86">23478 9722 1021 0,'6'-8'630'0,"-6"8"-107"16,-5-10-95-16,5 10-52 0,-13 0-38 0,0 4-34 15,-7 3-22-15,-4 6-29 0,-2 2 4 0,-6 7-33 16,0 4-13-16,3 4-22 0,1 4-19 0,-3 10 27 15,4 0-52-15,9-4 6 0,2 3-25 0,4 0 11 16,8 0-49-16,2-5 33 0,6-1-45 0,5 2 30 0,6 0-56 16,4-3 26-16,4-3-48 0,5-5 7 15,4-3-53-15,1-6-14 0,3-4-79 0,-2-6-65 16,0-5-96-16,-3-4-135 0,4-2-101 0,-1-5-126 16,1-5-759-16,-3-5-997 0</inkml:trace>
  <inkml:trace contextRef="#ctx0" brushRef="#br0" timeOffset="62379.93">23562 9857 453 0,'-13'-2'762'16,"1"0"-193"-16,1 0-88 0,11 2-85 0,-20-1-28 0,20 1-49 16,-17-1-11-16,17 1-46 0,-14-2-12 0,14 2-34 15,0 0-22-15,-11-1-38 0,11 1-19 0,0 0-36 16,0 0-8-16,11-3-26 0,-11 3-5 0,21-4-21 15,-10 1 0-15,6-1-15 0,-2 0 4 0,4 0-16 16,-3-2 6-16,0 1-15 0,1-1 11 0,-3 3-10 16,0-1 1-16,-3-1-9 0,0 3 7 15,-2-1-6-15,1 0 6 0,-10 3-9 0,13-5 12 16,-13 5-6-16,11-1 4 0,-11 1-6 0,4 4 9 0,-4-4-8 16,-3 11 9-16,-2-3-8 0,0 1 6 0,-3 3 0 15,2-1-3-15,-2 2-10 0,-2 0 9 16,1-1-5-16,-1 4 6 0,-1 0-8 0,0-1 8 15,0-1-12-15,1-2 12 0,1 0-6 0,2-2 5 16,0-3-7-16,0 0 6 0,2 0-3 0,1-1 4 0,4-6-4 16,0 0 0-16,0 0 2 0,4 5 3 0,-4-5-3 15,17-5 4-15,-8 1-6 0,2 0 6 16,3-1-5-16,0 2 0 0,0-1 6 0,0 3-7 0,3 0 10 16,-2 1-7-16,2 2 6 0,0 3-7 15,0 3 2-15,0 2-2 0,0 3 6 0,-3 1 0 0,0 3-1 16,-3 0-1-16,-2 2-2 0,-1 3 1 0,-4-1 1 15,-2 2 0-15,-2-2 3 0,-2 1-4 0,-2 2 3 16,-4-4-1-16,-1 2 3 0,-1-2 0 0,-4-2-3 16,1-2 5-16,-3-2-4 0,0-1 5 15,-3-5-8-15,2-2 3 0,0-4-2 0,1-2 1 16,0-2 8-16,0-3 5 0,-3-2-12 0,4-5 5 0,2-2-9 16,3 0 7-16,3-3-7 0,1 1 9 0,6 1-20 15,1-2 18-15,6 3-15 0,0 0 14 0,1 3-14 16,2 2 10-16,4 1-7 0,-1 6 10 15,1 0-14-15,0 4 27 0,3 2-15 0,-2 3 15 0,4 2-12 16,-3 4 12-16,0 1-16 0,0 2 16 0,0-2-21 16,-3 4 16-16,2-1-14 0,-3 0 16 0,-1-2-23 15,1 1 23-15,-4-3-34 0,0-3-5 16,0 1-25-16,-3-3-21 0,2 0-48 0,-2-3-113 0,2-1-134 16,-7-4-113-16,0 0-168 0,13-1-622 0,-6-4-873 15</inkml:trace>
  <inkml:trace contextRef="#ctx0" brushRef="#br0" timeOffset="62563.89">24045 10161 966 0,'14'-4'834'0,"-14"4"-187"15,12-2-155-15,-12 2-73 0,11 4-40 0,-11-4-35 16,11 9-33-16,-8-3-49 0,4 4-31 0,-4-1-18 16,1 1-49-16,0 3-24 0,1 0-41 15,0 3-3-15,3 0-29 0,-3-1 0 0,2 1-44 0,2 0 1 16,-1 0-34-16,1-3-41 0,-1-1-81 0,1-4-113 15,1 1-94-15,-1-3-73 0,-1-3-136 0,-8-3-155 16,15-1-338-16,-7-5-655 0</inkml:trace>
  <inkml:trace contextRef="#ctx0" brushRef="#br0" timeOffset="62847.52">24427 9603 544 0,'9'-17'881'0,"-1"3"-215"16,0 3-154-16,-3 1-111 0,1 5-66 0,-6 5-22 15,10-3-37-15,-10 3-23 0,8 7-13 0,-7 0-17 16,-1 1-32-16,0 5-38 0,0-3-29 0,-2 6-24 16,-4 2-18-16,1 1-16 0,-5 2-13 0,-1 2-9 15,-2 0-10-15,0 0-6 0,-1 0 3 0,-1-3-10 16,3-3-1-16,2-2-6 0,1-3 1 0,3-2 13 16,-1 0 16-16,2-2 5 0,3-3-9 0,2-5-1 15,5 10-13-15,-5-10-5 0,15 2 3 0,0-1-5 16,-2-2-1-16,6 1-3 0,-1-1-7 15,3 0-1-15,0-1 1 0,-1 0 1 0,1 0-4 0,1 1-3 16,-1-2-11-16,-2 2-25 0,-1-2-32 16,-1 3-39-16,-1-1-65 0,-3 0-31 0,-2 0-75 0,-11 1-50 15,17 0-51-15,-17 0-96 0,0 0-46 0,11 1-103 16,-11-1-259-16,0 0-441 0</inkml:trace>
  <inkml:trace contextRef="#ctx0" brushRef="#br0" timeOffset="63030.95">24485 10082 27 0,'-3'10'906'16,"-1"-5"-229"-16,2 1-129 0,2-6-94 0,0 0-49 16,1 9-23-16,-1-9-35 0,0 0-33 0,14-3-59 15,-7 1-39-15,4-2-48 0,-1-2-21 16,6 1-44-16,0-5-9 0,5 2-29 0,2-3 0 0,1 1-30 16,4-2-31-16,0 1-79 0,-1-1-70 15,0 2-102-15,-5 1-63 0,-2 0-115 0,0 0-147 0,0 2-502 16,-4-3-689-16</inkml:trace>
  <inkml:trace contextRef="#ctx0" brushRef="#br0" timeOffset="63914.55">25107 9485 844 0,'-9'-3'923'0,"0"-1"-207"0,-1 0-167 0,0 1-84 0,1 0-61 16,0 0-52-16,9 3-53 0,-13-5-41 0,13 5-44 15,-11-5-22-15,11 5-9 0,-12-2-7 0,12 2-8 16,-6-4-20-16,6 4-16 0,0 0-18 0,0 0-17 15,8-5-20-15,2 1-17 0,1 2-15 0,6-3-5 16,-1 0-10-16,6-4-6 0,-1 2-4 0,2-2-4 16,-2 1-3-16,2-3-4 0,-2 3 2 0,-1-2-2 15,1 3-3-15,-6-1-1 0,0 1 0 0,-2 1 5 16,0 2-9-16,-2-2 0 0,-2 2-1 0,-1 1 3 16,1 0-3-16,-9 3 1 0,10-3 2 0,-10 3-4 15,8 3 5-15,-8-3-1 0,1 8-2 0,-3 0 1 16,0 1-1-16,-3 2 2 0,1 1-3 0,-1 1 3 15,0 2-2-15,-2-1 2 0,-1 4 0 0,-1-1 3 16,-1 0-1-16,1-1-2 0,-2 1-3 0,1-1 4 16,3-3-3-16,-1 0-1 0,0-3 1 0,4-1 3 15,-3 0-5-15,3-3 3 0,0 1 0 0,0-1-2 16,4-6 2-16,0 7-1 0,0-7 1 0,9 4-1 16,-9-4-2-16,19 0 1 0,-6-2 1 0,2-2 1 15,2 2-2-15,1-2 1 0,-1-1 1 0,2 3-4 0,1-3 0 16,-2 1-3-16,1 3 2 0,0-1 0 15,-1 2 1-15,-2 0 2 0,0 2-1 0,-1 1 1 16,1 2-1-16,-2 2 1 0,-3-1-1 0,1 5 2 16,-2-2 5-16,-2 4-6 0,-2 0 3 0,-2 2-29 15,-3-1 37-15,-2 4-32 0,0-1 36 0,-6 2-32 16,0 0 4-16,-6 1 7 0,0 1 4 0,-5-2 8 16,0 1 5-16,-1-4 30 0,-4 1-27 0,5-5 44 15,-3-2-20-15,1-3 29 0,-1-1-33 0,2-4-5 16,1-2 5-16,1-1 5 0,2-3-2 0,2-2 20 15,3-3-39-15,3-1 21 0,2 0-34 0,5-2 20 16,3 1-32-16,3-2 32 0,3 1-9 0,1 2-8 16,8-1-1-16,-5 5-3 0,4 0-29 0,-1 1 30 15,-2 4-29-15,5 2 32 0,-1 2-30 0,0 2 34 16,-1 1-28-16,1 1 31 0,0 3-35 0,-2 1 27 16,0-1-28-16,0 3-6 0,-3 0-5 0,0-2-13 15,-3 0-1-15,0 0-77 0,0 0-34 0,-2-3-58 16,1 1-80-16,1-4-70 0,-2 1-109 0,1-4-104 15,2-1-180-15,0-2-514 0,0-2-879 0</inkml:trace>
  <inkml:trace contextRef="#ctx0" brushRef="#br0" timeOffset="64231.82">26169 9154 1091 0,'5'-8'875'0,"-1"-1"-209"0,1 4-135 15,-1-1-107-15,-4 6-66 0,5-7-51 0,-5 7-36 16,0 0-32-16,0 0-24 0,0 0-19 0,0 0-44 16,-5 11-16-16,3-5-38 0,-2 4-4 0,-1-1-37 15,-1 4 1-15,1-1-10 0,-4 2-9 0,3 1 4 16,-2 0-11-16,1-2-3 0,-3 0-4 0,3 1-5 16,-1-3-8-16,3 0 1 0,-2-1-5 0,3-3-3 0,-1 0-5 15,1 1 9-15,1-2-1 0,1-1 1 16,2-5 4-16,-2 12 8 0,6-7 14 0,0 0-7 15,5 1-5-15,1-4-1 0,6 2-4 0,1-1-7 16,1 0-1-16,4-2-1 0,0-1-7 0,0 0-12 16,5-2-14-16,-1-1-28 0,-1 1-47 0,0-2-61 15,-2 1-67-15,-4 0-51 0,-2-1-71 0,-2-1-28 16,-3 4-50-16,-5-4-77 0,-7 5-65 16,9-4-426-16,-9 4-593 0</inkml:trace>
  <inkml:trace contextRef="#ctx0" brushRef="#br0" timeOffset="64429.83">26211 9507 43 0,'-6'11'745'0,"-2"-4"-173"0,3-1-98 16,1 0-13-16,3 0-34 0,1-6 7 0,0 8-11 15,0-8-35-15,5 9-42 0,-5-9-62 0,14 4-57 16,-3-3-29-16,1-1-44 0,4-1-23 0,3-1-23 16,6-2-25-16,-3-3-15 0,6 3-14 0,-4-1-8 0,3-2-18 15,-4 0-38-15,0 0-58 0,0-2-71 16,0 0-88-16,-2-1-82 0,-3 1-52 0,-2-1-81 0,0-2-96 15,-4 1-120-15,-1 0-265 0,-2 0-495 0</inkml:trace>
  <inkml:trace contextRef="#ctx0" brushRef="#br0" timeOffset="65163.95">26784 8950 769 0,'-10'-1'617'15,"10"1"-103"-15,-16-2-29 0,16 2-45 0,-20-1-19 16,20 1-32-16,-17 0-43 0,17 0-29 0,-16 0-41 15,16 0-18-15,0 0-29 0,-16 0-12 16,16 0-4-16,0 0-10 0,-12-1-26 0,12 1-21 0,0 0-27 16,7-5-23-16,1 0-22 0,2-1-21 0,4 1-9 15,5-4 22-15,-1 0-46 0,1-3 31 0,3 3-38 16,2-4 37-16,-6 1-32 0,3 1 34 0,-1-1-38 16,-2 1 27-16,-1 2-44 0,-3 1 34 0,-2 0-44 15,1 2 34-15,-5-1-42 0,2 3 33 0,-2-1-39 16,-8 5 37-16,10-3-36 0,-10 3 38 0,3 6-33 15,-3-6 34-15,-4 13-37 0,0-7 36 16,-1 6-38-16,-3-1 7 0,1 2 1 0,0 0 1 16,-2-1 3-16,4 1 0 0,-3 0 2 0,1 0 1 0,0-1 1 15,2 0-2-15,0-3 1 0,1 1-2 0,-1-3 2 16,0 4 4-16,5-5-2 0,-1 1 1 0,2 0 1 16,-1-7-1-16,5 10 2 0,1-5 2 0,2-1-3 15,3-1-3-15,0-1 1 0,-1-1-1 16,3 0 3-16,2 1-4 0,-1-1 0 0,3-1 0 0,-3 1 1 15,5 0-1-15,0 0 0 0,-3 3 3 0,2-1-5 16,-3 0-21-16,0 1 26 0,-2 2-26 0,2 0 31 16,-4 0-23-16,-1 4-1 0,0-3 31 0,-5 4-28 15,0-3 31-15,-1 4-30 0,-4-2 31 0,0 4-30 16,-4 0 28-16,-2 1-2 0,-4 1 0 0,-2 0-1 16,-3-1-4-16,0 0-1 0,-2 0 0 0,0-5 0 15,-2 1-1-15,1-3 3 0,3 1 0 0,-2-4 14 16,3-1 13-16,1-1 26 0,1-1 6 0,12-2-6 15,-17-1-2-15,17 1-12 0,-13-7-39 0,13 7 19 16,-1-12-39-16,4 6 30 0,3-1-33 0,2-1 26 16,-1 1-30-16,5 4 28 0,-1-2-28 0,1 1 26 15,2 3-26-15,-1 2 28 0,3 1-25 0,0 4 31 16,0-1-30-16,2 4 27 0,0 0 2 0,-3 4-4 16,3-2-12-16,-4 3-11 0,2 0-10 0,-2-2-36 15,0 1-56-15,-4-3-67 0,1-1-77 0,-3-1-64 16,0 0-78-16,-2-4-94 0,1 2-70 0,-7-6-145 15,12 2-664-15,-12-2-972 0</inkml:trace>
  <inkml:trace contextRef="#ctx0" brushRef="#br0" timeOffset="65496.58">27470 9165 595 0,'0'0'909'0,"5"-9"-173"0,-5 9-140 0,4-6-60 0,-4 6-44 16,4-7-61-16,-4 7-46 0,6-6-55 0,-6 6 5 15,7-5-51-15,-7 5 3 0,11-4-68 0,-2 0-16 16,1 2-69-16,1 1 1 0,-11 1-54 0,21 3 10 16,-10 1-43-16,0-2 14 0,-2 3-38 0,-1 1 23 15,-2 2-32-15,2-1 24 0,-4 3-4 0,-3-1-4 16,-1 4-7-16,-3-2-3 0,-2 5-7 0,-4 0 0 0,0 0 0 16,-3 0-1-16,0-3-5 0,2-1 0 15,0-1 2-15,2-2 2 0,0 1 1 0,3-4-1 16,-1 1-1-16,-1 0 4 0,4-4 45 0,3-3 12 15,-4 8-15-15,4-8-7 0,0 0-12 0,11 0-6 0,1-5-10 16,3 2-3-16,4-3-11 0,2-1-11 0,2-2-49 16,5-3 12-16,1 2-62 0,-1-5-13 0,-1 1-66 15,1-3-24-15,2-2-82 0,-2 0-72 0,-3-1-81 16,-4-1-78-16,-1 2-53 0,-6-3-128 0,-2 3-583 16,-2-1-890-16</inkml:trace>
  <inkml:trace contextRef="#ctx0" brushRef="#br0" timeOffset="65729.8">27578 8512 1255 0,'-4'-11'883'0,"1"4"-208"0,-1 1-150 16,4 6-63-16,0 0-28 0,0 0-39 0,8 3-1 15,1 7 55-15,1 6 64 0,9 5 36 0,3 8-45 16,2 5 47-16,10 11-67 0,0 2-366 0,1 4-118 15,2 4 0-15,-2 1 0 0,-1 2 0 0,-2 4 0 16,-4 1 0-16,-4-1 0 0,-7 0 0 0,-5 1 0 16,-10-10 0-16,-4-2 0 0,-8 1 0 0,-10 5 0 15,-10-2 0-15,-9-2-305 0,-9-3-229 0,-8-3-105 16,-5-1-78-16,-6-3-149 0,-14 3-758 0,8-10-1281 16</inkml:trace>
  <inkml:trace contextRef="#ctx0" brushRef="#br0" timeOffset="67735.05">22510 13014 754 0,'-9'2'726'0,"-1"0"-173"15,10-2-118-15,-13 2-103 0,13-2-63 0,-9 2-54 0,9-2-42 16,0 0 32-16,-7 5-5 0,7-5 6 0,0 0-33 15,20 0-31-15,-1-2-37 0,6-1-21 0,9-3-16 16,8-1-18-16,3-2 6 0,6-2-23 0,9-3-10 16,4-2-23-16,-3-2-100 0,1 4-126 0,-14 2-95 15,-3-1-141-15,-6 0-155 0,-11 5-345 0,-8 1-551 16</inkml:trace>
  <inkml:trace contextRef="#ctx0" brushRef="#br0" timeOffset="67896.81">22708 13234 512 0,'0'0'519'0,"4"7"-151"15,-4-7-52-15,14 0-40 0,-14 0 5 0,22-2-62 16,-8-3-14-16,8-3-50 0,1 0-15 0,5-4-42 16,9-3-6-16,1 2-37 0,2-3-2 0,3 0-93 15,-2 0-118-15,-2 1-215 0,0 1-484 0,-9 2-403 16</inkml:trace>
  <inkml:trace contextRef="#ctx0" brushRef="#br0" timeOffset="68631.05">24059 12022 76 0,'-9'-21'704'0,"0"2"-155"0,-1 1-67 0,4 2-52 0,-1 2-97 16,2 2-66-16,1 2-52 0,-2 1-48 0,3 3 14 15,3 6 45-15,0 0 21 0,3 6-23 0,3 3-42 16,-1 4-18-16,4 3-32 0,2 5-29 0,1 4-19 16,1 3-1-16,4 4-29 0,-2 3 1 0,2-1-22 0,-2 2-6 15,0-2-10-15,0 1-2 0,-3-6-2 16,-3-1-3-16,2-1-4 0,-3-4-9 0,-1-4-24 0,-1-1-61 16,-1-4-98-16,-1-2-137 0,-4-3-118 15,0-9-176-15,0 7-442 0,0-7-675 0</inkml:trace>
  <inkml:trace contextRef="#ctx0" brushRef="#br0" timeOffset="68864.24">23908 12068 65 0,'-1'-6'800'0,"-1"-3"-194"16,2 0-130-16,0 2-91 0,1-2-92 0,0 2-36 15,4-5-40-15,4 1-30 0,0-1-25 16,5-3-7-16,7 0-12 0,0-4-21 0,5 3-23 0,3-4-25 15,3 2-9-15,-1 0-17 0,-2 4-8 0,-1 0-10 16,-2 2-6-16,2 1-19 0,-5 1-39 0,-3 2-50 16,0 1-57-16,-4 2-15 0,-3 2-45 0,-3 0 5 15,-10 3-38-15,12 1-19 0,-12-1-13 0,1 8-18 16,-2-1-32-16,-4 3-36 0,-4 2-190 0,-3 4-51 16</inkml:trace>
  <inkml:trace contextRef="#ctx0" brushRef="#br0" timeOffset="68997.75">24123 12001 160 0,'-14'13'375'0,"-1"-2"-55"0,3 0-13 0,3-3-44 15,0 0-29-15,4-2-21 0,0-2-6 16,5-4-4-16,-1 6-21 0,1-6-9 0,0 0-9 0,16 0-19 16,-4-3-19-16,3 0-29 0,7-6-11 0,2 2-21 15,4-5-5-15,8 0-20 0,3-5-3 0,3-1-14 16,1 0 2-16,8-5-21 0,-1-1-29 16,1-1-126-16,-10 6-133 0,1-3-168 0,-5-1-369 0,-2 2-354 15</inkml:trace>
  <inkml:trace contextRef="#ctx0" brushRef="#br0" timeOffset="69235.24">24924 11400 466 0,'0'0'691'16,"-14"-5"-136"-16,14 5-57 0,-28 3-71 0,10 3-36 16,-1 4-47-16,-4 4 8 0,-2 5-36 0,-3 6-31 15,2 4-34-15,2 4-30 0,1 3-29 0,2 2-10 16,3 1-30-16,4-1-33 0,3 2-13 0,4 0 11 15,6-5-7-15,2-1-33 0,4-2 7 0,8 3-34 16,4-2 13-16,2-3-32 0,7-3 20 0,0-3-38 16,5-3 20-16,2-7-46 0,-1-2-6 0,3-8-56 15,1-1-68-15,1-4-119 0,-2-3-161 0,-1-4-121 16,-2-4-192-16,2-4-515 0,-8 2-859 0</inkml:trace>
  <inkml:trace contextRef="#ctx0" brushRef="#br0" timeOffset="69881.67">25092 11472 760 0,'-15'-6'677'0,"2"2"-133"0,0 1-86 16,0 0-70-16,2 0-31 0,-2 1-16 0,3-2-44 16,-1 3-34-16,11 1-51 0,-16-4-35 0,16 4-49 0,-12-3-14 15,12 3-16-15,-10-2 1 0,10 2-28 0,0 0-7 16,4-6-23-16,2 3 6 0,5-2-21 15,-1 2 5-15,5-2-16 0,1-1-3 0,1 0-2 16,1-1-1-16,1-2 0 0,3 1 2 0,-4 0 3 16,4-1-2-16,-2 0-1 0,-1 2 1 0,1 0-1 0,-5-1 1 15,0 3-4-15,-3 0 2 0,-1 2-2 16,-2-1-1-16,0 1 12 0,-9 3 4 0,17-2 1 16,-17 2 4-16,11 5-10 0,-11-5 0 0,8 8 1 15,-6-2-5-15,0 3 0 0,-4-2-4 0,-3 5-4 16,0 0 11-16,-1 2-3 0,-2-1-8 0,-6 3 2 15,3 1-3-15,-6-2 0 0,4 1-1 0,-5 0-3 16,4-1 1-16,-1-2 3 0,1-1 0 0,4-2-4 16,-2-1 0-16,3-1 1 0,1-2 7 0,3-1 2 15,5-5 1-15,-7 5-4 0,7-5-5 0,0 0-1 16,12-7 3-16,-1 3-5 0,3-3 2 0,0 0-1 16,1 0-1-16,4-1 1 0,2 0 1 0,-6 1-6 15,4 1 7-15,-3 2-3 0,0 2 10 0,0 0-10 16,-1 2 14-16,-2 1-3 0,1 2 7 0,1 1-13 15,-1 2 9-15,0 3-9 0,-1 0 7 0,-2 5-6 16,1 1 6-16,-2 2-2 0,-1-1-4 0,-2 4-1 0,-2-1-3 16,-3-1 5-16,-2 1-4 0,0 0-1 0,-5 3 5 15,-1-1-4-15,-3 1 1 0,-4-6-1 16,-2 6 1-16,-1-6 0 0,1-1 5 0,-3-2 2 16,0-2 14-16,3-6-15 0,-2 1-5 0,1-3 2 15,3-3 1-15,-1-2-3 0,2-2 1 0,1-3-3 0,2-2 1 16,1-1 0-16,6-1-8 0,2-2-2 15,2 1 4-15,3-2-3 0,3 2 3 0,2 0-2 16,-1 4 3-16,5-2-2 0,0 4-1 0,2 3 8 16,0 0 0-16,0 3-9 0,1 3 2 0,1 0 0 15,-1 3 0-15,2 2-2 0,-3 2 1 0,1 1-4 16,-4-1-3-16,4 3-4 0,-6-4-18 0,1 2-21 16,-1-1-49-16,-2-2-87 0,0-1-133 0,-3 1-94 15,2-3-131-15,-8-5-785 0,9 5-937 0</inkml:trace>
  <inkml:trace contextRef="#ctx0" brushRef="#br0" timeOffset="70215.92">25689 11615 556 0,'0'0'881'0,"1"-12"-177"0,-1 12-127 0,0-11-79 0,0 11-66 15,1-8-42-15,-1 8-49 0,0-9-50 0,0 9-48 16,0 0-27-16,0-8-44 0,0 8-13 15,4-5-38-15,-4 5-10 0,10-3-34 0,-10 3 0 16,16 3-17-16,-16-3-18 0,16 5-6 0,-7-1-8 16,-1 0 2-16,-2 2-19 0,3 0 1 0,-4 0 1 15,0 2-7-15,-1 0 10 0,-2 2-16 0,-2 2 3 16,-2 0 0-16,-2-4 1 0,-1 6 0 0,-1-3-2 16,-2 2 1-16,-1-2-1 0,2-3 1 0,-1 2-2 15,-1-4 2-15,3 1 0 0,-1 1 1 0,2-4-1 0,0 0 1 16,5-4 1-16,-9 6-2 0,9-6-2 0,0 0-3 15,0 0 0-15,0 0 1 0,15-4-1 0,-6 1 0 16,4 0 4-16,1-3-3 0,0 0-3 0,4 0-17 16,2-1-37-16,1-3-72 0,5-2-122 15,-2-1-134-15,-1-1-114 0,-1-2-121 0,-1 0-701 0,0 0-926 16</inkml:trace>
  <inkml:trace contextRef="#ctx0" brushRef="#br0" timeOffset="70465.25">25958 11151 824 0,'-9'-8'679'16,"2"2"-161"-16,0 0-102 0,2 1-82 15,5 5-4-15,0 0 14 0,0 0-35 0,0 0-9 16,0 0-21-16,7 13-46 0,2-5-41 0,5 6 13 16,0 1-34-16,6 3-20 0,0 2 3 0,1-2-37 0,7 6-6 15,-4-2-32-15,-1-1 5 0,0 4-38 0,-3-5 9 16,-3 2-27-16,0-1 6 0,-3 1-20 0,-5-3 11 15,0 3-5-15,-3-1-6 0,-2 1-5 0,-4-3-5 16,0 1-10-16,-4 1-10 0,-2-1-11 16,1 1-23-16,-1-1-44 0,0-6-66 0,0 1-109 0,-2-1-130 15,5-5-70-15,-3 0-174 0,4-5-602 0,2-4-855 16</inkml:trace>
  <inkml:trace contextRef="#ctx0" brushRef="#br0" timeOffset="70696.87">26615 11316 509 0,'4'-5'872'16,"0"1"-196"-16,-4 4-112 0,6-10-88 0,-6 10-68 0,9-7-56 16,-2 1-36-16,5-2-40 0,-1 2-50 0,5-3-39 15,7-1-38-15,3 1-28 0,3-1-31 0,2 0-15 16,1 0-15-16,-2-1-25 0,1 3-22 0,1-4-47 15,-3 2-89-15,1-3-104 0,-3 0-93 0,-2 1-75 16,-2-2-58-16,-1-2-42 0,-3 0-55 0,-3 0-333 16,-4 1-441-16</inkml:trace>
  <inkml:trace contextRef="#ctx0" brushRef="#br0" timeOffset="70914.25">27231 10807 603 0,'2'-6'552'0,"-2"6"-96"0,1-10-34 0,-1 10-31 15,1-9-43-15,-1 9-21 0,3-7 7 0,-3 7 3 16,0 0-20-16,0 0-10 0,0 0-37 0,10 7-23 16,-6 0-12-16,-1 3-32 0,3 1-26 0,0 4-11 15,3 3-19-15,0 1-24 0,0 1-29 0,4 3 20 16,-2 0-60-16,1 0 31 0,2-2-59 0,-3 2-2 16,2-4-6-16,-3 0-8 0,0-1-9 0,2-1-35 15,-2 0-51-15,-1-4-60 0,0-2-79 0,-3 1-97 16,1-3-102-16,-2 0-74 0,-2-5-127 0,-3-4-652 15,5 6-882-15</inkml:trace>
  <inkml:trace contextRef="#ctx0" brushRef="#br0" timeOffset="71130.17">27235 10847 382 0,'-1'-7'824'0,"0"0"-191"16,1 0-100-16,1 0-75 0,0-3-66 0,3 1-34 15,2-1-36-15,1-1-70 0,2 0-40 0,3-4-57 16,2 5-33-16,6-5-25 0,0 2-17 0,8 1-18 16,-2 1-13-16,2-2-13 0,1 3-3 0,-1 0-11 15,-5 2-7-15,-1 0-30 0,-1 2-79 0,-6 1-95 16,0 1-86-16,-4 0-81 0,-11 4-28 0,13-2-36 16,-13 2-71-16,0 0-393 0,0 0-444 0</inkml:trace>
  <inkml:trace contextRef="#ctx0" brushRef="#br0" timeOffset="71296.84">27291 10940 138 0,'-5'10'651'0,"1"-4"-145"0,4-6-30 15,-2 8-34-15,2-8-26 0,0 0-61 0,0 0-65 16,15 0-54-16,-5-7-46 0,3 3-34 0,4-3-34 16,3-2-20-16,4-4-24 0,6 1-13 0,3-3-14 15,4-2-11-15,3 1-12 0,-3-2-40 16,-1 1-102-16,-2 2-115 0,-1-2-113 0,-6 2-153 0,-1 1-489 15,-3-1-581-15</inkml:trace>
  <inkml:trace contextRef="#ctx0" brushRef="#br0" timeOffset="71563.81">28052 10501 389 0,'2'-11'744'0,"1"3"-112"0,-2 0-49 0,0 0-79 15,-1 8-33-15,2-12-51 0,-2 12-12 0,0-8-79 16,0 8-39-16,0 0-20 0,0 0-8 0,-11 3-13 16,5 3-23-16,-3 5-21 0,3 1-23 0,-2 3-22 15,0 2-10-15,-2 5-36 0,5 1 8 0,-1 0-19 16,2 4-23-16,0 0-16 0,3 0-12 0,2 2-9 16,0-2-10-16,4 5-6 0,2-3-6 15,3-1-4-15,3 0-13 0,1-4-16 0,2-2-33 0,2-1-12 16,5-4-90-16,0-1-23 0,-1-7-98 0,0 0-110 15,1-5-98-15,-3-1-48 0,-1-3-7 0,1-3-57 16,1-4-85-16,-4-3-352 0,1-3-634 0</inkml:trace>
  <inkml:trace contextRef="#ctx0" brushRef="#br0" timeOffset="72164.49">28390 10475 174 0,'-7'-9'700'16,"-1"2"-178"-16,4 1-45 0,0 0 2 0,1 1-21 15,-1-1-42-15,2 0-80 0,-2 0-26 0,3-1-57 0,1-1-51 16,0 2-44-16,4-3-33 0,1 0-26 16,3 0-7-16,3-1-28 0,0 1-18 0,5-1-9 0,1 0-6 15,1 1-6-15,0 0-4 0,-2 2-6 16,0 2-3-16,-1-1 1 0,-1 2-6 0,-4 1 14 0,3 1 23 16,-3 0 16-16,-10 2 13 0,14 3-21 0,-14-3 28 15,8 7-41-15,-7 0 24 0,-3-1-40 0,-2 3 23 16,-1 0-40-16,-4 1 39 0,-1 2-45 15,-1-2 39-15,-3 3-47 0,1 1 39 0,1-4-39 0,0-1 33 16,1 1-36-16,-1 0 36 0,3-3-40 0,0 0 40 16,0-1-44-16,4-1 50 0,-2-1-49 0,7-4 40 15,-9 8-34-15,9-8 31 0,0 0-36 16,0 0 38-16,0 0-42 0,10-4 39 0,-2 0-37 16,2 0 39-16,1-1-41 0,2 2 40 0,2-3-44 0,-2 2 42 15,2 0-38-15,2 2 42 0,-2 0-39 0,1 2 38 16,0-2-35-16,1 4 41 0,2 0-39 0,-2 0 46 15,-2 3-47-15,2 1 46 0,-3 0-49 0,-3 0 1 16,2 1 7-16,-3 2-1 0,-3-1 0 0,0 0 1 16,-4 2 8-16,-2 0-2 0,-2 1 0 15,-2-3 2-15,-6 6 3 0,0-3-1 0,-3 2 21 16,-4 1-27-16,0-3 8 0,-2 0-3 0,-1 1 3 0,2-5-3 16,2 2 10-16,1-3 14 0,0 0 32 15,3-2 5-15,2-1-23 0,9-3-7 0,-15 2-4 16,15-2-5-16,-9-5-6 0,9 5-6 0,0-7-4 15,4 2 0-15,1-2-5 0,5 0 43 0,-2 1-53 16,2-3 44-16,3 5-52 0,-3-2 48 0,3-1-51 16,2 1 45-16,-2 4-44 0,0-1 51 0,-2 2-50 15,2-1 50-15,1 4-44 0,-1-1-2 0,1 2 10 16,-2-1-3-16,2 2 1 0,-3 2 1 0,3 1-3 16,-2-3-11-16,-1 5-22 0,-1-3-3 0,-1 2-19 15,-2-1-31-15,1-3-39 0,0 2-70 0,-4-1-78 16,3 0-85-16,-2-2-61 0,-5-3-116 0,9 5-148 0,-9-5-309 15,0 0-602-15</inkml:trace>
  <inkml:trace contextRef="#ctx0" brushRef="#br0" timeOffset="72365.38">28945 10462 161 0,'1'-7'825'0,"-1"7"-203"0,2-11-99 15,-2 11-80-15,0-8-30 0,0 8-14 0,0 0-34 16,0 0-3-16,0 0-58 0,6 4-2 0,-3 3-80 15,-1 0-29-15,2 2-39 0,2 3-27 0,1 0-25 16,-1 2-18-16,1 1-15 0,1-2-14 0,1 4-13 16,0-2-18-16,-1-1-27 0,0-1-35 15,-1-1-60-15,0 0-80 0,-1-2-113 0,-2 0-103 16,1-5-36-16,-3 2-102 0,-2-7-83 0,4 7-388 16,-4-7-605-16</inkml:trace>
  <inkml:trace contextRef="#ctx0" brushRef="#br0" timeOffset="72564.03">29004 10178 154 0,'1'-19'756'0,"0"4"-162"0,1 2-130 15,0 4-23-15,2 1-39 0,-4 8-15 0,13-5-20 16,-4 7-51-16,2 5 10 0,4 5-60 0,4 7-4 16,3 6-50-16,3 5 23 0,-1 3-87 0,-1 2 23 15,0 2-60-15,-1 3 35 0,-3-2-71 0,-2 0-7 16,-6 0-14-16,-6-2-29 0,-2-3-33 0,-6-1-35 15,-7 5-47-15,-5-1-44 0,-6-2-110 0,-6-2-165 16,-3-1-160-16,-10 3-856 0,-7-1-1032 16</inkml:trace>
  <inkml:trace contextRef="#ctx0" brushRef="#br0" timeOffset="75414.2">23122 14165 530 0,'-10'1'715'0,"10"-1"-178"0,-18 2-105 0,18-2-99 0,-15 0-73 15,15 0-47-15,-12 0 7 0,12 0-7 0,0 0-16 16,-14 0-18-16,14 0-16 0,0 0-21 0,0 0-27 16,0 0-22-16,0 0-19 0,9-3-17 0,2 0-12 15,4 0-9-15,4-3-11 0,5-2-19 0,7-1-78 16,5-5-116-16,0 0-100 0,2-1-83 0,-2-1-99 15,-3 1-529-15,-6 0-597 0</inkml:trace>
  <inkml:trace contextRef="#ctx0" brushRef="#br0" timeOffset="75612.64">23009 14287 95 0,'-9'11'767'16,"0"-1"-199"-16,1-3-145 0,3 0-53 15,1-1-43-15,4-6-22 0,1 8-25 0,-1-8-37 16,12 3-40-16,2-3-42 0,1-3-29 0,6-2-27 16,4 1-22-16,9-5-21 0,5-1-10 0,3-2-11 15,3 0-12-15,2-2-21 0,-1-2-123 0,3 1-120 16,-4 0-102-16,-3 0-163 0,-4 0-460 0,-8 2-546 16</inkml:trace>
  <inkml:trace contextRef="#ctx0" brushRef="#br0" timeOffset="76280.89">24863 13398 754 0,'0'0'754'0,"-4"-7"-153"0,4 7-119 0,0 0-104 0,0 0-54 0,0 0-63 16,-5 4-40-16,5 3-46 0,0 1 0 0,4 3-40 0,-1 1-22 15,2 4-26-15,2-1-9 0,1 4-24 16,2 0-7-16,2 0-11 0,2 1-8 0,1 3-8 16,-1-4 1-16,3 4-5 0,-2-2-2 0,0-1-8 0,1-1-4 15,-3-2-17-15,-1-2-69 0,0 1-147 16,-2-4-124-16,-2-1-86 0,-3-1-78 0,1-5-462 15,-6-5-574-15</inkml:trace>
  <inkml:trace contextRef="#ctx0" brushRef="#br0" timeOffset="76497.06">24811 13519 683 0,'-2'-11'523'15,"2"0"-137"-15,0 0-30 0,2 2-60 0,0-2-27 0,2 1-36 16,1-3-10-16,4 0 3 0,3-5-24 0,4-1-24 15,3-2-21-15,6-1 9 0,4-1-32 0,3-2-18 16,1 2-22-16,4-1-15 0,-1 4-21 0,1 0-10 16,0 1-15-16,-2 1-11 0,-5 5-24 0,-3 1-30 15,0 2-57-15,-4 0-74 0,-4 4-71 0,-2 2-9 16,-4 3-48-16,-13 1-45 0,15 3-43 0,-15-3-91 16,5 8-242-16,-6 0-218 0</inkml:trace>
  <inkml:trace contextRef="#ctx0" brushRef="#br0" timeOffset="76646.09">25075 13497 278 0,'-9'12'367'0,"0"-2"-57"0,2-2-1 16,2 0 12-16,1-2-24 0,4-6 11 0,0 9-41 15,0-9-18-15,10 2-51 0,1-2-27 0,5-4-43 16,5-1-27-16,8-4-28 0,3-2-7 0,7-5-19 16,5-1-9-16,8-7-12 0,3 2-95 0,-1-3-110 15,-1-1-135-15,-3-1-190 0,-4 1-284 0,-9 2-311 16</inkml:trace>
  <inkml:trace contextRef="#ctx0" brushRef="#br0" timeOffset="76880.42">25905 12886 375 0,'0'-9'626'16,"-3"0"-129"-16,1 5-63 0,2 4-8 0,-11-6-30 15,11 6-38-15,-20 0-6 0,8 1-13 0,-4 5-26 0,2 1-30 16,-4 5-44-16,-3 6-32 0,3 1-27 15,1 4-29-15,0 6-26 0,0 4-26 0,7-3 10 16,0 0 24-16,4 4-68 0,2-4 31 0,4 1-57 16,2-1 30-16,2 1-59 0,6 1 42 0,2-3-51 15,4 2 42-15,4-4-53 0,3-2 48 0,3-2-52 16,0-7 43-16,3-1-54 0,-2-2 6 0,6-5-124 0,-2-3-124 16,-4-1-150-16,0-4-67 0,-2-1-81 15,-2-3-95-15,0-2-427 0,-5-3-705 0</inkml:trace>
  <inkml:trace contextRef="#ctx0" brushRef="#br0" timeOffset="77183.25">26144 13089 677 0,'-7'-18'540'0,"3"3"-76"0,-3 0-56 15,2 2-20-15,1 1-28 0,1 2-25 0,-1 0-34 16,2 1-57-16,-1 0-33 0,3 2-38 0,0 7 2 16,1-11-28-16,-1 11 1 0,10-7-33 0,-10 7-13 15,12-2-20-15,0 3-5 0,-3 3-9 0,2 0-4 16,1 1-17-16,-1 5-9 0,1-2-10 0,-3 4-1 15,0 1-8-15,-2 1 3 0,2 0 13 0,-4 5-17 16,-1-2 3-16,-3 2-16 0,-1 2 13 0,-1 0-20 16,-1 1 19-16,-4-2 14 0,1-1 38 0,-1-3-40 15,2-2 25-15,-2 1-39 0,3-4 49 0,-1-1-31 16,-1-1 56-16,3 0-25 0,-1-3 59 0,1 1-47 16,2-7 23-16,0 0-59 0,6 4 28 0,-6-4-55 15,15-6 40-15,-1 0-51 0,0-2 36 0,7-2-45 16,-2 2-5-16,3-3-5 0,3-1-11 0,1 0-40 15,-2-1-69-15,2 0-117 0,-2 0-136 0,-5 1-87 16,-1-1-103-16,1 2-190 0,-5-2-355 0,-2 4-741 16</inkml:trace>
  <inkml:trace contextRef="#ctx0" brushRef="#br0" timeOffset="77412.57">26425 12791 200 0,'2'-7'718'0,"0"-2"-183"0,2 2-92 0,-4 7-32 16,11-10-31-16,-3 7-20 0,3 3-29 0,2 1-19 16,4 2 0-16,6 4-58 0,3 4-10 0,2 2-52 15,6 4-41-15,-2 2-27 0,-2 2-24 0,0 3-15 16,-5 2-21-16,0 2-10 0,-5 1-12 0,-2 1-8 16,-8-2 10-16,-1 1-27 0,-5 1 16 0,-5-3-28 15,-2 4 9-15,-6 1-44 0,-4 0-26 0,-3 1-80 0,-3-2-105 16,-2-4-126-16,-3 1-96 0,0-3-143 15,1-5-508-15,1-1-731 0</inkml:trace>
  <inkml:trace contextRef="#ctx0" brushRef="#br0" timeOffset="78096.64">27332 12546 338 0,'0'0'747'0,"4"-10"-157"0,-4 10-130 0,1-7-95 15,-1 7-92-15,3-6-44 0,-3 6-24 0,6-7-5 16,-6 7-23-16,13-8-15 0,-3 3-22 15,4-1-35-15,3 0-13 0,2-1-21 0,4-3-13 0,5 0-10 16,4-1-4-16,5-3-11 0,0-3-8 0,3 3-10 16,-2-3-43-16,1 1-82 0,-5-1-100 0,1 0-104 15,-8 3-139-15,-3 1-565 0,-5-1-625 16</inkml:trace>
  <inkml:trace contextRef="#ctx0" brushRef="#br0" timeOffset="78346.31">28052 12005 761 0,'2'-9'834'16,"0"3"-121"-16,-2 6-163 0,3-11-84 0,-3 11-84 16,4-9-48-16,-4 9-47 0,0 0-35 15,0 0-15-15,12 3-23 0,-5 6-24 0,0 3-38 16,2 2-19-16,2 6-26 0,2 4-8 0,2 1-39 15,-1 6 0-15,3 1-16 0,-2 0-9 0,2 3-6 0,-2-2-6 16,2-2 32-16,-2 1-64 0,-1-7 8 0,-1 1-86 16,-1-3-57-16,0-4-113 0,-3-1-153 0,-2-5-85 15,2-1-134-15,-4-2-630 0,-1-4-866 16</inkml:trace>
  <inkml:trace contextRef="#ctx0" brushRef="#br0" timeOffset="78563.69">28093 12077 352 0,'0'-11'705'15,"1"4"-187"-15,0-3-90 0,4 1-74 0,0-1-49 0,4-1-44 16,4-2-20-16,6-2-31 0,4 0-36 0,9-4-29 16,5-1-28-16,0 2-19 0,-1 0-20 0,1 3-18 15,0 1-10-15,-6 1-12 0,-2 4-9 16,-1-2-10-16,-6 4-69 0,-1 0-78 0,-6 1-92 15,0 2-44-15,-4 3-39 0,-11 1-30 0,0 0-57 16,10 2-400-16,-10-2-313 0</inkml:trace>
  <inkml:trace contextRef="#ctx0" brushRef="#br0" timeOffset="78713.6">28219 12118 213 0,'-11'13'400'0,"2"-3"-35"0,-1 2-12 0,4-3 5 15,4-2-18-15,2-7 3 0,2 11-45 0,-2-11-26 16,14 4-43-16,-1-2-41 0,5-4-31 0,4-1-29 15,6-3-22-15,5-1-18 0,12-5-20 0,0 0-19 16,3-3-10-16,1 0-8 0,-1-1-48 16,0-1-63-16,0 0-133 0,-3 0-111 0,0-2-167 15,-3 0-420-15,-1-1-477 0</inkml:trace>
  <inkml:trace contextRef="#ctx0" brushRef="#br0" timeOffset="78968.09">29330 11465 672 0,'-3'-9'805'15,"-3"0"-141"-15,-3 1-134 0,-4 2-83 0,0 1-41 0,-5 3-46 16,4 2-38-16,-6 4-41 0,-2 5-9 0,-5 3-33 16,-1 8-5-16,-1 5-37 0,1 5-31 0,0 5 32 15,-2 9-79-15,8-5 17 0,6 2-64 0,1 2 25 16,6 1-56-16,5-1 36 0,4-7-54 0,4 0-3 15,5 3-4-15,3-1 0 0,6-4-4 0,4-1 0 16,3-4-6-16,5-4-4 0,3-1-2 0,3-5-7 16,4-4-70-16,3-3-64 0,0-5-114 0,-4-5-153 15,0-1-134-15,0-2-128 0,-5-5-710 0,1-2-981 16</inkml:trace>
  <inkml:trace contextRef="#ctx0" brushRef="#br0" timeOffset="79163.47">29502 11839 554 0,'0'0'744'0,"-15"-2"-145"15,15 2-72-15,-13-3-63 0,13 3-56 0,-6-3-79 16,6 3-67-16,-2-9-52 0,6 3-42 0,1 0-35 16,6-3-31-16,4 0-20 0,2-1-19 0,7-4-12 15,1 1-13-15,5-2-14 0,4-3-18 0,2 1-123 0,2-1-125 16,-2-1-75-16,1 1-120 0,-4-1-134 15,-2 0-393-15,0 0-551 0</inkml:trace>
  <inkml:trace contextRef="#ctx0" brushRef="#br0" timeOffset="79514.05">30215 11404 78 0,'0'0'796'0,"-5"-7"-160"0,5 7-91 15,-10-2-69-15,10 2-53 0,-15 0-41 0,15 0-17 16,-21 5-45-16,12-1-31 0,-2 6-53 0,-1-2-45 16,2 3-34-16,2 3-4 0,1 1-56 0,0 1 8 0,5 3-23 15,1 0 41-15,3 0-9 0,2 0-4 16,3 0-14-16,1 1-15 0,3-2-11 0,1-1-11 0,2-2-10 16,2-4-9-16,0 1-3 0,1-2 1 0,-2-4-10 15,-1-3-4-15,3 1-1 0,-3-4-6 0,1-2 0 16,-1-3-2-16,0-1-2 0,0-4-48 0,-3 0 54 15,-2-3-48-15,2-4 46 0,-6 2-42 0,2 0 49 16,-5-3-48-16,-1 2 4 0,-2-1 46 0,-1 0-49 16,-2 1 48-16,-3 0-48 0,-1 1 43 0,-3 0-42 15,0 2 45-15,-5 2-50 0,0 2 41 0,-3 1-57 16,-1 3 22-16,2 2-68 0,-1 1-43 0,5 2-55 16,-2 2-107-16,0 1-132 0,5 0-117 0,2 4-185 15,1-1-455-15,6 0-795 0</inkml:trace>
  <inkml:trace contextRef="#ctx0" brushRef="#br0" timeOffset="79696.64">30573 11515 586 0,'3'-11'829'0,"-2"1"-201"15,-1 1-129-15,-1 2-97 0,-1 1-72 0,1-1-63 16,1 7-49-16,-2-12-50 0,2 12-33 0,-2-7-30 15,2 7-31-15,0 0-71 0,0 0-144 0,0 0-107 16,0 0-156-16,7 7-162 0,-7-7-340 0,10 6-472 16</inkml:trace>
  <inkml:trace contextRef="#ctx0" brushRef="#br0" timeOffset="80147.33">30929 11299 797 0,'12'-16'657'15,"2"0"-73"-15,-1-1-58 0,-1-1-34 0,-1 2-61 16,2-3 1-16,-3 4-67 0,-2 4-29 0,1-3-37 0,-3 1-32 16,-1 2-43-16,0 0-28 0,-1 3-20 0,-2-2-17 15,-4 4-24-15,1-1-11 0,-6 3-17 16,0-1-26-16,-6 4-11 0,-1-1-16 0,-4 5-12 0,-1-1-4 16,-4 3-11-16,1 2-6 0,2 0-2 0,-1 4-5 15,2-4-2-15,6 2-4 0,1 0 2 0,1 1 0 16,4-1-1-16,3 1-4 0,1-2 1 0,6 0 2 15,3 1-4-15,3-1-1 0,4 1 0 0,4-1-2 16,4 0 3-16,0 0-5 0,1 0 4 16,2-2-4-16,0 2-1 0,0 0 11 0,-3 0-13 15,2 0 5-15,-3 2-4 0,-1 0 1 0,1-1 3 0,-4 4-38 16,-2-3 40-16,-2 4-27 0,-2-1 38 0,-4 0-40 16,-2 2 41-16,-1-1-3 0,-5 2-3 15,1 0 1-15,-3 0-2 0,-2 0-3 0,-2-3 0 0,1 2-2 16,0-4 0-16,-2 1 2 0,2-2 2 0,0-2 2 15,-2-3-1-15,0 0-2 0,-1-3 12 0,10-2 8 16,-18 0 3-16,8-2 19 0,1-3-28 0,1-1 35 16,1-1-34-16,-1-1 39 0,4-2-48 0,2-2 33 15,0 0-42-15,4-1 33 0,2-3-7 0,-1 0-7 16,6-3-8-16,0 0-11 0,3 0-6 0,-1 2-15 16,3-2-21-16,-2 1-37 0,1-1-59 0,-3 3-70 15,1-2-117-15,-2 2-173 0,0 2-120 0,-2 1-85 16,-4 0-768-16,1 1-1088 0</inkml:trace>
  <inkml:trace contextRef="#ctx0" brushRef="#br0" timeOffset="80362.59">31156 10909 156 0,'6'-4'858'0,"-6"4"-193"0,14-2-73 15,-2 2-76-15,-2 7-10 0,4 1-13 0,4 5 10 0,4 3-53 16,3 7-31-16,2 2-16 0,1 4-41 15,3 0-50-15,6 13-27 0,-3-3-55 0,2 3-86 16,-2 0 10-16,-4 2-65 0,-2 1 17 0,-5-5-57 0,-7 0 21 16,-1 1-36-16,-6 0-53 0,-5 0-93 15,-4-4-66-15,-7 5-71 0,-8-3-82 0,-3 1-158 0,-11 3-148 16,-6-1-69-16,-7-1-777 0,-1-3-1108 0</inkml:trace>
  <inkml:trace contextRef="#ctx0" brushRef="#br0" timeOffset="81879.83">17622 16329 514 0,'-18'-4'529'0,"0"-1"-118"0,5 2-65 0,-2 0-41 0,3 1-34 0,1-2-35 16,2 2-27-16,0 1-24 0,9 1-23 0,-15-6-26 0,15 6-5 15,-9-3-10-15,9 3-3 0,0 0 0 16,2-9-11-16,5 2-20 0,4 1-19 0,3-2-20 0,5-2 0 15,2-2-11-15,5-1 8 0,2 0-8 0,4-3 8 16,2 0 5-16,-1-2 16 0,4 4 0 0,-5-1-5 16,-2 2-11-16,-6 2-10 0,-1 4-8 15,-3-1-10-15,-3 2-3 0,0 4-7 0,-4 2 0 0,-1 1-2 16,-2 3-2-16,-2 3 7 0,0 0-12 0,-6 5 7 16,-2 1-8-16,-6 5 3 0,0 5 0 15,-5 0-3-15,-1 2 0 0,-4 1 6 0,0-3-5 16,0 1 0-16,-3-4 1 0,0 1-1 0,-3-4 4 0,3 1 2 15,1-4 4-15,2-1 0 0,0-3 7 16,4-1 12-16,1 0 13 0,2-4 0 0,-1 1-6 0,10-6-11 16,-9 5-5-16,9-5-2 0,0 0-7 0,9-5-10 15,1-1 8-15,4-1-12 0,7-2 8 0,-2-1-6 16,9-1 7-16,0 1-10 0,0 2 10 0,-2 2-9 16,-1 1 12-16,-2 4-17 0,-1 1 7 0,1 4-6 15,0 0 14-15,-4 5 2 0,2 0-2 0,-3 4-6 16,-4 4 1-16,1-1-2 0,-3 3-1 0,-5 0-2 15,-2 4-6-15,0-1 10 0,-5-2-7 0,-6 5 8 16,1-5-5-16,-3 2 17 0,-7 0-10 0,2-1 20 16,-6-1-7-16,1-4 9 0,0-2 15 0,0-4 13 15,-3 1-1-15,0-4-3 0,2-1-10 0,1-5-8 16,3-1-7-16,-3 0-10 0,4-4-2 0,0 0 25 16,5-5-46-16,1-1 28 0,2-2-40 0,5-1 6 0,2 0-19 15,1-3 23-15,6 2-19 0,0-1 26 16,1 2-18-16,5 0 18 0,-3 5-18 0,6-1 21 15,-3 4-20-15,2 2 20 0,0 3-18 0,2 3 20 16,0-1-13-16,2 7 23 0,0 0-24 0,-3 4 29 0,2 1-28 16,-1 3 27-16,1 1-29 0,-2 0 33 0,-2-1-36 15,-3-1 5-15,-1 2 23 0,1 0-29 0,-3 1-5 16,-2-5-64-16,0 2-51 0,-2-3-63 0,-1 0-86 16,0-2-93-16,-2-2-65 0,1 0-96 0,-2-3-572 15,-1-6-724-15</inkml:trace>
  <inkml:trace contextRef="#ctx0" brushRef="#br0" timeOffset="82063.67">18345 16579 308 0,'8'-3'624'0,"-8"3"-86"0,14 1-47 0,-4 2-14 0,-1 4-60 16,0 2-43-16,1 1-45 0,-1 2-60 0,0 1-27 15,1 4-35-15,-2 0-34 0,0 1-40 0,0 1-22 16,0-1-31-16,1 1-5 0,-2-2-28 0,0 2-4 0,2-3-44 15,-2-2-84-15,-1-1-111 0,1-1-136 16,-2-2-108-16,2-2-162 0,-2-4-422 0,-5-4-633 0</inkml:trace>
  <inkml:trace contextRef="#ctx0" brushRef="#br0" timeOffset="82279.71">18579 16325 466 0,'0'0'689'0,"-1"-7"-142"16,1 7-91-16,0 0-66 0,-1-7-51 0,1 7-49 15,0 0-66-15,2-9-33 0,-2 9-49 0,13-9-21 16,-4 3-31-16,5-1-9 0,5 0-24 0,4-4-5 16,4 0-18-16,2-3-3 0,7 0-19 0,-1-1-99 15,-5 5-128-15,-4-1-85 0,-6 3-70 0,-2 2-65 16,-4 1-45-16,-2 1-260 0,-12 4-244 0</inkml:trace>
  <inkml:trace contextRef="#ctx0" brushRef="#br0" timeOffset="82449.42">18609 16487 20 0,'-11'12'592'0,"2"-5"-156"0,0-1-53 0,6-1-43 16,3-5-14-16,0 0-26 0,0 0-68 15,0 0-40-15,14 0-28 0,-4-5-35 0,4-1-25 16,5-3-22-16,7-2-13 0,2-2-12 0,6-4-16 0,1-2-7 15,2 0-4-15,1-1-9 0,2 1-6 0,-2-2-18 16,-1 0-114-16,-1 2-138 0,0-1-154 0,-2-1-466 16,-3 2-432-16</inkml:trace>
  <inkml:trace contextRef="#ctx0" brushRef="#br0" timeOffset="83463.56">19761 15680 518 0,'0'0'451'0,"-7"-9"-100"0,4 1-40 0,-1 3-24 16,2-5 9-16,-1 0-30 0,2-1-57 0,0-1-28 15,1-1 13-15,1-2-9 0,1 1-28 0,4-2 18 16,-1 0-7-16,2 4-12 0,2-4-9 0,2 5-25 16,1 0-24-16,1 3 14 0,2 2-21 0,1 2-21 15,1 2-13-15,0 2-12 0,1 2-7 0,-1 2-8 16,-1 2 0-16,1 4-13 0,0 2 2 0,-3 2-9 15,-3 2 3-15,-2 3-8 0,-1-3 3 0,-4 1-5 0,-1 1 7 16,-1 0-13-16,-4 0 9 0,-3 0-8 0,2-1 9 16,-5 0-6-16,-3 2 9 0,-1-4-7 15,0 1 8-15,-4-3-11 0,2 0 8 0,-2-2-8 16,3-1 12-16,3-3-14 0,-1-2-6 0,2-2-50 0,9-3-94 16,0 0-68-16,-11-5-65 0,14-2-6 0,6-5-44 15,6-1-4-15,2-9-1 0,9-1 1 16,-1-4 22-16,3 0 31 0,0-1 58 0,-2 1 56 15,0 0 56-15,-1 0 78 0,-1 2 49 0,-6 3 58 0,0 3 41 16,-4 4 34-16,-1-2 22 0,-4 4 6 0,-1 1 18 16,-1 2-21-16,-2 1 18 0,-1 0-11 15,-1 2 19-15,-3 7 5 0,1-9 20 0,-1 9 2 0,0 0-16 16,0 0-28-16,0 0 6 0,-13 6-4 0,11 0-27 16,-3 2-29-16,1 2-19 0,1 1 36 0,2 1-20 15,-2 1-18-15,2 2-20 0,1-2-17 0,1 4-6 16,1 0-2-16,0-2-11 0,1 3-6 0,1-4-7 15,1 2-5-15,0-2-8 0,1 0-10 0,1-1-11 16,0 0-19-16,2-3-38 0,0-2-89 0,0-2-141 16,1 0-114-16,-1-3-76 0,-9-3-98 0,17 0-543 15,-8-5-734-15</inkml:trace>
  <inkml:trace contextRef="#ctx0" brushRef="#br0" timeOffset="83630.14">20362 15491 414 0,'3'-5'567'0,"-3"5"-146"0,2-9-80 0,-2 9-11 0,0 0-13 15,11 0-43-15,-11 0-6 0,11 6-3 0,-5-2-40 16,-1 2-15-16,3 1-30 0,-2 2-26 0,1-2 9 16,-1 6-38-16,2-2-17 0,-2 1-33 0,-1 1-8 15,0 1-21-15,1-3-4 0,-1 3-11 0,1-2-9 16,-2 2-17-16,0-3-87 0,0 0-169 0,-1-2-111 16,1-1-117-16,0 0-607 0,2-4-703 0</inkml:trace>
  <inkml:trace contextRef="#ctx0" brushRef="#br0" timeOffset="83829.2">20652 15437 730 0,'0'0'658'0,"-5"-8"-120"0,5 8-53 15,-4-9-65-15,4 9-37 0,-2-8-39 0,2 8-58 16,1-8-51-16,1 2-55 0,7-1-37 0,0 0-33 15,10-3-26-15,3-2-11 0,6 0-24 0,3-1-9 16,4 0-25-16,-5 1-66 0,2-1-145 0,-4 1-146 16,0 1-138-16,-2-2-136 0,-6 4-350 0,-2-2-555 15</inkml:trace>
  <inkml:trace contextRef="#ctx0" brushRef="#br0" timeOffset="84479.48">21273 15268 281 0,'0'0'808'0,"-5"5"-210"15,5-5-125-15,0 0-39 0,-9-5-35 0,9 5-16 16,0 0-10-16,-9-5-57 0,9 5-56 0,-8-5-32 0,8 5-15 16,-10-10-28-16,5 3-14 0,0-1 32 0,-1-2-72 15,-1-4 17-15,0 1-54 0,-1-6 29 0,0 0-24 16,-1-2-19-16,2-1-18 0,-1-6-12 0,0 0-9 15,-1-1-8-15,-1-2-7 0,1-2-47 0,0 3 50 16,-1-1-53-16,1 0 52 0,1 4-47 0,2 4 47 16,-3 3-49-16,5 5 49 0,-1-2-53 0,1 4 45 15,-1 3-51-15,1 2 47 0,4 8-44 0,0 0 50 16,-9 2-46-16,8 7 45 0,1 3-5 0,4 5-2 16,2 6-2-16,2 3-4 0,2 2 1 0,7 5-43 15,0 0 52-15,2-2-42 0,2-2 47 0,-1-1-47 16,-1-7 51-16,-1 0-37 0,1-3 59 0,-3-4-37 15,1-3 45-15,-1 0-42 0,0-4 40 0,-1-2-50 16,-2-3 37-16,2-2-45 0,-2-4 40 0,-1-1-47 16,2 0 42-16,-3-6-6 0,-2 1-8 0,0-2-4 15,-1-2-3-15,-2-1 0 0,-2 0-5 0,2-2 1 16,-2 1 1-16,0 1-3 0,-1 2-1 0,-1 2-1 16,-1-1-3-16,2 3-1 0,-2 1-6 0,1 0-3 15,-2 8 4-15,2-6 1 0,-2 6-2 0,0 0 2 16,10 8 3-16,-6-1-4 0,0 3 6 0,1 3-2 0,2-1-2 15,0 4 4-15,5-1 0 0,-2 2 0 0,3 0-39 16,-2-1 46-16,3-1-37 0,3 0 40 16,-3-1-62-16,4-1 8 0,-2-2-93 0,1-2-70 0,-2-1-144 15,-2-3-167-15,0 1-89 0,-3-1-171 0,-1-1-435 16,-9-4-822-16</inkml:trace>
  <inkml:trace contextRef="#ctx0" brushRef="#br0" timeOffset="84745.54">20448 15954 736 0,'-18'7'931'0,"5"-1"-223"0,3 0-165 0,1-5-110 0,9-1-71 0,0 0-41 16,0 0-38-16,0 0-49 0,14-8-41 0,2 1-34 15,11-5-29-15,7-4-21 0,6-1-11 0,13-4-11 16,4-4-13-16,2 0 21 0,6-3-21 0,2-3-9 15,2-1-6-15,2-4-10 0,2-1-11 0,13-8-7 16,1 1-4-16,-2 2-39 0,-14 5 45 0,-1 3-50 16,-5 0 6-16,-2 6-3 0,-8 1 3 0,-13 8 0 15,-5 2-14-15,-10 4-40 0,-7 4-40 0,-6 3-51 16,-5 2-87-16,-9 4-102 0,0 0-69 0,0 0-142 16,-13 7-143-16,-6 3-297 0,-6 3-595 0</inkml:trace>
  <inkml:trace contextRef="#ctx0" brushRef="#br0" timeOffset="85181.05">20819 16290 54 0,'-7'3'752'0,"7"-3"-160"0,-13 3-124 15,13-3-106-15,-9 2-82 0,9-2-57 0,0 0 32 16,0 0 20-16,5 8-7 0,-1-2-3 0,5 0-21 15,-1 1-22-15,1 2-51 0,1 3-33 0,0-2-35 16,-1 5-9-16,-1-1-28 0,-1 0-5 0,2-1-7 16,-5 4-9-16,3-3-9 0,-5 1 0 0,1 0-15 15,0-2 6-15,-5-1-17 0,-2 1 14 0,0-1-15 16,-1 0 18-16,-4-1-11 0,-1-2 24 0,-2-1-7 16,1-1 18-16,-4-3-27 0,0-1 19 0,0-3-25 15,-2-3 36-15,0-1-27 0,-1-4 18 0,-3 0-34 16,2-5 28-16,1 1-35 0,3-4 26 0,1 1-32 15,1-2 29-15,4 1-30 0,3 0 31 16,2 3-29-16,4-2 0 0,4 0 2 0,3 1-3 0,5-1 1 16,6 3 1-16,5-3-1 0,2 2 2 15,2 1 1-15,5-1-1 0,5 0 3 0,0 1 28 0,2-1 13 16,-1 0 1-16,1-1-5 0,1 1 13 0,-1-2 6 16,-1 1-4-16,0-1-13 0,-1 0-8 0,-1-1-47 15,-1 0 50-15,-1 2-54 0,-6 0 45 0,-4 3-5 16,-2-1-7-16,-4 3-5 0,-4 0-8 0,0 3-45 15,-6-1-114-15,-2 2-77 0,-6 5-128 0,0 0-148 16,-2-6-173-16,2 6-651 0,-19 6-936 0</inkml:trace>
  <inkml:trace contextRef="#ctx0" brushRef="#br0" timeOffset="86146.7">21295 17229 50 0,'-13'-2'464'0,"0"2"-85"0,13 0-56 0,-19-1-24 15,19 1-5-15,-16-1-10 0,16 1 12 0,-13 0-38 16,13 0 26-16,-12-1-42 0,12 1 11 0,0 0-37 16,-4-6-1-16,4 6-54 0,7-7-10 0,-1 2-26 15,1-1-25-15,2 1-19 0,3-3-13 0,1 1-10 0,1-2 11 16,3 0 5-16,3-1-9 0,2 0-10 0,2-3-10 15,3 0-8-15,-1 1-7 0,-1-1 7 0,1 1-20 16,-6 1-1-16,2 1-4 0,-2 1-4 16,-5 2 3-16,0-2-2 0,-4 3 0 0,2 2-3 0,-4-1 0 15,0-1 9-15,-1 3-11 0,-8 3 13 0,12-5 10 16,-12 5 8-16,0 0 1 0,0 0-7 0,-5 11-3 16,-2-3-12-16,-5 3 1 0,-1 3-4 15,-1 0-1-15,-4 5-5 0,2 1 2 0,-2 0-1 0,1 1 0 16,-1-1-5-16,3 1 6 0,-3 0 4 0,1-1 0 15,1-2-2-15,2-1 1 0,1-3-3 0,2-2-3 16,2-1 0-16,-2-2 1 0,5-2 17 0,0 2 18 16,-1-3 17-16,7-6-3 0,-4 6-2 0,4-6-9 15,0 0-4-15,13-8-10 0,0 0-1 0,4-1-10 16,2-1 0-16,1-1-6 0,4 0-2 0,-2 0-2 16,0 1-2-16,0 2-7 0,-1 1 11 0,-1 1-6 15,-1 2-5-15,-3 1-2 0,-2 3 7 0,2 2-4 0,-2 2 3 16,-1 1 3-16,-1 4-2 0,-1 0 1 15,-1 5-3-15,-4 0 2 0,1 0 0 0,-5 5 2 16,1-3-2-16,-3 3 3 0,-3 1 1 0,-2 1-30 16,-3-1 32-16,-2 1-28 0,-4 1 31 0,-2-3 3 15,-4-1 4-15,0-3-2 0,-2-4 9 0,0-3 15 16,-3-1-12-16,-1-5 31 0,3-3-6 0,-4-3 21 16,4-2-25-16,-1-2 17 0,0-4-15 0,2-4 7 0,7 2-4 15,2-3-11-15,4-1-7 0,4 1-11 16,1 0-6-16,5 4-3 0,3-3-4 0,0 2-4 0,4 3-6 15,3 1-2-15,3 2 7 0,4 5 4 0,0 3 5 16,1 0 5-16,5 6 1 0,1 4 2 0,2 1-5 16,0 4 1-16,3 3-2 0,0 2-20 15,-2 2 19-15,0 1-21 0,-3 1 9 0,1-2-23 0,-7 0 7 16,0-3-20-16,-3 1-43 0,-1-3-55 0,-5-1-36 16,3-1-36-16,-4-5-70 0,0 0-54 0,0 1-130 15,-4-3-114-15,1-2-108 0,-6-6-600 0,9 6-883 16</inkml:trace>
  <inkml:trace contextRef="#ctx0" brushRef="#br0" timeOffset="86512.07">21963 17479 327 0,'12'0'762'0,"-12"0"-137"0,0 0-76 0,0 0-70 15,0 0-40-15,0 0-32 0,11 1-29 0,-11-1-11 16,0 0-115-16,0 0-23 0,0 0-63 0,0 0 17 15,0 0-40-15,0 0 14 0,0 0-30 0,0 0 18 16,0 0-23-16,0 0 19 0,0 0-31 0,11-1 18 16,-11 1-44-16,0 0 6 0,0 0-41 0,7-5 13 15,-7 5-34-15,0 0 10 0,14-3-24 0,-14 3 11 16,11 0-21-16,-11 0 19 0,15 5-24 0,-8-1 14 0,1-1-16 16,1 1 18-16,-3 2-18 0,1-1 20 15,-1-1-16-15,-1 2 20 0,-1-1-21 0,1 1 21 16,-2 0-23-16,-3-6 19 0,4 11-19 0,-4-11 17 0,-2 11-11 15,2-11 6-15,-4 9-16 0,4-9 17 0,-6 7-16 16,6-7 8-16,-9 7-30 0,9-7 20 0,-9 3-44 16,9-3 0-16,0 0-49 0,-9-2 14 0,9 2-42 15,0 0 30-15,2-12-24 0,5 5 14 0,2-3-40 16,4 1-29-16,2-5-62 0,8-1-73 0,0-3-73 16,7-4-54-16,0 0-92 0,2-4-69 0,0-2-391 15,0 1-587-15</inkml:trace>
  <inkml:trace contextRef="#ctx0" brushRef="#br0" timeOffset="86879.74">22349 17085 431 0,'0'0'830'0,"-18"2"-209"0,18-2-125 16,-11 1-111-16,11-1-27 0,0 0-34 0,-13 2-37 15,13-2-42-15,0 0-41 0,5-4-41 0,4-1-40 16,7 0-19-16,5-2-27 0,6-3-14 0,1 1-16 16,1-2-8-16,1 2-16 0,-1-3-46 0,-4 3-76 0,-2 1-95 15,-2 0-57-15,-5 0-25 0,-1 2 12 16,-5 3 6-16,-1-1 31 0,-9 4 29 0,0 0 20 16,0 0 29-16,5 5 15 0,-12 1 35 0,-2 3 3 15,-3 1 28-15,-2 5-8 0,1-1 30 0,-6 5-3 0,1 1 8 16,0 1 5-16,3-1 23 0,-3-1-10 15,5-3 15-15,1 0-6 0,3-4 18 0,1 1 23 16,-1-3 77-16,5-2 47 0,2-1 32 0,2-7 52 16,-2 10-39-16,2-10 6 0,8 4-64 0,-8-4 12 0,15 0-57 15,-4-3 13-15,5-2-50 0,2-4 22 16,8-2-45-16,2-6 21 0,6 0-35 0,0-4-13 0,1 1-19 16,2-4-63-16,-2-1-124 0,-1-1-138 15,-2-1-189-15,-2-1-318 0,-2 1-390 0</inkml:trace>
  <inkml:trace contextRef="#ctx0" brushRef="#br0" timeOffset="87312.09">22891 16346 440 0,'-6'-19'696'16,"1"4"-141"-16,1-1-95 0,1 0-42 0,2 3-55 0,1 0-34 15,1 1-33-15,6 0-33 0,0 1-9 0,7 1-32 16,2 3-4-16,5 1-20 0,5 2-15 0,2 2-25 15,3 4-31-15,3 3-12 0,-1 2 3 0,-1 2-16 16,0 2 7-16,-5 5-36 0,1-1 17 0,-6 3-27 16,-3 2 12-16,0-1-33 0,-8 0 14 0,-4 2-31 15,-2 0 20-15,-2-3-27 0,-4 1 15 0,-2 0-23 16,-5 0 18-16,1 1-24 0,-3-2 14 16,-1-3-15-16,1 0 20 0,-1-2-23 0,2-4 20 0,-2 1-20 15,4-6 18-15,-3-2-22 0,10-2 15 0,-13-2-23 16,8-4 11-16,2-3-25 0,-1-3 27 0,4-2-30 15,4-4 20-15,-1-7-19 0,2 2 25 0,1-5-17 16,3-3 6-16,-1 1 3 0,-2 3 5 0,1 3 0 0,-1-1 3 16,-1 5 3-16,-2 2 5 0,2 2 0 15,-3 2-6-15,2 2 1 0,-3-1-3 0,3 6-1 16,-4 0-1-16,0 7 6 0,0 0-3 0,0 0 3 0,0 0-4 16,0 7 0-16,0 3 21 0,3 4-27 15,-2 3 20-15,3 0-15 0,1 5 12 0,1-1-19 0,1 2 25 16,0-2-26-16,1 1 22 15,4-3-27-15,-3 0 23 0,1 0-59 0,1-5-14 0,0-1-80 16,-1-1-124-16,1-1-182 0,-2-3-92 0,3-3-117 0,-1-4-573 16,-2 2-844-16</inkml:trace>
  <inkml:trace contextRef="#ctx0" brushRef="#br0" timeOffset="87479.72">23487 16350 648 0,'0'0'586'0,"-2"-10"-110"0,2 10-48 0,-5-7-47 0,5 7-26 15,-1-7-24-15,1 7-9 0,-1-6-25 0,1 6 0 16,0 0-52-16,0-8-36 0,0 8-50 0,11-11-17 16,1 5-44-16,3-2 0 0,3 0-41 0,2-3-16 15,0 2-26-15,0-2-78 0,-1 1-119 0,0-1-132 16,1 1-105-16,-1-1-140 0,-3 2-585 0,-2-1-759 16</inkml:trace>
  <inkml:trace contextRef="#ctx0" brushRef="#br0" timeOffset="88712.35">23742 16401 106 0,'0'0'326'0,"0"0"-69"16,-1-8-33-16,1 8-13 0,0 0-24 0,0 0-25 15,-4-7-9-15,4 7-22 0,0 0-9 0,0 0-26 16,0 0-15-16,0 0-17 0,-1-6-7 0,1 6 30 15,0 0-2-15,0 0 12 0,0 0 10 0,-12 4-16 16,12-4 11-16,-7 4 5 0,7-4 9 0,-12 6-12 16,5-2 12-16,0 2-4 0,-2-4-17 0,0 2-2 15,-1-2 14-15,-1 4-21 0,-1-3-20 0,-3 0-10 16,1 2-15-16,-2-3-5 0,0 3-8 0,-1-2-5 16,3 0-1-16,-1-2 6 0,3 1 69 0,1 1 5 15,-1-3 6-15,12 0-22 0,-14-2-20 0,14 2-12 16,-10-9-12-16,9 2-8 0,1 0-7 0,2-5-11 15,3-1 2-15,4-1-6 0,0-2 2 0,1-1-8 16,3 2 4-16,-1-3-7 0,-1 5 6 0,3-3-13 16,-1 1 13-16,2 2-6 0,-2 1-5 0,1 3 5 15,0 0 1-15,0 2-5 0,-2 1 3 0,1 3 2 16,-1 1 3-16,1 2 22 0,1 4 7 0,0 2-8 0,-1 2 4 16,-3 4 16-16,2 3 9 0,-1 0-26 0,-2 4 3 15,-1 0-15-15,-3 0 3 0,1 1-11 0,-3-1 7 16,-2 0-8-16,-1 2 3 0,0-1-8 0,-2-1 16 15,-1 1-6-15,-3-1 8 0,1 0 1 16,-2 0 23-16,-2-1-19 0,-1-1 6 0,2-4-19 0,1 0 17 16,0-4-20-16,-3 2 15 0,4-5-12 15,-1 0 28-15,2 2-25 0,1-3 23 0,4-5-22 16,-10 3 19-16,10-3-31 0,0 0 25 0,-6-5-36 0,6 5 29 16,2-11-34-16,2 5 27 0,0 0-30 0,4-1 31 15,-1 1-32-15,1 2 29 0,2-1-27 0,2 1 21 16,-1 3-26-16,4-1 27 0,1 2-21 0,2 2 26 15,0-2-26-15,1 2 25 0,1 3-24 0,-2-2 17 16,1 1-28-16,-2-2 12 0,0 1-39 0,-2-2-42 16,0-1-149-16,-3 0-167 0,2-1-116 0,-3-4-157 15,1-2-461-15,-3-3-754 0</inkml:trace>
  <inkml:trace contextRef="#ctx0" brushRef="#br0" timeOffset="88896.78">23994 16158 384 0,'-3'-7'673'0,"3"7"-164"0,-2-8-91 0,2 8-47 0,-1-10-41 0,1 10-2 0,2-9-16 15,-2 9-38-15,9-9-47 0,1 3-43 0,2 1-36 16,3-5-29-16,4 2-23 0,4-3-21 0,4 1-16 16,1-1-15-16,-3-1-8 0,2 1-48 0,-1-2-137 15,0 0-143-15,-3 1-84 0,-4-1-142 0,3-2-493 16,-6 2-617-16</inkml:trace>
  <inkml:trace contextRef="#ctx0" brushRef="#br0" timeOffset="89412.07">24491 15912 300 0,'3'6'624'0,"1"0"-106"0,-4-6-55 15,5 7-21-15,-5-7-26 0,3 9-14 16,-3-9-24-16,4 4-23 0,-4-4-10 0,4 5-57 0,-4-5 9 15,0 0-85-15,0 0-3 0,0 0-43 0,5-7-29 16,-5 0-29-16,0-3-19 0,0-1-17 0,-1-3-13 16,0-3-10-16,-2-1-11 0,1-4-2 15,-2-3-11-15,-1-3-2 0,-3-4-5 0,-1 1-3 0,1-6 0 16,-4-1 1-16,0 0-3 0,1 1-47 0,-5 1 53 16,2 1-48-16,-1 3 10 0,3 6 5 0,-3 1 2 15,5 6 44-15,1 1-49 0,0 5 43 0,1 1-54 16,1 5 8-16,-1 3 8 0,8 4 4 0,-15 5 41 15,8 2-43-15,3 8 39 0,0 2-2 0,6 4-11 16,2 9 2-16,5 2 0 0,6 3-5 0,3 2-1 16,4 1-2-16,2-3 1 0,3-2-1 0,-2-2 4 15,3-3-8-15,2-5 0 0,-2 1 0 0,-4-8 3 16,0-2-2-16,-1-5-4 0,-3-1 1 0,-1-4 0 16,-1-3 2-16,-2-2-4 0,0-1 1 0,-1-4-3 0,-2-4 2 15,-1 0-1-15,0-2-2 0,-4-4 1 0,-1 1-1 16,-2 0 3-16,-1-3-2 0,-1 1 3 0,-3-1-1 15,0 1 0-15,0 4 0 0,-1 0 1 0,1 1-2 16,-2 0 1-16,2 4-5 0,-2 3 0 16,2 5 2-16,0 0-3 0,0 0 3 0,-9 7 1 0,5 2 0 15,1 4-2-15,2 2 2 0,1 2 5 16,0 2-8-16,4 4 0 0,1-1 2 0,0 0 2 16,3 0 7-16,2 2-10 0,5-1 0 0,-3-5 0 0,3-2-10 15,-1-1-71-15,4-3-24 0,0-1-145 0,-1-2-160 16,-3-3-123-16,1 0-164 0,-3-3-624 0,-1-2-927 15</inkml:trace>
  <inkml:trace contextRef="#ctx0" brushRef="#br0" timeOffset="89680.38">23530 16917 826 0,'-22'13'861'0,"7"-2"-194"0,2-3-161 0,8-2-107 0,5-6-76 0,0 0 23 16,10 4-26-16,4-8-29 0,8-3-56 0,9-5-20 15,7-5-27-15,16-4 11 0,5-6-27 0,3-2-9 16,10-3-11-16,17-11-46 0,3-1 15 0,2-5-37 0,0 0 4 16,3-3-30-16,-1-3 8 0,1 2-29 15,0 0-5-15,-2 6-1 0,-9 2-6 0,-19 12-7 16,-7 5-5-16,-11 4-64 0,-12 6-10 0,-9 3-100 0,-5 6-29 15,-10 2-61-15,-3 2-86 0,-10 5-113 0,0 0-83 16,0 0-133-16,-18 8-545 0,0 2-819 16</inkml:trace>
  <inkml:trace contextRef="#ctx0" brushRef="#br0" timeOffset="90078.83">24403 16967 425 0,'-2'10'891'0,"-2"-2"-215"0,1 0-146 16,-1-2-117-16,3 3-78 0,-2 1-51 15,1 1-55-15,-1-1-43 0,-1 3-26 0,-1 2-1 0,2-1-21 16,0 2 7-16,-1-1-1 0,2 2-13 0,-2 0-1 16,1-1-5-16,-1 3-7 0,-1-2-18 0,0 0-37 15,1-2 9-15,-2 0-5 0,-2 1-10 0,-1-3-6 16,2 0 4-16,-4-2-3 0,0 0 5 0,-2-3 5 15,0 0 5-15,-1-3 2 0,-1-2 3 0,0-3 1 16,0-2-8-16,-1 0 13 0,-1-4 10 0,-2-5-11 16,4 1-14-16,-2-5-11 0,4 1-8 0,1-5-20 15,3 0 16-15,5-4-24 0,1 6 19 0,8-5-21 16,7-3 16-16,6 1-23 0,7-2 16 0,10 3-18 16,3 0 17-16,17 1 9 0,4 1 59 0,2 2 28 15,3 1 32-15,5 2 0 0,-2 1-34 0,-1 1 27 16,-10 4-73-16,-6-1 24 0,-4 3-62 0,-4-1 32 15,-10 1-48-15,-4 3 34 0,-5-1-52 0,-1-2-16 16,-4 2-170-16,-5-1-80 0,-4 0-95 0,-4-1-98 16,-3 3-159-16,-5-3-111 0,-4 2-139 0,-3 1-536 0,-5-1-1009 15</inkml:trace>
  <inkml:trace contextRef="#ctx0" brushRef="#br0" timeOffset="97884.66">26141 14737 476 0,'-15'0'596'0,"3"0"-120"0,-2 2-82 0,3-2-60 0,-1 0-32 0,12 0 5 15,-20 0-15-15,20 0-18 0,-16 0-34 0,16 0-31 16,-14 0-30-16,14 0-31 0,0 0-19 0,-16 0-23 16,16 0-8-16,0 0-7 0,0 0-16 0,0 0-13 15,7-3-13-15,4 0-10 0,4-3-8 0,2 2-10 16,4-1-10-16,2-1-3 0,0-2-35 0,4-1-69 16,1-1-106-16,-5 2-100 0,-1-3-71 0,-3 5-91 0,-5-2-62 15,0 2-401-15,-5 1-502 0</inkml:trace>
  <inkml:trace contextRef="#ctx0" brushRef="#br0" timeOffset="98046.6">26027 14872 281 0,'-7'11'327'0,"0"-3"-33"16,6 0 7-16,1-8-23 0,0 10 0 0,0-10-28 16,9 7-32-16,-9-7-44 0,20 2-42 0,-7-4-22 0,6-1-23 15,3-2-17-15,6-3-11 0,4-3-16 16,8-4-10-16,2 0-13 0,1-4-55 0,10-5-109 15,-1 1-122-15,-3-2-179 0,-8 0-206 0,-6 4-162 16</inkml:trace>
  <inkml:trace contextRef="#ctx0" brushRef="#br0" timeOffset="98249.08">26673 14418 417 0,'0'0'491'15,"-2"-9"-104"-15,2 9-59 0,0 0 3 0,0 0 34 16,7 6-21-16,-3 0-8 0,1 2 6 0,1 4-21 15,1 2-45-15,2 3-17 0,1 1-50 0,1 2-20 16,1 4-31-16,-1 0-16 0,3 1-24 0,-1 1-18 16,-1 1-19-16,-1-1-14 0,-1 1-18 0,2 0-20 15,-3 0-24-15,0-6-43 0,-3 2-60 0,-1-2-98 16,0-5-128-16,-1 0-74 0,-1-2-116 0,-1-3-119 16,0-3-350-16,-4 0-576 0</inkml:trace>
  <inkml:trace contextRef="#ctx0" brushRef="#br0" timeOffset="98596.77">26583 14568 115 0,'-5'-11'714'0,"3"1"-216"16,0 0-101-16,2 3-95 0,3-4-26 0,3 3-47 0,2-3-11 16,3 2-28-16,5-4-33 0,3 1-27 15,4-1-25-15,4 0-25 0,0 0-14 0,2 1-12 16,0 0-16-16,2 0-4 0,-1 3-7 0,-4-2-10 0,-3 4-3 15,0-1-7-15,-7 2-8 0,0 2-85 0,-4-1-45 16,-2 1-22-16,-10 4-23 0,10-4-18 0,-10 4-27 16,0 0-6-16,-9 4-15 0,2 0 2 15,-6 2 32-15,-6 5 34 0,-2-1 37 0,-2 5 30 0,-4 0 19 16,-3 5 23-16,0 1 12 0,0 1 17 0,0 0 23 16,1 0 18-16,3 1 28 0,3-5 15 0,5 0 42 15,3-2 2-15,4-3 10 0,0 0 12 16,4-1 46-16,4-3 24 0,1-3-1 0,4 2-2 0,1-2-20 15,5-3-17-15,3 1-15 0,2-3-23 0,7-2-8 16,4-3-23-16,3 0-12 0,8-3-16 0,6-5-8 16,2-3 2-16,0 0-22 0,2-1 14 0,-1-1-56 15,-1-4-93-15,-3 2-176 0,-3-2-183 0,-4-1-274 16,-4 2-258-16</inkml:trace>
  <inkml:trace contextRef="#ctx0" brushRef="#br0" timeOffset="98795.42">27234 14232 360 0,'0'0'560'0,"-12"0"-78"0,8 4-50 16,-1 1-16-16,-4 5-29 0,2 0-25 0,0 3-11 0,-3 4-33 15,-1 3-26-15,2-1-48 0,0 6-17 16,-1 2-48-16,3-4-23 0,3 8-45 0,2-5 3 16,0 1-33-16,4-1-5 0,2 0-26 0,1 3 8 15,1-4-27-15,7 1 3 0,-2-6-22 0,2-2 7 0,1-4-31 16,4-1-152-16,-1-4-186 0,-1-3-117 15,2-3-176-15,1-2-524 0,-5-2-781 0</inkml:trace>
  <inkml:trace contextRef="#ctx0" brushRef="#br0" timeOffset="99078.82">27342 14404 79 0,'-2'-13'721'15,"-1"5"-181"-15,2 1-69 0,0-1-40 0,-2 2-59 0,3 6-28 16,-2-12-31-16,2 12-19 0,2-9-31 0,-2 9-20 15,5-2-37-15,-5 2-37 0,0 0-38 0,16 1-25 16,-10 2-12-16,3 1-12 0,-3 1-20 16,1 2-10-16,-1-1-12 0,-1 1-8 0,0 1-13 0,-2 1 4 15,-2 0-12-15,-1 1 6 0,-1 2-10 0,-2-2 8 16,1 1-9-16,-6 1 7 0,4-1 1 0,-1-1 32 16,0-1-6-16,1-1 23 0,0-2-25 0,-1 0 17 15,3 0-29-15,2-6 27 0,-5 9-34 0,5-9 0 16,-2 6-8-16,2-6 0 0,0 0-4 0,0 0-3 15,18-2 3-15,-6-2-10 0,-1 2 5 0,5-3 0 16,-1-1-9-16,4-2 7 0,0 0-120 0,-1-4-132 16,-1 0-126-16,-2 0-85 0,2-2-137 0,-4-2-579 15,-1 1-791-15</inkml:trace>
  <inkml:trace contextRef="#ctx0" brushRef="#br0" timeOffset="99295.39">27558 14137 341 0,'0'0'529'0,"0"0"-138"0,7-3-34 16,-7 3 9-16,11 7 14 0,-2-2-2 0,1 4-7 16,3 0-11-16,1 4-39 0,2-1-50 0,0 2-30 15,5 4-42-15,-3 0-31 0,3 0-28 0,-3-1-27 16,1 2-35-16,-1 0 1 0,-1-1-30 0,-3-1 2 16,-1 1-22-16,-2 0-1 0,-2 0 1 0,-2-1-19 0,-5 1 15 15,-1-2-20-15,-2 3 10 0,-3-3-18 16,-2 4 10-16,-4-1-10 0,-2-2-23 0,2-2-111 15,-1 0-140-15,0-2-123 0,2-4-158 0,0 0-681 0,2-2-848 16</inkml:trace>
  <inkml:trace contextRef="#ctx0" brushRef="#br0" timeOffset="99528.26">28118 14339 874 0,'10'-11'881'0,"2"4"-144"0,-3-2-148 16,0 0-108-16,2 0-75 0,3-1-59 0,3-1-51 0,2-1-39 16,4-1-24-16,3 0-27 0,3-1-34 0,4-1-37 15,2 0-23-15,-6 4-23 0,2-1-19 0,0 2-13 16,-3-3-14-16,-2 4-8 0,-4-1-9 0,0 3-4 16,-3-1-8-16,-5 1-15 0,0 1-35 0,-2-1-90 15,-5 1-93-15,1 0-88 0,-5 1-90 0,-3 5-51 16,-2-10-75-16,-7 4-58 0,3 3-495 0,-6-2-691 15</inkml:trace>
  <inkml:trace contextRef="#ctx0" brushRef="#br0" timeOffset="100795.77">29185 13536 215 0,'3'-11'682'0,"-2"2"-128"0,0 1-117 0,1 2-84 0,-2 6-59 0,2-12-39 0,-2 12-31 16,1-7 34-16,-1 7 13 0,0 0-23 0,0 0-17 15,4 7-43-15,-1 0 4 0,0 6-38 0,0 2-32 16,5 4-23-16,-2 1-24 0,6 5 1 0,1 0-28 16,-2 2-2-16,3-2-8 0,4 6-7 0,-1-5-7 15,-3 0-4-15,2-1-2 0,0-2-9 0,0 2-1 16,-3-3-5-16,-1-4-15 0,0 0-61 0,-1-2-151 0,-2-4-155 15,-2 1-113-15,0-4-205 0,-2-3-331 16,-1-1-639-16</inkml:trace>
  <inkml:trace contextRef="#ctx0" brushRef="#br0" timeOffset="101011.7">29579 13731 606 0,'4'-11'696'15,"-4"11"-138"-15,2-11-55 0,-2 11-63 0,1-10-51 16,1 4-33-16,0 0-44 0,2-1-58 16,3 0-43-16,2-1-52 0,5-2-32 0,2-1-23 0,5 1-10 15,4-3-5-15,5 0-16 0,0 2-12 16,5-3-18-16,-6 2-9 0,3 2-8 0,-4-1-9 0,-1 0-15 16,-6 0-107-16,0 2-142 0,-4-1-117 15,-4 1-117-15,-2 0-132 0,-3 1-430 0,-4 0-657 0</inkml:trace>
  <inkml:trace contextRef="#ctx0" brushRef="#br0" timeOffset="101261.77">30189 13189 414 0,'5'-11'867'16,"2"4"-155"-16,-4 1-137 0,1 0-106 0,-4 6-68 15,7-6-47-15,-7 6-36 0,0 0-31 0,13 0-39 16,-9 5-29-16,2 3-26 0,1 4-27 0,2 4-33 16,2 4-24-16,2 2-26 0,1 3-17 0,-1 3-13 15,0-3-6-15,2 2-11 0,0 4-8 0,-1-3 2 16,-1-1-8-16,0-2-7 0,-2 1-33 0,0-2 30 0,-1-3-44 16,-1-1-36-16,-1-2-101 0,-3-3-122 15,2-2-133-15,-2 0-59 0,-1-4-161 0,-1-2-528 16,-1-1-783-16</inkml:trace>
  <inkml:trace contextRef="#ctx0" brushRef="#br0" timeOffset="101496.96">30205 13283 31 0,'-13'-8'795'0,"4"1"-167"15,2 0-118-15,0 0-61 0,2 0-104 0,1 1-64 0,4-1-58 16,4-1-36-16,4-2 5 0,2 0-38 0,7 1-29 15,3-4-25-15,4 1-18 0,5 1-17 0,1-2-13 16,6-1-8-16,0 1-11 0,0 0-4 0,1-1-11 16,-7 5-2-16,1-2-8 0,-5 3 1 0,-3 0-3 15,-4 2-4-15,-4 0-11 0,0-1-98 0,-6 2-86 16,-2 2-48-16,-7 3-32 0,0 0-40 0,0 0-39 16,0 0-51-16,-21 3-387 0,5 2-312 0</inkml:trace>
  <inkml:trace contextRef="#ctx0" brushRef="#br0" timeOffset="101646.64">30191 13330 134 0,'-4'11'438'0,"4"-2"-76"0,2-2-8 16,3 0-62-16,2-3 6 0,2 0-28 15,3-1-32-15,2-1-23 0,1-1-32 0,4-2-36 0,3 0-25 16,1-3-21-16,5 0-25 0,4-3-17 0,0-2-8 16,9-2-14-16,-1-2-6 0,-2 0-12 0,0-2-1 15,-1 1-56-15,0-3-114 0,-5-1-149 0,0-3-130 16,-2 0-368-16,-5-1-324 0</inkml:trace>
  <inkml:trace contextRef="#ctx0" brushRef="#br0" timeOffset="101896.31">30959 12841 604 0,'-6'-4'625'0,"6"4"-101"0,-12-6-35 0,12 6-55 0,-14 0-43 16,14 0-24-16,-17 6-14 0,9 1-43 0,-1 1-26 15,2 4-58-15,0 4-3 0,-2 3-62 16,4 3-6-16,2 1 16 0,0 5-19 0,3-2-27 16,3 7-4-16,1 0-46 0,2-3 4 0,3 3-38 15,0-2 18-15,3-3-37 0,4 4 16 0,-3-7-29 16,6 1 19-16,0-5-29 0,1 0 17 0,3-5-44 0,-1-2-37 16,0-5-89-16,1-2-75 0,0-2-116 15,-1-3-113-15,-1-2-45 0,0-3-102 0,2-3-554 16,-2-2-775-16</inkml:trace>
  <inkml:trace contextRef="#ctx0" brushRef="#br0" timeOffset="102194.79">31378 12928 47 0,'-7'-12'762'16,"-1"4"-171"-16,0 2-77 0,-2 1-42 0,-3 1-32 16,2 1-76-16,-1 3-28 0,-2 3-43 0,1 0-36 0,0 3-35 15,1 0-35-15,2 5-36 0,1 3-10 16,2 0-25-16,4 1-16 0,3 2-10 0,1 2-29 0,1-1 0 15,5 2-26-15,2-1 6 0,0-2-19 16,1 1 7-16,3-4-16 0,-3-3 13 0,3 0-20 16,-1-4 12-16,1-1-14 0,-1-2 25 0,-1-3-27 0,0-2 20 15,1-2-23-15,-3-1 22 0,0-3-21 16,1-2-4-16,-2-2 2 0,-2-2 1 0,-2 0 0 16,0-2 2-16,-4 0 3 0,0-2 5 0,-1 1-11 0,-2 2 0 15,-3-1 1-15,-2 1 20 0,-2 2-24 0,-3 0 14 16,0 0-17-16,-3 6 15 0,0 0-17 0,-1 1-2 15,-1 3-22-15,2 2-45 0,2 0-87 0,1 3-130 16,3 3-130-16,1-1-195 0,2 0-593 0,3 4-822 16</inkml:trace>
  <inkml:trace contextRef="#ctx0" brushRef="#br0" timeOffset="102378.54">31533 13025 218 0,'6'-9'822'16,"-2"4"-158"-16,1-3-82 0,0 3-85 0,-1 2-52 16,-4 3-96-16,5-9-65 0,-5 9-58 0,7-8-47 15,-7 8-39-15,4-6-33 0,-4 6-25 16,0 0-19-16,0 0-18 0,0 0-111 0,0 0-150 16,0 0-119-16,-6 5-132 0,6-5-139 0,-5 7-338 0,5-7-524 15</inkml:trace>
  <inkml:trace contextRef="#ctx0" brushRef="#br0" timeOffset="102813.26">31753 12889 309 0,'9'-14'642'0,"1"-2"-92"0,-2 2-86 0,1-3-16 16,-3 1-55-16,2 1-26 0,-3 2-50 0,0-3-32 0,0 1-41 15,-2 1-12-15,-1 3-48 0,-1-1-43 0,1 2-31 16,-2-1-20-16,-3 1 4 0,-1 3-20 0,-2 0-10 15,-2 1-16-15,-1 2-10 0,-2 1-8 0,11 3-6 16,-22 1-14-16,10 1 8 0,2 2-11 0,-1 2 4 16,1 2-4-16,1 2 8 0,1-2-15 15,4 3 14-15,0-1-11 0,4 2 7 0,0-3-14 16,4 4 13-16,4-1-14 0,-1-2 14 0,4 2-12 16,0-4 10-16,3 5-11 0,4-2 12 0,-3-3-16 0,1 0 13 15,-1 1-6-15,-1-4 6 0,2 5-13 0,-2-4 9 16,0-1-7-16,-3 3 8 0,1-4-10 0,-3 1 13 15,-2-1-10-15,1 3 10 0,-2-1-12 16,-3-1 13-16,-1-1-7 0,-2-4 15 0,2 10-19 16,-2-10 14-16,-4 10-14 0,4-10 16 0,-8 7-11 0,8-7 18 15,-9 4-7-15,9-4-3 0,-10 0 0 0,10 0 23 16,-13-2-28-16,13 2 20 0,-11-5-18 0,11 5 48 16,-9-7-31-16,4 2 20 0,5 5-32 15,-8-8 18-15,6 1-26 0,0 1 17 0,1 0-21 0,1-2 18 16,1 2-24-16,1-5 20 0,1 3-24 0,0 0 20 15,1-1-41-15,-2 1-26 0,1 0-90 0,-1 2-115 16,0-1-134-16,-2 7-105 0,0-11-146 0,0 11-449 16,-2-11-714-16</inkml:trace>
  <inkml:trace contextRef="#ctx0" brushRef="#br0" timeOffset="103045.5">31822 12622 769 0,'2'-10'646'0,"2"3"-120"0,0-1-97 0,2 4-68 0,1 0-20 0,4 1-21 0,5 3 14 0,4 1-15 15,3 2-42-15,8 6-62 0,0 0-40 0,4 7-38 16,1 1-29-16,-5 3-19 0,-2 1-27 0,-3 3-4 16,-5-3-22-16,-3-1 0 0,0 4-15 0,-5-2 12 15,-4-1-31-15,-3 0-22 0,-4-1-72 0,-4-1-100 16,-3 1-102-16,-3 0-74 0,-4-2-54 0,0 0-51 15,-4-4-77-15,2-1-355 0,-3-1-472 0</inkml:trace>
  <inkml:trace contextRef="#ctx0" brushRef="#br0" timeOffset="103344.82">31943 12169 307 0,'10'-14'753'16,"1"2"-138"-16,0 5-84 0,4 4-36 0,3 1-8 15,7 5-71-15,4 6-38 0,8 6-40 0,3 10-58 16,8 6 1-16,5 7-76 0,0 5-12 0,-1 3-32 16,1 7-32-16,1 0-11 0,-3 0-20 0,-2 3-22 15,-5 0-15-15,-2-2-11 0,-6 3-24 0,-1 1 10 16,-8-2-10-16,-6 1-7 0,-7 0-8 0,-10-8-4 15,-6 0-32-15,-9 2-30 0,-8 2-39 0,-11-1-51 16,-6-2-45-16,-8-3-34 0,-4-2-22 0,-7-2-36 16,-4-3-44-16,-5-2-36 0,-1-2-32 0,-4-3-33 15,-3 0-56-15,-2-4-411 0,-4-1-455 16</inkml:trace>
  <inkml:trace contextRef="#ctx0" brushRef="#br0" timeOffset="103778.9">29049 13151 191 0,'-4'-12'714'0,"-1"-1"-140"0,-2 6-78 0,2 2-58 0,5 5-47 15,-18 6-33-15,5 4-22 0,-3 13-19 0,-3 8-1 16,2 7-34-16,-2 17-25 0,2 4-68 0,5 7 73 0,2 7-70 16,7 4 31-16,5 4 23 0,6 0-1 15,10 1-15-15,7-3-36 0,14 10-53 0,7-6 8 16,7-8-64-16,6-6 14 0,-3-17-49 0,4-4 22 16,4-8-50-16,3-7 16 0,3-8-69 0,8-7-24 15,1-5-80-15,6-7-22 0,0-4-115 0,-2-4-93 16,-3-4-196-16,-6-5-137 0,-7-3-835 0,-5-5-1166 15</inkml:trace>
  <inkml:trace contextRef="#ctx0" brushRef="#br0" timeOffset="129059.92">10772 12543 572 0,'-14'1'672'0,"14"-1"-185"0,-10 2-87 0,10-2-96 0,-10 8-58 0,7 2-54 0,-1 1 2 16,1 0-24-16,2 3 0 0,1 0-11 0,3 0-9 16,-2-1 6-16,5 4-6 0,-1-4-7 15,2-1 1-15,1-1-21 0,0-2-1 0,3 2-8 16,0-6-12-16,3-2-17 0,0 0-15 0,5-7-11 0,6-2-21 16,10-7 0-16,5-6-9 0,11-8-6 15,7-7-8-15,2-5-2 0,4-3-3 0,12-10-3 0,2 0 5 16,-1-2-14-16,1 2 4 0,-3-2-33 15,5 2-63-15,-4-1-42 0,2 2-81 0,-13 11-77 0,1 0-79 16,-4 2-143-16,-2 4-581 0,-5 5-713 0</inkml:trace>
  <inkml:trace contextRef="#ctx0" brushRef="#br0" timeOffset="131079.12">14631 12359 298 0,'-10'0'646'0,"10"0"-147"0,-20 1-109 15,20-1-73-15,-16-1-58 0,16 1-51 0,-14 0-33 16,14 0-26-16,0 0-23 0,-14 1-21 0,14-1-5 0,0 0 11 16,-11 2 10-16,11-2 14 0,0 0-2 0,12 0-6 15,3 0-17-15,8 0-15 0,11 0-14 16,16-4-16-16,5-1-5 0,16-2-8 0,6 0-6 0,4-4 2 16,4 1-2-16,2-2-3 0,4 1-2 0,0 0 2 15,-2-1-12-15,-1 4 9 0,-3-4-14 0,-6 4 19 16,-2-3-21-16,-8 5 6 0,-12-2-20 15,-3 4 12-15,-7-1-20 0,-6 2-1 0,-7-1-46 0,-7 1-43 16,-1 0-61-16,-7 2-24 0,-2 1-47 16,-6 0-26-16,-11 0-62 0,13 1-71 0,-13-1-99 15,0 0-396-15,-4 6-425 0</inkml:trace>
  <inkml:trace contextRef="#ctx0" brushRef="#br0" timeOffset="131300.04">14810 12534 937 0,'-28'5'780'0,"5"-1"-163"0,5-2-160 0,3 1-90 16,7 0-76-16,8-3-55 0,-2 7-47 0,11-4-40 15,7 0-31-15,9-1-3 0,13-2 0 0,4 0-8 16,14-2-19-16,6-3 0 0,14-2-16 0,7-1-7 16,4-4-6-16,7 1-10 0,-1-1-5 0,0-1-2 15,2 0-16-15,-2-2-6 0,-2 0-8 0,-2 1 6 16,-2-2-10-16,-4 2-18 0,-4 1-36 0,-7-1-44 0,-8 4-76 15,-14 0-103-15,-12 6-113 0,-11-1-193 16,-8 1-530-16,-10 2-720 0</inkml:trace>
  <inkml:trace contextRef="#ctx0" brushRef="#br0" timeOffset="133893.56">18626 11893 131 0,'-5'7'604'0,"3"-2"-166"0,-5 2-76 0,4-1-91 15,-1 1-24-15,-1 1-63 0,1 0 5 0,1-1-9 16,1 2 14-16,0-2 16 0,2-7 6 0,0 14 0 16,0-14 8-16,3 11-11 0,2-5-13 0,0-1-22 15,5-2-23-15,3-1-10 0,3-1-23 0,5-2-22 16,3-1-16-16,3-4-6 0,6-1-5 0,2-1-11 15,3-5-11-15,2 0-8 0,0-4-10 0,-1-3-4 16,0-2-6-16,5-6-5 0,1-4-4 0,2-4-3 16,-2 0-3-16,4-5 6 0,-1-2-11 0,5-1 9 15,0-3-9-15,5 0 5 0,3-2-5 0,11-6-3 16,3-2 0-16,0 3-6 0,0-1-7 0,-13 13-13 16,2 1-44-16,-4 1-92 0,-5 5-126 0,-1 4-118 15,-8 4-236-15,-12 3-533 0,-4 5-785 0</inkml:trace>
  <inkml:trace contextRef="#ctx0" brushRef="#br0" timeOffset="147743.41">8857 14552 198 0,'-18'-5'532'0,"4"1"-142"16,3 0-74-16,1 1-87 0,1 1-32 0,9 2-51 0,-14-2-14 16,14 2-42-16,0 0-14 0,-8 3-12 0,8-3-10 15,0 0 0-15,8 5-2 0,-8-5-5 0,14 3 5 16,-14-3-14-16,19 3 11 0,-5-3 0 0,0-1-8 16,5 1 2-16,3-2 11 0,4 0-34 0,0 0 16 15,2-1-23-15,7 0 21 0,0-2-25 0,-1 1 22 16,4-2-28-16,-5 2 16 0,1-1-26 0,-6-1 24 15,-1 2-16-15,-5 1 33 0,-2 0-12 0,-5 0 2 16,1 0-3-16,-7 0-9 0,-9 3-2 0,11-3 16 0,-11 3-23 16,0 0 21-16,-18 0-20 0,-1 2 17 15,-8 2-19-15,-10 0 21 0,-9 4-24 0,-5 1-1 16,0-1 5-16,-3 2-3 0,0-1 0 0,2 1 0 16,5-2-4-16,2 3 9 0,9-5-7 0,4 0-1 0,7-1-1 15,4 0 3-15,1-2-2 0,6 1-1 0,0 0 6 16,5 1 0-16,1-1 1 0,8-4 1 0,-6 8-5 15,6-8 4-15,9 5-1 0,1-2-3 16,3-3 6-16,6 0-2 0,5 0-2 0,5-1 6 0,9-2-3 16,0-1-8-16,8-2 4 0,0 0 8 0,1 0 0 15,-2 0 1-15,-2 0 16 0,-7-1-14 16,-1 3 16-16,-9-1-7 0,0 2 18 0,-8 0-1 16,1-1 4-16,-3 1-17 0,-5 1 6 0,-11 2-15 0,10-2 4 15,-10 2-15-15,0 0 11 0,-13 0-9 16,-3 1-7-16,-8 2 1 0,-5 2-2 0,-5 1 2 0,-3 0-3 15,-4 3-1-15,0 0 5 0,8-2-9 0,2 2 1 16,6-3-5-16,3 1-15 0,1 1-7 0,6-2 0 16,1 1-9-16,5-3-23 0,3 2-39 0,1 1-20 15,5-7-34-15,0 9-7 0,0-9-21 0,10 7-5 16,-1-3-14-16,1-2-15 0,4-1-8 0,0 1-18 16,1-4-248-16,3 1 12 0</inkml:trace>
  <inkml:trace contextRef="#ctx0" brushRef="#br0" timeOffset="153545.41">13605 14468 285 0,'-6'-4'413'0,"-2"2"-88"0,-1-1-49 0,0 2-40 15,-2-1-3-15,-1 1-41 0,1 1 9 0,-2-2-23 0,0 4-5 16,-1-2-27-16,3 0 6 0,0 0-27 0,11 0 3 15,-19 1-11-15,19-1-5 0,-16 0-20 0,16 0-6 16,-13 2-14-16,13-2 27 0,0 0 2 0,0 0 5 16,0 0-14-16,9 4-15 0,3-4-9 0,6 0-6 15,7 0-3-15,5-1-17 0,9-2 1 0,11 0-9 16,2-2 2-16,0-2-7 0,5 3 2 0,-1-2-1 16,-1-3-5-16,-2 3-6 0,-1 2-1 0,-1-5-3 15,-5 5-13-15,-3-2 7 0,-6 0-9 0,-7 3-18 16,-5 0-58-16,1 0-97 0,-10 0-85 0,0 2-37 15,-16 1-46-15,11 0-51 0,-11 0-56 0,0 0-355 0,-13 6-331 16</inkml:trace>
  <inkml:trace contextRef="#ctx0" brushRef="#br0" timeOffset="153742.6">13264 14679 464 0,'0'0'584'0,"1"-8"-139"0,7 3-98 0,2 3-65 0,11-3-36 15,4 0-74-15,10-2 8 0,11-1-35 16,6-2 3-16,16-1-14 0,4 1-3 0,4-3-13 0,4 2-13 16,1 0-22-16,1 3-16 0,-2-2-14 0,-3 3-7 15,0-1-19-15,-4 2-21 0,-3 0-96 0,-14 0-79 16,-5 3-129-16,-10 0-150 0,-5 1-426 0,-11 0-429 16</inkml:trace>
  <inkml:trace contextRef="#ctx0" brushRef="#br0" timeOffset="155409.82">8492 14540 5 0,'0'0'552'0,"4"-8"-192"0,-4 8-115 16,6-10-115-16,-6 10-91 0,7-6-89 0,-7 6-92 15,10-4-218-15,-10 4 182 0</inkml:trace>
  <inkml:trace contextRef="#ctx0" brushRef="#br0" timeOffset="155658.38">8661 14641 170 0,'7'-1'508'0,"-7"1"-140"0,0 0-74 16,6-7-68-16,-6 7-45 0,0 0-39 0,0 0-27 0,6-3-22 16,-6 3-19-16,0 0-22 0,0 0-4 0,0 0-10 15,5-5-13-15,-5 5-3 0,0 0-10 16,0 0-16-16,0 0-63 0,0 0-86 0,9 2-99 0,-9-2-341 15,0 0-105-15</inkml:trace>
  <inkml:trace contextRef="#ctx0" brushRef="#br0" timeOffset="163108.95">17650 13909 230 0,'-13'-1'689'0,"3"-1"-111"0,10 2-106 0,-14-4-80 0,14 4-87 15,-14-2-52-15,14 2-37 0,-9-3-30 0,9 3-7 16,0 0-23-16,-1-7-18 0,7 3-16 0,4-2 9 0,3-1-12 15,9-2-15-15,7-2-5 0,8-3-20 0,3-2-12 16,6-2-7-16,8-4-13 0,4-3-13 16,4-5-1-16,-1-2-13 0,3-4-3 0,2-5-17 0,-2-2-14 15,14-14-33-15,-2-3-101 0,-5-1-78 16,2-1-108-16,1 1-89 0,-2 1-116 0,-2 1-400 16,-12 11-516-16</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53:04.758"/>
    </inkml:context>
    <inkml:brush xml:id="br0">
      <inkml:brushProperty name="width" value="0.05292" units="cm"/>
      <inkml:brushProperty name="height" value="0.05292" units="cm"/>
      <inkml:brushProperty name="color" value="#FF0000"/>
    </inkml:brush>
  </inkml:definitions>
  <inkml:trace contextRef="#ctx0" brushRef="#br0">5301 7430 218 0,'0'0'587'0,"0"-9"-142"0,0 9-105 0,0-10-60 0,0 10-85 0,0-8 13 15,0 8-33-15,1-11-60 0,-1 11 29 0,3-9-55 16,-3 9 13-16,2-9-52 0,-2 9 33 0,0-8-33 16,0 8 23-16,3-9-36 0,-3 9 14 0,2-7-38 15,-2 7 19-15,5-10-29 0,-5 10 25 0,4-9-27 0,-4 9 46 16,3-12 16-16,-3 12 23 0,1-10-9 0,-1 10 21 16,0-13-2-16,0 5-10 0,0 0-5 15,-1 2 21-15,-1-5-2 0,1 2 13 0,-3-3-4 0,2 3-11 16,-2-2 20-16,0 0-21 0,-1 3 1 0,1-7-3 15,-1 4-17-15,0-1-7 0,0-1-11 0,-3 0-12 16,3 2-8-16,0-3 10 0,-3 3-6 16,3 0 0-16,-2 0 1 0,0 0-8 0,2 0-13 15,-3 2-2-15,2-1-3 0,-3 2-7 0,3 0 23 0,-4 1-24 16,-1 1-10-16,1 0-26 0,-2 3-108 0,-3-2 88 16,2 1 68-16,-3-3 4 0,0 1 7 0,1 0-1 15,-2-4-16-15,-2 2-7 0,1-3 1 0,-1 2-4 16,0-2-3-16,0 1-1 0,-3-1 2 0,-1 1-9 15,0 0 5-15,1 0 1 0,1 1 5 0,-5-1-7 16,3 2 0-16,2-1 1 0,0 1 27 0,-1 0-35 16,2 2 2-16,-2-1 2 0,-1 1 0 0,0 0-3 15,1 0 5-15,-1-1-3 0,2 1 2 0,-1 0 2 16,-4 2 1-16,3-1 1 0,-1 1-3 0,0-2 1 16,-1 2 1-16,0-2-1 0,-1 3 0 0,1-2-2 15,-2 2 3-15,0-1-1 0,4 0 30 0,-4 1-38 0,3-1 30 16,-2 2-34-16,2-2 37 0,2 4-39 15,2-2 37-15,-3 0-40 0,4 1 33 0,-2 1-33 16,2 0 33-16,0 0-34 0,-3 0 34 0,3 1-28 0,1-1 26 16,-1 3-31-16,0-2 30 0,-3-1-30 15,3 4 34-15,-2-3-37 0,0 1 35 0,-1 1-28 16,3-1 27-16,-3 0-29 0,-2 2 35 0,0-2-37 16,2-1 35-16,-4 2-37 0,2 0 41 0,-2-3-40 0,1 3 32 15,-1-1-29-15,3-1 28 0,-4 2-28 16,3-1 32-16,1 2-35 0,0-4 7 0,4 4 1 0,-1-2 1 15,2 2 0-15,-2-1 1 0,3 0 4 16,0 1-3-16,-1 1 8 0,4 1-5 0,-3 1 2 0,5-1 30 16,-4 1-35-16,5 0 30 0,-1-1-35 0,1 5 33 15,1-4-30-15,-2 4 28 0,3-2-33 0,-2 2 29 16,0 1-30-16,0-2 32 0,2 3-5 0,-1-3 2 16,-3 2-9-16,4 0 1 0,0 0-2 0,-2-2-1 15,0 0-1-15,1 1 1 0,0-3-2 0,0 5 1 16,1-5-3-16,-3 2-2 0,2 0 4 0,1-1 1 15,-2 2-2-15,0-1 1 0,1 0 3 0,-1 1-8 16,-1 0 1-16,1 0 4 0,-1 0 0 0,2 2 4 16,-3-5 9-16,3 4 1 0,-1-1 1 0,0 0-8 15,1 1-1-15,1-2 1 0,-3 3 2 0,3-3 5 16,0 1 20-16,1 3-5 0,0-3-1 0,0 0 3 16,2 1-3-16,-3 0 5 0,5 2 0 0,-2-3-2 15,2 1-6-15,-1 1-5 0,1 2 1 0,0-3 0 16,3 1-8-16,-3 1-50 0,3 3 61 0,-2-3-54 0,3 2 59 15,0 1-50-15,1 1 53 0,1 2-54 16,-1-1 57-16,4 2-58 0,-1 1 58 0,1 2-4 16,0-1-6-16,3-2-2 0,1 6-4 0,1-2 1 15,-1 0 2-15,5 1-7 0,-4-1 0 0,3-2 2 0,1 1-3 16,0 0 1-16,3-2 2 0,-2 0 2 0,3-1-2 16,-3 0 0-16,3 0 2 0,1-1 1 15,1-3 6-15,0 3-31 0,2-2 51 0,-3-1-36 16,5-2 42-16,-1 1-36 0,3 0 41 0,-2-3-40 0,4 0 37 15,-1-1-35-15,2-2 34 0,2 1-39 0,1 0 33 16,0-2-41-16,1-1 33 0,3 0-42 0,0 0 37 16,-1 0-38-16,1-1 33 0,0-2-39 0,1 2 2 15,-1-1 2-15,2-1 1 0,-3 0-1 0,1 1 24 16,-3-2-24-16,0 1 1 0,-1 0 4 0,-4-2-3 16,0 0 2-16,2 1 0 0,-2 0 2 0,0 0 1 15,0-2 1-15,0 0 4 0,0-2 5 0,-1 4 10 16,1-3 3-16,2 0 0 0,-1 0-1 0,-1 1-8 15,1-2-1-15,1 1 7 0,-1-1-12 0,-1 0-5 16,2 0-1-16,-2-1 3 0,0-1-1 0,0 1-4 16,-1 1 4-16,0-1-5 0,0-2 0 0,-2 1 2 15,2 1 1-15,-3-2-2 0,2 1 0 0,-3-1 5 16,0-1 1-16,1 1 6 0,-1 0 7 0,0-3 2 16,0 2 4-16,1-2-3 0,-1 1 1 0,-1 0-11 15,1-2 0-15,0 1-4 0,-2-1-2 0,2 0-1 16,-3 2-1-16,2-4-3 0,-2 2 12 0,1-1-12 15,-1 1-1-15,-2 0 2 0,4-1 0 0,-4 0-2 16,-1-1 1-16,3-1 3 0,-4 3-6 0,-1-1 4 16,1 1 6-16,-1 0 4 0,-1-2-2 0,4-1-3 15,-5 1 2-15,2 1-5 0,-2 0 0 0,0-2-2 16,1 0 1-16,-1 2 0 0,-2-1 1 0,1 0 0 0,-2-1-2 16,3 1 5-16,-3-2-3 0,0 2-2 0,2-2-1 15,-2 1-1-15,1 1-3 0,0-4 6 0,-1 3-4 16,0-2 1-16,0 2 7 0,1-3-8 0,-1 1-1 15,-1 2 0-15,-2-1 10 0,1-1-6 0,2 1 12 16,-3 0 14-16,-1 1-32 0,-1-2 39 0,2 2-27 16,-2 1 49-16,0-2-38 0,-1 2 44 0,-2-2-45 15,2 1 47-15,-3-2-46 0,3 3 18 0,-4-4-3 16,1 2-8-16,-1-1 32 0,-1-2-54 0,1-2 45 16,-2 1-55-16,-2-1 48 0,0 2-57 0,-1-5 43 15,-3 0-25-15,2 2-5 0,-2-1 0 0,-1-1 0 16,1 2 0-16,-2-1 0 0,1 0 0 0,-1 0 0 15,0 1 0-15,-2 1 0 0,2-1 0 0,-4 3 0 16,1-2 0-16,1 0 0 0,-1 0 0 0,-1 2-22 16,1 3-48-16,1-2-43 0,1 2-5 0,-1 2-94 15,2-1-26-15,-3 1-122 0,2 2-10 0,-2-1-38 16,-2 4-155-16,-2-2-110 0,-1 2-232 0,-5-1-406 16,-1 1-916-16</inkml:trace>
  <inkml:trace contextRef="#ctx0" brushRef="#br0" timeOffset="2386.25">8767 7419 402 0,'0'0'398'0,"1"-8"-69"0,-1 8-51 0,0-8-39 0,0 8-31 16,0-11-9-16,0 11-36 0,-1-7 8 0,1 7-54 16,-2-11 15-16,2 11-41 0,-1-10 17 0,1 10-26 15,-4-11 3-15,4 11-1 0,-1-12 5 0,1 12-8 16,-4-12-10-16,4 5 15 0,-2 0-8 0,-1-1 0 16,-1 0 5-16,2 0-6 0,-2-3 3 0,0 3-3 15,-2-3 4-15,1 3 0 0,-2-4-1 0,3-1-4 0,-5 2-1 16,3 0-13-16,-3-2-6 0,3 4-4 15,-4-6-2-15,0 5-10 0,1-2 1 0,-1 0-8 16,0 1-2-16,-2-2-7 0,2 3-2 0,-2 0-6 16,-3-3-2-16,0 2 0 0,1 0 4 0,-1-1-3 15,-2 2-2-15,-2 0-3 0,2-1 3 0,-2 2 2 16,-1-1 12-16,0 1-1 0,0 1-1 0,-2-2-4 16,3 3-1-16,-4-2-4 0,2 2-2 0,1 1-5 15,-4-1 0-15,1 1-1 0,-1 0-2 0,1 0 0 16,-2 2 6-16,1-1 0 0,1 4 0 0,3-4 3 0,-1 4-6 15,0-2 2-15,1 1 2 0,0 2-2 16,0 0 1-16,0 0 1 0,1 0-8 0,-1 0 12 0,-1 1 18 16,2 0-1-16,-3 2 6 0,2-2 1 0,-2 0 4 15,2 3 12-15,-2-4-19 0,0 1 0 0,1 1-8 16,1-1-5-16,-1 1-4 0,0-2-4 16,3 1 3-16,-1 0-10 0,0 1 3 0,2 1-1 0,-2-2-5 15,1 2-2-15,-1-1-2 0,4-1 1 0,-4 2-2 16,-1 0 1-16,2 0 5 0,-1 1-7 0,-1 1 2 15,-1-2-2-15,0 1-2 0,-2 1 40 0,2 1-44 16,0-2 40-16,-1 2-47 0,0 0 38 0,2-1-41 16,-1 1 38-16,3 2-43 0,-2-2 45 0,1 3-43 15,1-1 46-15,-1 0-44 0,1 1 56 0,0 0-39 16,0 1 52-16,1 0-51 0,1 1 48 0,0-1-54 16,1 1 47-16,1 1-48 0,-1-2 45 0,3 1-50 15,-1 2 45-15,2-2-48 0,1 0 45 0,-1 0-54 16,0 0 53-16,2 3-51 0,1-4 48 0,-2 3-47 15,1-3 47-15,0 2-48 0,3 1 48 0,-3-3-50 0,1 3 52 16,0 0-43-16,2-1 62 0,-1 0-57 16,0 3 6-16,1-4 9 0,-1 3 8 0,0 1 7 15,2-1 4-15,-2 2 2 0,1-2 0 0,1 1 7 0,-3 1 2 16,4 0-27-16,-1-1 21 0,0 1-5 0,0-3-5 16,0 4-1-16,0-2 2 0,1 0 1 15,0-1 1-15,1 0 0 0,1 1-1 0,-1-1 8 16,1 1 2-16,0-3-3 0,1 3-4 0,1-1-1 0,0 0-4 15,0-1-3-15,1 4 29 0,2 0-38 0,-1 1 31 16,2-1-40-16,3 2 36 0,-1 2-43 0,2-2 33 16,-2 0-37-16,3 0 34 0,0-1-38 15,0 1 39-15,1-1-41 0,2-1 38 0,-1 1-34 0,1 0 34 16,0-1-36-16,1-2 36 0,3 3-34 0,-2-4 33 16,2 3-31-16,-2-1 34 0,4-2-35 0,-2 1 1 15,0-1 9-15,2 0 1 0,4 0 3 0,-4-1 8 16,0 1 6-16,2-2 1 0,-2-1-4 0,4 2 2 15,-2-3-1-15,1 0 0 0,-1 0-1 0,3 0-30 16,0 0 36-16,-1-2-28 0,1 1 32 0,0-1-31 16,0-1 29-16,0 0-28 0,0 1 25 0,1-1-26 15,-1-2 27-15,0 3-31 0,3 0 49 0,-2-3-19 16,0 3 23-16,-1-2-27 0,3 0 17 0,-2-2-31 16,0 2 26-16,2-2-29 0,-3 1 26 0,4-1-30 0,-3-1 29 15,3 0-31-15,0 1 26 0,-2-1-27 16,2-2 28-16,0 0-29 0,1 0 29 0,0-1-28 15,-1 0 29-15,1-1-29 0,0 0 27 0,0 0-27 16,-1-2 25-16,1 3-27 0,-1-3 33 0,-1 0-23 16,-1 1 8-16,1-2 1 0,-2 1 1 0,-1-1 3 15,0 1-9-15,-1-1 27 0,1-1-32 0,-1 1 29 16,-3 0-35-16,4-1 28 0,-2-1-26 0,0-1 25 0,2 0-29 16,-1 1 31-16,-2-2-15 0,2 0 8 0,-2 0-5 15,-1-1 2-15,2 2-3 0,-1-3-3 0,0-1 3 16,-1 4-4-16,-1-3 0 0,-2 1-1 0,3 0 2 15,-6 0-4-15,5 1 4 0,-5 0 1 0,-2-1-7 16,2 1 2-16,1-1 0 0,-2 0 0 0,-1 2-1 16,1-3 3-16,-1 1-1 0,2 1-5 0,-3-3 6 15,2 1-2-15,-1 2-1 0,2-3 3 0,-3 1-1 16,2 1-1-16,-1-3 6 0,2-1-6 0,1 0 0 16,-3-1 0-16,1 2 1 0,1-1-1 0,-3-1 0 15,-1 2 3-15,1-1-5 0,-1 1 3 0,0-1-2 16,1 1 1-16,-1-1 0 0,0 0-1 0,0 0 6 15,-1-1-6-15,-2 1 0 0,2 0 3 0,-3 1 1 16,3-3-24-16,-2 1 29 0,-1 2-25 0,-1-3 29 16,1 1-23-16,-1-2 34 0,2 1-30 0,-3 1 34 15,1-2-28-15,-2 0 27 0,1 1-26 0,-2-2 26 16,2 2-27-16,-3-3 39 0,0 2 2 0,0-1-4 16,-2-2 1-16,1 0 6 0,-3 0-15 0,2-3-3 15,-2 1-4-15,-1-1-3 0,-3-1-4 0,2 1 7 0,-3-3-12 16,-4-1-6-16,3 2 1 0,-3-3 0 0,-1 2 5 15,-3 1 4-15,1 0-1 0,-6-2-8 0,-1 2 3 16,-4-1-4-16,2 4-2 0,-5-1-1 16,2 3-1-16,-4 2 0 0,4 2-20 0,-1 3-7 0,-7-3-16 15,0 3-23-15,-2 1-68 0,2 2 8 0,0 2-48 16,0 1-65-16,-1 1-50 0,0 0-40 0,0 4-36 16,-2 1-149-16,0 1-146 0,-1 2-902 15,-8-1-1208-15</inkml:trace>
  <inkml:trace contextRef="#ctx0" brushRef="#br0" timeOffset="19035.47">12110 8268 507 0,'0'0'731'0,"0"0"-163"0,0 0-76 0,0 0-131 0,4 4-26 16,-4-4-44-16,0 0-10 0,0 0-36 0,0 0 20 15,1 8-9-15,-1-8-8 0,0 8 5 0,0-8-14 16,0 11-8-16,3-5-30 0,0 2-17 0,2 1-7 15,3 3-66-15,-1 1 9 0,-1-3-42 0,3 1 12 16,1-3-47-16,0-2 20 0,6 0-43 0,-1-3 24 16,5-1-33-16,5-2 24 0,5-2-36 0,9-2 0 15,7-2 6-15,1-5-2 0,4 0-2 0,9-5 28 16,1-2-34-16,2-1 26 0,1-2-5 0,-1-3-9 16,1 0-24-16,-3 0-55 0,-4-1-58 0,-2 0-51 15,-3 0-75-15,-12 5-90 0,-4 2-94 0,-4 2-84 16,-6 2-158-16,-6 4-551 0,-6 3-840 0</inkml:trace>
  <inkml:trace contextRef="#ctx0" brushRef="#br0" timeOffset="19483.43">12748 9564 798 0,'-8'8'788'0,"0"-1"-136"0,3-3-174 16,0 2-89-16,0 1-91 0,0-3-40 0,5-4-51 15,-9 7 15-15,9-7-32 0,-6 9 5 0,6-9-25 16,-4 8 3-16,4-8-12 0,-3 7-4 0,3-7-8 16,7 6-15-16,-7-6-18 0,17 4 9 0,-2-4-42 0,6 0 13 15,7-4-46-15,8-1 14 0,13-3-35 16,2-4 21-16,14-4-31 0,1-4 26 0,2-2-38 15,4-4 34-15,2-2-44 0,1-4 26 0,17-6-31 0,0 0 23 16,0-1-31-16,-18 7 7 0,0 0 1 0,-3 3-20 16,-7 0-57-16,-6 2-76 0,-5 2-121 15,-14 4-129-15,-4 1-134 0,-8 4-235 0,-6 2-432 16,-6 2-821-16</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53:35.608"/>
    </inkml:context>
    <inkml:brush xml:id="br0">
      <inkml:brushProperty name="width" value="0.05292" units="cm"/>
      <inkml:brushProperty name="height" value="0.05292" units="cm"/>
      <inkml:brushProperty name="color" value="#FF0000"/>
    </inkml:brush>
  </inkml:definitions>
  <inkml:trace contextRef="#ctx0" brushRef="#br0">9665 7747 191 0,'0'0'336'0,"0"0"-85"16,0 0-62-16,0 0-44 0,0 0-45 0,0 0-28 15,0 0-34-15,0 0-7 0,0 0-14 0,8-3 6 16,-8 3-11-16,0 0 1 0,0 0-17 0,0 0-10 16,0 0-70-16,6-3-79 0,-6 3-202 0,0 0 178 15</inkml:trace>
  <inkml:trace contextRef="#ctx0" brushRef="#br0" timeOffset="4415.68">9151 7231 337 0,'-4'8'302'0,"1"0"-77"0,-3 0-40 0,3-2-36 0,-5 3-31 15,3 0-11-15,0-2 8 0,0 3 5 0,-2-3-5 0,1 1 8 0,2-2-6 0,-1 1 26 0,0-2-26 16,5-5 26-16,-8 9-36 0,8-9 33 0,-4 9-36 16,4-9 17-16,-7 6-36 0,7-6-3 15,0 0-25-15,-12 0 26 0,12 0-25 0,-5-4 8 16,1-3-31-16,0-1-2 0,-2-2-2 0,4-1 11 0,-4-5-13 15,1-4 6-15,0-2 21 0,1-4 1 0,2 0-9 16,-3-5-1-16,2 0-14 0,2-1 0 0,-2-2-7 16,2-1-2-16,1 1-7 0,0 0-7 0,1 0 4 15,1 0 3-15,0-1-12 0,2 2 10 0,2-2-10 16,1-3 3-16,3-1-7 0,4 1 6 0,3-1-6 16,3 1 0-16,4-3-3 0,6-2 13 0,3 0 6 15,5 2 0-15,1 2 5 0,4 1 2 0,0 3 4 16,7 3 17-16,-1-1-4 0,3 4-3 0,3 3 13 15,-1-2-2-15,2 3-10 0,-1 3-7 0,0 1-2 16,2 2 12-16,-6 3-2 0,6 1-8 0,-3 3-8 16,-1 1 3-16,1 2-12 0,4 0 6 0,-1 2-9 15,12-1 4-15,-10 4-3 0,2 0 9 0,-1 1-7 16,2 0-2-16,0 2-1 0,-2 1-5 0,3 0 3 16,-2 0-4-16,3 3 2 0,-1-1-2 0,9 3 0 15,-10-2-2-15,-1 2 6 0,6 3-4 0,-10-1 9 16,1 2 6-16,-3-1 0 0,-2 3 2 0,1-3-5 0,-2 4-3 15,0 0-1-15,0 0-1 0,0 1-1 0,-2-1 1 16,12 2-3-16,-2 2 5 0,-2 0-4 0,1 0 23 16,0 0-14-16,-12 0 3 0,10 2-11 0,-9-2 5 15,-3 1-10-15,-1 2 7 0,-1 4-9 0,-2-3 13 16,-2 5-6-16,-2-1 38 0,-1 0-19 0,-1-1 9 16,-3 2 3-16,-2 0-8 0,0-2-5 0,-4 2-6 15,1-1-3-15,-4 0 5 0,-2-4 0 0,-2 0 3 16,1 0-10-16,-2 0 5 0,1-1 6 0,-2 0-15 15,2 1-3-15,0-1 12 0,-1 0-1 16,0-3-6-16,0 2-1 0,1-1-5 0,-2-2 3 0,-2 1-10 16,-1-3 8-16,3 1-12 0,-4-2 5 0,-2 0-7 15,-2-4-21-15,0 2-18 0,-1-2-32 0,-6-1-36 16,1-1-67-16,-3-6-105 0,-5 9-98 0,-4-5-110 16,-2-2-187-16,-1-1-403 0,-6-2-694 0</inkml:trace>
  <inkml:trace contextRef="#ctx0" brushRef="#br0" timeOffset="4732.6">12469 6760 689 0,'0'0'795'0,"-1"7"-145"0,1-7-171 0,0 0-90 0,0 11-93 0,0-11-44 0,2 10-63 15,-2-10-24-15,3 13-47 0,-1-5-23 0,2 0-20 0,0 0-7 16,4 1 0-16,-2-1 2 0,2 2-6 15,1-1 0-15,2 2 7 0,1-1-5 0,4-1-3 0,1 1-6 16,2-2-5-16,2-1 2 0,2-1 0 0,1 0 3 16,0-3 8-16,4 0 0 0,-7-3-2 15,3-2-11-15,2-1 4 0,-2-1-8 0,0-4-11 16,-1-2 0-16,4-3-5 0,-3-1-8 0,-1-3-8 0,-1-2 2 16,4-3-11-16,-2-3-4 0,-3 0 0 15,0-4 3-15,-2 2-5 0,-2 2-3 0,-2-2-6 0,-2 2-3 16,2 0-2-16,-3 1-11 0,0 1 9 0,-1 4-59 15,-1 1-52-15,0 1-68 0,-3 2-92 0,-1 3-60 16,-1 4-107-16,-1-2-106 0,2 3-509 0,-6 7-685 16</inkml:trace>
  <inkml:trace contextRef="#ctx0" brushRef="#br0" timeOffset="7915.68">14638 7872 154 0,'0'0'318'0,"0"0"-192"0,-8-3-181 16,8 3-116-16,0 0 45 0</inkml:trace>
  <inkml:trace contextRef="#ctx0" brushRef="#br0" timeOffset="31398.72">15541 7091 488 0,'-10'-15'636'0,"1"-1"-146"0,-1 2-56 15,1 2-73-15,1-4-68 0,3 3-47 0,-1 0-44 0,3 1-44 16,3-1-17-16,0 3-24 0,7-3-15 0,-1 1-16 15,9-1-6-15,1 1 2 0,4 1-17 0,1 3-6 16,3 0-9-16,0 3-11 0,-2 4-6 0,-2 4-5 16,3 2-5-16,-1 4 3 0,-5 4-2 0,1 6 0 15,-7 6 6-15,-1 5-3 0,-5 2 9 0,-5 5 4 16,-5 8 1-16,-5 1 20 0,-5 10 7 0,-7 4-1 0,-2-1 27 16,-3 2-18-16,0 1-7 0,-2 3-12 15,-1 1-5-15,1 1 4 0,3 1-3 0,-1-2-10 16,5 2-8-16,2-1 5 0,5-3-15 0,2-2 6 15,4 1 14-15,8-12-3 0,1 0-13 0,8-2 6 16,1-4-20-16,2-1 7 0,8-4-14 0,0-6 3 16,3-2-3-16,5-4 1 0,1-6-3 0,3-3 1 15,-2-4 0-15,1-6-3 0,0-4-3 0,0-3 5 0,-2-2-3 16,0-3 7-16,1-7-3 0,1-1 4 0,-6-3-2 16,2-4 6-16,-5-1 8 0,0-1 12 0,-6 1 6 15,-1 0-3-15,-5 1 38 0,-4 1-33 0,-1 3 26 16,-3 1-33-16,-1 2 23 0,-4 1-35 0,-1 4 18 15,5 6-31-15,-15-1 22 0,3 10-28 0,0 8 4 16,-9 14 38-16,0 19-15 0,1 10 28 0,2 9-16 16,4 6-23-16,4 4 40 0,4 4-5 0,4 5 9 15,5 2 19-15,2 1-39 0,5-1 32 0,-1-3-34 16,4 1 20-16,1-5 11 0,2 0-10 0,-1-6 34 16,0-1-27-16,-1-3-6 0,-1-5-9 0,0-3-11 15,-4-5-10-15,-3-10-3 0,1-6-7 0,-5-1-5 0,1-9-4 16,-5-5-1-16,0-4-3 0,-6 2 0 15,-2-2 1-15,-8-5-4 0,-2-2-3 0,-6-3-3 16,-6-5-2-16,-6-3-11 0,-3-4-25 0,-10-7-17 16,-2-5-39-16,-11-7-21 0,-2-5-19 0,5-2-42 15,2-7-20-15,5-2-15 0,6-2-30 0,9-1-102 16,11 1-132-16,9-1-152 0,9-3-909 0,6 1-1166 16</inkml:trace>
  <inkml:trace contextRef="#ctx0" brushRef="#br0" timeOffset="125026.98">3975 17909 189 0,'0'0'328'0,"0"0"-41"0,0 0-70 0,-1-5 6 0,1 5-62 0,0 0 12 16,0 0-16-16,0 0-5 0,0 0-24 15,0 0-4-15,-2-8-8 0,2 8-11 0,0 0-22 16,0 0 4-16,0 0-7 0,0 0 3 0,0 0 10 0,0 0 14 15,0 0 13-15,0 0 44 0,0 0-55 0,0 0 34 16,0 0-20-16,2 8 61 0,-2-8-19 0,3 8 25 16,-2-1-61-16,0-1 44 0,1 0-45 0,0 2-22 15,-1 0 15-15,2 0-10 0,1-1 39 0,-2 1-4 16,3 1-1-16,-1-2-18 0,0-1-19 0,1 1-3 16,2-1-17-16,0-1-9 0,1 0 7 0,1-2-11 0,1 0-9 15,3-1-1-15,0-4-11 0,5-1-2 16,3-3-11-16,6-4-9 0,0-5 8 0,9-4-11 15,-2-2-4-15,2-2-26 0,1-3 23 0,0 1-23 16,-1-2 17-16,1 1-26 0,-5 3-23 0,-3 1-78 16,1 2-68-16,-8 4-42 0,-3 3-45 0,-4 0-61 15,2 4-41-15,-6-1-4 0,0 2-36 0,-3 2-15 16,0 0-70-16,-3 1-75 0,-5 5-262 0,9-3-368 0</inkml:trace>
  <inkml:trace contextRef="#ctx0" brushRef="#br0" timeOffset="159191.71">3094 16868 488 0,'0'0'362'0,"0"0"-77"0,0 0-65 16,-12-1-53-16,12 1-26 0,0 0-34 0,0 0-21 15,0 0-13-15,0 0-11 0,-13 0 9 0,13 0 6 16,0 0 14-16,0 0 6 0,0 0-9 0,0-7-18 16,0 7-6-16,7-8 8 0,-2-1-25 0,1 3 13 15,3-2-9-15,0-4 2 0,0 1-16 0,0-2-13 16,2-1 0-16,0-3-8 0,-2 3 2 0,2-4-6 15,-3 0-2-15,0 2 2 0,-2 0 9 0,1 2-16 16,-1-2-7-16,-1 2 2 0,-1 2 8 0,1 0-4 16,-3 4 4-16,2-1-5 0,-3 3-3 0,-1 6-2 15,2-8 4-15,-2 8-1 0,0 0 0 0,-9 12-6 16,1 0 1-16,-1 5 4 0,-1 2-3 0,-3 5 17 16,-1 9-14-16,1-8-2 0,2 2-1 0,-1-2-6 15,5-3 8-15,-1-2 14 0,0-2-14 0,3-2 38 16,-1-5 1-16,2 1 80 0,0-2-7 0,1-1 53 15,1 0-31-15,-1-3 23 0,3-6-41 0,-4 10 10 0,4-10-52 16,0 0 17-16,0 0-49 0,0 0-8 0,0 0-5 16,6-10-5-16,-4 3-3 0,2-1-6 0,0-4-4 15,1 2 2-15,0-3-4 0,-1 0-2 0,1-1-6 16,-1 2-1-16,0 1-15 0,-3 1-26 0,3 0-41 16,-3 2-50-16,2 1-66 0,-2 1-33 0,-1 6-32 15,1-9-17-15,-1 9-41 0,0 0-31 0,0 0-427 16,-10 3-301-16</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57:12.965"/>
    </inkml:context>
    <inkml:brush xml:id="br0">
      <inkml:brushProperty name="width" value="0.05292" units="cm"/>
      <inkml:brushProperty name="height" value="0.05292" units="cm"/>
      <inkml:brushProperty name="color" value="#FF0000"/>
    </inkml:brush>
  </inkml:definitions>
  <inkml:trace contextRef="#ctx0" brushRef="#br0">0 11501 491 0,'0'0'350'0,"0"8"-79"0,0-8-64 0,0 9-46 15,0-9-34-15,0 10-27 0,0-10-11 0,0 11-33 16,0-11-15-16,0 11-18 0,0-11-29 0,0 9-38 15,0-9 85-15,0 10-37 0,0-10-36 0,0 9-43 16,0-9-60-16,0 11-84 0,0-11-238 0,0 7 65 16</inkml:trace>
  <inkml:trace contextRef="#ctx0" brushRef="#br0" timeOffset="347.66">0 12500 5 0,'0'0'445'15,"0"12"-129"-15,0-12-75 0,0 11-48 0,0-11-42 0,0 11-37 16,0-11-21-16,0 10-13 0,0-10-22 0,0 7-14 16,0-7-8-16,0 7-6 0,0-7-20 0,0 0-20 15,0 7-9-15,0-7-15 0,0 0-13 0,0 0-33 16,0 0-50-16,0 0-79 0,0 0-199 0,0 0 130 15</inkml:trace>
  <inkml:trace contextRef="#ctx0" brushRef="#br0" timeOffset="681.69">0 12790 1485 0,'0'7'934'0,"0"-7"-224"0,0 0-143 0,0 7-116 16,0-7-95-16,0 0-82 0,0 0-57 0,0 7-54 0,0-7-32 15,0 0-12-15,0 0-28 0,0 9-13 0,0-9-38 16,0 0 32-16,0 0-39 0,0 8 52 0,0-8-27 15,0 0-9-15,0 0-4 0,0 0 31 0,0 7-17 16,0-7-11-16,0 0-16 0,0 0 36 0,0 0-12 16,0-8-21-16,0 8-14 0,0-9-28 0,0 9-54 15,0-12-74-15,0 12-80 0,0-13-57 0,0 13-81 16,0-9-83-16,0 9 8 0,0-9-61 0,0 9-56 16,0 0-520-16,0-7-681 0</inkml:trace>
  <inkml:trace contextRef="#ctx0" brushRef="#br0" timeOffset="2831.98">12648 10053 678 0,'-4'6'729'0,"-2"0"-134"0,2-2-124 0,-3 2-119 0,2-3-14 15,0 1-5-15,5-4-19 0,-10 8-37 0,10-8-23 16,-10 5-40-16,10-5-32 0,-12 4-22 16,12-4-12-16,-10 2-47 0,10-2-2 0,-10 0-22 15,10 0 24-15,-9-5-14 0,9 5 7 0,-10-6-13 0,7 0-6 16,-1-2-18-16,3 1-2 0,1 0-8 0,0-4-3 16,3 3-12-16,-1-3-18 0,2 3 15 0,2-1-7 15,-2 2-2-15,3 0-4 0,0 3 6 0,1 2 6 16,-8 2 4-16,20 1 1 0,-7 4 1 0,0 2-5 15,0 4-1-15,2 5-6 0,-3 2-3 0,1 3 9 16,-1 2-14-16,-2 2-5 0,-1 2-2 0,0-4 1 16,-5-1-3-16,1 2-3 0,-2-3 5 0,-2-2-3 15,-1-2 3-15,0-3-3 0,-1 0 19 0,-2-2-1 16,-1-2 16-16,-1-1-18 0,0-5 9 0,5-4-9 16,-13 5-3-16,13-5-11 0,-12-8 11 0,5 1-4 0,1-5-4 15,-2-4 1-15,3-3-9 0,1-3 4 0,3-2-8 16,2-2 10-16,0-1-8 0,5-4 12 15,0 2-11-15,3 2 1 0,1 3-4 0,-1 4 5 16,5 4-2-16,-2 3-1 0,2 4 1 0,-3 3 18 0,2 4-11 16,1 2 8-16,0 3-13 0,1 4 9 15,0 2-14-15,1 4 10 0,-2 1 2 0,0 4-3 0,-1 5-2 16,0-2-3-16,-3-1 1 0,-1 1-1 0,-3 0-1 16,2 0 3-16,-3-1-59 0,0-4-113 0,-1 1-69 15,1-5-118-15,-2 1-120 0,-2-4-72 0,3-2-155 16,-4-7-635-16,4 9-941 0</inkml:trace>
  <inkml:trace contextRef="#ctx0" brushRef="#br0" timeOffset="3247.76">13091 9972 1567 0,'3'8'731'0,"-6"4"-169"0,9 1-104 0,-3 1-47 0,0 0-32 15,3 2-24-15,-3 0-22 0,-1 0 9 0,1-1-19 16,-2 3-17-16,2 0-26 0,-2 3-46 0,2 2-43 15,-1 2-30-15,2 0-25 0,1 2-38 0,-1-1-10 16,0-1-20-16,0 0-9 0,1-3-19 0,-1 1-1 16,-2-5-14-16,2-3 1 0,0-1-15 0,-2-2 9 15,1-1-13-15,-2-4 4 0,-1 0-9 0,0-7 9 16,0 0-12-16,0 0 12 0,0 0-17 0,-13-9 11 16,7-4 0-16,0-6-3 0,-2-6 3 0,-2-7-5 15,1-4-2-15,0-6 5 0,2 2-8 0,1-3 6 0,5 5-7 16,1 3 10-16,2 2-8 0,5 2 6 0,-1 4-8 15,2 4 10-15,2 4-12 0,4 2 13 0,0 3-9 16,-1 6 9-16,1 1-10 0,2 5 12 16,-1 2-9-16,1 1 7 0,0 6-12 0,-1 0 12 0,-1 5-9 15,-1-1 7-15,-3 3-11 0,-2 1 13 0,-3 1-10 16,-1-1 10-16,-3-1 0 0,-2 4-4 0,-2-1 2 16,-5-2-1-16,-2 3 2 0,-4-1-3 0,-5-1 0 15,-3 0-2-15,-1-3 3 0,0-3-3 0,3 0 1 16,-2-4 0-16,4-1-4 0,3-2-41 0,1-2-103 15,1-2-101-15,3-2-68 0,3-5-114 16,1 1-120-16,3-5-78 0,6-4-147 0,6-2-539 0,1-6-919 16</inkml:trace>
  <inkml:trace contextRef="#ctx0" brushRef="#br0" timeOffset="3566.11">13651 9854 1237 0,'0'0'868'0,"0"0"-164"0,0 0-171 0,-6 3-76 0,6-3-77 0,0 0-63 16,0 0-47-16,0 0-35 0,-3 6-27 0,3-6-2 15,4 6-27-15,-4-6-26 0,10 10-31 0,0-5-24 16,2 2-20-16,3-1-9 0,2 0-27 0,2-2 7 16,5 1-14-16,-2-2 0 0,0-2-9 0,-2 1-2 15,1-2-3-15,-1 0 18 0,-7 0 29 0,4 0 50 0,-6 0 17 16,2 0 19-16,-13 0-14 0,18 0-15 0,-18 0-31 15,15 0-8-15,-15 0-25 0,8 4-2 0,-8-4-15 16,-3 9 10-16,-2-2-21 0,-1 4 11 0,-6-1-19 16,2 7 9-16,-4-3-14 0,4 3 11 15,-3 0-16-15,0 0 6 0,2 1-19 0,-1-1 13 0,1 1-16 16,-1-1 13-16,2-2-20 0,2 1-1 0,1-3-108 16,0 0-142-16,1-2-126 0,-1-2-146 0,4 2-141 15,0-4-124-15,3-7-787 0,-1 9-1230 0</inkml:trace>
  <inkml:trace contextRef="#ctx0" brushRef="#br0" timeOffset="3764.95">14143 10084 1361 0,'0'0'848'0,"9"10"-181"0,-9-3-83 0,-2 1-46 16,-2 4 6-16,-1 1-20 0,-3 2 0 0,-5 4-48 15,2-2 7-15,-3 5-108 0,-3 2-73 0,3-1-58 0,-3 1-51 16,3-2-36-16,-2 2-34 0,0-1-16 15,1 0-31-15,2-1-19 0,2-5-49 0,2 2-111 16,0-3-84-16,0-2-112 0,4-1-101 0,0-2-88 16,2-2-75-16,1-1-68 0,2-8-126 0,2 5-754 0,-2-5-1140 15</inkml:trace>
  <inkml:trace contextRef="#ctx0" brushRef="#br0" timeOffset="3981.9">14506 9835 1389 0,'0'0'816'0,"0"0"-170"0,0 0-102 0,4 4-24 0,-4 2 16 16,-4 3 4-16,2 1-7 0,-2 4-37 0,0 1-5 15,1 1-97-15,-2 1-56 0,3 3-51 0,0 1-46 16,2 2-45-16,0 2-7 0,3 0-154 0,1 0-35 16,0-2 0-16,-1 1 0 0,3-2 0 0,-1-1 0 15,1-2 0-15,2 0-260 0,-2-5-195 0,1-2-73 16,0 1-77-16,-3-5-52 0,4-4-132 0,-8-4-763 15,11 2-1192-15</inkml:trace>
  <inkml:trace contextRef="#ctx0" brushRef="#br0" timeOffset="4331.83">14694 9869 990 0,'3'-7'749'0,"-1"1"-162"16,-2 6-145-16,4-5-57 0,-4 5-14 0,0 0-15 15,0 0-50-15,6 7 18 0,-6-7-32 0,2 10-31 16,-2-10-1-16,-2 14-38 0,-3-5-51 0,3 0-26 15,-1 0-33-15,-2 0-18 0,1 1-23 0,-1-1-10 0,0 0-11 16,-1 1-15-16,2-4-8 0,0 2-5 16,0-2-5-16,0-2-2 0,4-4-4 0,-5 9 5 15,5-9-9-15,0 0 1 0,-1 6-1 0,1-6-2 0,0 0-4 16,10-5 1-16,-10 5 1 0,18-6-1 0,-8 4-3 16,-1 1 6-16,5 0 7 0,-1 1-11 15,1 0-8-15,-1 2 12 0,3 2-10 0,-3 0 5 0,4 2-3 16,-3 1 5-16,-1 1-4 0,1 0 6 0,-3 2 0 15,1-1-5-15,-3 2-3 0,-3-1 3 0,0-1 0 16,1-1 0-16,-5 3 2 0,0-2-2 0,-2 1 3 16,-2-2 7-16,-4 0 12 0,1 0 16 0,-3 0 12 15,-2-1 10-15,-3-1 5 0,0 0-3 0,-2-1-5 16,2-1-11-16,-1-2-9 0,1-1-11 0,2 2-2 16,-2-1-6-16,2-4-8 0,-2 1-65 0,4-2-115 15,1-2-86-15,1-1-98 0,-1-2-123 0,4-1-104 16,-1-1-184-16,1-2-594 0,3 0-961 0</inkml:trace>
  <inkml:trace contextRef="#ctx0" brushRef="#br0" timeOffset="4497.82">14667 9932 691 0,'0'0'782'0,"4"-8"-184"0,-4 8-128 0,8-9-75 16,-2 3-34-16,2 1-10 0,2 0-3 0,3-3-68 0,2 0-20 15,4 1-63-15,2-2-22 0,-1 0-51 16,7-2-16-16,1 2-28 0,0-1 3 0,-6 2-37 15,0-2 8-15,-2 3-61 0,-3 0-92 0,-3 1-136 16,-3 0-141-16,-1 1-196 0,-2 0-731 0,-8 5-907 0</inkml:trace>
  <inkml:trace contextRef="#ctx0" brushRef="#br0" timeOffset="5531.97">16198 10139 893 0,'26'-6'862'0,"-1"2"-153"0,-2 0-171 0,-2 0-105 0,-2 2-82 0,-5 1-55 16,1 2-30-16,-3 0-43 0,-2 0-28 0,0 0-23 0,-10-1 22 15,11 7-2-15,-11-7 9 0,-6 8-24 16,-4-3-14-16,-4 0-9 0,-5-1-19 0,-5 0-2 15,-8 0-24-15,-7 0-19 0,1-3-16 0,-4-2-9 16,-9-1-14-16,-3-4-8 0,2 0-9 0,-12-7-6 0,0-1-5 16,5-2-6-16,0-3-2 0,17 1-16 15,1 0 15-15,5 0-14 0,7-1 11 0,9 1-11 16,8 2 10-16,6 0-13 0,2 1 9 0,10-2-2 0,2 1-1 16,4 0-3-16,4 3 1 0,2 2-1 0,4 2 0 15,-3 5 0-15,-1 3 1 0,2 3-10 0,-3 3 14 16,-2 7-11-16,2 4 11 0,-4 5-12 0,-3 5 11 15,-3 4-1-15,-3 2-2 0,-3 3 2 0,-1 2 0 16,-1 0 1-16,0 2-3 0,0-2 0 0,-1-2 0 16,2 0 3-16,0-7-4 0,0-1-9 0,2-3 16 15,0-5-15-15,1-2 28 0,-1-1 11 0,5-5 23 16,-1-3 1-16,6-4 4 0,-1-4-7 0,3-2-10 16,4-3-6-16,1-6 6 0,3-2 24 0,1-6-14 15,3-5-20-15,-1-4 4 0,-2-2-17 0,-2-2 9 16,-1-1-17-16,-2-4 3 0,-1 0-8 0,-5-1-2 15,1 0-1-15,-4 0 8 0,-1 5-14 0,-3 1 17 16,-3 7-18-16,0 0 10 0,-2 4-12 0,1 3 5 16,-1 1-29-16,0 3-55 0,0 1-101 0,0 2-99 15,0 3-47-15,0 8-60 0,0-10-87 0,0 10-69 16,0 0-102-16,0 0-803 0,6 4-1070 0</inkml:trace>
  <inkml:trace contextRef="#ctx0" brushRef="#br0" timeOffset="5947.94">16449 10008 444 0,'1'-9'869'0,"-1"-1"-165"15,0-1-130-15,0 0-79 0,0-2-35 0,0 0-18 16,0 0-3-16,1 1-42 0,1 0-37 0,0 1-50 16,1 0-28-16,2 3-54 0,-2-1-46 0,5 3-34 15,0 2-37-15,1 3-7 0,6 2-28 0,-2 3-1 16,4 4-19-16,-1 4-1 0,2 2-22 0,1 3 5 15,-2 2-20-15,-1 3 8 0,-1-2-4 0,-3-2-5 16,-3 1-4-16,0-1-3 0,-4-1-1 0,2-3-3 16,-4 0 1-16,0-3 7 0,-3 0 3 15,0-3 0-15,-3-2 1 0,3-6-6 0,-8 7-3 0,8-7-1 16,-13-2 2-16,5-3-9 0,2-3 4 0,-3-3 1 16,1-1-9-16,3-4 7 0,1 0-5 0,2-4 9 15,2 1-10-15,1-4 7 0,3 0-12 0,1 2 12 16,0 1-2-16,4 2 0 0,1 1 1 0,0 3-1 15,2 3-2-15,1 3 1 0,0 2-11 0,-1 4 12 0,1 2-10 16,0 1 12-16,1 3-5 0,-1 4 9 16,-1 1-9-16,1 5 7 0,-1-1-11 0,-2 3 8 0,-1 2-10 15,-3 0 11-15,2 1-11 0,-4-3 6 16,0 2-31-16,-2-1-108 0,2 1-111 0,-3-3-64 0,2-1-121 16,-2 0-99-16,0-3-58 0,2-1-62 0,1-2-679 15,-2-2-937-15</inkml:trace>
  <inkml:trace contextRef="#ctx0" brushRef="#br0" timeOffset="6432.11">17133 9903 899 0,'8'-13'773'0,"-4"2"-155"0,1 0-118 0,-1 1-46 0,-1-1-23 16,-2 4-27-16,-1-1-29 0,0 1-52 0,-1 0-17 16,-2 1-33-16,-3 1-26 0,-1-1-14 0,-3 4-26 15,1-1-23-15,-1 2-24 0,10 1 3 0,-22 1-31 16,7 3-5-16,2 0-22 0,0 2-2 0,1 2-20 15,0 2-10-15,4 0-13 0,-2 2 3 0,3 1-24 16,3 0 1-16,0 2-17 0,4-2 5 0,1 2-12 16,4 0 3-16,-1 0-17 0,5-1 11 0,1-1-13 15,2 1 9-15,3-1-7 0,-3-4 2 0,3-2-9 16,0 0-16-16,-2-3-5 0,0-2-22 0,-2-2-3 16,3-2 5-16,-3-2 1 0,0-4 4 0,-1-1 0 15,-1-3 17-15,-1-2-1 0,-3 0 12 0,-1-2-7 16,-2 0 16-16,0 1-14 0,-4 2 18 0,0-2-1 15,-2 3 1-15,3 2 2 0,-2 0 1 0,-1 3 7 16,4 7 2-16,-6-5-6 0,6 5 18 0,-8 7-3 16,3 1 12-16,3 7-6 0,-1 4 7 0,3 0-14 15,3 7 4-15,-1 5-1 0,3 1-9 0,2 2-2 16,2 4-2-16,1 0-1 0,0-4-1 0,2-3-3 0,0-3 6 16,-3-1-7-16,2-7 2 0,-1-2-3 0,-1-1 14 15,-3-4 31-15,3-2 9 0,0-3 38 16,-1-3-25-16,-2-2 8 0,-6-3-32 0,18-3 11 0,-8-2-28 15,-1-6 12-15,1-2-31 0,-1-4 22 0,0-3-28 16,0-6 15-16,1-1-21 0,-2-3 16 0,0-1-20 16,-1-1 0-16,1-1 2 0,-2 0-18 0,2 3-68 15,-1 1-40-15,-1 4-101 0,0 2-96 0,-1 1-54 16,3 1-97-16,-4 3-116 0,6 0-100 0,-3 6-158 16,-1-2-474-16,-1 1-930 0</inkml:trace>
  <inkml:trace contextRef="#ctx0" brushRef="#br0" timeOffset="6780.18">17807 9667 1179 0,'-18'-2'904'0,"18"2"-217"0,-18-1-145 0,18 1-85 15,-11 0-79-15,11 0-69 0,-11 1-54 0,11-1-5 16,-6 7-1-16,6-7-23 0,4 9-35 0,0-2-32 0,6 0-32 15,3 1-13-15,5 1-35 0,1-2-17 0,4 3-13 16,3-4-11-16,-1 0-5 0,3 0-10 0,0-2-3 16,-2-1-1-16,0-2-3 0,-3 0-6 15,-2-1 1-15,-1-1 23 0,-1 0 30 0,-5 1 12 0,0-1 10 16,-3-1-6-16,1 1-9 0,-12 1-9 0,14-1-15 16,-14 1-4-16,0 0-12 0,0 0 1 0,0 0 9 15,-2 6-12-15,-4-1 10 0,-2 3-12 0,-4-2 3 16,0 5-11-16,-1 1 12 0,1 3-17 0,-2-1 4 15,-1 4-12-15,-2 2 8 0,3 0-14 0,-3 2 8 16,3 0-10-16,4-3 9 0,-7 5-15 16,3-2-39-16,-1 0-111 0,-1 0-116 0,2-3-84 0,3-1-147 15,-2 0-93-15,7-4-81 0,-1-2-176 0,3-1-345 16,3-4-811-16</inkml:trace>
  <inkml:trace contextRef="#ctx0" brushRef="#br0" timeOffset="6980.58">18308 9994 1224 0,'0'0'837'0,"14"0"-194"16,-14 0-132-16,0 0-68 0,3 10-22 0,-6-3 35 0,-2 3 17 15,-5 0-23-15,2 3-27 0,-5 3-52 16,-2 3-80-16,0 3-52 0,-2 1-44 16,2 2-36-16,0-3-47 0,-1 3-2 0,1-2-42 0,-1 1 2 0,1 0-31 15,4-2 7-15,-2-3-30 0,1-1-96 16,2-1-131-16,4-4-114 0,-2-1-83 0,2-1-127 15,1-2-82-15,3-3-114 0,2-6-757 0,0 0-1113 16</inkml:trace>
  <inkml:trace contextRef="#ctx0" brushRef="#br0" timeOffset="7186.34">18584 9667 1126 0,'7'-10'886'0,"-4"0"-195"0,1 3-152 16,-4 7-96-16,5-6-21 0,-5 6 32 0,0 0-3 15,6 9 8-15,-6-1 13 0,1 3-40 0,0 2-5 16,-1 5-98-16,3 1-59 0,3 5-48 0,-1 5-43 16,2 1-31-16,0 1-35 0,0-1-23 0,0 0-52 15,2-1-38-15,-2-1 0 0,-1-4 0 0,3-2-44 16,-3-2-290-16,2 0-127 0,-3-5-114 0,3-2-111 16,-2-1-78-16,-1-5-114 0,2-1-536 0,-7-6-1020 15</inkml:trace>
  <inkml:trace contextRef="#ctx0" brushRef="#br0" timeOffset="7581.32">18971 9731 346 0,'6'-7'861'0,"-4"1"-204"15,-2 6-154-15,5-6-103 0,-5 6-82 0,0 0 9 16,0 0 4-16,8-4 7 0,-8 4-25 0,0 0-21 16,0 0-44-16,0 0-33 0,0 7-38 0,0-7-16 15,-3 7-14-15,-3-3-30 0,6-4-23 0,-6 9-16 16,0-3-15-16,0 0-7 0,1 0-17 0,-4-2-10 15,4 2-1-15,-1 0-10 0,-1-1 0 0,1 0-6 16,-2 1 0-16,8-6-1 0,-8 8-4 0,8-8-1 16,-5 8-1-16,5-8 0 0,0 9-6 0,0-9 3 0,7 9 1 15,-1-4-2-15,4-1 2 0,2-1-1 0,-2 1 0 16,7 0-1-16,-2 0 0 0,3-1 3 0,0 0-4 16,-2-1 2-16,2 2 3 0,2 0-4 0,-3 0-1 15,-1 0 7-15,0 3 2 0,-2-2 2 16,-1 0 8-16,0 5 20 0,-3 0 4 0,-2 1 5 15,-2 0 4-15,-3 3 2 0,-2-3-2 0,-1 2-1 0,0 1 6 16,-4 0 6-16,2-1-6 0,-5 0-4 0,3-1-7 16,-3-1 4-16,0-1 32 0,0-2 16 15,0-1-10-15,-3-1-14 0,-1-2-13 0,0 2-13 0,-1-6-11 16,0 2-10-16,-2-4-2 0,4-1-11 0,-2 0-4 16,2-2-72-16,1-1-102 0,0-2-114 0,5 0-55 15,-2-4-107-15,2 1-99 0,3-2-66 0,0-3-98 16,2-3-699-16,0 1-1004 0</inkml:trace>
  <inkml:trace contextRef="#ctx0" brushRef="#br0" timeOffset="7747.59">19030 9779 668 0,'-1'-10'732'15,"1"10"-126"-15,-1-7-108 0,1 7-34 0,1-8-46 16,-1 8-8-16,3-5-25 0,-3 5-44 0,6-9-39 16,-1 4-28-16,5 1-39 0,-1-1-35 0,5 0-32 15,4-1-29-15,1 3-7 0,3-2-7 0,5-1-25 0,4 1-19 16,3-1-18-16,-2 1-13 0,5-2-11 15,-4 0-11-15,2 0-7 0,-6 0-59 0,2 0-128 16,-9 0-123-16,-2-1-188 0,-5 1-180 0,-6 0-881 16,-4 1-1175-16</inkml:trace>
  <inkml:trace contextRef="#ctx0" brushRef="#br0" timeOffset="8915.17">13006 11878 568 0,'-3'-6'574'0,"1"-2"-144"0,-1-3-89 16,1 3-83-16,0-1-40 0,0-1-47 0,-1 0-38 0,2 2-29 16,-2 1-25-16,3-1-32 0,-1 2-63 0,0 0-66 15,1 6-84-15,-4-10-66 0,4 10-113 0,0-7-313 16,0 7-165-16</inkml:trace>
  <inkml:trace contextRef="#ctx0" brushRef="#br0" timeOffset="9302.01">13045 11848 399 0,'-3'-8'677'0,"0"2"-146"0,2-2-86 0,-2 3-76 15,-1-1-25-15,4 6-25 0,-5-8-38 0,5 8-24 16,-9-4-17-16,9 4 2 0,-7 5-45 0,3 1 2 15,0 2-27-15,0 4-6 0,2 1-32 0,0 4-18 16,1 0-18-16,2 2-21 0,-1-1-9 0,3 5-12 16,1-2-13-16,0 1-8 0,1-1 8 0,2-1-21 0,-2-1 4 15,0-1-19-15,2-3 8 0,-2-2-35 0,1-1-49 16,-2 0-91-16,0-4-103 0,-1-1-111 0,-3-7-149 16,2 7-123-16,-2-7-456 0,0 0-718 0</inkml:trace>
  <inkml:trace contextRef="#ctx0" brushRef="#br0" timeOffset="9880.76">13039 11912 649 0,'-8'-3'608'0,"1"-3"-109"0,-6-1-69 0,3 0-85 16,-3-4-22-16,0 3 25 0,-1-4-39 0,0-2-50 16,4 3 77-16,1-2-64 0,1 0-53 0,2-3-55 15,3 0-29-15,3 0-20 0,2 1-25 0,5-1-14 0,2 2-17 16,3-3-6-16,4 4-15 0,2-1-6 0,3 4-7 15,0 0-8-15,1 3-3 0,4 1-1 0,-3 3-3 16,-2 2-1-16,-1 3-2 0,-1 3-11 16,1 2 10-16,-3 3-8 0,-2 1 5 0,-3 4-6 0,-5-1 9 15,-3 3-7-15,-1-3 3 0,-3 5 0 0,-5 2 3 16,-4 0-6-16,-4 2 6 0,-5-1-6 0,-1-1 6 16,-2-1 4-16,1-4 11 0,-1 2-2 0,6-5-2 15,-3-3-1-15,7-1-2 0,0-2-1 0,1-2 0 16,1 0-3-16,9-5 0 0,-8 2 0 0,8-2-2 15,0 0-2-15,8-9-3 0,1 5-3 0,5-2-4 16,-1 0 7-16,5 2-3 0,0-2 1 0,0 3 3 16,-2-1-3-16,2 2 1 0,-1 2-1 0,-2-1-12 15,-2 2 17-15,2-1-5 0,-4 3 3 0,0 0-5 16,-1 1-1-16,-3 2 2 0,-1-1-4 0,0 2 12 16,-3 0-2-16,-2 1 15 0,-2-1 1 0,-2 2 1 0,-3 0 17 15,0 1 16-15,-3-1-11 0,0 2-6 16,-4-3-4-16,0 1-5 0,0 1-4 0,2-4-13 15,-1 2 5-15,2-3-24 0,1 0-20 0,0-1-35 16,0-1-66-16,9-3-88 0,-13 0-121 0,13 0-60 0,-7-8-70 16,4 3-126-16,3-4-586 0,4-2-791 0</inkml:trace>
  <inkml:trace contextRef="#ctx0" brushRef="#br0" timeOffset="10048.62">13325 11858 290 0,'13'6'690'0,"-13"-6"-156"0,7 8-98 0,-5-2-11 15,-1 0-79-15,1 4 33 0,-2 1-23 0,2 0-9 0,-4 1-65 16,2-1-38-16,2 0-56 0,-2-1-35 0,1 0-34 16,-1-1-18-16,2-1-18 0,-1 0-18 15,0 0-15-15,3-3-23 0,-1 3-92 0,-3-8-159 0,6 6-95 16,-6-6-154-16,0 0-169 0,14-3-416 0,-14 3-675 16</inkml:trace>
  <inkml:trace contextRef="#ctx0" brushRef="#br0" timeOffset="10180.46">13364 11756 704 0,'-4'-10'787'16,"0"0"-153"-16,1 2-162 0,0 1-83 0,3 7-94 16,-4-10-41-16,4 10-66 0,-4-10-17 0,4 10-52 15,-3-5-2-15,3 5-43 0,0 0 3 0,0 0-31 16,0 0-14-16,7 5-137 0,-3 2-112 0,1-1-152 16,0 0-211-16,-1 2-386 0,1-2-555 0</inkml:trace>
  <inkml:trace contextRef="#ctx0" brushRef="#br0" timeOffset="10580.08">13467 11893 768 0,'0'0'697'0,"8"-6"-159"16,-8 6-103-16,6-9-76 0,-1 3-17 0,-1-2-49 16,1 2-10-16,2-1-44 0,0-1-16 0,0 1-62 15,0 0-7-15,1 0-39 0,2 1-3 0,-1 2-31 0,0 2 2 16,3 1-37-16,-12 1 14 0,20 3-28 0,-10 0 8 15,-1 2-18-15,2 3 11 0,-1 0-21 0,-1 2 11 16,-3 2-19-16,1-1 16 0,-2-2-22 16,0 4 20-16,-3-4-11 0,1 3 25 0,-2-2 31 0,-2 0 9 15,-1-1 20-15,1-2-1 0,-3 1 9 0,1-2 7 16,-2-3-9-16,5-3-16 0,-11 4-15 0,11-4-13 16,-9-3-10-16,3-1-6 0,2-2-9 0,0-4-7 15,2-1-4-15,-1-2-6 0,4 0 0 0,2-5-2 16,0 1 4-16,3-2-9 0,1 1 2 0,2 0-4 15,1 2 2-15,1 4 0 0,-1 0 2 0,-1 2-3 16,5 0-3-16,-2 4 1 0,-2 3 30 0,3 0-35 16,-2 3 26-16,1 2-29 0,-3 2 29 0,0 1-38 15,-2 3 34-15,2 1-36 0,-1 3 35 0,-3-2-33 16,0 3 30-16,0-2-43 0,0 4-5 0,-1-5-85 0,0 2-36 16,-3-2-74-16,2 0-53 0,-1-1-109 15,0-2-40-15,0-1-65 0,-2-6-103 0,4 10-534 16,-4-10-748-16</inkml:trace>
  <inkml:trace contextRef="#ctx0" brushRef="#br0" timeOffset="10880.73">13982 11753 572 0,'0'0'784'16,"5"-6"-161"-16,-5 6-134 0,0 0-40 0,0 0-43 0,-1 11 17 16,-2-7 23-16,0 6-37 0,-1-1-6 0,-1 3-96 15,-2 2-16-15,4-2-63 0,0 2-3 16,0 0-72-16,2-2-22 0,1 1-27 0,0 1-12 15,1-3-19-15,3 2-14 0,-1-2-10 0,4-3-8 0,-2 0-8 16,3-2-8-16,1-1-3 0,4-3-7 0,-3-1-2 16,0-4-3-16,3 1-1 0,1-4-4 0,-1-2 26 15,-3-2-31-15,0 0 29 0,2-6-35 0,-3-2 30 16,-4 4-30-16,0-3 27 0,-4 2-24 0,-1-1 40 16,-1 1-7-16,-5 3 17 0,-1-2 6 0,-4 3-10 15,-2 2-5-15,0 1-8 0,-2 1-9 0,1 4-8 16,-1 0-2-16,2 3 11 0,-1 3-67 0,0 0-39 15,0 4-137-15,2-1-82 0,3 0-36 0,3 2-147 16,-1 0-75-16,5 0-74 0,2-1-152 0,1-1-431 16,3-1-826-16</inkml:trace>
  <inkml:trace contextRef="#ctx0" brushRef="#br0" timeOffset="11103.01">14178 11785 638 0,'0'0'785'16,"9"-6"-155"-16,-9 6-149 0,5-4-78 0,-5 4-78 15,0 0-15-15,7-4-52 0,-7 4-12 0,0 0-14 16,0 0 3-16,9 1-13 0,-9-1-33 0,7 7-9 16,-7-7-5-16,5 12-31 0,-4-6-30 0,4 1-17 0,-2 1-21 15,-1 0-20-15,2 1-9 0,0-1-10 0,0 0-8 16,0-2-4-16,-2-1-10 0,2 1 1 0,-4-6-6 16,5 7-25-16,-5-7-37 0,0 0-27 0,0 0-16 15,0 0-51-15,8-5 1 0,-8 5-43 0,1-13-2 16,1 6-59-16,-2-1-24 0,0 0-53 0,-2 0-112 15,2 0-105-15,-1 0-467 0,1 2-615 16</inkml:trace>
  <inkml:trace contextRef="#ctx0" brushRef="#br0" timeOffset="11779.87">14320 11878 766 0,'0'0'812'0,"-10"-2"-153"0,10 2-178 15,-8-4-75-15,8 4-82 0,-5-6-18 0,5 6-78 16,-6-8-11-16,6 8-13 0,-1-11-11 0,0 4-50 16,2 0-16-16,-1 0-36 0,3-3-5 0,3 2-30 15,-3-2 0-15,2 2-6 0,-2-1-16 0,1 0 1 16,2 1-2-16,-1 0 2 0,-1 1-5 0,1 1-3 15,2 2-11-15,-7 4 1 0,12-6-2 0,-12 6 3 0,13 0-4 16,-13 0-3-16,16 6-5 0,-9-2-1 16,-1 3-4-16,2 1 8 0,-1-2-5 0,-2 2 6 0,1 1-5 15,-1-1-5-15,1 0 6 0,-2-2-3 16,0 0-1-16,-2 0 10 0,-2-6 20 0,4 10 34 0,-4-10 20 16,3 7 16-16,-3-7-9 0,0 0-21 0,0 0-16 15,0 0-11-15,0 0-4 0,-16-4-11 0,10-1 0 16,2 0-7-16,-1-3-9 0,2-1 0 0,1 1 0 15,-1-2-6-15,3-1-1 0,0 1 0 16,2 1 3-16,0-1-3 0,2 1-2 0,1 0-3 0,3 2 3 16,-2 0-1-16,3 1 0 0,0 2 2 15,2-1-5-15,0 4 0 0,-1 0-2 0,-10 1 2 0,23 1 28 16,-10 2-36-16,-3 0 32 0,0 4-34 0,-2-1 32 16,2 2-36-16,-1 0 33 0,-2 1-32 0,0-1 36 15,-2 0-38-15,-1 1 37 0,0-1-36 0,-3-1 44 0,2-1-29 16,-3 1 34-16,0-7-28 0,-2 9 34 15,2-9-18-15,-2 9 35 0,2-9-41 0,0 0 26 16,-9 5-35-16,9-5 27 0,0 0-36 0,-10-6 31 16,10 6-39-16,-3-9 31 0,3 9-35 0,0-13 30 15,2 5-31-15,0-2 33 0,3 0-33 0,0 1 31 16,-1-1-35-16,4 1 4 0,-2 0 4 0,3 1 4 16,-1 2-1-16,-1-1 0 0,1 2 1 0,3 1 2 15,0 1 30-15,-2 1-33 0,-9 2 27 0,18 0-30 0,-9 3 31 16,1 1-34-16,-4 2 32 0,2 0-34 15,0 2 28-15,-3 0-31 0,1 3 31 0,-2-1-31 16,0 0 20-16,-2 1-64 0,-1 0-21 0,2-1-99 0,-2 1-53 16,1-3-103-16,0 2-94 0,-2-3-91 15,2 0-108-15,-2-7-164 0,1 11-299 0,-1-11-710 0</inkml:trace>
  <inkml:trace contextRef="#ctx0" brushRef="#br0" timeOffset="11947.47">14855 11694 539 0,'4'-5'780'0,"-4"5"-167"0,6-10-141 0,-6 10-84 0,4-8-75 0,-4 8-20 0,4-5-26 0,-4 5 30 16,0 0-65-16,0 0 16 0,0 0-26 0,10 2-44 15,-10-2-36-15,8 8-25 0,-4-3-24 0,-2 1-19 16,1 0-23-16,-1-1-8 0,1 2-25 0,-3-7-62 16,5 12-136-16,-5-12-107 0,3 11-70 0,-3-11-106 15,-2 8-124-15,2-8-494 0,-5 4-699 0</inkml:trace>
  <inkml:trace contextRef="#ctx0" brushRef="#br0" timeOffset="12081.64">14837 11589 255 0,'0'-16'707'0,"-1"7"-158"15,1-4-119-15,-2 6-46 0,2-2-92 0,-1 0-32 16,1 1-61-16,0 8-17 0,0-11-54 0,0 11-9 16,0-10-40-16,0 10 1 0,0 0-36 0,4-6-4 0,-4 6-95 15,0 0-67-15,8 6-110 0,-8-6-141 0,6 11-154 16,-3-5-247-16,1 1-290 0</inkml:trace>
  <inkml:trace contextRef="#ctx0" brushRef="#br0" timeOffset="12668">15132 11705 182 0,'16'-4'813'16,"-3"3"-170"-16,-1-3-152 0,1-2-61 0,0 0-76 16,-2 0 2-16,0-2-24 0,0 2-15 15,-3-2-26-15,-2-1-35 0,-1 1-26 0,-1 0-30 16,0-1-16-16,-2 2-34 0,-2 0-26 0,0 7 22 0,-6-11 18 15,2 6-33-15,-3 0-27 0,-1 1-18 0,-4 4-19 16,2-3-15-16,0 4-7 0,-3-1-13 16,3 2-5-16,-2 2-5 0,2 1-4 0,-1-1-1 15,2 3-7-15,0-2 28 0,1 3-39 0,3 0 31 0,0 1-37 16,2 1 31-16,3-2-25 0,0 1 21 0,3 0-36 16,-1-2 35-16,4 2-32 0,0-2 33 0,2-1-36 15,-1 1 6-15,2-4-1 0,0 0 4 0,-1 0 0 16,-8-3 0-16,16 0 1 0,-8-3 4 0,2 0 2 15,-1 0-2-15,-2-2 1 0,-1 0 0 0,3-1 2 16,-4 1 2-16,2-1-2 0,-4-1 2 0,3 2-4 0,-6 5-3 16,6-8 6-16,0 3 0 0,-6 5-3 15,5-6 0-15,-5 6 2 0,8-4-2 0,-8 4 1 16,14-2-1-16,-14 2-1 0,14 0 1 0,-14 0 1 16,19 0 0-16,-19 0 0 0,18-1-1 0,-18 1 2 0,18-1 3 15,-18 1 4-15,17-4-2 0,-8 0-2 16,-2-2 2-16,1 0-5 0,-2-4 2 0,3 1 0 15,-4-2 1-15,2-3-2 0,-3 0 1 0,0-2 4 16,-2-3-8-16,1 2 3 0,-2-2-4 0,-1-2 0 16,-1-4 0-16,-2 2 4 0,1-1 52 0,-2 0 51 0,-1-2-40 15,-1 5 16-15,1-2-34 0,-1 7 56 16,2-1-16-16,-1 3-13 0,1 1 13 0,2 2-34 0,-1 5-18 16,3 6 3-16,0 0 23 0,-5 6 20 0,5 1 12 15,1 10 18-15,3 3 0 0,1 7-3 0,0 2-31 16,7 8 0-16,-2 1-30 0,2-1 4 0,0 2-6 15,1-1-4-15,2-1-15 0,-3-1-4 0,-2-6-12 16,2-3-12-16,-2 1-32 0,0-4-68 0,-2-5-98 16,-2 2-70-16,1-8-114 0,-2 2-65 0,0-4-50 15,-1-1-92-15,1-1-75 0,-3-1-156 0,3-2-489 16,0-2-914-16</inkml:trace>
  <inkml:trace contextRef="#ctx0" brushRef="#br0" timeOffset="13048.44">16098 11637 153 0,'0'0'809'0,"-11"2"-177"16,11-2-205-16,-15 7-157 0,3-6 158 0,2 3-23 0,2-1 31 15,-1 0-69-15,9-3-53 0,-16 3-51 0,16-3-35 16,-13 2-29-16,13-2-10 0,-11 3-12 0,11-3 24 16,-10 1 12-16,10-1-23 0,0 0-30 0,0 0-3 15,0 0-57-15,11-4 10 0,0 2-51 0,5-1 22 16,3-3-46-16,6 1 20 0,0-1-38 0,8-1 24 16,1-1-34-16,7-1 25 0,0 1 13 15,4-3 28-15,-2 1-27 0,3-1 22 0,-1 2-36 0,2-2 19 16,-3 1-35-16,2-1 2 0,-4 2-6 0,0-1-1 15,-9 4-1-15,-1-3-2 0,-1 2-3 0,-8 2 2 16,0 0 0-16,-6-1-4 0,-1 3-9 16,-3 0-20-16,1-1-43 0,-5 0-63 0,-1-1-42 0,-8 5-35 15,7-6-21-15,-7 6-33 0,0 0-65 0,-10-6-33 16,10 6-69-16,-13 0-83 0,13 0-124 0,-17 0-556 16,6 2-802-16</inkml:trace>
  <inkml:trace contextRef="#ctx0" brushRef="#br0" timeOffset="13831.25">16079 11814 257 0,'0'0'658'0,"-14"2"-129"0,14-2-94 0,-15 3-8 0,15-3-44 0,-15 0-17 15,15 0-32-15,-16 0-26 0,16 0-36 0,-11-3-34 16,11 3-36-16,-14-4-40 0,14 4-4 0,-9-5-35 16,6-1-19-16,3 6-15 0,-4-11-4 0,4 4-6 15,4-2-18-15,-1 0-3 0,2-1-15 0,0-2-9 16,5 0-2-16,-1-1-8 0,0 0 19 0,4-2-3 16,-2 1-4-16,1 0-4 0,1 2 8 0,0-1-12 15,-2 1 22-15,-1 2-16 0,2 1 14 0,-1 0-26 16,1 1 14-16,-2 2-23 0,5-2 12 0,-3 4-24 0,-1 1 19 15,2 2-17-15,2-1 17 0,1 4-19 16,0-1 32-16,2 1-5 0,1 0 21 0,1 2-24 16,0-2 22-16,0 3-25 0,0-2 53 0,0 0-28 15,0 0 42-15,0-1-27 0,-1 0 25 0,1-1-33 0,-2-1 39 16,-1 0-35-16,0 0 26 0,0-1 1 0,-1-2 15 16,0 0-45-16,0 2 18 0,-1-5-31 0,-1 1 48 15,0 0-17-15,-1 1 4 0,0-3-7 0,-2-1 10 16,-1 1-16-16,2-1 22 0,-2 0-3 0,-1-3-26 15,1 3 4-15,-1-5-19 0,0 4 40 16,-1-3-15-16,-2-1 25 0,1-1-86 0,-1 2-6 16,-1-2 0-16,-1 3 0 0,0 1 0 0,-2 1 0 0,2-1 0 15,0 3 0-15,-3 0 0 0,2 1 0 0,-2 0 0 16,2 0 0-16,-3 6 0 0,0-6-171 0,0 6-98 16,0 0-33-16,-11-3-60 0,11 3-41 0,-12 3-35 15,3 1-69-15,0 2-23 0,-3 2-29 0,2-1-49 16,-2 3-88-16,1 1-347 0,-2 0-659 0</inkml:trace>
  <inkml:trace contextRef="#ctx0" brushRef="#br0" timeOffset="14130.96">16210 12065 854 0,'-12'7'875'0,"3"-1"-176"0,-1-2-178 0,2-1-48 0,2 1-46 0,-2-2-21 0,8-2-35 15,-10 7-12-15,10-7-12 0,-9 4 2 16,9-4-19-16,0 0-51 0,0 0-44 0,0 0-27 16,0 0-38-16,17 1-31 0,-4-2-24 0,6-3-12 15,4 2 18-15,6-3-17 0,4-1-10 0,11-1 4 16,1-2-5-16,2 0-8 0,0-2-11 0,-1 1-9 0,0-3-19 16,1 1-8-16,-3-1-8 0,-1 1-6 0,-4-1-5 15,-6 3-4-15,-2 1-3 0,-5 0-17 0,-3 2-27 16,-3 0-44-16,-4 2-33 0,-2 1-101 0,-2 1-36 15,-3-1-81-15,-9 4-21 0,9-3-12 0,-9 3-65 16,0 0-53-16,-12 4-32 0,-1-1-44 0,-1 4-81 16,-9 3-583-16,-3 1-826 0</inkml:trace>
  <inkml:trace contextRef="#ctx0" brushRef="#br0" timeOffset="14331.72">16146 12278 281 0,'-19'11'718'0,"1"-1"-146"0,4-3-63 16,1 1-26-16,4-3-17 0,1 0-3 0,2-1-43 15,6-4-26-15,0 0-38 0,1 6-52 0,-1-6-34 16,19-1-55-16,-1-2-32 0,4-2-6 0,4 1-58 16,6-3-7-16,2-1-13 0,11-2-14 0,0 0-12 15,2 0-9-15,-1-1-7 0,4-1-4 0,-3 2-9 0,0-2-1 16,0 2-8-16,-2-2-8 0,-4 3-6 16,-9 0-13-16,-3 4-36 0,-3-3-50 0,-4 4-85 15,-6 1-84-15,1-2-150 0,-5 1-104 0,-4 0-122 0,-8 4-195 16,9-5-377-16,-9 5-805 0</inkml:trace>
  <inkml:trace contextRef="#ctx0" brushRef="#br0" timeOffset="15231.89">17530 11487 753 0,'0'-12'861'16,"-1"-1"-100"-16,1 2-167 0,0 0-90 0,1 4-92 0,-1-4-69 0,0 6-69 16,0 5-32-16,1-11 3 0,-1 11-27 0,0 0 10 15,3 8-56-15,-1-1-29 0,5 6-26 0,-2 6 6 0,2 3-49 16,2 4 9-16,4 5-41 0,1 4 19 0,0 1-13 16,0-2-39-16,3 0 28 0,-3-2-33 15,1-5 12-15,-3-2-68 0,1-2-46 0,-2-4-60 0,-2-4-75 16,-1-1-84-16,1-4-103 0,-4-3-55 0,-5-7-82 15,6 5-25-15,-6-5 7 0,0 0-335 0,0-12-476 16</inkml:trace>
  <inkml:trace contextRef="#ctx0" brushRef="#br0" timeOffset="15580.41">17717 11762 1337 0,'-7'-23'143'0,"-2"-2"38"0,0-6 16 0,2-1 7 15,-4-1 10-15,2 1-13 0,-1 0 23 0,1 4 28 16,3 5 40-16,1 1 3 0,-2 6-56 0,4 1-45 16,1 4-36-16,1 2-6 0,1 9 18 0,4-9 11 15,-4 9-25-15,12 4 1 0,-1 4-17 0,3 5-16 16,0 2 11-16,6 2-11 0,0 6-40 0,2 2 5 15,4-1-41-15,-2-2 4 0,-2-2-22 0,1-3 10 16,0 0-23-16,0-2 2 0,-4-5-25 0,2-1-17 16,0-3-12-16,-4-3-27 0,0-3 3 0,-1-3-19 15,1-1 1-15,-2-1 12 0,-1-5 10 0,-1-3 5 16,-1-2 0-16,-2-1-3 0,-1-4 25 0,-3 1-7 16,2-5 25-16,-3 0-20 0,-3-1 19 0,1-1-9 0,-3 0 8 15,-1-2 2-15,-2 2 9 0,2 3 11 16,-2 1-1-16,1 4 9 0,-2 2 2 0,3 2-4 15,-2 0-1-15,3 6 5 0,-2 2 6 0,2 6-3 0,0 0 3 16,0 0 29-16,0 0 9 0,0 11-2 0,2 1-13 16,2 1-4-16,2 3-6 0,3 3-8 15,-2 2-6-15,2-1-1 0,5 5-10 0,-3-3 2 16,2 2-12-16,-3-3 4 0,0-2-14 0,3-2-48 0,-3 0-43 16,2-1-85-16,-2-3-101 0,-2-2-74 0,1-2-52 15,-2-1-83-15,0-3-56 0,-1-1-472 0,-6-4-629 16</inkml:trace>
  <inkml:trace contextRef="#ctx0" brushRef="#br0" timeOffset="17164.4">18423 11395 218 0,'3'-10'707'15,"1"1"-154"-15,-1 1-106 0,-3 8-69 0,4-6-34 16,-4 6-3-16,0 0-11 0,0 0-1 0,0 0-41 16,5 7-23-16,-3 2-33 0,-2 0-20 0,0 4-30 15,0 1-24-15,1-3-29 0,0 6-24 0,2-3 2 16,-1 1-19-16,2-1-5 0,0-2-21 0,4 3 8 0,-3-2-32 15,1-3 13-15,1 0-21 0,-1-4 10 16,4 1-20-16,-1-4 11 0,0 0-18 0,-9-3 11 16,19 0-22-16,-7-5 3 0,-2 2-1 0,-2-2-3 15,-1-1-2-15,0-2 5 0,0 0 3 0,-4-1 7 16,-1-1 4-16,0-1 1 0,-5 3-1 0,1-3-5 16,-6 0 2-16,-1 1-4 0,-1 1-5 0,-4-1 22 15,0 3-29-15,-3-1 23 0,2 3-29 0,-2 0 38 16,4 2-41-16,-2 0 20 0,5 3-19 0,10 0-2 0,-21 2 4 15,14 1-3-15,-1 1 11 0,8-4 6 0,-10 10-17 16,6-5-5-16,4 2-1 0,0-7 8 16,5 13-25-16,-1-8 26 0,2 1-16 0,-1-1 13 0,3 0-9 15,2-3-2-15,-1 0 3 0,-9-2 7 0,22 0-2 16,-12-4 5-16,3 1-2 0,2-4 10 0,-1 1-3 16,3-3 5-16,0 0 4 0,2 0 8 15,0-1 1-15,0 1 5 0,2 0 17 0,-1 2-17 0,-1 0 13 16,0 2-20-16,-2 2 20 0,1-2-24 0,-2 5 19 15,0 2-25-15,2 1-3 0,-3 0 0 0,2 2-2 16,-3 2 4-16,0 1 5 0,-3 2-4 0,0-2-4 16,-1 1 27-16,-3 0-29 0,-2 0 24 0,1 0-30 15,-4-2 30-15,-2 0-23 0,0 1 29 0,0-8-27 16,-2 13 31-16,-4-9-26 0,6-4 35 0,-11 6-29 16,11-6 36-16,-15 4-30 0,15-4 15 0,-16-4 10 15,6 0 6-15,4 1-9 0,-1-3-1 0,0-1-6 16,0-2-3-16,5 1 10 0,-1-2-4 0,3-2 0 15,0 1 28-15,4-1-37 0,2-1 22 0,1 1-40 0,2-2 27 16,2 3-40-16,3 0 28 0,0-2-34 16,4 6 28-16,-4-2-33 0,3 4 19 0,-3 1-43 0,4 0 5 15,-2 0-64-15,-3 1-6 0,0 1-54 16,0 2-2-16,0 0-17 0,-1 0-4 0,-12 0 17 0,18 3 5 16,-18-3 21-16,14 2 45 0,-14-2 4 0,10 4 30 15,-10-4-7-15,8 4 19 0,-8-4 27 0,0 0-8 16,10 2 23-16,-10-2-8 0,0 0 28 15,0 0 7-15,11 2 8 0,-11-2-1 0,0 0 23 16,11 0-4-16,-11 0 13 0,14 2-5 0,-14-2-4 0,17 2 6 16,-6 0 5-16,-2 3 2 0,3 1 14 15,-1-2 1-15,1 3-5 0,-2 1-3 0,3-2-13 0,-3 2-13 16,-1 0-7-16,-2 0-11 0,1-2 0 0,-4 0-7 16,3 4 2-16,-5-6 26 0,1 1-4 0,-3-5-1 15,-3 11-7-15,3-11-6 0,-9 9-5 0,1-6-6 16,-2-2 3-16,0 1-4 0,10-2-1 0,-23-2 2 15,11-1 4-15,2-1 12 0,0 0 9 0,1-4-1 16,0 2 20-16,4-2-40 0,-1-2 31 0,3 1-30 16,3-4 39-16,3 2-45 0,4-3 21 0,1 1-37 0,4-3 30 15,3 2-7-15,0 3-7 0,4-2-4 16,-2 1-29-16,2 4 26 0,-2 2-29 0,-1-1 34 16,2 6-33-16,-4-1 28 0,1 4-28 0,0-1 27 15,0 6-27-15,-2-3 27 0,-2 1-26 0,1 4 4 16,-2-1 2-16,-2 1 2 0,-1-1 1 0,-3-1 3 15,1 1-6-15,-3 0 6 0,-1-1-2 0,-1-7 3 16,-3 10-1-16,3-10 3 0,-9 10-1 0,9-10 2 16,-12 5 0-16,12-5 0 0,-15 2 0 0,15-2 0 15,-13-2 29-15,13 2-34 0,-11-9 33 0,6 3-37 0,4 2 28 16,-2-5-32-16,3 1 31 0,3-2-32 0,2 1 28 16,1-1-29-16,3-1 29 0,3 1-31 0,-1 2 31 15,6-1-34-15,-2 1 32 0,-1 3-33 0,2-1 35 16,0 3-35-16,-3 1 31 0,2 2-32 0,-2 0 31 15,0 2-34-15,0 3 26 0,0 0-36 0,-1 1 28 16,-3 2-33-16,0 0 17 0,0-1-40 0,-1 3 20 16,-2-3-29-16,1 1 5 0,-1 0-9 0,3 1-3 15,-3-2-5-15,2 0 3 0,0 0-10 0,2-2 3 16,-1-2-6-16,1 0 8 0,3-2-1 0,-2 1-4 16,3-4 26-16,-1 0 5 0,5-1 25 0,-4-2-5 15,4-1 22-15,-4-1-8 0,5-2 5 0,-5-1 5 16,0 2 12-16,-1 0 8 0,-3-1 6 15,2 0 9-15,-6 2 2 0,1-2 5 0,-2 1 17 0,0 2 3 0,-4-2 7 16,-1 8-11-16,-5-12 3 0,1 5-20 16,-1 3 23-16,-3 0-10 0,-1 1-20 0,-2 3 9 15,-2 0-12-15,-1 2 9 0,1 1-20 0,-2 3 14 16,-2 4-12-16,1-1 11 0,2 5-15 0,0-1 18 0,2-1-22 16,3 4 14-16,3-3 7 0,-1 0 1 15,4 0-4-15,3-1 14 0,0-2-18 0,2-1-3 16,1 0 2-16,4-2-1 0,1-3-1 0,1-1-4 0,2-1 5 15,0 0-7-15,2-2 0 0,-1-2-2 0,1-1 0 16,4-2 27-16,-3-1-33 0,0 1 26 16,-1-1-19-16,-2 0 32 0,2-1 6 0,-3 2 39 15,-1 1-29-15,0-2 16 0,-1 2-44 0,-1 0 26 0,-7 4-41 16,13-4 26-16,-13 4-33 0,15 0 26 0,-15 0-30 16,21 2 29-16,-10-1-33 0,2 2 28 0,-1-3-29 15,-1 3 29-15,1 0-32 0,-2 0 32 0,0-3-34 16,0 2 37-16,-10-2-34 0,21 0 29 0,-11-4-22 15,0 1 24-15,-1-1-37 0,1-2 30 0,-1-4-29 16,0 1 30-16,-1-2-31 0,1-5 30 0,-3 4-2 16,3-7-1-16,-4-3-3 0,2 0-1 0,-4-1-1 15,1-4-2-15,-4-2-28 0,-1-4 35 0,-3-3-33 16,-3-3 38-16,-2 0-30 0,-3 1 36 0,-2 2-28 16,1 4 3-16,-1 6 34 0,0 2-34 0,3 6 30 15,-3 2-32-15,1 5 29 0,-1 5-32 0,2 3 5 16,1 6 28-16,-1 4-30 0,3 5 28 0,0 7 0 15,3 3-5-15,5 6 0 0,2-1-2 0,5 8 4 16,-2-2-3-16,5 6-8 0,0-1-55 0,3-7-16 16,-5-3-91-16,2 2-44 0,1-5-47 0,-5-3-106 15,1-2-92-15,-4-3-94 0,-2-2-142 0,0-3-619 16,-5 0-901-16</inkml:trace>
  <inkml:trace contextRef="#ctx0" brushRef="#br0" timeOffset="18363.82">18053 11368 106 0,'0'0'455'0,"6"-8"-119"0,-6 8-38 0,8-9-59 0,-8 9 6 16,6-5-19-16,-6 5-22 0,5-7-20 0,-5 7-33 0,5-7-18 16,-5 7-15-16,5-6-11 0,-5 6-5 0,8-4-17 15,-8 4-16-15,6-6-4 0,-6 6 15 16,8-5-21-16,-8 5 28 0,7-4 1 0,-7 4 0 15,0 0-6-15,8-4 34 0,-8 4 29 0,0 0 6 0,0 0 22 16,11 4 2-16,-11-4-3 0,2 7-35 16,-2-7-4-16,4 8-20 0,0-2 4 0,-3 0-13 15,2 1-5-15,-1-1-15 0,3 4-10 0,-1-2-9 0,1 0-2 16,-1 1-3-16,1-1-2 0,2 2-8 0,0-3-3 16,2 4 13-16,-1-1-26 0,1 2 41 0,1 1-5 15,2 2 50-15,0 1-29 0,-1-1 37 0,0 4-49 16,-1-2 35-16,-3 2-47 0,2-1 30 0,-2 0-38 15,1-2 27-15,-3-1-37 0,0-1 23 0,-1-2-38 16,-1 0 25-16,1-2-34 0,-2-1 29 0,1-2-28 16,-2 1 23-16,-1-8-32 0,2 10 21 0,-2-10-30 15,-6 6 20-15,6-6-27 0,0 0 37 0,-9 2-44 16,9-2 29-16,-8-3-34 0,8 3 31 0,-11-7-32 16,3 3 26-16,-1 0-24 0,-2-4 24 0,-5 2-29 15,2-1 29-15,-7 1-26 0,0-1 27 16,-3-1-30-16,2 1 31 0,-3 2-31 0,-1-2 26 0,3 1-23 15,0 1 27-15,0 0-29 0,4 0 28 0,1 2-27 16,0 0 24-16,4 1-26 0,0-1 33 0,4 0-32 16,-3 0 30-16,3 2-30 0,1 0 28 0,-1-2-25 0,10 3 30 15,-16-2-24-15,16 2 37 0,-15-4-24 16,7-1 6-16,1 2 7 0,-1-2 5 0,-1 2 1 16,3-3 4-16,-2-1-4 0,0 3-2 0,1-3-3 0,0-1-6 15,0 2 4-15,-1-2-6 0,-1 2-3 0,4 0-4 16,-3-2 1-16,2 1-4 0,1 0 3 0,-3 0-1 15,2 1-5-15,-1 0-2 0,1-1 0 16,-1 2 2-16,0-1-3 0,-1 0 1 0,3 1 3 0,-3 0-3 16,2 2-1-16,0-2 0 0,6 5 2 0,-11-6-2 15,11 6 1-15,-9-6 3 0,9 6-3 0,-10-6-1 16,10 6 2-16,-6-4-3 0,6 4 1 0,0 0-1 16,-8-6-1-16,8 6 1 0,0 0-2 0,-6-3 2 15,6 3-1-15,0 0 0 0,0 0 1 0,0 0 3 16,-13 0 3-16,13 0-3 0,0 0-2 0,-6 6 3 15,6-6 2-15,-4 7 3 0,4-7 1 0,0 14 6 16,0-3-2-16,2-1 9 0,0 5 18 0,0-1 42 16,1 4 23-16,2 0 25 0,-1 2-10 0,2 2-99 15,-1 0-19-15,0 0 0 0,2 2 0 0,-2-2 0 16,2 0 0-16,0-1 0 0,-2 1 0 0,1-3 0 16,-1 1 0-16,2-5 0 0,-4 2 0 0,3-2 0 15,-2 0 0-15,-2-2 0 0,3-1 0 0,-3-3 0 16,0 2 0-16,1 0 0 0,2-1 0 0,-3-1-302 0,-1-1-32 15,1 0-66-15,-1 1-76 0,2-1-149 0,-2-1-174 16,0 0-863-16,-1-7-1330 0</inkml:trace>
  <inkml:trace contextRef="#ctx0" brushRef="#br0" timeOffset="20030.13">9689 9574 86 0,'0'0'717'0,"0"0"-167"0,0 0-151 15,0 0-62-15,0 0-90 0,0 0-37 0,0 0-55 16,-2 6 6-16,2-6-2 0,2 5 19 0,-2-5-19 16,4 8 13-16,-1-2-9 0,-1 1 0 0,2 0-19 15,0 2 0-15,1 0-1 0,-1 0-30 0,2 1 26 16,-1 0-17-16,2 1-6 0,1 0 15 0,2 0 4 16,-1-1-2-16,2-1 8 0,2 0-7 0,0-4 8 0,3 0-25 15,1-3 22-15,5-3-22 0,3-2-20 0,7-7-18 16,9-4-16-16,1-5-13 0,12-7-12 15,3-2-8-15,5-4-5 0,3-3-4 0,4-4-9 0,14-8 2 16,3 0-6-16,-3-1 0 0,-1 2-28 16,-11 9 6-16,-3 1 22 0,-2 2-68 0,-2 2-73 15,-4 4-117-15,-6 3-154 0,-13 4-138 0,-4 6-156 16,-9 1-667-16,-2 2-967 0</inkml:trace>
  <inkml:trace contextRef="#ctx0" brushRef="#br0" timeOffset="21696.45">10010 11062 261 0,'-1'-9'491'0,"-2"4"-131"0,1-2-42 16,-1-2-67-16,1 2 11 0,-2-1-35 0,0 0 33 0,0 2-24 15,3-1 4-15,-3 3-15 0,4 4-40 0,-4-11-34 16,4 11-30-16,-2-9-29 0,2 9-5 0,0 0 31 16,0 0 8-16,-8 7 6 0,7 1 18 0,-1-1-13 15,1 4-30-15,1-2-18 0,3 3 16 0,-2-2-12 16,1 1 12-16,2-1 15 0,0-1 4 0,3 0 6 15,-1-2 12-15,3-2-14 0,0-1-10 0,1-1-6 16,4-3-3-16,2-4-17 0,5-2-16 0,6-6-15 16,6-4-13-16,4-4-9 0,3-2-6 0,11-6-2 15,3-4-3-15,2 2-32 0,-1-1 30 0,1 0-34 16,-1 0 2-16,-1 1 0 0,-4 1 0 0,-2 1-16 16,-7 4-35-16,-5 1-93 0,2 2-135 0,-6 2-140 0,-4 5-102 15,-5 2-157-15,-2 2-636 0,-2 2-925 16</inkml:trace>
  <inkml:trace contextRef="#ctx0" brushRef="#br0" timeOffset="23229.98">10833 10376 582 0,'7'-6'419'0,"-7"6"-57"0,-2-8-80 0,2 8-15 0,0-11-68 16,0 11 10-16,-1-14-45 0,1 6 9 0,-1-3-42 16,1-1 16-16,-3 0-21 0,3-1 1 0,-1-3-11 15,-2 0-12-15,1-1-22 0,-3-3 3 0,0-1-14 0,-2-1-12 16,1 2-10-16,-6-8-19 0,2 2 9 0,-3-1 13 15,-3-4-3-15,-5 1-10 0,2-1 19 16,-5-1-8-16,-2 0-5 0,-2-1-3 0,-5-6 6 16,-3 2 6-16,-1-1-8 0,-3 1-3 0,1 1-16 0,-2-2-2 15,-1 3-5-15,-3 1-2 0,0 0 3 0,-2 5 2 16,-2 0-9-16,-2 1 7 0,-1 0 4 0,-4 3-2 16,-2 1-7-16,-3 1-4 0,1 2-4 0,-3 5 1 15,2 1-1-15,7 5-5 0,-2 3 1 0,1 0 2 16,-3 5-6-16,2 3 3 0,0 5-5 0,-9 4 8 15,-3 4-6-15,4 2-1 0,3 6 1 0,1 0-1 16,1 5 2-16,5 3 6 0,1 3 5 16,0 0 4-16,6 6 5 0,0 0 4 0,2 1-3 0,0 3 6 15,3 2 18-15,2 1-2 0,1 2 6 0,2 2-7 16,1 3 23-16,1 0-5 0,2 3-5 0,1 2-11 16,1 0 18-16,3 0-18 0,4 2 2 0,1 1-8 15,5 3 12-15,2 2-15 0,4 2 4 0,3 2-1 16,2 3 6-16,3-2-4 0,1 2 18 0,4-2-7 15,2 2 12-15,2-3-4 0,5-2-20 0,-1 0 11 16,4 1 17-16,4-5-34 0,2 3 17 0,1-3-6 16,6-2 1-16,3 1-5 0,3-3-1 0,5-2-4 0,4 0-6 15,3-4-27-15,0 0 22 0,6-2-28 16,1-1 27-16,0-1-24 0,3-3 25 0,0-1-29 0,1-2 31 16,-2-4-33-16,4-2 37 0,-1-3-30 0,0-2 33 15,3-1-31-15,1-4 36 0,1-3-35 0,3-3 28 16,0-4-33-16,1-4 33 0,0-4-23 15,-7-3 40-15,1-4-20 0,-2-3 30 0,3-4-39 0,-1-1 38 16,-1-2-16-16,9-4 4 0,-2 0-2 0,-1-3-3 16,0-2 11-16,-2 1 28 0,-2-4 12 15,-3-1-15-15,1-1-15 0,-6-2 1 0,2-4-10 16,-6-1 5-16,0-4-4 0,-4-1-1 0,-3-5-9 0,0-2-7 16,-4-4-5-16,0-3 0 0,-1-6 1 0,0-2-6 15,-3-2-7-15,-1-1-18 0,0-6 18 0,-4-2 3 16,-1-2-6-16,-4-5-3 0,-4-4 42 0,-1-1-56 15,-5-3 1-15,-3 0-1 0,-5 2 8 0,-4 0-5 16,-2-1-1-16,-4 1 41 0,-5 0-55 0,-3 2 46 16,-5 2-51-16,-1-1 46 0,-7 4-52 0,-2-1 43 15,-5 5-45-15,-3 2 9 0,-5 3 2 0,-5 2 29 16,-14-7-44-16,-5 6 36 0,8 12-11 0,-7 6-17 16,-2 4-31-16,-6 4-14 0,-4 5-23 0,-3 6-42 15,0 6-27-15,-6 4-35 0,4 4-73 0,0 6-47 16,6 4-82-16,12 4-134 0,6 4-99 0,4 3-107 0,6 2-681 15,5 2-1020-15</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5:58:23.992"/>
    </inkml:context>
    <inkml:brush xml:id="br0">
      <inkml:brushProperty name="width" value="0.05292" units="cm"/>
      <inkml:brushProperty name="height" value="0.05292" units="cm"/>
      <inkml:brushProperty name="color" value="#FF0000"/>
    </inkml:brush>
  </inkml:definitions>
  <inkml:trace contextRef="#ctx0" brushRef="#br0">3569 12925 4 0,'0'0'384'0,"14"-3"-112"16,-14 3-65-16,18-3-41 0,-10 0-21 0,1 1-19 0,2-4-16 15,-2 3 5-15,0 0 2 0,4-2 4 16,-3-1 1-16,3 1 10 0,-2-1 5 0,1-3-2 16,0 3-16-16,0-1 0 0,2-1-3 0,-4 1 19 15,1-3 14-15,-1 2 6 0,-1-2 1 0,-2 2 1 0,0-2 9 16,-1 2-16-16,-1-3-20 0,-1 1-9 0,-1 0 5 15,-3 1-1-15,-2-1-17 0,0 1-13 0,-3-1-7 16,-4 2-10-16,-1-1-15 0,-3 4-7 16,-3 1 33-16,0 1-23 0,-1 3-5 0,-3 2-2 0,2 1 8 15,-5 3-2-15,1 4 15 0,4-1-21 0,-1 6 27 16,0-1-37-16,5 2 27 0,1 2-49 0,0-1-5 16,4 2-3-16,3 0-6 0,1-2 4 0,1-1 7 15,4 1 15-15,0 0 51 0,5-1-56 0,0-1 58 16,2-1-57-16,2-3 44 0,2 2-51 0,2-6 43 15,0 0-60-15,3-3 44 0,-2-3-52 0,3-2 4 16,1-3-3-16,1-3 1 0,0-2-4 0,-1-2-1 16,0-1 41-16,-4-4-52 0,3-3 46 0,-5-5-48 15,-2 4 43-15,-2-3-8 0,-3 2-3 0,-2-2-2 16,0 4-5-16,-3 0-1 0,-3 2 3 0,3 1-5 16,-4 1 3-16,3 3-7 0,-2 2-2 0,1 3-1 15,2 7 0-15,0 0-1 0,-9 2 7 0,4 7 19 16,2 7-34-16,-2 5 56 0,4 6-37 0,-1 0 10 15,2 9 32-15,3 6-44 0,2 4 72 0,-1-2-48 16,6-1 30-16,-1 1-11 0,0-4-11 0,2-1-7 0,1-5-9 16,-2-4-3-16,2-3 4 0,-3-6 34 0,0-1-14 15,1-4 73-15,-1 0-21 0,-1-7 55 16,0 1-50-16,0-4 21 0,1-4-64 0,-9-2 25 0,19-4-56 16,-10-3 37-16,3-5-56 0,-2-4 0 0,0-2-2 15,-2-5-15-15,-1-5-21 0,-3-3-7 0,0-3-31 16,-3-1 27-16,-2-2 3 0,0-1-9 15,-4-5 29-15,-3 4-50 0,3 4 43 0,1 5-80 0,2 6 20 16,-2 1-77-16,1 4-25 0,0 2-120 0,1 1-73 16,1 3-102-16,-3 4-82 0,4-1-4 0,0 10-44 15,0-9-117-15,0 9-333 0,5-7-677 16</inkml:trace>
  <inkml:trace contextRef="#ctx0" brushRef="#br0" timeOffset="235.27">4414 12853 911 0,'0'0'858'0,"6"-6"-174"0,-6 6-157 0,4-8-70 0,-4 8-77 16,4-7-41-16,-4 7-84 0,6-7-30 0,-2 2-62 15,1-3-6-15,5 3-52 0,2-5 10 0,6 3-47 16,0-5 4-16,7 0-51 0,1 1-29 0,2 0-65 0,0 0-65 15,-2-1-69-15,0 3-66 0,-4 0-60 16,0 3-33-16,-7 2-32 0,-2 1-16 0,-3 2-19 16,-10 1-49-16,9 2-219 0,-9-2-209 0</inkml:trace>
  <inkml:trace contextRef="#ctx0" brushRef="#br0" timeOffset="367.46">4511 12883 143 0,'-22'16'529'0,"3"-3"-117"15,5-1-93-15,-1 1-12 0,3-2-40 0,1 0 23 0,3-1-17 16,2-2 16-16,2-1-6 0,1 0-21 0,3-7-21 15,8 7-32-15,0-4-37 0,4-2-36 0,6-1-27 16,6-4-21-16,3 1-27 0,9-5-31 16,5-3-42-16,4-3-101 0,-2-1-86 0,3-1-111 0,-2-6-159 15,4-3-565-15,-3-1-648 0</inkml:trace>
  <inkml:trace contextRef="#ctx0" brushRef="#br0" timeOffset="600.26">5233 12449 502 0,'-4'-10'747'0,"0"2"-132"0,3 0-92 0,-4 4-96 15,5 4-62-15,-3-7 12 0,3 7-11 0,0 0-5 16,0 0-45-16,-2 10-29 0,2 1 11 0,1 0-78 16,0 4 5-16,2 4-81 0,3 5 15 0,2 2-74 0,1 3 25 15,1 0-61-15,2 1 34 0,3 1-54 16,2 1-5-16,-2 0-6 0,0-7-17 0,-1 0-58 15,2-2-78-15,-5 0-103 0,2-5-117 0,-4-2-102 16,-3-1-74-16,2-3-123 0,-3-2-578 0,-4-1-839 0</inkml:trace>
  <inkml:trace contextRef="#ctx0" brushRef="#br0" timeOffset="784.85">5445 12736 907 0,'0'0'762'15,"0"0"-133"-15,8-5-125 0,-8 5-55 0,8-3-7 16,-8 3-40-16,16-1-41 0,-4-1-48 0,1-2-35 16,6 1-38-16,3-1-40 0,4-2-29 0,6-2-32 0,1 1-28 15,8-5-21-15,4 1-18 0,-2-1-20 16,2-3-27-16,-3 0-91 0,-1-2-102 0,1-4-123 16,-5 0-106-16,-1-3-84 0,-4-2-101 0,-4-2-132 0,-2 1-363 15,-7-3-693-15</inkml:trace>
  <inkml:trace contextRef="#ctx0" brushRef="#br0" timeOffset="1184.03">6080 12137 696 0,'-6'-4'781'0,"1"-1"-158"0,5 5-138 15,0 0-36-15,0 0-7 0,-8 5-9 0,9 1-38 16,3 5-40-16,0 3-47 0,2 6 25 0,5 6-9 16,-2 4-18-16,2 6 14 0,3 2-25 0,2 2-29 15,-1 2-14-15,-1 1-17 0,4 1-36 0,-3-1-71 16,3-3 13-16,0 2-69 0,1-4 28 0,-2-2-55 15,-2-2 26-15,2-3-57 0,-6-6 0 0,2-1-4 16,-4-6-5-16,0-1 3 0,-4-3 8 0,0-1-2 16,1-6 0-16,-2-1-4 0,-4-6-1 0,0 0-9 15,0 0 23-15,-4-6-35 0,-3-8 19 0,-2-5-41 16,-9-12 29-16,-1-8-3 0,-7-11-18 0,-3-5 1 16,-2-3 0-16,2-2-15 0,1-1 39 0,2 1-37 15,4 2 45-15,6 4 12 0,4 12 4 0,6 3-4 16,2 5-2-16,4 7-9 0,6 2-3 0,2 2-6 0,4 5-3 15,3 2-1-15,2 3 2 0,2 4 2 0,1 2-4 16,-2 4 2-16,1 5-1 0,-1-1 2 0,0 5 4 16,1 1-33-16,-5 3 46 0,0 1-45 0,-2-1 38 15,-3 2-35-15,-3-1 41 0,-5 2-37 0,-1-2 45 16,-3 3-45-16,-5-1 43 0,-4 0-40 0,-4 0 34 16,-1-1-50-16,-7 1-1 0,1-4-84 0,-3-1-31 15,-3-1-70-15,3-1-82 0,2-1-62 0,0-2-134 16,-2 1-131-16,5-2-114 0,1 1-802 0,-1-1-1186 15</inkml:trace>
  <inkml:trace contextRef="#ctx0" brushRef="#br0" timeOffset="1699.74">5036 14127 707 0,'-14'5'534'0,"5"-3"-128"0,0 1-72 0,9-3-43 0,-14 3-36 16,14-3-3-16,-9 3-1 0,9-3-27 0,0 0-12 15,0 0-25-15,4-6-31 0,5-1-24 0,10-2-21 0,7-3-13 16,8-4-4-16,3-2-15 0,3 1-18 16,3-2-9-16,-2 1-13 0,0 0-7 0,1 2-15 15,-6-1-31-15,0 1-43 0,-8 2-47 0,-4 4-48 16,-3 1-55-16,-6 2-41 0,-6 1-44 0,-9 6-33 0,9-6-30 15,-9 6-27-15,-6 4-376 0,-3-1-271 16</inkml:trace>
  <inkml:trace contextRef="#ctx0" brushRef="#br0" timeOffset="1873.07">5142 14130 394 0,'-32'25'329'16,"4"-3"-37"-16,5-2-48 0,4-1-26 0,1-1-11 16,5-3 10-16,4-2-5 0,3-1 1 0,2 0-11 15,4-4-15-15,4-1-11 0,4 0-20 0,3-6-27 16,7 1-23-16,9-5-9 0,7-4-13 0,11-5-3 0,5-4-14 15,10-4-5-15,0-4-22 0,-2-3-28 0,-2 2-77 16,-5-4-79-16,-5 1-55 0,-9 2-74 16,-5-2-70-16,-3 2-99 0,-3 0-275 0,-8 1-224 0</inkml:trace>
  <inkml:trace contextRef="#ctx0" brushRef="#br0" timeOffset="2050.29">5595 13715 459 0,'0'0'604'16,"-9"-7"-134"-16,9 7-119 0,0 0 4 0,0 0-14 15,0 0-6-15,5 7 21 0,0 1 0 0,3 2 14 16,3 4-46-16,2 0-60 0,1 2 14 0,4 4-55 16,1 4 19-16,4 0-90 0,-1 3 18 0,1-2-78 15,-1 0 32-15,-5-1-66 0,0-2 36 0,2-1-18 16,-2 1-21-16,-3-3-29 0,-1-2-77 0,-2 2 6 16,1-3-90-16,-2-4-42 0,-3 1-83 0,1-1-116 15,-1-2-69-15,-2 0-72 0,0-4-133 0,-3 0-450 16,-2-6-718-16</inkml:trace>
  <inkml:trace contextRef="#ctx0" brushRef="#br0" timeOffset="2234.9">5986 13883 420 0,'10'-8'715'0,"0"1"-164"0,0-2-79 0,4-1-43 0,3 0-32 15,3-2-7-15,7 0-21 0,7-4-35 0,0 0-38 16,4-1-56-16,3 0-46 0,3-1-37 15,-2 1-31-15,4-1-27 0,-4 4-21 0,0-2-42 16,-2 0-93-16,-3 2-101 0,-2 0-96 0,-7 1-97 0,-3 1-69 16,1-2-94-16,-7 3-117 0,-1 0-285 15,0-4-485-15</inkml:trace>
  <inkml:trace contextRef="#ctx0" brushRef="#br0" timeOffset="2549.83">6778 13318 101 0,'-4'-4'766'0,"4"4"-159"0,0 0-68 15,-9 2-44-15,3 7-60 0,-2 2-33 0,1 2-39 16,-4 3-43-16,-1 3-19 0,0 0-69 0,-2 4 9 16,4 0-62-16,1-3-30 0,0 2-30 0,5 2-22 15,-1-2-14-15,5 2 1 0,0-5-5 0,5 3 6 16,3 0-16-16,-1-5-12 0,5 1-3 0,1-3 18 16,-1-2-4-16,6-2 5 0,-4-2-1 0,4-4-14 15,-1-3-9-15,2-2-10 0,-1-2 2 0,4-1-6 16,-2-4 0-16,-1-2-6 0,-1-2 27 0,0-3-44 15,-4-2 35-15,-1-2-49 0,-3-2 38 0,-1-1-42 16,-5-1 38-16,-3 3-40 0,-2-1 35 0,-3-1-41 16,-5 0 45-16,-2 2-48 0,-6 0 38 0,-1 1-38 15,-5 4 39-15,-3 1-42 0,0 2 40 0,-5 5-38 0,4 1 37 16,2 3-43-16,-1 1 40 0,3 2-48 16,3 2 3-16,1 2-98 0,3 0-36 0,2 3-132 15,5 0-139-15,3 1-108 0,3 0-132 0,3 0-707 16,3-1-982-16</inkml:trace>
  <inkml:trace contextRef="#ctx0" brushRef="#br0" timeOffset="2815.9">7283 13449 932 0,'0'0'909'0,"-1"-5"-195"0,1 5-158 0,0 0-121 0,-3-8-73 0,3 8-78 16,0 0-58-16,0-6-38 0,0 6-52 15,0 0-25-15,0 0-25 0,-1-7-33 0,1 7-68 0,0 0-114 16,0 0-158-16,5-8-156 0,-5 8-268 0,10-3-352 15,-2-2-680-15</inkml:trace>
  <inkml:trace contextRef="#ctx0" brushRef="#br0" timeOffset="3283.04">7473 13177 739 0,'0'-11'804'0,"0"6"-119"15,-1-3-149-15,0 0-87 0,2 2-69 0,0-4-55 0,-1 4-49 16,3-3-38-16,1 2-45 0,-1 0-28 16,4-2-16-16,-1 3-37 0,4-1-18 0,2 1-15 15,2 0-23-15,0 1-14 0,-1 3-3 0,1-1-9 16,-1 3-9-16,-1 0-8 0,0 3-2 0,1 0-5 16,-4 1-3-16,-2 2-6 0,0 0 0 0,-3 2 3 0,-2 0 11 15,1 3-19-15,-7 0 22 0,0 2-26 0,-1-1 21 16,-3 2-24-16,-1-3 26 0,-1 3-24 0,1-3 20 15,1 1-21-15,1-4 19 0,1-1-20 16,-1 1 21-16,2-1-18 0,1-1 14 0,4-6-13 0,-4 7 18 16,4-7-19-16,7 4 16 0,-7-4-17 0,15 0 22 15,-1-3 3-15,0 2-10 0,3 0-17 0,1-1 20 16,0 0-15-16,-1 2 16 0,-1 0-18 0,-1 0 23 16,-1 0-20-16,3 2 17 0,-3 2-16 0,-1 1 16 15,1 1-15-15,-4 1 22 0,1 1-20 0,-3 2 20 16,0 1-24-16,-4-2 22 0,-2 2-16 0,-1-1 40 15,-1 0-26-15,-1 2 34 0,-4-3-29 0,1 2 26 16,-5-1-36-16,-1-1 30 0,-3 0-36 0,0-2 35 16,-2-1-41-16,-3-3 35 0,0-1-40 0,-1 0 38 15,1-4-41-15,-1-1 30 0,4-2-41 0,-2-1-17 16,4-1-72-16,2-1-90 0,2-3-92 0,1-2-81 16,6-2-50-16,0-1-102 0,5-1-109 0,2-5-312 15,5-6-532-15</inkml:trace>
  <inkml:trace contextRef="#ctx0" brushRef="#br0" timeOffset="3583.91">8036 12837 346 0,'11'-9'957'0,"2"3"-182"0,-5 2-141 15,-2 0-119-15,-6 4-49 0,0 0-61 16,0 0-43-16,4 5-45 0,-8 1-33 0,-4 2-32 0,-1 4-40 16,-1 1-41-16,0 1-41 0,0 4 0 0,0 1-26 15,2 4-22-15,3-2-17 0,1 1-12 0,4-2 27 16,1 3-52-16,3-2 72 0,1 2-37 0,4-2 30 15,2-2-41-15,1-1 34 0,3-1-40 0,1-3 25 16,0-1-43-16,1-2 40 0,1-2-40 0,-3-3 35 16,2 0-46-16,-4-5-2 0,2-1-4 15,-4-3-2-15,3-1 3 0,-1-3-7 0,-4-2 0 0,0-1-2 16,-3-1-1-16,-3 1 3 0,-2-3-9 0,-2 4 11 16,-4-2-14-16,-4 2 0 0,-4-1-1 0,-3 5 2 15,-1 2-1-15,-6 2-26 0,-1 3-25 0,-2 3-49 16,-5 2-58-16,3 6-52 0,-7 4-66 0,4 2-98 15,3 2-105-15,0 3-59 0,2 0-87 0,6-2-704 16,-2 0-938-16</inkml:trace>
  <inkml:trace contextRef="#ctx0" brushRef="#br0" timeOffset="3900.25">6152 14366 624 0,'-9'11'938'0,"4"-2"-197"0,1 0-178 0,0-2-110 0,2-1-51 16,2-6-55-16,6 8-21 0,5-6-44 0,5-4-42 0,8 0-41 16,9-8 2-16,11-1-82 0,4-2 19 0,1 1-73 15,-1 0 29-15,2 0-106 0,-6 1-69 0,-2 0-109 16,-9 3-85-16,-6 2-97 0,-5 1-46 0,-6 3-84 16,-16 2-79-16,13 2-448 0,-13-2-642 0</inkml:trace>
  <inkml:trace contextRef="#ctx0" brushRef="#br0" timeOffset="4033.11">6153 14609 338 0,'-14'10'779'0,"6"-2"-184"16,5-4-123-16,3-4-103 0,2 8-68 0,7-6-35 15,5-2-45-15,4 0-32 0,10-4-21 0,7-3-12 16,12-4-23-16,3-2-25 0,11-4-22 0,-2 0-49 16,1 0-157-16,-9 5-175 0,-4-2-310 0,-3-1-395 15,-3-2-597-15</inkml:trace>
  <inkml:trace contextRef="#ctx0" brushRef="#br0" timeOffset="26499.56">7596 14268 245 0,'1'-15'478'16,"-1"2"-74"-16,0 3-70 0,-1-1-28 0,0 2-22 15,-3-1-9-15,4 3-23 0,-3 0-10 16,2 1-10-16,0 0-13 0,1 6-8 0,-7-10-17 0,7 10-18 16,-7-2-15-16,7 2-5 0,-9 2-5 0,1 0-18 15,2 4-15-15,1 2-20 0,-3 3 1 0,0 0-17 16,3 3-13-16,0 0-13 0,1 2-19 0,3-1 4 15,0 0-16-15,2 2 5 0,0-2-17 0,3-1 12 16,1 0-17-16,3-1-1 0,1-2 2 0,0-2-3 16,2 1 1-16,3-4-1 0,0-2 7 0,2-2-11 15,-2-2 13-15,1-1-7 0,2-3 10 0,-2-3-12 16,2-4 10-16,-1-1-5 0,-3-3 3 0,4-4-7 16,-6-5 0-16,2-2-2 0,-5 0-1 0,-3-1-1 15,-1 4 1-15,-4-3-1 0,-2 1 5 0,0 2-21 16,-5 2 17-16,1 2-14 0,-4 2 14 0,-2 1-12 15,-1 6 11-15,-2 4-9 0,2 1 10 0,-3 5-12 16,-1 5 9-16,-3 1-3 0,-1 5-4 0,-3 5-8 16,5 2-16-16,2 1-34 0,2 1-53 0,6 0-83 15,1-1-120-15,8-1-93 0,0-1-141 0,5-3-569 0,7 2-737 16</inkml:trace>
  <inkml:trace contextRef="#ctx0" brushRef="#br0" timeOffset="26799.89">8198 14031 486 0,'0'0'854'0,"0"-9"-173"0,0 9-136 0,-3-6-107 16,3 6-70-16,0 0-60 0,-10-1-50 0,10 1-42 16,-9 4-40-16,9-4-39 0,-5 8-25 0,3-2-1 15,2-6-9-15,0 13-13 0,0-13-6 0,2 12-12 16,-2-5-8-16,3-1-8 0,-1 0-6 0,2 1-4 15,-4-7-7-15,4 9-2 0,-4-9 3 0,4 9 4 16,-4-9 11-16,2 6-18 0,-2-6 17 0,0 0-38 16,0 0 26-16,0 0-38 0,2-7 30 0,-2 7-34 15,-4-11 31-15,1 6-38 0,-1-1 30 0,-1-1-33 16,0 1 23-16,0-1-38 0,1 3-10 0,-1-2-68 16,0 3-53-16,0-2-91 0,5 5-112 0,-8-5-80 15,8 5-95-15,0 0-99 0,-4-6-349 0,4 6-575 16</inkml:trace>
  <inkml:trace contextRef="#ctx0" brushRef="#br0" timeOffset="27181.98">8598 13637 67 0,'-4'-10'690'0,"-1"1"-142"16,-2-1-132-16,-1 1-50 0,-1 0-41 0,0 2-31 0,1 2-23 15,-1 0-19-15,0 1-14 0,0 0-25 0,9 4-12 16,-16 0-11-16,16 0-7 0,-16 6-15 0,9 0-12 16,-1 3-15-16,2 2-21 0,-1 1-20 0,2 3-17 15,-1 1-14-15,3 1-14 0,1 2-10 0,0 0-8 16,4 1 20-16,0 4-36 0,2-2 16 16,4-2-26-16,-2 2 13 0,3-3-19 0,4-1 18 0,0 0-26 15,1-4 29-15,2 0-29 0,2-3 16 0,0-2-19 16,2-1 20-16,-3-6-20 0,2 0 26 0,2-2-25 15,-5-2 20-15,2 0-24 0,-1-4 21 0,-2-2-22 16,2-1 3-16,-2-2 2 0,-3 0 5 0,-1 0-6 16,-3-3 6-16,-3 2 0 0,-1-2-3 0,-3 3 1 15,-2 0 0-15,-3 0 3 0,-4 1-2 0,-2 1-1 16,-3 4-1-16,-3 0-1 0,-1 1 2 0,-3 4-1 16,0 3 3-16,1 0-12 0,-1 1-17 0,2 3-42 15,3 1-82-15,2-1-114 0,1 2-92 0,7-1-113 16,0-1-144-16,5 0-460 0,5-1-693 0</inkml:trace>
  <inkml:trace contextRef="#ctx0" brushRef="#br0" timeOffset="27582.67">9448 13505 517 0,'19'-16'871'0,"-4"2"-170"0,-4 3-131 16,-6 3-82-16,0-1-70 0,-3 3-47 0,-2 6-62 0,-7-7-23 15,7 7-63-15,-17 0-34 0,3 3-29 0,-1 0-27 16,-7 4-16-16,-1-1-12 0,1 3-13 16,-1 0-16-16,-4 1-6 0,2 0 43 0,-2 1-55 15,5-1 37-15,-1 0-60 0,2-2 42 0,1 1-53 0,0-2-10 16,3-1 7-16,3 0 3 0,3 0 6 0,-2-2 9 16,5-1 10-16,-2-1-2 0,10-2-13 0,-18 0 2 15,9-2 30-15,3-4-49 0,-2 0 35 0,3-5-47 16,1-1 37-16,-1-3-43 0,2-1 35 0,2-3-44 15,0 1 48-15,2-1-52 0,-1 1 44 0,3 1-42 16,-2-1 40-16,2 2-42 0,-1 4 37 0,-1 1-43 16,2 1 37-16,1 2-36 0,-4 8 45 0,11-6-27 15,-11 6 52-15,16 8-31 0,-6 1 34 0,5 6-39 16,-3 0 47-16,3 7-41 0,0 1-4 0,2 2 2 16,0 3-9-16,1 3-1 0,1-1-28 0,-4 2 32 15,4-1-33-15,-1 0 31 0,3-2-13 0,-1 2-74 16,-1-3-106-16,-1-5-93 0,4-2-171 0,-4-2-196 15,-2-6-217-15,0 1-558 0,-4-4-1025 0</inkml:trace>
  <inkml:trace contextRef="#ctx0" brushRef="#br0" timeOffset="27719.71">9627 13616 815 0,'6'-2'883'0,"-6"2"-176"0,10-6-170 16,-10 6-90-16,8-6-96 0,-8 6-64 0,8-3-68 15,-8 3-81-15,0 0-146 0,6-4-203 0,-6 4-223 0,0 0-739 16,0 0-784-16</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00:00.921"/>
    </inkml:context>
    <inkml:brush xml:id="br0">
      <inkml:brushProperty name="width" value="0.05292" units="cm"/>
      <inkml:brushProperty name="height" value="0.05292" units="cm"/>
      <inkml:brushProperty name="color" value="#FF0000"/>
    </inkml:brush>
  </inkml:definitions>
  <inkml:trace contextRef="#ctx0" brushRef="#br0">8874 8103 342 0,'0'0'577'0,"0"0"-139"0,0 0-47 0,-1-8-50 0,-4 5-5 0,-2-4-28 0,2 3-7 16,-1-3-12-16,-1-1-16 0,2 2-30 0,-1-3-39 15,2 1-39-15,-2-1-25 0,3 0-8 0,1 0-20 16,-1-1-24-16,3-2-16 0,3 3-17 0,-1-4-7 16,3 2-18-16,0 1 5 0,4-2-16 0,0 2 3 15,3 0-12-15,-1 4 5 0,-1-3-9 0,3 4 4 16,-1 0-6-16,-2 2 8 0,0 2-10 0,-10 1 5 15,17 1-6-15,-8 4 6 0,-3-1-1 0,-2 6-4 16,-2 2 7-16,-2 1-7 0,-2 4 4 0,-3 5-6 16,-5 4 6-16,-1 2-5 0,0 0 10 0,-4 5-7 15,3-4 0-15,-1 0 1 0,3 2 8 0,1-2 9 0,4 2 1 16,0 1 6-16,1-5-1 0,8 0 6 16,0 3 1-16,2 1-1 0,3-5 1 0,4 1 0 0,2-2-2 15,4-3-4-15,-1-3-6 0,4-1 9 16,-1-2-19-16,-1-4-6 0,0-2 1 0,1-3-1 15,-5-2 0-15,2-2-1 0,-2 0-2 0,-4-2-1 16,1-1 2-16,-13 0-3 0,22-4 2 0,-15 3 2 0,-7 1 2 16,12-6 8-16,-12 6 5 0,5-6 7 15,-5 6-5-15,0 0 0 0,0 0-1 0,-11-1 1 16,4 6-11-16,1 1 0 0,-2 3-4 0,-1 4-4 0,3 3 7 16,1 6-1-16,2 2 1 0,3 2 0 0,1 2-1 15,3 5 2-15,5 5-3 0,3 0 12 16,-1-1 39-16,2 3-33 0,1-1 2 0,1 0 18 0,2-1-29 15,-3 1 18-15,1 1-24 0,0-3 20 0,-4-2-7 16,-3-5-2-16,-2 2-5 0,-1-7-1 0,-4-1 5 16,-1 1 53-16,-2-2-1 0,-6-1-5 0,-1-1-9 15,-3 1-2-15,-5-3 10 0,-4-3-13 0,-2-1-13 16,-1-3-8-16,0-5-3 0,-2-3-8 0,-1-4-3 16,1-3-6-16,0-4-26 0,2-6-36 0,1-5-77 15,4-4-111-15,4-5-127 0,5-3-116 0,8-4-73 16,3-1-124-16,7-5-711 0,4-3-986 0</inkml:trace>
  <inkml:trace contextRef="#ctx0" brushRef="#br0" timeOffset="383.02">9877 8438 1177 0,'-20'0'876'0,"1"0"-155"0,2 1-148 0,-1 1-100 0,4-2-88 0,0 2-83 0,2-2-65 16,2 0-45-16,10 0-10 0,-12 3 6 0,12-3-4 0,0 0-21 15,0 0-15-15,11 7-26 0,2-6-22 0,6-1-21 16,0 1-13-16,8-2-15 0,4 1-36 0,-2-3 26 16,7 1-33-16,-3-1 25 0,-5 0-36 0,2-1 31 15,-5 0-36-15,1-1 32 0,-6 1-30 0,-3 2 30 16,-1-2-28-16,0 1 26 0,-4 0-24 0,-1 1 37 15,-11 2-30-15,14-2 33 0,-14 2-30 0,0 0 32 16,4 4-31-16,-4-4 31 0,-7 10-37 0,-1-1 29 16,2 2-4-16,-4 7-2 0,1-1-5 0,1 3-1 15,-1 3-5-15,2-2-2 0,0 4-2 0,1 1-2 16,-1 4-3-16,2-7 0 0,-1 2 0 0,2 2 0 16,-1-2-4-16,1 0 0 0,-1 0-30 0,1-3-73 0,2 0-51 15,-1-3-68-15,-1-2-128 0,3-2-111 16,0-4-58-16,1-1-109 0,1-4-747 0,-1-6-974 15</inkml:trace>
  <inkml:trace contextRef="#ctx0" brushRef="#br0" timeOffset="583.04">10445 8250 840 0,'7'-8'858'0,"1"0"-181"0,-8 8-134 0,10-2-75 15,-10 2-36-15,7 6-31 0,-4 1-62 0,1 3-12 16,1 3-66-16,-1 2-8 0,1 1-47 0,2 6-8 15,-1 0-30-15,2 2-37 0,-1 4-26 0,1 1-22 16,1 0-12-16,1-1-20 0,-3 0-8 0,2-2-16 16,-3-4-59-16,4 0-95 0,-2-2-96 0,-2-3-126 15,2-2-115-15,0-3-54 0,-2-5-126 0,2-3-663 16,-8-4-910-16</inkml:trace>
  <inkml:trace contextRef="#ctx0" brushRef="#br0" timeOffset="932.99">10851 8131 640 0,'4'-9'839'0,"0"0"-180"0,-2 3-137 16,-2 6-85-16,0 0-48 0,0 0-41 0,0 0-47 15,0 0-23-15,-10 10-25 0,8-5-39 0,-2 4-35 16,-1 1-27-16,-1-1-35 0,1 4-21 0,-1-1-20 16,1 1-10-16,-2 0-19 0,4 1-1 0,-3-3 9 15,3 1-29-15,0-3-16 0,-1 1 13 0,3 0-18 16,1-3 17-16,0-1-10 0,4 0 10 0,0-1-17 0,-4-5 15 15,11 5-22-15,-11-5 32 0,20 1-34 16,-8-2 12-16,3-1-13 0,2 1 10 0,1-1-14 16,1 0 14-16,0 2-11 0,2 0 13 0,-2 2-12 15,0 0 11-15,0-1-12 0,0 4 14 0,-1 2-24 16,-1 0 18-16,1 4 13 0,-4 0-13 0,-3 1 12 0,-2 0-18 16,-2 1 16-16,-2 2-17 0,-4-1 23 15,-1 1-15-15,0-1 21 0,-4 2 0 0,-1-2-9 0,-1 1 0 16,-2-2 0-16,-2 0 2 0,0 0-7 0,-6-2-24 15,4-1 24-15,-4-2-5 0,2-1-4 0,-4-3-19 16,2-1-36-16,-3-3-42 0,-1-1-80 16,1-2-98-16,-3-5-111 0,2-1-84 0,-4-5-115 0,1-1-679 15,1 1-871-15</inkml:trace>
  <inkml:trace contextRef="#ctx0" brushRef="#br0" timeOffset="1103.69">10731 8237 1036 0,'7'-9'707'0,"1"0"-101"15,-1 1-73-15,-1-2-38 0,4-1-46 0,2-1-43 16,2-3-34-16,1 1-45 0,5-2-26 0,2-1-46 0,8-5-50 16,2 0-36-16,1 1-38 0,5-1-23 15,2 1-22-15,0 1-18 0,0 0-14 16,-3 2-15-16,-2 0-84 0,-8 5-161 0,-7 3-210 0,-3 0-242 16,-9 2-932-16,-7 2-1241 0</inkml:trace>
  <inkml:trace contextRef="#ctx0" brushRef="#br0" timeOffset="13499.08">18795 4545 285 0,'0'0'451'0,"9"-9"-107"0,-9 9-45 0,5-7-48 0,-5 7-9 16,4-9-66-16,-4 9 20 0,4-9-54 0,-4 9 21 16,1-10-30-16,2 4 13 0,-3 6-32 0,2-10-5 15,-2 10-27-15,2-10 18 0,-2 10-15 0,2-11-15 16,-2 4-13-16,0-1-9 0,0 8 2 0,0-13 4 15,-1 7-7-15,-2-1-8 0,1-3 0 0,-1 2 23 16,-1-2-6-16,-2 1-5 0,-3-1 13 0,3-2 26 16,-1 1-10-16,-3 0-16 0,-1 0-12 0,0-4-7 15,-4 2 40-15,1-1 19 0,-4 1 2 0,3-2-8 16,-4-1-15-16,-1-1-20 0,-3 2-10 0,0 0 11 16,-2-1-36-16,2 0-5 0,-4 1-4 0,1 1-2 15,-2-2-4-15,0 4-1 0,1-1 1 0,-1 1-4 0,1 1-3 16,2-2 0-16,-5 4-2 0,2-2 0 15,1 2-2-15,-3-1 0 0,0 2 4 0,0-1-2 16,-2 1-4-16,-2 0 2 0,1-1-1 0,-9 0 3 16,1 0 12-16,-1 0-11 0,-4-1-2 0,0 0 22 0,-4 1 3 15,-1-2 6-15,-2 2 21 0,1-2 1 0,-3 3 2 16,2-3-33-16,0 2 18 0,1 2-33 0,-1-2 29 16,5 3-34-16,-2-1 45 0,1 1-29 0,0 1-2 15,-1-2 32-15,1 4-48 0,1 0 36 0,-1-1-37 16,-2 4 60-16,-1-3-50 0,0 2 41 0,-1-1-53 15,-1 1 42-15,-1 1-49 0,3 0 42 0,-3 1-47 16,2 1 48-16,1 2-55 0,3-4 48 0,2 4-48 16,0-1 46-16,1 2-47 0,1 2 47 0,-1-1-48 15,3 0 47-15,0 2-7 0,-1 0-2 0,3 2-4 16,-3 0 7-16,3 1 1 0,2 2 9 0,-2-1-13 16,3 1-2-16,-1 2 2 0,1 0 5 0,0-2-4 15,2 3-1-15,0-2 0 0,0 2-4 0,2-4 1 16,-1 3 6-16,4-3-5 0,2 1 7 0,0-1 0 15,-2 0 0-15,3 1-4 0,-1-1 10 0,-1-1-5 16,2 2-2-16,1-4-7 0,-1 4-1 0,0-1 0 16,2 1-3-16,-1-1-1 0,1 1 4 0,0 1 8 15,-1 1-8-15,2 0-4 0,-1 0 0 0,3 1 1 16,-1 1-3-16,0-1-38 0,1 1 54 0,1 0-44 0,0-1 45 16,2 2-27-16,0 0 12 0,3 0 3 15,0 0 3-15,2-3 32 0,2 3-43 0,2-4 35 16,0 4-40-16,2 1 34 0,-1 0-35 0,4 0 31 0,1 4-41 15,1-3 36-15,1 4-36 0,3-4 36 0,1 5-2 16,3 1-4-16,0 3-12 0,3 2 9 16,3-4-37-16,0 4 37 0,0-2-34 0,5 3 37 15,2 0-32-15,2 0 38 0,-1-2-38 0,4 0 36 0,0-1-36 16,2-1 6-16,-1-3 2 0,3 0 2 0,-1-2 2 16,3 2-24-16,0-3 32 0,3 0 2 0,0 0 1 15,2-1 11-15,3 2 7 0,-2-2 4 0,7 0-3 16,-1-2 22-16,2 1 9 0,1-1 4 0,3-1-8 15,9 3-9-15,-10-4-9 0,11 2-5 0,-7-2-6 16,-2-1 24-16,4-2 10 0,-1 0-6 0,-1 0 1 16,4 1 13-16,-2-3-10 0,2-1-8 0,-1 1-6 15,3-2-5-15,0 1 16 0,-1-4-2 0,2 1-10 16,0-1-4-16,-1-1-3 0,1 1-4 0,1-2 26 16,0-1-36-16,-2-1 62 0,1 0-59 0,-1-2-25 15,-1 2 0-15,2-3 0 0,-1-1 0 0,-3-2 0 16,1 0 0-16,-1 2 0 0,2-5 0 0,-2 3 0 15,0-4 0-15,0 2 0 0,0-1 0 0,-2-2 0 16,-1 2 0-16,-2 1 0 0,2-3 0 0,-2 1 0 16,0 0 0-16,-3 0 0 0,0 0 0 0,0-3 0 15,-2 3 0-15,-6 0 0 0,2-4 0 0,-2 5 0 16,-3-4 0-16,-1 1 0 0,0 1 0 0,0-3 0 16,0 2 0-16,2-1 0 0,-2-2 0 0,0 1 0 0,4 0 0 15,1-3 0-15,-2 0 0 0,1 2 0 0,-6-1 0 16,1 0 0-16,0 1 0 0,-2-1 0 0,-1 0 0 15,0-1 0-15,0 1 0 0,0-2 0 0,-1 1 0 16,-1-2 0-16,-3 1 0 0,0 0 0 0,-3-1 0 16,1 2 0-16,-1-4 0 0,-1 0 0 0,-1 0 0 15,-1-1 0-15,-2 2 0 0,2-4 0 0,-2 2 0 16,-1-1 0-16,0-3 0 0,0 0 0 16,-2-1 0-16,-1 1 0 0,3-1 0 0,-2-2 0 0,0 1 0 15,0 0 0-15,0 0 0 0,0 0 0 0,-1 0 0 16,-5 4 0-16,4-1 0 0,-5 1 0 15,2-1 0-15,-5-1 0 0,2 1 0 0,-4 2 0 16,0 0 0-16,-2-4 0 0,-5 0 0 0,1-3 0 0,-7-1 0 16,1 2 0-16,-2 1 0 0,-5-5 0 0,-2 3 0 15,-4-1 0-15,0 3 0 0,-5-2 0 16,-3 5 0-16,-5-1 0 0,-2 2 0 0,-1 2 0 0,-5 0 0 16,-1 3 0-16,-3 3-202 0,0 1-155 0,4 4-83 15,-2 2-88-15,8 3-169 0,2 2-130 0,7 1-800 16,0 2-1285-16</inkml:trace>
  <inkml:trace contextRef="#ctx0" brushRef="#br0" timeOffset="16164.58">3026 15922 152 0,'-5'-16'595'0,"2"3"-105"0,-2 1-132 0,2 1-52 0,1 2-54 0,-1 0-48 0,2 2-52 16,-3 0-15-16,4 7-21 0,-2-8 53 0,2 8-26 15,0 0 60-15,0 0-64 0,9 7 48 0,-4 1-54 16,1 3-29-16,2 3-18 0,3 3 45 0,2 7-22 16,0 0-22-16,1 1-16 0,0 1-15 0,-1 3-16 15,0-1-3-15,-2 1-14 0,-1-1 28 0,-1 1-47 16,-1-2 6-16,1 1-66 0,-4-6-28 0,0 1-136 15,-1-5-67-15,-4-3-38 0,1 2-51 0,-2-6-42 16,-2-2-20-16,0-2-306 0,-4-2-252 0</inkml:trace>
  <inkml:trace contextRef="#ctx0" brushRef="#br0" timeOffset="16382.24">2981 16151 197 0,'-18'-33'433'0,"4"-2"-85"0,0-1-51 0,5-2-4 16,4 8-33-16,2-2-18 0,3 4 7 0,2 2-18 15,2 1 14-15,2 0-44 0,3 1 22 0,5 2-54 16,1 2 16-16,2 4-46 0,2 4-9 0,-1 2-22 15,5 4-13-15,-5 4-18 0,1 2-18 0,0 5-9 16,2 0 3-16,-1 6 4 0,-2-1-10 0,0 2-5 16,-3 2 10-16,-2 2-4 0,-4-1-2 0,0 0 3 15,-4 0-1-15,-4 1-5 0,-2 0-13 0,-3 2 1 16,-2-1-15-16,-4 1 6 0,-2-3-7 0,-2-1-1 16,0 2 0-16,-1-5-3 0,2-2-6 0,0-2-5 15,-1-1-24-15,4-3-97 0,-2-1-122 0,12-2-105 16,-14-5-63-16,9 1-63 0,1-5-541 0,4-2-622 15</inkml:trace>
  <inkml:trace contextRef="#ctx0" brushRef="#br0" timeOffset="16598.28">3359 15659 85 0,'12'-5'725'0,"-5"1"-169"16,-7 4-73-16,11-2-28 0,-11 2-31 0,0 0-24 15,4 7-26-15,-4-7-33 0,-8 13-24 0,3-4-39 0,-4 2-49 16,1 2-51-16,-1 4 13 0,-1 1-53 15,0 1-2-15,2 1-51 0,0 2 15 0,2-3-53 16,0 3 24-16,2-2-42 0,4-1-5 0,0-1-5 16,3-1-2-16,0 2-3 0,6-1 24 0,0-1-40 0,4-3 13 15,2 1-65-15,2-4-63 0,1 0-149 0,1-4-182 16,-4 0-100-16,3-5-178 0,-5-1-403 16,1-2-745-16</inkml:trace>
  <inkml:trace contextRef="#ctx0" brushRef="#br0" timeOffset="16982.48">3469 15783 50 0,'-1'-10'795'0,"-4"1"-215"16,5 1-134-16,-1 1-91 0,1 7-79 0,0-12-4 0,1 6 3 15,-1 6-12-15,5-11-17 0,0 7-30 0,-5 4-17 16,14-6-14-16,-2 5-33 0,-1 1-34 0,2 0-22 16,1 3-20-16,1 0-15 0,2 2-14 0,-2 4-8 15,2-1-9-15,0 3-7 0,-1 0-1 0,-4 3-6 16,2 0-4-16,-5-1-1 0,-3 0 0 0,0 3 12 15,-2-2-5-15,-3-3 4 0,-1 2-6 0,-1-3 4 16,-1 0-10-16,-3-1 6 0,1 0-8 0,-3-2 9 16,1-1 19-16,1-1 18 0,5-5-14 0,-13 4 1 15,13-4-14-15,-9-3 2 0,4-2-12 0,1-2 2 16,3-3-12-16,0-2 7 0,2-1-6 0,0-3-1 16,3-2-5-16,2-3 0 0,1 1 4 0,-1 1 0 0,3 1 5 15,-5 3 6-15,4 2 5 0,-4 2-4 16,-2 0 12-16,2 2-8 0,1 1 25 0,-4 1-19 15,-1 7 31-15,5-6-22 0,-5 6 34 0,0 0-38 16,3 6 32-16,-3-6-41 0,1 15 34 0,-1-5-40 16,0 1 27-16,1-1-34 0,1 5 26 0,-1-5-35 15,2 3 33-15,-2 0-38 0,3-1 28 0,0 0-34 16,1-1 27-16,0-3-82 0,1 3-71 0,2-4-145 16,1 0-164-16,1-1-104 0,2-3-151 0,0-3-527 0,1-1-835 15</inkml:trace>
  <inkml:trace contextRef="#ctx0" brushRef="#br0" timeOffset="17282.64">4093 15496 400 0,'9'-13'795'0,"1"4"-199"0,-5 0-129 15,3 3-75-15,-3 2-31 0,-5 4-4 0,9-1-33 16,-9 1-24-16,9 4-43 0,-7 2-17 0,1 1-35 16,-3-1-4-16,1 4-53 0,-2 2 0 0,-2 1-53 15,0 4 5-15,-5 0-38 0,-1 1 4 0,-1 0-34 16,-4 0 16-16,-2 1-30 0,-1 0 26 0,0-2-34 15,-1-3 26-15,3 0-31 0,-2-2 41 0,4-3-21 16,2-1 46-16,1-2-19 0,-1-1 21 0,4-1-35 16,7-4 21-16,0 0-38 0,0 0 16 0,0 0-31 15,0 0 22-15,10-9-31 0,3 7 28 0,3 0-21 16,4 0 27-16,1-1-14 0,2 2 29 0,3-1-16 16,-2 2 13-16,2 2-28 0,-1-2 19 0,-2 1-27 15,-1 0 15-15,0 1-32 0,-2-2 10 0,-3 2-60 16,-2-1-28-16,-1 0-92 0,-1 1-82 0,-3-2-108 0,-10 0-102 15,18 0-51-15,-18 0-103 0,10 0-76 0,-10 0-280 16,4-6-576-16</inkml:trace>
  <inkml:trace contextRef="#ctx0" brushRef="#br0" timeOffset="17489.53">4400 15339 498 0,'2'-8'669'16,"1"2"-145"-16,-3 6-37 0,0 0-18 0,5-3-51 0,-5 3-31 15,5 5-15-15,-5-5-59 0,5 10-31 16,-4-4-43-16,2 3-30 0,1 1-29 0,1 1 0 16,0 1-58-16,0 2 8 0,4 0-56 0,0 3 15 15,0 1-48-15,0-2 19 0,1 0-36 0,0 1 21 0,1-2-35 16,-1 2 19-16,-1-5-41 0,-1 1-20 0,2-1-100 16,-4 1-124-16,2-5-179 0,-2 3-93 15,-2-3-139-15,1-3-526 0,-5-5-802 0</inkml:trace>
  <inkml:trace contextRef="#ctx0" brushRef="#br0" timeOffset="17832.32">4683 15312 180 0,'3'-4'795'0,"-3"4"-195"0,3-9-82 16,-3 9-51-16,0 0-45 0,0 0-35 0,2 7-41 16,-2-7-20-16,0 10-21 0,0-10-59 0,1 14-32 15,1-5-37-15,-1 1-31 0,3 0-26 0,-2-1 10 16,3 2-55-16,-1-2 19 0,3 2-51 0,-2-1 22 15,4-1-41-15,-2 0 36 0,2-2-25 0,0-1 23 16,3-1-34-16,-3-2 24 0,1 0-31 0,3-3 2 16,-3-2-4-16,-1 1 9 0,4-4-9 0,-3-1-4 15,0-2 3-15,-1-1 7 0,0-1-10 0,-1-2-1 16,-2 1-24-16,-1-1 68 0,-1 2-37 0,0 0 46 16,-3-1-55-16,2 3 54 0,-2-1-44 0,-1 4 51 15,0 5-9-15,1-11-1 0,-1 11-32 0,0 0 48 0,0 0-11 16,-5 4 4-16,4 4-4 0,0 2-12 15,1 0-7-15,1 5 7 0,0 0 4 0,3 3-26 16,2 1 11-16,3 0-25 0,-2 0 13 0,0-2-22 0,2 1 6 16,1-2-53-16,-2-3-49 0,1-1-92 0,1-3-89 15,-2-1-181-15,0-1-158 0,-8-7-64 0,11 3-121 16,-11-3-466-16,9-3-869 0</inkml:trace>
  <inkml:trace contextRef="#ctx0" brushRef="#br0" timeOffset="18018.95">5026 15137 634 0,'0'-11'784'0,"1"3"-137"0,-1 8-95 0,5-6-27 16,-5 6-51-16,13 1-44 0,-4 2-31 0,5 5-51 15,-1 1-26-15,6 3-44 0,4 4-44 0,5 4-86 16,2 1 12-16,-1 2-31 0,2 0-31 0,-5 2-19 16,0 0-19-16,-3 0 6 0,-6-4-31 0,-3 3 8 15,-3-1-32-15,-6-1 13 0,-2 2-36 0,-7-2-26 16,-2 2-113-16,-8 1-90 0,-7 3-124 0,-4 0-135 15,-5-3-95-15,-3 2-217 0,-3-2-373 0,-1-4-795 0</inkml:trace>
  <inkml:trace contextRef="#ctx0" brushRef="#br0" timeOffset="18947.54">5912 15685 285 0,'-9'5'841'0,"0"-2"-219"0,9-3-130 0,-12 5-116 0,12-5-76 0,-9 6-61 0,9-6-6 0,0 0 3 15,-9 2-26-15,9-2-13 0,0 0-38 0,16-2-25 16,-6-3-37-16,5-1-10 0,7-1-26 0,6-3-5 15,3-3-19-15,7 0 0 0,-1-1-13 0,0 0 1 16,-1 0-15-16,-7 2-1 0,-2 3-62 0,-4 1-75 16,-4-3-96-16,-3 5-91 0,-5 1-39 0,-2 2-69 15,-9 3-46-15,4-6-411 0,-4 6-440 0</inkml:trace>
  <inkml:trace contextRef="#ctx0" brushRef="#br0" timeOffset="19097.84">5894 15812 167 0,'-11'11'499'15,"4"-4"-100"-15,2 1-14 0,2-1-27 0,3-7 11 0,-2 9-23 16,2-9-44-16,10 5-32 0,-10-5-54 16,19 0-32-16,-5-1-33 0,10-3-30 0,3-2-22 0,8-2-17 15,7-5-15-15,5-2-12 0,9-4-6 0,6 0-10 16,-2-1-13-16,1-3-37 0,-3 4-73 0,-10 2-146 16,-3 1-153-16,-2 0-235 0,-3 2-280 15,-6 1-461-15</inkml:trace>
  <inkml:trace contextRef="#ctx0" brushRef="#br0" timeOffset="19348.98">6814 15390 656 0,'0'0'865'0,"-4"-10"-196"0,4 10-147 15,-3-6-85-15,3 6-53 0,0 0-45 0,0 0-36 16,6 6-40-16,-4 0-44 0,6 2-31 0,-2 5-33 15,3 3-17-15,4 1-17 0,2 5 0 0,1 3-54 16,3 4 16-16,0 1-43 0,-1-2 17 0,1 3-36 0,-2-2 23 16,-1-3-43-16,-3-1-3 0,1-1-5 15,0 0-25-15,-4-3-71 0,-2-2-72 0,1-1-92 16,-4-1-88-16,-1-3-46 0,0-1-67 0,-2-2-30 16,-2-3-31-16,0-8-368 0,-2 11-461 0</inkml:trace>
  <inkml:trace contextRef="#ctx0" brushRef="#br0" timeOffset="19581.55">6907 15562 521 0,'-8'-28'548'0,"2"5"-77"16,2-1-71-16,2 5-33 0,-1 3-68 0,3 0-34 15,4-2-42-15,0 5-16 0,2-1-22 0,3 3-24 16,3 3-12-16,-1 2-2 0,6 0-28 0,-3 4-22 16,4-1-19-16,-4 4-18 0,1 1-10 0,2 0-13 0,-1 1-3 15,-3 2-11-15,-1 1-2 0,-1 0-5 0,-3 2 5 16,-2 2 11-16,-2-3 15 0,-1 3-16 0,-5 1 0 15,-1 0-14-15,-4 1 3 0,-5 4-8 0,-1-1 1 16,-3-1-7-16,2 1 6 0,-4-2-10 0,2 0 6 16,0-2-11-16,5-2 2 0,-1 1-33 0,3-2-45 15,0-2-109-15,9-6-131 0,-9 7-110 0,9-7-150 16,0 0-391-16,4-6-557 0</inkml:trace>
  <inkml:trace contextRef="#ctx0" brushRef="#br0" timeOffset="19818.61">7442 15268 201 0,'10'-9'859'16,"-4"-1"-163"-16,-2 2-94 0,-3 1-94 0,-1 7-51 15,0-11-27-15,0 11-35 0,-9-5-54 0,9 5 1 16,-20 4-61-16,6 1 18 0,-5 5-88 0,-2 4 0 16,-2 3-42-16,-1 8-29 0,1 2-24 0,2 1-28 15,3 3 0-15,4 2-36 0,4-4 5 0,4 2-27 16,3-5 15-16,3 2-26 0,5 1 20 0,4 0-19 0,4-1 0 15,1-2-13-15,5-2 3 0,0-3-16 16,3 0-19-16,1-5-49 0,0 0-88 0,0-4-104 16,-2-4-166-16,0-2-156 0,-4-2-69 0,1-2-127 15,-3-4-392-15,-1-2-786 0</inkml:trace>
  <inkml:trace contextRef="#ctx0" brushRef="#br0" timeOffset="20214.34">7538 15387 375 0,'-2'-16'767'0,"-2"3"-185"0,3-1-45 0,1 4-101 0,0-1-70 16,0 0-29-16,2 3-39 0,2-3-29 16,0 5-23-16,5-2-33 0,0 2-13 0,1 1-24 0,3 3 3 15,2-1-44-15,3 3 5 0,0 2-58 0,0 1 20 16,1 2-56-16,1 2 25 0,-1 2-49 0,-2 1 23 16,-1 3-10-16,-2 0-6 0,-4 3-1 0,-1 1-4 15,-3-1-5-15,-2 1-3 0,-3 0-3 0,-1-1-1 16,-2 1-1-16,-1-2-7 0,-4 1 0 0,0-2-6 15,0-2 8-15,-1-1 0 0,-1-4 1 0,0 0-1 16,0-1 5-16,9-6-3 0,-16 0-1 0,8-3-3 16,0-5-3-16,0-1-2 0,2-4-1 0,1-3-31 15,1-2 39-15,3-3-39 0,1 0 9 0,2-1 35 16,1-3-31-16,1 4 49 0,1-1-46 0,1 4 28 16,-2 2 0-16,1 2-30 0,-2 2 32 0,1 3-14 15,1 2 70-15,-1 2-27 0,-4 5 61 0,12 2-43 16,-5 2 54-16,-1 3-44 0,4 5 32 0,-5 1-17 15,3 6 2-15,0-1-16 0,-1 2-16 0,1 1-8 16,0-1-11-16,0-1-11 0,2 0-1 0,0-1-4 16,0-1-9-16,3-2-13 0,0-4-60 0,1-2-94 15,0-2-117-15,2-3-163 0,1-3-124 0,2-4-47 16,-1 0-95-16,3-6-571 0,1-4-880 0</inkml:trace>
  <inkml:trace contextRef="#ctx0" brushRef="#br0" timeOffset="20481.88">8261 15091 309 0,'6'-11'800'0,"0"3"-197"0,-6 8-65 16,8-3-46-16,-8 3-36 0,9 6-35 0,-6 2-40 16,-1 2-47-16,-2 4-29 0,1-1-63 0,-1 4 22 15,-1 2-74-15,-1 2 7 0,-5 2-65 0,2 0 18 16,-4 3-31-16,-5 1-29 0,1-1-15 0,-7 3-17 16,-3-1-7-16,0-3-14 0,-3 0-6 0,4-5 19 15,1-4-32-15,0 0 17 0,5-5-22 0,0 0 19 16,1-4-21-16,3-1 15 0,1-2-9 0,5 0 21 15,6-4-21-15,0 0-2 0,0 0-2 0,0 0-3 16,0 0-5-16,7-8 3 0,10 5 0 0,2 1 16 16,2-2 15-16,5 4 9 0,4-1 5 0,-1 1 6 15,2 0 0-15,1 0-1 0,-2 0-12 0,1 0-17 16,-2 1-28-16,1-1-37 0,-3 0-68 0,-3 0-67 16,-3 0-99-16,0 0-184 0,-3 0-180 0,-3 0-173 15,-3 0-632-15,-12 0-1052 0</inkml:trace>
  <inkml:trace contextRef="#ctx0" brushRef="#br0" timeOffset="20730.84">8633 15087 521 0,'1'-12'882'15,"0"2"-181"-15,-1 1-133 0,0 2-105 0,0 1-78 16,0 6-42-16,3-7-14 0,-3 7-11 0,0 0-36 15,11 7-16-15,-6 2-30 0,4 2-28 16,1 8-65-16,3 4 23 0,0 4-67 0,5 6 21 16,1 1-23-16,-1 2-26 0,1-1-8 0,-1 1-16 0,1-1-12 15,0-2-10-15,-1-2-29 0,-4-4-54 0,-1-3-78 16,1-1-115-16,-5-5-170 0,-1-2-139 0,-2 0-135 16,2-7-652-16,-6 1-948 0</inkml:trace>
  <inkml:trace contextRef="#ctx0" brushRef="#br0" timeOffset="21165.16">9040 15127 326 0,'4'-16'907'0,"0"2"-173"0,0 2-83 0,-2-1-96 16,2 3-56-16,1 0-54 0,3-1-46 0,-3 3-72 16,3-3-34-16,-1 1-48 0,5 2-44 0,-1-3-33 15,2 4-28-15,1 0-21 0,3 0-23 0,-1 1-18 16,1 2-15-16,1 2-12 0,-4 2-10 0,2 1-13 15,1 1-7-15,-3 3-4 0,-1 6-5 0,-2-3-1 16,-3 4-3-16,-1 3-1 0,-5 2-43 0,-2 1 48 16,-2 1-43-16,-5 1 9 0,-5 4 6 0,-1 1 42 15,-3-4-48-15,0 1 45 0,-1-3-44 0,-1-5 47 16,4 0-50-16,-3-3 53 0,6-1-50 0,-2-3 49 16,3-2-46-16,1-3 43 0,9-2-41 0,-14 1 42 15,14-1-45-15,-5-6 46 0,6-2-46 0,3 2 43 0,2-2-45 16,4 0 44-16,2 0-49 0,2 1 49 15,0 1-45-15,3 0 45 0,-2 3-48 0,3 0 47 0,-4 2-51 16,1 2 49-16,1 2-43 0,0 2 47 0,-3 1-47 16,0-1 45-16,2 5-42 0,-4 0 41 0,-1 1-43 15,-1 2 49-15,-3-2-45 0,0 1 51 0,1 1 2 16,-3-1 1-16,-3-2 8 0,-1 0-8 0,-1 2-1 16,-1-3-4-16,-5 1-4 0,0-1-4 0,0 0-6 15,-4-1 1-15,-1-2-7 0,0 0-4 0,-2-1-8 16,3-2 8-16,-1 0-4 0,-2-1-13 15,4-1-30-15,10-1-67 0,-21-1-110 0,12-2-134 0,2 0-158 16,-1-2-101-16,6 0-138 0,-1-2-574 0,3 0-924 16</inkml:trace>
  <inkml:trace contextRef="#ctx0" brushRef="#br0" timeOffset="21333.45">9522 15247 762 0,'14'-6'921'0,"-14"6"-170"0,9-4-115 15,-9 4-105-15,8-5-40 0,-8 5-128 0,6-5-32 16,-6 5-103-16,8-8-10 0,-8 8-86 0,5-7 14 16,-5 7-72-16,4-4 23 0,-4 4-110 0,5-8-115 15,-1 4-160-15,-4 4-129 0,6-10-83 0,0 4-151 16,1-2-505-16,-1 0-771 0</inkml:trace>
  <inkml:trace contextRef="#ctx0" brushRef="#br0" timeOffset="21680.86">9776 14952 69 0,'0'0'760'0,"8"-8"-205"16,-8 8-103-16,4-6-42 0,-4 6-39 0,0 0-32 16,0 0-19-16,0 0-20 0,0 0-22 0,0 0-31 0,-3 8-23 15,3-8-41-15,-4 6-16 0,2 0-29 16,-3-2-11-16,1 2-26 0,-1 0-12 0,0 0-21 0,-2-1-12 16,3 1-12-16,4-6-9 0,-7 8-4 0,7-8-10 15,-8 9-4-15,8-9-6 0,-4 6 5 0,4-6-7 16,-4 6 0-16,4-6-2 0,2 7 0 15,-2-7-1-15,9 9-1 0,-3-6-1 0,3 2 6 0,1 0-6 16,0 0-3-16,3 0 2 0,1 1-2 0,0 1 1 16,0 0 0-16,2 0-11 0,-2 0 10 0,-1 1-10 15,1 0 15-15,-3-1-18 0,3 1 21 0,-4 1-18 16,-2-3 22-16,2 2-1 0,-3 0 26 0,-1-1-27 16,-1-1 1-16,-2 3 1 0,-2-3 0 0,-1-6-5 15,-1 14 5-15,-2-7-6 0,-2 0-3 0,-1 0 5 16,-1 0-6-16,-3-2 35 0,1 1-38 0,1-1 29 15,-2 1-40-15,3-2 1 0,-2-1-4 0,0 0-7 16,-1-2-35-16,10-1-75 0,-17 1-124 0,17-1-141 16,-18-4-62-16,10 1-180 0,2-1-526 0,-3-3-780 15</inkml:trace>
  <inkml:trace contextRef="#ctx0" brushRef="#br0" timeOffset="21864.49">9789 15037 633 0,'0'-7'798'0,"0"-1"-92"16,0 1-67-16,3 0-95 0,-2-2-60 0,0 0-47 16,2-1-78-16,1 1-31 0,2-2-57 0,3-2-49 0,1 2-45 15,3-1-33-15,3 0-30 0,4 0-20 0,0 1-21 16,4-2-56-16,3 1 40 0,0 0-61 0,0 0 11 16,0 1-116-16,-4-2-143 0,-3 4-194 15,-1-2-129-15,-6-1-223 0,-1 0-439 0,-4 1-845 0</inkml:trace>
  <inkml:trace contextRef="#ctx0" brushRef="#br0" timeOffset="22049.45">10089 14547 270 0,'0'0'747'0,"11"-2"-158"0,-11 2-72 16,19 4-38-16,-5 4-52 0,5 3-51 0,3 5-10 16,5 6-57-16,1 2-13 0,1 5-65 0,2-1 2 15,-1 5-63-15,5 5-5 0,-8-3-34 0,-3 1-26 16,0 1-55-16,-8 2 24 0,-4-1-48 0,-5 2 23 15,-7-5-57-15,-7 8-49 0,-7 0-82 0,-10 7-132 16,-7 0-135-16,-7 0-81 0,-7 1-164 0,-11-4-474 16,-4 0-740-16</inkml:trace>
  <inkml:trace contextRef="#ctx0" brushRef="#br0" timeOffset="49813.54">8971 14232 116 0,'-9'-2'337'0,"9"2"-52"0,-11-1-43 0,11 1 9 0,-17-2-37 0,17 2 2 0,-17-3-17 0,6 1-23 0,2 1-14 0,-1-1-6 0,10 2-3 15,-19-3 4-15,19 3 4 0,-17 0-8 0,17 0-15 16,-13-2-18-16,13 2-10 0,-10-3-8 0,10 3-10 15,-10-1-1-15,10 1-4 0,0 0 6 0,0 0 24 0,0 0 12 16,0 0-23-16,0 0-14 0,15-2-13 16,-1 0-13-16,4 2-10 0,6-1-9 0,2-1-4 15,3 1-3-15,8-1 3 0,4 1 11 0,4-2-7 0,6-2-4 16,3 1-5-16,1 0-6 0,1-2-2 0,3 1-6 16,1 1-8-16,10-2-1 0,-12 0-3 0,2-1-3 15,-3 1-2-15,-1 0 1 0,-2-1-1 0,-5 1-2 16,-2 1 0-16,-10 1-3 0,-5-1 0 0,-4 2-5 15,-4 0-1-15,-3 1-3 0,-3-1-17 0,-2 2-46 16,-4 0-60-16,-12 1-90 0,15-1-74 0,-15 1-31 16,0 0-33-16,-9 7-51 0,-4-2-44 0,-4 1-395 15,-5 2-391-15</inkml:trace>
  <inkml:trace contextRef="#ctx0" brushRef="#br0" timeOffset="66696.53">10162 10703 383 0,'-11'2'656'16,"11"-2"-147"-16,-19 0-109 0,19 0-75 0,-13 1-80 16,13-1-42-16,0 0-12 0,-14 0-1 0,14 0-6 15,0 0-21-15,7-5-13 0,3 3-42 0,2-1-7 16,7-1-31-16,6-1-16 0,5-3-5 0,7 1-2 15,7-2-8-15,3-1-9 0,-1 0-10 0,1 1-2 16,-5 0-6-16,-1 2-23 0,-6 1-36 0,-8-1-54 16,-3 3-57-16,-4 2-37 0,-4 0-22 0,-5 2-40 15,-11 0-13-15,8 3-27 0,-8-3-63 0,-10 12-349 16,-6-6-215-16</inkml:trace>
  <inkml:trace contextRef="#ctx0" brushRef="#br0" timeOffset="66846.48">10266 10812 283 0,'-32'16'381'16,"5"-2"-99"-16,9-3-34 0,-1-2-28 0,6 0 12 0,2-2 23 15,6-2-29-15,5-5 7 0,1 10-41 0,-1-10-6 16,20 1-33-16,1-2-16 0,7-3-39 16,14-4-9-16,5 1-26 0,7-6 2 0,11-2-16 15,3 1-6-15,-3 0-11 0,-4 0-18 0,-9 3-95 0,-4 2-136 16,-6 0-197-16,-9 2-458 0,-6 3-424 16</inkml:trace>
  <inkml:trace contextRef="#ctx0" brushRef="#br0" timeOffset="108760.74">11146 10174 659 0,'-5'-8'664'0,"1"0"-118"0,-2 1-88 0,2 0-88 0,-1 1-42 0,1 0-47 0,4 6-41 16,-5-8-25-16,5 8-31 0,-6-9-24 0,6 9 7 15,0 0-6-15,0 0-4 0,0 0-20 0,-2 7 7 16,5 0-30-16,2 3 9 0,1 2 3 0,3 5-20 16,4 0-10-16,-1 1-27 0,2 3-3 0,0 0-24 15,1 1 7-15,-1-1-20 0,0 0 7 0,2 0-18 16,-5-2 8-16,2-2-19 0,-3 1 14 0,0-1-16 16,2-1 14-16,-6-3-39 0,3 0 2 0,-1-2-10 15,-3-2-39-15,0 0-68 0,0 0-91 0,-1-3-125 16,1 0-90-16,-1-2-157 0,-4-4-645 0,0 0-852 15</inkml:trace>
  <inkml:trace contextRef="#ctx0" brushRef="#br0" timeOffset="108943.57">11477 10251 784 0,'0'0'723'0,"7"-5"-146"0,-7 5-117 0,3-4-75 16,-3 4-33-16,4-5-41 0,-4 5-33 0,7-5-30 15,-1 1-37-15,-6 4-45 0,14-6-30 0,-4 2-26 16,6-1-21-16,-1 1-20 0,4-1 1 16,4 0-26-16,-1-4-14 0,7 0-85 0,1 0-81 0,-1-2-132 15,-2-1-107-15,0-1-162 0,-2-1-616 16,0-2-765-16</inkml:trace>
  <inkml:trace contextRef="#ctx0" brushRef="#br0" timeOffset="109327.74">12001 9854 128 0,'-7'-7'777'0,"7"7"-150"0,-7-5-105 16,7 5-85-16,-7-5-64 0,7 5-20 0,-11-1-46 0,11 1-6 15,-15 3-37-15,7 0-16 0,1 1-35 16,-5 3-34-16,3 2-37 0,0 1 0 0,-1 2-11 15,2 3-23-15,3 1-22 0,-1 0-14 0,3 0 16 16,1 2-19-16,2 1 20 0,2 1-24 0,2 0 10 0,1 0-35 16,4-1 15-16,1 0-35 0,1-4 26 0,0 0-26 15,3-1 12-15,-1-4-25 0,0-1 25 16,0-3-23-16,1-1 25 0,-3-3-32 0,3-1 26 16,-1-2-34-16,0-2 27 0,1-2-29 0,-3-2 26 0,1-4-26 15,-1 0 26-15,-2-3-28 0,-2 1 24 0,-2-5-21 16,-3 4-4-16,0-4 2 0,-4 0 3 0,0 1 21 15,-3 1 11-15,-2-1-41 0,-3 0 28 0,-4 3-26 16,1 0 26-16,-1 2-32 0,-4 0 32 0,-1 4-39 16,0 0 6-16,0 1-82 0,1 4-55 0,0 1-109 15,0-1-121-15,4 3-109 0,-1 2-164 0,3 0-619 16,1 0-887-16</inkml:trace>
  <inkml:trace contextRef="#ctx0" brushRef="#br0" timeOffset="109513.52">12208 9907 1039 0,'0'0'842'0,"0"0"-149"0,0 0-145 16,0 0-81-16,0 0-77 0,0 0-61 0,0 0-65 16,0 0-57-16,0 0-36 0,0 0-31 15,0 0-30-15,0 0-23 0,0 0-56 0,13-1-100 16,-13 1-130-16,0 0-114 0,9-2-143 0,-9 2-197 15,9-4-485-15,-9 4-751 0</inkml:trace>
  <inkml:trace contextRef="#ctx0" brushRef="#br0" timeOffset="109916.77">12337 9672 590 0,'0'0'815'0,"-12"-4"-158"0,12 4-102 0,-12-4-83 0,12 4-49 15,-8-2-36-15,8 2-35 0,-6-5-60 0,6 5-48 16,0 0-39-16,3-6-29 0,3 2-33 0,3 0-25 16,1-1-25-16,3-1-13 0,1 0-20 0,1 1-12 15,2-3-12-15,1 0-4 0,0 0-6 0,0-2 5 16,-2 3 0-16,1-1-4 0,-4 0-1 0,1 1 0 16,-3 0-1-16,1 2-4 0,-3 0 0 0,-2 1-1 15,1 0-10-15,1 0-4 0,-9 4-1 0,10-4 1 16,-10 4 1-16,0 0 5 0,0 0 2 0,10 2 1 15,-10-2 2-15,-1 12 2 0,1-4-8 16,0 1 3-16,0 1 4 0,0 4-2 0,0-2-21 0,0 2 27 16,0 2-25-16,3 0 39 0,-2 1-9 0,5 1 26 15,-3-1-35-15,1 1-1 0,1 3-6 0,1-2-2 16,-2 0-1-16,5 2-1 0,-4-4-3 0,1 3 1 16,1-5 0-16,-2 1-1 0,1 0-4 0,-2-3 0 15,3 2 0-15,-4-4 24 0,1 0-39 0,0-3-4 16,-1 0 11-16,2 0-51 0,-3-2-63 0,-2-6-65 15,0 6-111-15,0-6-70 0,0 0-64 0,0 0-50 0,-7-3-81 16,7 3-152-16,-8-10-277 0,4 3-591 16</inkml:trace>
  <inkml:trace contextRef="#ctx0" brushRef="#br0" timeOffset="110709.73">12817 9657 145 0,'0'0'507'0,"0"0"-110"0,-7-6-18 0,7 6-23 0,-2-8-27 16,2 8 22-16,-6-6 2 0,6 6-16 0,-3-8-36 16,3 8-26-16,-4-10-35 0,4 10-38 0,0-9-19 15,0 9-18-15,4-11-25 0,-4 11-16 0,5-11-17 16,-1 6-16-16,1 1-10 0,1-1 27 0,-1 0-49 15,3 1-9-15,0 2-9 0,-8 2-8 0,12-3-9 16,-12 3-5-16,14 1 10 0,-14-1 7 0,12 8 3 16,-7-1-4-16,-2 2 0 0,-2 3-13 0,0-2-2 15,-1 4-6-15,-1 2-3 0,-3 0-1 0,0 1 3 16,0-1-3-16,1 1-2 0,-4-2-3 0,3 0-1 16,-2 1-1-16,2-3-1 0,-1-1 0 0,2-1-9 0,1-3 14 15,-2 2 4-15,3-1 36 0,-2-3 15 16,2 1 17-16,1-7 6 0,-1 8-14 0,1-8-16 15,5 6-10-15,-5-6-9 0,15 0-9 0,-3-1 23 0,2-1-42 16,5-2 29-16,3 0-43 0,3 0 16 0,1-2-52 16,4-2-14-16,1 1-62 0,1-1-53 0,0 0-66 15,0-1-69-15,-1 0-73 0,-2 0-68 16,-1 0-132-16,-5 1-677 0,4-3-864 0</inkml:trace>
  <inkml:trace contextRef="#ctx0" brushRef="#br0" timeOffset="111131.13">13484 9449 104 0,'-3'-13'755'0,"1"2"-163"16,-2 1-96-16,-1 1-44 0,2 0-60 0,-1 1-29 0,0 0-27 15,1 1-26-15,-3-2-37 0,1 3-31 0,-3 1-36 16,0 0-29-16,-1 0-27 0,-3 4-31 0,1-1-15 16,-2 2-23-16,-5 3-17 0,2 2-9 0,-4 3-7 15,1-2-10-15,1 6-8 0,-1-3-2 0,4 3-7 16,-2 0-4-16,3 0 0 0,4 0-6 0,2 0-1 15,0 0 19-15,5 0 8 0,-1-1 8 0,5 0-11 16,4-1 0-16,0-1-5 0,3 2-4 0,2-3-7 16,3-1 4-16,1-2-10 0,0 0 3 0,-1-3-6 15,2-2-6-15,-2 0 3 0,5-3 0 0,-4-2-9 16,3-3 5-16,-2-1-9 0,1-4 7 0,-3 0-7 16,-1-1 14-16,-1 0-17 0,-3-1 24 0,-1-1-12 15,-5 0 13-15,4 1-14 0,-6 3 19 0,0-3-4 16,0 4 39-16,0 0-23 0,0 0 18 0,-1 3-32 0,1 1 25 15,0 7-24-15,-5-9 30 0,5 9-32 16,0 0 24-16,0 0-19 0,-4 7 25 0,4 2-8 16,0 3-7-16,3 1-4 0,1 5 14 0,2 2 2 15,0 1-7-15,2 3-3 0,0-2-13 0,2 1-30 0,-1-1 32 16,0 1-32-16,0-2 31 0,0 0-34 0,-3-2 27 16,3 0-55-16,0-1-13 0,-4-5-87 0,1 0-68 15,0 1-69-15,0-5-94 0,-1 0-64 0,-1-2-56 16,-4-7-128-16,6 9-621 0,-6-9-850 0</inkml:trace>
  <inkml:trace contextRef="#ctx0" brushRef="#br0" timeOffset="111347.02">13709 9216 497 0,'1'-15'795'0,"-1"2"-157"0,1 3-114 0,1 1-93 15,-2 1-33-15,0 8-2 0,2-7-8 0,-2 7-20 16,0 0-37-16,4 6 1 0,0 2-43 0,-2 3 35 15,2 4-60-15,2 6 15 0,2 3-28 0,4 4-41 16,2 5-36-16,2 2-30 0,1 0-25 0,1-2-23 16,0 1-44-16,2-3 14 0,-2 0-41 0,-4-6 12 15,0-2-61-15,2-1-20 0,-5-3-101 0,0-1-60 16,0-2-98-16,-3-1-123 0,0-3-129 0,-4-2-75 0,-1-1-139 16,-3-2-606-16,0-7-976 0</inkml:trace>
  <inkml:trace contextRef="#ctx0" brushRef="#br0" timeOffset="112543.92">8359 11534 397 0,'0'0'809'0,"0"0"-192"15,0 0-107-15,9 3-140 0,-9-3-61 0,0 0-77 16,0 0-30-16,0 0-55 0,5 3 0 0,-5-3-4 16,0 0 10-16,0 0-34 0,0 0 3 0,3 7-30 15,-3-7-7-15,0 0 4 0,2 7 13 0,-2-7-43 16,3 10 15-16,-3-10 3 0,4 6 17 0,-4-6-3 16,8 6 12-16,-8-6-4 0,16 7-6 0,-6-7 10 15,4 0 0-15,3-3-38 0,6-2 12 0,6-3-36 16,8-5-9-16,5-2-9 0,6-3-1 0,9-6-2 15,4-1-14-15,3-3-17 0,2-2-46 0,-1-2-116 16,0-1-111-16,-4 5-158 0,-2-1-226 0,-5 2-661 16,-6 1-933-16</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04:06.090"/>
    </inkml:context>
    <inkml:brush xml:id="br0">
      <inkml:brushProperty name="width" value="0.05292" units="cm"/>
      <inkml:brushProperty name="height" value="0.05292" units="cm"/>
      <inkml:brushProperty name="color" value="#FF0000"/>
    </inkml:brush>
  </inkml:definitions>
  <inkml:trace contextRef="#ctx0" brushRef="#br0">5256 7818 444 0,'11'-5'427'0,"2"2"-103"16,0-3-75-16,1 3-37 0,1-3-14 0,1-1-24 0,-1 3-27 16,2-2 14-16,-2-3-46 0,3 3 23 0,1-3-13 15,0 2 20-15,-2-2-13 0,-1 2 9 0,0 0-16 16,-2 1 2-16,-1-2-12 0,1 2-8 0,-5 1-2 16,0-2-2-16,-2 1-17 0,2 0-20 0,-2 0-10 15,-2 0-11-15,0-3 2 0,-1 3 6 0,-3-3 4 16,3 0 1-16,-3 2-8 0,-2-3-7 0,-3 1-11 15,0-1-4-15,-1-3-7 0,-4 2 0 0,0-1-2 16,-5-1-2-16,1 2-3 0,-3-2-2 16,-2 3 1-16,-1-3-8 0,-3 2-1 0,-2 0 1 0,-1-2-2 15,-3 4-1-15,0-1 1 0,-1-1 1 0,-2 3 10 16,-1 2 10-16,-1-4 10 0,-3 4 6 0,-1 1-6 16,0-1 1-16,-1 4 8 0,-1-1 2 0,-3 3-3 15,1-1-4-15,0 2-1 0,-7-1 6 0,7 3 5 16,-9 1 9-16,5 1 1 0,-2-1-11 0,9-1-6 15,-7 5-18-15,4 1 21 0,5-4-26 0,2 4 19 16,-1-2-28-16,2 1 26 0,0 1-31 0,-2 1 10 0,-2 2 10 16,0 3 3-16,3-1 2 0,-2 0 7 0,0 2-1 15,-2 3 11-15,2 0 47 0,-1 3-51 16,0 0 45-16,0 2 3 0,-9 6 1 0,1 3 2 0,-2 3-5 16,2 0 4-16,-1 5-9 0,1-1-11 0,3 2-3 15,2 0-7-15,3-1-10 0,4 1-33 0,5-6 32 16,4-1-37-16,2-1 2 0,3 0-5 0,1 1-1 15,4-2 31-15,1-4-41 0,4-1 31 16,0 1-37-16,2-1 34 0,2 2-40 0,1-5 37 0,0 2-39 16,1 0 42-16,2 0-10 0,0 0-37 0,-1 2 41 15,2-2-42-15,0 2 40 0,2 0-41 0,-2 0 42 16,1 4-35-16,0-1 33 0,2 0-35 0,-2 2 45 16,3-2-45-16,-1 0 3 0,-1 3 4 0,4-2 4 15,-1-2-2-15,2 4 4 0,-1-3 36 0,6 6-36 16,-2-1 44-16,2-1-32 0,1 1 37 0,2-2-41 15,1 0 38-15,1-1-34 0,1-2 51 0,0 3-42 16,1-3 47-16,1-1-46 0,-2 0 35 0,5 0-41 16,-3-3 39-16,1 2-40 0,3-1 7 0,1 1 23 15,-1-2 2-15,3 0 1 0,-3 2-32 0,4-2 45 16,2-1-40-16,-1 1 29 0,2 0-38 0,1-1 32 16,1 1-34-16,0-2 45 0,4-1-19 0,0 2 48 15,3-4-44-15,7 6 42 0,-6-7-53 0,9 3 44 16,-8-4-56-16,9 1 52 0,-6-3-53 0,-3-2 7 0,4-1-20 15,-2 1 0-15,-1-3 0 0,-1-1 0 16,3 0 0-16,-4-3 0 0,0 1 0 0,2-2 0 0,-1-1 0 16,-1 0 0-16,1-2 0 0,3 0 0 0,-7-2 0 15,8 0 0-15,-1 1 0 0,-3-2 0 16,-2 0 0-16,1-2 0 0,0-1 0 0,-3 0 0 0,2 0 0 16,-2-1 0-16,0 0 0 0,-2-2 0 15,-1-1 0-15,-1 1 0 0,-2-3 0 0,1 2 0 0,-1-2 0 16,-1-3 0-16,1 2 0 0,0-2 0 0,-1 0 0 15,-2-2 0-15,3-1 0 0,1-2 0 0,4-1 0 16,-4-1 0-16,2-1 0 0,-1 1 0 0,1-2 0 16,1 1 0-16,-2-1 0 0,2-1 0 0,1 2 0 15,-4-1 0-15,0 1 0 0,-5 1 0 0,1 1 0 16,-5 1 0-16,2-1 0 0,-2 0 0 0,-1-2 0 16,-4 2 0-16,3-3 0 0,-3 0 0 0,-2 0 0 15,-2-4 0-15,-1 1 0 0,-1-3 0 0,-4-2 0 16,-3-2 0-16,-1-3 0 0,3 2 0 0,-7-4 0 15,0-2 0-15,1 3 0 0,-4-2 0 0,4 0 0 0,-2 0 0 16,-3-1 0-16,3 1 0 0,0 0 0 16,-1 0 0-16,1 1 0 0,0-3 0 0,1 3 0 0,-1-2 0 15,1 2 0-15,1-1 0 0,0 0 0 16,-2 1 0-16,3-1 0 0,-2 1 0 0,0 2 0 16,1-2 0-16,-2-2 0 0,0 6 0 0,0-5 0 15,-3 1 0-15,2 0 0 0,-2-1 0 0,-2 2 0 16,0-2 0-16,1 2 0 0,-1 1 0 0,-1 0 0 0,-1-1 0 15,-3 3 0-15,2-1 0 0,-1 2 0 0,-2-2 0 16,2 1 0-16,-3 1 0 0,0 1 0 0,0 0 0 16,-2 2 0-16,0-2 0 0,1 2 0 0,-3 1 0 15,0 0 0-15,0 0 0 0,-1 2 0 0,-2 0 0 16,0 0 0-16,-2-1 0 0,-2-1 0 0,-1 0 0 16,-1 1 0-16,-1 1 0 0,0 0 0 0,-1-1 0 15,-2 1 0-15,0 0 0 0,-2 2 0 0,-4-1 0 16,2 1 0-16,-4 1 0 0,3 1 0 0,-2 1 0 15,3 1 0-15,3 3 0 0,1 1 0 0,2 1 0 16,-2-1 0-16,-1 4 0 0,2-3 0 0,1 4 0 16,-1-2 0-16,3 3 0 0,-2 0 0 0,0 0 0 15,0 1 0-15,-1 0 0 0,-3 1 0 0,2-1 0 16,-4 0 0-16,0 3 0 0,-3-2 0 0,-1-1 0 16,-3 2 0-16,1 0 0 0,-2 1 0 0,-8-1 0 15,2 1 0-15,-2 1 0 0,4 1 0 0,-4-1 0 16,5 2 0-16,2-1 0 0,1 1 0 0,3 0-53 15,1 2-68-15,0 0-39 0,3 1-45 0,1 3-67 16,8-3-80-16,-6 3-75 0,5 2-156 0,-2 3-102 0,3 0-190 16,-1 2-542-16,3-3-1023 0</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04:27.306"/>
    </inkml:context>
    <inkml:brush xml:id="br0">
      <inkml:brushProperty name="width" value="0.05292" units="cm"/>
      <inkml:brushProperty name="height" value="0.05292" units="cm"/>
      <inkml:brushProperty name="color" value="#FF0000"/>
    </inkml:brush>
  </inkml:definitions>
  <inkml:trace contextRef="#ctx0" brushRef="#br0">3805 11743 466 0,'-3'-10'637'0,"0"1"-139"0,1 2-130 0,-1-2-51 0,2 4-94 15,1 5-31-15,-5-8-54 0,5 8-25 0,-7-3-21 16,7 3-9-16,0 0 8 0,-9 6 17 0,9-6 14 16,-5 10 13-16,4-3-14 0,-2-1-12 0,2 1 17 15,0 1-12-15,-1-1 42 0,4 0 26 0,-2-7-5 16,1 12 28-16,2-6-22 0,-1 0 5 0,-2-6 39 15,13 5-54-15,-13-5 39 0,19 0-49 0,-1-7 9 16,1-1-66-16,7-9-15 0,6-5-18 0,2-5-14 16,11-7-8-16,0-6-40 0,3-1 32 0,3-7-12 15,3-2-8-15,11-13-4 0,0-2 26 0,2-3-41 16,-1-3 26-16,-3-3-65 0,1 1-34 0,-4-1-61 16,-4 6-34-16,-11 11-51 0,-3-1-33 0,-5 6-49 15,-1 1-56-15,-6 7-32 0,-8 9-54 0,-4 2-92 16,-5 8-87-16,-7 4-380 0,-3 3-596 0</inkml:trace>
  <inkml:trace contextRef="#ctx0" brushRef="#br0" timeOffset="1151.36">10405 12394 942 0,'-24'-4'795'0,"-3"-3"-116"0,3 2-141 16,-1 0-123-16,0 0-52 0,4 2-74 0,5 0-38 15,-1 0-67-15,4 1-25 0,3-1-43 16,10 3-3-16,-9-5-28 0,9 5-2 0,10-6-23 0,8 4-5 16,6-2-18-16,14-2 3 0,13-1-17 0,5 1 1 15,18-3-8-15,3 0 8 0,3 0-9 0,3 1 11 16,3-3-5-16,2 3 11 0,-1-3-10 0,1 2 4 16,-5-1-3-16,-1-2-4 0,-4 4-4 0,-8 0 0 0,-13-1-3 15,-5 3-9-15,-7-1-2 0,-9 1-10 16,-6 3-13-16,-4 0-9 0,-6 2-57 0,-3-4-70 15,-6 3-99-15,-11 2-63 0,11-3-66 0,-11 3-72 0,0 0-59 16,-23 3-80-16,1-1-247 0,-11 4-389 16</inkml:trace>
  <inkml:trace contextRef="#ctx0" brushRef="#br0" timeOffset="1368.62">10263 12547 666 0,'-22'6'461'16,"3"3"-82"-16,3-3-105 0,4 4-11 0,7-4-38 15,4 0 8-15,6 1-11 0,5-1-2 0,8-1 10 16,10-1-11-16,13-2-14 0,15-4-5 0,17-4-20 0,8-1 1 16,4-5 3-16,6 0-21 0,6-2-18 0,21-4-19 15,-2-2-23-15,-1 3-18 0,0-3-11 0,-23 6-18 16,1-2-2-16,-3 3-19 0,-6 1 4 0,-3 0-20 16,-7 2-4-16,-8-1-68 0,-16 7-82 0,-4-3-113 15,-11 3-80-15,-10 2-88 0,-7 0-132 0,-4 2-556 16,-14 0-719-16</inkml:trace>
  <inkml:trace contextRef="#ctx0" brushRef="#br0" timeOffset="4983.56">24128 14006 448 0,'0'0'466'16,"-7"-5"-100"-16,7 5-90 0,-7-7-57 0,7 7-41 0,-9-7-28 0,5 2-8 16,-1-3-6-16,0 3-40 0,1-5 29 0,-1 2-30 15,-1-3 20-15,-1-2-26 0,0 2-2 0,-1-6-24 16,-1 1 10-16,-2-2-32 0,-1 2 12 0,1-1-7 0,-6-4-28 16,0 1 13-16,-3 0-18 0,-7-4 32 15,0 0-8-15,-6 2 11 0,-1-2-3 0,-5 1 11 16,-9-4 7-16,-3 2-9 0,-3-1-12 0,-4 1-4 15,-4-1-5-15,-2 1 12 0,-3 2 7 0,-3-2-8 16,-2 0-3-16,-3 2-2 0,-7 1-7 0,-2-1-4 0,-5 3-2 16,-3-1-1-16,-17-1 3 0,15 5 9 15,1 2 6-15,-3-1-10 0,-3 3 2 0,2 0-13 16,-2 0 2-16,-1 1-6 0,3 2 1 0,-1 1-6 0,5 2 0 16,-2 1-4-16,1 3 0 0,0 2-5 15,-3 2 2-15,3 3-2 0,-4 4-2 0,4 1 0 16,-1 2 2-16,3 3-3 0,0 0-2 0,1 4 26 15,3 0 12-15,-1 1 10 0,2 1 0 0,0-1-10 0,3 1-5 16,-1-1-3-16,4 1-5 0,1-1-9 0,1 1 27 16,4-1-4-16,-2 0 0 0,3 0-10 0,-1 0-1 15,2 0-9-15,1 1 8 0,-1 1-11 0,2-2 0 16,0 1 17-16,1-1-5 0,4 1-5 0,-1 2 11 16,3 0-15-16,0 0 14 0,3 2-9 0,0-1-3 15,1 2-5-15,0 0 0 0,1 0 10 16,-1 2-3-16,1 0 19 0,0 0-25 0,2-2 8 0,0 2-14 15,1-2 13-15,1 2-19 0,0-3 32 0,2 0-21 16,9-4 19-16,2 2-29 0,-1-3 18 0,2 1-23 16,0-1 42-16,-1 1-26 0,1 0 23 0,-2-3-33 15,0 2 19-15,1 2-27 0,-11 1-1 0,10-1 17 16,-9 1-2-16,1 0 3 0,-1 3 4 0,2-3 1 16,8 0 13-16,0-2 10 0,1 1-2 0,2 0-8 15,-1-1 2-15,2 1 17 0,1 1-14 0,-1-1-9 0,3 1 37 16,-2 1-53-16,2-2 56 0,1 2-55 15,-1 0 47-15,1-1-47 0,-1 0 44 0,2 0-51 16,0-1 42-16,1 1-39 0,0-1 39 0,2-1-46 16,2-1 37-16,3-2-48 0,-1 1 43 0,3-1-49 0,-1 1 48 15,2-1-49-15,-1 3 41 0,-4 2-29 16,3 0 39-16,0 3-43 0,1 0 42 0,-3 0-43 16,5 0 4-16,-1 2 13 0,0-1-1 0,0 2 4 0,4-2-1 15,-1 3 1-15,0 2 33 0,2-1-43 0,2 1 38 16,2-5-44-16,-2 2 40 0,5 1-43 0,1 0 38 15,-1 0-8-15,1-1-5 0,2 0-5 0,2-4-2 16,1 1 1-16,-1-2-4 0,4 0-1 0,0-2-1 16,1-1-3-16,1 0 2 0,3 2-35 0,-1 0 41 15,3 0-33-15,1 1 38 0,5 2-41 0,3 0 41 16,6 5-34-16,0-1 33 0,6 2-33 16,3 1 35-16,8 4-41 0,1-1 38 0,2 3-4 0,2-1 1 15,0-1-4-15,-1 0-3 0,3-1 1 0,-3-2 2 16,0 0 0-16,3-1-4 0,-3-1 1 15,-3-6 3-15,0-2-4 0,1 0 1 0,1 0 3 0,1-3 0 16,0-1-1-16,0 0-1 0,4-4 23 0,-2 0-7 16,4-3-1-16,0 1 7 0,1-2 6 0,2-2 1 15,2 0 2-15,1-1-1 0,2-2 0 0,1-2 3 16,2 0 1-16,1 1 5 0,0-4-7 0,3 1-4 16,-2-1-5-16,2-1-6 0,1 0 2 0,-2-1 7 15,2-1-3-15,-1-1-3 0,-2 0-4 0,2 0 17 16,9-1 0-16,-10 1 0 0,12-1-1 0,-13-1 2 0,12 3-1 15,-11-1-3-15,2 1-2 0,11 0 6 16,-11 1-6-16,10-2 3 0,-9 2-46 0,-1 1 40 16,13-3-36-16,-2 1 60 0,3 2-48 0,0-2 43 15,4-2-49-15,1 1 47 0,0-2-42 0,5 0 41 0,-1 0-40 16,1-1-1-16,2-1-5 0,0 3 0 0,1-2 0 16,2-1 0-16,1 1 0 0,-2-2 0 15,0 0 0-15,0 0 0 0,-3-2 0 0,-3 3 0 16,2-4 0-16,-2 3 0 0,1-3 0 0,-2 2 0 0,0-2 0 15,0 1 0-15,-2 1 0 0,0-1 0 16,-1-1 0-16,-3 1 0 0,1-1 0 0,0-2 0 0,1 1 0 16,-1 1 0-16,-2-3 0 0,0 0 0 0,0-1 0 15,-4 0 0-15,0-1 0 0,-5 0 0 0,-1-2 0 16,0 1 0-16,-4-1 0 0,0 1 0 0,-3-1 0 16,-1 1 0-16,-1 1 0 0,-3-2 0 0,3 1 0 15,-2-1 0-15,-8 4 0 0,9-5 0 0,-1 2 0 16,-1-2 0-16,-5 5 0 0,3-4 0 0,-4 0 0 15,5-1 0-15,-8 3 0 0,7-6 0 0,-2-2 0 16,3 2 0-16,-4-4 0 0,3-1 0 0,-2-2 0 16,1 0 0-16,0-4 0 0,2-1 0 0,-2 1 0 15,-1-3 0-15,2 1 0 0,-2-1 0 0,-2 0 0 16,0-1 0-16,-5 4 0 0,-1-2 0 0,-5 2 0 16,-7 3 0-16,-3 0 0 0,-2 0 0 0,-2 1 0 15,-2-3 0-15,-3 0 0 0,-1-3 0 0,-4 2 0 16,-1-3 0-16,0-1 0 0,-2 0 0 0,-2-3 0 15,-2 1 0-15,-1-1 0 0,2 1 0 0,-4-1 0 0,2-1 0 16,-1 0 0-16,-1-2 0 0,0-1 0 0,0 0 0 16,1-2 0-16,-4 3 0 0,3-3 0 15,-2 2 0-15,-3 0 0 0,0 5 0 0,-3-6 0 0,-3 1 0 16,-2-1 0-16,-3 2 0 0,-3 0 0 0,-5 1 0 16,-10-7 0-16,-4 2 0 0,-4 0 0 0,-8 2 0 15,-6-3 0-15,-8 4 0 0,-3-1 0 0,-19-7 0 16,3 2 0-16,-5 1 0 0,-4 1 0 0,0 3 0 15,-3 2 0-15,-4 0 0 0,-1 4 0 0,-1 3 0 16,1 1 0-16,14 7 0 0,0 2 0 0,-3 2 0 16,-3 4 0-16,0 1 0 0,-3 2 0 0,1 4 0 15,-1 1-45-15,3 3-87 0,2 5 1 0,3 0-53 16,0 4 8-16,2 3-58 0,4 1-47 0,2 0-36 16,1 6-79-16,3-1-110 0,2 3-50 0,4-1-51 15,11 1-93-15,0 1-539 0,5-4-847 0</inkml:trace>
  <inkml:trace contextRef="#ctx0" brushRef="#br0" timeOffset="6132.5">23107 10983 459 0,'0'0'761'0,"-4"9"-176"0,4-9-114 15,-4 5-109-15,4-5-41 0,-3 6 2 0,3-6 15 16,0 0-46-16,0 0-28 0,0 0-21 0,-4-6-34 15,4 6-42-15,2-13-5 0,2 3-21 0,0-4-30 16,1 0-14-16,3-6-3 0,-2 1-11 0,2-4-25 16,1-3 9-16,1-3-7 0,-2 1 0 0,-2-2 1 15,2-3-26-15,-2 1 10 0,-2 0-27 0,-3-2 10 16,-1 6-2-16,-1-6-5 0,-3 0-3 0,-2 2 0 16,-2 2-7-16,0-1 1 0,-4 4-7 0,0 0 6 15,2 5-4-15,-3 3-3 0,3 1-2 0,-2 4 2 16,2 2 2-16,1 1-7 0,0 4-4 0,0 2 2 15,9 5-1-15,-14-1 4 0,5 5-5 0,-1 3 1 16,0-1 5-16,2 5-6 0,-1 2-3 0,4 1-14 0,-1 0 9 16,2 3-14-16,1-2 14 0,3 2-12 0,0-1 18 15,4 0-6-15,-1 0 10 0,3-1-7 16,6 3-4-16,-1-4 7 0,3 3 4 0,4-3-6 16,4 1 3-16,0 1-7 0,3-1 5 0,-1 0 2 15,3-3 0-15,3 2 18 0,-2-1-29 0,-2 1 22 16,3-1-8-16,-5 0 10 0,0 2-29 0,-1-2 31 15,-6-1-12-15,-2 1 9 0,-1-1-14 0,-1 0 10 16,-5 1-11-16,-2-1 22 0,-2-1-15 0,-4 1 25 16,-3-2 0-16,-2 4-6 0,-4-2 0 0,-3 0-5 15,-4 1 1-15,-3-2-1 0,1-2 1 0,-2 2-19 16,-2-4 26-16,3-2-22 0,1 0 16 0,1-1 5 16,1-2-10-16,3-2-21 0,0 0 4 0,4-3-48 15,0-3-67-15,4 2-54 0,1-5-89 0,3-1-76 0,4-1-67 16,2-2-126-16,0-1-212 0,2-6-288 0,1 2-649 15</inkml:trace>
  <inkml:trace contextRef="#ctx0" brushRef="#br0" timeOffset="6794.14">23820 10131 1293 0,'-5'5'855'0,"5"-5"-186"0,-9 6-151 0,9-6-95 16,-9 3-91-16,9-3-53 0,-7 4-36 0,7-4-13 0,0 0-32 15,0 0-44-15,0 0-9 0,6-5-44 16,3-1 2-16,4-1-33 0,7 0-8 0,7-4-23 15,2-1-3-15,3 3-35 0,4-5-51 0,1 2-69 16,-5 2-99-16,-1 0-61 0,-2-1-72 0,-1 2-39 16,-5 1-102-16,-2 3-89 0,-6 1-440 0,-6 2-628 15</inkml:trace>
  <inkml:trace contextRef="#ctx0" brushRef="#br0" timeOffset="6950.86">23818 10417 91 0,'-12'15'1003'15,"3"-3"-281"-15,2-3-136 0,2-1-163 16,5-8-71-16,-2 8-73 0,2-8-15 0,0 0-49 16,19-1-4-16,-5-5-50 0,13-6-27 0,8-5-31 15,7-2-18-15,12-7-24 0,3-3-50 0,5-1-99 0,0 0-109 16,-2-5-129-16,0 0-229 0,-4-1-551 0,-1-1-722 16</inkml:trace>
  <inkml:trace contextRef="#ctx0" brushRef="#br0" timeOffset="8150.55">25635 10785 1234 0,'0'8'907'0,"0"-8"-195"0,-1 10-150 15,1-10-109-15,-1 9-94 0,1-1-77 0,1 3-12 16,3 3-16-16,1 3-15 0,0 4-32 0,2 8 14 0,2-2-60 16,3 3 6-16,2 6-54 0,1 0 10 15,1-1-46-15,3 3 18 0,-1-2-39 0,1 1 9 16,1-3-13-16,2 2-6 0,-2-4 5 0,2 0 0 16,-4-6 5-16,1-2-9 0,-5-2-6 0,0-6-7 15,-3-2 19-15,0 0 33 0,-3-4 27 0,-1 1 48 16,1-1 56-16,-3-3 33 0,3-1 44 0,-8-6-212 15,8 3-82-15,-8-3 0 0,7-10 0 0,-5-6 0 16,0-2 0-16,-2-8 0 0,0-13 0 0,-1-12 0 16,-2-14 0-16,-3-7 0 0,-2-6 0 0,-3-3 0 0,-1-10 0 15,-2-20 0-15,-4-4 0 0,-1-6 0 0,-2 0 0 16,0-1 0-16,-1-1 0 0,2 0 0 16,-5 2 0-16,1 0 0 0,-1 8 0 0,-1 4 0 15,2 7 0-15,3 17 0 0,0 7 0 0,1 2 0 0,-1 6 0 16,2 2 0-16,0 9 0 0,2 3 0 0,4 13 0 15,0 0 0-15,4 8 0 0,0 6 0 0,2 7 0 16,0 0 0-16,2 5 0 0,1 2 0 0,0-1 0 16,2 6 0-16,0-2 0 0,4 4 0 15,0-1 0-15,4 1 0 0,1 1 0 0,3 1 0 16,3 1 0-16,4 0 0 0,-1 0 0 0,7 1 0 0,2 0 0 16,2-2 0-16,7-1 0 0,2 1 0 15,7-5 0-15,3-1 0 0,4 0 0 0,9-6 0 16,2 0 0-16,1-4 0 0,4-1 0 0,4-2 0 15,4-1 0-15,7-3 0 0,17-8 0 0,5-1 0 16,4-4 0-16,2-1 0 0,7-6 0 0,4 2 0 16,3 0 0-16,2 1 0 0,-4 2 0 0,-2 2 0 0,-6 3 0 15,-5 4 0-15,-5 4 0 0,-20 7 0 16,-3 1 0-16,-2 3 0 0,-4-1 0 0,-4 3 0 16,-6 2 0-16,-16 4 0 0,-5 1 0 0,-10 0 0 15,-3 5 0-15,-5 0 0 0,-5-1 0 0,-3 3 0 16,-1-1 0-16,-5 0 0 0,-6-1-417 0,-5 6-110 0,-2-9-136 15,-10 3-106-15,-6 2-99 0,-10-1-699 16,-9 4-1212-16</inkml:trace>
  <inkml:trace contextRef="#ctx0" brushRef="#br0" timeOffset="8817.76">26944 9000 585 0,'18'-17'519'16,"1"1"-134"-16,-3 0-10 0,0 2-35 0,-1 1-10 0,-2-4-20 15,0 3 1-15,-1 3-3 0,-3 0-11 16,0 0-36-16,-1 1-54 0,-4 1-33 0,-2 0-42 0,-2 2-18 16,-1 1-23-16,-5 1 33 0,-5 1-8 0,0 1 23 15,-8 5-44-15,-2 1 27 0,-3 1-60 0,-7 2-9 16,2 4-9-16,-2 2 6 0,2 1-4 0,-2 4-3 16,3 0-2-16,5-1-5 0,1 2-8 0,3 0-5 15,6-4-6-15,-1 3 8 0,5 0-17 16,4-3 20-16,4 3-18 0,2-4 11 0,4 1-9 0,2 0 11 15,6 1-5-15,3 0 0 0,2-4-3 0,1 1-4 16,3 0-3-16,0-4 0 0,1-1-2 0,0 1 3 16,0-4-20-16,0 1 16 0,-3-2-8 0,-1 2 16 15,-3-5-17-15,0 3 24 0,-3-2 0 0,0 1 34 16,-2-2-10-16,-11 0 49 0,18 2-21 0,-18-2 26 16,10 3-37-16,-10-3 17 0,0 0-15 0,-2 9-11 15,-6-4-13-15,-3 1-4 0,-3 2-9 0,-3 1-7 16,-1 1-1-16,0 1-4 0,0 1-1 0,-1 1-3 15,0 0 1-15,2 0-4 0,0 2-2 0,1 0-2 16,2-1 4-16,1 1-4 0,1 0 30 0,3 1-31 16,2-1-5-16,3 0 0 0,0-1 2 0,4 1 12 15,4 1 10-15,2-1 12 0,4-1 15 0,4 0-5 16,1-3-1-16,6 1 1 0,1-5 4 0,5-1 0 16,0-1 3-16,10-3 12 0,2-3-5 0,2-2-5 15,7-4-8-15,-2 0-7 0,1-4-9 0,-2 0-5 16,0-1-3-16,-4-3-6 0,-4 1-3 0,-8 3-11 15,-2-3-10-15,-1 2-25 0,-8 2-35 0,-2-2-52 16,-6 2-48-16,-1-1-58 0,-4 4-50 0,-5-1-44 16,-2 2-79-16,-3 0-79 0,-7 2-5 0,-2 1-28 15,-2 3-43-15,-4 2-47 0,-4 2-441 0,-3 3-662 16</inkml:trace>
  <inkml:trace contextRef="#ctx0" brushRef="#br0" timeOffset="9083.85">26664 10136 1023 0,'0'0'849'0,"0"0"-190"0,0 0-151 0,1 9-97 0,-1-9-59 16,1 8-7-16,-1-8-48 0,2 11-55 0,0-4 0 15,-2 1-36-15,4 0-43 0,-1 4-27 16,-1-2-25-16,3 3-25 0,3 0-2 0,-2 1-29 0,1 0-13 16,-1 1-8-16,4-1-7 0,-1-1-15 0,0 0-75 15,0-1-104-15,-1-1-106 0,-2-1-98 0,2-2-91 16,-2-2-151-16,-6-6-629 0,9 6-850 0</inkml:trace>
  <inkml:trace contextRef="#ctx0" brushRef="#br0" timeOffset="9383.43">26546 10030 633 0,'-16'-6'752'0,"3"0"-167"0,1 1-135 15,0 1-90-15,3 0-66 0,0 0-6 0,0 2-21 16,9 2 16-16,-12-5-18 0,12 5-7 0,-9-2-35 16,9 2-32-16,0 0-27 0,0 0-27 0,0 0-27 15,0 0-22-15,12 0-15 0,-12 0-22 0,19-3 0 16,-10 1-16-16,1-2-4 0,0 2-11 0,1-3 1 15,-2 1-5-15,-1-1-4 0,0-2-5 0,-3 3 2 16,0-3 3-16,-2-1-5 0,-3 8-4 0,1-12 1 16,-1 12 2-16,-4-11 3 0,-1 5-8 0,-3 0-1 0,1 1 0 15,-1 3 5-15,-1-3 1 0,1 4-12 16,8 1 5-16,-16-2-2 0,16 2 7 0,-17 5-4 0,7-2 3 16,1 2 0-16,3 1-3 0,-1 2 1 15,1-2-1-15,2 2-14 0,2 0-12 0,0-1-11 16,4 2-66-16,0-1-81 0,2 0-96 0,4 0-90 0,-1 0-104 15,2-2-178-15,0-3-472 0,4 0-739 16</inkml:trace>
  <inkml:trace contextRef="#ctx0" brushRef="#br0" timeOffset="9632.77">26852 10097 917 0,'1'9'914'0,"-1"-9"-207"16,0 0-165-16,0 0-108 0,5 6-61 0,-5-6-49 16,0 0-42-16,14-1-31 0,-5-3-29 0,1 3-55 15,7-4-18-15,1 0-42 0,5 1-13 0,2-1-30 16,2-1-3-16,1 0-23 0,0 2-3 0,-2-1-32 16,0 1-29-16,-2-1-36 0,-4 2-52 0,0-1-40 15,-3 3-28-15,-1-2-18 0,-2 0-23 0,-4 1-26 16,-10 2-20-16,15-1-31 0,-15 1-53 0,0 0-45 15,0 0-79-15,0 0-367 0,-12 6-388 0</inkml:trace>
  <inkml:trace contextRef="#ctx0" brushRef="#br0" timeOffset="9785.68">26899 10270 513 0,'0'8'544'0,"0"-8"-146"0,6 8-29 15,-6-8-75-15,13 6 0 0,-1-4-52 0,2-2-18 16,2-1-39-16,6-2-22 0,4-1-30 0,4-2-29 15,2 0-24-15,3-3-20 0,-1 2-15 0,5-4-77 0,1 1-82 16,-4-3-121-16,1-4-140 0,-3 3-533 16,-4-3-475-16</inkml:trace>
  <inkml:trace contextRef="#ctx0" brushRef="#br0" timeOffset="9967.62">27468 9956 495 0,'0'0'805'0,"0"0"-207"16,0 0-124-16,0 0-98 0,-11 1-4 0,11-1 13 15,-3 8-10-15,3-8-18 0,0 13-18 0,1-5-62 16,1 2-13-16,0 2-33 0,0 2-41 16,3 1-42-16,-1 1-23 0,1 0-28 0,1 3-22 0,2 2-14 15,-1-1-11-15,-1 0-15 0,2-3-36 0,-2-3-54 16,2 0-76-16,-2-1-88 0,-2-2-93 0,1-1-121 16,-1-3-70-16,-4-7-181 0,8 7-509 0,-8-7-804 15</inkml:trace>
  <inkml:trace contextRef="#ctx0" brushRef="#br0" timeOffset="10583.47">26569 8809 230 0,'-4'-5'624'0,"-2"1"-174"16,1 0-57-16,0 1-57 0,0-3-20 15,5 6-30-15,-7-9-5 0,1 2-13 0,2-1-22 16,2 2-16-16,0-4-28 0,0 1-34 0,2-1-8 0,0-1-5 16,2-1-36-16,0 0-8 0,1-2-14 0,4 1-7 15,-2 0-18-15,1 1 6 0,-1 0-21 16,2 1-12-16,0 3-9 0,0 1 4 0,2 0-19 0,-2 4 6 16,5 0-13-16,-12 3 28 0,23 1-21 0,-10 2 20 15,0 3-34-15,0 3 15 0,0-2-18 0,1 3 19 16,-2 1-19-16,-2 1 17 0,1-2-19 0,-3 1 19 15,1 0-22-15,-2-3 23 0,-1 0-25 0,-2 1 24 16,-2-3-25-16,0 0 30 0,-2-6-32 0,0 8 22 16,0-8-23-16,0 0 20 0,-11 3-21 0,11-3 24 15,-11-7-26-15,4-1 29 0,2 0-28 16,0-3 27-16,-2-2-29 0,3-2 27 0,1-1-23 0,1-3 2 16,0 3 9-16,4-1 6 0,0 0 6 0,2 2-1 15,0 1-3-15,2-1 4 0,1 2-10 0,0 4-3 16,4-1 7-16,0 3-7 0,-1 1-1 0,4 4 1 15,-2 1 2-15,2 2-4 0,1 5 2 0,1-2 8 16,1 7-6-16,1-1 1 0,0 4-5 0,-3 0 0 16,2 2 3-16,-2-1-8 0,0 1-29 0,0 0-15 15,-2 2-85-15,-2 0-96 0,3 0-86 0,-3-2-85 16,1 2-92-16,-3-1-105 0,0-2-445 0,3 1-657 16</inkml:trace>
  <inkml:trace contextRef="#ctx0" brushRef="#br0" timeOffset="11134.11">28087 8968 882 0,'-10'-1'728'0,"4"-3"-159"0,0-2-135 15,0-1-70-15,1 2-12 0,0-3-21 0,1 0-33 16,-2 1-28-16,2-3-59 0,2 1-24 0,2-1-47 16,0-1-11-16,2 1-34 0,2 0 8 0,2-1-38 0,3 1 10 15,2 1-35-15,1 1 12 0,0 1-31 16,1 2 17-16,1 0-30 0,-3 1 21 0,4 2-27 0,-3 2 19 16,1 0-26-16,-2 2 23 0,0 2-21 15,-1 3 19-15,1 0-25 0,-3 4 27 0,1 0-28 16,-4 1 25-16,1 2-23 0,-3 0 3 0,-2 0-1 15,2-1 3-15,-3 1-2 0,0-3 5 0,-2 1 0 16,1 1 10-16,0-4-12 0,-2 1 1 0,1-3 3 0,-2 0 0 16,1-1 3-16,3-6-1 0,-10 5 9 15,10-5 1-15,0 0 1 0,-11-3 8 0,8-1 3 16,-1-4-5-16,3 0-4 0,0-3 1 0,-1-2 4 16,2 1 39-16,2-5-56 0,-1-1 43 0,0-1-56 15,4-1 47-15,-1-2-46 0,1-3 38 0,-1 1-49 16,4 2 46-16,-3 1-48 0,-1 4 49 0,0 1-41 15,-2 0 41-15,3 5-51 0,-2 0 46 0,-2 3-43 16,3 1 39-16,-4 7-29 0,0 0 55 0,0 0-38 16,9 5 56-16,-7 4-52 0,-2 1 49 0,2 3-44 0,-1 4 55 15,0 1-48-15,0 2 44 0,3 2-38 0,-2 0 34 16,2 1-43-16,1-3-9 0,0 2-3 16,1-3-1-16,-1-1-4 0,3-2-5 0,-2-3-31 15,4 0-63-15,-2-1-75 0,1-4-95 0,2 1-114 0,-1-6-99 16,0 0-27-16,-10-3-83 0,18-1-84 0,-9-3-322 15,1-3-591-15</inkml:trace>
  <inkml:trace contextRef="#ctx0" brushRef="#br0" timeOffset="11282.37">28500 8817 754 0,'2'-7'632'0,"1"0"-125"0,-3 7-85 16,4-6-49-16,-4 6-18 0,0 0-20 0,0 0-17 0,5 4-11 16,-5-4-20-16,4 11-49 0,-1-3 8 0,1 3-75 15,-2 0 24-15,3 2-75 0,2 0-14 0,0 1-22 16,0 0-17-16,-1-1-13 0,4 0-5 0,-3-1-12 15,2-1-32-15,-2-2-73 0,2 1-95 16,0-4-127-16,-2 0-119 0,-7-6-123 0,12 4-200 0,-12-4-351 16,9-5-701-16</inkml:trace>
  <inkml:trace contextRef="#ctx0" brushRef="#br0" timeOffset="11566.7">28413 8629 294 0,'-14'-5'754'0,"3"-1"-188"0,1 4-115 0,10 2-58 15,-13-1-42-15,13 1-7 0,-9 3-7 0,9-3-9 16,0 0-36-16,-3 6-22 0,3-6-62 0,7 5-12 0,-7-5-62 16,11 5-6-16,-11-5-46 0,14 1 6 15,-14-1-40-15,14-1 20 0,-14 1-38 0,17-5 21 16,-9 2-31-16,-1-4 19 0,-2 1-35 0,3-1 25 16,-4 0-29-16,0-1 27 0,-2-2-35 0,-2 3 32 15,0 0-23-15,-1-2 20 0,-2 2-33 0,-2 0 27 16,0 0-28-16,-1 2 3 0,-2 1 0 0,-1 0 39 15,0 2-40-15,9 2 31 0,-16 0-32 0,16 0 35 16,-18 2-36-16,10 0 30 0,0 3-35 0,3-1 29 0,0 2-55 16,1 0-28-16,3 0-91 0,4 2-103 0,2 0-85 15,0-1-118-15,3 2-184 0,2-1-464 0,2-1-733 16</inkml:trace>
  <inkml:trace contextRef="#ctx0" brushRef="#br0" timeOffset="11753.64">28682 8735 833 0,'0'0'834'0,"0"0"-150"0,0 0-123 15,0 0-67-15,5-7-94 0,-5 7-47 0,9-7-91 16,-3 2-25-16,3-1-63 0,3-1-5 16,0 0-62-16,4 0 9 0,-1 1-64 0,2-1-23 0,-1 0-86 15,1 1-97-15,-2-1-94 0,1 1-84 0,-2-1-61 16,0 1-75-16,-3 0-93 0,1-1-407 0,-3 1-555 15</inkml:trace>
  <inkml:trace contextRef="#ctx0" brushRef="#br0" timeOffset="12183.31">28921 8537 253 0,'-3'-8'722'16,"3"8"-146"-16,-2-7-80 0,2 7-39 0,0-8-44 15,0 8-34-15,2-8-30 0,-2 8-45 0,8-9-34 16,-8 9-34-16,11-4-45 0,-11 4-30 0,13-3-23 15,-13 3-8-15,19 3-13 0,-8-2-6 0,0 4-11 16,2 2 25-16,-2 1-65 0,2 0 34 0,-1 2-60 16,-1 1 40-16,-1 1-59 0,1 1 37 0,-4 0-54 15,3 0 50-15,-6 2-57 0,3-3 46 0,-5 1-52 16,2-1 44-16,-3-2-49 0,-1 0 44 0,0-2-44 16,0 0 46-16,-2-2-47 0,2-6 46 0,-4 11-48 15,4-11 48-15,-7 4-49 0,7-4 54 0,0 0-53 16,-11-8 47-16,10 2-44 0,-2-2 47 0,2-3-52 15,0-2 54-15,-1 1-53 0,2-5 55 0,2-2-53 16,0 0 13-16,1-3 3 0,-1-1 9 0,5 0 0 16,-5 2-1-16,3 2-2 0,-1 2 3 0,1 1-1 15,-2 3 5-15,0 1-2 0,-1 2-5 0,1 1 3 16,0 1-3-16,-1 2 11 0,-2 6 17 0,1-6 9 16,-1 6 6-16,0 0 3 0,0 0 8 0,1 6-11 15,-1-6-2-15,0 14 39 0,1-5-47 0,3 1 32 16,-2 1-51-16,1 0 35 0,4 0-44 0,-1 0 32 15,2 0-41-15,1 0 29 0,1-1-63 0,1-3 0 16,2 2-119-16,1-3-74 0,-2-3-89 0,-2 0-99 16,5-3-87-16,-4 0-48 0,0-3-110 0,1 0-483 15,-5-3-762-15</inkml:trace>
  <inkml:trace contextRef="#ctx0" brushRef="#br0" timeOffset="12366.05">28969 8354 21 0,'-21'0'642'0,"1"0"-163"0,6 0-41 0,0 0-53 0,3 0-1 0,11 0-30 0,-22-1-21 16,22 1-30-16,0 0-45 0,-9-2-48 0,9 2-42 15,0 0-34-15,12-4-34 0,-1 1-11 0,-1 0-19 16,7-1-19-16,1-1-15 0,4-2-20 0,2 0-28 16,5-3-14-16,-1 2-32 0,-1-1-49 0,0-2-56 15,-5 3-51-15,-2-3-24 0,-2 1-42 0,0-2-62 16,-6 2-95-16,0 1-383 0,-5-2-353 0</inkml:trace>
  <inkml:trace contextRef="#ctx0" brushRef="#br0" timeOffset="12615.89">29102 8110 113 0,'9'1'772'15,"-9"-1"-178"-15,10-1-105 0,-10 1-41 0,13 0-31 0,-1 1-7 16,3 5 0-16,-1-1-25 0,8 4-50 15,3 4 2-15,2 1-82 0,6 7 18 0,1 3-76 16,1 4-19-16,8 4-27 0,-3 4-31 0,-1 2 16 16,-3 1-67-16,-4 3 30 0,-7-6-65 0,-3 0 37 15,-5 0-63-15,-2 2 17 0,-6-1-78 0,-5-6-13 16,-4 0-102-16,-6 0-62 0,-5 4-88 0,-8-2-55 16,-4-1-15-16,-7-5-17 0,-3 1 15 0,-4-5 26 15,0-1 37-15,-3-3 21 0,-4-1-4 0,0-4-49 16,2-6-362-16,-3 0-226 0</inkml:trace>
  <inkml:trace contextRef="#ctx0" brushRef="#br0" timeOffset="12848.66">28029 8313 65 0,'-18'-5'807'15,"1"2"-157"-15,1 3-89 0,-2 3-57 0,-3 5-50 16,-4 7-38-16,-1 5-54 0,-1 7-19 0,2 3-31 15,2 6-61-15,2 5-19 0,3 12 17 0,7-6-87 0,5 2 24 16,6 3-46-16,6 0-13 0,8 7-16 0,5-1-41 16,4-1 10-16,8-3-20 0,3-4-10 0,8-4-11 15,6-4-10-15,5-3-11 0,9-4-24 0,4-4-55 16,6-8-65-16,-1-2-89 0,4-5-99 0,-2-6-90 16,-10-7-84-16,-3-5-130 0,12-10-661 0,-6-6-887 15</inkml:trace>
  <inkml:trace contextRef="#ctx0" brushRef="#br0" timeOffset="13202.95">29616 7945 477 0,'0'-23'780'0,"1"4"-108"0,-1 1-81 16,0 5-83-16,0-2-59 0,0 2-73 0,0 2-33 15,1 0-65-15,-1 5-4 0,2-3-62 0,-2 9 28 16,2-4-73-16,-2 4 18 0,0 0-75 0,9 7 17 15,-5 2-22-15,0 1-19 0,2 4-19 0,-3 1-14 16,1 1-9-16,-2 1-8 0,1-1-5 0,-2 2-10 16,-1-2 0-16,0-3-1 0,1 2-5 0,-1-4-4 15,0 0-2-15,0-1-2 0,2-1 4 0,-2-1-2 16,0-1 55-16,0-7 43 0,1 11 23 0,-1-11-19 16,4 7-25-16,-4-7-15 0,10-3-16 0,-2-2-13 15,3-2-5-15,3 0-12 0,4-6-5 0,5-1-3 16,3 0-4-16,6-3-3 0,2 1-5 0,3 1-3 15,-1 1 0-15,5-1-5 0,-3 5 0 16,-5-1-7-16,1 6-7 0,-4-3-23 0,-4 5-38 0,-6 0-56 16,-2 1-68-16,-2 4-44 0,-5 0-58 0,-2 2-78 15,-4 2-94-15,-6 0-70 0,-5 6-84 0,-6-1-655 16,-10 4-890-16</inkml:trace>
  <inkml:trace contextRef="#ctx0" brushRef="#br0" timeOffset="13717.15">27010 10449 1146 0,'-42'12'899'0,"0"-1"-214"0,2 2-142 0,4-1-120 0,8-2-70 0,0 2-81 16,8-3-62-16,4 2-38 0,1-4 9 0,7 2 17 15,3-3 1-15,5-6 7 0,0 8 6 0,0-8 8 16,26 1 5-16,1-4-38 0,16-6 25 0,8-2-15 16,18-4 78-16,9-4-47 0,28-7 35 0,7-6-76 15,9-2 31-15,5-6-77 0,7-4-25 0,12-4-93 16,6-4-23-16,5 2 0 0,2-4 0 0,2 3 0 15,3-1 0-15,1 2 0 0,-4-1 0 0,-5 2 0 16,-4-2 0-16,-5 4 0 0,-10 1 0 0,-7 3 0 16,-12 1 0-16,-13 6 0 0,-30 7 0 0,-8 6-80 15,-10 2-37-15,-15 3-95 0,-10 1-39 16,-10 3-110-16,-9 2-30 0,-9 0-62 0,-10 5-93 0,-6-2-42 16,-9 2-33-16,-11-1-112 0,-8 5-476 0,-8 0-819 15</inkml:trace>
  <inkml:trace contextRef="#ctx0" brushRef="#br0" timeOffset="14366.29">28048 10711 1206 0,'-14'-4'950'15,"2"-2"-220"-15,-2-2-151 0,4-1-102 0,0 0-56 0,0 1-94 16,3-3-28-16,2 1-54 0,1-2 2 0,4-1-72 0,4-1-6 16,0 0-57-16,2-1 47 0,4-2-46 0,3 2 6 15,1 1-17-15,-1 3-15 0,1 2-10 0,2 4-15 16,-1 1-12-16,0 4-13 0,3 3-5 0,-1 1-9 15,2 6-3-15,-2 2-31 0,0 1 28 16,-2 6-26-16,0 1 27 0,-4 1-29 0,-2 5 27 16,-1-6 2-16,-2 1-8 0,-3-1-1 0,-2-3-2 0,-1 0-2 15,0 0 4-15,-1-5 7 0,-2 1 10 16,-1-2 7-16,-1-3-4 0,-4-1-3 0,3 0-2 16,-2-5-32-16,8-2 28 0,-19-2-28 0,10-2 27 0,3-4-30 15,-3-2 28-15,3-3-28 0,2-2-1 0,1-3-3 16,3-1 25-16,4-5-37 0,2-4 26 0,6-2-2 15,2-3-7-15,4 1-4 0,2 3-1 16,-2 6 5-16,1 2 5 0,-1 3 2 0,1 5-1 0,-1 3-1 16,0 3 4-16,1 3-2 0,-1 2-1 0,0 4 4 15,-1 2-3-15,3 1 1 0,-1 5 0 0,-2 1 3 16,-2 2-1-16,1 1-3 0,-2-1-26 0,-3 3 26 16,2 0-41-16,-2-1 3 0,-4 1-69 0,-1-3-41 15,-1 0-86-15,2-1-99 0,-5-1-106 0,3-1-77 16,-5-1-129-16,3-3-744 0,-3-6-992 0</inkml:trace>
  <inkml:trace contextRef="#ctx0" brushRef="#br0" timeOffset="14683.22">28585 10539 598 0,'0'0'1007'0,"0"0"-214"0,9-2-189 0,-9 2-116 0,0 0-70 0,12-3-17 0,-12 3-42 0,13-2 2 16,-1 1-23-16,-1-2-38 0,2 1-49 15,4-2-51-15,0 0-39 0,1-4-34 0,4 2-18 16,0-4-29-16,2 0-18 0,2-3-13 0,-1-1-9 0,-2-3-11 16,-2-1-5-16,0 0-6 0,-3-4 0 0,0 0-4 15,-3-1-4-15,-3-1 2 0,-4 3 6 16,-1-1 12-16,-2-1 15 0,-1 4 20 0,-4 1 7 0,0 1 35 16,0 4-29-16,0 1 19 0,0-1-52 0,-2 7 23 15,2 6-21-15,-4-7 58 0,4 7-20 0,-3 8 72 16,1 5-59-16,-1 5 40 0,3 5-73 0,0 5-65 15,4 3 0-15,0 3 0 0,1-2 0 16,1 1 0-16,0-3 0 0,2-1 0 0,-3-6 0 16,3-1-56-16,-3-1-158 0,-1-5-34 0,1-1-118 0,0-7-96 15,-1-2-176-15,-4-6-134 0,0 0-946 0,10-6-1398 16</inkml:trace>
  <inkml:trace contextRef="#ctx0" brushRef="#br0" timeOffset="15566.96">28260 7906 112 0,'0'0'468'0,"-10"-7"-132"0,10 7-55 0,-9-3-48 0,9 3-16 0,-9-3-6 0,9 3-7 16,-9-3 24-16,9 3-2 0,0 0 6 0,-10-5 12 0,10 5 12 16,0 0 4-16,-7-3 5 0,7 3-23 15,0 0-31-15,4-7-23 0,3 3-34 0,7-4-24 16,6 0-22-16,10-4-17 0,10-2-8 0,5 1-25 16,14-6 2-16,2 1-20 0,3 0 7 0,3-2-22 15,3 0 7-15,4-2-22 0,0 1 19 0,5-4-21 0,-2 1 13 16,4-1-18-16,-5 0 16 0,1 1 9 0,-5-2 12 15,-2 3 0-15,-6 1 3 0,-4 3 6 16,-14 3 8-16,-5 2 6 0,-9 4 7 0,-4-1-1 16,-4 4-11-16,-4 0-6 0,-3 1-10 0,-2 1-8 15,-3 2-9-15,-4-2-3 0,-8 5-4 0,8-3-6 0,-8 3-3 16,0 0 3-16,-15 4-6 0,2 0 2 0,-4 2 0 16,-3 1-2-16,-3 1 2 0,-5 2-36 15,-4 1 52-15,-9-1-38 0,-3 2 45 0,-5 1-51 16,-14-2 51-16,-7 3-32 0,-1 1 25 0,-12 1 61 15,-8 0-10-15,-27 5 3 0,-6 2 20 0,-5 2-8 16,0 3 12-16,-8 3-12 0,-2 3 30 0,-2 1-55 0,2 2 19 16,9 4-89-16,6 1 1 0,9-1-91 0,10 0-53 15,10-3-138-15,21-5-198 0,9-4-209 16,4 0-992-16,7-8-1359 0</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06T06:05:00.571"/>
    </inkml:context>
    <inkml:brush xml:id="br0">
      <inkml:brushProperty name="width" value="0.05292" units="cm"/>
      <inkml:brushProperty name="height" value="0.05292" units="cm"/>
      <inkml:brushProperty name="color" value="#FF0000"/>
    </inkml:brush>
  </inkml:definitions>
  <inkml:trace contextRef="#ctx0" brushRef="#br0">13275 11814 249 0,'0'-7'381'0,"-1"-2"-68"0,1 3-40 0,-1-2-64 0,0 0-16 16,-1-1-23-16,1 0 5 0,-2-2-52 0,2 3 17 0,-1-1-17 15,-1-1-22-15,-2 1-14 0,4-1-12 0,-2 2-17 16,1-1 7-16,-1 1-6 0,-1-2 1 0,2 2-11 16,-2-3-3-16,0 5-3 0,-2-2 6 15,1 0 10-15,-2 1 4 0,-2-3 7 0,-2 2 11 0,0 0-1 16,1 0-7-16,-4 0 5 0,3 2 6 0,-3 0-3 15,-1-4 8-15,3 4 10 0,-4 1-17 0,2-3 17 16,0 4-19-16,0-2 21 0,2-1-25 16,-1 1-4-16,-1 2-19 0,2-1 7 0,3-1-24 0,-2 5 7 15,2-4-21-15,-2 3 13 0,0-2-18 0,2 3 21 16,-1-2-13-16,10 3 14 0,-23 0-20 0,11 2 15 16,-2-1-11-16,0 2 39 0,-1 3-18 0,-2-2 21 15,1 3-16-15,-2 3 1 0,-1-1-17 0,-2 2 3 16,3 0-17-16,-1 0 19 0,0 2 31 0,2 1-29 15,-2-3-14-15,4 4 22 0,-3 0-7 16,0 2-6-16,-1 1 35 0,1 1-1 0,1-1-14 0,2 0-8 16,2-1-10-16,2 2-4 0,-2 0 2 0,1 1-9 15,1 0-12-15,2 0 10 0,-1 2-12 0,1 1 18 16,-4 2-5-16,7-2 33 0,-3 3-32 0,0-4 40 16,2 2-37-16,2-2-2 0,-3 3 0 0,3-2-3 15,-1 0-3-15,1 0 27 0,1 1-40 0,2-2 24 16,0 0-29-16,-2 2 25 0,2-1-28 0,0-1 35 15,1 0-28-15,1 2 27 0,-1-1-33 0,1 2 31 0,0-1-32 16,1 1 34-16,-1-1-31 0,3 1 27 0,-2-2-36 16,2 1 31-16,-1 0-29 0,0-2 29 0,0 2-28 15,1-2 28-15,1 0-27 0,-2-1 25 16,2-1-31-16,0 1 29 0,1 0-30 0,-1-1 30 0,-1-3-29 16,4 2 4-16,-3-2-1 0,3 2 0 0,0-3 4 15,-1 3 1-15,1 0 23 0,0 0 36 0,2-1-11 16,0 0-9-16,0 1-10 0,1-1-3 0,0-2-6 15,1 3-4-15,0-3 0 0,-1 1 20 0,1-3-32 16,0 3 27-16,-1-1-34 0,1 0 25 0,0-3-30 16,-2 2 29-16,1-4-32 0,3 5 29 0,-3-4-29 15,2-2 32-15,-2 4-30 0,2-4 32 0,0 2 8 0,-1-2 49 16,0 1-37-16,2 0 22 0,0-2-36 16,1 1 23-16,-3 0-34 0,2-1 26 0,1-1-36 15,-1 2 27-15,1-2-35 0,-1 2 34 0,1-3-37 0,-3 2 30 16,2-2-33-16,2 1 37 0,-2-1-3 15,0-1 60-15,0 1-32 0,-1-1 36 0,1 0-54 16,-1 0 33-16,-1-2-52 0,-1 1 41 0,2-2-48 16,-2 2 42-16,2-3-53 0,-2 1 46 0,4 0-47 15,-2-2 55-15,0 1-47 0,1-1 9 0,1-1-12 0,-1 2-5 16,0-2 0-16,1 0 0 0,-3 0 0 0,2-2 0 16,0 1 0-16,-3 1 0 0,3-2 0 15,-3 1 0-15,3-2 0 0,-2 1 0 0,-2-1 0 0,3-1 0 16,-1 1 0-16,-2 0 0 0,1-3 0 0,1 1 0 15,0-1 0-15,-1-2 0 0,2 0 0 16,-2 2 0-16,0-5 0 0,0 3 0 0,1-4 0 0,-1 0 0 16,-1 1 0-16,1-2 0 0,0-2 0 0,-1-2 0 15,-1 5 0-15,1-5 0 0,1 1 0 0,-1-3 0 16,-1 2 0-16,2 0 0 0,-4-1 0 0,2 0 0 16,-3-2 0-16,4 2 0 0,-4-3 0 0,2 3 0 15,-2-2 0-15,0-1 0 0,-1 0 0 0,2 0 0 16,-2-1 0-16,0 0 0 0,-1 1 0 0,1 0 0 15,0-1 0-15,-1-1 0 0,-2 1 0 0,2-1 0 16,-1-1 0-16,1 2 0 0,-3-3 0 0,0 4 0 16,0-4 0-16,-2 2 0 0,1-4 0 0,-1 2 0 15,0 0 0-15,1-3 0 0,-1 3 0 0,0-3 0 16,0 3 0-16,0-1 0 0,1 2 0 0,0-1 0 16,-2 2 0-16,3 2 0 0,0 1 0 0,0 0 0 15,0-2 0-15,0 3 0 0,0-1 0 0,1-1 0 16,1 2 0-16,-1-1 0 0,-1 0 0 0,1 0 0 0,1 0 0 15,-1-1 0-15,0-1 0 0,-1 1 0 0,0-4 0 16,-2 2 0-16,0-1 0 0,0-1 0 0,-1 1 0 16,-2-1 0-16,1-1 0 0,-6 0 0 0,0-3 0 15,-2 2 0-15,-6-3 0 0,-2 2 0 0,-2-2 0 16,-3 3 0-16,-3 2 0 0,-4 1 0 0,0 1 0 16,-4 3 0-16,0-2 0 0,-3 3 0 0,0 0 0 15,1 2 0-15,-3 2 0 0,5 3 0 0,2 4 0 16,-1 0 0-16,3 3 0 0,0 4 0 0,-6 1-378 15,-7 6-83-15,-2 2-157 0,-15 8-189 0,-3 1-1062 16,-5 5-1588-16</inkml:trace>
  <inkml:trace contextRef="#ctx0" brushRef="#br0" timeOffset="3302.28">14621 11801 20 0,'0'0'423'0,"-4"-9"-104"0,4 9-66 0,-2-10-36 16,2 10-40-16,-5-10-12 0,5 10-19 0,-3-10-4 15,3 10-22-15,-5-11-2 0,4 6-29 0,1 5 10 16,-5-12-38-16,2 6 16 0,2 0-14 0,-2-1-6 16,1 0 1-16,-1 0-7 0,-2-1-8 0,3-1-6 15,-4 1-3-15,4-2-10 0,-3 3 8 0,-2-2 10 16,1 0-1-16,-2-1-5 0,1 0 19 0,-1-2 5 15,-1 3-3-15,0-1 2 0,1 1-3 0,-1 0 10 16,-2 1-17-16,1-2 3 0,1 2-23 0,-3 1 12 16,3 0-16-16,0 1 10 0,-1-2-15 15,1 4 9-15,0-2-16 0,-1-1 12 0,1 3-10 0,-1 0 17 16,-2 1-12-16,2-2 13 0,0 1-16 0,-3 1 19 16,2-1-4-16,-2 1 19 0,0 0-13 0,0 0 23 15,1 0-20-15,-1 0 17 0,-1 2-9 0,1-2 15 16,0 1-27-16,-2-1 19 0,2 2-16 0,-1-1 9 15,0 2-13-15,-1-1 9 0,2 2-14 0,-4-1 8 0,4 0-19 16,-2 2 10-16,2 0-15 0,-3 0 7 16,0 0-12-16,0 1 40 0,0-2-11 0,0 4 11 15,-1-1-11-15,2 0 23 0,-2 0-20 0,2 1 10 0,-1 1-25 16,1 0 11-16,1-2-19 0,-1 5 10 16,1-1-20-16,-2-1 18 0,3 3 12 0,1-1 3 15,-2 2-19-15,2 0 11 0,-1-1-22 0,3 2 1 16,0 1-2-16,0 1 0 0,1 0-4 0,0 2-4 0,-1 0 6 15,1-1 8-15,0 3 23 0,2 0-3 0,-3-1-6 16,2 1-2-16,2-2-7 0,0 1 0 16,-2-1-7-16,4 0 4 0,-2 1-12 0,1-1 8 15,-2 1 24-15,3-1-13 0,-2 3 13 0,2-2-12 0,-1 1 2 16,3-2-16-16,-2 2-1 0,0-2 5 0,1 2-8 16,2 0 3-16,-3-2-2 0,3 1-2 0,0 1 4 15,-2-1 9-15,3 1-9 0,0 0 2 0,0 1-1 16,0-1 13-16,0-1-1 0,0 2 22 0,3 2-25 15,-2-2 16-15,-1 0-22 0,4 0 27 0,-2 1-17 16,-2-1 22-16,3 0-31 0,-2 0 27 0,2 1-34 16,-1 1 28-16,0-2-23 0,0 0 50 0,-1 0-35 15,2 1 26-15,-2-1-35 0,2 0 22 0,-2 0-37 16,2-1 43-16,0 1-29 0,0 0 30 0,-2-2-36 16,3 3 30-16,-1-3-29 0,-1 3 45 0,1-1-22 0,-1 2 36 15,2 0-35-15,0 0-2 0,1 1 21 16,-1-2 31-16,1 5 5 0,0-4-5 0,0 2 3 15,2-1 12-15,0 1 7 0,1 2-15 0,1 0 17 16,0 0 11-16,1 0-24 0,2 0-12 0,0 0-16 16,-1-2-33-16,0 1-39 0,3-1 0 0,-1 0 0 0,2 0 0 15,-3-1 0-15,-1-3 0 0,2-1 0 16,-1 0 0-16,0 0 0 0,-1 0 0 0,0-3 0 0,-1 0 0 16,1 2 0-16,-1-2 0 0,1-2 0 0,-2-1 0 15,0 1 0-15,1-1 0 0,1 1 0 0,-2-2 0 16,3 0 0-16,-3 1 0 0,2 0 0 0,1-2 0 15,-2 0 0-15,2 0 0 0,1 1 0 0,-3-2 0 16,4-1 0-16,0 2 0 0,-2-2 0 0,0 0 0 16,1-1 0-16,0 0 0 0,0-1 0 0,1 1 0 15,-3-2 0-15,2 1 0 0,0-3 0 0,0 2 0 16,-3-2 0-16,3 1 0 0,-2-3 0 0,2 2 0 16,-2-2 0-16,2-1 0 0,1-1 0 0,-1 1 0 15,1-3 0-15,0 1 0 0,3-2 0 0,-2-1 0 16,-1 1 0-16,3-4 0 0,-1 1 0 0,1 0 0 15,2-4 0-15,0 0 0 0,-2 0 0 0,1-3 0 16,1-2 0-16,0 0 0 0,0-2 0 0,-2 0 0 16,2 0 0-16,-1-3 0 0,1 1 0 0,-1 0 0 15,-1-4 0-15,1 2 0 0,-3-2 0 0,4-5 0 0,-2 4 0 16,-1 2 0-16,1-8 0 0,-2 6 0 0,1-8 0 16,-4 5 0-16,1-7 0 0,0 0 0 15,-5 2 0-15,-2 0 0 0,-1-1 0 0,-2 0 0 0,-2-4 0 16,-1-1 0-16,-1-6 0 0,-2 1 0 0,-3-3 0 15,-2 0 0-15,-2 1 0 0,2-1 0 0,-1 0 0 16,0 3 0-16,-3 3 0 0,3-2 0 0,-2 1 0 16,1 3 0-16,1 1 0 0,0 0 0 0,-1 1 0 15,1 6 0-15,1-3 0 0,-1 3 0 0,1-1 0 16,-3 2 0-16,0-4 0 0,-2-1 0 0,-1 3 0 16,-4-1 0-16,1 1 0 0,-3 1 0 0,-4-1 0 15,-2 2 0-15,-3 2 0 0,-3-1 0 0,-4 1 0 16,-9-4 0-16,-2 3 0 0,-4 1 0 15,0 3 0-15,-2 1 0 0,10 5 0 0,-2 0 0 0,6 6 0 16,-1-1 0-16,5 5 0 0,2 1 0 0,1 4 0 16,5 2 0-16,-1 2 0 0,-1 3 0 0,-7 5-129 15,-3 0-336-15,-5 9-42 0,-2-1-143 0,-4 8-147 0,-5 1-985 16,3 0-1478-16</inkml:trace>
  <inkml:trace contextRef="#ctx0" brushRef="#br0" timeOffset="5816.88">12657 11906 494 0,'0'0'382'0,"-14"-1"-69"15,14 1-79-15,-16-2-17 0,16 2-44 0,-12 0-8 16,12 0-20-16,-14 0 13 0,14 0-43 0,-13-2 16 15,13 2-43-15,0 0 40 0,-15 0-31 0,15 0 17 16,0 0-22-16,0 0 16 0,-16-1-7 0,16 1 17 16,0 0 6-16,0 0 15 0,0 0 6 0,0 0-4 15,-11-1 0-15,11 1-11 0,0 0-6 0,5-6-18 16,-5 6-10-16,9-9-11 0,-3 3-12 0,6-3-11 16,-1-2-6-16,3-1 1 0,0-2-5 15,-1-2-1-15,4 1 3 0,1-4-2 0,1-1-9 0,-1 1-6 16,2-2 6-16,0 0-17 0,5-4 2 0,-2-1-14 15,0 1 5-15,1 0-9 0,0 0 12 0,-4 4-19 16,0 0 11-16,-1 0-11 0,-1 0 3 0,1 2-4 16,-6 2 26-16,2 1 2 0,-3 2 5 0,-2 3-5 15,0-2 6-15,-1 4 0 0,-2 1-2 0,-1 0 6 16,2 0-14-16,-3 4 1 0,-1-3-14 0,1 1 4 16,-5 6-9-16,6-7 7 0,-6 7-15 0,8-7 5 0,-8 7-7 15,5-7-1-15,-5 7-3 0,0 0 3 0,5-4-2 16,-5 4 4-16,0 0-2 0,-5 6 4 0,2-1-2 15,-4 2 5-15,0-1-4 0,0 6 0 16,-2-2-7-16,-3 5 10 0,-2-1 1 0,0 4 0 0,-1 2 2 16,-4 0-6-16,1 2 3 0,-5 5-5 0,0 0 8 15,0 0-2-15,1 0 0 0,0-1-6 0,2-4 9 16,2 1-10-16,0-2 12 0,1-1-5 0,3-3 3 16,3-2-7-16,-1-2 5 0,5-1-7 0,-2-2 7 15,2 0-3-15,0-3 13 0,0 1 4 0,2-1 36 16,1-1 27-16,-1 0 32 0,5-6 10 0,-4 4-11 15,4-4-23-15,0 0-10 0,3-9-46 0,2 0 25 16,3-2-8-16,2-5-6 0,3-2-39 0,2-7 27 16,4-2-37-16,3-4 33 0,0 1-38 0,1-2 3 15,2-3-1-15,-1 1 11 0,3 2-30 0,-4-3 28 16,4 2-7-16,0-2-12 0,-1 0 3 0,-1 3 3 16,1 0 3-16,-5-1 2 0,1 6-1 0,-3 1 0 15,-5 4 3-15,-1 5 1 0,-1 1 1 0,-3 3 0 16,1 1-1-16,-4-1 0 0,1 6-1 0,-1-2-5 0,-2 3 0 15,-4 6 2-15,2-4-1 0,-2 4 1 0,-6 3 3 16,0 3 1-16,-5 4-3 0,-1 3 4 0,-3 1-1 16,0 8 1-16,-3-1-27 0,-1 2 40 15,-4 2-34-15,3 6 5 0,-5-2 9 0,2 2 29 0,-1 3-31 16,2-1 31-16,-2 0-32 0,1-2 25 0,0 3-2 16,1-2 0-16,1-1-4 0,-1-1-2 0,1-2-1 15,4-3 0-15,-1-4-1 0,1 0 0 0,3-5-1 16,2 1 1-16,2-6 0 0,0 1 0 0,2-2 1 15,2-2 2-15,-1-1 2 0,0-1-5 0,7-6 1 16,-8 4-18-16,8-4-28 0,0 0-5 0,-4-6-50 16,7-2-23-16,0-1-12 0,3-3-19 0,3-5-28 15,1-2-50-15,0 0-57 0,4-4-54 0,1-2-30 16,-2 0-38-16,0 3-66 0,1-1-82 0,-1 1-413 16,-3 1-558-16</inkml:trace>
  <inkml:trace contextRef="#ctx0" brushRef="#br0" timeOffset="9400.61">14681 12194 384 0,'0'0'304'0,"-11"-3"-68"0,11 3-31 15,-12-2-22-15,12 2-25 0,-15-2-10 0,15 2-16 16,-13-1-14-16,13 1-8 0,-13-2 0 0,13 2-8 16,-14 2-7-16,14-2-7 0,-11 3 2 0,11-3-2 15,-13 2 1-15,13-2 2 0,-9 5-17 0,9-5 1 16,-9 4-9-16,9-4 9 0,-6 3 2 0,6-3 21 16,-8 5-4-16,8-5 27 0,0 0 2 0,-9 4 34 15,9-4 5-15,0 0 22 0,0 0-7 0,-6 3 9 16,6-3-53-16,0 0 1 0,0 0-21 0,6-6-3 15,1 3-22-15,3-3 15 0,-1 0-14 0,2-1-2 16,3 0-5-16,0-1-14 0,4-2-10 0,0 0-15 16,4-2-3-16,2-1-5 0,2 1 2 0,-2-2-2 15,4 0 4-15,4-2-15 0,1-2 11 0,4 1-8 16,-2-3-9-16,1 1-6 0,1 0-6 0,0 0 5 16,1-1-13-16,-2 0 13 0,-2 2-12 0,-2 1 12 0,-5 3-3 15,-3 0-1-15,-3 3-1 0,-2 0 2 16,-2 2 0-16,-3 0 17 0,-3 3-3 0,2-1 3 15,-3 2-1-15,-3 0 2 0,3 1 1 0,-4-1 1 16,-1 2 0-16,-5 3-6 0,11-6-4 0,-11 6-8 16,0 0 2-16,0 0-4 0,0 0 3 0,0 0-6 0,-12 3 10 15,4 1-11-15,-4 1-33 0,-1 2 37 0,-2 0-3 16,-2 4 0-16,-5-1-1 0,-3 5 4 16,-6 1-6-16,-4 3 0 0,0 0 0 0,-4 2 1 0,-3-1-2 15,2-1-21-15,-1 3 34 0,1-1-26 0,0 0 24 16,3-2-23-16,1 0 1 0,2-1 3 15,3 0-1-15,4-6 7 0,2 2-4 0,4-3 3 0,3-1 3 16,2-2-3-16,1 0 2 0,3-2 1 0,-1 0 5 16,5-1 26-16,-2-2 26 0,1 2 27 0,3-1 27 15,6-4 32-15,-13 6-2 0,13-6-23 0,0 0-20 0,0 0-12 16,0 0-20-16,8-9-11 0,2 3-12 16,3-2 16-16,7-1-38 0,4-3 20 0,6-2-33 15,3-1 20-15,4-3-31 0,0 0 25 0,5-1-32 16,-1 0 29-16,3-3-35 0,7-2 27 0,0-1-28 15,-2-1 27-15,2 1-36 0,-4 0 29 0,-4 4-4 16,-3 2 0-16,0 0-3 0,-2 1 2 0,-5 3-6 16,-4 1 3-16,-2 2 2 0,-7 3 3 0,-1 1-3 15,-4 0 2-15,-1 2-2 0,-2 1-4 0,-3-1-4 16,1 1-8-16,-3 2 2 0,-7 3-2 0,8-5 6 0,-8 5 3 16,0 0 1-16,0 0-1 0,-11 1 5 15,0 2-3-15,-1 1-2 0,-4 1-4 0,1 1-12 0,-2 1-16 16,-2 0-20-16,0 2-26 0,0-2-19 0,-2 3-16 15,2-2-13-15,3-1-20 0,-1 0-17 0,3 1-37 16,-1-2-45-16,2 0-65 0,1-1-91 0,2 2-29 16,-1-3-75-16,2 0-96 0,-2 1-502 0,2-1-727 15</inkml:trace>
  <inkml:trace contextRef="#ctx0" brushRef="#br0" timeOffset="12432.59">14735 15641 139 0,'-23'-4'398'0,"-1"0"-94"0,-2 1-44 0,2 0-40 0,1 0-15 0,-3 0-20 0,3 0 4 15,2-1-36-15,2 2-1 0,2-1-11 0,1 0-8 16,1 2-5-16,3 0-18 0,1-1-6 0,1 0-20 15,10 2 2-15,-18-2 13 0,18 2-25 0,-13-2-2 0,13 2 6 16,-11-3 0-16,11 3-3 0,-12 0 10 0,12 0 4 16,0 0 9-16,-10-3-2 0,10 3 12 15,0 0-3-15,-9-3 1 0,9 3-6 0,0 0-4 16,0 0-5-16,6-1-1 0,5-1-7 0,5 1-3 0,12-2-9 16,8 0 17-16,14-1-15 0,9-3-14 15,19 1-4-15,6-2 15 0,3-1 0 0,11 0-8 16,2 1-5-16,25-5 11 0,-1 2 26 0,1-1-34 0,-2-1 21 15,0 1-41-15,-2 1 68 0,-2-2-55 0,-17 2 55 16,18-3-50-16,-18 3 54 0,-2-3-58 0,-4 3 17 16,1-3 8-16,-1 0-8 0,0-1-2 0,-1 1-10 15,-1-1-13-15,-2 2-5 0,-2-2 34 0,-5 3-42 16,-2-1 30-16,-7 2-43 0,-6 0 37 0,-3 1-40 16,-12 0-6-16,-4 3 34 0,-4-1-44 0,-4-1 32 15,-7 3-37-15,-4 0 35 0,-5 0-33 0,-3 1 31 16,-6 1-35-16,1 0 34 0,-3 2-38 0,-2-2 35 15,-3 1-39-15,1 1 38 0,-2 0-38 0,-1 0 34 16,-9 2-38-16,11-6 33 0,-11 6-49 0,4-7 7 16,-4 7-100-16,-4-6-16 0,4 6-95 0,-15-4-74 0,7 2-97 15,-7 2-112-15,2-2-68 0,-3 4-152 16,-2-2-486-16,-4 0-834 0</inkml:trace>
  <inkml:trace contextRef="#ctx0" brushRef="#br0" timeOffset="15316.94">19333 15402 369 0,'-18'0'741'0,"4"0"-132"0,3-1-99 0,11 1-114 0,-21 0-79 0,21 0-57 0,-15 0-48 16,15 0-34-16,0 0-12 0,-13 0-5 0,13 0-9 15,12 0-16-15,2 0-16 0,6 0-21 0,10-2-7 16,18 1 0-16,10-3-2 0,17 0 5 0,13-1-1 16,5-1 27-16,9-1-16 0,20-3-8 0,6 0-3 15,2-1-1-15,3 1-2 0,-2-1 11 0,-2-1-15 16,-2 2-6-16,-3-4 10 0,-6 3-17 0,-16 0-12 16,-2 1 35-16,-3-1-19 0,-2 2 34 0,-6-1-39 15,-1-1 24-15,-7 0-51 0,-6 1 30 0,-4 0-37 16,-6 0 52-16,-13 2-42 0,-2 0 26 0,-4 0-45 15,-3-1 28-15,-11 5-38 0,-4 0 30 0,-6-2-46 16,0 1 33-16,-3 3-39 0,-5-2 33 0,1 2-41 16,-2 0 41-16,-2 1-42 0,0-2 33 0,-3 1-45 15,-8 2 7-15,11-5-106 0,-11 5-49 0,4-4-108 0,-4 4-104 16,-4-6-165-16,4 6-109 0,-10-3-220 16,10 3-388-16,-17-7-873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EADEE-0B67-4CD7-BB44-914E98418FDE}" type="datetimeFigureOut">
              <a:rPr lang="en-IN" smtClean="0"/>
              <a:t>06-09-2026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843C3-1C1E-4758-8274-985DAAAB7D09}" type="slidenum">
              <a:rPr lang="en-IN" smtClean="0"/>
              <a:t>‹#›</a:t>
            </a:fld>
            <a:endParaRPr lang="en-IN"/>
          </a:p>
        </p:txBody>
      </p:sp>
    </p:spTree>
    <p:extLst>
      <p:ext uri="{BB962C8B-B14F-4D97-AF65-F5344CB8AC3E}">
        <p14:creationId xmlns:p14="http://schemas.microsoft.com/office/powerpoint/2010/main" val="1684310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a:extLst>
              <a:ext uri="{FF2B5EF4-FFF2-40B4-BE49-F238E27FC236}">
                <a16:creationId xmlns:a16="http://schemas.microsoft.com/office/drawing/2014/main" id="{39AF2117-C1A9-42A5-B416-619D72507300}"/>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buSzPts val="1100"/>
            </a:pPr>
            <a:endParaRPr lang="x-none" altLang="x-none"/>
          </a:p>
        </p:txBody>
      </p:sp>
      <p:sp>
        <p:nvSpPr>
          <p:cNvPr id="54275" name="Google Shape;37;p1:notes">
            <a:extLst>
              <a:ext uri="{FF2B5EF4-FFF2-40B4-BE49-F238E27FC236}">
                <a16:creationId xmlns:a16="http://schemas.microsoft.com/office/drawing/2014/main" id="{8481DDE9-68D6-4C5D-A85A-ECC56B498442}"/>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086815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20eba3b860f_0_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2" name="Google Shape;1212;g20eba3b860f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8074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p>
        </p:txBody>
      </p:sp>
      <p:sp>
        <p:nvSpPr>
          <p:cNvPr id="3" name="Text Placeholder 2"/>
          <p:cNvSpPr>
            <a:spLocks noGrp="1"/>
          </p:cNvSpPr>
          <p:nvPr>
            <p:ph type="body" sz="half" idx="1"/>
          </p:nvPr>
        </p:nvSpPr>
        <p:spPr>
          <a:xfrm>
            <a:off x="548217"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484"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0432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endParaRPr lang="en-IN"/>
          </a:p>
        </p:txBody>
      </p:sp>
      <p:sp>
        <p:nvSpPr>
          <p:cNvPr id="3" name="Table Placeholder 2"/>
          <p:cNvSpPr>
            <a:spLocks noGrp="1"/>
          </p:cNvSpPr>
          <p:nvPr>
            <p:ph type="tbl" idx="1"/>
          </p:nvPr>
        </p:nvSpPr>
        <p:spPr>
          <a:xfrm>
            <a:off x="548218" y="1143000"/>
            <a:ext cx="11091333" cy="5181600"/>
          </a:xfrm>
        </p:spPr>
        <p:txBody>
          <a:bodyPr/>
          <a:lstStyle/>
          <a:p>
            <a:endParaRPr lang="en-IN"/>
          </a:p>
        </p:txBody>
      </p:sp>
    </p:spTree>
    <p:extLst>
      <p:ext uri="{BB962C8B-B14F-4D97-AF65-F5344CB8AC3E}">
        <p14:creationId xmlns:p14="http://schemas.microsoft.com/office/powerpoint/2010/main" val="3068409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69002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pPr>
              <a:defRPr/>
            </a:pPr>
            <a:endParaRPr lang="en-US"/>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p>
            <a:pPr>
              <a:defRPr/>
            </a:pPr>
            <a:r>
              <a:rPr lang="en-US"/>
              <a:t>IS ZC464, Machine Learning</a:t>
            </a: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smtClean="0"/>
              <a:pPr>
                <a:defRPr/>
              </a:pPr>
              <a:t>‹#›</a:t>
            </a:fld>
            <a:endParaRPr lang="en-US"/>
          </a:p>
        </p:txBody>
      </p:sp>
    </p:spTree>
    <p:extLst>
      <p:ext uri="{BB962C8B-B14F-4D97-AF65-F5344CB8AC3E}">
        <p14:creationId xmlns:p14="http://schemas.microsoft.com/office/powerpoint/2010/main" val="920653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Slide">
  <p:cSld name="2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374089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93472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grpSp>
        <p:nvGrpSpPr>
          <p:cNvPr id="8" name="Group 10"/>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56488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4" name="Rectangle 3"/>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5" name="Rectangle 4"/>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8" name="TextBox 7"/>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13506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0" name="TextBox 9"/>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7" name="TextBox 16"/>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8" name="TextBox 17"/>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377841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4" name="Rectangle 3"/>
          <p:cNvSpPr/>
          <p:nvPr/>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8839201" y="0"/>
            <a:ext cx="2925233" cy="692150"/>
          </a:xfrm>
          <a:prstGeom prst="rect">
            <a:avLst/>
          </a:prstGeom>
          <a:noFill/>
          <a:ln w="9525">
            <a:noFill/>
            <a:miter lim="800000"/>
            <a:headEnd/>
            <a:tailEnd/>
          </a:ln>
        </p:spPr>
      </p:pic>
      <p:sp>
        <p:nvSpPr>
          <p:cNvPr id="6" name="Rectangle 5"/>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TextBox 8"/>
          <p:cNvSpPr txBox="1"/>
          <p:nvPr/>
        </p:nvSpPr>
        <p:spPr>
          <a:xfrm>
            <a:off x="9144000" y="7620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9448800" y="11715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53451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24882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6" name="Group 19"/>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2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
        <p:nvSpPr>
          <p:cNvPr id="14" name="TextBox 13"/>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32976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93472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2" name="Group 15"/>
          <p:cNvGrpSpPr>
            <a:grpSpLocks/>
          </p:cNvGrpSpPr>
          <p:nvPr/>
        </p:nvGrpSpPr>
        <p:grpSpPr bwMode="auto">
          <a:xfrm>
            <a:off x="2844800" y="6553200"/>
            <a:ext cx="93472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7" name="TextBox 16"/>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07626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93472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8" name="Group 10"/>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44153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93472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13"/>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5" name="TextBox 14"/>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75876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10"/>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5" name="TextBox 14"/>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87716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93472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8" name="Group 24"/>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98214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7538509" y="2560109"/>
            <a:ext cx="5181600" cy="61383"/>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10583" y="381001"/>
            <a:ext cx="922868" cy="2193925"/>
          </a:xfrm>
          <a:prstGeom prst="rect">
            <a:avLst/>
          </a:prstGeom>
          <a:noFill/>
          <a:ln w="9525">
            <a:noFill/>
            <a:miter lim="800000"/>
            <a:headEnd/>
            <a:tailEnd/>
          </a:ln>
        </p:spPr>
      </p:pic>
      <p:sp>
        <p:nvSpPr>
          <p:cNvPr id="10" name="TextBox 9"/>
          <p:cNvSpPr txBox="1"/>
          <p:nvPr/>
        </p:nvSpPr>
        <p:spPr>
          <a:xfrm rot="5400000">
            <a:off x="-2748491" y="3808884"/>
            <a:ext cx="5867400" cy="230832"/>
          </a:xfrm>
          <a:prstGeom prst="rect">
            <a:avLst/>
          </a:prstGeom>
          <a:noFill/>
        </p:spPr>
        <p:txBody>
          <a:bodyPr>
            <a:spAutoFit/>
          </a:bodyPr>
          <a:lstStyle/>
          <a:p>
            <a:pPr algn="r" fontAlgn="base">
              <a:spcBef>
                <a:spcPct val="0"/>
              </a:spcBef>
              <a:spcAft>
                <a:spcPct val="0"/>
              </a:spcAft>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609439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0" name="TextBox 9"/>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9397105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GB" alt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fld id="{806B9ED5-FE15-42F3-930B-10DA3EF67082}"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462613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5225"/>
            <a:ext cx="2844800" cy="476250"/>
          </a:xfrm>
        </p:spPr>
        <p:txBody>
          <a:bodyPr/>
          <a:lstStyle>
            <a:lvl1pPr>
              <a:defRPr/>
            </a:lvl1pPr>
          </a:lstStyle>
          <a:p>
            <a:endParaRPr lang="en-GB" altLang="en-US">
              <a:solidFill>
                <a:prstClr val="black">
                  <a:tint val="75000"/>
                </a:prstClr>
              </a:solidFill>
            </a:endParaRPr>
          </a:p>
        </p:txBody>
      </p:sp>
      <p:sp>
        <p:nvSpPr>
          <p:cNvPr id="7" name="Footer Placeholder 6"/>
          <p:cNvSpPr>
            <a:spLocks noGrp="1"/>
          </p:cNvSpPr>
          <p:nvPr>
            <p:ph type="ftr" sz="quarter" idx="11"/>
          </p:nvPr>
        </p:nvSpPr>
        <p:spPr>
          <a:xfrm>
            <a:off x="4165600" y="6245225"/>
            <a:ext cx="3860800" cy="476250"/>
          </a:xfrm>
        </p:spPr>
        <p:txBody>
          <a:bodyPr/>
          <a:lstStyle>
            <a:lvl1pPr>
              <a:defRPr/>
            </a:lvl1pPr>
          </a:lstStyle>
          <a:p>
            <a:endParaRPr lang="en-GB" altLang="en-US">
              <a:solidFill>
                <a:prstClr val="black">
                  <a:tint val="75000"/>
                </a:prstClr>
              </a:solidFill>
            </a:endParaRPr>
          </a:p>
        </p:txBody>
      </p:sp>
      <p:sp>
        <p:nvSpPr>
          <p:cNvPr id="8" name="Slide Number Placeholder 7"/>
          <p:cNvSpPr>
            <a:spLocks noGrp="1"/>
          </p:cNvSpPr>
          <p:nvPr>
            <p:ph type="sldNum" sz="quarter" idx="12"/>
          </p:nvPr>
        </p:nvSpPr>
        <p:spPr>
          <a:xfrm>
            <a:off x="8737600" y="6245225"/>
            <a:ext cx="2844800" cy="476250"/>
          </a:xfrm>
        </p:spPr>
        <p:txBody>
          <a:bodyPr/>
          <a:lstStyle>
            <a:lvl1pPr>
              <a:defRPr/>
            </a:lvl1pPr>
          </a:lstStyle>
          <a:p>
            <a:fld id="{0350E79D-DD4C-459D-9982-43B0D01A4CF3}"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15601793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GB" altLang="en-US">
              <a:solidFill>
                <a:prstClr val="black">
                  <a:tint val="75000"/>
                </a:prstClr>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prstClr val="black">
                  <a:tint val="75000"/>
                </a:prstClr>
              </a:solidFill>
            </a:endParaRPr>
          </a:p>
        </p:txBody>
      </p:sp>
      <p:sp>
        <p:nvSpPr>
          <p:cNvPr id="7" name="Slide Number Placeholder 6"/>
          <p:cNvSpPr>
            <a:spLocks noGrp="1"/>
          </p:cNvSpPr>
          <p:nvPr>
            <p:ph type="sldNum" sz="quarter" idx="12"/>
          </p:nvPr>
        </p:nvSpPr>
        <p:spPr/>
        <p:txBody>
          <a:bodyPr/>
          <a:lstStyle>
            <a:lvl1pPr>
              <a:defRPr/>
            </a:lvl1pPr>
          </a:lstStyle>
          <a:p>
            <a:fld id="{ACCAFE9A-1B00-41A9-8570-E4D414A76A53}"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27394694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lank_one">
    <p:spTree>
      <p:nvGrpSpPr>
        <p:cNvPr id="1" name=""/>
        <p:cNvGrpSpPr/>
        <p:nvPr/>
      </p:nvGrpSpPr>
      <p:grpSpPr>
        <a:xfrm>
          <a:off x="0" y="0"/>
          <a:ext cx="0" cy="0"/>
          <a:chOff x="0" y="0"/>
          <a:chExt cx="0" cy="0"/>
        </a:xfrm>
      </p:grpSpPr>
      <p:sp>
        <p:nvSpPr>
          <p:cNvPr id="4" name="TextBox 3"/>
          <p:cNvSpPr txBox="1"/>
          <p:nvPr/>
        </p:nvSpPr>
        <p:spPr>
          <a:xfrm>
            <a:off x="10871200" y="6550025"/>
            <a:ext cx="1320800" cy="261610"/>
          </a:xfrm>
          <a:prstGeom prst="rect">
            <a:avLst/>
          </a:prstGeom>
          <a:noFill/>
        </p:spPr>
        <p:txBody>
          <a:bodyPr wrap="square">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err="1">
                <a:solidFill>
                  <a:srgbClr val="101141"/>
                </a:solidFill>
                <a:latin typeface="Arial"/>
                <a:cs typeface="Arial"/>
              </a:rPr>
              <a:t>Pilani</a:t>
            </a:r>
            <a:endParaRPr lang="en-US" sz="1100" dirty="0">
              <a:solidFill>
                <a:srgbClr val="101141"/>
              </a:solidFill>
              <a:latin typeface="Arial"/>
              <a:cs typeface="Arial"/>
            </a:endParaRP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Tree>
    <p:extLst>
      <p:ext uri="{BB962C8B-B14F-4D97-AF65-F5344CB8AC3E}">
        <p14:creationId xmlns:p14="http://schemas.microsoft.com/office/powerpoint/2010/main" val="3480427648"/>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pPr>
              <a:defRPr/>
            </a:pPr>
            <a:fld id="{C8012BF1-E2F7-4A28-A7E9-DEDBED6D313A}" type="datetime1">
              <a:rPr lang="en-US">
                <a:solidFill>
                  <a:prstClr val="black">
                    <a:tint val="75000"/>
                  </a:prstClr>
                </a:solidFill>
              </a:rPr>
              <a:pPr>
                <a:defRPr/>
              </a:pPr>
              <a:t>9/6/2026</a:t>
            </a:fld>
            <a:endParaRPr lang="en-US">
              <a:solidFill>
                <a:prstClr val="black">
                  <a:tint val="75000"/>
                </a:prstClr>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205448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600" y="6356351"/>
            <a:ext cx="2844800" cy="365125"/>
          </a:xfrm>
          <a:prstGeom prst="rect">
            <a:avLst/>
          </a:prstGeom>
        </p:spPr>
        <p:txBody>
          <a:bodyPr/>
          <a:lstStyle/>
          <a:p>
            <a:pPr>
              <a:defRPr/>
            </a:pPr>
            <a:fld id="{13DA625C-7372-4E2B-BF73-7A3B77124A1E}" type="datetime1">
              <a:rPr lang="en-US">
                <a:solidFill>
                  <a:prstClr val="black">
                    <a:tint val="75000"/>
                  </a:prstClr>
                </a:solidFill>
              </a:rPr>
              <a:pPr>
                <a:defRPr/>
              </a:pPr>
              <a:t>9/6/2026</a:t>
            </a:fld>
            <a:endParaRPr lang="en-US">
              <a:solidFill>
                <a:prstClr val="black">
                  <a:tint val="75000"/>
                </a:prstClr>
              </a:solidFill>
            </a:endParaRPr>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978581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fontAlgn="base" hangingPunct="1">
              <a:spcBef>
                <a:spcPct val="0"/>
              </a:spcBef>
              <a:spcAft>
                <a:spcPct val="0"/>
              </a:spcAft>
              <a:defRPr/>
            </a:pPr>
            <a:r>
              <a:rPr lang="en-US" sz="1100">
                <a:solidFill>
                  <a:srgbClr val="101141"/>
                </a:solidFill>
                <a:cs typeface="Arial" pitchFamily="34" charset="0"/>
              </a:rPr>
              <a:t>BITS Pilani, Hyderabad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48834577"/>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solidFill>
                  <a:prstClr val="white"/>
                </a:solidFill>
              </a:rPr>
              <a:t>Click to edit Session title</a:t>
            </a:r>
          </a:p>
        </p:txBody>
      </p:sp>
    </p:spTree>
    <p:extLst>
      <p:ext uri="{BB962C8B-B14F-4D97-AF65-F5344CB8AC3E}">
        <p14:creationId xmlns:p14="http://schemas.microsoft.com/office/powerpoint/2010/main" val="228830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20714978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9144000" y="762000"/>
            <a:ext cx="29464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9448800" y="1171576"/>
            <a:ext cx="2540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53699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1700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10871200" y="6550025"/>
            <a:ext cx="1320800" cy="261610"/>
          </a:xfrm>
          <a:prstGeom prst="rect">
            <a:avLst/>
          </a:prstGeom>
          <a:noFill/>
          <a:ln>
            <a:noFill/>
          </a:ln>
        </p:spPr>
        <p:txBody>
          <a:bodyPr spcFirstLastPara="1" wrap="square" lIns="91425" tIns="45700" rIns="91425" bIns="45700" anchor="t" anchorCtr="0">
            <a:spAutoFit/>
          </a:bodyPr>
          <a:lstStyle/>
          <a:p>
            <a:pPr algn="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a:t>
            </a:r>
            <a:endParaRPr sz="1100">
              <a:solidFill>
                <a:srgbClr val="101141"/>
              </a:solidFill>
              <a:latin typeface="Arial"/>
              <a:ea typeface="Arial"/>
              <a:cs typeface="Arial"/>
              <a:sym typeface="Arial"/>
            </a:endParaRPr>
          </a:p>
        </p:txBody>
      </p:sp>
      <p:grpSp>
        <p:nvGrpSpPr>
          <p:cNvPr id="58" name="Google Shape;58;p110"/>
          <p:cNvGrpSpPr/>
          <p:nvPr/>
        </p:nvGrpSpPr>
        <p:grpSpPr>
          <a:xfrm>
            <a:off x="2779184" y="6550026"/>
            <a:ext cx="9412816"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8839201" y="0"/>
            <a:ext cx="2925233" cy="692150"/>
          </a:xfrm>
          <a:prstGeom prst="rect">
            <a:avLst/>
          </a:prstGeom>
          <a:noFill/>
          <a:ln>
            <a:noFill/>
          </a:ln>
        </p:spPr>
      </p:pic>
      <p:grpSp>
        <p:nvGrpSpPr>
          <p:cNvPr id="63" name="Google Shape;63;p110"/>
          <p:cNvGrpSpPr/>
          <p:nvPr/>
        </p:nvGrpSpPr>
        <p:grpSpPr>
          <a:xfrm>
            <a:off x="2844800" y="6553200"/>
            <a:ext cx="93472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grpSp>
        <p:nvGrpSpPr>
          <p:cNvPr id="67" name="Google Shape;67;p110"/>
          <p:cNvGrpSpPr/>
          <p:nvPr/>
        </p:nvGrpSpPr>
        <p:grpSpPr>
          <a:xfrm>
            <a:off x="0" y="1295400"/>
            <a:ext cx="93472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20768674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079105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1"/>
            <a:ext cx="9412817"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19865319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type="secHead">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solidFill>
                  <a:prstClr val="black"/>
                </a:solidFill>
              </a:rPr>
              <a:pPr algn="r"/>
              <a:t>‹#›</a:t>
            </a:fld>
            <a:endParaRPr lang="en">
              <a:solidFill>
                <a:prstClr val="black"/>
              </a:solidFill>
            </a:endParaRPr>
          </a:p>
        </p:txBody>
      </p:sp>
    </p:spTree>
    <p:extLst>
      <p:ext uri="{BB962C8B-B14F-4D97-AF65-F5344CB8AC3E}">
        <p14:creationId xmlns:p14="http://schemas.microsoft.com/office/powerpoint/2010/main" val="13839377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3126991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86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6955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4268826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29" r:id="rId1"/>
    <p:sldLayoutId id="2147483740" r:id="rId2"/>
    <p:sldLayoutId id="2147483742" r:id="rId3"/>
    <p:sldLayoutId id="2147483745" r:id="rId4"/>
    <p:sldLayoutId id="2147483746" r:id="rId5"/>
    <p:sldLayoutId id="2147483749" r:id="rId6"/>
    <p:sldLayoutId id="2147483752" r:id="rId7"/>
    <p:sldLayoutId id="2147483774"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AD9E909E-7C98-4E08-B6CF-5AC97662F8A6}" type="datetime3">
              <a:rPr lang="en-US">
                <a:solidFill>
                  <a:prstClr val="black">
                    <a:tint val="75000"/>
                  </a:prstClr>
                </a:solidFill>
              </a:rPr>
              <a:pPr fontAlgn="base">
                <a:spcBef>
                  <a:spcPct val="0"/>
                </a:spcBef>
                <a:spcAft>
                  <a:spcPct val="0"/>
                </a:spcAft>
                <a:defRPr/>
              </a:pPr>
              <a:t>6 September 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r>
              <a:rPr lang="en-US">
                <a:solidFill>
                  <a:prstClr val="black">
                    <a:tint val="75000"/>
                  </a:prstClr>
                </a:solidFill>
              </a:rPr>
              <a:t>IS ZC464, Machine Learning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60DB935C-A2BB-404C-A6C5-67E9068028E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69584189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Lst>
  <p:hf hdr="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4531818"/>
      </p:ext>
    </p:extLst>
  </p:cSld>
  <p:clrMap bg1="lt1" tx1="dk1" bg2="lt2" tx2="dk2" accent1="accent1" accent2="accent2" accent3="accent3" accent4="accent4" accent5="accent5" accent6="accent6" hlink="hlink" folHlink="folHlink"/>
  <p:sldLayoutIdLst>
    <p:sldLayoutId id="2147483776" r:id="rId1"/>
    <p:sldLayoutId id="2147483778" r:id="rId2"/>
    <p:sldLayoutId id="2147483779" r:id="rId3"/>
    <p:sldLayoutId id="2147483780" r:id="rId4"/>
    <p:sldLayoutId id="2147483781" r:id="rId5"/>
    <p:sldLayoutId id="2147483782" r:id="rId6"/>
    <p:sldLayoutId id="2147483784" r:id="rId7"/>
    <p:sldLayoutId id="2147483810" r:id="rId8"/>
    <p:sldLayoutId id="2147483811" r:id="rId9"/>
    <p:sldLayoutId id="2147483881" r:id="rId10"/>
    <p:sldLayoutId id="214748399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2.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9.png"/><Relationship Id="rId1" Type="http://schemas.openxmlformats.org/officeDocument/2006/relationships/slideLayout" Target="../slideLayouts/slideLayout38.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80.png"/><Relationship Id="rId1" Type="http://schemas.openxmlformats.org/officeDocument/2006/relationships/slideLayout" Target="../slideLayouts/slideLayout38.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2.png"/><Relationship Id="rId1" Type="http://schemas.openxmlformats.org/officeDocument/2006/relationships/slideLayout" Target="../slideLayouts/slideLayout38.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200.png"/><Relationship Id="rId1" Type="http://schemas.openxmlformats.org/officeDocument/2006/relationships/slideLayout" Target="../slideLayouts/slideLayout38.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7.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210.png"/><Relationship Id="rId1" Type="http://schemas.openxmlformats.org/officeDocument/2006/relationships/slideLayout" Target="../slideLayouts/slideLayout38.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9.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10.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11.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30.png"/><Relationship Id="rId1" Type="http://schemas.openxmlformats.org/officeDocument/2006/relationships/slideLayout" Target="../slideLayouts/slideLayout38.xml"/><Relationship Id="rId5" Type="http://schemas.openxmlformats.org/officeDocument/2006/relationships/image" Target="../media/image31.png"/><Relationship Id="rId4" Type="http://schemas.openxmlformats.org/officeDocument/2006/relationships/customXml" Target="../ink/ink12.xml"/></Relationships>
</file>

<file path=ppt/slides/_rels/slide19.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32.png"/><Relationship Id="rId1" Type="http://schemas.openxmlformats.org/officeDocument/2006/relationships/slideLayout" Target="../slideLayouts/slideLayout38.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14.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1.bin"/><Relationship Id="rId1" Type="http://schemas.openxmlformats.org/officeDocument/2006/relationships/slideLayout" Target="../slideLayouts/slideLayout38.xml"/><Relationship Id="rId6" Type="http://schemas.openxmlformats.org/officeDocument/2006/relationships/oleObject" Target="../embeddings/oleObject3.bin"/><Relationship Id="rId5" Type="http://schemas.openxmlformats.org/officeDocument/2006/relationships/image" Target="../media/image36.w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38.png"/><Relationship Id="rId1" Type="http://schemas.openxmlformats.org/officeDocument/2006/relationships/slideLayout" Target="../slideLayouts/slideLayout38.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16.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46.wmf"/><Relationship Id="rId3" Type="http://schemas.openxmlformats.org/officeDocument/2006/relationships/image" Target="../media/image41.wmf"/><Relationship Id="rId7" Type="http://schemas.openxmlformats.org/officeDocument/2006/relationships/image" Target="../media/image43.wmf"/><Relationship Id="rId12" Type="http://schemas.openxmlformats.org/officeDocument/2006/relationships/oleObject" Target="../embeddings/oleObject9.bin"/><Relationship Id="rId17" Type="http://schemas.openxmlformats.org/officeDocument/2006/relationships/image" Target="../media/image48.png"/><Relationship Id="rId2" Type="http://schemas.openxmlformats.org/officeDocument/2006/relationships/oleObject" Target="../embeddings/oleObject4.bin"/><Relationship Id="rId16" Type="http://schemas.openxmlformats.org/officeDocument/2006/relationships/customXml" Target="../ink/ink17.xml"/><Relationship Id="rId1" Type="http://schemas.openxmlformats.org/officeDocument/2006/relationships/slideLayout" Target="../slideLayouts/slideLayout38.xml"/><Relationship Id="rId6" Type="http://schemas.openxmlformats.org/officeDocument/2006/relationships/oleObject" Target="../embeddings/oleObject6.bin"/><Relationship Id="rId11" Type="http://schemas.openxmlformats.org/officeDocument/2006/relationships/image" Target="../media/image45.wmf"/><Relationship Id="rId5" Type="http://schemas.openxmlformats.org/officeDocument/2006/relationships/image" Target="../media/image42.wmf"/><Relationship Id="rId15" Type="http://schemas.openxmlformats.org/officeDocument/2006/relationships/image" Target="../media/image47.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44.wmf"/><Relationship Id="rId14" Type="http://schemas.openxmlformats.org/officeDocument/2006/relationships/oleObject" Target="../embeddings/oleObject10.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49.png"/><Relationship Id="rId1" Type="http://schemas.openxmlformats.org/officeDocument/2006/relationships/slideLayout" Target="../slideLayouts/slideLayout38.xml"/><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51.wmf"/><Relationship Id="rId7" Type="http://schemas.openxmlformats.org/officeDocument/2006/relationships/image" Target="../media/image54.png"/><Relationship Id="rId2" Type="http://schemas.openxmlformats.org/officeDocument/2006/relationships/oleObject" Target="../embeddings/oleObject11.bin"/><Relationship Id="rId1" Type="http://schemas.openxmlformats.org/officeDocument/2006/relationships/slideLayout" Target="../slideLayouts/slideLayout38.xml"/><Relationship Id="rId6" Type="http://schemas.openxmlformats.org/officeDocument/2006/relationships/customXml" Target="../ink/ink19.xml"/><Relationship Id="rId5" Type="http://schemas.openxmlformats.org/officeDocument/2006/relationships/image" Target="../media/image53.pn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customXml" Target="../ink/ink20.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8.xml"/><Relationship Id="rId5" Type="http://schemas.openxmlformats.org/officeDocument/2006/relationships/image" Target="../media/image58.png"/><Relationship Id="rId4" Type="http://schemas.openxmlformats.org/officeDocument/2006/relationships/customXml" Target="../ink/ink21.xml"/></Relationships>
</file>

<file path=ppt/slides/_rels/slide31.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image" Target="../media/image59.png"/><Relationship Id="rId1" Type="http://schemas.openxmlformats.org/officeDocument/2006/relationships/slideLayout" Target="../slideLayouts/slideLayout38.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image" Target="../media/image63.png"/><Relationship Id="rId1" Type="http://schemas.openxmlformats.org/officeDocument/2006/relationships/slideLayout" Target="../slideLayouts/slideLayout38.xml"/><Relationship Id="rId4" Type="http://schemas.openxmlformats.org/officeDocument/2006/relationships/image" Target="../media/image64.png"/></Relationships>
</file>

<file path=ppt/slides/_rels/slide34.xml.rels><?xml version="1.0" encoding="UTF-8" standalone="yes"?>
<Relationships xmlns="http://schemas.openxmlformats.org/package/2006/relationships"><Relationship Id="rId8" Type="http://schemas.openxmlformats.org/officeDocument/2006/relationships/image" Target="../media/image580.png"/><Relationship Id="rId13" Type="http://schemas.openxmlformats.org/officeDocument/2006/relationships/image" Target="../media/image630.png"/><Relationship Id="rId3" Type="http://schemas.openxmlformats.org/officeDocument/2006/relationships/image" Target="../media/image490.png"/><Relationship Id="rId7" Type="http://schemas.openxmlformats.org/officeDocument/2006/relationships/image" Target="../media/image570.png"/><Relationship Id="rId12" Type="http://schemas.openxmlformats.org/officeDocument/2006/relationships/image" Target="../media/image62.png"/><Relationship Id="rId2" Type="http://schemas.openxmlformats.org/officeDocument/2006/relationships/image" Target="../media/image470.png"/><Relationship Id="rId16" Type="http://schemas.openxmlformats.org/officeDocument/2006/relationships/image" Target="../media/image65.png"/><Relationship Id="rId1" Type="http://schemas.openxmlformats.org/officeDocument/2006/relationships/slideLayout" Target="../slideLayouts/slideLayout38.xml"/><Relationship Id="rId6" Type="http://schemas.openxmlformats.org/officeDocument/2006/relationships/image" Target="../media/image560.png"/><Relationship Id="rId11" Type="http://schemas.openxmlformats.org/officeDocument/2006/relationships/image" Target="../media/image61.png"/><Relationship Id="rId5" Type="http://schemas.openxmlformats.org/officeDocument/2006/relationships/image" Target="../media/image550.png"/><Relationship Id="rId15" Type="http://schemas.openxmlformats.org/officeDocument/2006/relationships/customXml" Target="../ink/ink24.xml"/><Relationship Id="rId10" Type="http://schemas.openxmlformats.org/officeDocument/2006/relationships/image" Target="../media/image600.png"/><Relationship Id="rId4" Type="http://schemas.openxmlformats.org/officeDocument/2006/relationships/image" Target="../media/image540.png"/><Relationship Id="rId9" Type="http://schemas.openxmlformats.org/officeDocument/2006/relationships/image" Target="../media/image590.png"/><Relationship Id="rId14" Type="http://schemas.openxmlformats.org/officeDocument/2006/relationships/image" Target="../media/image640.png"/></Relationships>
</file>

<file path=ppt/slides/_rels/slide35.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12.bin"/><Relationship Id="rId1" Type="http://schemas.openxmlformats.org/officeDocument/2006/relationships/slideLayout" Target="../slideLayouts/slideLayout38.xml"/><Relationship Id="rId5" Type="http://schemas.openxmlformats.org/officeDocument/2006/relationships/image" Target="../media/image67.emf"/><Relationship Id="rId4" Type="http://schemas.openxmlformats.org/officeDocument/2006/relationships/oleObject" Target="../embeddings/oleObject13.bin"/></Relationships>
</file>

<file path=ppt/slides/_rels/slide36.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image" Target="../media/image68.jpeg"/><Relationship Id="rId1" Type="http://schemas.openxmlformats.org/officeDocument/2006/relationships/slideLayout" Target="../slideLayouts/slideLayout38.xml"/><Relationship Id="rId4" Type="http://schemas.openxmlformats.org/officeDocument/2006/relationships/image" Target="../media/image69.png"/></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ustomXml" Target="../ink/ink26.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68.png"/><Relationship Id="rId1" Type="http://schemas.openxmlformats.org/officeDocument/2006/relationships/slideLayout" Target="../slideLayouts/slideLayout38.xml"/><Relationship Id="rId5" Type="http://schemas.openxmlformats.org/officeDocument/2006/relationships/image" Target="../media/image71.png"/><Relationship Id="rId4" Type="http://schemas.openxmlformats.org/officeDocument/2006/relationships/customXml" Target="../ink/ink27.xml"/></Relationships>
</file>

<file path=ppt/slides/_rels/slide39.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51.png"/><Relationship Id="rId1" Type="http://schemas.openxmlformats.org/officeDocument/2006/relationships/slideLayout" Target="../slideLayouts/slideLayout38.xml"/><Relationship Id="rId5" Type="http://schemas.openxmlformats.org/officeDocument/2006/relationships/image" Target="../media/image72.png"/><Relationship Id="rId4" Type="http://schemas.openxmlformats.org/officeDocument/2006/relationships/customXml" Target="../ink/ink28.xml"/></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6.png"/><Relationship Id="rId2" Type="http://schemas.openxmlformats.org/officeDocument/2006/relationships/image" Target="../media/image720.png"/><Relationship Id="rId1" Type="http://schemas.openxmlformats.org/officeDocument/2006/relationships/slideLayout" Target="../slideLayouts/slideLayout38.xml"/><Relationship Id="rId6" Type="http://schemas.openxmlformats.org/officeDocument/2006/relationships/customXml" Target="../ink/ink29.xml"/><Relationship Id="rId5" Type="http://schemas.openxmlformats.org/officeDocument/2006/relationships/image" Target="../media/image75.png"/><Relationship Id="rId4" Type="http://schemas.openxmlformats.org/officeDocument/2006/relationships/image" Target="../media/image74.png"/></Relationships>
</file>

<file path=ppt/slides/_rels/slide4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customXml" Target="../ink/ink30.xml"/><Relationship Id="rId1" Type="http://schemas.openxmlformats.org/officeDocument/2006/relationships/slideLayout" Target="../slideLayouts/slideLayout38.xml"/></Relationships>
</file>

<file path=ppt/slides/_rels/slide42.xml.rels><?xml version="1.0" encoding="UTF-8" standalone="yes"?>
<Relationships xmlns="http://schemas.openxmlformats.org/package/2006/relationships"><Relationship Id="rId3" Type="http://schemas.openxmlformats.org/officeDocument/2006/relationships/image" Target="../media/image78.wmf"/><Relationship Id="rId7" Type="http://schemas.openxmlformats.org/officeDocument/2006/relationships/image" Target="../media/image80.png"/><Relationship Id="rId2" Type="http://schemas.openxmlformats.org/officeDocument/2006/relationships/oleObject" Target="../embeddings/oleObject14.bin"/><Relationship Id="rId1" Type="http://schemas.openxmlformats.org/officeDocument/2006/relationships/slideLayout" Target="../slideLayouts/slideLayout38.xml"/><Relationship Id="rId6" Type="http://schemas.openxmlformats.org/officeDocument/2006/relationships/customXml" Target="../ink/ink31.xml"/><Relationship Id="rId5" Type="http://schemas.openxmlformats.org/officeDocument/2006/relationships/image" Target="../media/image79.wmf"/><Relationship Id="rId4" Type="http://schemas.openxmlformats.org/officeDocument/2006/relationships/oleObject" Target="../embeddings/oleObject15.bin"/></Relationships>
</file>

<file path=ppt/slides/_rels/slide43.xml.rels><?xml version="1.0" encoding="UTF-8" standalone="yes"?>
<Relationships xmlns="http://schemas.openxmlformats.org/package/2006/relationships"><Relationship Id="rId8" Type="http://schemas.openxmlformats.org/officeDocument/2006/relationships/customXml" Target="../ink/ink32.xml"/><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38.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7.png"/></Relationships>
</file>

<file path=ppt/slides/_rels/slide4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customXml" Target="../ink/ink33.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3" Type="http://schemas.openxmlformats.org/officeDocument/2006/relationships/image" Target="../media/image89.wmf"/><Relationship Id="rId7" Type="http://schemas.openxmlformats.org/officeDocument/2006/relationships/image" Target="../media/image91.png"/><Relationship Id="rId2" Type="http://schemas.openxmlformats.org/officeDocument/2006/relationships/oleObject" Target="../embeddings/oleObject16.bin"/><Relationship Id="rId1" Type="http://schemas.openxmlformats.org/officeDocument/2006/relationships/slideLayout" Target="../slideLayouts/slideLayout38.xml"/><Relationship Id="rId6" Type="http://schemas.openxmlformats.org/officeDocument/2006/relationships/customXml" Target="../ink/ink34.xml"/><Relationship Id="rId5" Type="http://schemas.openxmlformats.org/officeDocument/2006/relationships/image" Target="../media/image90.wmf"/><Relationship Id="rId4" Type="http://schemas.openxmlformats.org/officeDocument/2006/relationships/oleObject" Target="../embeddings/oleObject17.bin"/></Relationships>
</file>

<file path=ppt/slides/_rels/slide46.xml.rels><?xml version="1.0" encoding="UTF-8" standalone="yes"?>
<Relationships xmlns="http://schemas.openxmlformats.org/package/2006/relationships"><Relationship Id="rId3" Type="http://schemas.openxmlformats.org/officeDocument/2006/relationships/image" Target="../media/image92.wmf"/><Relationship Id="rId7" Type="http://schemas.openxmlformats.org/officeDocument/2006/relationships/image" Target="../media/image94.png"/><Relationship Id="rId2" Type="http://schemas.openxmlformats.org/officeDocument/2006/relationships/oleObject" Target="../embeddings/oleObject18.bin"/><Relationship Id="rId1" Type="http://schemas.openxmlformats.org/officeDocument/2006/relationships/slideLayout" Target="../slideLayouts/slideLayout38.xml"/><Relationship Id="rId6" Type="http://schemas.openxmlformats.org/officeDocument/2006/relationships/customXml" Target="../ink/ink35.xml"/><Relationship Id="rId5" Type="http://schemas.openxmlformats.org/officeDocument/2006/relationships/image" Target="../media/image93.wmf"/><Relationship Id="rId4" Type="http://schemas.openxmlformats.org/officeDocument/2006/relationships/oleObject" Target="../embeddings/oleObject19.bin"/></Relationships>
</file>

<file path=ppt/slides/_rels/slide47.xml.rels><?xml version="1.0" encoding="UTF-8" standalone="yes"?>
<Relationships xmlns="http://schemas.openxmlformats.org/package/2006/relationships"><Relationship Id="rId3" Type="http://schemas.openxmlformats.org/officeDocument/2006/relationships/image" Target="../media/image880.png"/><Relationship Id="rId2" Type="http://schemas.openxmlformats.org/officeDocument/2006/relationships/image" Target="../media/image870.png"/><Relationship Id="rId1" Type="http://schemas.openxmlformats.org/officeDocument/2006/relationships/slideLayout" Target="../slideLayouts/slideLayout38.xml"/><Relationship Id="rId6" Type="http://schemas.openxmlformats.org/officeDocument/2006/relationships/image" Target="../media/image95.png"/><Relationship Id="rId5" Type="http://schemas.openxmlformats.org/officeDocument/2006/relationships/image" Target="../media/image90.png"/><Relationship Id="rId4" Type="http://schemas.openxmlformats.org/officeDocument/2006/relationships/image" Target="../media/image89.png"/></Relationships>
</file>

<file path=ppt/slides/_rels/slide4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8" Type="http://schemas.openxmlformats.org/officeDocument/2006/relationships/image" Target="../media/image98.emf"/><Relationship Id="rId3" Type="http://schemas.openxmlformats.org/officeDocument/2006/relationships/image" Target="../media/image950.png"/><Relationship Id="rId7" Type="http://schemas.openxmlformats.org/officeDocument/2006/relationships/oleObject" Target="../embeddings/oleObject21.bin"/><Relationship Id="rId1" Type="http://schemas.openxmlformats.org/officeDocument/2006/relationships/slideLayout" Target="../slideLayouts/slideLayout38.xml"/><Relationship Id="rId6" Type="http://schemas.openxmlformats.org/officeDocument/2006/relationships/image" Target="../media/image960.png"/><Relationship Id="rId5" Type="http://schemas.openxmlformats.org/officeDocument/2006/relationships/image" Target="../media/image97.wmf"/><Relationship Id="rId10" Type="http://schemas.openxmlformats.org/officeDocument/2006/relationships/image" Target="../media/image99.png"/><Relationship Id="rId4" Type="http://schemas.openxmlformats.org/officeDocument/2006/relationships/oleObject" Target="../embeddings/oleObject20.bin"/><Relationship Id="rId9" Type="http://schemas.openxmlformats.org/officeDocument/2006/relationships/customXml" Target="../ink/ink36.xml"/></Relationships>
</file>

<file path=ppt/slides/_rels/slide5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38.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0.png"/></Relationships>
</file>

<file path=ppt/slides/_rels/slide51.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103.png"/><Relationship Id="rId7" Type="http://schemas.openxmlformats.org/officeDocument/2006/relationships/customXml" Target="../ink/ink37.xml"/><Relationship Id="rId1" Type="http://schemas.openxmlformats.org/officeDocument/2006/relationships/slideLayout" Target="../slideLayouts/slideLayout38.xml"/><Relationship Id="rId6" Type="http://schemas.openxmlformats.org/officeDocument/2006/relationships/image" Target="../media/image103.wmf"/><Relationship Id="rId5" Type="http://schemas.openxmlformats.org/officeDocument/2006/relationships/oleObject" Target="../embeddings/oleObject22.bin"/><Relationship Id="rId4" Type="http://schemas.openxmlformats.org/officeDocument/2006/relationships/image" Target="../media/image102.png"/></Relationships>
</file>

<file path=ppt/slides/_rels/slide5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jpeg"/><Relationship Id="rId1" Type="http://schemas.openxmlformats.org/officeDocument/2006/relationships/slideLayout" Target="../slideLayouts/slideLayout38.xml"/><Relationship Id="rId4" Type="http://schemas.openxmlformats.org/officeDocument/2006/relationships/image" Target="../media/image107.png"/></Relationships>
</file>

<file path=ppt/slides/_rels/slide5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38.xml"/><Relationship Id="rId5" Type="http://schemas.openxmlformats.org/officeDocument/2006/relationships/image" Target="../media/image110.png"/><Relationship Id="rId4" Type="http://schemas.openxmlformats.org/officeDocument/2006/relationships/customXml" Target="../ink/ink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5.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38.xml"/></Relationships>
</file>

<file path=ppt/slides/_rels/slide56.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38.xml"/></Relationships>
</file>

<file path=ppt/slides/_rels/slide5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38.xml"/></Relationships>
</file>

<file path=ppt/slides/_rels/slide5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38.xml"/></Relationships>
</file>

<file path=ppt/slides/_rels/slide59.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1.xml.rels><?xml version="1.0" encoding="UTF-8" standalone="yes"?>
<Relationships xmlns="http://schemas.openxmlformats.org/package/2006/relationships"><Relationship Id="rId3" Type="http://schemas.openxmlformats.org/officeDocument/2006/relationships/image" Target="../media/image116.emf"/><Relationship Id="rId2" Type="http://schemas.openxmlformats.org/officeDocument/2006/relationships/oleObject" Target="../embeddings/oleObject23.bin"/><Relationship Id="rId1" Type="http://schemas.openxmlformats.org/officeDocument/2006/relationships/slideLayout" Target="../slideLayouts/slideLayout3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4.xml.rels><?xml version="1.0" encoding="UTF-8" standalone="yes"?>
<Relationships xmlns="http://schemas.openxmlformats.org/package/2006/relationships"><Relationship Id="rId3" Type="http://schemas.openxmlformats.org/officeDocument/2006/relationships/image" Target="../media/image117.emf"/><Relationship Id="rId2" Type="http://schemas.openxmlformats.org/officeDocument/2006/relationships/oleObject" Target="../embeddings/oleObject24.bin"/><Relationship Id="rId1" Type="http://schemas.openxmlformats.org/officeDocument/2006/relationships/slideLayout" Target="../slideLayouts/slideLayout38.xml"/><Relationship Id="rId5" Type="http://schemas.openxmlformats.org/officeDocument/2006/relationships/image" Target="../media/image118.emf"/><Relationship Id="rId4" Type="http://schemas.openxmlformats.org/officeDocument/2006/relationships/oleObject" Target="../embeddings/oleObject25.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3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8.xml.rels><?xml version="1.0" encoding="UTF-8" standalone="yes"?>
<Relationships xmlns="http://schemas.openxmlformats.org/package/2006/relationships"><Relationship Id="rId2" Type="http://schemas.openxmlformats.org/officeDocument/2006/relationships/image" Target="../media/image1050.png"/><Relationship Id="rId1" Type="http://schemas.openxmlformats.org/officeDocument/2006/relationships/slideLayout" Target="../slideLayouts/slideLayout3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a:extLst>
              <a:ext uri="{FF2B5EF4-FFF2-40B4-BE49-F238E27FC236}">
                <a16:creationId xmlns:a16="http://schemas.microsoft.com/office/drawing/2014/main" id="{99520C1E-7FDD-487A-8FAD-FD1BBC4D63F1}"/>
              </a:ext>
            </a:extLst>
          </p:cNvPr>
          <p:cNvSpPr>
            <a:spLocks noGrp="1"/>
          </p:cNvSpPr>
          <p:nvPr>
            <p:ph type="ctrTitle"/>
          </p:nvPr>
        </p:nvSpPr>
        <p:spPr>
          <a:xfrm>
            <a:off x="4191000" y="2770188"/>
            <a:ext cx="7315199" cy="1344612"/>
          </a:xfrm>
        </p:spPr>
        <p:txBody>
          <a:bodyPr spcFirstLastPara="1" vert="horz" lIns="68569" tIns="34275" rIns="68569" bIns="34275" rtlCol="0" anchor="ctr">
            <a:noAutofit/>
          </a:bodyPr>
          <a:lstStyle/>
          <a:p>
            <a:pPr algn="ctr">
              <a:spcBef>
                <a:spcPct val="0"/>
              </a:spcBef>
              <a:spcAft>
                <a:spcPct val="0"/>
              </a:spcAft>
              <a:buClr>
                <a:srgbClr val="FFFFFF"/>
              </a:buClr>
            </a:pPr>
            <a:r>
              <a:rPr lang="en-US" altLang="x-none" sz="4400" dirty="0">
                <a:solidFill>
                  <a:srgbClr val="FFFFFF"/>
                </a:solidFill>
                <a:latin typeface="+mn-lt"/>
              </a:rPr>
              <a:t>Introduction to Statistical Methods(ISM)</a:t>
            </a:r>
            <a:endParaRPr lang="x-none" altLang="x-none" sz="4400" dirty="0">
              <a:solidFill>
                <a:srgbClr val="FF0000"/>
              </a:solidFill>
              <a:latin typeface="+mn-lt"/>
            </a:endParaRPr>
          </a:p>
        </p:txBody>
      </p:sp>
      <p:sp>
        <p:nvSpPr>
          <p:cNvPr id="2" name="Text Placeholder 1"/>
          <p:cNvSpPr>
            <a:spLocks noGrp="1"/>
          </p:cNvSpPr>
          <p:nvPr>
            <p:ph type="body" idx="2"/>
          </p:nvPr>
        </p:nvSpPr>
        <p:spPr/>
        <p:txBody>
          <a:bodyPr/>
          <a:lstStyle/>
          <a:p>
            <a:endParaRPr lang="en-IN"/>
          </a:p>
        </p:txBody>
      </p:sp>
    </p:spTree>
    <p:extLst>
      <p:ext uri="{BB962C8B-B14F-4D97-AF65-F5344CB8AC3E}">
        <p14:creationId xmlns:p14="http://schemas.microsoft.com/office/powerpoint/2010/main" val="2462887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609600" y="2743200"/>
            <a:ext cx="5645150" cy="2133600"/>
          </a:xfrm>
        </p:spPr>
        <p:txBody>
          <a:bodyPr>
            <a:normAutofit/>
          </a:bodyPr>
          <a:lstStyle/>
          <a:p>
            <a:pPr algn="ctr">
              <a:lnSpc>
                <a:spcPct val="100000"/>
              </a:lnSpc>
              <a:spcBef>
                <a:spcPct val="0"/>
              </a:spcBef>
              <a:defRPr/>
            </a:pPr>
            <a:r>
              <a:rPr lang="en-US" sz="3600" b="1" dirty="0">
                <a:solidFill>
                  <a:schemeClr val="tx1"/>
                </a:solidFill>
                <a:latin typeface="Arial" charset="0"/>
                <a:cs typeface="Arial" charset="0"/>
              </a:rPr>
              <a:t>Session 6</a:t>
            </a:r>
          </a:p>
          <a:p>
            <a:pPr algn="ctr">
              <a:lnSpc>
                <a:spcPct val="100000"/>
              </a:lnSpc>
              <a:spcBef>
                <a:spcPct val="0"/>
              </a:spcBef>
              <a:defRPr/>
            </a:pPr>
            <a:r>
              <a:rPr lang="en-US" sz="2300" b="1" dirty="0">
                <a:solidFill>
                  <a:schemeClr val="tx1"/>
                </a:solidFill>
                <a:latin typeface="Calibri body"/>
                <a:cs typeface="Arial" charset="0"/>
              </a:rPr>
              <a:t>(30</a:t>
            </a:r>
            <a:r>
              <a:rPr lang="en-US" sz="2300" b="1" baseline="30000" dirty="0">
                <a:solidFill>
                  <a:schemeClr val="tx1"/>
                </a:solidFill>
                <a:latin typeface="Calibri body"/>
                <a:cs typeface="Arial" charset="0"/>
              </a:rPr>
              <a:t>th </a:t>
            </a:r>
            <a:r>
              <a:rPr lang="en-US" sz="2300" b="1" dirty="0">
                <a:solidFill>
                  <a:schemeClr val="tx1"/>
                </a:solidFill>
                <a:latin typeface="Calibri body"/>
                <a:cs typeface="Arial" charset="0"/>
              </a:rPr>
              <a:t> May 2026)</a:t>
            </a:r>
          </a:p>
          <a:p>
            <a:pPr algn="ctr">
              <a:lnSpc>
                <a:spcPct val="100000"/>
              </a:lnSpc>
              <a:spcBef>
                <a:spcPct val="0"/>
              </a:spcBef>
              <a:defRPr/>
            </a:pPr>
            <a:r>
              <a:rPr lang="en-IN" sz="4000" b="1" dirty="0">
                <a:solidFill>
                  <a:schemeClr val="tx1"/>
                </a:solidFill>
                <a:latin typeface="+mn-lt"/>
              </a:rPr>
              <a:t>Probability Distributions</a:t>
            </a:r>
          </a:p>
          <a:p>
            <a:pPr algn="ctr">
              <a:lnSpc>
                <a:spcPct val="100000"/>
              </a:lnSpc>
              <a:spcBef>
                <a:spcPct val="0"/>
              </a:spcBef>
              <a:defRPr/>
            </a:pPr>
            <a:endParaRPr lang="en-US" sz="2300" b="1" dirty="0">
              <a:solidFill>
                <a:schemeClr val="tx1"/>
              </a:solidFill>
              <a:latin typeface="Calibri body"/>
              <a:cs typeface="Arial" charset="0"/>
            </a:endParaRPr>
          </a:p>
          <a:p>
            <a:pPr algn="ctr">
              <a:lnSpc>
                <a:spcPct val="100000"/>
              </a:lnSpc>
              <a:spcBef>
                <a:spcPct val="0"/>
              </a:spcBef>
              <a:defRPr/>
            </a:pPr>
            <a:endParaRPr lang="en-US" sz="2300" b="1" dirty="0">
              <a:solidFill>
                <a:schemeClr val="tx1"/>
              </a:solidFill>
              <a:latin typeface="Calibri body"/>
              <a:cs typeface="Arial" charset="0"/>
            </a:endParaRPr>
          </a:p>
          <a:p>
            <a:endParaRPr lang="en-IN" dirty="0"/>
          </a:p>
        </p:txBody>
      </p:sp>
      <p:sp>
        <p:nvSpPr>
          <p:cNvPr id="6" name="Text Placeholder 2">
            <a:extLst>
              <a:ext uri="{FF2B5EF4-FFF2-40B4-BE49-F238E27FC236}">
                <a16:creationId xmlns:a16="http://schemas.microsoft.com/office/drawing/2014/main" id="{B4029DFE-ECBD-49D7-B711-4EA88BC26B48}"/>
              </a:ext>
            </a:extLst>
          </p:cNvPr>
          <p:cNvSpPr txBox="1">
            <a:spLocks/>
          </p:cNvSpPr>
          <p:nvPr/>
        </p:nvSpPr>
        <p:spPr>
          <a:xfrm>
            <a:off x="6705600" y="1143001"/>
            <a:ext cx="4876800" cy="3733800"/>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400" b="1" kern="50" dirty="0">
                <a:solidFill>
                  <a:srgbClr val="C00000"/>
                </a:solidFill>
                <a:ea typeface="Ubuntu" panose="020B0504030602030204" pitchFamily="34" charset="0"/>
                <a:cs typeface="Times New Roman" panose="02020603050405020304" pitchFamily="18" charset="0"/>
              </a:rPr>
              <a:t>Agenda</a:t>
            </a:r>
          </a:p>
          <a:p>
            <a:pPr marL="0" indent="0">
              <a:buFont typeface="Arial" panose="020B0604020202020204" pitchFamily="34" charset="0"/>
              <a:buNone/>
            </a:pPr>
            <a:r>
              <a:rPr lang="en-IN" sz="2400" b="1" kern="50" dirty="0">
                <a:solidFill>
                  <a:srgbClr val="C00000"/>
                </a:solidFill>
                <a:ea typeface="Ubuntu" panose="020B0504030602030204" pitchFamily="34" charset="0"/>
                <a:cs typeface="Times New Roman" panose="02020603050405020304" pitchFamily="18" charset="0"/>
              </a:rPr>
              <a:t>Probability Distributions</a:t>
            </a:r>
            <a:r>
              <a:rPr lang="en-IN" sz="2400" b="1" kern="50" dirty="0">
                <a:solidFill>
                  <a:srgbClr val="002060"/>
                </a:solidFill>
                <a:ea typeface="Ubuntu" panose="020B0504030602030204" pitchFamily="34" charset="0"/>
                <a:cs typeface="Times New Roman" panose="02020603050405020304" pitchFamily="18" charset="0"/>
              </a:rPr>
              <a:t>:-</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Bernoulli</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Binomial</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Poisson </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Normal distributions. </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Introduction to t-distribution </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Introduction to F-Distribution and </a:t>
            </a:r>
          </a:p>
          <a:p>
            <a:pPr marL="457200" indent="-457200">
              <a:buFont typeface="Wingdings" panose="05000000000000000000" pitchFamily="2" charset="2"/>
              <a:buChar char="v"/>
            </a:pPr>
            <a:r>
              <a:rPr lang="en-IN" sz="2200" kern="50" dirty="0">
                <a:solidFill>
                  <a:srgbClr val="002060"/>
                </a:solidFill>
                <a:ea typeface="Ubuntu" panose="020B0504030602030204" pitchFamily="34" charset="0"/>
                <a:cs typeface="Times New Roman" panose="02020603050405020304" pitchFamily="18" charset="0"/>
              </a:rPr>
              <a:t>Introduction to Chi Square distributions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F1E597D5-8AF2-F32B-DFE6-66F58E6B61A3}"/>
                  </a:ext>
                </a:extLst>
              </p14:cNvPr>
              <p14:cNvContentPartPr/>
              <p14:nvPr/>
            </p14:nvContentPartPr>
            <p14:xfrm>
              <a:off x="8128440" y="2737080"/>
              <a:ext cx="3844800" cy="1917000"/>
            </p14:xfrm>
          </p:contentPart>
        </mc:Choice>
        <mc:Fallback xmlns="">
          <p:pic>
            <p:nvPicPr>
              <p:cNvPr id="2" name="Ink 1">
                <a:extLst>
                  <a:ext uri="{FF2B5EF4-FFF2-40B4-BE49-F238E27FC236}">
                    <a16:creationId xmlns:a16="http://schemas.microsoft.com/office/drawing/2014/main" id="{F1E597D5-8AF2-F32B-DFE6-66F58E6B61A3}"/>
                  </a:ext>
                </a:extLst>
              </p:cNvPr>
              <p:cNvPicPr/>
              <p:nvPr/>
            </p:nvPicPr>
            <p:blipFill>
              <a:blip r:embed="rId3"/>
              <a:stretch>
                <a:fillRect/>
              </a:stretch>
            </p:blipFill>
            <p:spPr>
              <a:xfrm>
                <a:off x="8119080" y="2727720"/>
                <a:ext cx="3863520" cy="1935720"/>
              </a:xfrm>
              <a:prstGeom prst="rect">
                <a:avLst/>
              </a:prstGeom>
            </p:spPr>
          </p:pic>
        </mc:Fallback>
      </mc:AlternateContent>
    </p:spTree>
    <p:extLst>
      <p:ext uri="{BB962C8B-B14F-4D97-AF65-F5344CB8AC3E}">
        <p14:creationId xmlns:p14="http://schemas.microsoft.com/office/powerpoint/2010/main" val="3554037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Bernoulli Distribution</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3"/>
          </p:nvPr>
        </p:nvSpPr>
        <p:spPr>
          <a:xfrm>
            <a:off x="533400" y="1066800"/>
            <a:ext cx="10896600" cy="5562600"/>
          </a:xfrm>
        </p:spPr>
        <p:txBody>
          <a:bodyPr>
            <a:noAutofit/>
          </a:bodyPr>
          <a:lstStyle/>
          <a:p>
            <a:pPr algn="just">
              <a:lnSpc>
                <a:spcPct val="150000"/>
              </a:lnSpc>
              <a:buFont typeface="Wingdings" panose="05000000000000000000" pitchFamily="2" charset="2"/>
              <a:buChar char="Ø"/>
            </a:pPr>
            <a:r>
              <a:rPr lang="en-US" sz="2400" dirty="0">
                <a:solidFill>
                  <a:srgbClr val="333333"/>
                </a:solidFill>
                <a:latin typeface="+mn-lt"/>
                <a:cs typeface="Times New Roman" panose="02020603050405020304" pitchFamily="18" charset="0"/>
              </a:rPr>
              <a:t>A random experiment that can only have an outcome of either 1 or 0 is known as a Bernoulli trial.</a:t>
            </a:r>
          </a:p>
          <a:p>
            <a:pPr algn="just">
              <a:lnSpc>
                <a:spcPct val="150000"/>
              </a:lnSpc>
              <a:buFont typeface="Wingdings" panose="05000000000000000000" pitchFamily="2" charset="2"/>
              <a:buChar char="Ø"/>
            </a:pPr>
            <a:r>
              <a:rPr lang="en-US" sz="2400" dirty="0">
                <a:solidFill>
                  <a:srgbClr val="333333"/>
                </a:solidFill>
                <a:latin typeface="+mn-lt"/>
                <a:cs typeface="Times New Roman" panose="02020603050405020304" pitchFamily="18" charset="0"/>
              </a:rPr>
              <a:t>In other words, the random variable can be 1 with a probability p or it can be 0 with a probability (1 - p). Such an experiment is called a </a:t>
            </a:r>
            <a:r>
              <a:rPr lang="en-US" sz="2400" dirty="0">
                <a:solidFill>
                  <a:srgbClr val="FF0000"/>
                </a:solidFill>
                <a:latin typeface="+mn-lt"/>
                <a:cs typeface="Times New Roman" panose="02020603050405020304" pitchFamily="18" charset="0"/>
              </a:rPr>
              <a:t>Bernoulli trial</a:t>
            </a:r>
            <a:r>
              <a:rPr lang="en-US" sz="2400" dirty="0">
                <a:solidFill>
                  <a:srgbClr val="333333"/>
                </a:solidFill>
                <a:latin typeface="+mn-lt"/>
                <a:cs typeface="Times New Roman" panose="02020603050405020304" pitchFamily="18" charset="0"/>
              </a:rPr>
              <a:t>. </a:t>
            </a:r>
          </a:p>
          <a:p>
            <a:pPr algn="just">
              <a:lnSpc>
                <a:spcPct val="150000"/>
              </a:lnSpc>
              <a:buFont typeface="Wingdings" panose="05000000000000000000" pitchFamily="2" charset="2"/>
              <a:buChar char="Ø"/>
            </a:pPr>
            <a:r>
              <a:rPr lang="en-US" sz="2400" dirty="0">
                <a:solidFill>
                  <a:srgbClr val="333333"/>
                </a:solidFill>
                <a:latin typeface="+mn-lt"/>
                <a:cs typeface="Times New Roman" panose="02020603050405020304" pitchFamily="18" charset="0"/>
              </a:rPr>
              <a:t>A discrete probability distribution wherein the random variable can only have 2 possible outcomes is known as a </a:t>
            </a:r>
            <a:r>
              <a:rPr lang="en-US" sz="2400" dirty="0">
                <a:solidFill>
                  <a:srgbClr val="FF0000"/>
                </a:solidFill>
                <a:latin typeface="+mn-lt"/>
                <a:cs typeface="Times New Roman" panose="02020603050405020304" pitchFamily="18" charset="0"/>
              </a:rPr>
              <a:t>Bernoulli Distribution</a:t>
            </a:r>
            <a:r>
              <a:rPr lang="en-US" sz="2400" dirty="0">
                <a:solidFill>
                  <a:srgbClr val="333333"/>
                </a:solidFill>
                <a:latin typeface="+mn-lt"/>
                <a:cs typeface="Times New Roman" panose="02020603050405020304" pitchFamily="18" charset="0"/>
              </a:rPr>
              <a:t>.</a:t>
            </a:r>
          </a:p>
          <a:p>
            <a:pPr algn="just">
              <a:lnSpc>
                <a:spcPct val="150000"/>
              </a:lnSpc>
              <a:buFont typeface="Wingdings" panose="05000000000000000000" pitchFamily="2" charset="2"/>
              <a:buChar char="Ø"/>
            </a:pPr>
            <a:endParaRPr lang="en-US" sz="2400" dirty="0">
              <a:solidFill>
                <a:srgbClr val="333333"/>
              </a:solidFill>
              <a:latin typeface="+mn-lt"/>
              <a:cs typeface="Times New Roman" panose="02020603050405020304" pitchFamily="18" charset="0"/>
            </a:endParaRPr>
          </a:p>
          <a:p>
            <a:pPr>
              <a:lnSpc>
                <a:spcPct val="150000"/>
              </a:lnSpc>
            </a:pPr>
            <a:endParaRPr lang="en-US" altLang="en-US" sz="2400" dirty="0">
              <a:latin typeface="Helvetica Neue"/>
            </a:endParaRPr>
          </a:p>
          <a:p>
            <a:endParaRPr lang="en-US" sz="2400" dirty="0">
              <a:solidFill>
                <a:srgbClr val="3A4145"/>
              </a:solidFill>
              <a:latin typeface="Open Sans"/>
            </a:endParaRPr>
          </a:p>
          <a:p>
            <a:endParaRPr lang="en-IN" sz="2400" dirty="0"/>
          </a:p>
          <a:p>
            <a:endParaRPr lang="en-IN" sz="24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70EBE6D-0672-2206-953E-51FB1B87E5B9}"/>
                  </a:ext>
                </a:extLst>
              </p14:cNvPr>
              <p14:cNvContentPartPr/>
              <p14:nvPr/>
            </p14:nvContentPartPr>
            <p14:xfrm>
              <a:off x="2564280" y="2966040"/>
              <a:ext cx="6942240" cy="3140280"/>
            </p14:xfrm>
          </p:contentPart>
        </mc:Choice>
        <mc:Fallback xmlns="">
          <p:pic>
            <p:nvPicPr>
              <p:cNvPr id="4" name="Ink 3">
                <a:extLst>
                  <a:ext uri="{FF2B5EF4-FFF2-40B4-BE49-F238E27FC236}">
                    <a16:creationId xmlns:a16="http://schemas.microsoft.com/office/drawing/2014/main" id="{170EBE6D-0672-2206-953E-51FB1B87E5B9}"/>
                  </a:ext>
                </a:extLst>
              </p:cNvPr>
              <p:cNvPicPr/>
              <p:nvPr/>
            </p:nvPicPr>
            <p:blipFill>
              <a:blip r:embed="rId3"/>
              <a:stretch>
                <a:fillRect/>
              </a:stretch>
            </p:blipFill>
            <p:spPr>
              <a:xfrm>
                <a:off x="2554920" y="2956680"/>
                <a:ext cx="6960960" cy="3159000"/>
              </a:xfrm>
              <a:prstGeom prst="rect">
                <a:avLst/>
              </a:prstGeom>
            </p:spPr>
          </p:pic>
        </mc:Fallback>
      </mc:AlternateContent>
    </p:spTree>
    <p:extLst>
      <p:ext uri="{BB962C8B-B14F-4D97-AF65-F5344CB8AC3E}">
        <p14:creationId xmlns:p14="http://schemas.microsoft.com/office/powerpoint/2010/main" val="1545043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endParaRPr lang="en-IN" dirty="0"/>
          </a:p>
        </p:txBody>
      </p:sp>
      <p:sp>
        <p:nvSpPr>
          <p:cNvPr id="3" name="Text Placeholder 2"/>
          <p:cNvSpPr>
            <a:spLocks noGrp="1"/>
          </p:cNvSpPr>
          <p:nvPr>
            <p:ph type="body" sz="quarter" idx="13"/>
          </p:nvPr>
        </p:nvSpPr>
        <p:spPr>
          <a:xfrm>
            <a:off x="914400" y="1219200"/>
            <a:ext cx="10160000" cy="4876800"/>
          </a:xfrm>
        </p:spPr>
        <p:txBody>
          <a:bodyPr>
            <a:noAutofit/>
          </a:bodyPr>
          <a:lstStyle/>
          <a:p>
            <a:pPr>
              <a:lnSpc>
                <a:spcPct val="150000"/>
              </a:lnSpc>
              <a:spcBef>
                <a:spcPts val="0"/>
              </a:spcBef>
              <a:buFont typeface="Wingdings" panose="05000000000000000000" pitchFamily="2" charset="2"/>
              <a:buChar char="Ø"/>
            </a:pPr>
            <a:r>
              <a:rPr lang="en-US" sz="2000" dirty="0">
                <a:solidFill>
                  <a:srgbClr val="333333"/>
                </a:solidFill>
                <a:latin typeface="+mn-lt"/>
                <a:cs typeface="Times New Roman" panose="02020603050405020304" pitchFamily="18" charset="0"/>
              </a:rPr>
              <a:t>Bernoulli Distribution can be used to describe events that can only have two outcomes, that is, success or failure. </a:t>
            </a:r>
          </a:p>
          <a:p>
            <a:pPr>
              <a:lnSpc>
                <a:spcPct val="150000"/>
              </a:lnSpc>
              <a:spcBef>
                <a:spcPts val="0"/>
              </a:spcBef>
              <a:buFont typeface="Wingdings" panose="05000000000000000000" pitchFamily="2" charset="2"/>
              <a:buChar char="Ø"/>
            </a:pPr>
            <a:r>
              <a:rPr lang="en-US" sz="2000" dirty="0">
                <a:solidFill>
                  <a:srgbClr val="333333"/>
                </a:solidFill>
                <a:latin typeface="+mn-lt"/>
                <a:cs typeface="Times New Roman" panose="02020603050405020304" pitchFamily="18" charset="0"/>
              </a:rPr>
              <a:t>Bernoulli distribution is a special case of binomial distribution when only 1 trial is conducted.</a:t>
            </a:r>
          </a:p>
          <a:p>
            <a:pPr marL="0" indent="0">
              <a:lnSpc>
                <a:spcPct val="150000"/>
              </a:lnSpc>
              <a:spcBef>
                <a:spcPts val="0"/>
              </a:spcBef>
              <a:buNone/>
            </a:pPr>
            <a:endParaRPr lang="en-US" sz="2000" u="sng" dirty="0">
              <a:solidFill>
                <a:srgbClr val="FF0000"/>
              </a:solidFill>
              <a:latin typeface="+mn-lt"/>
              <a:cs typeface="Times New Roman" panose="02020603050405020304" pitchFamily="18" charset="0"/>
            </a:endParaRPr>
          </a:p>
          <a:p>
            <a:pPr marL="0" indent="0">
              <a:lnSpc>
                <a:spcPct val="150000"/>
              </a:lnSpc>
              <a:spcBef>
                <a:spcPts val="0"/>
              </a:spcBef>
              <a:buNone/>
            </a:pPr>
            <a:r>
              <a:rPr lang="en-US" sz="2000" u="sng" dirty="0">
                <a:solidFill>
                  <a:srgbClr val="FF0000"/>
                </a:solidFill>
                <a:latin typeface="+mn-lt"/>
                <a:cs typeface="Times New Roman" panose="02020603050405020304" pitchFamily="18" charset="0"/>
              </a:rPr>
              <a:t>Example:</a:t>
            </a:r>
          </a:p>
          <a:p>
            <a:pPr marL="457200" indent="-457200">
              <a:lnSpc>
                <a:spcPct val="150000"/>
              </a:lnSpc>
              <a:spcBef>
                <a:spcPts val="0"/>
              </a:spcBef>
              <a:buAutoNum type="arabicParenR"/>
            </a:pPr>
            <a:r>
              <a:rPr lang="en-US" sz="2000" dirty="0">
                <a:solidFill>
                  <a:srgbClr val="333333"/>
                </a:solidFill>
                <a:latin typeface="+mn-lt"/>
                <a:cs typeface="Times New Roman" panose="02020603050405020304" pitchFamily="18" charset="0"/>
              </a:rPr>
              <a:t>A pass or fail exam can be modeled by a Bernoulli Distribution.</a:t>
            </a:r>
          </a:p>
          <a:p>
            <a:pPr marL="0" indent="0">
              <a:lnSpc>
                <a:spcPct val="150000"/>
              </a:lnSpc>
              <a:spcBef>
                <a:spcPts val="0"/>
              </a:spcBef>
              <a:buNone/>
            </a:pPr>
            <a:r>
              <a:rPr lang="en-US" sz="2000" dirty="0">
                <a:solidFill>
                  <a:srgbClr val="333333"/>
                </a:solidFill>
                <a:latin typeface="+mn-lt"/>
                <a:cs typeface="Times New Roman" panose="02020603050405020304" pitchFamily="18" charset="0"/>
              </a:rPr>
              <a:t>2) A basketball player can shoot a ball into the basket with a probability of 0.6. </a:t>
            </a:r>
          </a:p>
          <a:p>
            <a:pPr marL="0" indent="0">
              <a:lnSpc>
                <a:spcPct val="150000"/>
              </a:lnSpc>
              <a:spcBef>
                <a:spcPts val="0"/>
              </a:spcBef>
              <a:buNone/>
            </a:pPr>
            <a:r>
              <a:rPr lang="en-US" sz="2000" dirty="0">
                <a:solidFill>
                  <a:srgbClr val="333333"/>
                </a:solidFill>
                <a:latin typeface="+mn-lt"/>
                <a:cs typeface="Times New Roman" panose="02020603050405020304" pitchFamily="18" charset="0"/>
              </a:rPr>
              <a:t>    What is the probability that he misses the shot?</a:t>
            </a:r>
          </a:p>
          <a:p>
            <a:pPr marL="0" indent="0">
              <a:lnSpc>
                <a:spcPct val="150000"/>
              </a:lnSpc>
              <a:spcBef>
                <a:spcPts val="0"/>
              </a:spcBef>
              <a:buNone/>
            </a:pPr>
            <a:r>
              <a:rPr lang="en-US" sz="2000" b="1" dirty="0">
                <a:solidFill>
                  <a:srgbClr val="333333"/>
                </a:solidFill>
                <a:latin typeface="+mn-lt"/>
                <a:cs typeface="Times New Roman" panose="02020603050405020304" pitchFamily="18" charset="0"/>
              </a:rPr>
              <a:t>Solution:</a:t>
            </a:r>
            <a:r>
              <a:rPr lang="en-US" sz="2000" dirty="0">
                <a:solidFill>
                  <a:srgbClr val="333333"/>
                </a:solidFill>
                <a:latin typeface="+mn-lt"/>
                <a:cs typeface="Times New Roman" panose="02020603050405020304" pitchFamily="18" charset="0"/>
              </a:rPr>
              <a:t> We know that success probability P (X = 1) = p = 0.6</a:t>
            </a:r>
            <a:br>
              <a:rPr lang="en-US" sz="2000" dirty="0">
                <a:latin typeface="+mn-lt"/>
                <a:cs typeface="Times New Roman" panose="02020603050405020304" pitchFamily="18" charset="0"/>
              </a:rPr>
            </a:br>
            <a:r>
              <a:rPr lang="en-US" sz="2000" dirty="0">
                <a:solidFill>
                  <a:srgbClr val="333333"/>
                </a:solidFill>
                <a:latin typeface="+mn-lt"/>
                <a:cs typeface="Times New Roman" panose="02020603050405020304" pitchFamily="18" charset="0"/>
              </a:rPr>
              <a:t>Thus, probability of failure is P (X = 0) = 1 - p = 1 - 0.6 = 0.4</a:t>
            </a:r>
            <a:br>
              <a:rPr lang="en-US" sz="2000" dirty="0">
                <a:latin typeface="+mn-lt"/>
                <a:cs typeface="Times New Roman" panose="02020603050405020304" pitchFamily="18" charset="0"/>
              </a:rPr>
            </a:br>
            <a:r>
              <a:rPr lang="en-US" sz="2000" dirty="0">
                <a:solidFill>
                  <a:srgbClr val="333333"/>
                </a:solidFill>
                <a:latin typeface="+mn-lt"/>
                <a:cs typeface="Times New Roman" panose="02020603050405020304" pitchFamily="18" charset="0"/>
              </a:rPr>
              <a:t>The probability he misses the shot is 0.4.</a:t>
            </a:r>
            <a:endParaRPr lang="en-IN" sz="2800" dirty="0"/>
          </a:p>
        </p:txBody>
      </p:sp>
    </p:spTree>
    <p:extLst>
      <p:ext uri="{BB962C8B-B14F-4D97-AF65-F5344CB8AC3E}">
        <p14:creationId xmlns:p14="http://schemas.microsoft.com/office/powerpoint/2010/main" val="194961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endParaRPr lang="en-IN" dirty="0"/>
          </a:p>
        </p:txBody>
      </p:sp>
      <p:sp>
        <p:nvSpPr>
          <p:cNvPr id="4" name="Round Diagonal Corner Rectangle 3"/>
          <p:cNvSpPr/>
          <p:nvPr/>
        </p:nvSpPr>
        <p:spPr>
          <a:xfrm>
            <a:off x="1526293" y="1462704"/>
            <a:ext cx="1512487" cy="442590"/>
          </a:xfrm>
          <a:prstGeom prst="round2DiagRect">
            <a:avLst>
              <a:gd name="adj1" fmla="val 0"/>
              <a:gd name="adj2" fmla="val 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US" sz="1754" b="1" dirty="0">
                <a:solidFill>
                  <a:srgbClr val="C00000"/>
                </a:solidFill>
                <a:latin typeface="Helvetica Neue"/>
              </a:rPr>
              <a:t>Definition</a:t>
            </a:r>
            <a:endParaRPr lang="en-AU" altLang="en-US" sz="1754" dirty="0">
              <a:solidFill>
                <a:srgbClr val="C00000"/>
              </a:solidFill>
              <a:latin typeface="Helvetica Neue"/>
              <a:cs typeface="Helvetica" panose="020B0604020202020204" pitchFamily="34" charset="0"/>
            </a:endParaRPr>
          </a:p>
        </p:txBody>
      </p:sp>
      <p:grpSp>
        <p:nvGrpSpPr>
          <p:cNvPr id="5" name="Group 4"/>
          <p:cNvGrpSpPr/>
          <p:nvPr/>
        </p:nvGrpSpPr>
        <p:grpSpPr>
          <a:xfrm rot="5400000">
            <a:off x="5178670" y="-301870"/>
            <a:ext cx="935327" cy="4739468"/>
            <a:chOff x="365910" y="3029864"/>
            <a:chExt cx="7157032" cy="629858"/>
          </a:xfrm>
          <a:effectLst>
            <a:outerShdw blurRad="101600" sx="102000" sy="102000" algn="ctr" rotWithShape="0">
              <a:prstClr val="black">
                <a:alpha val="26000"/>
              </a:prstClr>
            </a:outerShdw>
          </a:effectLst>
        </p:grpSpPr>
        <p:sp>
          <p:nvSpPr>
            <p:cNvPr id="6" name="Rectangle 5"/>
            <p:cNvSpPr/>
            <p:nvPr/>
          </p:nvSpPr>
          <p:spPr>
            <a:xfrm rot="16200000">
              <a:off x="3594679" y="-129286"/>
              <a:ext cx="629852" cy="69481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algn="just" defTabSz="471271"/>
              <a:r>
                <a:rPr lang="en-US" altLang="en-US" sz="2000" b="1" dirty="0">
                  <a:solidFill>
                    <a:prstClr val="black"/>
                  </a:solidFill>
                  <a:cs typeface="Arial" charset="0"/>
                </a:rPr>
                <a:t>A random variable ‘X’ is said to have </a:t>
              </a:r>
            </a:p>
            <a:p>
              <a:pPr marL="167036" indent="-167036" algn="just" defTabSz="471271"/>
              <a:r>
                <a:rPr lang="en-US" altLang="en-US" sz="2000" b="1" dirty="0">
                  <a:solidFill>
                    <a:prstClr val="black"/>
                  </a:solidFill>
                  <a:cs typeface="Arial" charset="0"/>
                </a:rPr>
                <a:t>Bernouli distribution if its probability mass </a:t>
              </a:r>
            </a:p>
            <a:p>
              <a:pPr marL="167036" indent="-167036" algn="just" defTabSz="471271"/>
              <a:r>
                <a:rPr lang="en-US" altLang="en-US" sz="2000" b="1" dirty="0">
                  <a:solidFill>
                    <a:prstClr val="black"/>
                  </a:solidFill>
                  <a:cs typeface="Arial" charset="0"/>
                </a:rPr>
                <a:t>function is given by</a:t>
              </a:r>
              <a:endParaRPr lang="en-US" sz="2000" b="1" dirty="0">
                <a:solidFill>
                  <a:prstClr val="black"/>
                </a:solidFill>
              </a:endParaRPr>
            </a:p>
          </p:txBody>
        </p:sp>
        <p:sp>
          <p:nvSpPr>
            <p:cNvPr id="7" name="Rectangle 6"/>
            <p:cNvSpPr/>
            <p:nvPr/>
          </p:nvSpPr>
          <p:spPr>
            <a:xfrm rot="16200000" flipV="1">
              <a:off x="180987" y="3214787"/>
              <a:ext cx="629852" cy="260006"/>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8" name="Rectangle 7"/>
            <p:cNvSpPr/>
            <p:nvPr/>
          </p:nvSpPr>
          <p:spPr>
            <a:xfrm rot="16200000">
              <a:off x="7078014" y="3214788"/>
              <a:ext cx="629851" cy="260005"/>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9" name="Group 8"/>
          <p:cNvGrpSpPr/>
          <p:nvPr/>
        </p:nvGrpSpPr>
        <p:grpSpPr>
          <a:xfrm>
            <a:off x="1804505" y="1905295"/>
            <a:ext cx="1472094" cy="291734"/>
            <a:chOff x="1965255" y="2633483"/>
            <a:chExt cx="1197863" cy="1179049"/>
          </a:xfrm>
        </p:grpSpPr>
        <p:cxnSp>
          <p:nvCxnSpPr>
            <p:cNvPr id="10" name="Straight Connector 9"/>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rot="5400000">
            <a:off x="4690635" y="2007176"/>
            <a:ext cx="1647963" cy="2936271"/>
            <a:chOff x="365910" y="3029864"/>
            <a:chExt cx="7384181" cy="629856"/>
          </a:xfrm>
          <a:effectLst>
            <a:outerShdw blurRad="101600" sx="102000" sy="102000" algn="ctr" rotWithShape="0">
              <a:prstClr val="black">
                <a:alpha val="26000"/>
              </a:prstClr>
            </a:outerShdw>
          </a:effectLst>
        </p:grpSpPr>
        <p:sp>
          <p:nvSpPr>
            <p:cNvPr id="13" name="Rectangle 12"/>
            <p:cNvSpPr/>
            <p:nvPr/>
          </p:nvSpPr>
          <p:spPr>
            <a:xfrm rot="16200000">
              <a:off x="3961083" y="-129288"/>
              <a:ext cx="629852" cy="69481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defTabSz="471271"/>
              <a:endParaRPr lang="en-US" sz="1754" b="1" dirty="0">
                <a:solidFill>
                  <a:prstClr val="black"/>
                </a:solidFill>
                <a:latin typeface="Helvetica Neue"/>
              </a:endParaRPr>
            </a:p>
          </p:txBody>
        </p:sp>
        <p:sp>
          <p:nvSpPr>
            <p:cNvPr id="14" name="Rectangle 13"/>
            <p:cNvSpPr/>
            <p:nvPr/>
          </p:nvSpPr>
          <p:spPr>
            <a:xfrm rot="16200000" flipV="1">
              <a:off x="180987" y="3214787"/>
              <a:ext cx="629852" cy="260006"/>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15" name="Rectangle 14"/>
            <p:cNvSpPr/>
            <p:nvPr/>
          </p:nvSpPr>
          <p:spPr>
            <a:xfrm rot="16200000">
              <a:off x="7078014" y="3214788"/>
              <a:ext cx="629851" cy="260005"/>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16" name="Group 15"/>
          <p:cNvGrpSpPr/>
          <p:nvPr/>
        </p:nvGrpSpPr>
        <p:grpSpPr>
          <a:xfrm>
            <a:off x="3504430" y="2520784"/>
            <a:ext cx="511147" cy="443681"/>
            <a:chOff x="1965255" y="2633483"/>
            <a:chExt cx="1197863" cy="1179049"/>
          </a:xfrm>
        </p:grpSpPr>
        <p:cxnSp>
          <p:nvCxnSpPr>
            <p:cNvPr id="17" name="Straight Connector 16"/>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19" name="Picture 18"/>
          <p:cNvPicPr>
            <a:picLocks noChangeAspect="1"/>
          </p:cNvPicPr>
          <p:nvPr/>
        </p:nvPicPr>
        <p:blipFill>
          <a:blip r:embed="rId2"/>
          <a:stretch>
            <a:fillRect/>
          </a:stretch>
        </p:blipFill>
        <p:spPr>
          <a:xfrm>
            <a:off x="4157543" y="2835984"/>
            <a:ext cx="2714126" cy="1248034"/>
          </a:xfrm>
          <a:prstGeom prst="rect">
            <a:avLst/>
          </a:prstGeom>
        </p:spPr>
      </p:pic>
      <p:sp>
        <p:nvSpPr>
          <p:cNvPr id="20" name="Rectangle 19"/>
          <p:cNvSpPr/>
          <p:nvPr/>
        </p:nvSpPr>
        <p:spPr>
          <a:xfrm>
            <a:off x="914400" y="4938921"/>
            <a:ext cx="10515600" cy="707886"/>
          </a:xfrm>
          <a:prstGeom prst="rect">
            <a:avLst/>
          </a:prstGeom>
        </p:spPr>
        <p:txBody>
          <a:bodyPr wrap="square">
            <a:spAutoFit/>
          </a:bodyPr>
          <a:lstStyle/>
          <a:p>
            <a:pPr algn="just"/>
            <a:r>
              <a:rPr lang="en-US" sz="2000" dirty="0"/>
              <a:t>This represents a single trial with two possible outcomes (usually labeled as success/failure or 1/0) where success has a probability p and failure has a probability q = 1 - p.</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57C98FD4-F84F-3184-9A08-5F26CFDA450C}"/>
                  </a:ext>
                </a:extLst>
              </p14:cNvPr>
              <p14:cNvContentPartPr/>
              <p14:nvPr/>
            </p14:nvContentPartPr>
            <p14:xfrm>
              <a:off x="7828560" y="2534760"/>
              <a:ext cx="3922920" cy="2283840"/>
            </p14:xfrm>
          </p:contentPart>
        </mc:Choice>
        <mc:Fallback xmlns="">
          <p:pic>
            <p:nvPicPr>
              <p:cNvPr id="3" name="Ink 2">
                <a:extLst>
                  <a:ext uri="{FF2B5EF4-FFF2-40B4-BE49-F238E27FC236}">
                    <a16:creationId xmlns:a16="http://schemas.microsoft.com/office/drawing/2014/main" id="{57C98FD4-F84F-3184-9A08-5F26CFDA450C}"/>
                  </a:ext>
                </a:extLst>
              </p:cNvPr>
              <p:cNvPicPr/>
              <p:nvPr/>
            </p:nvPicPr>
            <p:blipFill>
              <a:blip r:embed="rId4"/>
              <a:stretch>
                <a:fillRect/>
              </a:stretch>
            </p:blipFill>
            <p:spPr>
              <a:xfrm>
                <a:off x="7819200" y="2525400"/>
                <a:ext cx="3941640" cy="2302560"/>
              </a:xfrm>
              <a:prstGeom prst="rect">
                <a:avLst/>
              </a:prstGeom>
            </p:spPr>
          </p:pic>
        </mc:Fallback>
      </mc:AlternateContent>
    </p:spTree>
    <p:extLst>
      <p:ext uri="{BB962C8B-B14F-4D97-AF65-F5344CB8AC3E}">
        <p14:creationId xmlns:p14="http://schemas.microsoft.com/office/powerpoint/2010/main" val="288220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par>
                          <p:cTn id="14" fill="hold">
                            <p:stCondLst>
                              <p:cond delay="1500"/>
                            </p:stCondLst>
                            <p:childTnLst>
                              <p:par>
                                <p:cTn id="15" presetID="2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8"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22" presetClass="entr" presetSubtype="4"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dow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Mean &amp; Variance of Bernoulli distribution</a:t>
            </a:r>
          </a:p>
        </p:txBody>
      </p:sp>
      <mc:AlternateContent xmlns:mc="http://schemas.openxmlformats.org/markup-compatibility/2006" xmlns:a14="http://schemas.microsoft.com/office/drawing/2010/main">
        <mc:Choice Requires="a14">
          <p:sp>
            <p:nvSpPr>
              <p:cNvPr id="5" name="Rectangle 4"/>
              <p:cNvSpPr/>
              <p:nvPr/>
            </p:nvSpPr>
            <p:spPr>
              <a:xfrm>
                <a:off x="1295400" y="1066800"/>
                <a:ext cx="7162800" cy="5677965"/>
              </a:xfrm>
              <a:prstGeom prst="rect">
                <a:avLst/>
              </a:prstGeom>
            </p:spPr>
            <p:txBody>
              <a:bodyPr wrap="square">
                <a:spAutoFit/>
              </a:bodyPr>
              <a:lstStyle/>
              <a:p>
                <a:r>
                  <a:rPr lang="en-US" dirty="0">
                    <a:solidFill>
                      <a:srgbClr val="7030A0"/>
                    </a:solidFill>
                  </a:rPr>
                  <a:t>The expected value of a Bernoulli random variable X is </a:t>
                </a:r>
                <a14:m>
                  <m:oMath xmlns:m="http://schemas.openxmlformats.org/officeDocument/2006/math">
                    <m:r>
                      <m:rPr>
                        <m:sty m:val="p"/>
                      </m:rPr>
                      <a:rPr lang="en-US">
                        <a:solidFill>
                          <a:srgbClr val="7030A0"/>
                        </a:solidFill>
                        <a:latin typeface="Cambria Math" panose="02040503050406030204" pitchFamily="18" charset="0"/>
                      </a:rPr>
                      <m:t>E</m:t>
                    </m:r>
                    <m:d>
                      <m:dPr>
                        <m:begChr m:val="["/>
                        <m:endChr m:val="]"/>
                        <m:ctrlPr>
                          <a:rPr lang="en-US" i="1">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𝑋</m:t>
                        </m:r>
                      </m:e>
                    </m:d>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𝑝</m:t>
                    </m:r>
                  </m:oMath>
                </a14:m>
                <a:endParaRPr lang="en-US" dirty="0">
                  <a:solidFill>
                    <a:srgbClr val="7030A0"/>
                  </a:solidFill>
                </a:endParaRPr>
              </a:p>
              <a:p>
                <a:r>
                  <a:rPr lang="en-US" dirty="0"/>
                  <a:t>Proof:</a:t>
                </a:r>
              </a:p>
              <a:p>
                <a:pPr/>
                <a14:m>
                  <m:oMathPara xmlns:m="http://schemas.openxmlformats.org/officeDocument/2006/math">
                    <m:oMath>
                      <m:m>
                        <m:mPr>
                          <m:plcHide m:val="on"/>
                          <m:mcs>
                            <m:mc>
                              <m:mcPr>
                                <m:count m:val="2"/>
                                <m:mcJc m:val="center"/>
                              </m:mcPr>
                            </m:mc>
                          </m:mcs>
                          <m:ctrlPr>
                            <a:rPr lang="en-US" i="1" smtClean="0">
                              <a:latin typeface="Cambria Math" panose="02040503050406030204" pitchFamily="18" charset="0"/>
                            </a:rPr>
                          </m:ctrlPr>
                        </m:mPr>
                        <m:mr>
                          <m:e>
                            <m:r>
                              <m:rPr>
                                <m:sty m:val="p"/>
                              </m:rPr>
                              <a:rPr lang="en-US">
                                <a:latin typeface="Cambria Math" panose="02040503050406030204" pitchFamily="18" charset="0"/>
                              </a:rPr>
                              <m:t>E</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e>
                          <m:e>
                            <m:r>
                              <a:rPr lang="en-US" i="1">
                                <a:latin typeface="Cambria Math" panose="02040503050406030204" pitchFamily="18" charset="0"/>
                              </a:rPr>
                              <m:t>=</m:t>
                            </m:r>
                            <m:nary>
                              <m:naryPr>
                                <m:chr m:val="∑"/>
                                <m:limLoc m:val="undOvr"/>
                                <m:grow m:val="on"/>
                                <m:supHide m:val="on"/>
                                <m:ctrlPr>
                                  <a:rPr lang="en-US" i="1">
                                    <a:latin typeface="Cambria Math" panose="02040503050406030204" pitchFamily="18" charset="0"/>
                                  </a:rPr>
                                </m:ctrlPr>
                              </m:naryPr>
                              <m:sub>
                                <m:r>
                                  <a:rPr lang="en-US" i="1">
                                    <a:latin typeface="Cambria Math" panose="02040503050406030204" pitchFamily="18" charset="0"/>
                                  </a:rPr>
                                  <m:t>𝑥</m:t>
                                </m:r>
                                <m:r>
                                  <a:rPr lang="en-US" i="1">
                                    <a:latin typeface="Cambria Math" panose="02040503050406030204" pitchFamily="18" charset="0"/>
                                  </a:rPr>
                                  <m:t>=0,1</m:t>
                                </m:r>
                              </m:sub>
                              <m:sup/>
                              <m:e>
                                <m:r>
                                  <a:rPr lang="en-US" i="1">
                                    <a:latin typeface="Cambria Math" panose="02040503050406030204" pitchFamily="18" charset="0"/>
                                  </a:rPr>
                                  <m:t>𝑥𝑝</m:t>
                                </m:r>
                                <m:r>
                                  <a:rPr lang="en-US" i="1">
                                    <a:latin typeface="Cambria Math" panose="02040503050406030204" pitchFamily="18" charset="0"/>
                                  </a:rPr>
                                  <m:t> (</m:t>
                                </m:r>
                                <m:r>
                                  <a:rPr lang="en-US" i="1">
                                    <a:latin typeface="Cambria Math" panose="02040503050406030204" pitchFamily="18" charset="0"/>
                                  </a:rPr>
                                  <m:t>𝑥</m:t>
                                </m:r>
                                <m:r>
                                  <a:rPr lang="en-US" i="1">
                                    <a:latin typeface="Cambria Math" panose="02040503050406030204" pitchFamily="18" charset="0"/>
                                  </a:rPr>
                                  <m:t>)</m:t>
                                </m:r>
                              </m:e>
                            </m:nary>
                          </m:e>
                        </m:mr>
                        <m:mr>
                          <m:e/>
                          <m:e>
                            <m:r>
                              <a:rPr lang="en-US" b="0" i="1" smtClean="0">
                                <a:latin typeface="Cambria Math" panose="02040503050406030204" pitchFamily="18" charset="0"/>
                              </a:rPr>
                              <m:t>               </m:t>
                            </m:r>
                            <m:r>
                              <a:rPr lang="en-US" i="1">
                                <a:latin typeface="Cambria Math" panose="02040503050406030204" pitchFamily="18" charset="0"/>
                              </a:rPr>
                              <m:t>=0⋅</m:t>
                            </m:r>
                            <m:r>
                              <a:rPr lang="en-US" i="1">
                                <a:latin typeface="Cambria Math" panose="02040503050406030204" pitchFamily="18" charset="0"/>
                              </a:rPr>
                              <m:t>𝑝</m:t>
                            </m:r>
                            <m:r>
                              <a:rPr lang="en-US" i="1">
                                <a:latin typeface="Cambria Math" panose="02040503050406030204" pitchFamily="18" charset="0"/>
                              </a:rPr>
                              <m:t>(0)+1⋅</m:t>
                            </m:r>
                            <m:r>
                              <a:rPr lang="en-US" i="1">
                                <a:latin typeface="Cambria Math" panose="02040503050406030204" pitchFamily="18" charset="0"/>
                              </a:rPr>
                              <m:t>𝑝</m:t>
                            </m:r>
                            <m:r>
                              <a:rPr lang="en-US" i="1">
                                <a:latin typeface="Cambria Math" panose="02040503050406030204" pitchFamily="18" charset="0"/>
                              </a:rPr>
                              <m:t>(1)</m:t>
                            </m:r>
                          </m:e>
                        </m:mr>
                        <m:mr>
                          <m:e/>
                          <m:e>
                            <m:r>
                              <a:rPr lang="en-US" i="1">
                                <a:latin typeface="Cambria Math" panose="02040503050406030204" pitchFamily="18" charset="0"/>
                              </a:rPr>
                              <m:t>=0+1⋅</m:t>
                            </m:r>
                            <m:d>
                              <m:dPr>
                                <m:ctrlPr>
                                  <a:rPr lang="en-US" i="1">
                                    <a:latin typeface="Cambria Math" panose="02040503050406030204" pitchFamily="18" charset="0"/>
                                  </a:rPr>
                                </m:ctrlPr>
                              </m:dPr>
                              <m:e>
                                <m:r>
                                  <a:rPr lang="en-US" i="1">
                                    <a:latin typeface="Cambria Math" panose="02040503050406030204" pitchFamily="18" charset="0"/>
                                  </a:rPr>
                                  <m:t>𝑝</m:t>
                                </m:r>
                              </m:e>
                            </m:d>
                          </m:e>
                        </m:mr>
                        <m:mr>
                          <m:e/>
                          <m:e>
                            <m:r>
                              <a:rPr lang="en-US" i="1">
                                <a:latin typeface="Cambria Math" panose="02040503050406030204" pitchFamily="18" charset="0"/>
                              </a:rPr>
                              <m:t>=</m:t>
                            </m:r>
                            <m:r>
                              <a:rPr lang="en-US" i="1">
                                <a:latin typeface="Cambria Math" panose="02040503050406030204" pitchFamily="18" charset="0"/>
                              </a:rPr>
                              <m:t>𝑝</m:t>
                            </m:r>
                          </m:e>
                        </m:mr>
                      </m:m>
                    </m:oMath>
                  </m:oMathPara>
                </a14:m>
                <a:endParaRPr lang="en-US" dirty="0"/>
              </a:p>
              <a:p>
                <a:endParaRPr lang="en-US" dirty="0"/>
              </a:p>
              <a:p>
                <a:r>
                  <a:rPr lang="en-US" dirty="0">
                    <a:solidFill>
                      <a:srgbClr val="7030A0"/>
                    </a:solidFill>
                  </a:rPr>
                  <a:t>The variance of a Bernoulli random variable X is </a:t>
                </a:r>
                <a:r>
                  <a:rPr lang="en-US" dirty="0" err="1">
                    <a:solidFill>
                      <a:srgbClr val="7030A0"/>
                    </a:solidFill>
                  </a:rPr>
                  <a:t>Var</a:t>
                </a:r>
                <a14:m>
                  <m:oMath xmlns:m="http://schemas.openxmlformats.org/officeDocument/2006/math">
                    <m:d>
                      <m:dPr>
                        <m:begChr m:val="["/>
                        <m:endChr m:val="]"/>
                        <m:ctrlPr>
                          <a:rPr lang="en-US" i="1">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𝑋</m:t>
                        </m:r>
                      </m:e>
                    </m:d>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𝑝𝑞</m:t>
                    </m:r>
                  </m:oMath>
                </a14:m>
                <a:endParaRPr lang="en-US" dirty="0">
                  <a:solidFill>
                    <a:srgbClr val="7030A0"/>
                  </a:solidFill>
                </a:endParaRPr>
              </a:p>
              <a:p>
                <a:r>
                  <a:rPr lang="en-US" dirty="0">
                    <a:solidFill>
                      <a:srgbClr val="7030A0"/>
                    </a:solidFill>
                  </a:rPr>
                  <a:t>Proof:</a:t>
                </a:r>
              </a:p>
              <a:p>
                <a:pPr/>
                <a14:m>
                  <m:oMathPara xmlns:m="http://schemas.openxmlformats.org/officeDocument/2006/math">
                    <m:oMath>
                      <m:m>
                        <m:mPr>
                          <m:plcHide m:val="on"/>
                          <m:mcs>
                            <m:mc>
                              <m:mcPr>
                                <m:count m:val="2"/>
                                <m:mcJc m:val="center"/>
                              </m:mcPr>
                            </m:mc>
                          </m:mcs>
                          <m:ctrlPr>
                            <a:rPr lang="en-US" i="1">
                              <a:latin typeface="Cambria Math" panose="02040503050406030204" pitchFamily="18" charset="0"/>
                            </a:rPr>
                          </m:ctrlPr>
                        </m:mPr>
                        <m:mr>
                          <m:e>
                            <m:r>
                              <m:rPr>
                                <m:sty m:val="p"/>
                              </m:rPr>
                              <a:rPr lang="en-US">
                                <a:latin typeface="Cambria Math" panose="02040503050406030204" pitchFamily="18" charset="0"/>
                              </a:rPr>
                              <m:t>E</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2</m:t>
                                </m:r>
                              </m:sup>
                            </m:sSup>
                            <m:r>
                              <a:rPr lang="en-US" i="1">
                                <a:latin typeface="Cambria Math" panose="02040503050406030204" pitchFamily="18" charset="0"/>
                              </a:rPr>
                              <m:t>]</m:t>
                            </m:r>
                          </m:e>
                          <m:e>
                            <m:r>
                              <a:rPr lang="en-US" i="1">
                                <a:latin typeface="Cambria Math" panose="02040503050406030204" pitchFamily="18" charset="0"/>
                              </a:rPr>
                              <m:t>=</m:t>
                            </m:r>
                            <m:nary>
                              <m:naryPr>
                                <m:chr m:val="∑"/>
                                <m:limLoc m:val="undOvr"/>
                                <m:grow m:val="on"/>
                                <m:supHide m:val="on"/>
                                <m:ctrlPr>
                                  <a:rPr lang="en-US" i="1">
                                    <a:latin typeface="Cambria Math" panose="02040503050406030204" pitchFamily="18" charset="0"/>
                                  </a:rPr>
                                </m:ctrlPr>
                              </m:naryPr>
                              <m:sub>
                                <m:r>
                                  <a:rPr lang="en-US" i="1">
                                    <a:latin typeface="Cambria Math" panose="02040503050406030204" pitchFamily="18" charset="0"/>
                                  </a:rPr>
                                  <m:t>𝑥</m:t>
                                </m:r>
                                <m:r>
                                  <a:rPr lang="en-US" i="1">
                                    <a:latin typeface="Cambria Math" panose="02040503050406030204" pitchFamily="18" charset="0"/>
                                  </a:rPr>
                                  <m:t>=0,1</m:t>
                                </m:r>
                              </m:sub>
                              <m:sup/>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nary>
                          </m:e>
                        </m:mr>
                        <m:mr>
                          <m:e/>
                          <m:e>
                            <m:r>
                              <a:rPr lang="en-US" b="0" i="1" smtClean="0">
                                <a:latin typeface="Cambria Math" panose="02040503050406030204" pitchFamily="18" charset="0"/>
                              </a:rPr>
                              <m:t>                </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0</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0</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(1)</m:t>
                            </m:r>
                          </m:e>
                        </m:mr>
                        <m:mr>
                          <m:e/>
                          <m:e>
                            <m:r>
                              <a:rPr lang="en-US" i="1">
                                <a:latin typeface="Cambria Math" panose="02040503050406030204" pitchFamily="18" charset="0"/>
                              </a:rPr>
                              <m:t>=0+1⋅</m:t>
                            </m:r>
                            <m:r>
                              <a:rPr lang="en-US" i="1">
                                <a:latin typeface="Cambria Math" panose="02040503050406030204" pitchFamily="18" charset="0"/>
                              </a:rPr>
                              <m:t>𝑝</m:t>
                            </m:r>
                          </m:e>
                        </m:mr>
                        <m:mr>
                          <m:e/>
                          <m:e>
                            <m:r>
                              <a:rPr lang="en-US" i="1">
                                <a:latin typeface="Cambria Math" panose="02040503050406030204" pitchFamily="18" charset="0"/>
                              </a:rPr>
                              <m:t>=</m:t>
                            </m:r>
                            <m:r>
                              <a:rPr lang="en-US" i="1">
                                <a:latin typeface="Cambria Math" panose="02040503050406030204" pitchFamily="18" charset="0"/>
                              </a:rPr>
                              <m:t>𝑝</m:t>
                            </m:r>
                          </m:e>
                        </m:mr>
                        <m:mr>
                          <m:e/>
                          <m:e/>
                        </m:mr>
                        <m:mr>
                          <m:e>
                            <m:r>
                              <m:rPr>
                                <m:sty m:val="p"/>
                              </m:rPr>
                              <a:rPr lang="en-US">
                                <a:latin typeface="Cambria Math" panose="02040503050406030204" pitchFamily="18" charset="0"/>
                              </a:rPr>
                              <m:t>Var</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e>
                          <m:e>
                            <m:r>
                              <a:rPr lang="en-US" i="1">
                                <a:latin typeface="Cambria Math" panose="02040503050406030204" pitchFamily="18" charset="0"/>
                              </a:rPr>
                              <m:t>=</m:t>
                            </m:r>
                            <m:r>
                              <m:rPr>
                                <m:sty m:val="p"/>
                              </m:rPr>
                              <a:rPr lang="en-US">
                                <a:latin typeface="Cambria Math" panose="02040503050406030204" pitchFamily="18" charset="0"/>
                              </a:rPr>
                              <m:t>E</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2</m:t>
                                </m:r>
                              </m:sup>
                            </m:sSup>
                            <m:r>
                              <a:rPr lang="en-US" i="1">
                                <a:latin typeface="Cambria Math" panose="02040503050406030204" pitchFamily="18" charset="0"/>
                              </a:rPr>
                              <m:t>]−</m:t>
                            </m:r>
                            <m:r>
                              <m:rPr>
                                <m:sty m:val="p"/>
                              </m:rPr>
                              <a:rPr lang="en-US">
                                <a:latin typeface="Cambria Math" panose="02040503050406030204" pitchFamily="18" charset="0"/>
                              </a:rPr>
                              <m:t>E</m:t>
                            </m:r>
                            <m:r>
                              <a:rPr lang="en-US" i="1">
                                <a:latin typeface="Cambria Math" panose="02040503050406030204" pitchFamily="18" charset="0"/>
                              </a:rPr>
                              <m:t>[</m:t>
                            </m:r>
                            <m:r>
                              <a:rPr lang="en-US" i="1">
                                <a:latin typeface="Cambria Math" panose="02040503050406030204" pitchFamily="18" charset="0"/>
                              </a:rPr>
                              <m:t>𝑋</m:t>
                            </m:r>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𝑝</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𝑝</m:t>
                                </m:r>
                              </m:e>
                            </m:d>
                            <m:r>
                              <a:rPr lang="en-US" i="1">
                                <a:latin typeface="Cambria Math" panose="02040503050406030204" pitchFamily="18" charset="0"/>
                              </a:rPr>
                              <m:t>=</m:t>
                            </m:r>
                            <m:r>
                              <a:rPr lang="en-US" i="1">
                                <a:latin typeface="Cambria Math" panose="02040503050406030204" pitchFamily="18" charset="0"/>
                              </a:rPr>
                              <m:t>𝑝𝑞</m:t>
                            </m:r>
                          </m:e>
                        </m:mr>
                      </m:m>
                    </m:oMath>
                  </m:oMathPara>
                </a14:m>
                <a:endParaRPr lang="en-US" dirty="0"/>
              </a:p>
              <a:p>
                <a:endParaRPr lang="en-US" dirty="0">
                  <a:solidFill>
                    <a:srgbClr val="7030A0"/>
                  </a:solidFill>
                </a:endParaRPr>
              </a:p>
              <a:p>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295400" y="1066800"/>
                <a:ext cx="7162800" cy="5677965"/>
              </a:xfrm>
              <a:prstGeom prst="rect">
                <a:avLst/>
              </a:prstGeom>
              <a:blipFill>
                <a:blip r:embed="rId2"/>
                <a:stretch>
                  <a:fillRect l="-766" t="-537"/>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E9E592F-7748-E40D-E47F-777A96BEAFB2}"/>
                  </a:ext>
                </a:extLst>
              </p14:cNvPr>
              <p14:cNvContentPartPr/>
              <p14:nvPr/>
            </p14:nvContentPartPr>
            <p14:xfrm>
              <a:off x="2582640" y="2061720"/>
              <a:ext cx="5441760" cy="4195800"/>
            </p14:xfrm>
          </p:contentPart>
        </mc:Choice>
        <mc:Fallback xmlns="">
          <p:pic>
            <p:nvPicPr>
              <p:cNvPr id="3" name="Ink 2">
                <a:extLst>
                  <a:ext uri="{FF2B5EF4-FFF2-40B4-BE49-F238E27FC236}">
                    <a16:creationId xmlns:a16="http://schemas.microsoft.com/office/drawing/2014/main" id="{8E9E592F-7748-E40D-E47F-777A96BEAFB2}"/>
                  </a:ext>
                </a:extLst>
              </p:cNvPr>
              <p:cNvPicPr/>
              <p:nvPr/>
            </p:nvPicPr>
            <p:blipFill>
              <a:blip r:embed="rId4"/>
              <a:stretch>
                <a:fillRect/>
              </a:stretch>
            </p:blipFill>
            <p:spPr>
              <a:xfrm>
                <a:off x="2573280" y="2052360"/>
                <a:ext cx="5460480" cy="4214520"/>
              </a:xfrm>
              <a:prstGeom prst="rect">
                <a:avLst/>
              </a:prstGeom>
            </p:spPr>
          </p:pic>
        </mc:Fallback>
      </mc:AlternateContent>
    </p:spTree>
    <p:extLst>
      <p:ext uri="{BB962C8B-B14F-4D97-AF65-F5344CB8AC3E}">
        <p14:creationId xmlns:p14="http://schemas.microsoft.com/office/powerpoint/2010/main" val="1685147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Bernoulli distribution: Applications</a:t>
            </a:r>
          </a:p>
        </p:txBody>
      </p:sp>
      <p:sp>
        <p:nvSpPr>
          <p:cNvPr id="3" name="Text Placeholder 2"/>
          <p:cNvSpPr>
            <a:spLocks noGrp="1"/>
          </p:cNvSpPr>
          <p:nvPr>
            <p:ph type="body" sz="quarter" idx="13"/>
          </p:nvPr>
        </p:nvSpPr>
        <p:spPr>
          <a:xfrm>
            <a:off x="1066800" y="1143000"/>
            <a:ext cx="10363200" cy="4648200"/>
          </a:xfrm>
        </p:spPr>
        <p:txBody>
          <a:bodyPr>
            <a:noAutofit/>
          </a:bodyPr>
          <a:lstStyle/>
          <a:p>
            <a:pPr marL="457200" indent="-457200" algn="just" fontAlgn="base">
              <a:lnSpc>
                <a:spcPct val="150000"/>
              </a:lnSpc>
              <a:spcBef>
                <a:spcPts val="0"/>
              </a:spcBef>
              <a:buAutoNum type="arabicPeriod"/>
            </a:pPr>
            <a:r>
              <a:rPr lang="en-US" sz="2000" b="1" dirty="0">
                <a:solidFill>
                  <a:srgbClr val="273239"/>
                </a:solidFill>
                <a:latin typeface="+mn-lt"/>
              </a:rPr>
              <a:t>Quality Control:</a:t>
            </a:r>
            <a:r>
              <a:rPr lang="en-US" sz="2000" dirty="0">
                <a:solidFill>
                  <a:srgbClr val="273239"/>
                </a:solidFill>
                <a:latin typeface="+mn-lt"/>
              </a:rPr>
              <a:t> In manufacturing, every product undergoes quality checks. Bernoulli Distribution helps assess whether a product passes (success) or fails (failure) the quality standards. </a:t>
            </a:r>
          </a:p>
          <a:p>
            <a:pPr marL="457200" indent="-457200" algn="just" fontAlgn="base">
              <a:lnSpc>
                <a:spcPct val="150000"/>
              </a:lnSpc>
              <a:spcBef>
                <a:spcPts val="0"/>
              </a:spcBef>
              <a:buFont typeface="+mj-lt"/>
              <a:buAutoNum type="arabicPeriod"/>
            </a:pPr>
            <a:r>
              <a:rPr lang="en-US" sz="2000" b="1" dirty="0">
                <a:solidFill>
                  <a:srgbClr val="273239"/>
                </a:solidFill>
                <a:latin typeface="+mn-lt"/>
              </a:rPr>
              <a:t>Market Research:</a:t>
            </a:r>
            <a:r>
              <a:rPr lang="en-US" sz="2000" dirty="0">
                <a:solidFill>
                  <a:srgbClr val="273239"/>
                </a:solidFill>
                <a:latin typeface="+mn-lt"/>
              </a:rPr>
              <a:t> Bernoulli Distribution is useful in surveys and market research when dealing with yes/no questions.</a:t>
            </a:r>
          </a:p>
          <a:p>
            <a:pPr marL="457200" indent="-457200" algn="just" fontAlgn="base">
              <a:lnSpc>
                <a:spcPct val="150000"/>
              </a:lnSpc>
              <a:spcBef>
                <a:spcPts val="0"/>
              </a:spcBef>
              <a:buFont typeface="+mj-lt"/>
              <a:buAutoNum type="arabicPeriod"/>
            </a:pPr>
            <a:r>
              <a:rPr lang="en-US" sz="2000" b="1" dirty="0">
                <a:solidFill>
                  <a:srgbClr val="273239"/>
                </a:solidFill>
                <a:latin typeface="+mn-lt"/>
              </a:rPr>
              <a:t>Risk Assessment:</a:t>
            </a:r>
            <a:r>
              <a:rPr lang="en-US" sz="2000" dirty="0">
                <a:solidFill>
                  <a:srgbClr val="273239"/>
                </a:solidFill>
                <a:latin typeface="+mn-lt"/>
              </a:rPr>
              <a:t> In the context of risk management, the Bernoulli Distribution can be applied to model events with binary outcomes, such as a financial investment succeeding (success) or failing (failure). </a:t>
            </a:r>
          </a:p>
          <a:p>
            <a:pPr marL="457200" indent="-457200" algn="just" fontAlgn="base">
              <a:lnSpc>
                <a:spcPct val="150000"/>
              </a:lnSpc>
              <a:spcBef>
                <a:spcPts val="0"/>
              </a:spcBef>
              <a:buFont typeface="+mj-lt"/>
              <a:buAutoNum type="arabicPeriod"/>
            </a:pPr>
            <a:r>
              <a:rPr lang="en-US" sz="2000" b="1" dirty="0">
                <a:solidFill>
                  <a:srgbClr val="273239"/>
                </a:solidFill>
                <a:latin typeface="+mn-lt"/>
              </a:rPr>
              <a:t>Marketing Campaigns:</a:t>
            </a:r>
            <a:r>
              <a:rPr lang="en-US" sz="2000" dirty="0">
                <a:solidFill>
                  <a:srgbClr val="273239"/>
                </a:solidFill>
                <a:latin typeface="+mn-lt"/>
              </a:rPr>
              <a:t> Businesses use Bernoulli Distribution to measure the effectiveness of marketing campaigns. </a:t>
            </a:r>
            <a:endParaRPr lang="en-US" sz="2000" b="1" dirty="0">
              <a:solidFill>
                <a:srgbClr val="273239"/>
              </a:solidFill>
              <a:latin typeface="+mn-lt"/>
            </a:endParaRPr>
          </a:p>
          <a:p>
            <a:endParaRPr lang="en-IN" sz="2000" dirty="0"/>
          </a:p>
        </p:txBody>
      </p:sp>
    </p:spTree>
    <p:extLst>
      <p:ext uri="{BB962C8B-B14F-4D97-AF65-F5344CB8AC3E}">
        <p14:creationId xmlns:p14="http://schemas.microsoft.com/office/powerpoint/2010/main" val="219544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636"/>
            <a:ext cx="9321800" cy="764364"/>
          </a:xfrm>
        </p:spPr>
        <p:txBody>
          <a:bodyPr/>
          <a:lstStyle/>
          <a:p>
            <a:r>
              <a:rPr lang="en-IN" dirty="0"/>
              <a:t>Binomial  Distribution </a:t>
            </a:r>
          </a:p>
        </p:txBody>
      </p:sp>
      <p:sp>
        <p:nvSpPr>
          <p:cNvPr id="4" name="Round Diagonal Corner Rectangle 3"/>
          <p:cNvSpPr/>
          <p:nvPr/>
        </p:nvSpPr>
        <p:spPr>
          <a:xfrm>
            <a:off x="5175810" y="1143000"/>
            <a:ext cx="1512487" cy="442590"/>
          </a:xfrm>
          <a:prstGeom prst="round2DiagRect">
            <a:avLst>
              <a:gd name="adj1" fmla="val 0"/>
              <a:gd name="adj2" fmla="val 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US" sz="1754" b="1" dirty="0">
                <a:solidFill>
                  <a:srgbClr val="C00000"/>
                </a:solidFill>
                <a:latin typeface="Helvetica Neue"/>
              </a:rPr>
              <a:t>Definition</a:t>
            </a:r>
            <a:endParaRPr lang="en-AU" altLang="en-US" sz="1754" dirty="0">
              <a:solidFill>
                <a:srgbClr val="C00000"/>
              </a:solidFill>
              <a:latin typeface="Helvetica Neue"/>
              <a:cs typeface="Helvetica" panose="020B0604020202020204" pitchFamily="34" charset="0"/>
            </a:endParaRPr>
          </a:p>
        </p:txBody>
      </p:sp>
      <p:grpSp>
        <p:nvGrpSpPr>
          <p:cNvPr id="5" name="Group 4"/>
          <p:cNvGrpSpPr/>
          <p:nvPr/>
        </p:nvGrpSpPr>
        <p:grpSpPr>
          <a:xfrm rot="5400000">
            <a:off x="8869144" y="-771343"/>
            <a:ext cx="1075027" cy="4961084"/>
            <a:chOff x="365910" y="3029864"/>
            <a:chExt cx="7067429" cy="629858"/>
          </a:xfrm>
          <a:effectLst>
            <a:outerShdw blurRad="101600" sx="102000" sy="102000" algn="ctr" rotWithShape="0">
              <a:prstClr val="black">
                <a:alpha val="26000"/>
              </a:prstClr>
            </a:outerShdw>
          </a:effectLst>
        </p:grpSpPr>
        <p:sp>
          <p:nvSpPr>
            <p:cNvPr id="6" name="Rectangle 5"/>
            <p:cNvSpPr/>
            <p:nvPr/>
          </p:nvSpPr>
          <p:spPr>
            <a:xfrm rot="16200000">
              <a:off x="3594679" y="-129286"/>
              <a:ext cx="629852" cy="69481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algn="just" defTabSz="471271"/>
              <a:r>
                <a:rPr lang="en-US" altLang="en-US" sz="2000" dirty="0">
                  <a:solidFill>
                    <a:prstClr val="black"/>
                  </a:solidFill>
                  <a:cs typeface="Arial" charset="0"/>
                </a:rPr>
                <a:t>A random variable ‘X’ is said to have Binomial distribution if its probability mass function is given by</a:t>
              </a:r>
              <a:endParaRPr lang="en-US" sz="2000" dirty="0">
                <a:solidFill>
                  <a:prstClr val="black"/>
                </a:solidFill>
              </a:endParaRPr>
            </a:p>
          </p:txBody>
        </p:sp>
        <p:sp>
          <p:nvSpPr>
            <p:cNvPr id="7" name="Rectangle 6"/>
            <p:cNvSpPr/>
            <p:nvPr/>
          </p:nvSpPr>
          <p:spPr>
            <a:xfrm rot="16200000" flipV="1">
              <a:off x="180987" y="3214787"/>
              <a:ext cx="629852" cy="260006"/>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8" name="Rectangle 7"/>
            <p:cNvSpPr/>
            <p:nvPr/>
          </p:nvSpPr>
          <p:spPr>
            <a:xfrm rot="16200000">
              <a:off x="7033212" y="3259589"/>
              <a:ext cx="629852" cy="170402"/>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9" name="Group 8"/>
          <p:cNvGrpSpPr/>
          <p:nvPr/>
        </p:nvGrpSpPr>
        <p:grpSpPr>
          <a:xfrm>
            <a:off x="5454022" y="1585591"/>
            <a:ext cx="1472094" cy="291734"/>
            <a:chOff x="1965255" y="2633483"/>
            <a:chExt cx="1197863" cy="1179049"/>
          </a:xfrm>
        </p:grpSpPr>
        <p:cxnSp>
          <p:nvCxnSpPr>
            <p:cNvPr id="10" name="Straight Connector 9"/>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rot="5400000">
            <a:off x="8754369" y="1308889"/>
            <a:ext cx="1469805" cy="3586547"/>
            <a:chOff x="525566" y="3029864"/>
            <a:chExt cx="7236859" cy="629856"/>
          </a:xfrm>
          <a:effectLst>
            <a:outerShdw blurRad="101600" sx="102000" sy="102000" algn="ctr" rotWithShape="0">
              <a:prstClr val="black">
                <a:alpha val="26000"/>
              </a:prstClr>
            </a:outerShdw>
          </a:effectLst>
        </p:grpSpPr>
        <p:sp>
          <p:nvSpPr>
            <p:cNvPr id="13" name="Rectangle 12"/>
            <p:cNvSpPr/>
            <p:nvPr/>
          </p:nvSpPr>
          <p:spPr>
            <a:xfrm rot="16200000">
              <a:off x="3961083" y="-129288"/>
              <a:ext cx="629852" cy="69481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defTabSz="471271"/>
              <a:endParaRPr lang="en-US" sz="1754" b="1" dirty="0">
                <a:solidFill>
                  <a:prstClr val="black"/>
                </a:solidFill>
                <a:latin typeface="Helvetica Neue"/>
              </a:endParaRPr>
            </a:p>
          </p:txBody>
        </p:sp>
        <p:sp>
          <p:nvSpPr>
            <p:cNvPr id="14" name="Rectangle 13"/>
            <p:cNvSpPr/>
            <p:nvPr/>
          </p:nvSpPr>
          <p:spPr>
            <a:xfrm rot="16200000" flipV="1">
              <a:off x="340644" y="3214786"/>
              <a:ext cx="629852" cy="260007"/>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15" name="Rectangle 14"/>
            <p:cNvSpPr/>
            <p:nvPr/>
          </p:nvSpPr>
          <p:spPr>
            <a:xfrm rot="16200000">
              <a:off x="7317497" y="3214787"/>
              <a:ext cx="629852" cy="260005"/>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16" name="Group 15"/>
          <p:cNvGrpSpPr/>
          <p:nvPr/>
        </p:nvGrpSpPr>
        <p:grpSpPr>
          <a:xfrm>
            <a:off x="7153947" y="2201081"/>
            <a:ext cx="511147" cy="443681"/>
            <a:chOff x="1965255" y="2633483"/>
            <a:chExt cx="1197863" cy="1179049"/>
          </a:xfrm>
        </p:grpSpPr>
        <p:cxnSp>
          <p:nvCxnSpPr>
            <p:cNvPr id="17" name="Straight Connector 16"/>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19" name="Picture 18"/>
          <p:cNvPicPr>
            <a:picLocks noChangeAspect="1"/>
          </p:cNvPicPr>
          <p:nvPr/>
        </p:nvPicPr>
        <p:blipFill>
          <a:blip r:embed="rId2"/>
          <a:stretch>
            <a:fillRect/>
          </a:stretch>
        </p:blipFill>
        <p:spPr>
          <a:xfrm>
            <a:off x="7786552" y="2479778"/>
            <a:ext cx="3405416" cy="1220197"/>
          </a:xfrm>
          <a:prstGeom prst="rect">
            <a:avLst/>
          </a:prstGeom>
        </p:spPr>
      </p:pic>
      <p:sp>
        <p:nvSpPr>
          <p:cNvPr id="21" name="TextBox 20">
            <a:extLst>
              <a:ext uri="{FF2B5EF4-FFF2-40B4-BE49-F238E27FC236}">
                <a16:creationId xmlns:a16="http://schemas.microsoft.com/office/drawing/2014/main" id="{25B27AAF-469C-49D9-B322-D5E08654D35F}"/>
              </a:ext>
            </a:extLst>
          </p:cNvPr>
          <p:cNvSpPr txBox="1"/>
          <p:nvPr/>
        </p:nvSpPr>
        <p:spPr>
          <a:xfrm>
            <a:off x="172544" y="1291254"/>
            <a:ext cx="4780456" cy="4538165"/>
          </a:xfrm>
          <a:prstGeom prst="rect">
            <a:avLst/>
          </a:prstGeom>
          <a:noFill/>
        </p:spPr>
        <p:txBody>
          <a:bodyPr wrap="square">
            <a:spAutoFit/>
          </a:bodyPr>
          <a:lstStyle/>
          <a:p>
            <a:pPr marL="228600" marR="0" lvl="0" indent="-228600" algn="just" defTabSz="914400" rtl="0" eaLnBrk="1" fontAlgn="auto" latinLnBrk="0" hangingPunct="1">
              <a:spcBef>
                <a:spcPts val="0"/>
              </a:spcBef>
              <a:spcAft>
                <a:spcPts val="0"/>
              </a:spcAft>
              <a:buClrTx/>
              <a:buSzTx/>
              <a:buFont typeface="Wingdings" panose="05000000000000000000" pitchFamily="2" charset="2"/>
              <a:buChar char="v"/>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Binomial distribution is a discrete probability distribution.</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a:p>
            <a:pPr marL="228600" marR="0" lvl="0" indent="-228600" algn="just" defTabSz="914400" rtl="0" eaLnBrk="1" fontAlgn="auto" latinLnBrk="0" hangingPunct="1">
              <a:spcBef>
                <a:spcPts val="0"/>
              </a:spcBef>
              <a:spcAft>
                <a:spcPts val="0"/>
              </a:spcAft>
              <a:buClrTx/>
              <a:buSzTx/>
              <a:buFont typeface="Wingdings" panose="05000000000000000000" pitchFamily="2" charset="2"/>
              <a:buChar char="v"/>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Binomial distribution will be applied under the following experimental conditions</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The number of trials (n) is finite</a:t>
            </a:r>
            <a:endParaRPr kumimoji="0" lang="en-IN"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 The trials are independent of each other</a:t>
            </a:r>
            <a:endParaRPr kumimoji="0" lang="en-IN"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 The probability of success p is constant for</a:t>
            </a:r>
          </a:p>
          <a:p>
            <a:pPr marR="0" lvl="0" algn="just" defTabSz="914400" rtl="0" eaLnBrk="1" fontAlgn="auto" latinLnBrk="0" hangingPunct="1">
              <a:lnSpc>
                <a:spcPct val="150000"/>
              </a:lnSpc>
              <a:spcBef>
                <a:spcPts val="0"/>
              </a:spcBef>
              <a:spcAft>
                <a:spcPts val="0"/>
              </a:spcAft>
              <a:buClrTx/>
              <a:buSzTx/>
              <a:tabLst/>
              <a:defRPr/>
            </a:pPr>
            <a:r>
              <a:rPr lang="en-US" dirty="0">
                <a:solidFill>
                  <a:prstClr val="black"/>
                </a:solidFill>
                <a:latin typeface="Calibri"/>
              </a:rPr>
              <a:t>   </a:t>
            </a:r>
            <a:r>
              <a:rPr kumimoji="0" lang="en-US" b="0" i="0" u="none" strike="noStrike" kern="1200" cap="none" spc="0" normalizeH="0" baseline="0" noProof="0" dirty="0">
                <a:ln>
                  <a:noFill/>
                </a:ln>
                <a:solidFill>
                  <a:prstClr val="black"/>
                </a:solidFill>
                <a:effectLst/>
                <a:uLnTx/>
                <a:uFillTx/>
                <a:latin typeface="Calibri"/>
                <a:ea typeface="+mn-ea"/>
                <a:cs typeface="+mn-cs"/>
              </a:rPr>
              <a:t>   each trial.</a:t>
            </a:r>
          </a:p>
          <a:p>
            <a:pPr marL="285750" marR="0" lvl="0" indent="-2857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Each trial results in two mutually exclusive events known as success and failure.</a:t>
            </a:r>
            <a:endParaRPr kumimoji="0" lang="en-IN"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8B5CADF-F5AB-4BA1-78FC-5F0C82649544}"/>
                  </a:ext>
                </a:extLst>
              </p14:cNvPr>
              <p14:cNvContentPartPr/>
              <p14:nvPr/>
            </p14:nvContentPartPr>
            <p14:xfrm>
              <a:off x="1874160" y="2527920"/>
              <a:ext cx="9127440" cy="3957840"/>
            </p14:xfrm>
          </p:contentPart>
        </mc:Choice>
        <mc:Fallback xmlns="">
          <p:pic>
            <p:nvPicPr>
              <p:cNvPr id="3" name="Ink 2">
                <a:extLst>
                  <a:ext uri="{FF2B5EF4-FFF2-40B4-BE49-F238E27FC236}">
                    <a16:creationId xmlns:a16="http://schemas.microsoft.com/office/drawing/2014/main" id="{18B5CADF-F5AB-4BA1-78FC-5F0C82649544}"/>
                  </a:ext>
                </a:extLst>
              </p:cNvPr>
              <p:cNvPicPr/>
              <p:nvPr/>
            </p:nvPicPr>
            <p:blipFill>
              <a:blip r:embed="rId4"/>
              <a:stretch>
                <a:fillRect/>
              </a:stretch>
            </p:blipFill>
            <p:spPr>
              <a:xfrm>
                <a:off x="1864800" y="2518560"/>
                <a:ext cx="9146160" cy="3976560"/>
              </a:xfrm>
              <a:prstGeom prst="rect">
                <a:avLst/>
              </a:prstGeom>
            </p:spPr>
          </p:pic>
        </mc:Fallback>
      </mc:AlternateContent>
    </p:spTree>
    <p:extLst>
      <p:ext uri="{BB962C8B-B14F-4D97-AF65-F5344CB8AC3E}">
        <p14:creationId xmlns:p14="http://schemas.microsoft.com/office/powerpoint/2010/main" val="261322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par>
                          <p:cTn id="14" fill="hold">
                            <p:stCondLst>
                              <p:cond delay="1500"/>
                            </p:stCondLst>
                            <p:childTnLst>
                              <p:par>
                                <p:cTn id="15" presetID="2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8"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22" presetClass="entr" presetSubtype="4"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down)">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Mean &amp; Variance</a:t>
            </a:r>
          </a:p>
        </p:txBody>
      </p:sp>
      <mc:AlternateContent xmlns:mc="http://schemas.openxmlformats.org/markup-compatibility/2006" xmlns:a14="http://schemas.microsoft.com/office/drawing/2010/main">
        <mc:Choice Requires="a14">
          <p:sp>
            <p:nvSpPr>
              <p:cNvPr id="5" name="Rectangle 4"/>
              <p:cNvSpPr/>
              <p:nvPr/>
            </p:nvSpPr>
            <p:spPr>
              <a:xfrm>
                <a:off x="838200" y="1135713"/>
                <a:ext cx="8839200" cy="5486887"/>
              </a:xfrm>
              <a:prstGeom prst="rect">
                <a:avLst/>
              </a:prstGeom>
            </p:spPr>
            <p:txBody>
              <a:bodyPr wrap="square">
                <a:spAutoFit/>
              </a:bodyPr>
              <a:lstStyle/>
              <a:p>
                <a:pPr marL="285750" indent="-285750">
                  <a:buFont typeface="Courier New" panose="02070309020205020404" pitchFamily="49" charset="0"/>
                  <a:buChar char="o"/>
                </a:pPr>
                <a:r>
                  <a:rPr lang="en-US" b="1" dirty="0">
                    <a:solidFill>
                      <a:srgbClr val="7030A0"/>
                    </a:solidFill>
                  </a:rPr>
                  <a:t>The expected value of a Binomial random variable X is </a:t>
                </a:r>
                <a14:m>
                  <m:oMath xmlns:m="http://schemas.openxmlformats.org/officeDocument/2006/math">
                    <m:r>
                      <a:rPr lang="en-US" b="1" i="1">
                        <a:solidFill>
                          <a:srgbClr val="7030A0"/>
                        </a:solidFill>
                        <a:latin typeface="Cambria Math" panose="02040503050406030204" pitchFamily="18" charset="0"/>
                      </a:rPr>
                      <m:t>𝐄</m:t>
                    </m:r>
                    <m:d>
                      <m:dPr>
                        <m:begChr m:val="["/>
                        <m:endChr m:val="]"/>
                        <m:ctrlPr>
                          <a:rPr lang="en-US" b="1" i="1">
                            <a:solidFill>
                              <a:srgbClr val="7030A0"/>
                            </a:solidFill>
                            <a:latin typeface="Cambria Math" panose="02040503050406030204" pitchFamily="18" charset="0"/>
                          </a:rPr>
                        </m:ctrlPr>
                      </m:dPr>
                      <m:e>
                        <m:r>
                          <a:rPr lang="en-US" b="1" i="1">
                            <a:solidFill>
                              <a:srgbClr val="7030A0"/>
                            </a:solidFill>
                            <a:latin typeface="Cambria Math" panose="02040503050406030204" pitchFamily="18" charset="0"/>
                          </a:rPr>
                          <m:t>𝑿</m:t>
                        </m:r>
                      </m:e>
                    </m:d>
                    <m:r>
                      <a:rPr lang="en-US" b="1" i="1">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𝒏</m:t>
                    </m:r>
                    <m:r>
                      <a:rPr lang="en-US" b="1" i="1">
                        <a:solidFill>
                          <a:srgbClr val="7030A0"/>
                        </a:solidFill>
                        <a:latin typeface="Cambria Math" panose="02040503050406030204" pitchFamily="18" charset="0"/>
                      </a:rPr>
                      <m:t>𝒑</m:t>
                    </m:r>
                  </m:oMath>
                </a14:m>
                <a:endParaRPr lang="en-US" b="1" dirty="0">
                  <a:solidFill>
                    <a:srgbClr val="7030A0"/>
                  </a:solidFill>
                </a:endParaRPr>
              </a:p>
              <a:p>
                <a:r>
                  <a:rPr lang="en-US" dirty="0"/>
                  <a:t>Proof:</a:t>
                </a:r>
              </a:p>
              <a:p>
                <a:pPr/>
                <a14:m>
                  <m:oMathPara xmlns:m="http://schemas.openxmlformats.org/officeDocument/2006/math">
                    <m:oMath>
                      <m:r>
                        <a:rPr lang="en-US" b="0" i="1" smtClean="0">
                          <a:solidFill>
                            <a:srgbClr val="7030A0"/>
                          </a:solidFill>
                          <a:latin typeface="Cambria Math" panose="02040503050406030204" pitchFamily="18" charset="0"/>
                        </a:rPr>
                        <m:t>𝐸</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𝑥</m:t>
                          </m:r>
                        </m:e>
                      </m:d>
                      <m:r>
                        <a:rPr lang="en-US" i="1" smtClean="0">
                          <a:latin typeface="Cambria Math" panose="02040503050406030204" pitchFamily="18" charset="0"/>
                        </a:rPr>
                        <m:t>=</m:t>
                      </m:r>
                      <m:r>
                        <m:rPr>
                          <m:sty m:val="p"/>
                        </m:rPr>
                        <a:rPr lang="en-US">
                          <a:latin typeface="Cambria Math" panose="02040503050406030204" pitchFamily="18" charset="0"/>
                        </a:rPr>
                        <m:t>E</m:t>
                      </m:r>
                      <m:r>
                        <a:rPr lang="en-US" i="1">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nary>
                      <m:r>
                        <a:rPr lang="en-US" i="1">
                          <a:latin typeface="Cambria Math" panose="02040503050406030204" pitchFamily="18" charset="0"/>
                        </a:rPr>
                        <m:t>]</m:t>
                      </m:r>
                      <m:r>
                        <a:rPr lang="en-US">
                          <a:latin typeface="Cambria Math" panose="02040503050406030204" pitchFamily="18" charset="0"/>
                        </a:rPr>
                        <m:t> (</m:t>
                      </m:r>
                      <m:r>
                        <a:rPr lang="en-US" i="1">
                          <a:latin typeface="Cambria Math" panose="02040503050406030204" pitchFamily="18" charset="0"/>
                        </a:rPr>
                        <m:t>𝑟𝑒𝑝𝑟𝑒𝑠𝑒𝑛𝑡𝑎𝑡𝑖𝑜𝑛</m:t>
                      </m:r>
                      <m:r>
                        <a:rPr lang="en-US">
                          <a:latin typeface="Cambria Math" panose="02040503050406030204" pitchFamily="18" charset="0"/>
                        </a:rPr>
                        <m:t> </m:t>
                      </m:r>
                      <m:r>
                        <a:rPr lang="en-US" i="1">
                          <a:latin typeface="Cambria Math" panose="02040503050406030204" pitchFamily="18" charset="0"/>
                        </a:rPr>
                        <m:t>𝑎𝑠</m:t>
                      </m:r>
                      <m:r>
                        <a:rPr lang="en-US">
                          <a:latin typeface="Cambria Math" panose="02040503050406030204" pitchFamily="18" charset="0"/>
                        </a:rPr>
                        <m:t> </m:t>
                      </m:r>
                      <m:r>
                        <a:rPr lang="en-US" i="1">
                          <a:latin typeface="Cambria Math" panose="02040503050406030204" pitchFamily="18" charset="0"/>
                        </a:rPr>
                        <m:t>𝑎</m:t>
                      </m:r>
                      <m:r>
                        <a:rPr lang="en-US">
                          <a:latin typeface="Cambria Math" panose="02040503050406030204" pitchFamily="18" charset="0"/>
                        </a:rPr>
                        <m:t> </m:t>
                      </m:r>
                      <m:r>
                        <a:rPr lang="en-US" i="1">
                          <a:latin typeface="Cambria Math" panose="02040503050406030204" pitchFamily="18" charset="0"/>
                        </a:rPr>
                        <m:t>𝑠𝑢𝑚</m:t>
                      </m:r>
                      <m:r>
                        <a:rPr lang="en-US">
                          <a:latin typeface="Cambria Math" panose="02040503050406030204" pitchFamily="18" charset="0"/>
                        </a:rPr>
                        <m:t> </m:t>
                      </m:r>
                      <m:r>
                        <a:rPr lang="en-US" i="1">
                          <a:latin typeface="Cambria Math" panose="02040503050406030204" pitchFamily="18" charset="0"/>
                        </a:rPr>
                        <m:t>𝑜𝑓</m:t>
                      </m:r>
                      <m:r>
                        <a:rPr lang="en-US">
                          <a:latin typeface="Cambria Math" panose="02040503050406030204" pitchFamily="18" charset="0"/>
                        </a:rPr>
                        <m:t> </m:t>
                      </m:r>
                      <m:r>
                        <a:rPr lang="en-US" i="1">
                          <a:latin typeface="Cambria Math" panose="02040503050406030204" pitchFamily="18" charset="0"/>
                        </a:rPr>
                        <m:t>𝑛</m:t>
                      </m:r>
                      <m:r>
                        <m:rPr>
                          <m:nor/>
                        </m:rPr>
                        <a:rPr lang="en-US" i="0"/>
                        <m:t> independent Bernoulli r.v.)</m:t>
                      </m:r>
                    </m:oMath>
                  </m:oMathPara>
                </a14:m>
                <a:endParaRPr lang="en-US" dirty="0"/>
              </a:p>
              <a:p>
                <a14:m>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m:rPr>
                            <m:sty m:val="p"/>
                          </m:rPr>
                          <a:rPr lang="en-US">
                            <a:latin typeface="Cambria Math" panose="02040503050406030204" pitchFamily="18" charset="0"/>
                          </a:rPr>
                          <m:t>E</m:t>
                        </m:r>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m:t>
                    </m:r>
                  </m:oMath>
                </a14:m>
                <a:r>
                  <a:rPr lang="en-US" dirty="0"/>
                  <a:t> (linearity of the expected value)</a:t>
                </a:r>
              </a:p>
              <a:p>
                <a14:m>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𝑝</m:t>
                        </m:r>
                      </m:e>
                    </m:nary>
                  </m:oMath>
                </a14:m>
                <a:r>
                  <a:rPr lang="en-US" dirty="0"/>
                  <a:t> (expected value of a Bernoulli </a:t>
                </a:r>
                <a:r>
                  <a:rPr lang="en-US" dirty="0" err="1"/>
                  <a:t>r.v</a:t>
                </a:r>
                <a:r>
                  <a:rPr lang="en-US" dirty="0"/>
                  <a:t>.)</a:t>
                </a:r>
              </a:p>
              <a:p>
                <a:r>
                  <a:rPr lang="en-US" dirty="0">
                    <a:solidFill>
                      <a:srgbClr val="7030A0"/>
                    </a:solidFill>
                  </a:rPr>
                  <a:t>                        </a:t>
                </a:r>
                <a14:m>
                  <m:oMath xmlns:m="http://schemas.openxmlformats.org/officeDocument/2006/math">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𝑛𝑝</m:t>
                    </m:r>
                  </m:oMath>
                </a14:m>
                <a:endParaRPr lang="en-US" dirty="0">
                  <a:solidFill>
                    <a:srgbClr val="7030A0"/>
                  </a:solidFill>
                </a:endParaRPr>
              </a:p>
              <a:p>
                <a:endParaRPr lang="en-US" dirty="0">
                  <a:solidFill>
                    <a:srgbClr val="7030A0"/>
                  </a:solidFill>
                </a:endParaRPr>
              </a:p>
              <a:p>
                <a:pPr marL="285750" indent="-285750">
                  <a:buFont typeface="Courier New" panose="02070309020205020404" pitchFamily="49" charset="0"/>
                  <a:buChar char="o"/>
                </a:pPr>
                <a:r>
                  <a:rPr lang="en-US" b="1" dirty="0">
                    <a:solidFill>
                      <a:srgbClr val="7030A0"/>
                    </a:solidFill>
                  </a:rPr>
                  <a:t>The variance of a Binomial random variable X is Var</a:t>
                </a:r>
                <a14:m>
                  <m:oMath xmlns:m="http://schemas.openxmlformats.org/officeDocument/2006/math">
                    <m:d>
                      <m:dPr>
                        <m:begChr m:val="["/>
                        <m:endChr m:val="]"/>
                        <m:ctrlPr>
                          <a:rPr lang="en-US" b="1" i="1">
                            <a:solidFill>
                              <a:srgbClr val="7030A0"/>
                            </a:solidFill>
                            <a:latin typeface="Cambria Math" panose="02040503050406030204" pitchFamily="18" charset="0"/>
                          </a:rPr>
                        </m:ctrlPr>
                      </m:dPr>
                      <m:e>
                        <m:r>
                          <a:rPr lang="en-US" b="1" i="1">
                            <a:solidFill>
                              <a:srgbClr val="7030A0"/>
                            </a:solidFill>
                            <a:latin typeface="Cambria Math" panose="02040503050406030204" pitchFamily="18" charset="0"/>
                          </a:rPr>
                          <m:t>𝑿</m:t>
                        </m:r>
                      </m:e>
                    </m:d>
                    <m:r>
                      <a:rPr lang="en-US" b="1" i="1">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𝒏</m:t>
                    </m:r>
                    <m:r>
                      <a:rPr lang="en-US" b="1" i="1">
                        <a:solidFill>
                          <a:srgbClr val="7030A0"/>
                        </a:solidFill>
                        <a:latin typeface="Cambria Math" panose="02040503050406030204" pitchFamily="18" charset="0"/>
                      </a:rPr>
                      <m:t>𝒑</m:t>
                    </m:r>
                    <m:r>
                      <a:rPr lang="en-US" b="1" i="1" smtClean="0">
                        <a:solidFill>
                          <a:srgbClr val="7030A0"/>
                        </a:solidFill>
                        <a:latin typeface="Cambria Math" panose="02040503050406030204" pitchFamily="18" charset="0"/>
                      </a:rPr>
                      <m:t>𝒒</m:t>
                    </m:r>
                  </m:oMath>
                </a14:m>
                <a:endParaRPr lang="en-US" b="1" dirty="0">
                  <a:solidFill>
                    <a:srgbClr val="7030A0"/>
                  </a:solidFill>
                </a:endParaRPr>
              </a:p>
              <a:p>
                <a:r>
                  <a:rPr lang="en-US" dirty="0">
                    <a:solidFill>
                      <a:srgbClr val="7030A0"/>
                    </a:solidFill>
                  </a:rPr>
                  <a:t>Proof:</a:t>
                </a:r>
              </a:p>
              <a:p>
                <a:pPr/>
                <a14:m>
                  <m:oMathPara xmlns:m="http://schemas.openxmlformats.org/officeDocument/2006/math">
                    <m:oMath>
                      <m:r>
                        <a:rPr lang="en-US" b="0" i="1" smtClean="0">
                          <a:solidFill>
                            <a:srgbClr val="7030A0"/>
                          </a:solidFill>
                          <a:latin typeface="Cambria Math" panose="02040503050406030204" pitchFamily="18" charset="0"/>
                        </a:rPr>
                        <m:t>𝑉𝑎𝑟</m:t>
                      </m:r>
                      <m:d>
                        <m:dPr>
                          <m:ctrlPr>
                            <a:rPr lang="en-US" i="1">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𝑥</m:t>
                          </m:r>
                        </m:e>
                      </m:d>
                      <m:r>
                        <a:rPr lang="en-US" i="1">
                          <a:latin typeface="Cambria Math" panose="02040503050406030204" pitchFamily="18" charset="0"/>
                        </a:rPr>
                        <m:t>=</m:t>
                      </m:r>
                      <m:r>
                        <a:rPr lang="en-US" b="0" i="1" smtClean="0">
                          <a:latin typeface="Cambria Math" panose="02040503050406030204" pitchFamily="18" charset="0"/>
                        </a:rPr>
                        <m:t>𝑉𝑎𝑟</m:t>
                      </m:r>
                      <m:r>
                        <a:rPr lang="en-US" i="1">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nary>
                      <m:r>
                        <a:rPr lang="en-US" i="1">
                          <a:latin typeface="Cambria Math" panose="02040503050406030204" pitchFamily="18" charset="0"/>
                        </a:rPr>
                        <m:t>]</m:t>
                      </m:r>
                      <m:r>
                        <a:rPr lang="en-US">
                          <a:latin typeface="Cambria Math" panose="02040503050406030204" pitchFamily="18" charset="0"/>
                        </a:rPr>
                        <m:t> (</m:t>
                      </m:r>
                      <m:r>
                        <a:rPr lang="en-US" i="1">
                          <a:latin typeface="Cambria Math" panose="02040503050406030204" pitchFamily="18" charset="0"/>
                        </a:rPr>
                        <m:t>𝑟𝑒𝑝𝑟𝑒𝑠𝑒𝑛𝑡𝑎𝑡𝑖𝑜𝑛</m:t>
                      </m:r>
                      <m:r>
                        <a:rPr lang="en-US">
                          <a:latin typeface="Cambria Math" panose="02040503050406030204" pitchFamily="18" charset="0"/>
                        </a:rPr>
                        <m:t> </m:t>
                      </m:r>
                      <m:r>
                        <a:rPr lang="en-US" i="1">
                          <a:latin typeface="Cambria Math" panose="02040503050406030204" pitchFamily="18" charset="0"/>
                        </a:rPr>
                        <m:t>𝑎𝑠</m:t>
                      </m:r>
                      <m:r>
                        <a:rPr lang="en-US">
                          <a:latin typeface="Cambria Math" panose="02040503050406030204" pitchFamily="18" charset="0"/>
                        </a:rPr>
                        <m:t> </m:t>
                      </m:r>
                      <m:r>
                        <a:rPr lang="en-US" i="1">
                          <a:latin typeface="Cambria Math" panose="02040503050406030204" pitchFamily="18" charset="0"/>
                        </a:rPr>
                        <m:t>𝑎</m:t>
                      </m:r>
                      <m:r>
                        <a:rPr lang="en-US">
                          <a:latin typeface="Cambria Math" panose="02040503050406030204" pitchFamily="18" charset="0"/>
                        </a:rPr>
                        <m:t> </m:t>
                      </m:r>
                      <m:r>
                        <a:rPr lang="en-US" i="1">
                          <a:latin typeface="Cambria Math" panose="02040503050406030204" pitchFamily="18" charset="0"/>
                        </a:rPr>
                        <m:t>𝑠𝑢𝑚</m:t>
                      </m:r>
                      <m:r>
                        <a:rPr lang="en-US">
                          <a:latin typeface="Cambria Math" panose="02040503050406030204" pitchFamily="18" charset="0"/>
                        </a:rPr>
                        <m:t> </m:t>
                      </m:r>
                      <m:r>
                        <a:rPr lang="en-US" i="1">
                          <a:latin typeface="Cambria Math" panose="02040503050406030204" pitchFamily="18" charset="0"/>
                        </a:rPr>
                        <m:t>𝑜𝑓</m:t>
                      </m:r>
                      <m:r>
                        <a:rPr lang="en-US">
                          <a:latin typeface="Cambria Math" panose="02040503050406030204" pitchFamily="18" charset="0"/>
                        </a:rPr>
                        <m:t> </m:t>
                      </m:r>
                      <m:r>
                        <a:rPr lang="en-US" i="1">
                          <a:latin typeface="Cambria Math" panose="02040503050406030204" pitchFamily="18" charset="0"/>
                        </a:rPr>
                        <m:t>𝑛</m:t>
                      </m:r>
                      <m:r>
                        <m:rPr>
                          <m:nor/>
                        </m:rPr>
                        <a:rPr lang="en-US" i="0"/>
                        <m:t> independent Bernoulli r.v.)</m:t>
                      </m:r>
                    </m:oMath>
                  </m:oMathPara>
                </a14:m>
                <a:endParaRPr lang="en-US" dirty="0"/>
              </a:p>
              <a:p>
                <a14:m>
                  <m:oMath xmlns:m="http://schemas.openxmlformats.org/officeDocument/2006/math">
                    <m:r>
                      <a:rPr lang="en-US" i="1">
                        <a:latin typeface="Cambria Math" panose="02040503050406030204" pitchFamily="18" charset="0"/>
                      </a:rPr>
                      <m:t>                         =</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𝑉𝑎𝑟</m:t>
                        </m:r>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m:t>
                    </m:r>
                  </m:oMath>
                </a14:m>
                <a:r>
                  <a:rPr lang="en-US" dirty="0"/>
                  <a:t> (linearity of Variance of independent variable)</a:t>
                </a:r>
              </a:p>
              <a:p>
                <a14:m>
                  <m:oMath xmlns:m="http://schemas.openxmlformats.org/officeDocument/2006/math">
                    <m:r>
                      <a:rPr lang="en-US" i="1">
                        <a:latin typeface="Cambria Math" panose="02040503050406030204" pitchFamily="18" charset="0"/>
                      </a:rPr>
                      <m:t>                         =</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i="1">
                            <a:latin typeface="Cambria Math" panose="02040503050406030204" pitchFamily="18" charset="0"/>
                          </a:rPr>
                          <m:t>𝑝</m:t>
                        </m:r>
                        <m:r>
                          <a:rPr lang="en-US" b="0" i="1" smtClean="0">
                            <a:latin typeface="Cambria Math" panose="02040503050406030204" pitchFamily="18" charset="0"/>
                          </a:rPr>
                          <m:t>𝑞</m:t>
                        </m:r>
                      </m:e>
                    </m:nary>
                  </m:oMath>
                </a14:m>
                <a:r>
                  <a:rPr lang="en-US" dirty="0"/>
                  <a:t> (variance of a Bernoulli </a:t>
                </a:r>
                <a:r>
                  <a:rPr lang="en-US" dirty="0" err="1"/>
                  <a:t>r.v</a:t>
                </a:r>
                <a:r>
                  <a:rPr lang="en-US" dirty="0"/>
                  <a:t>.)</a:t>
                </a:r>
              </a:p>
              <a:p>
                <a:r>
                  <a:rPr lang="en-US" dirty="0">
                    <a:solidFill>
                      <a:srgbClr val="7030A0"/>
                    </a:solidFill>
                  </a:rPr>
                  <a:t>                        </a:t>
                </a:r>
                <a14:m>
                  <m:oMath xmlns:m="http://schemas.openxmlformats.org/officeDocument/2006/math">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𝑛𝑝𝑞</m:t>
                    </m:r>
                  </m:oMath>
                </a14:m>
                <a:endParaRPr lang="en-US" dirty="0">
                  <a:solidFill>
                    <a:srgbClr val="7030A0"/>
                  </a:solidFill>
                </a:endParaRPr>
              </a:p>
              <a:p>
                <a:endParaRPr lang="en-US" dirty="0"/>
              </a:p>
              <a:p>
                <a:endParaRPr lang="en-US" dirty="0">
                  <a:solidFill>
                    <a:srgbClr val="7030A0"/>
                  </a:solidFill>
                </a:endParaRPr>
              </a:p>
              <a:p>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838200" y="1135713"/>
                <a:ext cx="8839200" cy="5486887"/>
              </a:xfrm>
              <a:prstGeom prst="rect">
                <a:avLst/>
              </a:prstGeom>
              <a:blipFill>
                <a:blip r:embed="rId2"/>
                <a:stretch>
                  <a:fillRect l="-621" t="-556"/>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01ED58B-6BD2-BA34-72C2-0762BF10C6DB}"/>
                  </a:ext>
                </a:extLst>
              </p14:cNvPr>
              <p14:cNvContentPartPr/>
              <p14:nvPr/>
            </p14:nvContentPartPr>
            <p14:xfrm>
              <a:off x="2400840" y="2810160"/>
              <a:ext cx="5447520" cy="3079440"/>
            </p14:xfrm>
          </p:contentPart>
        </mc:Choice>
        <mc:Fallback xmlns="">
          <p:pic>
            <p:nvPicPr>
              <p:cNvPr id="3" name="Ink 2">
                <a:extLst>
                  <a:ext uri="{FF2B5EF4-FFF2-40B4-BE49-F238E27FC236}">
                    <a16:creationId xmlns:a16="http://schemas.microsoft.com/office/drawing/2014/main" id="{A01ED58B-6BD2-BA34-72C2-0762BF10C6DB}"/>
                  </a:ext>
                </a:extLst>
              </p:cNvPr>
              <p:cNvPicPr/>
              <p:nvPr/>
            </p:nvPicPr>
            <p:blipFill>
              <a:blip r:embed="rId4"/>
              <a:stretch>
                <a:fillRect/>
              </a:stretch>
            </p:blipFill>
            <p:spPr>
              <a:xfrm>
                <a:off x="2391480" y="2800800"/>
                <a:ext cx="5466240" cy="3098160"/>
              </a:xfrm>
              <a:prstGeom prst="rect">
                <a:avLst/>
              </a:prstGeom>
            </p:spPr>
          </p:pic>
        </mc:Fallback>
      </mc:AlternateContent>
    </p:spTree>
    <p:extLst>
      <p:ext uri="{BB962C8B-B14F-4D97-AF65-F5344CB8AC3E}">
        <p14:creationId xmlns:p14="http://schemas.microsoft.com/office/powerpoint/2010/main" val="20789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cs typeface="Times New Roman" panose="02020603050405020304" pitchFamily="18" charset="0"/>
              </a:rPr>
              <a:t>Binomial Distribution-Check:</a:t>
            </a:r>
            <a:endParaRPr lang="en-IN" dirty="0"/>
          </a:p>
        </p:txBody>
      </p:sp>
      <p:sp>
        <p:nvSpPr>
          <p:cNvPr id="5" name="Rectangle 4"/>
          <p:cNvSpPr/>
          <p:nvPr/>
        </p:nvSpPr>
        <p:spPr>
          <a:xfrm>
            <a:off x="762000" y="1219200"/>
            <a:ext cx="10515600" cy="3584058"/>
          </a:xfrm>
          <a:prstGeom prst="rect">
            <a:avLst/>
          </a:prstGeom>
        </p:spPr>
        <p:txBody>
          <a:bodyPr wrap="square">
            <a:spAutoFit/>
          </a:bodyPr>
          <a:lstStyle/>
          <a:p>
            <a:pPr algn="just">
              <a:lnSpc>
                <a:spcPct val="150000"/>
              </a:lnSpc>
            </a:pPr>
            <a:r>
              <a:rPr lang="en-IN" sz="2000" dirty="0">
                <a:solidFill>
                  <a:srgbClr val="231F20"/>
                </a:solidFill>
                <a:cs typeface="Times New Roman" panose="02020603050405020304" pitchFamily="18" charset="0"/>
              </a:rPr>
              <a:t>Which conditions for the binomial distribution, if any, fail to hold in each of the following situations? </a:t>
            </a:r>
          </a:p>
          <a:p>
            <a:pPr algn="just">
              <a:lnSpc>
                <a:spcPct val="150000"/>
              </a:lnSpc>
            </a:pPr>
            <a:r>
              <a:rPr lang="en-US" sz="2000" dirty="0">
                <a:solidFill>
                  <a:srgbClr val="231F20"/>
                </a:solidFill>
                <a:cs typeface="Times New Roman" panose="02020603050405020304" pitchFamily="18" charset="0"/>
              </a:rPr>
              <a:t>(a)The number of persons getting Corona in a room of 30 persons.</a:t>
            </a:r>
          </a:p>
          <a:p>
            <a:pPr algn="just">
              <a:lnSpc>
                <a:spcPct val="150000"/>
              </a:lnSpc>
            </a:pPr>
            <a:r>
              <a:rPr lang="en-US" sz="2000" b="1" dirty="0">
                <a:solidFill>
                  <a:srgbClr val="231F20"/>
                </a:solidFill>
                <a:cs typeface="Times New Roman" panose="02020603050405020304" pitchFamily="18" charset="0"/>
              </a:rPr>
              <a:t>Ans: Getting corona is not independent. So, it is not binomial.</a:t>
            </a:r>
          </a:p>
          <a:p>
            <a:pPr algn="just"/>
            <a:endParaRPr lang="en-IN" sz="2000" dirty="0">
              <a:solidFill>
                <a:srgbClr val="231F20"/>
              </a:solidFill>
              <a:cs typeface="Times New Roman" panose="02020603050405020304" pitchFamily="18" charset="0"/>
            </a:endParaRPr>
          </a:p>
          <a:p>
            <a:pPr algn="just">
              <a:lnSpc>
                <a:spcPct val="150000"/>
              </a:lnSpc>
            </a:pPr>
            <a:r>
              <a:rPr lang="en-IN" sz="2000" dirty="0">
                <a:solidFill>
                  <a:srgbClr val="231F20"/>
                </a:solidFill>
                <a:cs typeface="Times New Roman" panose="02020603050405020304" pitchFamily="18" charset="0"/>
              </a:rPr>
              <a:t>(b) Consider 2 out of 20 projectors are defective. We randomly select 3 for testing. Is this a binomial experiment?</a:t>
            </a:r>
          </a:p>
          <a:p>
            <a:pPr algn="just">
              <a:lnSpc>
                <a:spcPct val="150000"/>
              </a:lnSpc>
            </a:pPr>
            <a:r>
              <a:rPr lang="en-US" sz="2000" b="1" dirty="0">
                <a:cs typeface="Times New Roman" panose="02020603050405020304" pitchFamily="18" charset="0"/>
              </a:rPr>
              <a:t>Ans:  If two defective pieces are in the first two selection, then the result of third is known already. Thus, the event is not independent. So, this is not binomial.</a:t>
            </a:r>
            <a:endParaRPr lang="en-IN" sz="2000" b="1" dirty="0">
              <a:cs typeface="Times New Roman" panose="02020603050405020304" pitchFamily="18" charset="0"/>
            </a:endParaRPr>
          </a:p>
        </p:txBody>
      </p:sp>
    </p:spTree>
    <p:extLst>
      <p:ext uri="{BB962C8B-B14F-4D97-AF65-F5344CB8AC3E}">
        <p14:creationId xmlns:p14="http://schemas.microsoft.com/office/powerpoint/2010/main" val="283485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1:</a:t>
            </a:r>
          </a:p>
        </p:txBody>
      </p:sp>
      <p:sp>
        <p:nvSpPr>
          <p:cNvPr id="3" name="Text Placeholder 2"/>
          <p:cNvSpPr>
            <a:spLocks noGrp="1"/>
          </p:cNvSpPr>
          <p:nvPr>
            <p:ph type="body" sz="quarter" idx="13"/>
          </p:nvPr>
        </p:nvSpPr>
        <p:spPr>
          <a:xfrm>
            <a:off x="685800" y="1447800"/>
            <a:ext cx="10668000" cy="3886200"/>
          </a:xfrm>
        </p:spPr>
        <p:txBody>
          <a:bodyPr>
            <a:noAutofit/>
          </a:bodyPr>
          <a:lstStyle/>
          <a:p>
            <a:pPr marL="0" indent="0" algn="just">
              <a:lnSpc>
                <a:spcPct val="150000"/>
              </a:lnSpc>
              <a:buNone/>
            </a:pPr>
            <a:r>
              <a:rPr lang="en-US" sz="2000" dirty="0">
                <a:solidFill>
                  <a:srgbClr val="000000"/>
                </a:solidFill>
                <a:latin typeface="+mn-lt"/>
              </a:rPr>
              <a:t>In a particular restaurant, an average of 3 out of every 5 customers ask for water with their meal.        A random sample of 10 customers is selected. Find the probability that</a:t>
            </a:r>
            <a:endParaRPr lang="en-US" sz="2000" dirty="0">
              <a:latin typeface="+mn-lt"/>
            </a:endParaRPr>
          </a:p>
          <a:p>
            <a:pPr marL="0" indent="0">
              <a:lnSpc>
                <a:spcPct val="150000"/>
              </a:lnSpc>
              <a:buNone/>
            </a:pPr>
            <a:r>
              <a:rPr lang="en-US" sz="2000" dirty="0">
                <a:solidFill>
                  <a:srgbClr val="000000"/>
                </a:solidFill>
                <a:latin typeface="+mn-lt"/>
              </a:rPr>
              <a:t>(</a:t>
            </a:r>
            <a:r>
              <a:rPr lang="en-US" sz="2000" dirty="0" err="1">
                <a:solidFill>
                  <a:srgbClr val="000000"/>
                </a:solidFill>
                <a:latin typeface="+mn-lt"/>
              </a:rPr>
              <a:t>i</a:t>
            </a:r>
            <a:r>
              <a:rPr lang="en-US" sz="2000" dirty="0">
                <a:solidFill>
                  <a:srgbClr val="000000"/>
                </a:solidFill>
                <a:latin typeface="+mn-lt"/>
              </a:rPr>
              <a:t>) Exactly 6 ask for water with their meal,</a:t>
            </a:r>
            <a:endParaRPr lang="en-US" sz="2000" dirty="0">
              <a:latin typeface="+mn-lt"/>
            </a:endParaRPr>
          </a:p>
          <a:p>
            <a:pPr marL="0" indent="0">
              <a:lnSpc>
                <a:spcPct val="150000"/>
              </a:lnSpc>
              <a:buNone/>
            </a:pPr>
            <a:r>
              <a:rPr lang="en-US" sz="2000" dirty="0">
                <a:solidFill>
                  <a:srgbClr val="000000"/>
                </a:solidFill>
                <a:latin typeface="+mn-lt"/>
              </a:rPr>
              <a:t>(ii)  Less than 9 ask for water with their meal.</a:t>
            </a:r>
            <a:endParaRPr lang="en-US" sz="2000" dirty="0">
              <a:latin typeface="+mn-lt"/>
            </a:endParaRPr>
          </a:p>
          <a:p>
            <a:pPr marL="0" indent="0">
              <a:lnSpc>
                <a:spcPct val="150000"/>
              </a:lnSpc>
              <a:buNone/>
            </a:pPr>
            <a:r>
              <a:rPr lang="en-US" sz="2000" dirty="0">
                <a:solidFill>
                  <a:srgbClr val="000000"/>
                </a:solidFill>
                <a:latin typeface="+mn-lt"/>
              </a:rPr>
              <a:t>(iii)  No one asks for water with their meal?</a:t>
            </a:r>
            <a:endParaRPr lang="en-US" sz="2000" dirty="0">
              <a:latin typeface="+mn-lt"/>
            </a:endParaRPr>
          </a:p>
          <a:p>
            <a:pPr marL="0" indent="0">
              <a:lnSpc>
                <a:spcPct val="150000"/>
              </a:lnSpc>
              <a:buNone/>
            </a:pPr>
            <a:r>
              <a:rPr lang="en-US" sz="2000" dirty="0">
                <a:solidFill>
                  <a:srgbClr val="000000"/>
                </a:solidFill>
                <a:latin typeface="+mn-lt"/>
              </a:rPr>
              <a:t>(iv) At most 2 ask for water with their meal? </a:t>
            </a:r>
            <a:endParaRPr lang="en-US" sz="2000" dirty="0">
              <a:latin typeface="+mn-lt"/>
            </a:endParaRPr>
          </a:p>
          <a:p>
            <a:pPr marL="0" indent="0">
              <a:lnSpc>
                <a:spcPct val="150000"/>
              </a:lnSpc>
              <a:buNone/>
            </a:pPr>
            <a:r>
              <a:rPr lang="en-US" sz="2000" dirty="0">
                <a:solidFill>
                  <a:srgbClr val="000000"/>
                </a:solidFill>
                <a:latin typeface="+mn-lt"/>
              </a:rPr>
              <a:t>(v)  At least 3 ask for water with their meal?</a:t>
            </a:r>
            <a:endParaRPr lang="en-US" sz="2000" dirty="0">
              <a:latin typeface="+mn-lt"/>
            </a:endParaRPr>
          </a:p>
          <a:p>
            <a:pPr marL="0" indent="0">
              <a:buNone/>
            </a:pPr>
            <a:br>
              <a:rPr lang="en-US" sz="2800" dirty="0"/>
            </a:br>
            <a:endParaRPr lang="en-IN" sz="2800" dirty="0"/>
          </a:p>
          <a:p>
            <a:pPr marL="0" indent="0">
              <a:buNone/>
            </a:pPr>
            <a:endParaRPr lang="en-IN" sz="28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CDC9949-1E43-5B6C-6951-564B907AA8A6}"/>
                  </a:ext>
                </a:extLst>
              </p14:cNvPr>
              <p14:cNvContentPartPr/>
              <p14:nvPr/>
            </p14:nvContentPartPr>
            <p14:xfrm>
              <a:off x="434160" y="1902240"/>
              <a:ext cx="11658240" cy="4514760"/>
            </p14:xfrm>
          </p:contentPart>
        </mc:Choice>
        <mc:Fallback xmlns="">
          <p:pic>
            <p:nvPicPr>
              <p:cNvPr id="4" name="Ink 3">
                <a:extLst>
                  <a:ext uri="{FF2B5EF4-FFF2-40B4-BE49-F238E27FC236}">
                    <a16:creationId xmlns:a16="http://schemas.microsoft.com/office/drawing/2014/main" id="{3CDC9949-1E43-5B6C-6951-564B907AA8A6}"/>
                  </a:ext>
                </a:extLst>
              </p:cNvPr>
              <p:cNvPicPr/>
              <p:nvPr/>
            </p:nvPicPr>
            <p:blipFill>
              <a:blip r:embed="rId3"/>
              <a:stretch>
                <a:fillRect/>
              </a:stretch>
            </p:blipFill>
            <p:spPr>
              <a:xfrm>
                <a:off x="424800" y="1892880"/>
                <a:ext cx="11676960" cy="4533480"/>
              </a:xfrm>
              <a:prstGeom prst="rect">
                <a:avLst/>
              </a:prstGeom>
            </p:spPr>
          </p:pic>
        </mc:Fallback>
      </mc:AlternateContent>
    </p:spTree>
    <p:extLst>
      <p:ext uri="{BB962C8B-B14F-4D97-AF65-F5344CB8AC3E}">
        <p14:creationId xmlns:p14="http://schemas.microsoft.com/office/powerpoint/2010/main" val="3772064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p:sp>
        <p:nvSpPr>
          <p:cNvPr id="5" name="Content Placeholder 1"/>
          <p:cNvSpPr txBox="1">
            <a:spLocks/>
          </p:cNvSpPr>
          <p:nvPr/>
        </p:nvSpPr>
        <p:spPr>
          <a:xfrm>
            <a:off x="685800" y="1447801"/>
            <a:ext cx="10591800" cy="37338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2400" b="1" i="1" dirty="0"/>
              <a:t>n</a:t>
            </a:r>
            <a:r>
              <a:rPr lang="en-US" sz="2400" b="1" dirty="0"/>
              <a:t> =10 , </a:t>
            </a:r>
            <a:r>
              <a:rPr lang="en-US" sz="2400" b="1" i="1" dirty="0"/>
              <a:t>p</a:t>
            </a:r>
            <a:r>
              <a:rPr lang="en-US" sz="2400" b="1" dirty="0"/>
              <a:t> = 3/5=0.6, q= 1-p = 0.4</a:t>
            </a:r>
            <a:endParaRPr lang="en-US" sz="2400" dirty="0"/>
          </a:p>
          <a:p>
            <a:pPr marL="0" indent="0">
              <a:lnSpc>
                <a:spcPct val="150000"/>
              </a:lnSpc>
              <a:spcBef>
                <a:spcPts val="0"/>
              </a:spcBef>
              <a:buNone/>
            </a:pPr>
            <a:r>
              <a:rPr lang="en-US" sz="2400" b="1" dirty="0"/>
              <a:t>(</a:t>
            </a:r>
            <a:r>
              <a:rPr lang="en-US" sz="2400" b="1" dirty="0" err="1"/>
              <a:t>i</a:t>
            </a:r>
            <a:r>
              <a:rPr lang="en-US" sz="2400" b="1" dirty="0"/>
              <a:t>)</a:t>
            </a:r>
            <a:r>
              <a:rPr lang="en-US" sz="2400" dirty="0"/>
              <a:t>  </a:t>
            </a:r>
            <a:r>
              <a:rPr lang="en-US" sz="2400" i="1" dirty="0"/>
              <a:t>p</a:t>
            </a:r>
            <a:r>
              <a:rPr lang="en-US" sz="2400" dirty="0"/>
              <a:t>(6) = </a:t>
            </a:r>
            <a:r>
              <a:rPr lang="en-US" sz="2400" b="1" dirty="0"/>
              <a:t>0.251</a:t>
            </a:r>
            <a:r>
              <a:rPr lang="en-US" sz="2400" dirty="0"/>
              <a:t>         </a:t>
            </a:r>
          </a:p>
          <a:p>
            <a:pPr marL="0" indent="0">
              <a:lnSpc>
                <a:spcPct val="150000"/>
              </a:lnSpc>
              <a:spcBef>
                <a:spcPts val="0"/>
              </a:spcBef>
              <a:buNone/>
            </a:pPr>
            <a:r>
              <a:rPr lang="en-US" sz="2400" b="1" dirty="0"/>
              <a:t>(ii)</a:t>
            </a:r>
            <a:r>
              <a:rPr lang="en-US" sz="2400" dirty="0"/>
              <a:t>  </a:t>
            </a:r>
            <a:r>
              <a:rPr lang="en-US" sz="2400" i="1" dirty="0"/>
              <a:t>p</a:t>
            </a:r>
            <a:r>
              <a:rPr lang="en-US" sz="2400" dirty="0"/>
              <a:t>(less than 9) =1- [p(9)+p(10)]= </a:t>
            </a:r>
            <a:r>
              <a:rPr lang="en-US" sz="2400" b="1" dirty="0"/>
              <a:t>0.954</a:t>
            </a:r>
          </a:p>
          <a:p>
            <a:pPr marL="0" indent="0">
              <a:lnSpc>
                <a:spcPct val="150000"/>
              </a:lnSpc>
              <a:spcBef>
                <a:spcPts val="0"/>
              </a:spcBef>
              <a:buNone/>
            </a:pPr>
            <a:r>
              <a:rPr lang="en-US" sz="2400" b="1" dirty="0"/>
              <a:t>(iii) </a:t>
            </a:r>
            <a:r>
              <a:rPr lang="en-US" sz="2400" dirty="0"/>
              <a:t>p(0) = </a:t>
            </a:r>
            <a:r>
              <a:rPr lang="en-US" sz="2400" b="1" dirty="0"/>
              <a:t>0.0001</a:t>
            </a:r>
          </a:p>
          <a:p>
            <a:pPr marL="0" indent="0">
              <a:lnSpc>
                <a:spcPct val="150000"/>
              </a:lnSpc>
              <a:spcBef>
                <a:spcPts val="0"/>
              </a:spcBef>
              <a:buNone/>
            </a:pPr>
            <a:r>
              <a:rPr lang="en-US" sz="2400" b="1" dirty="0"/>
              <a:t>(iv) </a:t>
            </a:r>
            <a:r>
              <a:rPr lang="en-US" sz="2400" i="1" dirty="0"/>
              <a:t>p</a:t>
            </a:r>
            <a:r>
              <a:rPr lang="en-US" sz="2400" dirty="0"/>
              <a:t>(at most 2) = </a:t>
            </a:r>
            <a:r>
              <a:rPr lang="en-US" sz="2400" i="1" dirty="0"/>
              <a:t>p</a:t>
            </a:r>
            <a:r>
              <a:rPr lang="en-US" sz="2400" dirty="0"/>
              <a:t>(0) + </a:t>
            </a:r>
            <a:r>
              <a:rPr lang="en-US" sz="2400" i="1" dirty="0"/>
              <a:t>p</a:t>
            </a:r>
            <a:r>
              <a:rPr lang="en-US" sz="2400" dirty="0"/>
              <a:t>(1) + </a:t>
            </a:r>
            <a:r>
              <a:rPr lang="en-US" sz="2400" i="1" dirty="0"/>
              <a:t>p</a:t>
            </a:r>
            <a:r>
              <a:rPr lang="en-US" sz="2400" dirty="0"/>
              <a:t>(2) =0.0001+0.0016+0.0106 = </a:t>
            </a:r>
            <a:r>
              <a:rPr lang="en-US" sz="2400" b="1" dirty="0"/>
              <a:t>0.0123</a:t>
            </a:r>
          </a:p>
          <a:p>
            <a:pPr marL="0" indent="0">
              <a:lnSpc>
                <a:spcPct val="150000"/>
              </a:lnSpc>
              <a:spcBef>
                <a:spcPts val="0"/>
              </a:spcBef>
              <a:buNone/>
            </a:pPr>
            <a:r>
              <a:rPr lang="en-US" sz="2400" b="1" dirty="0"/>
              <a:t>(v) </a:t>
            </a:r>
            <a:r>
              <a:rPr lang="en-US" sz="2400" i="1" dirty="0"/>
              <a:t>p</a:t>
            </a:r>
            <a:r>
              <a:rPr lang="en-US" sz="2400" dirty="0"/>
              <a:t>(at least 3) = </a:t>
            </a:r>
            <a:r>
              <a:rPr lang="en-US" sz="2400" i="1" dirty="0"/>
              <a:t>p</a:t>
            </a:r>
            <a:r>
              <a:rPr lang="en-US" sz="2400" dirty="0"/>
              <a:t>(3)...+ </a:t>
            </a:r>
            <a:r>
              <a:rPr lang="en-US" sz="2400" i="1" dirty="0"/>
              <a:t>p</a:t>
            </a:r>
            <a:r>
              <a:rPr lang="en-US" sz="2400" dirty="0"/>
              <a:t>(10) = 1 –  [</a:t>
            </a:r>
            <a:r>
              <a:rPr lang="en-US" sz="2400" i="1" dirty="0"/>
              <a:t>p</a:t>
            </a:r>
            <a:r>
              <a:rPr lang="en-US" sz="2400" dirty="0"/>
              <a:t>(0) + </a:t>
            </a:r>
            <a:r>
              <a:rPr lang="en-US" sz="2400" i="1" dirty="0"/>
              <a:t>p</a:t>
            </a:r>
            <a:r>
              <a:rPr lang="en-US" sz="2400" dirty="0"/>
              <a:t>(1)+</a:t>
            </a:r>
            <a:r>
              <a:rPr lang="en-US" sz="2400" i="1" dirty="0"/>
              <a:t> p</a:t>
            </a:r>
            <a:r>
              <a:rPr lang="en-US" sz="2400" dirty="0"/>
              <a:t>(2)] = </a:t>
            </a:r>
            <a:r>
              <a:rPr lang="en-US" sz="2400" b="1" dirty="0"/>
              <a:t>0.9877</a:t>
            </a:r>
            <a:endParaRPr lang="en-IN" sz="2400" b="1" dirty="0"/>
          </a:p>
        </p:txBody>
      </p:sp>
    </p:spTree>
    <p:extLst>
      <p:ext uri="{BB962C8B-B14F-4D97-AF65-F5344CB8AC3E}">
        <p14:creationId xmlns:p14="http://schemas.microsoft.com/office/powerpoint/2010/main" val="3894682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endParaRPr lang="en-IN" dirty="0"/>
          </a:p>
        </p:txBody>
      </p:sp>
      <p:sp>
        <p:nvSpPr>
          <p:cNvPr id="5" name="Round Diagonal Corner Rectangle 4"/>
          <p:cNvSpPr/>
          <p:nvPr/>
        </p:nvSpPr>
        <p:spPr>
          <a:xfrm>
            <a:off x="685800" y="1066800"/>
            <a:ext cx="10591800" cy="731365"/>
          </a:xfrm>
          <a:prstGeom prst="round2DiagRect">
            <a:avLst>
              <a:gd name="adj1" fmla="val 0"/>
              <a:gd name="adj2" fmla="val 0"/>
            </a:avLst>
          </a:prstGeom>
          <a:solidFill>
            <a:schemeClr val="bg1">
              <a:lumMod val="95000"/>
            </a:schemeClr>
          </a:solidFill>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GB" altLang="en-US" sz="2400" b="1" dirty="0">
                <a:solidFill>
                  <a:prstClr val="black"/>
                </a:solidFill>
              </a:rPr>
              <a:t> </a:t>
            </a:r>
            <a:r>
              <a:rPr lang="en-US" sz="2400" b="1" kern="0" dirty="0">
                <a:solidFill>
                  <a:prstClr val="black"/>
                </a:solidFill>
              </a:rPr>
              <a:t>Ten coins are thrown simultaneously. what is the probability of getting 3 or fewer heads</a:t>
            </a:r>
            <a:r>
              <a:rPr lang="en-US" sz="2400" b="1" dirty="0">
                <a:solidFill>
                  <a:prstClr val="black"/>
                </a:solidFill>
              </a:rPr>
              <a:t>?</a:t>
            </a:r>
          </a:p>
        </p:txBody>
      </p:sp>
      <p:sp>
        <p:nvSpPr>
          <p:cNvPr id="6" name="Round Diagonal Corner Rectangle 5"/>
          <p:cNvSpPr/>
          <p:nvPr/>
        </p:nvSpPr>
        <p:spPr>
          <a:xfrm>
            <a:off x="1078029" y="2418851"/>
            <a:ext cx="7326156" cy="655165"/>
          </a:xfrm>
          <a:prstGeom prst="round2DiagRect">
            <a:avLst>
              <a:gd name="adj1" fmla="val 0"/>
              <a:gd name="adj2" fmla="val 0"/>
            </a:avLst>
          </a:prstGeom>
          <a:solidFill>
            <a:schemeClr val="bg1">
              <a:lumMod val="95000"/>
            </a:schemeClr>
          </a:solidFill>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GB" altLang="en-US" sz="1754" b="1" dirty="0">
                <a:solidFill>
                  <a:prstClr val="black"/>
                </a:solidFill>
                <a:latin typeface="Helvetica Neue"/>
              </a:rPr>
              <a:t> </a:t>
            </a:r>
            <a:r>
              <a:rPr lang="en-US" sz="2400" b="1" kern="0" dirty="0">
                <a:solidFill>
                  <a:prstClr val="black"/>
                </a:solidFill>
              </a:rPr>
              <a:t>P(x ≤ 3) = </a:t>
            </a:r>
            <a:r>
              <a:rPr lang="en-US" sz="2400" b="1" kern="0" dirty="0">
                <a:solidFill>
                  <a:prstClr val="black"/>
                </a:solidFill>
                <a:cs typeface="Times New Roman"/>
              </a:rPr>
              <a:t>∑p(x) = P(0)+ P(1)+ P(2)+P(3)</a:t>
            </a:r>
            <a:endParaRPr lang="en-IN" sz="2400" b="1" dirty="0">
              <a:solidFill>
                <a:prstClr val="black"/>
              </a:solidFill>
            </a:endParaRPr>
          </a:p>
        </p:txBody>
      </p:sp>
      <p:sp>
        <p:nvSpPr>
          <p:cNvPr id="7" name="Round Diagonal Corner Rectangle 6"/>
          <p:cNvSpPr/>
          <p:nvPr/>
        </p:nvSpPr>
        <p:spPr>
          <a:xfrm>
            <a:off x="1251822" y="4658690"/>
            <a:ext cx="4049556" cy="655165"/>
          </a:xfrm>
          <a:prstGeom prst="round2DiagRect">
            <a:avLst>
              <a:gd name="adj1" fmla="val 0"/>
              <a:gd name="adj2" fmla="val 0"/>
            </a:avLst>
          </a:prstGeom>
          <a:solidFill>
            <a:schemeClr val="bg1">
              <a:lumMod val="95000"/>
            </a:schemeClr>
          </a:solidFill>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GB" altLang="en-US" sz="1754" b="1" dirty="0">
                <a:solidFill>
                  <a:prstClr val="black"/>
                </a:solidFill>
                <a:latin typeface="Helvetica Neue"/>
              </a:rPr>
              <a:t> </a:t>
            </a:r>
            <a:r>
              <a:rPr lang="en-US" sz="2000" b="1" kern="0" dirty="0">
                <a:solidFill>
                  <a:prstClr val="black"/>
                </a:solidFill>
              </a:rPr>
              <a:t>P(x ≤ 3) = </a:t>
            </a:r>
            <a:r>
              <a:rPr lang="en-US" sz="2000" b="1" kern="0" dirty="0">
                <a:solidFill>
                  <a:prstClr val="black"/>
                </a:solidFill>
                <a:cs typeface="Times New Roman"/>
              </a:rPr>
              <a:t>∑p(x) = 0.1718</a:t>
            </a:r>
            <a:endParaRPr lang="en-IN" sz="2000" b="1" dirty="0">
              <a:solidFill>
                <a:prstClr val="black"/>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729820-F6CB-9400-47DA-BEA5A4AC8B66}"/>
                  </a:ext>
                </a:extLst>
              </p:cNvPr>
              <p:cNvSpPr txBox="1"/>
              <p:nvPr/>
            </p:nvSpPr>
            <p:spPr>
              <a:xfrm>
                <a:off x="1905000" y="3200400"/>
                <a:ext cx="8991600" cy="1323439"/>
              </a:xfrm>
              <a:prstGeom prst="rect">
                <a:avLst/>
              </a:prstGeom>
              <a:noFill/>
            </p:spPr>
            <p:txBody>
              <a:bodyPr wrap="square" rtlCol="0">
                <a:spAutoFit/>
              </a:bodyPr>
              <a:lstStyle/>
              <a:p>
                <a14:m>
                  <m:oMath xmlns:m="http://schemas.openxmlformats.org/officeDocument/2006/math">
                    <m:r>
                      <a:rPr lang="en-IN" sz="2000" b="0" i="1" smtClean="0">
                        <a:latin typeface="Cambria Math" panose="02040503050406030204" pitchFamily="18" charset="0"/>
                      </a:rPr>
                      <m:t>       =10</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𝐶</m:t>
                        </m:r>
                      </m:e>
                      <m:sub>
                        <m:r>
                          <a:rPr lang="en-IN" sz="2000" b="0" i="1" smtClean="0">
                            <a:latin typeface="Cambria Math" panose="02040503050406030204" pitchFamily="18" charset="0"/>
                          </a:rPr>
                          <m:t>0</m:t>
                        </m:r>
                      </m:sub>
                    </m:sSub>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(0.5)</m:t>
                        </m:r>
                      </m:e>
                      <m:sup>
                        <m:r>
                          <a:rPr lang="en-IN" sz="2000" b="0" i="1" smtClean="0">
                            <a:latin typeface="Cambria Math" panose="02040503050406030204" pitchFamily="18" charset="0"/>
                          </a:rPr>
                          <m:t>0</m:t>
                        </m:r>
                      </m:sup>
                    </m:sSup>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1</m:t>
                        </m:r>
                        <m:r>
                          <a:rPr lang="en-IN" sz="2000" i="1">
                            <a:latin typeface="Cambria Math" panose="02040503050406030204" pitchFamily="18" charset="0"/>
                          </a:rPr>
                          <m:t>0</m:t>
                        </m:r>
                      </m:sup>
                    </m:sSup>
                    <m:r>
                      <a:rPr lang="en-IN" sz="2000" b="0" i="1" smtClean="0">
                        <a:latin typeface="Cambria Math" panose="02040503050406030204" pitchFamily="18" charset="0"/>
                      </a:rPr>
                      <m:t>+</m:t>
                    </m:r>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1</m:t>
                        </m:r>
                      </m:sub>
                    </m:sSub>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1</m:t>
                        </m:r>
                      </m:sup>
                    </m:sSup>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9</m:t>
                        </m:r>
                      </m:sup>
                    </m:sSup>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2</m:t>
                        </m:r>
                      </m:sub>
                    </m:sSub>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2</m:t>
                        </m:r>
                      </m:sup>
                    </m:sSup>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8</m:t>
                        </m:r>
                      </m:sup>
                    </m:sSup>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3</m:t>
                        </m:r>
                      </m:sub>
                    </m:sSub>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3</m:t>
                        </m:r>
                      </m:sup>
                    </m:sSup>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7</m:t>
                        </m:r>
                      </m:sup>
                    </m:sSup>
                  </m:oMath>
                </a14:m>
                <a:endParaRPr lang="en-IN" sz="2000" dirty="0"/>
              </a:p>
              <a:p>
                <a:endParaRPr lang="en-IN" sz="2000" dirty="0"/>
              </a:p>
              <a:p>
                <a:r>
                  <a:rPr lang="en-IN" sz="2000" dirty="0"/>
                  <a:t>       = </a:t>
                </a:r>
                <a14:m>
                  <m:oMath xmlns:m="http://schemas.openxmlformats.org/officeDocument/2006/math">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10</m:t>
                        </m:r>
                      </m:sup>
                    </m:sSup>
                    <m:r>
                      <a:rPr lang="en-IN" sz="2000" b="0" i="1" smtClean="0">
                        <a:latin typeface="Cambria Math" panose="02040503050406030204" pitchFamily="18" charset="0"/>
                      </a:rPr>
                      <m:t>[10</m:t>
                    </m:r>
                  </m:oMath>
                </a14:m>
                <a:r>
                  <a:rPr lang="en-IN" sz="2000" dirty="0"/>
                  <a:t>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i="1">
                            <a:latin typeface="Cambria Math" panose="02040503050406030204" pitchFamily="18" charset="0"/>
                          </a:rPr>
                          <m:t>0</m:t>
                        </m:r>
                      </m:sub>
                    </m:sSub>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i="1">
                            <a:latin typeface="Cambria Math" panose="02040503050406030204" pitchFamily="18" charset="0"/>
                          </a:rPr>
                          <m:t>1</m:t>
                        </m:r>
                      </m:sub>
                    </m:sSub>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2</m:t>
                        </m:r>
                      </m:sub>
                    </m:sSub>
                  </m:oMath>
                </a14:m>
                <a:r>
                  <a:rPr lang="en-IN" sz="2000" dirty="0"/>
                  <a:t>+ </a:t>
                </a:r>
                <a14:m>
                  <m:oMath xmlns:m="http://schemas.openxmlformats.org/officeDocument/2006/math">
                    <m:r>
                      <a:rPr lang="en-IN" sz="2000" i="1">
                        <a:latin typeface="Cambria Math" panose="02040503050406030204" pitchFamily="18" charset="0"/>
                      </a:rPr>
                      <m:t>10</m:t>
                    </m:r>
                    <m:sSub>
                      <m:sSubPr>
                        <m:ctrlPr>
                          <a:rPr lang="en-IN" sz="2000" i="1">
                            <a:latin typeface="Cambria Math" panose="02040503050406030204" pitchFamily="18" charset="0"/>
                          </a:rPr>
                        </m:ctrlPr>
                      </m:sSubPr>
                      <m:e>
                        <m:r>
                          <a:rPr lang="en-IN" sz="2000" i="1">
                            <a:latin typeface="Cambria Math" panose="02040503050406030204" pitchFamily="18" charset="0"/>
                          </a:rPr>
                          <m:t>𝐶</m:t>
                        </m:r>
                      </m:e>
                      <m:sub>
                        <m:r>
                          <a:rPr lang="en-IN" sz="2000" b="0" i="1" smtClean="0">
                            <a:latin typeface="Cambria Math" panose="02040503050406030204" pitchFamily="18" charset="0"/>
                          </a:rPr>
                          <m:t>3</m:t>
                        </m:r>
                      </m:sub>
                    </m:sSub>
                  </m:oMath>
                </a14:m>
                <a:r>
                  <a:rPr lang="en-IN" sz="2000" dirty="0"/>
                  <a:t>] = </a:t>
                </a:r>
                <a14:m>
                  <m:oMath xmlns:m="http://schemas.openxmlformats.org/officeDocument/2006/math">
                    <m:sSup>
                      <m:sSupPr>
                        <m:ctrlPr>
                          <a:rPr lang="en-IN" sz="2000" i="1">
                            <a:latin typeface="Cambria Math" panose="02040503050406030204" pitchFamily="18" charset="0"/>
                          </a:rPr>
                        </m:ctrlPr>
                      </m:sSupPr>
                      <m:e>
                        <m:r>
                          <a:rPr lang="en-IN" sz="2000" i="1">
                            <a:latin typeface="Cambria Math" panose="02040503050406030204" pitchFamily="18" charset="0"/>
                          </a:rPr>
                          <m:t>(0.5)</m:t>
                        </m:r>
                      </m:e>
                      <m:sup>
                        <m:r>
                          <a:rPr lang="en-IN" sz="2000" b="0" i="1" smtClean="0">
                            <a:latin typeface="Cambria Math" panose="02040503050406030204" pitchFamily="18" charset="0"/>
                          </a:rPr>
                          <m:t>10</m:t>
                        </m:r>
                      </m:sup>
                    </m:sSup>
                  </m:oMath>
                </a14:m>
                <a:r>
                  <a:rPr lang="en-IN" sz="2000" dirty="0"/>
                  <a:t> [ 1+ 10+ 45+ 120] = 176/1024 </a:t>
                </a:r>
              </a:p>
              <a:p>
                <a:r>
                  <a:rPr lang="en-IN" sz="2000" dirty="0"/>
                  <a:t>       = 0.1718</a:t>
                </a:r>
              </a:p>
            </p:txBody>
          </p:sp>
        </mc:Choice>
        <mc:Fallback xmlns="">
          <p:sp>
            <p:nvSpPr>
              <p:cNvPr id="8" name="TextBox 7">
                <a:extLst>
                  <a:ext uri="{FF2B5EF4-FFF2-40B4-BE49-F238E27FC236}">
                    <a16:creationId xmlns:a16="http://schemas.microsoft.com/office/drawing/2014/main" id="{8B729820-F6CB-9400-47DA-BEA5A4AC8B66}"/>
                  </a:ext>
                </a:extLst>
              </p:cNvPr>
              <p:cNvSpPr txBox="1">
                <a:spLocks noRot="1" noChangeAspect="1" noMove="1" noResize="1" noEditPoints="1" noAdjustHandles="1" noChangeArrowheads="1" noChangeShapeType="1" noTextEdit="1"/>
              </p:cNvSpPr>
              <p:nvPr/>
            </p:nvSpPr>
            <p:spPr>
              <a:xfrm>
                <a:off x="1905000" y="3200400"/>
                <a:ext cx="8991600" cy="1323439"/>
              </a:xfrm>
              <a:prstGeom prst="rect">
                <a:avLst/>
              </a:prstGeom>
              <a:blipFill>
                <a:blip r:embed="rId2"/>
                <a:stretch>
                  <a:fillRect t="-2304" b="-7373"/>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B32DFEB3-E88F-49DE-0F82-1C782DFEC516}"/>
              </a:ext>
            </a:extLst>
          </p:cNvPr>
          <p:cNvSpPr txBox="1"/>
          <p:nvPr/>
        </p:nvSpPr>
        <p:spPr>
          <a:xfrm>
            <a:off x="990600" y="2062601"/>
            <a:ext cx="4572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b="1" dirty="0">
                <a:solidFill>
                  <a:srgbClr val="FF0000"/>
                </a:solidFill>
                <a:latin typeface="Nunito" pitchFamily="2" charset="0"/>
              </a:rPr>
              <a:t>Solution:</a:t>
            </a:r>
            <a:endParaRPr kumimoji="0" lang="en-US" altLang="en-US" sz="1800" b="1" i="0" u="none" strike="noStrike" cap="none" normalizeH="0" baseline="0" dirty="0">
              <a:ln>
                <a:noFill/>
              </a:ln>
              <a:solidFill>
                <a:srgbClr val="FF0000"/>
              </a:solidFill>
              <a:effectLst/>
              <a:latin typeface="Nunito" pitchFamily="2" charset="0"/>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4806773-4DC8-4B6C-D191-D0230A91110A}"/>
                  </a:ext>
                </a:extLst>
              </p14:cNvPr>
              <p14:cNvContentPartPr/>
              <p14:nvPr/>
            </p14:nvContentPartPr>
            <p14:xfrm>
              <a:off x="2822040" y="1522080"/>
              <a:ext cx="8622360" cy="2090880"/>
            </p14:xfrm>
          </p:contentPart>
        </mc:Choice>
        <mc:Fallback xmlns="">
          <p:pic>
            <p:nvPicPr>
              <p:cNvPr id="3" name="Ink 2">
                <a:extLst>
                  <a:ext uri="{FF2B5EF4-FFF2-40B4-BE49-F238E27FC236}">
                    <a16:creationId xmlns:a16="http://schemas.microsoft.com/office/drawing/2014/main" id="{B4806773-4DC8-4B6C-D191-D0230A91110A}"/>
                  </a:ext>
                </a:extLst>
              </p:cNvPr>
              <p:cNvPicPr/>
              <p:nvPr/>
            </p:nvPicPr>
            <p:blipFill>
              <a:blip r:embed="rId4"/>
              <a:stretch>
                <a:fillRect/>
              </a:stretch>
            </p:blipFill>
            <p:spPr>
              <a:xfrm>
                <a:off x="2812680" y="1512720"/>
                <a:ext cx="8641080" cy="2109600"/>
              </a:xfrm>
              <a:prstGeom prst="rect">
                <a:avLst/>
              </a:prstGeom>
            </p:spPr>
          </p:pic>
        </mc:Fallback>
      </mc:AlternateContent>
    </p:spTree>
    <p:extLst>
      <p:ext uri="{BB962C8B-B14F-4D97-AF65-F5344CB8AC3E}">
        <p14:creationId xmlns:p14="http://schemas.microsoft.com/office/powerpoint/2010/main" val="373683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endParaRPr lang="en-IN" dirty="0"/>
          </a:p>
        </p:txBody>
      </p:sp>
      <p:sp>
        <p:nvSpPr>
          <p:cNvPr id="5" name="Rectangle 1">
            <a:extLst>
              <a:ext uri="{FF2B5EF4-FFF2-40B4-BE49-F238E27FC236}">
                <a16:creationId xmlns:a16="http://schemas.microsoft.com/office/drawing/2014/main" id="{F0FE6D0B-3E39-4970-0689-037D0E277732}"/>
              </a:ext>
            </a:extLst>
          </p:cNvPr>
          <p:cNvSpPr txBox="1">
            <a:spLocks noChangeArrowheads="1"/>
          </p:cNvSpPr>
          <p:nvPr/>
        </p:nvSpPr>
        <p:spPr bwMode="auto">
          <a:xfrm>
            <a:off x="533400" y="1523286"/>
            <a:ext cx="10820400" cy="44319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buFont typeface="Courier New" panose="02070309020205020404" pitchFamily="49" charset="0"/>
              <a:buChar char="o"/>
            </a:pPr>
            <a:r>
              <a:rPr lang="en-US" altLang="en-US" sz="2400" b="1" dirty="0">
                <a:solidFill>
                  <a:srgbClr val="273239"/>
                </a:solidFill>
              </a:rPr>
              <a:t>A pair of dice is rolled 5 times. If getting the product of 6 is considered as a success. Find the probability of getting at least 4 successes.</a:t>
            </a:r>
          </a:p>
          <a:p>
            <a:pPr marL="0" indent="0" eaLnBrk="0" fontAlgn="base" hangingPunct="0">
              <a:lnSpc>
                <a:spcPct val="100000"/>
              </a:lnSpc>
              <a:spcBef>
                <a:spcPct val="0"/>
              </a:spcBef>
              <a:spcAft>
                <a:spcPct val="0"/>
              </a:spcAft>
              <a:buFontTx/>
              <a:buNone/>
            </a:pPr>
            <a:r>
              <a:rPr lang="en-US" altLang="en-US" sz="2400" b="1" dirty="0">
                <a:solidFill>
                  <a:srgbClr val="FF0000"/>
                </a:solidFill>
              </a:rPr>
              <a:t>Solution:</a:t>
            </a:r>
          </a:p>
          <a:p>
            <a:pPr marL="0" indent="0" eaLnBrk="0" fontAlgn="base" hangingPunct="0">
              <a:lnSpc>
                <a:spcPct val="100000"/>
              </a:lnSpc>
              <a:spcBef>
                <a:spcPct val="0"/>
              </a:spcBef>
              <a:spcAft>
                <a:spcPct val="0"/>
              </a:spcAft>
              <a:buFontTx/>
              <a:buNone/>
            </a:pPr>
            <a:r>
              <a:rPr lang="en-US" altLang="en-US" sz="2400" dirty="0"/>
              <a:t>The formula for the above probability is given </a:t>
            </a:r>
            <a:r>
              <a:rPr lang="en-US" altLang="en-US" sz="2400" dirty="0" err="1"/>
              <a:t>by:</a:t>
            </a:r>
            <a:r>
              <a:rPr lang="en-US" altLang="en-US" sz="2400" b="1" dirty="0" err="1"/>
              <a:t>P</a:t>
            </a:r>
            <a:r>
              <a:rPr lang="en-US" altLang="en-US" sz="2400" b="1" dirty="0"/>
              <a:t> (X = x) =</a:t>
            </a:r>
            <a:r>
              <a:rPr lang="en-US" altLang="en-US" sz="2400" dirty="0"/>
              <a:t> </a:t>
            </a:r>
            <a:r>
              <a:rPr lang="en-US" altLang="en-US" sz="2400" b="1" baseline="30000" dirty="0" err="1"/>
              <a:t>n</a:t>
            </a:r>
            <a:r>
              <a:rPr lang="en-US" altLang="en-US" sz="2400" b="1" dirty="0" err="1"/>
              <a:t>C</a:t>
            </a:r>
            <a:r>
              <a:rPr lang="en-US" altLang="en-US" sz="2400" b="1" baseline="-30000" dirty="0" err="1"/>
              <a:t>x</a:t>
            </a:r>
            <a:r>
              <a:rPr lang="en-US" altLang="en-US" sz="2400" b="1" dirty="0"/>
              <a:t> p</a:t>
            </a:r>
            <a:r>
              <a:rPr lang="en-US" altLang="en-US" sz="2400" b="1" baseline="30000" dirty="0"/>
              <a:t>x</a:t>
            </a:r>
            <a:r>
              <a:rPr lang="en-US" altLang="en-US" sz="2400" b="1" dirty="0"/>
              <a:t> </a:t>
            </a:r>
            <a:r>
              <a:rPr lang="en-US" altLang="en-US" sz="2400" b="1" dirty="0" err="1"/>
              <a:t>q</a:t>
            </a:r>
            <a:r>
              <a:rPr lang="en-US" altLang="en-US" sz="2400" b="1" baseline="30000" dirty="0" err="1"/>
              <a:t>n</a:t>
            </a:r>
            <a:r>
              <a:rPr lang="en-US" altLang="en-US" sz="2400" b="1" baseline="30000" dirty="0"/>
              <a:t>-x</a:t>
            </a:r>
            <a:endParaRPr lang="en-US" altLang="en-US" sz="2400" dirty="0"/>
          </a:p>
          <a:p>
            <a:pPr marL="0" indent="0" eaLnBrk="0" fontAlgn="base" hangingPunct="0">
              <a:lnSpc>
                <a:spcPct val="100000"/>
              </a:lnSpc>
              <a:spcBef>
                <a:spcPct val="0"/>
              </a:spcBef>
              <a:spcAft>
                <a:spcPct val="0"/>
              </a:spcAft>
              <a:buFontTx/>
              <a:buNone/>
            </a:pPr>
            <a:r>
              <a:rPr lang="en-US" altLang="en-US" sz="2400" dirty="0"/>
              <a:t>Here, n = 5</a:t>
            </a:r>
          </a:p>
          <a:p>
            <a:pPr eaLnBrk="0" fontAlgn="base" hangingPunct="0">
              <a:lnSpc>
                <a:spcPct val="100000"/>
              </a:lnSpc>
              <a:spcBef>
                <a:spcPct val="0"/>
              </a:spcBef>
              <a:spcAft>
                <a:spcPct val="0"/>
              </a:spcAft>
              <a:buFont typeface="Courier New" panose="02070309020205020404" pitchFamily="49" charset="0"/>
              <a:buChar char="o"/>
            </a:pPr>
            <a:r>
              <a:rPr lang="en-US" altLang="en-US" sz="2400" dirty="0"/>
              <a:t>p is the probability of getting product 6</a:t>
            </a:r>
          </a:p>
          <a:p>
            <a:pPr eaLnBrk="0" fontAlgn="base" hangingPunct="0">
              <a:lnSpc>
                <a:spcPct val="100000"/>
              </a:lnSpc>
              <a:spcBef>
                <a:spcPct val="0"/>
              </a:spcBef>
              <a:spcAft>
                <a:spcPct val="0"/>
              </a:spcAft>
              <a:buFont typeface="Courier New" panose="02070309020205020404" pitchFamily="49" charset="0"/>
              <a:buChar char="o"/>
            </a:pPr>
            <a:r>
              <a:rPr lang="en-US" altLang="en-US" sz="2400" dirty="0"/>
              <a:t>p = 4 /36 = 1/9</a:t>
            </a:r>
          </a:p>
          <a:p>
            <a:pPr eaLnBrk="0" fontAlgn="base" hangingPunct="0">
              <a:lnSpc>
                <a:spcPct val="100000"/>
              </a:lnSpc>
              <a:spcBef>
                <a:spcPct val="0"/>
              </a:spcBef>
              <a:spcAft>
                <a:spcPct val="0"/>
              </a:spcAft>
              <a:buFont typeface="Courier New" panose="02070309020205020404" pitchFamily="49" charset="0"/>
              <a:buChar char="o"/>
            </a:pPr>
            <a:r>
              <a:rPr lang="en-US" altLang="en-US" sz="2400" dirty="0"/>
              <a:t>q = 1 - p = 8/9</a:t>
            </a:r>
          </a:p>
          <a:p>
            <a:pPr marL="0" indent="0" eaLnBrk="0" fontAlgn="base" hangingPunct="0">
              <a:lnSpc>
                <a:spcPct val="100000"/>
              </a:lnSpc>
              <a:spcBef>
                <a:spcPct val="0"/>
              </a:spcBef>
              <a:spcAft>
                <a:spcPct val="0"/>
              </a:spcAft>
              <a:buFontTx/>
              <a:buNone/>
            </a:pPr>
            <a:r>
              <a:rPr lang="en-US" altLang="en-US" sz="2400" dirty="0"/>
              <a:t>⇒ P(X ≥ 4) = P(X = 4) + P(X = 5)</a:t>
            </a:r>
          </a:p>
          <a:p>
            <a:pPr marL="0" indent="0" eaLnBrk="0" fontAlgn="base" hangingPunct="0">
              <a:lnSpc>
                <a:spcPct val="100000"/>
              </a:lnSpc>
              <a:spcBef>
                <a:spcPct val="0"/>
              </a:spcBef>
              <a:spcAft>
                <a:spcPct val="0"/>
              </a:spcAft>
              <a:buFontTx/>
              <a:buNone/>
            </a:pPr>
            <a:r>
              <a:rPr lang="en-US" altLang="en-US" sz="2400" dirty="0"/>
              <a:t>⇒ P(X ≥ 4) = </a:t>
            </a:r>
            <a:r>
              <a:rPr lang="en-US" altLang="en-US" sz="2400" baseline="30000" dirty="0"/>
              <a:t>5</a:t>
            </a:r>
            <a:r>
              <a:rPr lang="en-US" altLang="en-US" sz="2400" dirty="0"/>
              <a:t>C</a:t>
            </a:r>
            <a:r>
              <a:rPr lang="en-US" altLang="en-US" sz="2400" baseline="-30000" dirty="0"/>
              <a:t>4</a:t>
            </a:r>
            <a:r>
              <a:rPr lang="en-US" altLang="en-US" sz="2400" dirty="0"/>
              <a:t> (1/9)</a:t>
            </a:r>
            <a:r>
              <a:rPr lang="en-US" altLang="en-US" sz="2400" baseline="30000" dirty="0"/>
              <a:t>4</a:t>
            </a:r>
            <a:r>
              <a:rPr lang="en-US" altLang="en-US" sz="2400" dirty="0"/>
              <a:t> (8/9)</a:t>
            </a:r>
            <a:r>
              <a:rPr lang="en-US" altLang="en-US" sz="2400" baseline="30000" dirty="0"/>
              <a:t>5-4</a:t>
            </a:r>
            <a:r>
              <a:rPr lang="en-US" altLang="en-US" sz="2400" dirty="0"/>
              <a:t>+ </a:t>
            </a:r>
            <a:r>
              <a:rPr lang="en-US" altLang="en-US" sz="2400" baseline="30000" dirty="0"/>
              <a:t>5</a:t>
            </a:r>
            <a:r>
              <a:rPr lang="en-US" altLang="en-US" sz="2400" dirty="0"/>
              <a:t>C</a:t>
            </a:r>
            <a:r>
              <a:rPr lang="en-US" altLang="en-US" sz="2400" baseline="-30000" dirty="0"/>
              <a:t>5</a:t>
            </a:r>
            <a:r>
              <a:rPr lang="en-US" altLang="en-US" sz="2400" dirty="0"/>
              <a:t> (1/9)</a:t>
            </a:r>
            <a:r>
              <a:rPr lang="en-US" altLang="en-US" sz="2400" baseline="30000" dirty="0"/>
              <a:t>5</a:t>
            </a:r>
            <a:r>
              <a:rPr lang="en-US" altLang="en-US" sz="2400" dirty="0"/>
              <a:t> (8/9)</a:t>
            </a:r>
            <a:r>
              <a:rPr lang="en-US" altLang="en-US" sz="2400" baseline="30000" dirty="0"/>
              <a:t>5-5</a:t>
            </a:r>
            <a:endParaRPr lang="en-US" altLang="en-US" sz="2400" dirty="0"/>
          </a:p>
          <a:p>
            <a:pPr marL="0" indent="0" eaLnBrk="0" fontAlgn="base" hangingPunct="0">
              <a:lnSpc>
                <a:spcPct val="100000"/>
              </a:lnSpc>
              <a:spcBef>
                <a:spcPct val="0"/>
              </a:spcBef>
              <a:spcAft>
                <a:spcPct val="0"/>
              </a:spcAft>
              <a:buFontTx/>
              <a:buNone/>
            </a:pPr>
            <a:r>
              <a:rPr lang="en-US" altLang="en-US" sz="2400" dirty="0"/>
              <a:t>⇒ P(X ≥ 4) = 5(1/9)</a:t>
            </a:r>
            <a:r>
              <a:rPr lang="en-US" altLang="en-US" sz="2400" baseline="30000" dirty="0"/>
              <a:t>4</a:t>
            </a:r>
            <a:r>
              <a:rPr lang="en-US" altLang="en-US" sz="2400" dirty="0"/>
              <a:t> (8/9)</a:t>
            </a:r>
            <a:r>
              <a:rPr lang="en-US" altLang="en-US" sz="2400" baseline="30000" dirty="0"/>
              <a:t> </a:t>
            </a:r>
            <a:r>
              <a:rPr lang="en-US" altLang="en-US" sz="2400" dirty="0"/>
              <a:t>+ (1/9)</a:t>
            </a:r>
            <a:r>
              <a:rPr lang="en-US" altLang="en-US" sz="2400" baseline="30000" dirty="0"/>
              <a:t>5</a:t>
            </a:r>
          </a:p>
          <a:p>
            <a:pPr marL="0" indent="0" eaLnBrk="0" fontAlgn="base" hangingPunct="0">
              <a:lnSpc>
                <a:spcPct val="100000"/>
              </a:lnSpc>
              <a:spcBef>
                <a:spcPct val="0"/>
              </a:spcBef>
              <a:spcAft>
                <a:spcPct val="0"/>
              </a:spcAft>
              <a:buFontTx/>
              <a:buNone/>
            </a:pPr>
            <a:r>
              <a:rPr lang="en-US" altLang="en-US" sz="2400" baseline="30000" dirty="0"/>
              <a:t>                             = 0.000694335</a:t>
            </a:r>
            <a:endParaRPr lang="en-US" altLang="en-US" sz="240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C72EB5C-575F-5AFD-571B-D47104C77592}"/>
                  </a:ext>
                </a:extLst>
              </p14:cNvPr>
              <p14:cNvContentPartPr/>
              <p14:nvPr/>
            </p14:nvContentPartPr>
            <p14:xfrm>
              <a:off x="1182600" y="1398240"/>
              <a:ext cx="10325520" cy="5297400"/>
            </p14:xfrm>
          </p:contentPart>
        </mc:Choice>
        <mc:Fallback xmlns="">
          <p:pic>
            <p:nvPicPr>
              <p:cNvPr id="3" name="Ink 2">
                <a:extLst>
                  <a:ext uri="{FF2B5EF4-FFF2-40B4-BE49-F238E27FC236}">
                    <a16:creationId xmlns:a16="http://schemas.microsoft.com/office/drawing/2014/main" id="{7C72EB5C-575F-5AFD-571B-D47104C77592}"/>
                  </a:ext>
                </a:extLst>
              </p:cNvPr>
              <p:cNvPicPr/>
              <p:nvPr/>
            </p:nvPicPr>
            <p:blipFill>
              <a:blip r:embed="rId3"/>
              <a:stretch>
                <a:fillRect/>
              </a:stretch>
            </p:blipFill>
            <p:spPr>
              <a:xfrm>
                <a:off x="1173240" y="1388880"/>
                <a:ext cx="10344240" cy="5316120"/>
              </a:xfrm>
              <a:prstGeom prst="rect">
                <a:avLst/>
              </a:prstGeom>
            </p:spPr>
          </p:pic>
        </mc:Fallback>
      </mc:AlternateContent>
    </p:spTree>
    <p:extLst>
      <p:ext uri="{BB962C8B-B14F-4D97-AF65-F5344CB8AC3E}">
        <p14:creationId xmlns:p14="http://schemas.microsoft.com/office/powerpoint/2010/main" val="15452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a:t>
            </a:r>
            <a:endParaRPr lang="en-IN" dirty="0"/>
          </a:p>
        </p:txBody>
      </p:sp>
      <p:sp>
        <p:nvSpPr>
          <p:cNvPr id="5" name="Rectangle 4"/>
          <p:cNvSpPr/>
          <p:nvPr/>
        </p:nvSpPr>
        <p:spPr>
          <a:xfrm>
            <a:off x="381000" y="988397"/>
            <a:ext cx="10896600" cy="4467057"/>
          </a:xfrm>
          <a:prstGeom prst="rect">
            <a:avLst/>
          </a:prstGeom>
        </p:spPr>
        <p:txBody>
          <a:bodyPr wrap="square">
            <a:spAutoFit/>
          </a:bodyPr>
          <a:lstStyle/>
          <a:p>
            <a:pPr marL="342900" indent="-342900" algn="just">
              <a:lnSpc>
                <a:spcPct val="150000"/>
              </a:lnSpc>
              <a:buFont typeface="Courier New" panose="02070309020205020404" pitchFamily="49" charset="0"/>
              <a:buChar char="o"/>
            </a:pPr>
            <a:r>
              <a:rPr lang="en-US" sz="2400" dirty="0">
                <a:solidFill>
                  <a:srgbClr val="000000"/>
                </a:solidFill>
                <a:highlight>
                  <a:srgbClr val="FFFFFF"/>
                </a:highlight>
              </a:rPr>
              <a:t>Each of five questions on a multiple-choice examination has four choices, only one of which is correct. The student is attempting to guess the answers. The random variable X is the number of questions answered correctly. What is the probability that the student will get </a:t>
            </a:r>
          </a:p>
          <a:p>
            <a:pPr algn="just">
              <a:lnSpc>
                <a:spcPct val="150000"/>
              </a:lnSpc>
            </a:pPr>
            <a:r>
              <a:rPr lang="en-US" sz="2400" dirty="0">
                <a:solidFill>
                  <a:srgbClr val="000000"/>
                </a:solidFill>
                <a:highlight>
                  <a:srgbClr val="FFFFFF"/>
                </a:highlight>
              </a:rPr>
              <a:t>    a) exactly three correct answers? </a:t>
            </a:r>
          </a:p>
          <a:p>
            <a:pPr algn="just">
              <a:lnSpc>
                <a:spcPct val="150000"/>
              </a:lnSpc>
            </a:pPr>
            <a:r>
              <a:rPr lang="en-US" sz="2400" dirty="0">
                <a:solidFill>
                  <a:srgbClr val="000000"/>
                </a:solidFill>
                <a:highlight>
                  <a:srgbClr val="FFFFFF"/>
                </a:highlight>
              </a:rPr>
              <a:t>    b) at most three correct answers? </a:t>
            </a:r>
          </a:p>
          <a:p>
            <a:pPr algn="just">
              <a:lnSpc>
                <a:spcPct val="150000"/>
              </a:lnSpc>
            </a:pPr>
            <a:r>
              <a:rPr lang="en-US" sz="2400" dirty="0">
                <a:solidFill>
                  <a:srgbClr val="000000"/>
                </a:solidFill>
                <a:highlight>
                  <a:srgbClr val="FFFFFF"/>
                </a:highlight>
              </a:rPr>
              <a:t>    c) at least one correct answer? </a:t>
            </a:r>
          </a:p>
          <a:p>
            <a:pPr algn="just">
              <a:lnSpc>
                <a:spcPct val="150000"/>
              </a:lnSpc>
            </a:pPr>
            <a:r>
              <a:rPr lang="en-US" sz="2400" dirty="0">
                <a:solidFill>
                  <a:srgbClr val="000000"/>
                </a:solidFill>
                <a:highlight>
                  <a:srgbClr val="FFFFFF"/>
                </a:highlight>
              </a:rPr>
              <a:t>    d) Find </a:t>
            </a:r>
            <a:r>
              <a:rPr lang="en-IN" sz="2400" dirty="0"/>
              <a:t>Mean and variance. </a:t>
            </a:r>
            <a:endParaRPr lang="en-IN" sz="280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27293ED-7068-8321-138C-D7187F048634}"/>
                  </a:ext>
                </a:extLst>
              </p14:cNvPr>
              <p14:cNvContentPartPr/>
              <p14:nvPr/>
            </p14:nvContentPartPr>
            <p14:xfrm>
              <a:off x="1622520" y="2579400"/>
              <a:ext cx="10260000" cy="4226760"/>
            </p14:xfrm>
          </p:contentPart>
        </mc:Choice>
        <mc:Fallback xmlns="">
          <p:pic>
            <p:nvPicPr>
              <p:cNvPr id="3" name="Ink 2">
                <a:extLst>
                  <a:ext uri="{FF2B5EF4-FFF2-40B4-BE49-F238E27FC236}">
                    <a16:creationId xmlns:a16="http://schemas.microsoft.com/office/drawing/2014/main" id="{627293ED-7068-8321-138C-D7187F048634}"/>
                  </a:ext>
                </a:extLst>
              </p:cNvPr>
              <p:cNvPicPr/>
              <p:nvPr/>
            </p:nvPicPr>
            <p:blipFill>
              <a:blip r:embed="rId3"/>
              <a:stretch>
                <a:fillRect/>
              </a:stretch>
            </p:blipFill>
            <p:spPr>
              <a:xfrm>
                <a:off x="1613160" y="2570040"/>
                <a:ext cx="10278720" cy="4245480"/>
              </a:xfrm>
              <a:prstGeom prst="rect">
                <a:avLst/>
              </a:prstGeom>
            </p:spPr>
          </p:pic>
        </mc:Fallback>
      </mc:AlternateContent>
    </p:spTree>
    <p:extLst>
      <p:ext uri="{BB962C8B-B14F-4D97-AF65-F5344CB8AC3E}">
        <p14:creationId xmlns:p14="http://schemas.microsoft.com/office/powerpoint/2010/main" val="312249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p:sp>
        <p:nvSpPr>
          <p:cNvPr id="5" name="Rectangle 4"/>
          <p:cNvSpPr/>
          <p:nvPr/>
        </p:nvSpPr>
        <p:spPr>
          <a:xfrm>
            <a:off x="609600" y="1295400"/>
            <a:ext cx="6934200" cy="3600986"/>
          </a:xfrm>
          <a:prstGeom prst="rect">
            <a:avLst/>
          </a:prstGeom>
        </p:spPr>
        <p:txBody>
          <a:bodyPr wrap="square">
            <a:spAutoFit/>
          </a:bodyPr>
          <a:lstStyle/>
          <a:p>
            <a:pPr algn="just"/>
            <a:r>
              <a:rPr lang="en-IN" sz="2000" dirty="0"/>
              <a:t>p=1/4, n=5, q=3/4; </a:t>
            </a:r>
          </a:p>
          <a:p>
            <a:pPr algn="just"/>
            <a:endParaRPr lang="en-IN" sz="2000" dirty="0"/>
          </a:p>
          <a:p>
            <a:pPr algn="just"/>
            <a:r>
              <a:rPr lang="en-IN" sz="2000" dirty="0"/>
              <a:t>a)P(X=3)= 45/512 = 0.08789</a:t>
            </a:r>
          </a:p>
          <a:p>
            <a:pPr algn="just"/>
            <a:endParaRPr lang="en-IN" sz="2000" dirty="0"/>
          </a:p>
          <a:p>
            <a:pPr algn="just"/>
            <a:r>
              <a:rPr lang="en-IN" sz="2000" dirty="0"/>
              <a:t>b) P(X&lt;=3)=63/64;</a:t>
            </a:r>
          </a:p>
          <a:p>
            <a:pPr algn="just"/>
            <a:endParaRPr lang="en-IN" sz="2000" dirty="0"/>
          </a:p>
          <a:p>
            <a:pPr algn="just"/>
            <a:r>
              <a:rPr lang="en-IN" sz="2000" dirty="0"/>
              <a:t>c) P(X&gt;=1)= 0.7627</a:t>
            </a:r>
          </a:p>
          <a:p>
            <a:pPr algn="just"/>
            <a:endParaRPr lang="en-IN" sz="2000" dirty="0"/>
          </a:p>
          <a:p>
            <a:pPr algn="just"/>
            <a:r>
              <a:rPr lang="en-IN" sz="2000" dirty="0"/>
              <a:t>d) Mean = 5/4</a:t>
            </a:r>
          </a:p>
          <a:p>
            <a:pPr algn="just"/>
            <a:r>
              <a:rPr lang="en-IN" sz="2000" dirty="0"/>
              <a:t>    Variance = 15/16.</a:t>
            </a:r>
          </a:p>
          <a:p>
            <a:endParaRPr lang="en-IN" sz="280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95242148-1795-6DE0-CCF4-96709E4B3E7F}"/>
                  </a:ext>
                </a:extLst>
              </p14:cNvPr>
              <p14:cNvContentPartPr/>
              <p14:nvPr/>
            </p14:nvContentPartPr>
            <p14:xfrm>
              <a:off x="3505320" y="2926440"/>
              <a:ext cx="2824560" cy="1533960"/>
            </p14:xfrm>
          </p:contentPart>
        </mc:Choice>
        <mc:Fallback xmlns="">
          <p:pic>
            <p:nvPicPr>
              <p:cNvPr id="3" name="Ink 2">
                <a:extLst>
                  <a:ext uri="{FF2B5EF4-FFF2-40B4-BE49-F238E27FC236}">
                    <a16:creationId xmlns:a16="http://schemas.microsoft.com/office/drawing/2014/main" id="{95242148-1795-6DE0-CCF4-96709E4B3E7F}"/>
                  </a:ext>
                </a:extLst>
              </p:cNvPr>
              <p:cNvPicPr/>
              <p:nvPr/>
            </p:nvPicPr>
            <p:blipFill>
              <a:blip r:embed="rId3"/>
              <a:stretch>
                <a:fillRect/>
              </a:stretch>
            </p:blipFill>
            <p:spPr>
              <a:xfrm>
                <a:off x="3495960" y="2917080"/>
                <a:ext cx="2843280" cy="1552680"/>
              </a:xfrm>
              <a:prstGeom prst="rect">
                <a:avLst/>
              </a:prstGeom>
            </p:spPr>
          </p:pic>
        </mc:Fallback>
      </mc:AlternateContent>
    </p:spTree>
    <p:extLst>
      <p:ext uri="{BB962C8B-B14F-4D97-AF65-F5344CB8AC3E}">
        <p14:creationId xmlns:p14="http://schemas.microsoft.com/office/powerpoint/2010/main" val="681549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u="sng" dirty="0">
                <a:cs typeface="Arial"/>
              </a:rPr>
              <a:t>Recall : </a:t>
            </a:r>
            <a:r>
              <a:rPr lang="en-US" dirty="0">
                <a:cs typeface="Arial"/>
              </a:rPr>
              <a:t>Binomial Distribution</a:t>
            </a:r>
            <a:endParaRPr lang="en-IN" dirty="0"/>
          </a:p>
        </p:txBody>
      </p:sp>
      <p:sp>
        <p:nvSpPr>
          <p:cNvPr id="6" name="Rectangle 5"/>
          <p:cNvSpPr>
            <a:spLocks noChangeArrowheads="1"/>
          </p:cNvSpPr>
          <p:nvPr/>
        </p:nvSpPr>
        <p:spPr bwMode="auto">
          <a:xfrm>
            <a:off x="609600" y="1295400"/>
            <a:ext cx="10896600" cy="3886200"/>
          </a:xfrm>
          <a:prstGeom prst="rect">
            <a:avLst/>
          </a:prstGeom>
          <a:solidFill>
            <a:srgbClr val="FFFFFF">
              <a:alpha val="60001"/>
            </a:srgbClr>
          </a:solidFill>
          <a:ln w="9525">
            <a:solidFill>
              <a:schemeClr val="tx1"/>
            </a:solidFill>
            <a:miter lim="800000"/>
            <a:headEnd/>
            <a:tailEnd/>
          </a:ln>
          <a:effectLst/>
        </p:spPr>
        <p:txBody>
          <a:bodyPr lIns="205740" tIns="102870" bIns="102870"/>
          <a:lstStyle/>
          <a:p>
            <a:pPr>
              <a:spcBef>
                <a:spcPct val="20000"/>
              </a:spcBef>
              <a:buClr>
                <a:prstClr val="black"/>
              </a:buClr>
              <a:buSzPct val="75000"/>
              <a:defRPr/>
            </a:pPr>
            <a:r>
              <a:rPr lang="en-US" sz="2400" dirty="0">
                <a:solidFill>
                  <a:prstClr val="black"/>
                </a:solidFill>
                <a:cs typeface="Arial"/>
              </a:rPr>
              <a:t>A </a:t>
            </a:r>
            <a:r>
              <a:rPr lang="en-US" sz="2400" b="1" dirty="0">
                <a:solidFill>
                  <a:srgbClr val="000099"/>
                </a:solidFill>
                <a:cs typeface="Arial"/>
              </a:rPr>
              <a:t>binomial experiment </a:t>
            </a:r>
            <a:r>
              <a:rPr lang="en-US" sz="2400" dirty="0">
                <a:solidFill>
                  <a:prstClr val="black"/>
                </a:solidFill>
                <a:cs typeface="Arial"/>
              </a:rPr>
              <a:t>is a probability experiment that satisfies the following conditions.</a:t>
            </a:r>
          </a:p>
          <a:p>
            <a:pPr>
              <a:spcBef>
                <a:spcPct val="20000"/>
              </a:spcBef>
              <a:buClr>
                <a:prstClr val="black"/>
              </a:buClr>
              <a:buSzPct val="75000"/>
              <a:defRPr/>
            </a:pPr>
            <a:endParaRPr lang="en-US" sz="2400" dirty="0">
              <a:solidFill>
                <a:prstClr val="black"/>
              </a:solidFill>
              <a:cs typeface="Arial"/>
            </a:endParaRPr>
          </a:p>
        </p:txBody>
      </p:sp>
      <p:sp>
        <p:nvSpPr>
          <p:cNvPr id="7" name="Text Box 4"/>
          <p:cNvSpPr txBox="1">
            <a:spLocks noChangeArrowheads="1"/>
          </p:cNvSpPr>
          <p:nvPr/>
        </p:nvSpPr>
        <p:spPr bwMode="auto">
          <a:xfrm>
            <a:off x="742949" y="2133600"/>
            <a:ext cx="10079237" cy="27515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hlink"/>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465138" indent="-465138">
              <a:spcBef>
                <a:spcPct val="0"/>
              </a:spcBef>
              <a:defRPr sz="2400">
                <a:solidFill>
                  <a:schemeClr val="tx1"/>
                </a:solidFill>
                <a:latin typeface="Arial Narrow" charset="0"/>
                <a:ea typeface="ＭＳ Ｐゴシック" charset="0"/>
              </a:defRPr>
            </a:lvl1pPr>
            <a:lvl2pPr marL="579438">
              <a:spcBef>
                <a:spcPct val="0"/>
              </a:spcBef>
              <a:defRPr sz="2400">
                <a:solidFill>
                  <a:schemeClr val="tx1"/>
                </a:solidFill>
                <a:latin typeface="Arial Narrow" charset="0"/>
                <a:ea typeface="ＭＳ Ｐゴシック" charset="0"/>
              </a:defRPr>
            </a:lvl2pPr>
            <a:lvl3pPr>
              <a:spcBef>
                <a:spcPct val="0"/>
              </a:spcBef>
              <a:defRPr sz="2400">
                <a:solidFill>
                  <a:schemeClr val="tx1"/>
                </a:solidFill>
                <a:latin typeface="Arial Narrow" charset="0"/>
                <a:ea typeface="ＭＳ Ｐゴシック" charset="0"/>
              </a:defRPr>
            </a:lvl3pPr>
            <a:lvl4pPr>
              <a:spcBef>
                <a:spcPct val="0"/>
              </a:spcBef>
              <a:defRPr sz="2400">
                <a:solidFill>
                  <a:schemeClr val="tx1"/>
                </a:solidFill>
                <a:latin typeface="Arial Narrow" charset="0"/>
                <a:ea typeface="ＭＳ Ｐゴシック" charset="0"/>
              </a:defRPr>
            </a:lvl4pPr>
            <a:lvl5pPr>
              <a:spcBef>
                <a:spcPct val="0"/>
              </a:spcBef>
              <a:defRPr sz="2400">
                <a:solidFill>
                  <a:schemeClr val="tx1"/>
                </a:solidFill>
                <a:latin typeface="Arial Narrow" charset="0"/>
                <a:ea typeface="ＭＳ Ｐゴシック" charset="0"/>
              </a:defRPr>
            </a:lvl5pPr>
            <a:lvl6pPr fontAlgn="base">
              <a:spcBef>
                <a:spcPct val="0"/>
              </a:spcBef>
              <a:spcAft>
                <a:spcPct val="0"/>
              </a:spcAft>
              <a:defRPr sz="2400">
                <a:solidFill>
                  <a:schemeClr val="tx1"/>
                </a:solidFill>
                <a:latin typeface="Arial Narrow" charset="0"/>
                <a:ea typeface="ＭＳ Ｐゴシック" charset="0"/>
              </a:defRPr>
            </a:lvl6pPr>
            <a:lvl7pPr fontAlgn="base">
              <a:spcBef>
                <a:spcPct val="0"/>
              </a:spcBef>
              <a:spcAft>
                <a:spcPct val="0"/>
              </a:spcAft>
              <a:defRPr sz="2400">
                <a:solidFill>
                  <a:schemeClr val="tx1"/>
                </a:solidFill>
                <a:latin typeface="Arial Narrow" charset="0"/>
                <a:ea typeface="ＭＳ Ｐゴシック" charset="0"/>
              </a:defRPr>
            </a:lvl7pPr>
            <a:lvl8pPr fontAlgn="base">
              <a:spcBef>
                <a:spcPct val="0"/>
              </a:spcBef>
              <a:spcAft>
                <a:spcPct val="0"/>
              </a:spcAft>
              <a:defRPr sz="2400">
                <a:solidFill>
                  <a:schemeClr val="tx1"/>
                </a:solidFill>
                <a:latin typeface="Arial Narrow" charset="0"/>
                <a:ea typeface="ＭＳ Ｐゴシック" charset="0"/>
              </a:defRPr>
            </a:lvl8pPr>
            <a:lvl9pPr fontAlgn="base">
              <a:spcBef>
                <a:spcPct val="0"/>
              </a:spcBef>
              <a:spcAft>
                <a:spcPct val="0"/>
              </a:spcAft>
              <a:defRPr sz="2400">
                <a:solidFill>
                  <a:schemeClr val="tx1"/>
                </a:solidFill>
                <a:latin typeface="Arial Narrow" charset="0"/>
                <a:ea typeface="ＭＳ Ｐゴシック" charset="0"/>
              </a:defRPr>
            </a:lvl9pPr>
          </a:lstStyle>
          <a:p>
            <a:pPr algn="just">
              <a:spcBef>
                <a:spcPct val="40000"/>
              </a:spcBef>
              <a:defRPr/>
            </a:pPr>
            <a:r>
              <a:rPr lang="en-US" dirty="0">
                <a:solidFill>
                  <a:prstClr val="black"/>
                </a:solidFill>
                <a:latin typeface="+mn-lt"/>
              </a:rPr>
              <a:t>1.  The experiment is </a:t>
            </a:r>
            <a:r>
              <a:rPr lang="en-US" dirty="0">
                <a:solidFill>
                  <a:srgbClr val="FF0000"/>
                </a:solidFill>
                <a:latin typeface="+mn-lt"/>
              </a:rPr>
              <a:t>repeated</a:t>
            </a:r>
            <a:r>
              <a:rPr lang="en-US" dirty="0">
                <a:solidFill>
                  <a:prstClr val="black"/>
                </a:solidFill>
                <a:latin typeface="+mn-lt"/>
              </a:rPr>
              <a:t> for a fixed number of trials, where each trial is </a:t>
            </a:r>
            <a:r>
              <a:rPr lang="en-US" b="1" dirty="0">
                <a:solidFill>
                  <a:srgbClr val="FF0000"/>
                </a:solidFill>
                <a:latin typeface="+mn-lt"/>
              </a:rPr>
              <a:t>independen</a:t>
            </a:r>
            <a:r>
              <a:rPr lang="en-US" dirty="0">
                <a:solidFill>
                  <a:srgbClr val="FF0000"/>
                </a:solidFill>
                <a:latin typeface="+mn-lt"/>
              </a:rPr>
              <a:t>t</a:t>
            </a:r>
            <a:r>
              <a:rPr lang="en-US" dirty="0">
                <a:solidFill>
                  <a:prstClr val="black"/>
                </a:solidFill>
                <a:latin typeface="+mn-lt"/>
              </a:rPr>
              <a:t> of other trials.</a:t>
            </a:r>
          </a:p>
          <a:p>
            <a:pPr algn="just">
              <a:spcBef>
                <a:spcPct val="40000"/>
              </a:spcBef>
              <a:defRPr/>
            </a:pPr>
            <a:r>
              <a:rPr lang="en-US" dirty="0">
                <a:solidFill>
                  <a:prstClr val="black"/>
                </a:solidFill>
                <a:latin typeface="+mn-lt"/>
              </a:rPr>
              <a:t>2.  There are only </a:t>
            </a:r>
            <a:r>
              <a:rPr lang="en-US" dirty="0">
                <a:solidFill>
                  <a:srgbClr val="FF0000"/>
                </a:solidFill>
                <a:latin typeface="+mn-lt"/>
              </a:rPr>
              <a:t>two possible outcomes</a:t>
            </a:r>
            <a:r>
              <a:rPr lang="en-US" dirty="0">
                <a:solidFill>
                  <a:prstClr val="black"/>
                </a:solidFill>
                <a:latin typeface="+mn-lt"/>
              </a:rPr>
              <a:t> of interest for each trial.  The outcomes can be classified as a success (</a:t>
            </a:r>
            <a:r>
              <a:rPr lang="en-US" i="1" dirty="0">
                <a:solidFill>
                  <a:prstClr val="black"/>
                </a:solidFill>
                <a:latin typeface="+mn-lt"/>
              </a:rPr>
              <a:t>S</a:t>
            </a:r>
            <a:r>
              <a:rPr lang="en-US" dirty="0">
                <a:solidFill>
                  <a:prstClr val="black"/>
                </a:solidFill>
                <a:latin typeface="+mn-lt"/>
              </a:rPr>
              <a:t>) or as a failure (</a:t>
            </a:r>
            <a:r>
              <a:rPr lang="en-US" i="1" dirty="0">
                <a:solidFill>
                  <a:prstClr val="black"/>
                </a:solidFill>
                <a:latin typeface="+mn-lt"/>
              </a:rPr>
              <a:t>F</a:t>
            </a:r>
            <a:r>
              <a:rPr lang="en-US" dirty="0">
                <a:solidFill>
                  <a:prstClr val="black"/>
                </a:solidFill>
                <a:latin typeface="+mn-lt"/>
              </a:rPr>
              <a:t>).</a:t>
            </a:r>
          </a:p>
          <a:p>
            <a:pPr algn="just">
              <a:spcBef>
                <a:spcPct val="40000"/>
              </a:spcBef>
              <a:defRPr/>
            </a:pPr>
            <a:r>
              <a:rPr lang="en-US" dirty="0">
                <a:solidFill>
                  <a:prstClr val="black"/>
                </a:solidFill>
                <a:latin typeface="+mn-lt"/>
              </a:rPr>
              <a:t>3.	The probability of a success </a:t>
            </a:r>
            <a:r>
              <a:rPr lang="en-US" i="1" dirty="0">
                <a:solidFill>
                  <a:prstClr val="black"/>
                </a:solidFill>
                <a:latin typeface="+mn-lt"/>
              </a:rPr>
              <a:t>P</a:t>
            </a:r>
            <a:r>
              <a:rPr lang="en-US" dirty="0">
                <a:solidFill>
                  <a:prstClr val="black"/>
                </a:solidFill>
                <a:latin typeface="+mn-lt"/>
              </a:rPr>
              <a:t> (</a:t>
            </a:r>
            <a:r>
              <a:rPr lang="en-US" i="1" dirty="0">
                <a:solidFill>
                  <a:prstClr val="black"/>
                </a:solidFill>
                <a:latin typeface="+mn-lt"/>
              </a:rPr>
              <a:t>S</a:t>
            </a:r>
            <a:r>
              <a:rPr lang="en-US" dirty="0">
                <a:solidFill>
                  <a:prstClr val="black"/>
                </a:solidFill>
                <a:latin typeface="+mn-lt"/>
              </a:rPr>
              <a:t>) is the same for each trial.</a:t>
            </a:r>
          </a:p>
          <a:p>
            <a:pPr algn="just">
              <a:spcBef>
                <a:spcPct val="40000"/>
              </a:spcBef>
              <a:defRPr/>
            </a:pPr>
            <a:r>
              <a:rPr lang="en-US" dirty="0">
                <a:solidFill>
                  <a:prstClr val="black"/>
                </a:solidFill>
                <a:latin typeface="+mn-lt"/>
              </a:rPr>
              <a:t>4.	The random variable </a:t>
            </a:r>
            <a:r>
              <a:rPr lang="en-US" i="1" dirty="0">
                <a:solidFill>
                  <a:prstClr val="black"/>
                </a:solidFill>
                <a:latin typeface="+mn-lt"/>
              </a:rPr>
              <a:t>x</a:t>
            </a:r>
            <a:r>
              <a:rPr lang="en-US" dirty="0">
                <a:solidFill>
                  <a:prstClr val="black"/>
                </a:solidFill>
                <a:latin typeface="+mn-lt"/>
              </a:rPr>
              <a:t> counts the number of successful trials.</a:t>
            </a:r>
          </a:p>
        </p:txBody>
      </p:sp>
    </p:spTree>
    <p:extLst>
      <p:ext uri="{BB962C8B-B14F-4D97-AF65-F5344CB8AC3E}">
        <p14:creationId xmlns:p14="http://schemas.microsoft.com/office/powerpoint/2010/main" val="1558008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1800" dirty="0">
                <a:solidFill>
                  <a:srgbClr val="00B0F0"/>
                </a:solidFill>
                <a:latin typeface="Helvetica Neue"/>
                <a:cs typeface="Helvetica" panose="020B0604020202020204" pitchFamily="34" charset="0"/>
              </a:rPr>
            </a:br>
            <a:r>
              <a:rPr lang="en-US" sz="1800" dirty="0">
                <a:solidFill>
                  <a:srgbClr val="00B0F0"/>
                </a:solidFill>
                <a:latin typeface="Helvetica Neue"/>
                <a:cs typeface="Helvetica" panose="020B0604020202020204" pitchFamily="34" charset="0"/>
              </a:rPr>
              <a:t>     </a:t>
            </a:r>
            <a:r>
              <a:rPr lang="en-US" dirty="0">
                <a:cs typeface="Helvetica" panose="020B0604020202020204" pitchFamily="34" charset="0"/>
              </a:rPr>
              <a:t>Poisson Distribution</a:t>
            </a:r>
            <a:endParaRPr lang="en-IN" dirty="0"/>
          </a:p>
        </p:txBody>
      </p:sp>
      <p:sp>
        <p:nvSpPr>
          <p:cNvPr id="5" name="Round Diagonal Corner Rectangle 4"/>
          <p:cNvSpPr/>
          <p:nvPr/>
        </p:nvSpPr>
        <p:spPr>
          <a:xfrm>
            <a:off x="847725" y="3810000"/>
            <a:ext cx="2016649" cy="442590"/>
          </a:xfrm>
          <a:prstGeom prst="round2DiagRect">
            <a:avLst>
              <a:gd name="adj1" fmla="val 0"/>
              <a:gd name="adj2" fmla="val 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5"/>
          </a:lnRef>
          <a:fillRef idx="3">
            <a:schemeClr val="accent5"/>
          </a:fillRef>
          <a:effectRef idx="3">
            <a:schemeClr val="accent5"/>
          </a:effectRef>
          <a:fontRef idx="minor">
            <a:schemeClr val="lt1"/>
          </a:fontRef>
        </p:style>
        <p:txBody>
          <a:bodyPr rtlCol="0" anchor="ctr"/>
          <a:lstStyle/>
          <a:p>
            <a:pPr defTabSz="471271"/>
            <a:r>
              <a:rPr lang="en-US" sz="1754" b="1" dirty="0">
                <a:solidFill>
                  <a:srgbClr val="C00000"/>
                </a:solidFill>
                <a:latin typeface="Helvetica Neue"/>
              </a:rPr>
              <a:t>Definition</a:t>
            </a:r>
            <a:endParaRPr lang="en-AU" altLang="en-US" sz="1754" dirty="0">
              <a:solidFill>
                <a:srgbClr val="C00000"/>
              </a:solidFill>
              <a:latin typeface="Helvetica Neue"/>
              <a:cs typeface="Helvetica" panose="020B0604020202020204" pitchFamily="34" charset="0"/>
            </a:endParaRPr>
          </a:p>
        </p:txBody>
      </p:sp>
      <p:grpSp>
        <p:nvGrpSpPr>
          <p:cNvPr id="6" name="Group 7"/>
          <p:cNvGrpSpPr/>
          <p:nvPr/>
        </p:nvGrpSpPr>
        <p:grpSpPr>
          <a:xfrm rot="5400000">
            <a:off x="5879303" y="1249659"/>
            <a:ext cx="923617" cy="6319290"/>
            <a:chOff x="365910" y="3029864"/>
            <a:chExt cx="7067429" cy="629858"/>
          </a:xfrm>
          <a:effectLst>
            <a:outerShdw blurRad="101600" sx="102000" sy="102000" algn="ctr" rotWithShape="0">
              <a:prstClr val="black">
                <a:alpha val="26000"/>
              </a:prstClr>
            </a:outerShdw>
          </a:effectLst>
        </p:grpSpPr>
        <p:sp>
          <p:nvSpPr>
            <p:cNvPr id="7" name="Rectangle 6"/>
            <p:cNvSpPr/>
            <p:nvPr/>
          </p:nvSpPr>
          <p:spPr>
            <a:xfrm rot="16200000">
              <a:off x="3594679" y="-129286"/>
              <a:ext cx="629852" cy="69481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algn="just" defTabSz="471271"/>
              <a:r>
                <a:rPr lang="en-US" altLang="en-US" sz="2000" b="1" dirty="0">
                  <a:solidFill>
                    <a:prstClr val="black"/>
                  </a:solidFill>
                  <a:cs typeface="Arial" charset="0"/>
                </a:rPr>
                <a:t>A random variable ‘X’ is said to have Poisson distribution if its probability mass function is given by</a:t>
              </a:r>
              <a:endParaRPr lang="en-US" sz="2000" b="1" dirty="0">
                <a:solidFill>
                  <a:prstClr val="black"/>
                </a:solidFill>
              </a:endParaRPr>
            </a:p>
          </p:txBody>
        </p:sp>
        <p:sp>
          <p:nvSpPr>
            <p:cNvPr id="8" name="Rectangle 7"/>
            <p:cNvSpPr/>
            <p:nvPr/>
          </p:nvSpPr>
          <p:spPr>
            <a:xfrm rot="16200000" flipV="1">
              <a:off x="180987" y="3214787"/>
              <a:ext cx="629852" cy="260006"/>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9" name="Rectangle 8"/>
            <p:cNvSpPr/>
            <p:nvPr/>
          </p:nvSpPr>
          <p:spPr>
            <a:xfrm rot="16200000">
              <a:off x="7033212" y="3259589"/>
              <a:ext cx="629852" cy="170402"/>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10" name="Group 16"/>
          <p:cNvGrpSpPr/>
          <p:nvPr/>
        </p:nvGrpSpPr>
        <p:grpSpPr>
          <a:xfrm>
            <a:off x="1218674" y="4252590"/>
            <a:ext cx="1962792" cy="291734"/>
            <a:chOff x="1965255" y="2633483"/>
            <a:chExt cx="1197863" cy="1179049"/>
          </a:xfrm>
        </p:grpSpPr>
        <p:cxnSp>
          <p:nvCxnSpPr>
            <p:cNvPr id="11" name="Straight Connector 10"/>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9"/>
          <p:cNvGrpSpPr/>
          <p:nvPr/>
        </p:nvGrpSpPr>
        <p:grpSpPr>
          <a:xfrm rot="5400000">
            <a:off x="5365250" y="3876984"/>
            <a:ext cx="1469805" cy="3784354"/>
            <a:chOff x="525566" y="3029864"/>
            <a:chExt cx="7236859" cy="629856"/>
          </a:xfrm>
          <a:effectLst>
            <a:outerShdw blurRad="101600" sx="102000" sy="102000" algn="ctr" rotWithShape="0">
              <a:prstClr val="black">
                <a:alpha val="26000"/>
              </a:prstClr>
            </a:outerShdw>
          </a:effectLst>
        </p:grpSpPr>
        <p:sp>
          <p:nvSpPr>
            <p:cNvPr id="14" name="Rectangle 13"/>
            <p:cNvSpPr/>
            <p:nvPr/>
          </p:nvSpPr>
          <p:spPr>
            <a:xfrm rot="16200000">
              <a:off x="3961083" y="-129288"/>
              <a:ext cx="629852" cy="69481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7036" indent="-167036" defTabSz="471271"/>
              <a:endParaRPr lang="en-US" sz="1754" b="1" dirty="0">
                <a:solidFill>
                  <a:prstClr val="black"/>
                </a:solidFill>
                <a:latin typeface="Helvetica Neue"/>
              </a:endParaRPr>
            </a:p>
          </p:txBody>
        </p:sp>
        <p:sp>
          <p:nvSpPr>
            <p:cNvPr id="15" name="Rectangle 14"/>
            <p:cNvSpPr/>
            <p:nvPr/>
          </p:nvSpPr>
          <p:spPr>
            <a:xfrm rot="16200000" flipV="1">
              <a:off x="340644" y="3214786"/>
              <a:ext cx="629852" cy="260007"/>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sp>
          <p:nvSpPr>
            <p:cNvPr id="16" name="Rectangle 15"/>
            <p:cNvSpPr/>
            <p:nvPr/>
          </p:nvSpPr>
          <p:spPr>
            <a:xfrm rot="16200000">
              <a:off x="7317497" y="3214787"/>
              <a:ext cx="629852" cy="260005"/>
            </a:xfrm>
            <a:prstGeom prst="rect">
              <a:avLst/>
            </a:prstGeom>
            <a:solidFill>
              <a:srgbClr val="3F4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71271"/>
              <a:endParaRPr lang="en-US" sz="1754" dirty="0">
                <a:solidFill>
                  <a:prstClr val="black"/>
                </a:solidFill>
                <a:latin typeface="Helvetica Neue"/>
                <a:cs typeface="Helvetica" panose="020B0604020202020204" pitchFamily="34" charset="0"/>
              </a:endParaRPr>
            </a:p>
          </p:txBody>
        </p:sp>
      </p:grpSp>
      <p:grpSp>
        <p:nvGrpSpPr>
          <p:cNvPr id="17" name="Group 23"/>
          <p:cNvGrpSpPr/>
          <p:nvPr/>
        </p:nvGrpSpPr>
        <p:grpSpPr>
          <a:xfrm>
            <a:off x="3485241" y="4868080"/>
            <a:ext cx="681529" cy="443681"/>
            <a:chOff x="1965255" y="2633483"/>
            <a:chExt cx="1197863" cy="1179049"/>
          </a:xfrm>
        </p:grpSpPr>
        <p:cxnSp>
          <p:nvCxnSpPr>
            <p:cNvPr id="18" name="Straight Connector 17"/>
            <p:cNvCxnSpPr/>
            <p:nvPr/>
          </p:nvCxnSpPr>
          <p:spPr>
            <a:xfrm>
              <a:off x="1965255" y="2633483"/>
              <a:ext cx="0" cy="1179049"/>
            </a:xfrm>
            <a:prstGeom prst="line">
              <a:avLst/>
            </a:prstGeom>
            <a:ln w="381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1965255" y="3812532"/>
              <a:ext cx="1197863"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20" name="Picture 19"/>
          <p:cNvPicPr>
            <a:picLocks noChangeAspect="1"/>
          </p:cNvPicPr>
          <p:nvPr/>
        </p:nvPicPr>
        <p:blipFill>
          <a:blip r:embed="rId2"/>
          <a:stretch>
            <a:fillRect/>
          </a:stretch>
        </p:blipFill>
        <p:spPr>
          <a:xfrm>
            <a:off x="4398980" y="5159420"/>
            <a:ext cx="3402323" cy="1187720"/>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AB38644-6085-48C7-AAE5-A09F2C77791E}"/>
                  </a:ext>
                </a:extLst>
              </p:cNvPr>
              <p:cNvSpPr txBox="1"/>
              <p:nvPr/>
            </p:nvSpPr>
            <p:spPr>
              <a:xfrm>
                <a:off x="990600" y="1029831"/>
                <a:ext cx="10210800" cy="224676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Poisson distribution is suitable for </a:t>
                </a:r>
                <a:r>
                  <a:rPr kumimoji="0" lang="en-US" sz="2000" b="1" i="0" u="none" strike="noStrike" kern="1200" cap="none" spc="0" normalizeH="0" baseline="0" noProof="0" dirty="0">
                    <a:ln>
                      <a:noFill/>
                    </a:ln>
                    <a:solidFill>
                      <a:prstClr val="black"/>
                    </a:solidFill>
                    <a:effectLst/>
                    <a:uLnTx/>
                    <a:uFillTx/>
                    <a:latin typeface="Calibri"/>
                    <a:ea typeface="+mn-ea"/>
                    <a:cs typeface="Times New Roman" pitchFamily="18" charset="0"/>
                  </a:rPr>
                  <a:t>rare events </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for which the probability of occurrence ‘p’ is very small and the number of trials ‘n’ is very large.</a:t>
                </a:r>
              </a:p>
              <a:p>
                <a:pPr marL="0" marR="0" lvl="0" indent="0" algn="just"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rPr>
                  <a:t>Also, binomial distribution can be approximated by Poisson distribution when    n</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sym typeface="Symbol"/>
                  </a:rPr>
                  <a:t> and</a:t>
                </a:r>
              </a:p>
              <a:p>
                <a:pPr marL="0" marR="0" lvl="0" indent="0" algn="just" defTabSz="914400" rtl="0" eaLnBrk="1" fontAlgn="auto" latinLnBrk="0" hangingPunct="1">
                  <a:lnSpc>
                    <a:spcPct val="150000"/>
                  </a:lnSpc>
                  <a:spcBef>
                    <a:spcPts val="0"/>
                  </a:spcBef>
                  <a:spcAft>
                    <a:spcPts val="0"/>
                  </a:spcAft>
                  <a:buClrTx/>
                  <a:buSzTx/>
                  <a:tabLst/>
                  <a:defRPr/>
                </a:pPr>
                <a:r>
                  <a:rPr lang="en-US" sz="2000" dirty="0">
                    <a:solidFill>
                      <a:prstClr val="black"/>
                    </a:solidFill>
                    <a:latin typeface="Calibri"/>
                    <a:cs typeface="Times New Roman" pitchFamily="18" charset="0"/>
                    <a:sym typeface="Symbol"/>
                  </a:rPr>
                  <a:t>  </a:t>
                </a:r>
                <a:r>
                  <a:rPr kumimoji="0" lang="en-US" sz="2000" b="0" i="0" u="none" strike="noStrike" kern="1200" cap="none" spc="0" normalizeH="0" baseline="0" noProof="0" dirty="0">
                    <a:ln>
                      <a:noFill/>
                    </a:ln>
                    <a:solidFill>
                      <a:prstClr val="black"/>
                    </a:solidFill>
                    <a:effectLst/>
                    <a:uLnTx/>
                    <a:uFillTx/>
                    <a:latin typeface="Calibri"/>
                    <a:ea typeface="+mn-ea"/>
                    <a:cs typeface="Times New Roman" pitchFamily="18" charset="0"/>
                    <a:sym typeface="Symbol"/>
                  </a:rPr>
                  <a:t> p 0 such that = np = constant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Calibri"/>
                    <a:ea typeface="+mn-ea"/>
                    <a:cs typeface="+mn-cs"/>
                  </a:rPr>
                  <a:t>The approximation is more accurate if n</a:t>
                </a:r>
                <a14:m>
                  <m:oMath xmlns:m="http://schemas.openxmlformats.org/officeDocument/2006/math">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≥100 </m:t>
                    </m:r>
                  </m:oMath>
                </a14:m>
                <a:r>
                  <a:rPr kumimoji="0" lang="en-US" sz="2000" b="0" i="0" u="none" strike="noStrike" kern="1200" cap="none" spc="0" normalizeH="0" baseline="0" noProof="0" dirty="0">
                    <a:ln>
                      <a:noFill/>
                    </a:ln>
                    <a:solidFill>
                      <a:srgbClr val="FF0000"/>
                    </a:solidFill>
                    <a:effectLst/>
                    <a:uLnTx/>
                    <a:uFillTx/>
                    <a:latin typeface="Calibri"/>
                    <a:ea typeface="+mn-ea"/>
                    <a:cs typeface="+mn-cs"/>
                  </a:rPr>
                  <a:t>and as long as np</a:t>
                </a:r>
                <a14:m>
                  <m:oMath xmlns:m="http://schemas.openxmlformats.org/officeDocument/2006/math">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≤10</m:t>
                    </m:r>
                  </m:oMath>
                </a14:m>
                <a:endParaRPr kumimoji="0" lang="en-US" sz="2000" b="0" i="0" u="none" strike="noStrike" kern="1200" cap="none" spc="0" normalizeH="0" baseline="0" noProof="0" dirty="0">
                  <a:ln>
                    <a:noFill/>
                  </a:ln>
                  <a:solidFill>
                    <a:srgbClr val="FF0000"/>
                  </a:solidFill>
                  <a:effectLst/>
                  <a:uLnTx/>
                  <a:uFillTx/>
                  <a:latin typeface="Calibri"/>
                  <a:ea typeface="+mn-ea"/>
                  <a:cs typeface="+mn-cs"/>
                </a:endParaRPr>
              </a:p>
            </p:txBody>
          </p:sp>
        </mc:Choice>
        <mc:Fallback xmlns="">
          <p:sp>
            <p:nvSpPr>
              <p:cNvPr id="22" name="TextBox 21">
                <a:extLst>
                  <a:ext uri="{FF2B5EF4-FFF2-40B4-BE49-F238E27FC236}">
                    <a16:creationId xmlns:a16="http://schemas.microsoft.com/office/drawing/2014/main" id="{EAB38644-6085-48C7-AAE5-A09F2C77791E}"/>
                  </a:ext>
                </a:extLst>
              </p:cNvPr>
              <p:cNvSpPr txBox="1">
                <a:spLocks noRot="1" noChangeAspect="1" noMove="1" noResize="1" noEditPoints="1" noAdjustHandles="1" noChangeArrowheads="1" noChangeShapeType="1" noTextEdit="1"/>
              </p:cNvSpPr>
              <p:nvPr/>
            </p:nvSpPr>
            <p:spPr>
              <a:xfrm>
                <a:off x="990600" y="1029831"/>
                <a:ext cx="10210800" cy="2246769"/>
              </a:xfrm>
              <a:prstGeom prst="rect">
                <a:avLst/>
              </a:prstGeom>
              <a:blipFill>
                <a:blip r:embed="rId3"/>
                <a:stretch>
                  <a:fillRect l="-657" r="-597" b="-3794"/>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2DB381A1-62D3-846B-1C06-517686A76D62}"/>
                  </a:ext>
                </a:extLst>
              </p14:cNvPr>
              <p14:cNvContentPartPr/>
              <p14:nvPr/>
            </p14:nvContentPartPr>
            <p14:xfrm>
              <a:off x="1483560" y="3376440"/>
              <a:ext cx="8559720" cy="2559240"/>
            </p14:xfrm>
          </p:contentPart>
        </mc:Choice>
        <mc:Fallback>
          <p:pic>
            <p:nvPicPr>
              <p:cNvPr id="3" name="Ink 2">
                <a:extLst>
                  <a:ext uri="{FF2B5EF4-FFF2-40B4-BE49-F238E27FC236}">
                    <a16:creationId xmlns:a16="http://schemas.microsoft.com/office/drawing/2014/main" id="{2DB381A1-62D3-846B-1C06-517686A76D62}"/>
                  </a:ext>
                </a:extLst>
              </p:cNvPr>
              <p:cNvPicPr/>
              <p:nvPr/>
            </p:nvPicPr>
            <p:blipFill>
              <a:blip r:embed="rId5"/>
              <a:stretch>
                <a:fillRect/>
              </a:stretch>
            </p:blipFill>
            <p:spPr>
              <a:xfrm>
                <a:off x="1474200" y="3367080"/>
                <a:ext cx="8578440" cy="2577960"/>
              </a:xfrm>
              <a:prstGeom prst="rect">
                <a:avLst/>
              </a:prstGeom>
            </p:spPr>
          </p:pic>
        </mc:Fallback>
      </mc:AlternateContent>
    </p:spTree>
    <p:extLst>
      <p:ext uri="{BB962C8B-B14F-4D97-AF65-F5344CB8AC3E}">
        <p14:creationId xmlns:p14="http://schemas.microsoft.com/office/powerpoint/2010/main" val="2894336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par>
                          <p:cTn id="14" fill="hold">
                            <p:stCondLst>
                              <p:cond delay="1500"/>
                            </p:stCondLst>
                            <p:childTnLst>
                              <p:par>
                                <p:cTn id="15" presetID="2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par>
                                <p:cTn id="23" presetID="22" presetClass="entr" presetSubtype="8"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down)">
                                      <p:cBhvr>
                                        <p:cTn id="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a:t>
            </a:r>
            <a:endParaRPr lang="en-IN" dirty="0"/>
          </a:p>
        </p:txBody>
      </p:sp>
      <p:sp>
        <p:nvSpPr>
          <p:cNvPr id="5" name="Rectangle 1"/>
          <p:cNvSpPr txBox="1">
            <a:spLocks noChangeArrowheads="1"/>
          </p:cNvSpPr>
          <p:nvPr/>
        </p:nvSpPr>
        <p:spPr bwMode="auto">
          <a:xfrm>
            <a:off x="533400" y="1295400"/>
            <a:ext cx="10515600" cy="1731243"/>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None/>
            </a:pPr>
            <a:r>
              <a:rPr lang="en-US" sz="2400" dirty="0">
                <a:solidFill>
                  <a:srgbClr val="000000"/>
                </a:solidFill>
              </a:rPr>
              <a:t>Telephone calls enter a college switchboard on the average of two every three minutes. What is the probability of 5 or more calls arriving in a 9-minute period?</a:t>
            </a:r>
          </a:p>
          <a:p>
            <a:pPr marL="0" indent="0" fontAlgn="base">
              <a:lnSpc>
                <a:spcPct val="150000"/>
              </a:lnSpc>
              <a:spcBef>
                <a:spcPct val="0"/>
              </a:spcBef>
              <a:spcAft>
                <a:spcPct val="0"/>
              </a:spcAft>
            </a:pPr>
            <a:r>
              <a:rPr lang="en-US" sz="2400" dirty="0">
                <a:solidFill>
                  <a:srgbClr val="FF0000"/>
                </a:solidFill>
              </a:rPr>
              <a:t>Solution:</a:t>
            </a:r>
          </a:p>
        </p:txBody>
      </p:sp>
      <p:pic>
        <p:nvPicPr>
          <p:cNvPr id="6" name="Picture 5">
            <a:extLst>
              <a:ext uri="{FF2B5EF4-FFF2-40B4-BE49-F238E27FC236}">
                <a16:creationId xmlns:a16="http://schemas.microsoft.com/office/drawing/2014/main" id="{11EC3D86-D0EB-DEBA-A09D-71E2C31C7E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3450469"/>
            <a:ext cx="9062735" cy="663313"/>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C3630FC-E1C2-565D-9EC9-72F42B8A34D6}"/>
                  </a:ext>
                </a:extLst>
              </p14:cNvPr>
              <p14:cNvContentPartPr/>
              <p14:nvPr/>
            </p14:nvContentPartPr>
            <p14:xfrm>
              <a:off x="394560" y="1844280"/>
              <a:ext cx="11202120" cy="4950720"/>
            </p14:xfrm>
          </p:contentPart>
        </mc:Choice>
        <mc:Fallback>
          <p:pic>
            <p:nvPicPr>
              <p:cNvPr id="3" name="Ink 2">
                <a:extLst>
                  <a:ext uri="{FF2B5EF4-FFF2-40B4-BE49-F238E27FC236}">
                    <a16:creationId xmlns:a16="http://schemas.microsoft.com/office/drawing/2014/main" id="{0C3630FC-E1C2-565D-9EC9-72F42B8A34D6}"/>
                  </a:ext>
                </a:extLst>
              </p:cNvPr>
              <p:cNvPicPr/>
              <p:nvPr/>
            </p:nvPicPr>
            <p:blipFill>
              <a:blip r:embed="rId4"/>
              <a:stretch>
                <a:fillRect/>
              </a:stretch>
            </p:blipFill>
            <p:spPr>
              <a:xfrm>
                <a:off x="385200" y="1834920"/>
                <a:ext cx="11220840" cy="4969440"/>
              </a:xfrm>
              <a:prstGeom prst="rect">
                <a:avLst/>
              </a:prstGeom>
            </p:spPr>
          </p:pic>
        </mc:Fallback>
      </mc:AlternateContent>
    </p:spTree>
    <p:extLst>
      <p:ext uri="{BB962C8B-B14F-4D97-AF65-F5344CB8AC3E}">
        <p14:creationId xmlns:p14="http://schemas.microsoft.com/office/powerpoint/2010/main" val="251404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a:t>
            </a:r>
            <a:endParaRPr lang="en-IN" dirty="0"/>
          </a:p>
        </p:txBody>
      </p:sp>
      <p:sp>
        <p:nvSpPr>
          <p:cNvPr id="5" name="Text Placeholder 2"/>
          <p:cNvSpPr txBox="1">
            <a:spLocks/>
          </p:cNvSpPr>
          <p:nvPr/>
        </p:nvSpPr>
        <p:spPr>
          <a:xfrm>
            <a:off x="381000" y="1219200"/>
            <a:ext cx="11125200" cy="990600"/>
          </a:xfrm>
          <a:prstGeom prst="rect">
            <a:avLst/>
          </a:prstGeom>
        </p:spPr>
        <p:txBody>
          <a:bodyPr vert="horz" lIns="44540" tIns="22270" rIns="44540" bIns="22270" rtlCol="0">
            <a:noAutofit/>
          </a:bodyPr>
          <a:lstStyle>
            <a:lvl1pPr marL="396015" indent="-396015" algn="l" defTabSz="1056041" rtl="0" eaLnBrk="1" latinLnBrk="0" hangingPunct="1">
              <a:spcBef>
                <a:spcPct val="20000"/>
              </a:spcBef>
              <a:buFont typeface="Arial" pitchFamily="34" charset="0"/>
              <a:buChar char="•"/>
              <a:defRPr sz="3696" kern="1200">
                <a:solidFill>
                  <a:schemeClr val="tx1"/>
                </a:solidFill>
                <a:latin typeface="Helvetica Neue"/>
                <a:ea typeface="+mn-ea"/>
                <a:cs typeface="+mn-cs"/>
              </a:defRPr>
            </a:lvl1pPr>
            <a:lvl2pPr marL="858033" indent="-330013" algn="l" defTabSz="1056041" rtl="0" eaLnBrk="1" latinLnBrk="0" hangingPunct="1">
              <a:spcBef>
                <a:spcPct val="20000"/>
              </a:spcBef>
              <a:buFont typeface="Arial" pitchFamily="34" charset="0"/>
              <a:buChar char="–"/>
              <a:defRPr sz="3234" kern="1200">
                <a:solidFill>
                  <a:schemeClr val="tx1"/>
                </a:solidFill>
                <a:latin typeface="Helvetica Neue"/>
                <a:ea typeface="+mn-ea"/>
                <a:cs typeface="+mn-cs"/>
              </a:defRPr>
            </a:lvl2pPr>
            <a:lvl3pPr marL="1320051" indent="-264010" algn="l" defTabSz="1056041" rtl="0" eaLnBrk="1" latinLnBrk="0" hangingPunct="1">
              <a:spcBef>
                <a:spcPct val="20000"/>
              </a:spcBef>
              <a:buFont typeface="Arial" pitchFamily="34" charset="0"/>
              <a:buChar char="•"/>
              <a:defRPr sz="2772" kern="1200">
                <a:solidFill>
                  <a:schemeClr val="tx1"/>
                </a:solidFill>
                <a:latin typeface="Helvetica Neue"/>
                <a:ea typeface="+mn-ea"/>
                <a:cs typeface="+mn-cs"/>
              </a:defRPr>
            </a:lvl3pPr>
            <a:lvl4pPr marL="1848071" indent="-264010" algn="l" defTabSz="1056041" rtl="0" eaLnBrk="1" latinLnBrk="0" hangingPunct="1">
              <a:spcBef>
                <a:spcPct val="20000"/>
              </a:spcBef>
              <a:buFont typeface="Arial" pitchFamily="34" charset="0"/>
              <a:buChar char="–"/>
              <a:defRPr sz="2310" kern="1200">
                <a:solidFill>
                  <a:schemeClr val="tx1"/>
                </a:solidFill>
                <a:latin typeface="Helvetica Neue"/>
                <a:ea typeface="+mn-ea"/>
                <a:cs typeface="+mn-cs"/>
              </a:defRPr>
            </a:lvl4pPr>
            <a:lvl5pPr marL="2376091" indent="-264010" algn="l" defTabSz="1056041" rtl="0" eaLnBrk="1" latinLnBrk="0" hangingPunct="1">
              <a:spcBef>
                <a:spcPct val="20000"/>
              </a:spcBef>
              <a:buFont typeface="Arial" pitchFamily="34" charset="0"/>
              <a:buChar char="»"/>
              <a:defRPr sz="2310" kern="1200">
                <a:solidFill>
                  <a:schemeClr val="tx1"/>
                </a:solidFill>
                <a:latin typeface="Helvetica Neue"/>
                <a:ea typeface="+mn-ea"/>
                <a:cs typeface="+mn-cs"/>
              </a:defRPr>
            </a:lvl5pPr>
            <a:lvl6pPr marL="290411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6pPr>
            <a:lvl7pPr marL="343213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7pPr>
            <a:lvl8pPr marL="396015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8pPr>
            <a:lvl9pPr marL="448817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9pPr>
          </a:lstStyle>
          <a:p>
            <a:pPr marL="0" indent="0" algn="just" defTabSz="514424">
              <a:buNone/>
            </a:pPr>
            <a:r>
              <a:rPr lang="en-US" sz="2200" b="1" i="0" dirty="0">
                <a:solidFill>
                  <a:srgbClr val="333333"/>
                </a:solidFill>
                <a:effectLst/>
                <a:highlight>
                  <a:srgbClr val="FFFFFF"/>
                </a:highlight>
                <a:latin typeface="+mn-lt"/>
              </a:rPr>
              <a:t>If 3% of electronic units manufactured by a company are defective. Find the probability that in a sample of 200 units, less than 2 bulbs are defective.</a:t>
            </a:r>
            <a:endParaRPr lang="en-US" sz="2200" dirty="0">
              <a:solidFill>
                <a:prstClr val="black"/>
              </a:solidFill>
              <a:latin typeface="+mn-lt"/>
            </a:endParaRPr>
          </a:p>
        </p:txBody>
      </p:sp>
      <p:sp>
        <p:nvSpPr>
          <p:cNvPr id="6" name="TextBox 5">
            <a:extLst>
              <a:ext uri="{FF2B5EF4-FFF2-40B4-BE49-F238E27FC236}">
                <a16:creationId xmlns:a16="http://schemas.microsoft.com/office/drawing/2014/main" id="{C90B6D4A-6AA4-FF91-497D-7073E62FBBAA}"/>
              </a:ext>
            </a:extLst>
          </p:cNvPr>
          <p:cNvSpPr txBox="1"/>
          <p:nvPr/>
        </p:nvSpPr>
        <p:spPr>
          <a:xfrm>
            <a:off x="380999" y="2209800"/>
            <a:ext cx="10972801" cy="3785652"/>
          </a:xfrm>
          <a:prstGeom prst="rect">
            <a:avLst/>
          </a:prstGeom>
          <a:noFill/>
        </p:spPr>
        <p:txBody>
          <a:bodyPr wrap="square" rtlCol="0">
            <a:spAutoFit/>
          </a:bodyPr>
          <a:lstStyle/>
          <a:p>
            <a:pPr algn="l" fontAlgn="base"/>
            <a:r>
              <a:rPr lang="en-US" sz="2000" b="1" i="0" dirty="0">
                <a:solidFill>
                  <a:srgbClr val="FF0000"/>
                </a:solidFill>
                <a:effectLst/>
                <a:highlight>
                  <a:srgbClr val="FFFFFF"/>
                </a:highlight>
              </a:rPr>
              <a:t>Solution:</a:t>
            </a:r>
          </a:p>
          <a:p>
            <a:pPr algn="l" fontAlgn="base"/>
            <a:endParaRPr lang="en-US" sz="2000" b="0" i="0" dirty="0">
              <a:solidFill>
                <a:srgbClr val="FF0000"/>
              </a:solidFill>
              <a:effectLst/>
              <a:highlight>
                <a:srgbClr val="FFFFFF"/>
              </a:highlight>
            </a:endParaRPr>
          </a:p>
          <a:p>
            <a:pPr algn="l" fontAlgn="base"/>
            <a:r>
              <a:rPr lang="en-US" sz="2000" b="0" i="0" dirty="0">
                <a:solidFill>
                  <a:srgbClr val="333333"/>
                </a:solidFill>
                <a:effectLst/>
                <a:highlight>
                  <a:srgbClr val="FFFFFF"/>
                </a:highlight>
              </a:rPr>
              <a:t>The probability of defective units p = 3/100 = 0.03</a:t>
            </a:r>
          </a:p>
          <a:p>
            <a:pPr algn="l" fontAlgn="base"/>
            <a:r>
              <a:rPr lang="en-US" sz="2000" b="0" i="0" dirty="0">
                <a:solidFill>
                  <a:srgbClr val="333333"/>
                </a:solidFill>
                <a:effectLst/>
                <a:highlight>
                  <a:srgbClr val="FFFFFF"/>
                </a:highlight>
              </a:rPr>
              <a:t>Give n = 200.</a:t>
            </a:r>
          </a:p>
          <a:p>
            <a:pPr algn="l" fontAlgn="base"/>
            <a:r>
              <a:rPr lang="en-US" sz="2000" b="0" i="0" dirty="0">
                <a:solidFill>
                  <a:srgbClr val="333333"/>
                </a:solidFill>
                <a:effectLst/>
                <a:highlight>
                  <a:srgbClr val="FFFFFF"/>
                </a:highlight>
              </a:rPr>
              <a:t>We observe that p is small and n is large here. Thus, it is a Poisson distribution.</a:t>
            </a:r>
          </a:p>
          <a:p>
            <a:pPr algn="l" fontAlgn="base"/>
            <a:r>
              <a:rPr lang="en-US" sz="2000" b="0" i="0" dirty="0">
                <a:solidFill>
                  <a:srgbClr val="333333"/>
                </a:solidFill>
                <a:effectLst/>
                <a:highlight>
                  <a:srgbClr val="FFFFFF"/>
                </a:highlight>
              </a:rPr>
              <a:t>Mean λ= np = 200 × 0.03 = 6</a:t>
            </a:r>
          </a:p>
          <a:p>
            <a:pPr algn="l" fontAlgn="base"/>
            <a:r>
              <a:rPr lang="en-US" sz="2000" b="0" i="0" dirty="0">
                <a:solidFill>
                  <a:srgbClr val="333333"/>
                </a:solidFill>
                <a:effectLst/>
                <a:highlight>
                  <a:srgbClr val="FFFFFF"/>
                </a:highlight>
              </a:rPr>
              <a:t>P(X= x) is given by the Poisson Distribution Formula as (e</a:t>
            </a:r>
            <a:r>
              <a:rPr lang="en-US" sz="2000" b="0" i="0" baseline="30000" dirty="0">
                <a:solidFill>
                  <a:srgbClr val="333333"/>
                </a:solidFill>
                <a:effectLst/>
                <a:highlight>
                  <a:srgbClr val="FFFFFF"/>
                </a:highlight>
              </a:rPr>
              <a:t>-λ</a:t>
            </a:r>
            <a:r>
              <a:rPr lang="en-US" sz="2000" b="0" i="0" dirty="0">
                <a:solidFill>
                  <a:srgbClr val="333333"/>
                </a:solidFill>
                <a:effectLst/>
                <a:highlight>
                  <a:srgbClr val="FFFFFF"/>
                </a:highlight>
              </a:rPr>
              <a:t> </a:t>
            </a:r>
            <a:r>
              <a:rPr lang="en-US" sz="2000" b="0" i="0" dirty="0" err="1">
                <a:solidFill>
                  <a:srgbClr val="333333"/>
                </a:solidFill>
                <a:effectLst/>
                <a:highlight>
                  <a:srgbClr val="FFFFFF"/>
                </a:highlight>
              </a:rPr>
              <a:t>λ</a:t>
            </a:r>
            <a:r>
              <a:rPr lang="en-US" sz="2000" b="0" i="0" baseline="30000" dirty="0" err="1">
                <a:solidFill>
                  <a:srgbClr val="333333"/>
                </a:solidFill>
                <a:effectLst/>
                <a:highlight>
                  <a:srgbClr val="FFFFFF"/>
                </a:highlight>
              </a:rPr>
              <a:t>x</a:t>
            </a:r>
            <a:r>
              <a:rPr lang="en-US" sz="2000" b="0" i="0" dirty="0">
                <a:solidFill>
                  <a:srgbClr val="333333"/>
                </a:solidFill>
                <a:effectLst/>
                <a:highlight>
                  <a:srgbClr val="FFFFFF"/>
                </a:highlight>
              </a:rPr>
              <a:t> )/x!</a:t>
            </a:r>
          </a:p>
          <a:p>
            <a:pPr algn="l" fontAlgn="base"/>
            <a:r>
              <a:rPr lang="en-US" sz="2000" b="0" i="0" dirty="0">
                <a:solidFill>
                  <a:srgbClr val="333333"/>
                </a:solidFill>
                <a:effectLst/>
                <a:highlight>
                  <a:srgbClr val="FFFFFF"/>
                </a:highlight>
              </a:rPr>
              <a:t>P(X &lt; 2) = P(X = 0) + P(X= 1)</a:t>
            </a:r>
          </a:p>
          <a:p>
            <a:pPr algn="l" fontAlgn="base"/>
            <a:r>
              <a:rPr lang="en-US" sz="2000" b="0" i="0" dirty="0">
                <a:solidFill>
                  <a:srgbClr val="333333"/>
                </a:solidFill>
                <a:effectLst/>
                <a:highlight>
                  <a:srgbClr val="FFFFFF"/>
                </a:highlight>
              </a:rPr>
              <a:t>               =(e</a:t>
            </a:r>
            <a:r>
              <a:rPr lang="en-US" sz="2000" b="0" i="0" baseline="30000" dirty="0">
                <a:solidFill>
                  <a:srgbClr val="333333"/>
                </a:solidFill>
                <a:effectLst/>
                <a:highlight>
                  <a:srgbClr val="FFFFFF"/>
                </a:highlight>
              </a:rPr>
              <a:t>-6</a:t>
            </a:r>
            <a:r>
              <a:rPr lang="en-US" sz="2000" b="0" i="0" dirty="0">
                <a:solidFill>
                  <a:srgbClr val="333333"/>
                </a:solidFill>
                <a:effectLst/>
                <a:highlight>
                  <a:srgbClr val="FFFFFF"/>
                </a:highlight>
              </a:rPr>
              <a:t> 6</a:t>
            </a:r>
            <a:r>
              <a:rPr lang="en-US" sz="2000" b="0" i="0" baseline="30000" dirty="0">
                <a:solidFill>
                  <a:srgbClr val="333333"/>
                </a:solidFill>
                <a:effectLst/>
                <a:highlight>
                  <a:srgbClr val="FFFFFF"/>
                </a:highlight>
              </a:rPr>
              <a:t>0</a:t>
            </a:r>
            <a:r>
              <a:rPr lang="en-US" sz="2000" b="0" i="0" dirty="0">
                <a:solidFill>
                  <a:srgbClr val="333333"/>
                </a:solidFill>
                <a:effectLst/>
                <a:highlight>
                  <a:srgbClr val="FFFFFF"/>
                </a:highlight>
              </a:rPr>
              <a:t> )/0! + (e</a:t>
            </a:r>
            <a:r>
              <a:rPr lang="en-US" sz="2000" b="0" i="0" baseline="30000" dirty="0">
                <a:solidFill>
                  <a:srgbClr val="333333"/>
                </a:solidFill>
                <a:effectLst/>
                <a:highlight>
                  <a:srgbClr val="FFFFFF"/>
                </a:highlight>
              </a:rPr>
              <a:t>--6</a:t>
            </a:r>
            <a:r>
              <a:rPr lang="en-US" sz="2000" b="0" i="0" dirty="0">
                <a:solidFill>
                  <a:srgbClr val="333333"/>
                </a:solidFill>
                <a:effectLst/>
                <a:highlight>
                  <a:srgbClr val="FFFFFF"/>
                </a:highlight>
              </a:rPr>
              <a:t>6</a:t>
            </a:r>
            <a:r>
              <a:rPr lang="en-US" sz="2000" b="0" i="0" baseline="30000" dirty="0">
                <a:solidFill>
                  <a:srgbClr val="333333"/>
                </a:solidFill>
                <a:effectLst/>
                <a:highlight>
                  <a:srgbClr val="FFFFFF"/>
                </a:highlight>
              </a:rPr>
              <a:t>1</a:t>
            </a:r>
            <a:r>
              <a:rPr lang="en-US" sz="2000" b="0" i="0" dirty="0">
                <a:solidFill>
                  <a:srgbClr val="333333"/>
                </a:solidFill>
                <a:effectLst/>
                <a:highlight>
                  <a:srgbClr val="FFFFFF"/>
                </a:highlight>
              </a:rPr>
              <a:t> )/1!</a:t>
            </a:r>
          </a:p>
          <a:p>
            <a:pPr algn="l" fontAlgn="base"/>
            <a:r>
              <a:rPr lang="en-US" sz="2000" b="0" i="0" dirty="0">
                <a:solidFill>
                  <a:srgbClr val="333333"/>
                </a:solidFill>
                <a:effectLst/>
                <a:highlight>
                  <a:srgbClr val="FFFFFF"/>
                </a:highlight>
              </a:rPr>
              <a:t>               = e</a:t>
            </a:r>
            <a:r>
              <a:rPr lang="en-US" sz="2000" b="0" i="0" baseline="30000" dirty="0">
                <a:solidFill>
                  <a:srgbClr val="333333"/>
                </a:solidFill>
                <a:effectLst/>
                <a:highlight>
                  <a:srgbClr val="FFFFFF"/>
                </a:highlight>
              </a:rPr>
              <a:t>-6</a:t>
            </a:r>
            <a:r>
              <a:rPr lang="en-US" sz="2000" b="0" i="0" dirty="0">
                <a:solidFill>
                  <a:srgbClr val="333333"/>
                </a:solidFill>
                <a:effectLst/>
                <a:highlight>
                  <a:srgbClr val="FFFFFF"/>
                </a:highlight>
              </a:rPr>
              <a:t> + e</a:t>
            </a:r>
            <a:r>
              <a:rPr lang="en-US" sz="2000" b="0" i="0" baseline="30000" dirty="0">
                <a:solidFill>
                  <a:srgbClr val="333333"/>
                </a:solidFill>
                <a:effectLst/>
                <a:highlight>
                  <a:srgbClr val="FFFFFF"/>
                </a:highlight>
              </a:rPr>
              <a:t>--6 </a:t>
            </a:r>
            <a:r>
              <a:rPr lang="en-US" sz="2000" b="0" i="0" dirty="0">
                <a:solidFill>
                  <a:srgbClr val="333333"/>
                </a:solidFill>
                <a:effectLst/>
                <a:highlight>
                  <a:srgbClr val="FFFFFF"/>
                </a:highlight>
              </a:rPr>
              <a:t>× 6</a:t>
            </a:r>
          </a:p>
          <a:p>
            <a:pPr algn="l" fontAlgn="base"/>
            <a:r>
              <a:rPr lang="en-US" sz="2000" b="0" i="0" dirty="0">
                <a:solidFill>
                  <a:srgbClr val="333333"/>
                </a:solidFill>
                <a:effectLst/>
                <a:highlight>
                  <a:srgbClr val="FFFFFF"/>
                </a:highlight>
              </a:rPr>
              <a:t>               = 0.00247 + 0.0148</a:t>
            </a:r>
          </a:p>
          <a:p>
            <a:pPr algn="l" fontAlgn="base"/>
            <a:r>
              <a:rPr lang="en-US" sz="2000" b="0" i="0" dirty="0">
                <a:solidFill>
                  <a:srgbClr val="333333"/>
                </a:solidFill>
                <a:effectLst/>
                <a:highlight>
                  <a:srgbClr val="FFFFFF"/>
                </a:highlight>
              </a:rPr>
              <a:t>P(X &lt; 2) = 0.01727</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57817AA-153F-F373-3915-4E67A8D0F0E2}"/>
                  </a:ext>
                </a:extLst>
              </p14:cNvPr>
              <p14:cNvContentPartPr/>
              <p14:nvPr/>
            </p14:nvContentPartPr>
            <p14:xfrm>
              <a:off x="1296000" y="1681920"/>
              <a:ext cx="10083240" cy="2713320"/>
            </p14:xfrm>
          </p:contentPart>
        </mc:Choice>
        <mc:Fallback>
          <p:pic>
            <p:nvPicPr>
              <p:cNvPr id="3" name="Ink 2">
                <a:extLst>
                  <a:ext uri="{FF2B5EF4-FFF2-40B4-BE49-F238E27FC236}">
                    <a16:creationId xmlns:a16="http://schemas.microsoft.com/office/drawing/2014/main" id="{257817AA-153F-F373-3915-4E67A8D0F0E2}"/>
                  </a:ext>
                </a:extLst>
              </p:cNvPr>
              <p:cNvPicPr/>
              <p:nvPr/>
            </p:nvPicPr>
            <p:blipFill>
              <a:blip r:embed="rId3"/>
              <a:stretch>
                <a:fillRect/>
              </a:stretch>
            </p:blipFill>
            <p:spPr>
              <a:xfrm>
                <a:off x="1286640" y="1672560"/>
                <a:ext cx="10101960" cy="2732040"/>
              </a:xfrm>
              <a:prstGeom prst="rect">
                <a:avLst/>
              </a:prstGeom>
            </p:spPr>
          </p:pic>
        </mc:Fallback>
      </mc:AlternateContent>
    </p:spTree>
    <p:extLst>
      <p:ext uri="{BB962C8B-B14F-4D97-AF65-F5344CB8AC3E}">
        <p14:creationId xmlns:p14="http://schemas.microsoft.com/office/powerpoint/2010/main" val="356174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 and Variance</a:t>
            </a:r>
            <a:endParaRPr lang="en-IN" dirty="0"/>
          </a:p>
        </p:txBody>
      </p:sp>
      <p:sp>
        <p:nvSpPr>
          <p:cNvPr id="5" name="Rectangle 3"/>
          <p:cNvSpPr txBox="1">
            <a:spLocks noChangeArrowheads="1"/>
          </p:cNvSpPr>
          <p:nvPr/>
        </p:nvSpPr>
        <p:spPr>
          <a:xfrm>
            <a:off x="457201" y="2000251"/>
            <a:ext cx="1758950" cy="571499"/>
          </a:xfrm>
          <a:prstGeom prst="rect">
            <a:avLst/>
          </a:prstGeom>
        </p:spPr>
        <p:txBody>
          <a:bodyPr lIns="77751" tIns="38876" rIns="77751" bIns="38876"/>
          <a:lstStyle/>
          <a:p>
            <a:pPr marL="291567" indent="-291567" eaLnBrk="0" hangingPunct="0">
              <a:spcBef>
                <a:spcPct val="20000"/>
              </a:spcBef>
              <a:buClr>
                <a:schemeClr val="tx2"/>
              </a:buClr>
              <a:buSzPct val="75000"/>
              <a:defRPr/>
            </a:pPr>
            <a:r>
              <a:rPr lang="en-US" sz="2025" b="1" kern="0" dirty="0">
                <a:cs typeface="Times New Roman" pitchFamily="18" charset="0"/>
              </a:rPr>
              <a:t>Mean:</a:t>
            </a:r>
          </a:p>
          <a:p>
            <a:pPr marL="5774647" lvl="1" indent="-5677458" eaLnBrk="0" hangingPunct="0">
              <a:spcBef>
                <a:spcPct val="20000"/>
              </a:spcBef>
              <a:buClr>
                <a:schemeClr val="accent1"/>
              </a:buClr>
              <a:buSzPct val="70000"/>
              <a:defRPr/>
            </a:pPr>
            <a:endParaRPr lang="en-US" sz="2025" kern="0" dirty="0">
              <a:latin typeface="Times New Roman" pitchFamily="18" charset="0"/>
              <a:cs typeface="Times New Roman" pitchFamily="18" charset="0"/>
            </a:endParaRPr>
          </a:p>
        </p:txBody>
      </p:sp>
      <p:sp>
        <p:nvSpPr>
          <p:cNvPr id="6" name="Rectangle 4"/>
          <p:cNvSpPr>
            <a:spLocks noChangeArrowheads="1"/>
          </p:cNvSpPr>
          <p:nvPr/>
        </p:nvSpPr>
        <p:spPr bwMode="auto">
          <a:xfrm>
            <a:off x="228601" y="3143251"/>
            <a:ext cx="5943600" cy="742950"/>
          </a:xfrm>
          <a:prstGeom prst="rect">
            <a:avLst/>
          </a:prstGeom>
          <a:noFill/>
          <a:ln w="9525">
            <a:noFill/>
            <a:miter lim="800000"/>
            <a:headEnd/>
            <a:tailEnd/>
          </a:ln>
        </p:spPr>
        <p:txBody>
          <a:bodyPr lIns="72566" tIns="36284" rIns="72566" bIns="36284"/>
          <a:lstStyle/>
          <a:p>
            <a:pPr marL="291567" indent="-291567">
              <a:spcBef>
                <a:spcPct val="20000"/>
              </a:spcBef>
              <a:buClr>
                <a:schemeClr val="folHlink"/>
              </a:buClr>
              <a:buSzPct val="60000"/>
            </a:pPr>
            <a:r>
              <a:rPr lang="en-US" sz="2025" b="1" dirty="0">
                <a:cs typeface="Times New Roman" pitchFamily="18" charset="0"/>
              </a:rPr>
              <a:t>Variance and Standard Deviation</a:t>
            </a:r>
          </a:p>
        </p:txBody>
      </p:sp>
      <p:graphicFrame>
        <p:nvGraphicFramePr>
          <p:cNvPr id="7" name="Object 2"/>
          <p:cNvGraphicFramePr>
            <a:graphicFrameLocks noChangeAspect="1"/>
          </p:cNvGraphicFramePr>
          <p:nvPr/>
        </p:nvGraphicFramePr>
        <p:xfrm>
          <a:off x="3810001" y="1943100"/>
          <a:ext cx="1232297" cy="476250"/>
        </p:xfrm>
        <a:graphic>
          <a:graphicData uri="http://schemas.openxmlformats.org/presentationml/2006/ole">
            <mc:AlternateContent xmlns:mc="http://schemas.openxmlformats.org/markup-compatibility/2006">
              <mc:Choice xmlns:v="urn:schemas-microsoft-com:vml" Requires="v">
                <p:oleObj name="Equation" r:id="rId2" imgW="393480" imgH="203040" progId="Equation.3">
                  <p:embed/>
                </p:oleObj>
              </mc:Choice>
              <mc:Fallback>
                <p:oleObj name="Equation" r:id="rId2" imgW="393480" imgH="203040" progId="Equation.3">
                  <p:embed/>
                  <p:pic>
                    <p:nvPicPr>
                      <p:cNvPr id="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1" y="1943100"/>
                        <a:ext cx="1232297" cy="476250"/>
                      </a:xfrm>
                      <a:prstGeom prst="rect">
                        <a:avLst/>
                      </a:prstGeom>
                      <a:solidFill>
                        <a:srgbClr val="CCFFFF"/>
                      </a:solidFill>
                      <a:ln w="9525">
                        <a:solidFill>
                          <a:schemeClr val="tx1"/>
                        </a:solidFill>
                        <a:miter lim="800000"/>
                        <a:headEnd/>
                        <a:tailEnd/>
                      </a:ln>
                    </p:spPr>
                  </p:pic>
                </p:oleObj>
              </mc:Fallback>
            </mc:AlternateContent>
          </a:graphicData>
        </a:graphic>
      </p:graphicFrame>
      <p:graphicFrame>
        <p:nvGraphicFramePr>
          <p:cNvPr id="8" name="Object 3"/>
          <p:cNvGraphicFramePr>
            <a:graphicFrameLocks noChangeAspect="1"/>
          </p:cNvGraphicFramePr>
          <p:nvPr/>
        </p:nvGraphicFramePr>
        <p:xfrm>
          <a:off x="3811191" y="3700462"/>
          <a:ext cx="1312069" cy="425054"/>
        </p:xfrm>
        <a:graphic>
          <a:graphicData uri="http://schemas.openxmlformats.org/presentationml/2006/ole">
            <mc:AlternateContent xmlns:mc="http://schemas.openxmlformats.org/markup-compatibility/2006">
              <mc:Choice xmlns:v="urn:schemas-microsoft-com:vml" Requires="v">
                <p:oleObj name="Equation" r:id="rId4" imgW="469800" imgH="203040" progId="Equation.3">
                  <p:embed/>
                </p:oleObj>
              </mc:Choice>
              <mc:Fallback>
                <p:oleObj name="Equation" r:id="rId4" imgW="469800" imgH="203040" progId="Equation.3">
                  <p:embed/>
                  <p:pic>
                    <p:nvPicPr>
                      <p:cNvPr id="8"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1191" y="3700462"/>
                        <a:ext cx="1312069" cy="425054"/>
                      </a:xfrm>
                      <a:prstGeom prst="rect">
                        <a:avLst/>
                      </a:prstGeom>
                      <a:solidFill>
                        <a:srgbClr val="CCFFFF"/>
                      </a:solidFill>
                      <a:ln w="9525">
                        <a:solidFill>
                          <a:schemeClr val="tx1"/>
                        </a:solidFill>
                        <a:miter lim="800000"/>
                        <a:headEnd/>
                        <a:tailEnd/>
                      </a:ln>
                    </p:spPr>
                  </p:pic>
                </p:oleObj>
              </mc:Fallback>
            </mc:AlternateContent>
          </a:graphicData>
        </a:graphic>
      </p:graphicFrame>
      <p:graphicFrame>
        <p:nvGraphicFramePr>
          <p:cNvPr id="9" name="Object 4"/>
          <p:cNvGraphicFramePr>
            <a:graphicFrameLocks noChangeAspect="1"/>
          </p:cNvGraphicFramePr>
          <p:nvPr/>
        </p:nvGraphicFramePr>
        <p:xfrm>
          <a:off x="3827860" y="4400550"/>
          <a:ext cx="1419225" cy="477441"/>
        </p:xfrm>
        <a:graphic>
          <a:graphicData uri="http://schemas.openxmlformats.org/presentationml/2006/ole">
            <mc:AlternateContent xmlns:mc="http://schemas.openxmlformats.org/markup-compatibility/2006">
              <mc:Choice xmlns:v="urn:schemas-microsoft-com:vml" Requires="v">
                <p:oleObj name="Equation" r:id="rId6" imgW="507960" imgH="228600" progId="Equation.3">
                  <p:embed/>
                </p:oleObj>
              </mc:Choice>
              <mc:Fallback>
                <p:oleObj name="Equation" r:id="rId6" imgW="507960" imgH="228600" progId="Equation.3">
                  <p:embed/>
                  <p:pic>
                    <p:nvPicPr>
                      <p:cNvPr id="9"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7860" y="4400550"/>
                        <a:ext cx="1419225" cy="477441"/>
                      </a:xfrm>
                      <a:prstGeom prst="rect">
                        <a:avLst/>
                      </a:prstGeom>
                      <a:solidFill>
                        <a:srgbClr val="CCFFFF"/>
                      </a:solidFill>
                      <a:ln w="9525">
                        <a:solidFill>
                          <a:schemeClr val="tx1"/>
                        </a:solidFill>
                        <a:miter lim="800000"/>
                        <a:headEnd/>
                        <a:tailEnd/>
                      </a:ln>
                    </p:spPr>
                  </p:pic>
                </p:oleObj>
              </mc:Fallback>
            </mc:AlternateContent>
          </a:graphicData>
        </a:graphic>
      </p:graphicFrame>
      <p:sp>
        <p:nvSpPr>
          <p:cNvPr id="10" name="Rectangle 8"/>
          <p:cNvSpPr>
            <a:spLocks noChangeArrowheads="1"/>
          </p:cNvSpPr>
          <p:nvPr/>
        </p:nvSpPr>
        <p:spPr bwMode="auto">
          <a:xfrm>
            <a:off x="304800" y="5153025"/>
            <a:ext cx="7848598" cy="628650"/>
          </a:xfrm>
          <a:prstGeom prst="rect">
            <a:avLst/>
          </a:prstGeom>
          <a:noFill/>
          <a:ln w="9525">
            <a:noFill/>
            <a:miter lim="800000"/>
            <a:headEnd/>
            <a:tailEnd/>
          </a:ln>
        </p:spPr>
        <p:txBody>
          <a:bodyPr lIns="72566" tIns="36284" rIns="72566" bIns="36284"/>
          <a:lstStyle/>
          <a:p>
            <a:pPr marL="291567" indent="-291567">
              <a:spcBef>
                <a:spcPct val="20000"/>
              </a:spcBef>
              <a:buClr>
                <a:schemeClr val="folHlink"/>
              </a:buClr>
              <a:buSzPct val="60000"/>
            </a:pPr>
            <a:r>
              <a:rPr lang="en-US" sz="2025" dirty="0">
                <a:cs typeface="Times New Roman" pitchFamily="18" charset="0"/>
              </a:rPr>
              <a:t>   where	 </a:t>
            </a:r>
            <a:r>
              <a:rPr lang="en-US" sz="2025" dirty="0">
                <a:cs typeface="Times New Roman" pitchFamily="18" charset="0"/>
                <a:sym typeface="Symbol" pitchFamily="18" charset="2"/>
              </a:rPr>
              <a:t></a:t>
            </a:r>
            <a:r>
              <a:rPr lang="en-US" sz="2025" dirty="0">
                <a:cs typeface="Times New Roman" pitchFamily="18" charset="0"/>
              </a:rPr>
              <a:t>= expected number of occurrences in a given experiment.</a:t>
            </a:r>
          </a:p>
        </p:txBody>
      </p:sp>
      <p:sp>
        <p:nvSpPr>
          <p:cNvPr id="11" name="Rectangle 9"/>
          <p:cNvSpPr>
            <a:spLocks noChangeArrowheads="1"/>
          </p:cNvSpPr>
          <p:nvPr/>
        </p:nvSpPr>
        <p:spPr bwMode="auto">
          <a:xfrm>
            <a:off x="6096001" y="1885950"/>
            <a:ext cx="2667000" cy="1325006"/>
          </a:xfrm>
          <a:prstGeom prst="rect">
            <a:avLst/>
          </a:prstGeom>
          <a:noFill/>
          <a:ln w="9525">
            <a:noFill/>
            <a:miter lim="800000"/>
            <a:headEnd/>
            <a:tailEnd/>
          </a:ln>
        </p:spPr>
        <p:txBody>
          <a:bodyPr lIns="77751" tIns="38876" rIns="77751" bIns="38876">
            <a:spAutoFit/>
          </a:bodyPr>
          <a:lstStyle/>
          <a:p>
            <a:pPr algn="just">
              <a:spcBef>
                <a:spcPct val="20000"/>
              </a:spcBef>
              <a:buClr>
                <a:schemeClr val="folHlink"/>
              </a:buClr>
              <a:buSzPct val="60000"/>
              <a:buFont typeface="Wingdings" pitchFamily="2" charset="2"/>
              <a:buNone/>
            </a:pPr>
            <a:r>
              <a:rPr lang="en-US" sz="2025" b="1" dirty="0">
                <a:solidFill>
                  <a:schemeClr val="hlink"/>
                </a:solidFill>
                <a:cs typeface="Times New Roman" pitchFamily="18" charset="0"/>
              </a:rPr>
              <a:t>For a Poisson random variable, the variance and mean are the same!</a:t>
            </a:r>
          </a:p>
        </p:txBody>
      </p:sp>
    </p:spTree>
    <p:extLst>
      <p:ext uri="{BB962C8B-B14F-4D97-AF65-F5344CB8AC3E}">
        <p14:creationId xmlns:p14="http://schemas.microsoft.com/office/powerpoint/2010/main" val="4073174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Poisson approximation to Binomial distribution </a:t>
            </a:r>
            <a:r>
              <a:rPr lang="en-IN" dirty="0">
                <a:latin typeface="Times New Roman" pitchFamily="18" charset="0"/>
                <a:cs typeface="Times New Roman" pitchFamily="18" charset="0"/>
              </a:rPr>
              <a:t>:</a:t>
            </a:r>
            <a:endParaRPr lang="en-IN" dirty="0"/>
          </a:p>
        </p:txBody>
      </p:sp>
      <mc:AlternateContent xmlns:mc="http://schemas.openxmlformats.org/markup-compatibility/2006" xmlns:a14="http://schemas.microsoft.com/office/drawing/2010/main">
        <mc:Choice Requires="a14">
          <p:sp>
            <p:nvSpPr>
              <p:cNvPr id="5" name="Rectangle 4"/>
              <p:cNvSpPr/>
              <p:nvPr/>
            </p:nvSpPr>
            <p:spPr>
              <a:xfrm>
                <a:off x="685800" y="1447800"/>
                <a:ext cx="10363200" cy="1569660"/>
              </a:xfrm>
              <a:prstGeom prst="rect">
                <a:avLst/>
              </a:prstGeom>
            </p:spPr>
            <p:txBody>
              <a:bodyPr wrap="square">
                <a:spAutoFit/>
              </a:bodyPr>
              <a:lstStyle/>
              <a:p>
                <a:pPr marL="342900" indent="-342900">
                  <a:buFont typeface="Courier New" panose="02070309020205020404" pitchFamily="49" charset="0"/>
                  <a:buChar char="o"/>
                </a:pPr>
                <a:r>
                  <a:rPr lang="en-US" sz="2400" dirty="0"/>
                  <a:t>When n is large and p is small, Binomial probabilities can be approximated by Poisson’s distribution with mean λ=np.</a:t>
                </a:r>
              </a:p>
              <a:p>
                <a:pPr marL="342900" indent="-342900">
                  <a:buFont typeface="Courier New" panose="02070309020205020404" pitchFamily="49" charset="0"/>
                  <a:buChar char="o"/>
                </a:pPr>
                <a:endParaRPr lang="en-US" sz="2400" dirty="0"/>
              </a:p>
              <a:p>
                <a:pPr marL="342900" indent="-342900">
                  <a:buFont typeface="Courier New" panose="02070309020205020404" pitchFamily="49" charset="0"/>
                  <a:buChar char="o"/>
                </a:pPr>
                <a:r>
                  <a:rPr lang="en-US" sz="2400" dirty="0">
                    <a:solidFill>
                      <a:srgbClr val="FF0000"/>
                    </a:solidFill>
                  </a:rPr>
                  <a:t>The approximation is more accurate if n</a:t>
                </a:r>
                <a14:m>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100 </m:t>
                    </m:r>
                  </m:oMath>
                </a14:m>
                <a:r>
                  <a:rPr lang="en-US" sz="2400" dirty="0">
                    <a:solidFill>
                      <a:srgbClr val="FF0000"/>
                    </a:solidFill>
                  </a:rPr>
                  <a:t>and as long as np</a:t>
                </a:r>
                <a14:m>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10</m:t>
                    </m:r>
                  </m:oMath>
                </a14:m>
                <a:endParaRPr lang="en-US" sz="2400" dirty="0">
                  <a:solidFill>
                    <a:srgbClr val="FF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685800" y="1447800"/>
                <a:ext cx="10363200" cy="1569660"/>
              </a:xfrm>
              <a:prstGeom prst="rect">
                <a:avLst/>
              </a:prstGeom>
              <a:blipFill>
                <a:blip r:embed="rId2"/>
                <a:stretch>
                  <a:fillRect l="-824" t="-3113" b="-8171"/>
                </a:stretch>
              </a:blipFill>
            </p:spPr>
            <p:txBody>
              <a:bodyPr/>
              <a:lstStyle/>
              <a:p>
                <a:r>
                  <a:rPr lang="en-IN">
                    <a:noFill/>
                  </a:rPr>
                  <a:t> </a:t>
                </a:r>
              </a:p>
            </p:txBody>
          </p:sp>
        </mc:Fallback>
      </mc:AlternateContent>
    </p:spTree>
    <p:extLst>
      <p:ext uri="{BB962C8B-B14F-4D97-AF65-F5344CB8AC3E}">
        <p14:creationId xmlns:p14="http://schemas.microsoft.com/office/powerpoint/2010/main" val="788536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endParaRPr lang="en-IN" dirty="0"/>
          </a:p>
        </p:txBody>
      </p:sp>
      <p:sp>
        <p:nvSpPr>
          <p:cNvPr id="5" name="Rectangle 1"/>
          <p:cNvSpPr txBox="1">
            <a:spLocks noChangeArrowheads="1"/>
          </p:cNvSpPr>
          <p:nvPr/>
        </p:nvSpPr>
        <p:spPr bwMode="auto">
          <a:xfrm>
            <a:off x="685800" y="990600"/>
            <a:ext cx="10210800" cy="2303708"/>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None/>
            </a:pPr>
            <a:r>
              <a:rPr lang="en-US" sz="2000" dirty="0">
                <a:ea typeface="Calibri" pitchFamily="34" charset="0"/>
              </a:rPr>
              <a:t>It is known that 5% of the books bound at a certain bindery have defective bindings. Find the probability that 2 of 100 books bound by this bindery will have defective bindings using</a:t>
            </a:r>
          </a:p>
          <a:p>
            <a:pPr marL="0" indent="0" eaLnBrk="0" fontAlgn="base" hangingPunct="0">
              <a:lnSpc>
                <a:spcPct val="150000"/>
              </a:lnSpc>
              <a:spcBef>
                <a:spcPct val="0"/>
              </a:spcBef>
              <a:spcAft>
                <a:spcPct val="0"/>
              </a:spcAft>
              <a:buNone/>
            </a:pPr>
            <a:r>
              <a:rPr lang="en-US" sz="2000" dirty="0">
                <a:ea typeface="Calibri" pitchFamily="34" charset="0"/>
              </a:rPr>
              <a:t>(a)The formula for the binomial distribution;</a:t>
            </a:r>
          </a:p>
          <a:p>
            <a:pPr marL="0" indent="0" eaLnBrk="0" fontAlgn="base" hangingPunct="0">
              <a:lnSpc>
                <a:spcPct val="150000"/>
              </a:lnSpc>
              <a:spcBef>
                <a:spcPct val="0"/>
              </a:spcBef>
              <a:spcAft>
                <a:spcPct val="0"/>
              </a:spcAft>
              <a:buNone/>
            </a:pPr>
            <a:r>
              <a:rPr lang="en-US" sz="2000" dirty="0">
                <a:ea typeface="Calibri" pitchFamily="34" charset="0"/>
              </a:rPr>
              <a:t>(b)The Poisson approximation to the binomial distribution</a:t>
            </a:r>
            <a:r>
              <a:rPr lang="en-US" sz="2000" dirty="0"/>
              <a:t> </a:t>
            </a:r>
          </a:p>
          <a:p>
            <a:pPr marL="0" indent="0" eaLnBrk="0" fontAlgn="base" hangingPunct="0">
              <a:spcBef>
                <a:spcPct val="0"/>
              </a:spcBef>
              <a:spcAft>
                <a:spcPct val="0"/>
              </a:spcAft>
              <a:buNone/>
            </a:pPr>
            <a:endParaRPr lang="en-US" dirty="0"/>
          </a:p>
        </p:txBody>
      </p:sp>
      <p:pic>
        <p:nvPicPr>
          <p:cNvPr id="3" name="Picture 2">
            <a:extLst>
              <a:ext uri="{FF2B5EF4-FFF2-40B4-BE49-F238E27FC236}">
                <a16:creationId xmlns:a16="http://schemas.microsoft.com/office/drawing/2014/main" id="{27CB48CE-D49E-4524-9CD6-50C95923B0C5}"/>
              </a:ext>
            </a:extLst>
          </p:cNvPr>
          <p:cNvPicPr>
            <a:picLocks noChangeAspect="1"/>
          </p:cNvPicPr>
          <p:nvPr/>
        </p:nvPicPr>
        <p:blipFill>
          <a:blip r:embed="rId2"/>
          <a:stretch>
            <a:fillRect/>
          </a:stretch>
        </p:blipFill>
        <p:spPr>
          <a:xfrm>
            <a:off x="698084" y="3277375"/>
            <a:ext cx="9602032" cy="251177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338668E-B6CC-3984-3B45-7D0721682986}"/>
                  </a:ext>
                </a:extLst>
              </p14:cNvPr>
              <p14:cNvContentPartPr/>
              <p14:nvPr/>
            </p14:nvContentPartPr>
            <p14:xfrm>
              <a:off x="4402800" y="1516680"/>
              <a:ext cx="7330320" cy="4739400"/>
            </p14:xfrm>
          </p:contentPart>
        </mc:Choice>
        <mc:Fallback>
          <p:pic>
            <p:nvPicPr>
              <p:cNvPr id="4" name="Ink 3">
                <a:extLst>
                  <a:ext uri="{FF2B5EF4-FFF2-40B4-BE49-F238E27FC236}">
                    <a16:creationId xmlns:a16="http://schemas.microsoft.com/office/drawing/2014/main" id="{9338668E-B6CC-3984-3B45-7D0721682986}"/>
                  </a:ext>
                </a:extLst>
              </p:cNvPr>
              <p:cNvPicPr/>
              <p:nvPr/>
            </p:nvPicPr>
            <p:blipFill>
              <a:blip r:embed="rId4"/>
              <a:stretch>
                <a:fillRect/>
              </a:stretch>
            </p:blipFill>
            <p:spPr>
              <a:xfrm>
                <a:off x="4393440" y="1507320"/>
                <a:ext cx="7349040" cy="4758120"/>
              </a:xfrm>
              <a:prstGeom prst="rect">
                <a:avLst/>
              </a:prstGeom>
            </p:spPr>
          </p:pic>
        </mc:Fallback>
      </mc:AlternateContent>
    </p:spTree>
    <p:extLst>
      <p:ext uri="{BB962C8B-B14F-4D97-AF65-F5344CB8AC3E}">
        <p14:creationId xmlns:p14="http://schemas.microsoft.com/office/powerpoint/2010/main" val="4123332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a:t>
            </a:r>
            <a:endParaRPr lang="en-IN" dirty="0"/>
          </a:p>
        </p:txBody>
      </p:sp>
      <p:sp>
        <p:nvSpPr>
          <p:cNvPr id="5" name="Content Placeholder 2"/>
          <p:cNvSpPr txBox="1">
            <a:spLocks/>
          </p:cNvSpPr>
          <p:nvPr/>
        </p:nvSpPr>
        <p:spPr>
          <a:xfrm>
            <a:off x="533400" y="1066801"/>
            <a:ext cx="10668000" cy="1905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None/>
            </a:pPr>
            <a:r>
              <a:rPr lang="en-IN" sz="2000" dirty="0"/>
              <a:t>Given that a switch board of a consultant’s office receives on the average 0.6 calls per minute, find the  probabilities that</a:t>
            </a:r>
          </a:p>
          <a:p>
            <a:pPr marL="0" indent="0" algn="just">
              <a:lnSpc>
                <a:spcPct val="150000"/>
              </a:lnSpc>
              <a:spcBef>
                <a:spcPts val="0"/>
              </a:spcBef>
              <a:buNone/>
            </a:pPr>
            <a:r>
              <a:rPr lang="en-IN" sz="2000" dirty="0"/>
              <a:t>(a) in a given minute there will be at least 1 call;</a:t>
            </a:r>
          </a:p>
          <a:p>
            <a:pPr marL="0" indent="0" algn="just">
              <a:lnSpc>
                <a:spcPct val="150000"/>
              </a:lnSpc>
              <a:spcBef>
                <a:spcPts val="0"/>
              </a:spcBef>
              <a:buNone/>
            </a:pPr>
            <a:r>
              <a:rPr lang="en-IN" sz="2000" dirty="0"/>
              <a:t>(b) in a 4-minute interval there will be at least 3 calls.</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39A0CBC5-1C50-B5CB-A3B4-0F5E3A4D96C9}"/>
                  </a:ext>
                </a:extLst>
              </p14:cNvPr>
              <p14:cNvContentPartPr/>
              <p14:nvPr/>
            </p14:nvContentPartPr>
            <p14:xfrm>
              <a:off x="723600" y="1112760"/>
              <a:ext cx="8333640" cy="4038480"/>
            </p14:xfrm>
          </p:contentPart>
        </mc:Choice>
        <mc:Fallback>
          <p:pic>
            <p:nvPicPr>
              <p:cNvPr id="3" name="Ink 2">
                <a:extLst>
                  <a:ext uri="{FF2B5EF4-FFF2-40B4-BE49-F238E27FC236}">
                    <a16:creationId xmlns:a16="http://schemas.microsoft.com/office/drawing/2014/main" id="{39A0CBC5-1C50-B5CB-A3B4-0F5E3A4D96C9}"/>
                  </a:ext>
                </a:extLst>
              </p:cNvPr>
              <p:cNvPicPr/>
              <p:nvPr/>
            </p:nvPicPr>
            <p:blipFill>
              <a:blip r:embed="rId3"/>
              <a:stretch>
                <a:fillRect/>
              </a:stretch>
            </p:blipFill>
            <p:spPr>
              <a:xfrm>
                <a:off x="714240" y="1103400"/>
                <a:ext cx="8352360" cy="4057200"/>
              </a:xfrm>
              <a:prstGeom prst="rect">
                <a:avLst/>
              </a:prstGeom>
            </p:spPr>
          </p:pic>
        </mc:Fallback>
      </mc:AlternateContent>
    </p:spTree>
    <p:extLst>
      <p:ext uri="{BB962C8B-B14F-4D97-AF65-F5344CB8AC3E}">
        <p14:creationId xmlns:p14="http://schemas.microsoft.com/office/powerpoint/2010/main" val="2719260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p:sp>
        <p:nvSpPr>
          <p:cNvPr id="5" name="Content Placeholder 5"/>
          <p:cNvSpPr txBox="1">
            <a:spLocks/>
          </p:cNvSpPr>
          <p:nvPr/>
        </p:nvSpPr>
        <p:spPr>
          <a:xfrm>
            <a:off x="152400" y="1417320"/>
            <a:ext cx="8839200" cy="49072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a) Here,                                                           </a:t>
            </a:r>
          </a:p>
          <a:p>
            <a:endParaRPr lang="en-IN" dirty="0"/>
          </a:p>
          <a:p>
            <a:endParaRPr lang="en-IN" dirty="0"/>
          </a:p>
          <a:p>
            <a:endParaRPr lang="en-IN" dirty="0"/>
          </a:p>
          <a:p>
            <a:r>
              <a:rPr lang="en-IN" dirty="0"/>
              <a:t>b)  </a:t>
            </a:r>
          </a:p>
        </p:txBody>
      </p:sp>
      <p:graphicFrame>
        <p:nvGraphicFramePr>
          <p:cNvPr id="6" name="Object 5"/>
          <p:cNvGraphicFramePr>
            <a:graphicFrameLocks noChangeAspect="1"/>
          </p:cNvGraphicFramePr>
          <p:nvPr>
            <p:extLst>
              <p:ext uri="{D42A27DB-BD31-4B8C-83A1-F6EECF244321}">
                <p14:modId xmlns:p14="http://schemas.microsoft.com/office/powerpoint/2010/main" val="2005806158"/>
              </p:ext>
            </p:extLst>
          </p:nvPr>
        </p:nvGraphicFramePr>
        <p:xfrm>
          <a:off x="1524001" y="1895476"/>
          <a:ext cx="2881312" cy="276225"/>
        </p:xfrm>
        <a:graphic>
          <a:graphicData uri="http://schemas.openxmlformats.org/presentationml/2006/ole">
            <mc:AlternateContent xmlns:mc="http://schemas.openxmlformats.org/markup-compatibility/2006">
              <mc:Choice xmlns:v="urn:schemas-microsoft-com:vml" Requires="v">
                <p:oleObj name="Equation" r:id="rId2" imgW="1688367" imgH="215806" progId="Equation.3">
                  <p:embed/>
                </p:oleObj>
              </mc:Choice>
              <mc:Fallback>
                <p:oleObj name="Equation" r:id="rId2" imgW="1688367" imgH="215806"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1895476"/>
                        <a:ext cx="2881312"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185266468"/>
              </p:ext>
            </p:extLst>
          </p:nvPr>
        </p:nvGraphicFramePr>
        <p:xfrm>
          <a:off x="4296894" y="1741860"/>
          <a:ext cx="2271601" cy="638888"/>
        </p:xfrm>
        <a:graphic>
          <a:graphicData uri="http://schemas.openxmlformats.org/presentationml/2006/ole">
            <mc:AlternateContent xmlns:mc="http://schemas.openxmlformats.org/markup-compatibility/2006">
              <mc:Choice xmlns:v="urn:schemas-microsoft-com:vml" Requires="v">
                <p:oleObj name="Equation" r:id="rId4" imgW="1727200" imgH="647700" progId="Equation.3">
                  <p:embed/>
                </p:oleObj>
              </mc:Choice>
              <mc:Fallback>
                <p:oleObj name="Equation" r:id="rId4" imgW="1727200" imgH="647700" progId="Equation.3">
                  <p:embed/>
                  <p:pic>
                    <p:nvPicPr>
                      <p:cNvPr id="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6894" y="1741860"/>
                        <a:ext cx="2271601" cy="638888"/>
                      </a:xfrm>
                      <a:prstGeom prst="rect">
                        <a:avLst/>
                      </a:prstGeom>
                      <a:noFill/>
                      <a:ln>
                        <a:noFill/>
                      </a:ln>
                      <a:effectLst/>
                    </p:spPr>
                  </p:pic>
                </p:oleObj>
              </mc:Fallback>
            </mc:AlternateContent>
          </a:graphicData>
        </a:graphic>
      </p:graphicFrame>
      <p:graphicFrame>
        <p:nvGraphicFramePr>
          <p:cNvPr id="8" name="Object 7"/>
          <p:cNvGraphicFramePr>
            <a:graphicFrameLocks noChangeAspect="1"/>
          </p:cNvGraphicFramePr>
          <p:nvPr/>
        </p:nvGraphicFramePr>
        <p:xfrm>
          <a:off x="1524001" y="3200400"/>
          <a:ext cx="4114802" cy="663368"/>
        </p:xfrm>
        <a:graphic>
          <a:graphicData uri="http://schemas.openxmlformats.org/presentationml/2006/ole">
            <mc:AlternateContent xmlns:mc="http://schemas.openxmlformats.org/markup-compatibility/2006">
              <mc:Choice xmlns:v="urn:schemas-microsoft-com:vml" Requires="v">
                <p:oleObj name="Equation" r:id="rId6" imgW="2717800" imgH="584200" progId="Equation.3">
                  <p:embed/>
                </p:oleObj>
              </mc:Choice>
              <mc:Fallback>
                <p:oleObj name="Equation" r:id="rId6" imgW="2717800" imgH="584200" progId="Equation.3">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1" y="3200400"/>
                        <a:ext cx="4114802" cy="663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1541012059"/>
              </p:ext>
            </p:extLst>
          </p:nvPr>
        </p:nvGraphicFramePr>
        <p:xfrm>
          <a:off x="1524000" y="2293065"/>
          <a:ext cx="2590725" cy="678735"/>
        </p:xfrm>
        <a:graphic>
          <a:graphicData uri="http://schemas.openxmlformats.org/presentationml/2006/ole">
            <mc:AlternateContent xmlns:mc="http://schemas.openxmlformats.org/markup-compatibility/2006">
              <mc:Choice xmlns:v="urn:schemas-microsoft-com:vml" Requires="v">
                <p:oleObj name="Equation" r:id="rId8" imgW="1854200" imgH="647700" progId="Equation.3">
                  <p:embed/>
                </p:oleObj>
              </mc:Choice>
              <mc:Fallback>
                <p:oleObj name="Equation" r:id="rId8" imgW="1854200" imgH="647700" progId="Equation.3">
                  <p:embed/>
                  <p:pic>
                    <p:nvPicPr>
                      <p:cNvPr id="9"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2293065"/>
                        <a:ext cx="2590725" cy="678735"/>
                      </a:xfrm>
                      <a:prstGeom prst="rect">
                        <a:avLst/>
                      </a:prstGeom>
                      <a:noFill/>
                      <a:ln>
                        <a:noFill/>
                      </a:ln>
                      <a:effectLst/>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1943676577"/>
              </p:ext>
            </p:extLst>
          </p:nvPr>
        </p:nvGraphicFramePr>
        <p:xfrm>
          <a:off x="1544055" y="4194334"/>
          <a:ext cx="2617788" cy="252413"/>
        </p:xfrm>
        <a:graphic>
          <a:graphicData uri="http://schemas.openxmlformats.org/presentationml/2006/ole">
            <mc:AlternateContent xmlns:mc="http://schemas.openxmlformats.org/markup-compatibility/2006">
              <mc:Choice xmlns:v="urn:schemas-microsoft-com:vml" Requires="v">
                <p:oleObj name="Equation" r:id="rId10" imgW="1675673" imgH="215806" progId="Equation.3">
                  <p:embed/>
                </p:oleObj>
              </mc:Choice>
              <mc:Fallback>
                <p:oleObj name="Equation" r:id="rId10" imgW="1675673" imgH="215806" progId="Equation.3">
                  <p:embed/>
                  <p:pic>
                    <p:nvPicPr>
                      <p:cNvPr id="1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4055" y="4194334"/>
                        <a:ext cx="26177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8"/>
          <p:cNvGraphicFramePr>
            <a:graphicFrameLocks noChangeAspect="1"/>
          </p:cNvGraphicFramePr>
          <p:nvPr>
            <p:extLst>
              <p:ext uri="{D42A27DB-BD31-4B8C-83A1-F6EECF244321}">
                <p14:modId xmlns:p14="http://schemas.microsoft.com/office/powerpoint/2010/main" val="2044674194"/>
              </p:ext>
            </p:extLst>
          </p:nvPr>
        </p:nvGraphicFramePr>
        <p:xfrm>
          <a:off x="4296895" y="3992882"/>
          <a:ext cx="2438636" cy="638889"/>
        </p:xfrm>
        <a:graphic>
          <a:graphicData uri="http://schemas.openxmlformats.org/presentationml/2006/ole">
            <mc:AlternateContent xmlns:mc="http://schemas.openxmlformats.org/markup-compatibility/2006">
              <mc:Choice xmlns:v="urn:schemas-microsoft-com:vml" Requires="v">
                <p:oleObj name="Equation" r:id="rId12" imgW="1854200" imgH="647700" progId="Equation.3">
                  <p:embed/>
                </p:oleObj>
              </mc:Choice>
              <mc:Fallback>
                <p:oleObj name="Equation" r:id="rId12" imgW="1854200" imgH="647700" progId="Equation.3">
                  <p:embed/>
                  <p:pic>
                    <p:nvPicPr>
                      <p:cNvPr id="11"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96895" y="3992882"/>
                        <a:ext cx="2438636" cy="638889"/>
                      </a:xfrm>
                      <a:prstGeom prst="rect">
                        <a:avLst/>
                      </a:prstGeom>
                      <a:noFill/>
                      <a:ln>
                        <a:noFill/>
                      </a:ln>
                      <a:effectLst/>
                    </p:spPr>
                  </p:pic>
                </p:oleObj>
              </mc:Fallback>
            </mc:AlternateContent>
          </a:graphicData>
        </a:graphic>
      </p:graphicFrame>
      <p:graphicFrame>
        <p:nvGraphicFramePr>
          <p:cNvPr id="12" name="Object 9"/>
          <p:cNvGraphicFramePr>
            <a:graphicFrameLocks noChangeAspect="1"/>
          </p:cNvGraphicFramePr>
          <p:nvPr>
            <p:extLst>
              <p:ext uri="{D42A27DB-BD31-4B8C-83A1-F6EECF244321}">
                <p14:modId xmlns:p14="http://schemas.microsoft.com/office/powerpoint/2010/main" val="1679564844"/>
              </p:ext>
            </p:extLst>
          </p:nvPr>
        </p:nvGraphicFramePr>
        <p:xfrm>
          <a:off x="2449513" y="5040313"/>
          <a:ext cx="4465637" cy="482600"/>
        </p:xfrm>
        <a:graphic>
          <a:graphicData uri="http://schemas.openxmlformats.org/presentationml/2006/ole">
            <mc:AlternateContent xmlns:mc="http://schemas.openxmlformats.org/markup-compatibility/2006">
              <mc:Choice xmlns:v="urn:schemas-microsoft-com:vml" Requires="v">
                <p:oleObj name="Equation" r:id="rId14" imgW="2819160" imgH="406080" progId="Equation.3">
                  <p:embed/>
                </p:oleObj>
              </mc:Choice>
              <mc:Fallback>
                <p:oleObj name="Equation" r:id="rId14" imgW="2819160" imgH="406080" progId="Equation.3">
                  <p:embed/>
                  <p:pic>
                    <p:nvPicPr>
                      <p:cNvPr id="12" name="Object 9"/>
                      <p:cNvPicPr>
                        <a:picLocks noChangeAspect="1" noChangeArrowheads="1"/>
                      </p:cNvPicPr>
                      <p:nvPr/>
                    </p:nvPicPr>
                    <p:blipFill>
                      <a:blip r:embed="rId15"/>
                      <a:srcRect/>
                      <a:stretch>
                        <a:fillRect/>
                      </a:stretch>
                    </p:blipFill>
                    <p:spPr bwMode="auto">
                      <a:xfrm>
                        <a:off x="2449513" y="5040313"/>
                        <a:ext cx="4465637" cy="482600"/>
                      </a:xfrm>
                      <a:prstGeom prst="rect">
                        <a:avLst/>
                      </a:prstGeom>
                      <a:noFill/>
                      <a:ln>
                        <a:noFill/>
                      </a:ln>
                      <a:effectLst/>
                    </p:spPr>
                  </p:pic>
                </p:oleObj>
              </mc:Fallback>
            </mc:AlternateContent>
          </a:graphicData>
        </a:graphic>
      </p:graphicFrame>
      <mc:AlternateContent xmlns:mc="http://schemas.openxmlformats.org/markup-compatibility/2006">
        <mc:Choice xmlns:p14="http://schemas.microsoft.com/office/powerpoint/2010/main" Requires="p14">
          <p:contentPart p14:bwMode="auto" r:id="rId16">
            <p14:nvContentPartPr>
              <p14:cNvPr id="3" name="Ink 2">
                <a:extLst>
                  <a:ext uri="{FF2B5EF4-FFF2-40B4-BE49-F238E27FC236}">
                    <a16:creationId xmlns:a16="http://schemas.microsoft.com/office/drawing/2014/main" id="{44E1C4DD-849F-D852-3AB0-FE89B2D6629F}"/>
                  </a:ext>
                </a:extLst>
              </p14:cNvPr>
              <p14:cNvContentPartPr/>
              <p14:nvPr/>
            </p14:nvContentPartPr>
            <p14:xfrm>
              <a:off x="2469960" y="1545480"/>
              <a:ext cx="6981840" cy="4131360"/>
            </p14:xfrm>
          </p:contentPart>
        </mc:Choice>
        <mc:Fallback>
          <p:pic>
            <p:nvPicPr>
              <p:cNvPr id="3" name="Ink 2">
                <a:extLst>
                  <a:ext uri="{FF2B5EF4-FFF2-40B4-BE49-F238E27FC236}">
                    <a16:creationId xmlns:a16="http://schemas.microsoft.com/office/drawing/2014/main" id="{44E1C4DD-849F-D852-3AB0-FE89B2D6629F}"/>
                  </a:ext>
                </a:extLst>
              </p:cNvPr>
              <p:cNvPicPr/>
              <p:nvPr/>
            </p:nvPicPr>
            <p:blipFill>
              <a:blip r:embed="rId17"/>
              <a:stretch>
                <a:fillRect/>
              </a:stretch>
            </p:blipFill>
            <p:spPr>
              <a:xfrm>
                <a:off x="2460600" y="1536120"/>
                <a:ext cx="7000560" cy="4150080"/>
              </a:xfrm>
              <a:prstGeom prst="rect">
                <a:avLst/>
              </a:prstGeom>
            </p:spPr>
          </p:pic>
        </mc:Fallback>
      </mc:AlternateContent>
    </p:spTree>
    <p:extLst>
      <p:ext uri="{BB962C8B-B14F-4D97-AF65-F5344CB8AC3E}">
        <p14:creationId xmlns:p14="http://schemas.microsoft.com/office/powerpoint/2010/main" val="438367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Helvetica Neue"/>
                <a:cs typeface="Helvetica" panose="020B0604020202020204" pitchFamily="34" charset="0"/>
              </a:rPr>
              <a:t>     </a:t>
            </a:r>
            <a:r>
              <a:rPr lang="en-US" sz="2400" dirty="0">
                <a:cs typeface="Helvetica" panose="020B0604020202020204" pitchFamily="34" charset="0"/>
              </a:rPr>
              <a:t>Poisson Distribution: Applications</a:t>
            </a:r>
            <a:endParaRPr lang="en-IN" sz="2400" dirty="0"/>
          </a:p>
        </p:txBody>
      </p:sp>
      <p:sp>
        <p:nvSpPr>
          <p:cNvPr id="5" name="Rectangle 4">
            <a:extLst>
              <a:ext uri="{FF2B5EF4-FFF2-40B4-BE49-F238E27FC236}">
                <a16:creationId xmlns:a16="http://schemas.microsoft.com/office/drawing/2014/main" id="{743E7F04-CD05-4ED1-9714-969785D026C6}"/>
              </a:ext>
            </a:extLst>
          </p:cNvPr>
          <p:cNvSpPr/>
          <p:nvPr/>
        </p:nvSpPr>
        <p:spPr>
          <a:xfrm>
            <a:off x="990600" y="1171743"/>
            <a:ext cx="10363200" cy="4467057"/>
          </a:xfrm>
          <a:prstGeom prst="rect">
            <a:avLst/>
          </a:prstGeom>
        </p:spPr>
        <p:txBody>
          <a:bodyPr wrap="square">
            <a:spAutoFit/>
          </a:bodyPr>
          <a:lstStyle/>
          <a:p>
            <a:pPr marL="342900" indent="-342900">
              <a:lnSpc>
                <a:spcPct val="150000"/>
              </a:lnSpc>
              <a:buFont typeface="Wingdings" panose="05000000000000000000" pitchFamily="2" charset="2"/>
              <a:buChar char="ü"/>
            </a:pPr>
            <a:r>
              <a:rPr lang="en-IN" sz="2400" dirty="0"/>
              <a:t>Arrivals at queuing systems:</a:t>
            </a:r>
          </a:p>
          <a:p>
            <a:pPr marL="342900" indent="-342900">
              <a:lnSpc>
                <a:spcPct val="150000"/>
              </a:lnSpc>
              <a:buFont typeface="Wingdings" panose="05000000000000000000" pitchFamily="2" charset="2"/>
              <a:buChar char="ü"/>
            </a:pPr>
            <a:r>
              <a:rPr lang="en-IN" sz="2400" dirty="0"/>
              <a:t>Airports : people, airplanes, automobiles, baggage </a:t>
            </a:r>
          </a:p>
          <a:p>
            <a:pPr marL="342900" indent="-342900">
              <a:lnSpc>
                <a:spcPct val="150000"/>
              </a:lnSpc>
              <a:buFont typeface="Wingdings" panose="05000000000000000000" pitchFamily="2" charset="2"/>
              <a:buChar char="ü"/>
            </a:pPr>
            <a:r>
              <a:rPr lang="en-IN" sz="2400" dirty="0"/>
              <a:t>Banks: people, loan applications </a:t>
            </a:r>
          </a:p>
          <a:p>
            <a:pPr marL="342900" indent="-342900">
              <a:lnSpc>
                <a:spcPct val="150000"/>
              </a:lnSpc>
              <a:buFont typeface="Wingdings" panose="05000000000000000000" pitchFamily="2" charset="2"/>
              <a:buChar char="ü"/>
            </a:pPr>
            <a:r>
              <a:rPr lang="en-IN" sz="2400" dirty="0"/>
              <a:t>computer file servers : read and write operations</a:t>
            </a:r>
          </a:p>
          <a:p>
            <a:pPr marL="342900" indent="-342900">
              <a:lnSpc>
                <a:spcPct val="150000"/>
              </a:lnSpc>
              <a:buFont typeface="Wingdings" panose="05000000000000000000" pitchFamily="2" charset="2"/>
              <a:buChar char="ü"/>
            </a:pPr>
            <a:r>
              <a:rPr lang="en-IN" sz="2400" dirty="0"/>
              <a:t>Defects in manufactured goods: </a:t>
            </a:r>
          </a:p>
          <a:p>
            <a:pPr marL="342900" indent="-342900">
              <a:lnSpc>
                <a:spcPct val="150000"/>
              </a:lnSpc>
              <a:buFont typeface="Wingdings" panose="05000000000000000000" pitchFamily="2" charset="2"/>
              <a:buChar char="ü"/>
            </a:pPr>
            <a:r>
              <a:rPr lang="en-IN" sz="2400" dirty="0"/>
              <a:t>number of defects per 1,000 feet of extruded copper wire</a:t>
            </a:r>
          </a:p>
          <a:p>
            <a:pPr marL="342900" indent="-342900">
              <a:lnSpc>
                <a:spcPct val="150000"/>
              </a:lnSpc>
              <a:buFont typeface="Wingdings" panose="05000000000000000000" pitchFamily="2" charset="2"/>
              <a:buChar char="ü"/>
            </a:pPr>
            <a:r>
              <a:rPr lang="en-IN" sz="2400" dirty="0"/>
              <a:t>number of blemishes per square foot of painted surface</a:t>
            </a:r>
          </a:p>
          <a:p>
            <a:pPr marL="342900" indent="-342900">
              <a:lnSpc>
                <a:spcPct val="150000"/>
              </a:lnSpc>
              <a:buFont typeface="Wingdings" panose="05000000000000000000" pitchFamily="2" charset="2"/>
              <a:buChar char="ü"/>
            </a:pPr>
            <a:r>
              <a:rPr lang="en-IN" sz="2400" dirty="0"/>
              <a:t>number of errors per typed page</a:t>
            </a:r>
          </a:p>
        </p:txBody>
      </p:sp>
    </p:spTree>
    <p:extLst>
      <p:ext uri="{BB962C8B-B14F-4D97-AF65-F5344CB8AC3E}">
        <p14:creationId xmlns:p14="http://schemas.microsoft.com/office/powerpoint/2010/main" val="909346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RECALL:  Continuous Random Variables</a:t>
            </a:r>
            <a:endParaRPr lang="en-IN" dirty="0"/>
          </a:p>
        </p:txBody>
      </p:sp>
      <p:pic>
        <p:nvPicPr>
          <p:cNvPr id="5" name="Picture 4"/>
          <p:cNvPicPr>
            <a:picLocks noChangeAspect="1"/>
          </p:cNvPicPr>
          <p:nvPr/>
        </p:nvPicPr>
        <p:blipFill>
          <a:blip r:embed="rId2"/>
          <a:stretch>
            <a:fillRect/>
          </a:stretch>
        </p:blipFill>
        <p:spPr>
          <a:xfrm>
            <a:off x="634999" y="1295400"/>
            <a:ext cx="5486401" cy="4724400"/>
          </a:xfrm>
          <a:prstGeom prst="rect">
            <a:avLst/>
          </a:prstGeom>
        </p:spPr>
      </p:pic>
      <p:sp>
        <p:nvSpPr>
          <p:cNvPr id="6" name="Rectangle 5"/>
          <p:cNvSpPr/>
          <p:nvPr/>
        </p:nvSpPr>
        <p:spPr>
          <a:xfrm>
            <a:off x="6781800" y="1295400"/>
            <a:ext cx="4876800" cy="2377574"/>
          </a:xfrm>
          <a:prstGeom prst="rect">
            <a:avLst/>
          </a:prstGeom>
        </p:spPr>
        <p:txBody>
          <a:bodyPr wrap="square">
            <a:spAutoFit/>
          </a:bodyPr>
          <a:lstStyle/>
          <a:p>
            <a:pPr>
              <a:lnSpc>
                <a:spcPct val="150000"/>
              </a:lnSpc>
            </a:pPr>
            <a:r>
              <a:rPr lang="en-IN" sz="1650" dirty="0">
                <a:solidFill>
                  <a:srgbClr val="231F20"/>
                </a:solidFill>
                <a:latin typeface="Tahoma" panose="020B0604030504040204" pitchFamily="34" charset="0"/>
                <a:ea typeface="Tahoma" panose="020B0604030504040204" pitchFamily="34" charset="0"/>
                <a:cs typeface="Tahoma" panose="020B0604030504040204" pitchFamily="34" charset="0"/>
              </a:rPr>
              <a:t>Example:</a:t>
            </a:r>
          </a:p>
          <a:p>
            <a:pPr marL="257175" indent="-257175">
              <a:lnSpc>
                <a:spcPct val="150000"/>
              </a:lnSpc>
              <a:buFont typeface="Wingdings" panose="05000000000000000000" pitchFamily="2" charset="2"/>
              <a:buChar char="§"/>
            </a:pPr>
            <a:r>
              <a:rPr lang="en-IN" sz="1650" dirty="0">
                <a:latin typeface="Tahoma" panose="020B0604030504040204" pitchFamily="34" charset="0"/>
                <a:ea typeface="Tahoma" panose="020B0604030504040204" pitchFamily="34" charset="0"/>
                <a:cs typeface="Tahoma" panose="020B0604030504040204" pitchFamily="34" charset="0"/>
              </a:rPr>
              <a:t>Height of students in a class</a:t>
            </a:r>
          </a:p>
          <a:p>
            <a:pPr marL="257175" indent="-257175">
              <a:lnSpc>
                <a:spcPct val="150000"/>
              </a:lnSpc>
              <a:buFont typeface="Wingdings" panose="05000000000000000000" pitchFamily="2" charset="2"/>
              <a:buChar char="§"/>
            </a:pPr>
            <a:r>
              <a:rPr lang="en-IN" sz="1650" dirty="0">
                <a:latin typeface="Tahoma" panose="020B0604030504040204" pitchFamily="34" charset="0"/>
                <a:ea typeface="Tahoma" panose="020B0604030504040204" pitchFamily="34" charset="0"/>
                <a:cs typeface="Tahoma" panose="020B0604030504040204" pitchFamily="34" charset="0"/>
              </a:rPr>
              <a:t> Amount of ice tea in a glass</a:t>
            </a:r>
          </a:p>
          <a:p>
            <a:pPr marL="257175" indent="-257175">
              <a:lnSpc>
                <a:spcPct val="150000"/>
              </a:lnSpc>
              <a:buFont typeface="Wingdings" panose="05000000000000000000" pitchFamily="2" charset="2"/>
              <a:buChar char="§"/>
            </a:pPr>
            <a:r>
              <a:rPr lang="en-IN" sz="1650" dirty="0">
                <a:latin typeface="Tahoma" panose="020B0604030504040204" pitchFamily="34" charset="0"/>
                <a:ea typeface="Tahoma" panose="020B0604030504040204" pitchFamily="34" charset="0"/>
                <a:cs typeface="Tahoma" panose="020B0604030504040204" pitchFamily="34" charset="0"/>
              </a:rPr>
              <a:t> Change in temperature throughout a day</a:t>
            </a:r>
          </a:p>
          <a:p>
            <a:pPr marL="257175" indent="-257175">
              <a:lnSpc>
                <a:spcPct val="150000"/>
              </a:lnSpc>
              <a:buFont typeface="Wingdings" panose="05000000000000000000" pitchFamily="2" charset="2"/>
              <a:buChar char="§"/>
            </a:pPr>
            <a:r>
              <a:rPr lang="en-US" sz="1650" dirty="0">
                <a:solidFill>
                  <a:srgbClr val="231F20"/>
                </a:solidFill>
                <a:latin typeface="Tahoma" panose="020B0604030504040204" pitchFamily="34" charset="0"/>
                <a:ea typeface="Tahoma" panose="020B0604030504040204" pitchFamily="34" charset="0"/>
                <a:cs typeface="Tahoma" panose="020B0604030504040204" pitchFamily="34" charset="0"/>
              </a:rPr>
              <a:t>Price of a car in next year</a:t>
            </a:r>
            <a:endParaRPr lang="en-IN" sz="165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IN" sz="1650" dirty="0"/>
              <a:t> </a:t>
            </a:r>
            <a:endParaRPr lang="en-IN" sz="1650" dirty="0">
              <a:solidFill>
                <a:srgbClr val="231F2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D4A0E829-6E2E-EB71-7A1C-D4D7AB30B898}"/>
                  </a:ext>
                </a:extLst>
              </p14:cNvPr>
              <p14:cNvContentPartPr/>
              <p14:nvPr/>
            </p14:nvContentPartPr>
            <p14:xfrm>
              <a:off x="5576760" y="3506760"/>
              <a:ext cx="3704760" cy="1980360"/>
            </p14:xfrm>
          </p:contentPart>
        </mc:Choice>
        <mc:Fallback>
          <p:pic>
            <p:nvPicPr>
              <p:cNvPr id="3" name="Ink 2">
                <a:extLst>
                  <a:ext uri="{FF2B5EF4-FFF2-40B4-BE49-F238E27FC236}">
                    <a16:creationId xmlns:a16="http://schemas.microsoft.com/office/drawing/2014/main" id="{D4A0E829-6E2E-EB71-7A1C-D4D7AB30B898}"/>
                  </a:ext>
                </a:extLst>
              </p:cNvPr>
              <p:cNvPicPr/>
              <p:nvPr/>
            </p:nvPicPr>
            <p:blipFill>
              <a:blip r:embed="rId4"/>
              <a:stretch>
                <a:fillRect/>
              </a:stretch>
            </p:blipFill>
            <p:spPr>
              <a:xfrm>
                <a:off x="5567400" y="3497400"/>
                <a:ext cx="3723480" cy="1999080"/>
              </a:xfrm>
              <a:prstGeom prst="rect">
                <a:avLst/>
              </a:prstGeom>
            </p:spPr>
          </p:pic>
        </mc:Fallback>
      </mc:AlternateContent>
    </p:spTree>
    <p:extLst>
      <p:ext uri="{BB962C8B-B14F-4D97-AF65-F5344CB8AC3E}">
        <p14:creationId xmlns:p14="http://schemas.microsoft.com/office/powerpoint/2010/main" val="347120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ea typeface="Calibri" panose="020F0502020204030204" pitchFamily="34" charset="0"/>
                <a:cs typeface="Times New Roman" panose="02020603050405020304" pitchFamily="18" charset="0"/>
              </a:rPr>
              <a:t>Normal Distribution:</a:t>
            </a:r>
            <a:endParaRPr lang="en-IN" dirty="0"/>
          </a:p>
        </p:txBody>
      </p:sp>
      <p:sp>
        <p:nvSpPr>
          <p:cNvPr id="5" name="Content Placeholder 8"/>
          <p:cNvSpPr txBox="1">
            <a:spLocks/>
          </p:cNvSpPr>
          <p:nvPr/>
        </p:nvSpPr>
        <p:spPr>
          <a:xfrm>
            <a:off x="447675" y="1066800"/>
            <a:ext cx="10753726" cy="3352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0"/>
              </a:spcBef>
              <a:buNone/>
            </a:pPr>
            <a:r>
              <a:rPr lang="en-US" sz="2000" u="sng" dirty="0"/>
              <a:t>Normal Distribution : </a:t>
            </a:r>
            <a:r>
              <a:rPr lang="en-US" sz="2000" dirty="0"/>
              <a:t>Normal distribution is a general distribution. Any information such as heights, weights, lengths, widths, sizes, profits, prices, wages, time etc. containing sufficiently large data with mean and variance follows normal distribution. </a:t>
            </a:r>
          </a:p>
          <a:p>
            <a:pPr algn="just">
              <a:lnSpc>
                <a:spcPct val="150000"/>
              </a:lnSpc>
              <a:spcBef>
                <a:spcPts val="0"/>
              </a:spcBef>
              <a:buFont typeface="Courier New" panose="02070309020205020404" pitchFamily="49" charset="0"/>
              <a:buChar char="o"/>
            </a:pPr>
            <a:r>
              <a:rPr lang="en-US" sz="2000" dirty="0"/>
              <a:t>The distribution of errors of repeated measurements follows normal distribution.</a:t>
            </a:r>
          </a:p>
          <a:p>
            <a:pPr algn="just">
              <a:lnSpc>
                <a:spcPct val="150000"/>
              </a:lnSpc>
              <a:spcBef>
                <a:spcPts val="0"/>
              </a:spcBef>
              <a:buFont typeface="Courier New" panose="02070309020205020404" pitchFamily="49" charset="0"/>
              <a:buChar char="o"/>
            </a:pPr>
            <a:r>
              <a:rPr lang="en-US" sz="2000" dirty="0"/>
              <a:t>A continuous random variable X which assumes all possible values in the entire real space, i.e., -∞&lt;x&lt;∞ is said to follow normal distribution with two parameters such as mean μ and variance σ</a:t>
            </a:r>
            <a:r>
              <a:rPr lang="en-US" sz="2000" baseline="30000" dirty="0"/>
              <a:t>2</a:t>
            </a:r>
            <a:r>
              <a:rPr lang="en-US" sz="2000" dirty="0"/>
              <a:t> if it has the probability density function given by</a:t>
            </a:r>
          </a:p>
          <a:p>
            <a:pPr marL="0" indent="0" algn="just">
              <a:lnSpc>
                <a:spcPct val="150000"/>
              </a:lnSpc>
              <a:spcBef>
                <a:spcPts val="0"/>
              </a:spcBef>
              <a:buNone/>
            </a:pPr>
            <a:r>
              <a:rPr lang="en-US" sz="2000" dirty="0"/>
              <a:t> </a:t>
            </a:r>
          </a:p>
        </p:txBody>
      </p:sp>
      <p:graphicFrame>
        <p:nvGraphicFramePr>
          <p:cNvPr id="4" name="Object 3">
            <a:extLst>
              <a:ext uri="{FF2B5EF4-FFF2-40B4-BE49-F238E27FC236}">
                <a16:creationId xmlns:a16="http://schemas.microsoft.com/office/drawing/2014/main" id="{DB49A36D-4D39-48AC-98CD-3E104E56B4E9}"/>
              </a:ext>
            </a:extLst>
          </p:cNvPr>
          <p:cNvGraphicFramePr>
            <a:graphicFrameLocks noChangeAspect="1"/>
          </p:cNvGraphicFramePr>
          <p:nvPr>
            <p:extLst>
              <p:ext uri="{D42A27DB-BD31-4B8C-83A1-F6EECF244321}">
                <p14:modId xmlns:p14="http://schemas.microsoft.com/office/powerpoint/2010/main" val="3379470338"/>
              </p:ext>
            </p:extLst>
          </p:nvPr>
        </p:nvGraphicFramePr>
        <p:xfrm>
          <a:off x="1066800" y="4385733"/>
          <a:ext cx="3352800" cy="840142"/>
        </p:xfrm>
        <a:graphic>
          <a:graphicData uri="http://schemas.openxmlformats.org/presentationml/2006/ole">
            <mc:AlternateContent xmlns:mc="http://schemas.openxmlformats.org/markup-compatibility/2006">
              <mc:Choice xmlns:v="urn:schemas-microsoft-com:vml" Requires="v">
                <p:oleObj name="Equation" r:id="rId2" imgW="1663560" imgH="495000" progId="Equation.3">
                  <p:embed/>
                </p:oleObj>
              </mc:Choice>
              <mc:Fallback>
                <p:oleObj name="Equation" r:id="rId2" imgW="1663560" imgH="495000" progId="Equation.3">
                  <p:embed/>
                  <p:pic>
                    <p:nvPicPr>
                      <p:cNvPr id="4" name="Object 3">
                        <a:extLst>
                          <a:ext uri="{FF2B5EF4-FFF2-40B4-BE49-F238E27FC236}">
                            <a16:creationId xmlns:a16="http://schemas.microsoft.com/office/drawing/2014/main" id="{DB49A36D-4D39-48AC-98CD-3E104E56B4E9}"/>
                          </a:ext>
                        </a:extLst>
                      </p:cNvPr>
                      <p:cNvPicPr>
                        <a:picLocks noChangeAspect="1" noChangeArrowheads="1"/>
                      </p:cNvPicPr>
                      <p:nvPr/>
                    </p:nvPicPr>
                    <p:blipFill>
                      <a:blip r:embed="rId3"/>
                      <a:srcRect/>
                      <a:stretch>
                        <a:fillRect/>
                      </a:stretch>
                    </p:blipFill>
                    <p:spPr bwMode="auto">
                      <a:xfrm>
                        <a:off x="1066800" y="4385733"/>
                        <a:ext cx="3352800" cy="840142"/>
                      </a:xfrm>
                      <a:prstGeom prst="rect">
                        <a:avLst/>
                      </a:prstGeom>
                      <a:noFill/>
                      <a:ln>
                        <a:noFill/>
                      </a:ln>
                    </p:spPr>
                  </p:pic>
                </p:oleObj>
              </mc:Fallback>
            </mc:AlternateContent>
          </a:graphicData>
        </a:graphic>
      </p:graphicFrame>
      <p:pic>
        <p:nvPicPr>
          <p:cNvPr id="3" name="Picture 2">
            <a:extLst>
              <a:ext uri="{FF2B5EF4-FFF2-40B4-BE49-F238E27FC236}">
                <a16:creationId xmlns:a16="http://schemas.microsoft.com/office/drawing/2014/main" id="{9CEF466C-B4CD-4773-A4D2-A74FE6A69F8E}"/>
              </a:ext>
            </a:extLst>
          </p:cNvPr>
          <p:cNvPicPr>
            <a:picLocks noChangeAspect="1"/>
          </p:cNvPicPr>
          <p:nvPr/>
        </p:nvPicPr>
        <p:blipFill>
          <a:blip r:embed="rId4"/>
          <a:stretch>
            <a:fillRect/>
          </a:stretch>
        </p:blipFill>
        <p:spPr>
          <a:xfrm>
            <a:off x="4495800" y="4572000"/>
            <a:ext cx="1322947" cy="298730"/>
          </a:xfrm>
          <a:prstGeom prst="rect">
            <a:avLst/>
          </a:prstGeom>
        </p:spPr>
      </p:pic>
      <p:pic>
        <p:nvPicPr>
          <p:cNvPr id="6" name="Picture 5">
            <a:extLst>
              <a:ext uri="{FF2B5EF4-FFF2-40B4-BE49-F238E27FC236}">
                <a16:creationId xmlns:a16="http://schemas.microsoft.com/office/drawing/2014/main" id="{D88D3A59-F4F1-40FB-A7AA-0150976CD8E7}"/>
              </a:ext>
            </a:extLst>
          </p:cNvPr>
          <p:cNvPicPr>
            <a:picLocks noChangeAspect="1"/>
          </p:cNvPicPr>
          <p:nvPr/>
        </p:nvPicPr>
        <p:blipFill>
          <a:blip r:embed="rId5"/>
          <a:stretch>
            <a:fillRect/>
          </a:stretch>
        </p:blipFill>
        <p:spPr>
          <a:xfrm>
            <a:off x="4395068" y="5105400"/>
            <a:ext cx="3401863" cy="1329043"/>
          </a:xfrm>
          <a:prstGeom prst="rect">
            <a:avLst/>
          </a:prstGeom>
        </p:spPr>
      </p:pic>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C92B5E6A-A65E-5CB1-D8DE-362358AA9BFE}"/>
                  </a:ext>
                </a:extLst>
              </p14:cNvPr>
              <p14:cNvContentPartPr/>
              <p14:nvPr/>
            </p14:nvContentPartPr>
            <p14:xfrm>
              <a:off x="1370520" y="5091480"/>
              <a:ext cx="1063080" cy="221760"/>
            </p14:xfrm>
          </p:contentPart>
        </mc:Choice>
        <mc:Fallback>
          <p:pic>
            <p:nvPicPr>
              <p:cNvPr id="7" name="Ink 6">
                <a:extLst>
                  <a:ext uri="{FF2B5EF4-FFF2-40B4-BE49-F238E27FC236}">
                    <a16:creationId xmlns:a16="http://schemas.microsoft.com/office/drawing/2014/main" id="{C92B5E6A-A65E-5CB1-D8DE-362358AA9BFE}"/>
                  </a:ext>
                </a:extLst>
              </p:cNvPr>
              <p:cNvPicPr/>
              <p:nvPr/>
            </p:nvPicPr>
            <p:blipFill>
              <a:blip r:embed="rId7"/>
              <a:stretch>
                <a:fillRect/>
              </a:stretch>
            </p:blipFill>
            <p:spPr>
              <a:xfrm>
                <a:off x="1361160" y="5082120"/>
                <a:ext cx="1081800" cy="240480"/>
              </a:xfrm>
              <a:prstGeom prst="rect">
                <a:avLst/>
              </a:prstGeom>
            </p:spPr>
          </p:pic>
        </mc:Fallback>
      </mc:AlternateContent>
    </p:spTree>
    <p:extLst>
      <p:ext uri="{BB962C8B-B14F-4D97-AF65-F5344CB8AC3E}">
        <p14:creationId xmlns:p14="http://schemas.microsoft.com/office/powerpoint/2010/main" val="2214548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a:rPr>
              <a:t>Normal Distribution</a:t>
            </a:r>
            <a:endParaRPr lang="en-IN" dirty="0"/>
          </a:p>
        </p:txBody>
      </p:sp>
      <p:sp>
        <p:nvSpPr>
          <p:cNvPr id="5" name="Freeform 4"/>
          <p:cNvSpPr>
            <a:spLocks/>
          </p:cNvSpPr>
          <p:nvPr/>
        </p:nvSpPr>
        <p:spPr bwMode="auto">
          <a:xfrm>
            <a:off x="1714500" y="2514600"/>
            <a:ext cx="3771900" cy="1828800"/>
          </a:xfrm>
          <a:custGeom>
            <a:avLst/>
            <a:gdLst>
              <a:gd name="T0" fmla="*/ 0 w 1893"/>
              <a:gd name="T1" fmla="*/ 0 h 765"/>
              <a:gd name="T2" fmla="*/ 0 w 1893"/>
              <a:gd name="T3" fmla="*/ 764 h 765"/>
              <a:gd name="T4" fmla="*/ 1892 w 1893"/>
              <a:gd name="T5" fmla="*/ 764 h 765"/>
            </a:gdLst>
            <a:ahLst/>
            <a:cxnLst>
              <a:cxn ang="0">
                <a:pos x="T0" y="T1"/>
              </a:cxn>
              <a:cxn ang="0">
                <a:pos x="T2" y="T3"/>
              </a:cxn>
              <a:cxn ang="0">
                <a:pos x="T4" y="T5"/>
              </a:cxn>
            </a:cxnLst>
            <a:rect l="0" t="0" r="r" b="b"/>
            <a:pathLst>
              <a:path w="1893" h="765">
                <a:moveTo>
                  <a:pt x="0" y="0"/>
                </a:moveTo>
                <a:lnTo>
                  <a:pt x="0" y="764"/>
                </a:lnTo>
                <a:lnTo>
                  <a:pt x="1892" y="764"/>
                </a:lnTo>
              </a:path>
            </a:pathLst>
          </a:custGeom>
          <a:noFill/>
          <a:ln w="25400" cap="rnd" cmpd="sng">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350">
              <a:solidFill>
                <a:srgbClr val="000000"/>
              </a:solidFill>
            </a:endParaRPr>
          </a:p>
        </p:txBody>
      </p:sp>
      <p:sp>
        <p:nvSpPr>
          <p:cNvPr id="6" name="Rectangle 5"/>
          <p:cNvSpPr>
            <a:spLocks noChangeArrowheads="1"/>
          </p:cNvSpPr>
          <p:nvPr/>
        </p:nvSpPr>
        <p:spPr bwMode="auto">
          <a:xfrm>
            <a:off x="1314450" y="2057401"/>
            <a:ext cx="521776" cy="3443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67865" tIns="33338" rIns="67865" bIns="33338">
            <a:spAutoFit/>
          </a:bodyPr>
          <a:lstStyle/>
          <a:p>
            <a:r>
              <a:rPr lang="en-US" b="1">
                <a:solidFill>
                  <a:srgbClr val="339933"/>
                </a:solidFill>
                <a:latin typeface="Arial" charset="0"/>
              </a:rPr>
              <a:t>f(X)</a:t>
            </a:r>
          </a:p>
        </p:txBody>
      </p:sp>
      <p:sp>
        <p:nvSpPr>
          <p:cNvPr id="7" name="Text Box 34"/>
          <p:cNvSpPr txBox="1">
            <a:spLocks noChangeArrowheads="1"/>
          </p:cNvSpPr>
          <p:nvPr/>
        </p:nvSpPr>
        <p:spPr bwMode="auto">
          <a:xfrm>
            <a:off x="2686050" y="1985478"/>
            <a:ext cx="285750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dirty="0">
                <a:solidFill>
                  <a:prstClr val="black"/>
                </a:solidFill>
              </a:rPr>
              <a:t>Changing</a:t>
            </a:r>
            <a:r>
              <a:rPr lang="en-US" dirty="0">
                <a:solidFill>
                  <a:prstClr val="black"/>
                </a:solidFill>
                <a:sym typeface="Arial" charset="0"/>
              </a:rPr>
              <a:t> </a:t>
            </a:r>
            <a:r>
              <a:rPr lang="el-GR" dirty="0">
                <a:solidFill>
                  <a:prstClr val="black"/>
                </a:solidFill>
                <a:cs typeface="Arial" charset="0"/>
              </a:rPr>
              <a:t>μ</a:t>
            </a:r>
            <a:r>
              <a:rPr lang="en-US" b="1" dirty="0">
                <a:solidFill>
                  <a:prstClr val="black"/>
                </a:solidFill>
              </a:rPr>
              <a:t> </a:t>
            </a:r>
            <a:r>
              <a:rPr lang="en-US" dirty="0">
                <a:solidFill>
                  <a:prstClr val="black"/>
                </a:solidFill>
              </a:rPr>
              <a:t>shifts the distribution left or right.</a:t>
            </a:r>
          </a:p>
        </p:txBody>
      </p:sp>
      <p:sp>
        <p:nvSpPr>
          <p:cNvPr id="8" name="Text Box 35"/>
          <p:cNvSpPr txBox="1">
            <a:spLocks noChangeArrowheads="1"/>
          </p:cNvSpPr>
          <p:nvPr/>
        </p:nvSpPr>
        <p:spPr bwMode="auto">
          <a:xfrm>
            <a:off x="4286250" y="3028951"/>
            <a:ext cx="257175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dirty="0">
                <a:solidFill>
                  <a:srgbClr val="000000"/>
                </a:solidFill>
              </a:rPr>
              <a:t>Changing </a:t>
            </a:r>
            <a:r>
              <a:rPr lang="el-GR" dirty="0">
                <a:solidFill>
                  <a:srgbClr val="000000"/>
                </a:solidFill>
                <a:cs typeface="Arial" charset="0"/>
              </a:rPr>
              <a:t>σ</a:t>
            </a:r>
            <a:r>
              <a:rPr lang="en-US" dirty="0">
                <a:solidFill>
                  <a:srgbClr val="000000"/>
                </a:solidFill>
              </a:rPr>
              <a:t> increases or decreases the spread.</a:t>
            </a:r>
          </a:p>
        </p:txBody>
      </p:sp>
      <p:sp>
        <p:nvSpPr>
          <p:cNvPr id="9" name="TextBox 8"/>
          <p:cNvSpPr txBox="1"/>
          <p:nvPr/>
        </p:nvSpPr>
        <p:spPr>
          <a:xfrm>
            <a:off x="1905000" y="4679131"/>
            <a:ext cx="7467600" cy="1938992"/>
          </a:xfrm>
          <a:prstGeom prst="rect">
            <a:avLst/>
          </a:prstGeom>
          <a:noFill/>
        </p:spPr>
        <p:txBody>
          <a:bodyPr wrap="square" rtlCol="0">
            <a:spAutoFit/>
          </a:bodyPr>
          <a:lstStyle/>
          <a:p>
            <a:r>
              <a:rPr lang="en-US" sz="2000" b="1" dirty="0">
                <a:solidFill>
                  <a:prstClr val="black"/>
                </a:solidFill>
                <a:cs typeface="Arial"/>
              </a:rPr>
              <a:t>Properties: </a:t>
            </a:r>
          </a:p>
          <a:p>
            <a:r>
              <a:rPr lang="en-US" sz="2000" dirty="0">
                <a:solidFill>
                  <a:prstClr val="black"/>
                </a:solidFill>
                <a:cs typeface="Arial"/>
              </a:rPr>
              <a:t>1. Normal curve is bell shaped and symmetric about the mean</a:t>
            </a:r>
          </a:p>
          <a:p>
            <a:r>
              <a:rPr lang="en-US" sz="2000" dirty="0">
                <a:solidFill>
                  <a:prstClr val="black"/>
                </a:solidFill>
                <a:cs typeface="Arial"/>
              </a:rPr>
              <a:t>2. Mean = Mode = Median</a:t>
            </a:r>
          </a:p>
          <a:p>
            <a:r>
              <a:rPr lang="en-US" sz="2000" dirty="0">
                <a:solidFill>
                  <a:prstClr val="black"/>
                </a:solidFill>
                <a:cs typeface="Arial"/>
              </a:rPr>
              <a:t>3. Total area under normal curve is equal to 1</a:t>
            </a:r>
          </a:p>
          <a:p>
            <a:r>
              <a:rPr lang="en-US" sz="2000" dirty="0">
                <a:solidFill>
                  <a:prstClr val="black"/>
                </a:solidFill>
                <a:cs typeface="Arial"/>
              </a:rPr>
              <a:t>4. Normal curve approaches but never touches the x axis as it extends farther and farther away from the mean </a:t>
            </a:r>
          </a:p>
        </p:txBody>
      </p:sp>
      <p:sp>
        <p:nvSpPr>
          <p:cNvPr id="10" name="Freeform 9"/>
          <p:cNvSpPr>
            <a:spLocks/>
          </p:cNvSpPr>
          <p:nvPr/>
        </p:nvSpPr>
        <p:spPr bwMode="auto">
          <a:xfrm>
            <a:off x="3543300" y="2857500"/>
            <a:ext cx="1828800" cy="1428750"/>
          </a:xfrm>
          <a:custGeom>
            <a:avLst/>
            <a:gdLst>
              <a:gd name="T0" fmla="*/ 900 w 901"/>
              <a:gd name="T1" fmla="*/ 720 h 721"/>
              <a:gd name="T2" fmla="*/ 805 w 901"/>
              <a:gd name="T3" fmla="*/ 712 h 721"/>
              <a:gd name="T4" fmla="*/ 758 w 901"/>
              <a:gd name="T5" fmla="*/ 704 h 721"/>
              <a:gd name="T6" fmla="*/ 711 w 901"/>
              <a:gd name="T7" fmla="*/ 691 h 721"/>
              <a:gd name="T8" fmla="*/ 663 w 901"/>
              <a:gd name="T9" fmla="*/ 675 h 721"/>
              <a:gd name="T10" fmla="*/ 615 w 901"/>
              <a:gd name="T11" fmla="*/ 653 h 721"/>
              <a:gd name="T12" fmla="*/ 568 w 901"/>
              <a:gd name="T13" fmla="*/ 623 h 721"/>
              <a:gd name="T14" fmla="*/ 473 w 901"/>
              <a:gd name="T15" fmla="*/ 540 h 721"/>
              <a:gd name="T16" fmla="*/ 378 w 901"/>
              <a:gd name="T17" fmla="*/ 422 h 721"/>
              <a:gd name="T18" fmla="*/ 284 w 901"/>
              <a:gd name="T19" fmla="*/ 281 h 721"/>
              <a:gd name="T20" fmla="*/ 236 w 901"/>
              <a:gd name="T21" fmla="*/ 209 h 721"/>
              <a:gd name="T22" fmla="*/ 189 w 901"/>
              <a:gd name="T23" fmla="*/ 142 h 721"/>
              <a:gd name="T24" fmla="*/ 142 w 901"/>
              <a:gd name="T25" fmla="*/ 83 h 721"/>
              <a:gd name="T26" fmla="*/ 94 w 901"/>
              <a:gd name="T27" fmla="*/ 38 h 721"/>
              <a:gd name="T28" fmla="*/ 47 w 901"/>
              <a:gd name="T29" fmla="*/ 9 h 721"/>
              <a:gd name="T30" fmla="*/ 0 w 901"/>
              <a:gd name="T31" fmla="*/ 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350">
              <a:solidFill>
                <a:prstClr val="black"/>
              </a:solidFill>
            </a:endParaRPr>
          </a:p>
        </p:txBody>
      </p:sp>
      <p:sp>
        <p:nvSpPr>
          <p:cNvPr id="11" name="Freeform 10"/>
          <p:cNvSpPr>
            <a:spLocks/>
          </p:cNvSpPr>
          <p:nvPr/>
        </p:nvSpPr>
        <p:spPr bwMode="auto">
          <a:xfrm>
            <a:off x="1771650" y="2857500"/>
            <a:ext cx="1758554" cy="1428750"/>
          </a:xfrm>
          <a:custGeom>
            <a:avLst/>
            <a:gdLst>
              <a:gd name="T0" fmla="*/ 0 w 901"/>
              <a:gd name="T1" fmla="*/ 720 h 721"/>
              <a:gd name="T2" fmla="*/ 95 w 901"/>
              <a:gd name="T3" fmla="*/ 712 h 721"/>
              <a:gd name="T4" fmla="*/ 142 w 901"/>
              <a:gd name="T5" fmla="*/ 704 h 721"/>
              <a:gd name="T6" fmla="*/ 189 w 901"/>
              <a:gd name="T7" fmla="*/ 691 h 721"/>
              <a:gd name="T8" fmla="*/ 237 w 901"/>
              <a:gd name="T9" fmla="*/ 675 h 721"/>
              <a:gd name="T10" fmla="*/ 284 w 901"/>
              <a:gd name="T11" fmla="*/ 653 h 721"/>
              <a:gd name="T12" fmla="*/ 331 w 901"/>
              <a:gd name="T13" fmla="*/ 623 h 721"/>
              <a:gd name="T14" fmla="*/ 426 w 901"/>
              <a:gd name="T15" fmla="*/ 540 h 721"/>
              <a:gd name="T16" fmla="*/ 521 w 901"/>
              <a:gd name="T17" fmla="*/ 422 h 721"/>
              <a:gd name="T18" fmla="*/ 616 w 901"/>
              <a:gd name="T19" fmla="*/ 281 h 721"/>
              <a:gd name="T20" fmla="*/ 663 w 901"/>
              <a:gd name="T21" fmla="*/ 209 h 721"/>
              <a:gd name="T22" fmla="*/ 710 w 901"/>
              <a:gd name="T23" fmla="*/ 142 h 721"/>
              <a:gd name="T24" fmla="*/ 757 w 901"/>
              <a:gd name="T25" fmla="*/ 83 h 721"/>
              <a:gd name="T26" fmla="*/ 805 w 901"/>
              <a:gd name="T27" fmla="*/ 38 h 721"/>
              <a:gd name="T28" fmla="*/ 852 w 901"/>
              <a:gd name="T29" fmla="*/ 9 h 721"/>
              <a:gd name="T30" fmla="*/ 900 w 901"/>
              <a:gd name="T31" fmla="*/ 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350">
              <a:solidFill>
                <a:prstClr val="black"/>
              </a:solidFill>
            </a:endParaRPr>
          </a:p>
        </p:txBody>
      </p:sp>
      <p:sp>
        <p:nvSpPr>
          <p:cNvPr id="12" name="Rectangle 11"/>
          <p:cNvSpPr>
            <a:spLocks noChangeArrowheads="1"/>
          </p:cNvSpPr>
          <p:nvPr/>
        </p:nvSpPr>
        <p:spPr bwMode="auto">
          <a:xfrm>
            <a:off x="3714751" y="3429001"/>
            <a:ext cx="359569" cy="344326"/>
          </a:xfrm>
          <a:prstGeom prst="rect">
            <a:avLst/>
          </a:prstGeom>
          <a:noFill/>
          <a:ln w="12700">
            <a:noFill/>
            <a:miter lim="800000"/>
            <a:headEnd/>
            <a:tailEnd/>
          </a:ln>
          <a:effectLst/>
        </p:spPr>
        <p:txBody>
          <a:bodyPr lIns="67865" tIns="33338" rIns="67865" bIns="33338">
            <a:spAutoFit/>
          </a:bodyPr>
          <a:lstStyle/>
          <a:p>
            <a:pPr>
              <a:spcBef>
                <a:spcPct val="50000"/>
              </a:spcBef>
            </a:pPr>
            <a:r>
              <a:rPr lang="el-GR" dirty="0">
                <a:solidFill>
                  <a:srgbClr val="000000"/>
                </a:solidFill>
                <a:cs typeface="Arial" charset="0"/>
              </a:rPr>
              <a:t>σ</a:t>
            </a:r>
            <a:endParaRPr lang="el-GR" dirty="0">
              <a:solidFill>
                <a:srgbClr val="000000"/>
              </a:solidFill>
              <a:latin typeface="Symbol" charset="0"/>
              <a:cs typeface="Arial" charset="0"/>
            </a:endParaRPr>
          </a:p>
        </p:txBody>
      </p:sp>
      <p:sp>
        <p:nvSpPr>
          <p:cNvPr id="13" name="Line 33"/>
          <p:cNvSpPr>
            <a:spLocks noChangeShapeType="1"/>
          </p:cNvSpPr>
          <p:nvPr/>
        </p:nvSpPr>
        <p:spPr bwMode="auto">
          <a:xfrm>
            <a:off x="3543300" y="2914650"/>
            <a:ext cx="0" cy="142875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solidFill>
                <a:prstClr val="black"/>
              </a:solidFill>
            </a:endParaRPr>
          </a:p>
        </p:txBody>
      </p:sp>
      <p:sp>
        <p:nvSpPr>
          <p:cNvPr id="14" name="Line 3"/>
          <p:cNvSpPr>
            <a:spLocks noChangeShapeType="1"/>
          </p:cNvSpPr>
          <p:nvPr/>
        </p:nvSpPr>
        <p:spPr bwMode="auto">
          <a:xfrm flipV="1">
            <a:off x="3543300" y="3486150"/>
            <a:ext cx="571500" cy="0"/>
          </a:xfrm>
          <a:prstGeom prst="line">
            <a:avLst/>
          </a:prstGeom>
          <a:noFill/>
          <a:ln w="12700">
            <a:solidFill>
              <a:srgbClr val="000000"/>
            </a:solidFill>
            <a:round/>
            <a:headEnd type="stealth" w="med" len="me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solidFill>
                <a:prstClr val="black"/>
              </a:solidFill>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CC63160-ADA7-89FB-0EA5-329ABEB1F063}"/>
                  </a:ext>
                </a:extLst>
              </p14:cNvPr>
              <p14:cNvContentPartPr/>
              <p14:nvPr/>
            </p14:nvContentPartPr>
            <p14:xfrm>
              <a:off x="961920" y="2999520"/>
              <a:ext cx="5501520" cy="1384920"/>
            </p14:xfrm>
          </p:contentPart>
        </mc:Choice>
        <mc:Fallback>
          <p:pic>
            <p:nvPicPr>
              <p:cNvPr id="3" name="Ink 2">
                <a:extLst>
                  <a:ext uri="{FF2B5EF4-FFF2-40B4-BE49-F238E27FC236}">
                    <a16:creationId xmlns:a16="http://schemas.microsoft.com/office/drawing/2014/main" id="{ACC63160-ADA7-89FB-0EA5-329ABEB1F063}"/>
                  </a:ext>
                </a:extLst>
              </p:cNvPr>
              <p:cNvPicPr/>
              <p:nvPr/>
            </p:nvPicPr>
            <p:blipFill>
              <a:blip r:embed="rId3"/>
              <a:stretch>
                <a:fillRect/>
              </a:stretch>
            </p:blipFill>
            <p:spPr>
              <a:xfrm>
                <a:off x="952560" y="2990160"/>
                <a:ext cx="5520240" cy="1403640"/>
              </a:xfrm>
              <a:prstGeom prst="rect">
                <a:avLst/>
              </a:prstGeom>
            </p:spPr>
          </p:pic>
        </mc:Fallback>
      </mc:AlternateContent>
    </p:spTree>
    <p:extLst>
      <p:ext uri="{BB962C8B-B14F-4D97-AF65-F5344CB8AC3E}">
        <p14:creationId xmlns:p14="http://schemas.microsoft.com/office/powerpoint/2010/main" val="4189907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a:rPr>
              <a:t>Normal Distribution</a:t>
            </a:r>
            <a:endParaRPr lang="en-IN" dirty="0"/>
          </a:p>
        </p:txBody>
      </p:sp>
      <p:pic>
        <p:nvPicPr>
          <p:cNvPr id="5" name="Picture 4"/>
          <p:cNvPicPr>
            <a:picLocks noChangeAspect="1"/>
          </p:cNvPicPr>
          <p:nvPr/>
        </p:nvPicPr>
        <p:blipFill>
          <a:blip r:embed="rId2"/>
          <a:stretch>
            <a:fillRect/>
          </a:stretch>
        </p:blipFill>
        <p:spPr>
          <a:xfrm>
            <a:off x="7106770" y="3733800"/>
            <a:ext cx="4953000" cy="2879138"/>
          </a:xfrm>
          <a:prstGeom prst="rect">
            <a:avLst/>
          </a:prstGeom>
        </p:spPr>
      </p:pic>
      <p:pic>
        <p:nvPicPr>
          <p:cNvPr id="6" name="Picture 5"/>
          <p:cNvPicPr>
            <a:picLocks noChangeAspect="1"/>
          </p:cNvPicPr>
          <p:nvPr/>
        </p:nvPicPr>
        <p:blipFill>
          <a:blip r:embed="rId3"/>
          <a:stretch>
            <a:fillRect/>
          </a:stretch>
        </p:blipFill>
        <p:spPr>
          <a:xfrm>
            <a:off x="381000" y="1143000"/>
            <a:ext cx="5334000" cy="3113622"/>
          </a:xfrm>
          <a:prstGeom prst="rect">
            <a:avLst/>
          </a:prstGeom>
        </p:spPr>
      </p:pic>
      <p:sp>
        <p:nvSpPr>
          <p:cNvPr id="7" name="Rectangle 6"/>
          <p:cNvSpPr/>
          <p:nvPr/>
        </p:nvSpPr>
        <p:spPr>
          <a:xfrm>
            <a:off x="5715000" y="1036705"/>
            <a:ext cx="6344770" cy="2585323"/>
          </a:xfrm>
          <a:prstGeom prst="rect">
            <a:avLst/>
          </a:prstGeom>
        </p:spPr>
        <p:txBody>
          <a:bodyPr wrap="square">
            <a:spAutoFit/>
          </a:bodyPr>
          <a:lstStyle/>
          <a:p>
            <a:r>
              <a:rPr lang="en-US" b="1" dirty="0">
                <a:solidFill>
                  <a:srgbClr val="1B2B68"/>
                </a:solidFill>
                <a:latin typeface="Gilmer"/>
              </a:rPr>
              <a:t>Empirical rule</a:t>
            </a:r>
          </a:p>
          <a:p>
            <a:r>
              <a:rPr lang="en-US" dirty="0">
                <a:solidFill>
                  <a:srgbClr val="0D405F"/>
                </a:solidFill>
                <a:latin typeface="Inter"/>
              </a:rPr>
              <a:t>The </a:t>
            </a:r>
            <a:r>
              <a:rPr lang="en-US" b="1" dirty="0">
                <a:solidFill>
                  <a:srgbClr val="0D405F"/>
                </a:solidFill>
                <a:latin typeface="Inter"/>
              </a:rPr>
              <a:t>empirical rule</a:t>
            </a:r>
            <a:r>
              <a:rPr lang="en-US" dirty="0">
                <a:solidFill>
                  <a:srgbClr val="0D405F"/>
                </a:solidFill>
                <a:latin typeface="Inter"/>
              </a:rPr>
              <a:t>, or the 68-95-99.7 rule, tells you where most of your values lie in a normal distribution:</a:t>
            </a:r>
          </a:p>
          <a:p>
            <a:pPr>
              <a:buFont typeface="Arial" panose="020B0604020202020204" pitchFamily="34" charset="0"/>
              <a:buChar char="•"/>
            </a:pPr>
            <a:r>
              <a:rPr lang="en-US" dirty="0">
                <a:solidFill>
                  <a:srgbClr val="0D405F"/>
                </a:solidFill>
                <a:latin typeface="Inter"/>
              </a:rPr>
              <a:t>Around 68% of values are within 1 standard deviation from the mean.</a:t>
            </a:r>
          </a:p>
          <a:p>
            <a:pPr>
              <a:buFont typeface="Arial" panose="020B0604020202020204" pitchFamily="34" charset="0"/>
              <a:buChar char="•"/>
            </a:pPr>
            <a:r>
              <a:rPr lang="en-US" dirty="0">
                <a:solidFill>
                  <a:srgbClr val="0D405F"/>
                </a:solidFill>
                <a:latin typeface="Inter"/>
              </a:rPr>
              <a:t>Around 95% of values are within 2 standard deviations from the mean.</a:t>
            </a:r>
          </a:p>
          <a:p>
            <a:pPr>
              <a:buFont typeface="Arial" panose="020B0604020202020204" pitchFamily="34" charset="0"/>
              <a:buChar char="•"/>
            </a:pPr>
            <a:r>
              <a:rPr lang="en-US" dirty="0">
                <a:solidFill>
                  <a:srgbClr val="0D405F"/>
                </a:solidFill>
                <a:latin typeface="Inter"/>
              </a:rPr>
              <a:t>Around 99.7% of values are within 3 standard deviations from the mean.</a:t>
            </a:r>
            <a:endParaRPr lang="en-US" b="0" i="0" dirty="0">
              <a:solidFill>
                <a:srgbClr val="0D405F"/>
              </a:solidFill>
              <a:effectLst/>
              <a:latin typeface="Inter"/>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72615B3-DCC3-C185-E12B-E66EBA5FAB71}"/>
                  </a:ext>
                </a:extLst>
              </p14:cNvPr>
              <p14:cNvContentPartPr/>
              <p14:nvPr/>
            </p14:nvContentPartPr>
            <p14:xfrm>
              <a:off x="2244600" y="1715760"/>
              <a:ext cx="3129840" cy="2140920"/>
            </p14:xfrm>
          </p:contentPart>
        </mc:Choice>
        <mc:Fallback>
          <p:pic>
            <p:nvPicPr>
              <p:cNvPr id="3" name="Ink 2">
                <a:extLst>
                  <a:ext uri="{FF2B5EF4-FFF2-40B4-BE49-F238E27FC236}">
                    <a16:creationId xmlns:a16="http://schemas.microsoft.com/office/drawing/2014/main" id="{D72615B3-DCC3-C185-E12B-E66EBA5FAB71}"/>
                  </a:ext>
                </a:extLst>
              </p:cNvPr>
              <p:cNvPicPr/>
              <p:nvPr/>
            </p:nvPicPr>
            <p:blipFill>
              <a:blip r:embed="rId5"/>
              <a:stretch>
                <a:fillRect/>
              </a:stretch>
            </p:blipFill>
            <p:spPr>
              <a:xfrm>
                <a:off x="2235240" y="1706400"/>
                <a:ext cx="3148560" cy="2159640"/>
              </a:xfrm>
              <a:prstGeom prst="rect">
                <a:avLst/>
              </a:prstGeom>
            </p:spPr>
          </p:pic>
        </mc:Fallback>
      </mc:AlternateContent>
    </p:spTree>
    <p:extLst>
      <p:ext uri="{BB962C8B-B14F-4D97-AF65-F5344CB8AC3E}">
        <p14:creationId xmlns:p14="http://schemas.microsoft.com/office/powerpoint/2010/main" val="3666126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Area under normal curve</a:t>
            </a:r>
            <a:endParaRPr lang="en-IN" dirty="0"/>
          </a:p>
        </p:txBody>
      </p:sp>
      <p:pic>
        <p:nvPicPr>
          <p:cNvPr id="5" name="Picture 4"/>
          <p:cNvPicPr>
            <a:picLocks noChangeAspect="1"/>
          </p:cNvPicPr>
          <p:nvPr/>
        </p:nvPicPr>
        <p:blipFill>
          <a:blip r:embed="rId2"/>
          <a:stretch>
            <a:fillRect/>
          </a:stretch>
        </p:blipFill>
        <p:spPr>
          <a:xfrm>
            <a:off x="685800" y="925576"/>
            <a:ext cx="10287001" cy="4365889"/>
          </a:xfrm>
          <a:prstGeom prst="rect">
            <a:avLst/>
          </a:prstGeom>
        </p:spPr>
      </p:pic>
      <p:sp>
        <p:nvSpPr>
          <p:cNvPr id="6" name="Rectangle 13"/>
          <p:cNvSpPr>
            <a:spLocks noChangeArrowheads="1"/>
          </p:cNvSpPr>
          <p:nvPr/>
        </p:nvSpPr>
        <p:spPr bwMode="auto">
          <a:xfrm>
            <a:off x="228600" y="5291465"/>
            <a:ext cx="11704864" cy="1431161"/>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bIns="0">
            <a:spAutoFit/>
          </a:bodyPr>
          <a:lstStyle/>
          <a:p>
            <a:pPr algn="just">
              <a:lnSpc>
                <a:spcPct val="150000"/>
              </a:lnSpc>
            </a:pPr>
            <a:r>
              <a:rPr lang="en-US" sz="2000" dirty="0">
                <a:solidFill>
                  <a:prstClr val="black"/>
                </a:solidFill>
                <a:cs typeface="Arial"/>
              </a:rPr>
              <a:t>No matter what </a:t>
            </a:r>
            <a:r>
              <a:rPr lang="en-US" sz="2000" dirty="0">
                <a:solidFill>
                  <a:prstClr val="black"/>
                </a:solidFill>
                <a:cs typeface="Arial"/>
                <a:sym typeface="Symbol" charset="0"/>
              </a:rPr>
              <a:t></a:t>
            </a:r>
            <a:r>
              <a:rPr lang="en-US" sz="2000" dirty="0">
                <a:solidFill>
                  <a:prstClr val="black"/>
                </a:solidFill>
                <a:cs typeface="Arial"/>
              </a:rPr>
              <a:t> and </a:t>
            </a:r>
            <a:r>
              <a:rPr lang="en-US" sz="2000" dirty="0">
                <a:solidFill>
                  <a:prstClr val="black"/>
                </a:solidFill>
                <a:cs typeface="Arial"/>
                <a:sym typeface="Symbol" charset="0"/>
              </a:rPr>
              <a:t></a:t>
            </a:r>
            <a:r>
              <a:rPr lang="en-US" sz="2000" dirty="0">
                <a:solidFill>
                  <a:prstClr val="black"/>
                </a:solidFill>
                <a:cs typeface="Arial"/>
              </a:rPr>
              <a:t> are, the area between </a:t>
            </a:r>
            <a:r>
              <a:rPr lang="en-US" sz="2000" dirty="0">
                <a:solidFill>
                  <a:prstClr val="black"/>
                </a:solidFill>
                <a:cs typeface="Arial"/>
                <a:sym typeface="Symbol" charset="0"/>
              </a:rPr>
              <a:t></a:t>
            </a:r>
            <a:r>
              <a:rPr lang="en-US" sz="2000" dirty="0">
                <a:solidFill>
                  <a:prstClr val="black"/>
                </a:solidFill>
                <a:cs typeface="Arial"/>
              </a:rPr>
              <a:t>-</a:t>
            </a:r>
            <a:r>
              <a:rPr lang="en-US" sz="2000" dirty="0">
                <a:solidFill>
                  <a:prstClr val="black"/>
                </a:solidFill>
                <a:cs typeface="Arial"/>
                <a:sym typeface="Symbol" charset="0"/>
              </a:rPr>
              <a:t></a:t>
            </a:r>
            <a:r>
              <a:rPr lang="en-US" sz="2000" dirty="0">
                <a:solidFill>
                  <a:prstClr val="black"/>
                </a:solidFill>
                <a:cs typeface="Arial"/>
              </a:rPr>
              <a:t> and </a:t>
            </a:r>
            <a:r>
              <a:rPr lang="en-US" sz="2000" dirty="0">
                <a:solidFill>
                  <a:prstClr val="black"/>
                </a:solidFill>
                <a:cs typeface="Arial"/>
                <a:sym typeface="Symbol" charset="0"/>
              </a:rPr>
              <a:t></a:t>
            </a:r>
            <a:r>
              <a:rPr lang="en-US" sz="2000" dirty="0">
                <a:solidFill>
                  <a:prstClr val="black"/>
                </a:solidFill>
                <a:cs typeface="Arial"/>
              </a:rPr>
              <a:t>+</a:t>
            </a:r>
            <a:r>
              <a:rPr lang="en-US" sz="2000" dirty="0">
                <a:solidFill>
                  <a:prstClr val="black"/>
                </a:solidFill>
                <a:cs typeface="Arial"/>
                <a:sym typeface="Symbol" charset="0"/>
              </a:rPr>
              <a:t></a:t>
            </a:r>
            <a:r>
              <a:rPr lang="en-US" sz="2000" dirty="0">
                <a:solidFill>
                  <a:prstClr val="black"/>
                </a:solidFill>
                <a:cs typeface="Arial"/>
              </a:rPr>
              <a:t> is about 68%; the area between </a:t>
            </a:r>
            <a:r>
              <a:rPr lang="en-US" sz="2000" dirty="0">
                <a:solidFill>
                  <a:prstClr val="black"/>
                </a:solidFill>
                <a:cs typeface="Arial"/>
                <a:sym typeface="Symbol" charset="0"/>
              </a:rPr>
              <a:t></a:t>
            </a:r>
            <a:r>
              <a:rPr lang="en-US" sz="2000" dirty="0">
                <a:solidFill>
                  <a:prstClr val="black"/>
                </a:solidFill>
                <a:cs typeface="Arial"/>
              </a:rPr>
              <a:t>-2</a:t>
            </a:r>
            <a:r>
              <a:rPr lang="en-US" sz="2000" dirty="0">
                <a:solidFill>
                  <a:prstClr val="black"/>
                </a:solidFill>
                <a:cs typeface="Arial"/>
                <a:sym typeface="Symbol" charset="0"/>
              </a:rPr>
              <a:t></a:t>
            </a:r>
            <a:r>
              <a:rPr lang="en-US" sz="2000" dirty="0">
                <a:solidFill>
                  <a:prstClr val="black"/>
                </a:solidFill>
                <a:cs typeface="Arial"/>
              </a:rPr>
              <a:t> and </a:t>
            </a:r>
            <a:r>
              <a:rPr lang="en-US" sz="2000" dirty="0">
                <a:solidFill>
                  <a:prstClr val="black"/>
                </a:solidFill>
                <a:cs typeface="Arial"/>
                <a:sym typeface="Symbol" charset="0"/>
              </a:rPr>
              <a:t></a:t>
            </a:r>
            <a:r>
              <a:rPr lang="en-US" sz="2000" dirty="0">
                <a:solidFill>
                  <a:prstClr val="black"/>
                </a:solidFill>
                <a:cs typeface="Arial"/>
              </a:rPr>
              <a:t>+2</a:t>
            </a:r>
            <a:r>
              <a:rPr lang="en-US" sz="2000" dirty="0">
                <a:solidFill>
                  <a:prstClr val="black"/>
                </a:solidFill>
                <a:cs typeface="Arial"/>
                <a:sym typeface="Symbol" charset="0"/>
              </a:rPr>
              <a:t></a:t>
            </a:r>
            <a:r>
              <a:rPr lang="en-US" sz="2000" dirty="0">
                <a:solidFill>
                  <a:prstClr val="black"/>
                </a:solidFill>
                <a:cs typeface="Arial"/>
              </a:rPr>
              <a:t> is about 95%; and the area between </a:t>
            </a:r>
            <a:r>
              <a:rPr lang="en-US" sz="2000" dirty="0">
                <a:solidFill>
                  <a:prstClr val="black"/>
                </a:solidFill>
                <a:cs typeface="Arial"/>
                <a:sym typeface="Symbol" charset="0"/>
              </a:rPr>
              <a:t></a:t>
            </a:r>
            <a:r>
              <a:rPr lang="en-US" sz="2000" dirty="0">
                <a:solidFill>
                  <a:prstClr val="black"/>
                </a:solidFill>
                <a:cs typeface="Arial"/>
              </a:rPr>
              <a:t>-3</a:t>
            </a:r>
            <a:r>
              <a:rPr lang="en-US" sz="2000" dirty="0">
                <a:solidFill>
                  <a:prstClr val="black"/>
                </a:solidFill>
                <a:cs typeface="Arial"/>
                <a:sym typeface="Symbol" charset="0"/>
              </a:rPr>
              <a:t></a:t>
            </a:r>
            <a:r>
              <a:rPr lang="en-US" sz="2000" dirty="0">
                <a:solidFill>
                  <a:prstClr val="black"/>
                </a:solidFill>
                <a:cs typeface="Arial"/>
              </a:rPr>
              <a:t> and </a:t>
            </a:r>
            <a:r>
              <a:rPr lang="en-US" sz="2000" dirty="0">
                <a:solidFill>
                  <a:prstClr val="black"/>
                </a:solidFill>
                <a:cs typeface="Arial"/>
                <a:sym typeface="Symbol" charset="0"/>
              </a:rPr>
              <a:t></a:t>
            </a:r>
            <a:r>
              <a:rPr lang="en-US" sz="2000" dirty="0">
                <a:solidFill>
                  <a:prstClr val="black"/>
                </a:solidFill>
                <a:cs typeface="Arial"/>
              </a:rPr>
              <a:t>+3</a:t>
            </a:r>
            <a:r>
              <a:rPr lang="en-US" sz="2000" dirty="0">
                <a:solidFill>
                  <a:prstClr val="black"/>
                </a:solidFill>
                <a:cs typeface="Arial"/>
                <a:sym typeface="Symbol" charset="0"/>
              </a:rPr>
              <a:t></a:t>
            </a:r>
            <a:r>
              <a:rPr lang="en-US" sz="2000" dirty="0">
                <a:solidFill>
                  <a:prstClr val="black"/>
                </a:solidFill>
                <a:cs typeface="Arial"/>
              </a:rPr>
              <a:t> is about 99.7%.  Almost all values fall within 3 standard deviations. </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C545A61-1C39-33F7-2337-688FF5CBB3C4}"/>
                  </a:ext>
                </a:extLst>
              </p14:cNvPr>
              <p14:cNvContentPartPr/>
              <p14:nvPr/>
            </p14:nvContentPartPr>
            <p14:xfrm>
              <a:off x="1306440" y="406440"/>
              <a:ext cx="10886040" cy="5225760"/>
            </p14:xfrm>
          </p:contentPart>
        </mc:Choice>
        <mc:Fallback>
          <p:pic>
            <p:nvPicPr>
              <p:cNvPr id="3" name="Ink 2">
                <a:extLst>
                  <a:ext uri="{FF2B5EF4-FFF2-40B4-BE49-F238E27FC236}">
                    <a16:creationId xmlns:a16="http://schemas.microsoft.com/office/drawing/2014/main" id="{FC545A61-1C39-33F7-2337-688FF5CBB3C4}"/>
                  </a:ext>
                </a:extLst>
              </p:cNvPr>
              <p:cNvPicPr/>
              <p:nvPr/>
            </p:nvPicPr>
            <p:blipFill>
              <a:blip r:embed="rId4"/>
              <a:stretch>
                <a:fillRect/>
              </a:stretch>
            </p:blipFill>
            <p:spPr>
              <a:xfrm>
                <a:off x="1297080" y="397080"/>
                <a:ext cx="10904760" cy="5244480"/>
              </a:xfrm>
              <a:prstGeom prst="rect">
                <a:avLst/>
              </a:prstGeom>
            </p:spPr>
          </p:pic>
        </mc:Fallback>
      </mc:AlternateContent>
    </p:spTree>
    <p:extLst>
      <p:ext uri="{BB962C8B-B14F-4D97-AF65-F5344CB8AC3E}">
        <p14:creationId xmlns:p14="http://schemas.microsoft.com/office/powerpoint/2010/main" val="3300836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a:rPr>
              <a:t>Normal Distribution: Mean and Variance</a:t>
            </a:r>
            <a:endParaRPr lang="en-IN" dirty="0"/>
          </a:p>
        </p:txBody>
      </p:sp>
      <p:sp>
        <p:nvSpPr>
          <p:cNvPr id="8" name="Rectangle 3"/>
          <p:cNvSpPr txBox="1">
            <a:spLocks noChangeArrowheads="1"/>
          </p:cNvSpPr>
          <p:nvPr/>
        </p:nvSpPr>
        <p:spPr>
          <a:xfrm>
            <a:off x="1295400" y="1828800"/>
            <a:ext cx="8763000" cy="4114800"/>
          </a:xfrm>
          <a:prstGeom prst="rect">
            <a:avLst/>
          </a:prstGeom>
        </p:spPr>
        <p:txBody>
          <a:bodyPr vert="horz" lIns="68580" tIns="34290" rIns="68580" bIns="3429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charset="0"/>
              <a:buNone/>
            </a:pPr>
            <a:r>
              <a:rPr lang="en-US" sz="2800" dirty="0">
                <a:solidFill>
                  <a:prstClr val="black"/>
                </a:solidFill>
              </a:rPr>
              <a:t>E(X)=</a:t>
            </a:r>
            <a:r>
              <a:rPr lang="en-US" sz="2800" dirty="0">
                <a:solidFill>
                  <a:prstClr val="black"/>
                </a:solidFill>
                <a:sym typeface="Symbol" charset="0"/>
              </a:rPr>
              <a:t></a:t>
            </a:r>
            <a:r>
              <a:rPr lang="en-US" sz="2800" dirty="0">
                <a:solidFill>
                  <a:prstClr val="black"/>
                </a:solidFill>
              </a:rPr>
              <a:t> =                                                                                </a:t>
            </a:r>
          </a:p>
          <a:p>
            <a:pPr>
              <a:buFont typeface="Wingdings" charset="0"/>
              <a:buNone/>
            </a:pPr>
            <a:endParaRPr lang="en-US" sz="2800" dirty="0">
              <a:solidFill>
                <a:prstClr val="black"/>
              </a:solidFill>
            </a:endParaRPr>
          </a:p>
          <a:p>
            <a:pPr>
              <a:buFont typeface="Wingdings" charset="0"/>
              <a:buNone/>
            </a:pPr>
            <a:endParaRPr lang="en-US" sz="2800" dirty="0">
              <a:solidFill>
                <a:prstClr val="black"/>
              </a:solidFill>
            </a:endParaRPr>
          </a:p>
          <a:p>
            <a:pPr>
              <a:buFont typeface="Wingdings" charset="0"/>
              <a:buNone/>
            </a:pPr>
            <a:r>
              <a:rPr lang="en-US" sz="2800" dirty="0" err="1">
                <a:solidFill>
                  <a:prstClr val="black"/>
                </a:solidFill>
              </a:rPr>
              <a:t>Var</a:t>
            </a:r>
            <a:r>
              <a:rPr lang="en-US" sz="2800" dirty="0">
                <a:solidFill>
                  <a:prstClr val="black"/>
                </a:solidFill>
              </a:rPr>
              <a:t>(X)=</a:t>
            </a:r>
            <a:r>
              <a:rPr lang="en-US" sz="2800" dirty="0">
                <a:solidFill>
                  <a:prstClr val="black"/>
                </a:solidFill>
                <a:sym typeface="Symbol" charset="0"/>
              </a:rPr>
              <a:t></a:t>
            </a:r>
            <a:r>
              <a:rPr lang="en-US" sz="2800" baseline="30000" dirty="0">
                <a:solidFill>
                  <a:prstClr val="black"/>
                </a:solidFill>
              </a:rPr>
              <a:t>2  </a:t>
            </a:r>
            <a:r>
              <a:rPr lang="en-US" sz="2800" dirty="0">
                <a:solidFill>
                  <a:prstClr val="black"/>
                </a:solidFill>
              </a:rPr>
              <a:t>=	                                                                         </a:t>
            </a:r>
          </a:p>
          <a:p>
            <a:pPr>
              <a:buFont typeface="Wingdings" charset="0"/>
              <a:buNone/>
            </a:pPr>
            <a:endParaRPr lang="en-US" sz="2800" dirty="0">
              <a:solidFill>
                <a:prstClr val="black"/>
              </a:solidFill>
            </a:endParaRPr>
          </a:p>
          <a:p>
            <a:pPr>
              <a:buFont typeface="Wingdings" charset="0"/>
              <a:buNone/>
            </a:pPr>
            <a:endParaRPr lang="en-US" sz="2800" dirty="0">
              <a:solidFill>
                <a:prstClr val="black"/>
              </a:solidFill>
            </a:endParaRPr>
          </a:p>
          <a:p>
            <a:pPr>
              <a:buFont typeface="Wingdings" charset="0"/>
              <a:buNone/>
            </a:pPr>
            <a:r>
              <a:rPr lang="en-US" sz="2800" dirty="0">
                <a:solidFill>
                  <a:prstClr val="black"/>
                </a:solidFill>
              </a:rPr>
              <a:t>Standard Deviation(X)= </a:t>
            </a:r>
            <a:r>
              <a:rPr lang="en-US" sz="2800" dirty="0">
                <a:solidFill>
                  <a:prstClr val="black"/>
                </a:solidFill>
                <a:sym typeface="Symbol" charset="0"/>
              </a:rPr>
              <a:t></a:t>
            </a:r>
          </a:p>
        </p:txBody>
      </p:sp>
      <p:pic>
        <p:nvPicPr>
          <p:cNvPr id="9"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5969" y="1449455"/>
            <a:ext cx="6445757" cy="1381234"/>
          </a:xfrm>
          <a:prstGeom prst="rect">
            <a:avLst/>
          </a:prstGeom>
          <a:noFill/>
          <a:ln w="9525">
            <a:solidFill>
              <a:schemeClr val="tx1"/>
            </a:solidFill>
            <a:miter lim="800000"/>
            <a:headEnd/>
            <a:tailEnd/>
          </a:ln>
        </p:spPr>
      </p:pic>
      <p:grpSp>
        <p:nvGrpSpPr>
          <p:cNvPr id="10" name="Group 10"/>
          <p:cNvGrpSpPr>
            <a:grpSpLocks/>
          </p:cNvGrpSpPr>
          <p:nvPr/>
        </p:nvGrpSpPr>
        <p:grpSpPr bwMode="auto">
          <a:xfrm>
            <a:off x="3352800" y="2971800"/>
            <a:ext cx="5068794" cy="1346200"/>
            <a:chOff x="2304" y="2208"/>
            <a:chExt cx="3072" cy="809"/>
          </a:xfrm>
          <a:noFill/>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4" y="2208"/>
              <a:ext cx="3072" cy="809"/>
            </a:xfrm>
            <a:prstGeom prst="rect">
              <a:avLst/>
            </a:prstGeom>
            <a:grpFill/>
            <a:ln w="9525">
              <a:solidFill>
                <a:schemeClr val="tx1"/>
              </a:solidFill>
              <a:miter lim="800000"/>
              <a:headEnd/>
              <a:tailEnd/>
            </a:ln>
          </p:spPr>
        </p:pic>
        <p:sp>
          <p:nvSpPr>
            <p:cNvPr id="12" name="Rectangle 9"/>
            <p:cNvSpPr>
              <a:spLocks noChangeArrowheads="1"/>
            </p:cNvSpPr>
            <p:nvPr/>
          </p:nvSpPr>
          <p:spPr bwMode="auto">
            <a:xfrm>
              <a:off x="2304" y="2448"/>
              <a:ext cx="144" cy="336"/>
            </a:xfrm>
            <a:prstGeom prst="rect">
              <a:avLst/>
            </a:prstGeom>
            <a:grp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solidFill>
                  <a:prstClr val="black"/>
                </a:solidFill>
              </a:endParaRPr>
            </a:p>
          </p:txBody>
        </p:sp>
      </p:grpSp>
    </p:spTree>
    <p:extLst>
      <p:ext uri="{BB962C8B-B14F-4D97-AF65-F5344CB8AC3E}">
        <p14:creationId xmlns:p14="http://schemas.microsoft.com/office/powerpoint/2010/main" val="1622336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Arial"/>
              </a:rPr>
              <a:t>Why Standard Normal Distribution?</a:t>
            </a:r>
            <a:endParaRPr lang="en-IN" dirty="0"/>
          </a:p>
        </p:txBody>
      </p:sp>
      <p:pic>
        <p:nvPicPr>
          <p:cNvPr id="5" name="Content Placeholder 11">
            <a:extLst>
              <a:ext uri="{FF2B5EF4-FFF2-40B4-BE49-F238E27FC236}">
                <a16:creationId xmlns:a16="http://schemas.microsoft.com/office/drawing/2014/main" id="{EF0700CA-4A65-517C-A53C-E90B78E5EDD8}"/>
              </a:ext>
            </a:extLst>
          </p:cNvPr>
          <p:cNvPicPr>
            <a:picLocks noChangeAspect="1"/>
          </p:cNvPicPr>
          <p:nvPr/>
        </p:nvPicPr>
        <p:blipFill>
          <a:blip r:embed="rId2"/>
          <a:stretch>
            <a:fillRect/>
          </a:stretch>
        </p:blipFill>
        <p:spPr>
          <a:xfrm>
            <a:off x="685800" y="1219200"/>
            <a:ext cx="8229600" cy="3893987"/>
          </a:xfrm>
          <a:prstGeom prst="rect">
            <a:avLst/>
          </a:prstGeom>
        </p:spPr>
      </p:pic>
      <p:sp>
        <p:nvSpPr>
          <p:cNvPr id="6" name="TextBox 5">
            <a:extLst>
              <a:ext uri="{FF2B5EF4-FFF2-40B4-BE49-F238E27FC236}">
                <a16:creationId xmlns:a16="http://schemas.microsoft.com/office/drawing/2014/main" id="{4F91EB1A-951D-7157-0B68-5F80E453670A}"/>
              </a:ext>
            </a:extLst>
          </p:cNvPr>
          <p:cNvSpPr txBox="1">
            <a:spLocks noChangeArrowheads="1"/>
          </p:cNvSpPr>
          <p:nvPr/>
        </p:nvSpPr>
        <p:spPr bwMode="auto">
          <a:xfrm>
            <a:off x="1086331" y="5113187"/>
            <a:ext cx="8427440" cy="579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1509" tIns="40754" rIns="81509" bIns="40754">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50000"/>
              </a:lnSpc>
            </a:pPr>
            <a:r>
              <a:rPr lang="en-US" altLang="en-US" sz="2400" b="1" dirty="0">
                <a:solidFill>
                  <a:srgbClr val="6600CC"/>
                </a:solidFill>
                <a:latin typeface="+mn-lt"/>
                <a:cs typeface="Times New Roman" panose="02020603050405020304" pitchFamily="18" charset="0"/>
              </a:rPr>
              <a:t>X </a:t>
            </a:r>
            <a:r>
              <a:rPr lang="en-US" altLang="en-US" sz="2400" b="1" dirty="0">
                <a:solidFill>
                  <a:srgbClr val="6600CC"/>
                </a:solidFill>
                <a:latin typeface="+mn-lt"/>
                <a:ea typeface="Calibri" panose="020F0502020204030204" pitchFamily="34" charset="0"/>
                <a:cs typeface="Times New Roman" panose="02020603050405020304" pitchFamily="18" charset="0"/>
              </a:rPr>
              <a:t>~ N(µ, </a:t>
            </a:r>
            <a:r>
              <a:rPr lang="el-GR" altLang="en-US" sz="2400" b="1" dirty="0">
                <a:solidFill>
                  <a:srgbClr val="6600CC"/>
                </a:solidFill>
                <a:latin typeface="+mn-lt"/>
                <a:ea typeface="Calibri" panose="020F0502020204030204" pitchFamily="34" charset="0"/>
                <a:cs typeface="Times New Roman" panose="02020603050405020304" pitchFamily="18" charset="0"/>
              </a:rPr>
              <a:t>σ</a:t>
            </a:r>
            <a:r>
              <a:rPr lang="en-IN" altLang="en-US" sz="2400" b="1" baseline="30000" dirty="0">
                <a:solidFill>
                  <a:srgbClr val="6600CC"/>
                </a:solidFill>
                <a:latin typeface="+mn-lt"/>
                <a:ea typeface="Calibri" panose="020F0502020204030204" pitchFamily="34" charset="0"/>
                <a:cs typeface="Times New Roman" panose="02020603050405020304" pitchFamily="18" charset="0"/>
              </a:rPr>
              <a:t>2</a:t>
            </a:r>
            <a:r>
              <a:rPr lang="en-IN" altLang="en-US" sz="2400" b="1" dirty="0">
                <a:solidFill>
                  <a:srgbClr val="6600CC"/>
                </a:solidFill>
                <a:latin typeface="+mn-lt"/>
                <a:ea typeface="Calibri" panose="020F0502020204030204" pitchFamily="34" charset="0"/>
                <a:cs typeface="Times New Roman" panose="02020603050405020304" pitchFamily="18" charset="0"/>
              </a:rPr>
              <a:t>) → </a:t>
            </a:r>
            <a:r>
              <a:rPr lang="en-US" altLang="en-US" sz="2400" b="1" dirty="0">
                <a:solidFill>
                  <a:srgbClr val="6600CC"/>
                </a:solidFill>
                <a:latin typeface="+mn-lt"/>
                <a:cs typeface="Times New Roman" panose="02020603050405020304" pitchFamily="18" charset="0"/>
              </a:rPr>
              <a:t>Z </a:t>
            </a:r>
            <a:r>
              <a:rPr lang="en-US" altLang="en-US" sz="2400" b="1" dirty="0">
                <a:solidFill>
                  <a:srgbClr val="6600CC"/>
                </a:solidFill>
                <a:latin typeface="+mn-lt"/>
                <a:ea typeface="Calibri" panose="020F0502020204030204" pitchFamily="34" charset="0"/>
                <a:cs typeface="Times New Roman" panose="02020603050405020304" pitchFamily="18" charset="0"/>
              </a:rPr>
              <a:t>~ N(0, </a:t>
            </a:r>
            <a:r>
              <a:rPr lang="en-IN" altLang="en-US" sz="2400" b="1" dirty="0">
                <a:solidFill>
                  <a:srgbClr val="6600CC"/>
                </a:solidFill>
                <a:latin typeface="+mn-lt"/>
                <a:ea typeface="Calibri" panose="020F0502020204030204" pitchFamily="34" charset="0"/>
                <a:cs typeface="Times New Roman" panose="02020603050405020304" pitchFamily="18" charset="0"/>
              </a:rPr>
              <a:t>1). This is true for any data size </a:t>
            </a:r>
            <a:endParaRPr lang="en-US" altLang="en-US" sz="2400" b="1" dirty="0">
              <a:latin typeface="+mn-lt"/>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1FB6622-F24B-60C9-EF1A-351D8C1EB8C6}"/>
                  </a:ext>
                </a:extLst>
              </p14:cNvPr>
              <p14:cNvContentPartPr/>
              <p14:nvPr/>
            </p14:nvContentPartPr>
            <p14:xfrm>
              <a:off x="1761480" y="684720"/>
              <a:ext cx="10422720" cy="5443200"/>
            </p14:xfrm>
          </p:contentPart>
        </mc:Choice>
        <mc:Fallback>
          <p:pic>
            <p:nvPicPr>
              <p:cNvPr id="3" name="Ink 2">
                <a:extLst>
                  <a:ext uri="{FF2B5EF4-FFF2-40B4-BE49-F238E27FC236}">
                    <a16:creationId xmlns:a16="http://schemas.microsoft.com/office/drawing/2014/main" id="{51FB6622-F24B-60C9-EF1A-351D8C1EB8C6}"/>
                  </a:ext>
                </a:extLst>
              </p:cNvPr>
              <p:cNvPicPr/>
              <p:nvPr/>
            </p:nvPicPr>
            <p:blipFill>
              <a:blip r:embed="rId4"/>
              <a:stretch>
                <a:fillRect/>
              </a:stretch>
            </p:blipFill>
            <p:spPr>
              <a:xfrm>
                <a:off x="1752120" y="675360"/>
                <a:ext cx="10441440" cy="5461920"/>
              </a:xfrm>
              <a:prstGeom prst="rect">
                <a:avLst/>
              </a:prstGeom>
            </p:spPr>
          </p:pic>
        </mc:Fallback>
      </mc:AlternateContent>
    </p:spTree>
    <p:extLst>
      <p:ext uri="{BB962C8B-B14F-4D97-AF65-F5344CB8AC3E}">
        <p14:creationId xmlns:p14="http://schemas.microsoft.com/office/powerpoint/2010/main" val="736221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Arial"/>
              </a:rPr>
              <a:t>Why Standard Normal Distribution?</a:t>
            </a:r>
            <a:endParaRPr lang="en-IN" dirty="0"/>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4F91EB1A-951D-7157-0B68-5F80E453670A}"/>
                  </a:ext>
                </a:extLst>
              </p:cNvPr>
              <p:cNvSpPr txBox="1">
                <a:spLocks noChangeArrowheads="1"/>
              </p:cNvSpPr>
              <p:nvPr/>
            </p:nvSpPr>
            <p:spPr bwMode="auto">
              <a:xfrm>
                <a:off x="1387952" y="5332059"/>
                <a:ext cx="10423048" cy="151115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81509" tIns="40754" rIns="81509" bIns="40754">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50000"/>
                  </a:lnSpc>
                </a:pPr>
                <a:r>
                  <a:rPr lang="en-US" altLang="en-US" sz="2400" b="1" dirty="0">
                    <a:solidFill>
                      <a:srgbClr val="6600CC"/>
                    </a:solidFill>
                    <a:latin typeface="+mn-lt"/>
                    <a:cs typeface="Times New Roman" panose="02020603050405020304" pitchFamily="18" charset="0"/>
                  </a:rPr>
                  <a:t>X </a:t>
                </a:r>
                <a:r>
                  <a:rPr lang="en-US" altLang="en-US" sz="2400" b="1" dirty="0">
                    <a:solidFill>
                      <a:srgbClr val="6600CC"/>
                    </a:solidFill>
                    <a:latin typeface="+mn-lt"/>
                    <a:ea typeface="Calibri" panose="020F0502020204030204" pitchFamily="34" charset="0"/>
                    <a:cs typeface="Times New Roman" panose="02020603050405020304" pitchFamily="18" charset="0"/>
                  </a:rPr>
                  <a:t>~ N(µ, </a:t>
                </a:r>
                <a:r>
                  <a:rPr lang="el-GR" altLang="en-US" sz="2400" b="1" dirty="0">
                    <a:solidFill>
                      <a:srgbClr val="6600CC"/>
                    </a:solidFill>
                    <a:latin typeface="+mn-lt"/>
                    <a:ea typeface="Calibri" panose="020F0502020204030204" pitchFamily="34" charset="0"/>
                    <a:cs typeface="Times New Roman" panose="02020603050405020304" pitchFamily="18" charset="0"/>
                  </a:rPr>
                  <a:t>σ</a:t>
                </a:r>
                <a:r>
                  <a:rPr lang="en-IN" altLang="en-US" sz="2400" b="1" baseline="30000" dirty="0">
                    <a:solidFill>
                      <a:srgbClr val="6600CC"/>
                    </a:solidFill>
                    <a:latin typeface="+mn-lt"/>
                    <a:ea typeface="Calibri" panose="020F0502020204030204" pitchFamily="34" charset="0"/>
                    <a:cs typeface="Times New Roman" panose="02020603050405020304" pitchFamily="18" charset="0"/>
                  </a:rPr>
                  <a:t>2</a:t>
                </a:r>
                <a:r>
                  <a:rPr lang="en-IN" altLang="en-US" sz="2400" b="1" dirty="0">
                    <a:solidFill>
                      <a:srgbClr val="6600CC"/>
                    </a:solidFill>
                    <a:latin typeface="+mn-lt"/>
                    <a:ea typeface="Calibri" panose="020F0502020204030204" pitchFamily="34" charset="0"/>
                    <a:cs typeface="Times New Roman" panose="02020603050405020304" pitchFamily="18" charset="0"/>
                  </a:rPr>
                  <a:t>) → </a:t>
                </a:r>
                <a:r>
                  <a:rPr lang="en-US" altLang="en-US" sz="2400" b="1" dirty="0">
                    <a:solidFill>
                      <a:srgbClr val="6600CC"/>
                    </a:solidFill>
                    <a:latin typeface="+mn-lt"/>
                    <a:cs typeface="Times New Roman" panose="02020603050405020304" pitchFamily="18" charset="0"/>
                  </a:rPr>
                  <a:t>Z </a:t>
                </a:r>
                <a:r>
                  <a:rPr lang="en-US" altLang="en-US" sz="2400" b="1" dirty="0">
                    <a:solidFill>
                      <a:srgbClr val="6600CC"/>
                    </a:solidFill>
                    <a:latin typeface="+mn-lt"/>
                    <a:ea typeface="Calibri" panose="020F0502020204030204" pitchFamily="34" charset="0"/>
                    <a:cs typeface="Times New Roman" panose="02020603050405020304" pitchFamily="18" charset="0"/>
                  </a:rPr>
                  <a:t>~ N(0, </a:t>
                </a:r>
                <a:r>
                  <a:rPr lang="en-IN" altLang="en-US" sz="2400" b="1" dirty="0">
                    <a:solidFill>
                      <a:srgbClr val="6600CC"/>
                    </a:solidFill>
                    <a:latin typeface="+mn-lt"/>
                    <a:ea typeface="Calibri" panose="020F0502020204030204" pitchFamily="34" charset="0"/>
                    <a:cs typeface="Times New Roman" panose="02020603050405020304" pitchFamily="18" charset="0"/>
                  </a:rPr>
                  <a:t>1). This is true for any data size.</a:t>
                </a:r>
                <a:r>
                  <a:rPr lang="en-IN" sz="2400" dirty="0"/>
                  <a:t> </a:t>
                </a:r>
              </a:p>
              <a:p>
                <a:pPr eaLnBrk="1" hangingPunct="1">
                  <a:lnSpc>
                    <a:spcPct val="150000"/>
                  </a:lnSpc>
                </a:pPr>
                <a:r>
                  <a:rPr lang="en-IN" sz="2000" dirty="0"/>
                  <a:t>In general,  </a:t>
                </a:r>
                <a14:m>
                  <m:oMath xmlns:m="http://schemas.openxmlformats.org/officeDocument/2006/math">
                    <m:r>
                      <a:rPr lang="en-IN" sz="2000" i="1">
                        <a:latin typeface="Cambria Math" panose="02040503050406030204" pitchFamily="18" charset="0"/>
                      </a:rPr>
                      <m:t>𝑋</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𝑁</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𝜇</m:t>
                    </m:r>
                    <m:r>
                      <a:rPr lang="en-IN" sz="2000" i="1">
                        <a:latin typeface="Cambria Math" panose="02040503050406030204" pitchFamily="18" charset="0"/>
                        <a:ea typeface="Cambria Math" panose="02040503050406030204" pitchFamily="18" charset="0"/>
                      </a:rPr>
                      <m:t>, </m:t>
                    </m:r>
                    <m:sSup>
                      <m:sSupPr>
                        <m:ctrlPr>
                          <a:rPr lang="en-IN" sz="2000" i="1">
                            <a:latin typeface="Cambria Math" panose="02040503050406030204" pitchFamily="18" charset="0"/>
                            <a:ea typeface="Cambria Math" panose="02040503050406030204" pitchFamily="18" charset="0"/>
                          </a:rPr>
                        </m:ctrlPr>
                      </m:sSupPr>
                      <m:e>
                        <m:r>
                          <a:rPr lang="en-IN" sz="2000" i="1">
                            <a:latin typeface="Cambria Math" panose="02040503050406030204" pitchFamily="18" charset="0"/>
                            <a:ea typeface="Cambria Math" panose="02040503050406030204" pitchFamily="18" charset="0"/>
                          </a:rPr>
                          <m:t>𝜎</m:t>
                        </m:r>
                      </m:e>
                      <m:sup>
                        <m:r>
                          <a:rPr lang="en-IN" sz="2000" i="1">
                            <a:latin typeface="Cambria Math" panose="02040503050406030204" pitchFamily="18" charset="0"/>
                            <a:ea typeface="Cambria Math" panose="02040503050406030204" pitchFamily="18" charset="0"/>
                          </a:rPr>
                          <m:t>2</m:t>
                        </m:r>
                      </m:sup>
                    </m:sSup>
                    <m:r>
                      <a:rPr lang="en-IN" sz="2000" i="1">
                        <a:latin typeface="Cambria Math" panose="02040503050406030204" pitchFamily="18" charset="0"/>
                        <a:ea typeface="Cambria Math" panose="02040503050406030204" pitchFamily="18" charset="0"/>
                      </a:rPr>
                      <m:t>)</m:t>
                    </m:r>
                  </m:oMath>
                </a14:m>
                <a:r>
                  <a:rPr lang="en-IN" sz="2000" dirty="0"/>
                  <a:t> then </a:t>
                </a:r>
                <a14:m>
                  <m:oMath xmlns:m="http://schemas.openxmlformats.org/officeDocument/2006/math">
                    <m:r>
                      <a:rPr lang="en-IN" sz="2000" i="1">
                        <a:latin typeface="Cambria Math" panose="02040503050406030204" pitchFamily="18" charset="0"/>
                      </a:rPr>
                      <m:t>𝑌</m:t>
                    </m:r>
                    <m:r>
                      <a:rPr lang="en-IN" sz="2000" i="1">
                        <a:latin typeface="Cambria Math" panose="02040503050406030204" pitchFamily="18" charset="0"/>
                      </a:rPr>
                      <m:t>=</m:t>
                    </m:r>
                    <m:r>
                      <a:rPr lang="en-IN" sz="2000" i="1">
                        <a:latin typeface="Cambria Math" panose="02040503050406030204" pitchFamily="18" charset="0"/>
                      </a:rPr>
                      <m:t>𝑎𝑋</m:t>
                    </m:r>
                    <m:r>
                      <a:rPr lang="en-IN" sz="2000" i="1">
                        <a:latin typeface="Cambria Math" panose="02040503050406030204" pitchFamily="18" charset="0"/>
                      </a:rPr>
                      <m:t>+</m:t>
                    </m:r>
                    <m:r>
                      <a:rPr lang="en-IN" sz="2000" i="1">
                        <a:latin typeface="Cambria Math" panose="02040503050406030204" pitchFamily="18" charset="0"/>
                      </a:rPr>
                      <m:t>𝑏</m:t>
                    </m:r>
                    <m:r>
                      <a:rPr lang="en-IN" sz="2000" i="1">
                        <a:latin typeface="Cambria Math" panose="02040503050406030204" pitchFamily="18" charset="0"/>
                      </a:rPr>
                      <m:t> ~ </m:t>
                    </m:r>
                    <m:r>
                      <a:rPr lang="en-IN" sz="2000" i="1">
                        <a:latin typeface="Cambria Math" panose="02040503050406030204" pitchFamily="18" charset="0"/>
                        <a:ea typeface="Cambria Math" panose="02040503050406030204" pitchFamily="18" charset="0"/>
                      </a:rPr>
                      <m:t>𝑁</m:t>
                    </m:r>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𝑎</m:t>
                        </m:r>
                        <m:r>
                          <a:rPr lang="en-IN" sz="2000" i="1">
                            <a:latin typeface="Cambria Math" panose="02040503050406030204" pitchFamily="18" charset="0"/>
                            <a:ea typeface="Cambria Math" panose="02040503050406030204" pitchFamily="18" charset="0"/>
                          </a:rPr>
                          <m:t>𝜇</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𝑏</m:t>
                        </m:r>
                        <m:r>
                          <a:rPr lang="en-IN" sz="2000" i="1">
                            <a:latin typeface="Cambria Math" panose="02040503050406030204" pitchFamily="18" charset="0"/>
                            <a:ea typeface="Cambria Math" panose="02040503050406030204" pitchFamily="18" charset="0"/>
                          </a:rPr>
                          <m:t>, </m:t>
                        </m:r>
                        <m:sSup>
                          <m:sSupPr>
                            <m:ctrlPr>
                              <a:rPr lang="en-IN" sz="2000" i="1">
                                <a:latin typeface="Cambria Math" panose="02040503050406030204" pitchFamily="18" charset="0"/>
                                <a:ea typeface="Cambria Math" panose="02040503050406030204" pitchFamily="18" charset="0"/>
                              </a:rPr>
                            </m:ctrlPr>
                          </m:sSupPr>
                          <m:e>
                            <m:r>
                              <a:rPr lang="en-IN" sz="2000" i="1">
                                <a:latin typeface="Cambria Math" panose="02040503050406030204" pitchFamily="18" charset="0"/>
                                <a:ea typeface="Cambria Math" panose="02040503050406030204" pitchFamily="18" charset="0"/>
                              </a:rPr>
                              <m:t>𝑎</m:t>
                            </m:r>
                          </m:e>
                          <m:sup>
                            <m:r>
                              <a:rPr lang="en-IN" sz="2000" i="1">
                                <a:latin typeface="Cambria Math" panose="02040503050406030204" pitchFamily="18" charset="0"/>
                                <a:ea typeface="Cambria Math" panose="02040503050406030204" pitchFamily="18" charset="0"/>
                              </a:rPr>
                              <m:t>2</m:t>
                            </m:r>
                          </m:sup>
                        </m:sSup>
                        <m:sSup>
                          <m:sSupPr>
                            <m:ctrlPr>
                              <a:rPr lang="en-IN" sz="2000" i="1">
                                <a:latin typeface="Cambria Math" panose="02040503050406030204" pitchFamily="18" charset="0"/>
                                <a:ea typeface="Cambria Math" panose="02040503050406030204" pitchFamily="18" charset="0"/>
                              </a:rPr>
                            </m:ctrlPr>
                          </m:sSupPr>
                          <m:e>
                            <m:r>
                              <a:rPr lang="en-IN" sz="2000" i="1">
                                <a:latin typeface="Cambria Math" panose="02040503050406030204" pitchFamily="18" charset="0"/>
                                <a:ea typeface="Cambria Math" panose="02040503050406030204" pitchFamily="18" charset="0"/>
                              </a:rPr>
                              <m:t>𝜎</m:t>
                            </m:r>
                          </m:e>
                          <m:sup>
                            <m:r>
                              <a:rPr lang="en-IN" sz="2000" i="1">
                                <a:latin typeface="Cambria Math" panose="02040503050406030204" pitchFamily="18" charset="0"/>
                                <a:ea typeface="Cambria Math" panose="02040503050406030204" pitchFamily="18" charset="0"/>
                              </a:rPr>
                              <m:t>2</m:t>
                            </m:r>
                          </m:sup>
                        </m:sSup>
                      </m:e>
                    </m:d>
                    <m:r>
                      <a:rPr lang="en-IN" sz="2000" b="0" i="1" smtClean="0">
                        <a:latin typeface="Cambria Math" panose="02040503050406030204" pitchFamily="18" charset="0"/>
                        <a:ea typeface="Cambria Math" panose="02040503050406030204" pitchFamily="18" charset="0"/>
                      </a:rPr>
                      <m:t> </m:t>
                    </m:r>
                    <m:r>
                      <m:rPr>
                        <m:nor/>
                      </m:rPr>
                      <a:rPr lang="en-IN" sz="2000" b="0" i="0" smtClean="0">
                        <a:latin typeface="Cambria Math" panose="02040503050406030204" pitchFamily="18" charset="0"/>
                        <a:ea typeface="Cambria Math" panose="02040503050406030204" pitchFamily="18" charset="0"/>
                      </a:rPr>
                      <m:t>as a l</m:t>
                    </m:r>
                    <m:r>
                      <m:rPr>
                        <m:nor/>
                      </m:rPr>
                      <a:rPr lang="en-US" sz="2000" i="0"/>
                      <m:t>inear transformation of a normally distributed variable is </m:t>
                    </m:r>
                    <m:r>
                      <m:rPr>
                        <m:nor/>
                      </m:rPr>
                      <a:rPr lang="en-US" sz="2000" i="1"/>
                      <m:t>still normal</m:t>
                    </m:r>
                  </m:oMath>
                </a14:m>
                <a:endParaRPr lang="en-US" altLang="en-US" sz="2400" b="1" dirty="0">
                  <a:latin typeface="+mn-lt"/>
                  <a:cs typeface="Times New Roman" panose="02020603050405020304" pitchFamily="18" charset="0"/>
                </a:endParaRPr>
              </a:p>
            </p:txBody>
          </p:sp>
        </mc:Choice>
        <mc:Fallback xmlns="">
          <p:sp>
            <p:nvSpPr>
              <p:cNvPr id="7" name="TextBox 5">
                <a:extLst>
                  <a:ext uri="{FF2B5EF4-FFF2-40B4-BE49-F238E27FC236}">
                    <a16:creationId xmlns:a16="http://schemas.microsoft.com/office/drawing/2014/main" id="{4F91EB1A-951D-7157-0B68-5F80E453670A}"/>
                  </a:ext>
                </a:extLst>
              </p:cNvPr>
              <p:cNvSpPr txBox="1">
                <a:spLocks noRot="1" noChangeAspect="1" noMove="1" noResize="1" noEditPoints="1" noAdjustHandles="1" noChangeArrowheads="1" noChangeShapeType="1" noTextEdit="1"/>
              </p:cNvSpPr>
              <p:nvPr/>
            </p:nvSpPr>
            <p:spPr bwMode="auto">
              <a:xfrm>
                <a:off x="1387952" y="5332059"/>
                <a:ext cx="10423048" cy="1511157"/>
              </a:xfrm>
              <a:prstGeom prst="rect">
                <a:avLst/>
              </a:prstGeom>
              <a:blipFill>
                <a:blip r:embed="rId2"/>
                <a:stretch>
                  <a:fillRect l="-994" b="-282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Content Placeholder 6">
                <a:extLst>
                  <a:ext uri="{FF2B5EF4-FFF2-40B4-BE49-F238E27FC236}">
                    <a16:creationId xmlns:a16="http://schemas.microsoft.com/office/drawing/2014/main" id="{6BBFDD0C-E554-1840-C4F1-500BEF257159}"/>
                  </a:ext>
                </a:extLst>
              </p:cNvPr>
              <p:cNvSpPr txBox="1">
                <a:spLocks/>
              </p:cNvSpPr>
              <p:nvPr/>
            </p:nvSpPr>
            <p:spPr>
              <a:xfrm>
                <a:off x="987421" y="1449905"/>
                <a:ext cx="1449308" cy="576183"/>
              </a:xfrm>
              <a:prstGeom prst="rect">
                <a:avLst/>
              </a:prstGeom>
              <a:noFill/>
            </p:spPr>
            <p:txBody>
              <a:bodyPr wrap="none" lIns="0" tIns="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IN" sz="2000" i="1" smtClean="0">
                        <a:latin typeface="Cambria Math" panose="02040503050406030204" pitchFamily="18" charset="0"/>
                      </a:rPr>
                      <m:t>𝑍</m:t>
                    </m:r>
                    <m:r>
                      <a:rPr lang="en-IN" sz="2000" i="1" smtClean="0">
                        <a:latin typeface="Cambria Math" panose="02040503050406030204" pitchFamily="18" charset="0"/>
                      </a:rPr>
                      <m:t>=</m:t>
                    </m:r>
                    <m:f>
                      <m:fPr>
                        <m:ctrlPr>
                          <a:rPr lang="en-IN" sz="2000" i="1" smtClean="0">
                            <a:latin typeface="Cambria Math" panose="02040503050406030204" pitchFamily="18" charset="0"/>
                          </a:rPr>
                        </m:ctrlPr>
                      </m:fPr>
                      <m:num>
                        <m:r>
                          <a:rPr lang="en-IN" sz="2000" i="1" smtClean="0">
                            <a:latin typeface="Cambria Math" panose="02040503050406030204" pitchFamily="18" charset="0"/>
                          </a:rPr>
                          <m:t>𝑋</m:t>
                        </m:r>
                        <m:r>
                          <a:rPr lang="en-IN" sz="2000" i="1" smtClean="0">
                            <a:latin typeface="Cambria Math" panose="02040503050406030204" pitchFamily="18" charset="0"/>
                          </a:rPr>
                          <m:t>−</m:t>
                        </m:r>
                        <m:r>
                          <a:rPr lang="en-IN" sz="2000" i="1" smtClean="0">
                            <a:latin typeface="Cambria Math" panose="02040503050406030204" pitchFamily="18" charset="0"/>
                            <a:ea typeface="Cambria Math" panose="02040503050406030204" pitchFamily="18" charset="0"/>
                          </a:rPr>
                          <m:t>𝜇</m:t>
                        </m:r>
                      </m:num>
                      <m:den>
                        <m:r>
                          <a:rPr lang="en-IN" sz="2000" i="1" smtClean="0">
                            <a:latin typeface="Cambria Math" panose="02040503050406030204" pitchFamily="18" charset="0"/>
                            <a:ea typeface="Cambria Math" panose="02040503050406030204" pitchFamily="18" charset="0"/>
                          </a:rPr>
                          <m:t>𝜎</m:t>
                        </m:r>
                      </m:den>
                    </m:f>
                  </m:oMath>
                </a14:m>
                <a:endParaRPr lang="en-IN" sz="2000" dirty="0"/>
              </a:p>
            </p:txBody>
          </p:sp>
        </mc:Choice>
        <mc:Fallback xmlns="">
          <p:sp>
            <p:nvSpPr>
              <p:cNvPr id="8" name="Content Placeholder 6">
                <a:extLst>
                  <a:ext uri="{FF2B5EF4-FFF2-40B4-BE49-F238E27FC236}">
                    <a16:creationId xmlns:a16="http://schemas.microsoft.com/office/drawing/2014/main" id="{6BBFDD0C-E554-1840-C4F1-500BEF257159}"/>
                  </a:ext>
                </a:extLst>
              </p:cNvPr>
              <p:cNvSpPr txBox="1">
                <a:spLocks noRot="1" noChangeAspect="1" noMove="1" noResize="1" noEditPoints="1" noAdjustHandles="1" noChangeArrowheads="1" noChangeShapeType="1" noTextEdit="1"/>
              </p:cNvSpPr>
              <p:nvPr/>
            </p:nvSpPr>
            <p:spPr>
              <a:xfrm>
                <a:off x="987421" y="1449905"/>
                <a:ext cx="1449308" cy="576183"/>
              </a:xfrm>
              <a:prstGeom prst="rect">
                <a:avLst/>
              </a:prstGeom>
              <a:blipFill>
                <a:blip r:embed="rId3"/>
                <a:stretch>
                  <a:fillRect t="-106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987421" y="2253734"/>
                <a:ext cx="2187202" cy="400110"/>
              </a:xfrm>
              <a:prstGeom prst="rect">
                <a:avLst/>
              </a:prstGeom>
            </p:spPr>
            <p:txBody>
              <a:bodyPr wrap="none">
                <a:spAutoFit/>
              </a:bodyPr>
              <a:lstStyle/>
              <a:p>
                <a:pPr/>
                <a14:m>
                  <m:oMathPara xmlns:m="http://schemas.openxmlformats.org/officeDocument/2006/math">
                    <m:oMath>
                      <m:d>
                        <m:dPr>
                          <m:begChr m:val=""/>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Mean</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of</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z</m:t>
                          </m:r>
                          <m:r>
                            <a:rPr lang="en-US" sz="2000" b="0" i="0" smtClean="0">
                              <a:latin typeface="Cambria Math" panose="02040503050406030204" pitchFamily="18" charset="0"/>
                            </a:rPr>
                            <m:t> =</m:t>
                          </m:r>
                          <m:r>
                            <a:rPr lang="en-IN" sz="2000" i="1">
                              <a:latin typeface="Cambria Math" panose="02040503050406030204" pitchFamily="18" charset="0"/>
                            </a:rPr>
                            <m:t>𝐸</m:t>
                          </m:r>
                          <m:r>
                            <a:rPr lang="en-IN" sz="2000" i="0">
                              <a:latin typeface="Cambria Math" panose="02040503050406030204" pitchFamily="18" charset="0"/>
                            </a:rPr>
                            <m:t>(</m:t>
                          </m:r>
                          <m:r>
                            <a:rPr lang="en-IN" sz="2000" i="1">
                              <a:latin typeface="Cambria Math" panose="02040503050406030204" pitchFamily="18" charset="0"/>
                            </a:rPr>
                            <m:t>𝑧</m:t>
                          </m:r>
                        </m:e>
                      </m:d>
                    </m:oMath>
                  </m:oMathPara>
                </a14:m>
                <a:endParaRPr lang="en-IN" sz="2000" dirty="0"/>
              </a:p>
            </p:txBody>
          </p:sp>
        </mc:Choice>
        <mc:Fallback xmlns="">
          <p:sp>
            <p:nvSpPr>
              <p:cNvPr id="9" name="Rectangle 8"/>
              <p:cNvSpPr>
                <a:spLocks noRot="1" noChangeAspect="1" noMove="1" noResize="1" noEditPoints="1" noAdjustHandles="1" noChangeArrowheads="1" noChangeShapeType="1" noTextEdit="1"/>
              </p:cNvSpPr>
              <p:nvPr/>
            </p:nvSpPr>
            <p:spPr>
              <a:xfrm>
                <a:off x="987421" y="2253734"/>
                <a:ext cx="2187202" cy="400110"/>
              </a:xfrm>
              <a:prstGeom prst="rect">
                <a:avLst/>
              </a:prstGeom>
              <a:blipFill>
                <a:blip r:embed="rId4"/>
                <a:stretch>
                  <a:fillRect t="-127692" r="-26462" b="-19384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174623" y="2222315"/>
                <a:ext cx="1057084" cy="504177"/>
              </a:xfrm>
              <a:prstGeom prst="rect">
                <a:avLst/>
              </a:prstGeom>
            </p:spPr>
            <p:txBody>
              <a:bodyPr wrap="none">
                <a:spAutoFit/>
              </a:bodyPr>
              <a:lstStyle/>
              <a:p>
                <a:r>
                  <a:rPr lang="en-US" sz="2000" dirty="0"/>
                  <a:t>=E</a:t>
                </a:r>
                <a14:m>
                  <m:oMath xmlns:m="http://schemas.openxmlformats.org/officeDocument/2006/math">
                    <m:r>
                      <a:rPr lang="en-US" sz="2000" i="1">
                        <a:latin typeface="Cambria Math" panose="02040503050406030204" pitchFamily="18" charset="0"/>
                      </a:rPr>
                      <m:t>( </m:t>
                    </m:r>
                    <m:f>
                      <m:fPr>
                        <m:ctrlPr>
                          <a:rPr lang="en-IN" sz="2000" i="1">
                            <a:latin typeface="Cambria Math" panose="02040503050406030204" pitchFamily="18" charset="0"/>
                          </a:rPr>
                        </m:ctrlPr>
                      </m:fPr>
                      <m:num>
                        <m:r>
                          <a:rPr lang="en-IN" sz="2000" i="1">
                            <a:latin typeface="Cambria Math" panose="02040503050406030204" pitchFamily="18" charset="0"/>
                          </a:rPr>
                          <m:t>𝑥</m:t>
                        </m:r>
                        <m:r>
                          <a:rPr lang="en-IN" sz="2000">
                            <a:latin typeface="Cambria Math" panose="02040503050406030204" pitchFamily="18" charset="0"/>
                          </a:rPr>
                          <m:t>−</m:t>
                        </m:r>
                        <m:r>
                          <a:rPr lang="en-IN" sz="2000" i="1">
                            <a:latin typeface="Cambria Math" panose="02040503050406030204" pitchFamily="18" charset="0"/>
                            <a:ea typeface="Cambria Math" panose="02040503050406030204" pitchFamily="18" charset="0"/>
                          </a:rPr>
                          <m:t>𝜇</m:t>
                        </m:r>
                      </m:num>
                      <m:den>
                        <m:r>
                          <a:rPr lang="en-IN" sz="2000" i="1">
                            <a:latin typeface="Cambria Math" panose="02040503050406030204" pitchFamily="18" charset="0"/>
                          </a:rPr>
                          <m:t>𝜎</m:t>
                        </m:r>
                      </m:den>
                    </m:f>
                  </m:oMath>
                </a14:m>
                <a:r>
                  <a:rPr lang="en-IN" sz="2000" dirty="0"/>
                  <a:t>)</a:t>
                </a:r>
              </a:p>
            </p:txBody>
          </p:sp>
        </mc:Choice>
        <mc:Fallback xmlns="">
          <p:sp>
            <p:nvSpPr>
              <p:cNvPr id="10" name="Rectangle 9"/>
              <p:cNvSpPr>
                <a:spLocks noRot="1" noChangeAspect="1" noMove="1" noResize="1" noEditPoints="1" noAdjustHandles="1" noChangeArrowheads="1" noChangeShapeType="1" noTextEdit="1"/>
              </p:cNvSpPr>
              <p:nvPr/>
            </p:nvSpPr>
            <p:spPr>
              <a:xfrm>
                <a:off x="3174623" y="2222315"/>
                <a:ext cx="1057084" cy="504177"/>
              </a:xfrm>
              <a:prstGeom prst="rect">
                <a:avLst/>
              </a:prstGeom>
              <a:blipFill>
                <a:blip r:embed="rId5"/>
                <a:stretch>
                  <a:fillRect l="-6358" r="-5780" b="-97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4340487" y="2137640"/>
                <a:ext cx="2249911" cy="670505"/>
              </a:xfrm>
              <a:prstGeom prst="rect">
                <a:avLst/>
              </a:prstGeom>
            </p:spPr>
            <p:txBody>
              <a:bodyPr wrap="none">
                <a:spAutoFit/>
              </a:bodyPr>
              <a:lstStyle/>
              <a:p>
                <a:pPr/>
                <a14:m>
                  <m:oMathPara xmlns:m="http://schemas.openxmlformats.org/officeDocument/2006/math">
                    <m:oMath>
                      <m:r>
                        <a:rPr lang="en-US" sz="2000" b="0" i="0" smtClean="0">
                          <a:latin typeface="Cambria Math" panose="02040503050406030204" pitchFamily="18" charset="0"/>
                        </a:rPr>
                        <m:t>=</m:t>
                      </m:r>
                      <m:f>
                        <m:fPr>
                          <m:ctrlPr>
                            <a:rPr lang="en-IN" sz="2000">
                              <a:latin typeface="Cambria Math" panose="02040503050406030204" pitchFamily="18" charset="0"/>
                            </a:rPr>
                          </m:ctrlPr>
                        </m:fPr>
                        <m:num>
                          <m:r>
                            <a:rPr lang="en-IN" sz="2000">
                              <a:latin typeface="Cambria Math" panose="02040503050406030204" pitchFamily="18" charset="0"/>
                            </a:rPr>
                            <m:t>1</m:t>
                          </m:r>
                        </m:num>
                        <m:den>
                          <m:r>
                            <a:rPr lang="en-IN" sz="2000" i="1">
                              <a:latin typeface="Cambria Math" panose="02040503050406030204" pitchFamily="18" charset="0"/>
                            </a:rPr>
                            <m:t>𝜎</m:t>
                          </m:r>
                        </m:den>
                      </m:f>
                      <m:r>
                        <a:rPr lang="en-IN" sz="2000">
                          <a:latin typeface="Cambria Math" panose="02040503050406030204" pitchFamily="18" charset="0"/>
                        </a:rPr>
                        <m:t>[</m:t>
                      </m:r>
                      <m:r>
                        <a:rPr lang="en-IN" sz="2000" i="1">
                          <a:latin typeface="Cambria Math" panose="02040503050406030204" pitchFamily="18" charset="0"/>
                        </a:rPr>
                        <m:t>𝐸</m:t>
                      </m:r>
                      <m:d>
                        <m:dPr>
                          <m:ctrlPr>
                            <a:rPr lang="en-IN" sz="2000" i="1">
                              <a:latin typeface="Cambria Math" panose="02040503050406030204" pitchFamily="18" charset="0"/>
                            </a:rPr>
                          </m:ctrlPr>
                        </m:dPr>
                        <m:e>
                          <m:r>
                            <a:rPr lang="en-IN" sz="2000" i="1">
                              <a:latin typeface="Cambria Math" panose="02040503050406030204" pitchFamily="18" charset="0"/>
                            </a:rPr>
                            <m:t>𝑥</m:t>
                          </m:r>
                        </m:e>
                      </m:d>
                      <m:r>
                        <a:rPr lang="en-IN" sz="2000">
                          <a:latin typeface="Cambria Math" panose="02040503050406030204" pitchFamily="18" charset="0"/>
                        </a:rPr>
                        <m:t>−</m:t>
                      </m:r>
                      <m:r>
                        <a:rPr lang="en-IN" sz="2000" i="1">
                          <a:latin typeface="Cambria Math" panose="02040503050406030204" pitchFamily="18" charset="0"/>
                        </a:rPr>
                        <m:t>𝐸</m:t>
                      </m:r>
                      <m:d>
                        <m:dPr>
                          <m:ctrlPr>
                            <a:rPr lang="en-IN" sz="2000" i="1">
                              <a:latin typeface="Cambria Math" panose="02040503050406030204" pitchFamily="18" charset="0"/>
                            </a:rPr>
                          </m:ctrlPr>
                        </m:dPr>
                        <m:e>
                          <m:r>
                            <a:rPr lang="en-IN" sz="2000" i="1">
                              <a:latin typeface="Cambria Math" panose="02040503050406030204" pitchFamily="18" charset="0"/>
                            </a:rPr>
                            <m:t>𝜇</m:t>
                          </m:r>
                        </m:e>
                      </m:d>
                      <m:r>
                        <a:rPr lang="en-US" sz="2000" b="0" i="0" smtClean="0">
                          <a:latin typeface="Cambria Math" panose="02040503050406030204" pitchFamily="18" charset="0"/>
                        </a:rPr>
                        <m:t>]</m:t>
                      </m:r>
                    </m:oMath>
                  </m:oMathPara>
                </a14:m>
                <a:endParaRPr lang="en-IN" sz="2000" dirty="0"/>
              </a:p>
            </p:txBody>
          </p:sp>
        </mc:Choice>
        <mc:Fallback xmlns="">
          <p:sp>
            <p:nvSpPr>
              <p:cNvPr id="11" name="Rectangle 10"/>
              <p:cNvSpPr>
                <a:spLocks noRot="1" noChangeAspect="1" noMove="1" noResize="1" noEditPoints="1" noAdjustHandles="1" noChangeArrowheads="1" noChangeShapeType="1" noTextEdit="1"/>
              </p:cNvSpPr>
              <p:nvPr/>
            </p:nvSpPr>
            <p:spPr>
              <a:xfrm>
                <a:off x="4340487" y="2137640"/>
                <a:ext cx="2249911" cy="67050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6647026" y="2186594"/>
                <a:ext cx="1964961" cy="670505"/>
              </a:xfrm>
              <a:prstGeom prst="rect">
                <a:avLst/>
              </a:prstGeom>
            </p:spPr>
            <p:txBody>
              <a:bodyPr wrap="none">
                <a:spAutoFit/>
              </a:bodyPr>
              <a:lstStyle/>
              <a:p>
                <a:pPr/>
                <a14:m>
                  <m:oMathPara xmlns:m="http://schemas.openxmlformats.org/officeDocument/2006/math">
                    <m:oMath>
                      <m:r>
                        <a:rPr lang="en-IN" sz="2000" smtClean="0">
                          <a:latin typeface="Cambria Math" panose="02040503050406030204" pitchFamily="18" charset="0"/>
                        </a:rPr>
                        <m:t>=</m:t>
                      </m:r>
                      <m:f>
                        <m:fPr>
                          <m:ctrlPr>
                            <a:rPr lang="en-IN" sz="2000">
                              <a:latin typeface="Cambria Math" panose="02040503050406030204" pitchFamily="18" charset="0"/>
                            </a:rPr>
                          </m:ctrlPr>
                        </m:fPr>
                        <m:num>
                          <m:r>
                            <a:rPr lang="en-IN" sz="2000">
                              <a:latin typeface="Cambria Math" panose="02040503050406030204" pitchFamily="18" charset="0"/>
                            </a:rPr>
                            <m:t>1</m:t>
                          </m:r>
                        </m:num>
                        <m:den>
                          <m:r>
                            <a:rPr lang="en-IN" sz="2000" i="1">
                              <a:latin typeface="Cambria Math" panose="02040503050406030204" pitchFamily="18" charset="0"/>
                            </a:rPr>
                            <m:t>𝜎</m:t>
                          </m:r>
                        </m:den>
                      </m:f>
                      <m:d>
                        <m:dPr>
                          <m:begChr m:val="["/>
                          <m:endChr m:val="]"/>
                          <m:ctrlPr>
                            <a:rPr lang="en-IN" sz="2000" i="1">
                              <a:latin typeface="Cambria Math" panose="02040503050406030204" pitchFamily="18" charset="0"/>
                            </a:rPr>
                          </m:ctrlPr>
                        </m:dPr>
                        <m:e>
                          <m:r>
                            <a:rPr lang="en-IN" sz="2000" i="1">
                              <a:latin typeface="Cambria Math" panose="02040503050406030204" pitchFamily="18" charset="0"/>
                            </a:rPr>
                            <m:t>𝜇</m:t>
                          </m:r>
                          <m:r>
                            <a:rPr lang="en-IN" sz="2000">
                              <a:latin typeface="Cambria Math" panose="02040503050406030204" pitchFamily="18" charset="0"/>
                            </a:rPr>
                            <m:t>−</m:t>
                          </m:r>
                          <m:r>
                            <a:rPr lang="en-IN" sz="2000" i="1">
                              <a:latin typeface="Cambria Math" panose="02040503050406030204" pitchFamily="18" charset="0"/>
                            </a:rPr>
                            <m:t>𝜇</m:t>
                          </m:r>
                        </m:e>
                      </m:d>
                      <m:r>
                        <a:rPr lang="en-US" sz="2000" b="0" i="1" smtClean="0">
                          <a:latin typeface="Cambria Math" panose="02040503050406030204" pitchFamily="18" charset="0"/>
                        </a:rPr>
                        <m:t>=0</m:t>
                      </m:r>
                    </m:oMath>
                  </m:oMathPara>
                </a14:m>
                <a:endParaRPr lang="en-IN" sz="2000" dirty="0"/>
              </a:p>
            </p:txBody>
          </p:sp>
        </mc:Choice>
        <mc:Fallback xmlns="">
          <p:sp>
            <p:nvSpPr>
              <p:cNvPr id="12" name="Rectangle 11"/>
              <p:cNvSpPr>
                <a:spLocks noRot="1" noChangeAspect="1" noMove="1" noResize="1" noEditPoints="1" noAdjustHandles="1" noChangeArrowheads="1" noChangeShapeType="1" noTextEdit="1"/>
              </p:cNvSpPr>
              <p:nvPr/>
            </p:nvSpPr>
            <p:spPr>
              <a:xfrm>
                <a:off x="6647026" y="2186594"/>
                <a:ext cx="1964961" cy="670505"/>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063621" y="3144205"/>
                <a:ext cx="2521396" cy="400110"/>
              </a:xfrm>
              <a:prstGeom prst="rect">
                <a:avLst/>
              </a:prstGeom>
            </p:spPr>
            <p:txBody>
              <a:bodyPr wrap="none">
                <a:spAutoFit/>
              </a:bodyPr>
              <a:lstStyle/>
              <a:p>
                <a:pPr/>
                <a14:m>
                  <m:oMathPara xmlns:m="http://schemas.openxmlformats.org/officeDocument/2006/math">
                    <m:oMath>
                      <m:d>
                        <m:dPr>
                          <m:begChr m:val=""/>
                          <m:endChr m:val="]"/>
                          <m:ctrlPr>
                            <a:rPr lang="en-IN" sz="2000" i="1">
                              <a:latin typeface="Cambria Math" panose="02040503050406030204" pitchFamily="18" charset="0"/>
                            </a:rPr>
                          </m:ctrlPr>
                        </m:dPr>
                        <m:e>
                          <m:r>
                            <a:rPr lang="en-IN" sz="2000" i="1">
                              <a:latin typeface="Cambria Math" panose="02040503050406030204" pitchFamily="18" charset="0"/>
                            </a:rPr>
                            <m:t>𝑉</m:t>
                          </m:r>
                          <m:r>
                            <a:rPr lang="en-IN" sz="2000" i="0">
                              <a:latin typeface="Cambria Math" panose="02040503050406030204" pitchFamily="18" charset="0"/>
                            </a:rPr>
                            <m:t>(</m:t>
                          </m:r>
                          <m:r>
                            <a:rPr lang="en-IN" sz="2000" i="1">
                              <a:latin typeface="Cambria Math" panose="02040503050406030204" pitchFamily="18" charset="0"/>
                            </a:rPr>
                            <m:t>𝑧</m:t>
                          </m:r>
                          <m:r>
                            <a:rPr lang="en-IN" sz="2000" i="0">
                              <a:latin typeface="Cambria Math" panose="02040503050406030204" pitchFamily="18" charset="0"/>
                            </a:rPr>
                            <m:t>)=</m:t>
                          </m:r>
                          <m:r>
                            <a:rPr lang="en-IN" sz="2000" i="1">
                              <a:latin typeface="Cambria Math" panose="02040503050406030204" pitchFamily="18" charset="0"/>
                            </a:rPr>
                            <m:t>𝐸</m:t>
                          </m:r>
                          <m:r>
                            <a:rPr lang="en-IN" sz="2000" i="0">
                              <a:latin typeface="Cambria Math" panose="02040503050406030204" pitchFamily="18" charset="0"/>
                            </a:rPr>
                            <m:t>[</m:t>
                          </m:r>
                          <m:r>
                            <a:rPr lang="en-IN" sz="2000" i="1">
                              <a:latin typeface="Cambria Math" panose="02040503050406030204" pitchFamily="18" charset="0"/>
                            </a:rPr>
                            <m:t>𝑧</m:t>
                          </m:r>
                          <m:r>
                            <a:rPr lang="en-IN" sz="2000" i="0">
                              <a:latin typeface="Cambria Math" panose="02040503050406030204" pitchFamily="18" charset="0"/>
                            </a:rPr>
                            <m:t>−</m:t>
                          </m:r>
                          <m:r>
                            <a:rPr lang="en-IN" sz="2000" i="1">
                              <a:latin typeface="Cambria Math" panose="02040503050406030204" pitchFamily="18" charset="0"/>
                            </a:rPr>
                            <m:t>𝐸</m:t>
                          </m:r>
                          <m:r>
                            <a:rPr lang="en-IN" sz="2000" i="0">
                              <a:latin typeface="Cambria Math" panose="02040503050406030204" pitchFamily="18" charset="0"/>
                            </a:rPr>
                            <m:t>(</m:t>
                          </m:r>
                          <m:r>
                            <a:rPr lang="en-IN" sz="2000" i="1">
                              <a:latin typeface="Cambria Math" panose="02040503050406030204" pitchFamily="18" charset="0"/>
                            </a:rPr>
                            <m:t>𝑧</m:t>
                          </m:r>
                          <m:r>
                            <a:rPr lang="en-IN" sz="2000" i="0">
                              <a:latin typeface="Cambria Math" panose="02040503050406030204" pitchFamily="18" charset="0"/>
                            </a:rPr>
                            <m:t>)</m:t>
                          </m:r>
                        </m:e>
                      </m:d>
                      <m:r>
                        <a:rPr lang="en-US" sz="2000" b="0" i="1" baseline="30000" smtClean="0">
                          <a:latin typeface="Cambria Math" panose="02040503050406030204" pitchFamily="18" charset="0"/>
                        </a:rPr>
                        <m:t>2</m:t>
                      </m:r>
                    </m:oMath>
                  </m:oMathPara>
                </a14:m>
                <a:endParaRPr lang="en-IN" sz="2000" baseline="30000" dirty="0"/>
              </a:p>
            </p:txBody>
          </p:sp>
        </mc:Choice>
        <mc:Fallback xmlns="">
          <p:sp>
            <p:nvSpPr>
              <p:cNvPr id="13" name="Rectangle 12"/>
              <p:cNvSpPr>
                <a:spLocks noRot="1" noChangeAspect="1" noMove="1" noResize="1" noEditPoints="1" noAdjustHandles="1" noChangeArrowheads="1" noChangeShapeType="1" noTextEdit="1"/>
              </p:cNvSpPr>
              <p:nvPr/>
            </p:nvSpPr>
            <p:spPr>
              <a:xfrm>
                <a:off x="1063621" y="3144205"/>
                <a:ext cx="2521396" cy="400110"/>
              </a:xfrm>
              <a:prstGeom prst="rect">
                <a:avLst/>
              </a:prstGeom>
              <a:blipFill>
                <a:blip r:embed="rId8"/>
                <a:stretch>
                  <a:fillRect t="-126154" r="-14251" b="-1953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604099" y="3144205"/>
                <a:ext cx="1017266" cy="400110"/>
              </a:xfrm>
              <a:prstGeom prst="rect">
                <a:avLst/>
              </a:prstGeom>
            </p:spPr>
            <p:txBody>
              <a:bodyPr wrap="none">
                <a:spAutoFit/>
              </a:bodyPr>
              <a:lstStyle/>
              <a:p>
                <a14:m>
                  <m:oMath xmlns:m="http://schemas.openxmlformats.org/officeDocument/2006/math">
                    <m:r>
                      <a:rPr lang="en-IN" sz="2000">
                        <a:latin typeface="Cambria Math" panose="02040503050406030204" pitchFamily="18" charset="0"/>
                      </a:rPr>
                      <m:t>=</m:t>
                    </m:r>
                    <m:r>
                      <a:rPr lang="en-IN" sz="2000" i="1">
                        <a:latin typeface="Cambria Math" panose="02040503050406030204" pitchFamily="18" charset="0"/>
                      </a:rPr>
                      <m:t>𝐸</m:t>
                    </m:r>
                    <m:r>
                      <a:rPr lang="en-IN" sz="2000" i="0">
                        <a:latin typeface="Cambria Math" panose="02040503050406030204" pitchFamily="18" charset="0"/>
                      </a:rPr>
                      <m:t>(</m:t>
                    </m:r>
                    <m:r>
                      <a:rPr lang="en-IN" sz="2000" i="1">
                        <a:latin typeface="Cambria Math" panose="02040503050406030204" pitchFamily="18" charset="0"/>
                      </a:rPr>
                      <m:t>𝑧</m:t>
                    </m:r>
                  </m:oMath>
                </a14:m>
                <a:r>
                  <a:rPr lang="en-IN" sz="2000" baseline="30000" dirty="0"/>
                  <a:t>2</a:t>
                </a:r>
                <a:r>
                  <a:rPr lang="en-IN" sz="2000" dirty="0"/>
                  <a:t>)</a:t>
                </a:r>
              </a:p>
            </p:txBody>
          </p:sp>
        </mc:Choice>
        <mc:Fallback xmlns="">
          <p:sp>
            <p:nvSpPr>
              <p:cNvPr id="14" name="Rectangle 13"/>
              <p:cNvSpPr>
                <a:spLocks noRot="1" noChangeAspect="1" noMove="1" noResize="1" noEditPoints="1" noAdjustHandles="1" noChangeArrowheads="1" noChangeShapeType="1" noTextEdit="1"/>
              </p:cNvSpPr>
              <p:nvPr/>
            </p:nvSpPr>
            <p:spPr>
              <a:xfrm>
                <a:off x="3604099" y="3144205"/>
                <a:ext cx="1017266" cy="400110"/>
              </a:xfrm>
              <a:prstGeom prst="rect">
                <a:avLst/>
              </a:prstGeom>
              <a:blipFill>
                <a:blip r:embed="rId9"/>
                <a:stretch>
                  <a:fillRect t="-9231" r="-5389" b="-2769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953000" y="3200400"/>
                <a:ext cx="1162626" cy="369332"/>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𝐴𝑠</m:t>
                    </m:r>
                    <m:r>
                      <a:rPr lang="en-US" b="0" i="1" smtClean="0">
                        <a:latin typeface="Cambria Math" panose="02040503050406030204" pitchFamily="18" charset="0"/>
                      </a:rPr>
                      <m:t> </m:t>
                    </m:r>
                    <m:r>
                      <a:rPr lang="en-IN" i="1">
                        <a:latin typeface="Cambria Math" panose="02040503050406030204" pitchFamily="18" charset="0"/>
                      </a:rPr>
                      <m:t>𝐸</m:t>
                    </m:r>
                    <m:r>
                      <a:rPr lang="en-IN">
                        <a:latin typeface="Cambria Math" panose="02040503050406030204" pitchFamily="18" charset="0"/>
                      </a:rPr>
                      <m:t>(</m:t>
                    </m:r>
                    <m:r>
                      <a:rPr lang="en-IN" i="1">
                        <a:latin typeface="Cambria Math" panose="02040503050406030204" pitchFamily="18" charset="0"/>
                      </a:rPr>
                      <m:t>𝑧</m:t>
                    </m:r>
                  </m:oMath>
                </a14:m>
                <a:r>
                  <a:rPr lang="en-IN" dirty="0"/>
                  <a:t>)=0</a:t>
                </a:r>
              </a:p>
            </p:txBody>
          </p:sp>
        </mc:Choice>
        <mc:Fallback xmlns="">
          <p:sp>
            <p:nvSpPr>
              <p:cNvPr id="15" name="Rectangle 14"/>
              <p:cNvSpPr>
                <a:spLocks noRot="1" noChangeAspect="1" noMove="1" noResize="1" noEditPoints="1" noAdjustHandles="1" noChangeArrowheads="1" noChangeShapeType="1" noTextEdit="1"/>
              </p:cNvSpPr>
              <p:nvPr/>
            </p:nvSpPr>
            <p:spPr>
              <a:xfrm>
                <a:off x="4953000" y="3200400"/>
                <a:ext cx="1162626" cy="369332"/>
              </a:xfrm>
              <a:prstGeom prst="rect">
                <a:avLst/>
              </a:prstGeom>
              <a:blipFill>
                <a:blip r:embed="rId10"/>
                <a:stretch>
                  <a:fillRect t="-8197" r="-4211"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3673229" y="3776871"/>
                <a:ext cx="1086516" cy="462947"/>
              </a:xfrm>
              <a:prstGeom prst="rect">
                <a:avLst/>
              </a:prstGeom>
            </p:spPr>
            <p:txBody>
              <a:bodyPr wrap="none">
                <a:spAutoFit/>
              </a:bodyPr>
              <a:lstStyle/>
              <a:p>
                <a:r>
                  <a:rPr lang="en-US" dirty="0"/>
                  <a:t>=E</a:t>
                </a:r>
                <a14:m>
                  <m:oMath xmlns:m="http://schemas.openxmlformats.org/officeDocument/2006/math">
                    <m:r>
                      <a:rPr lang="en-US" i="1">
                        <a:latin typeface="Cambria Math" panose="02040503050406030204" pitchFamily="18" charset="0"/>
                      </a:rPr>
                      <m:t>( </m:t>
                    </m:r>
                    <m:f>
                      <m:fPr>
                        <m:ctrlPr>
                          <a:rPr lang="en-IN" i="1">
                            <a:latin typeface="Cambria Math" panose="02040503050406030204" pitchFamily="18" charset="0"/>
                          </a:rPr>
                        </m:ctrlPr>
                      </m:fPr>
                      <m:num>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ea typeface="Cambria Math" panose="02040503050406030204" pitchFamily="18" charset="0"/>
                          </a:rPr>
                          <m:t>𝜇</m:t>
                        </m:r>
                      </m:num>
                      <m:den>
                        <m:r>
                          <a:rPr lang="en-IN" i="1">
                            <a:latin typeface="Cambria Math" panose="02040503050406030204" pitchFamily="18" charset="0"/>
                          </a:rPr>
                          <m:t>𝜎</m:t>
                        </m:r>
                      </m:den>
                    </m:f>
                  </m:oMath>
                </a14:m>
                <a:r>
                  <a:rPr lang="en-IN" dirty="0"/>
                  <a:t>)</a:t>
                </a:r>
                <a:r>
                  <a:rPr lang="en-IN" baseline="30000" dirty="0"/>
                  <a:t>2</a:t>
                </a:r>
              </a:p>
            </p:txBody>
          </p:sp>
        </mc:Choice>
        <mc:Fallback xmlns="">
          <p:sp>
            <p:nvSpPr>
              <p:cNvPr id="16" name="Rectangle 15"/>
              <p:cNvSpPr>
                <a:spLocks noRot="1" noChangeAspect="1" noMove="1" noResize="1" noEditPoints="1" noAdjustHandles="1" noChangeArrowheads="1" noChangeShapeType="1" noTextEdit="1"/>
              </p:cNvSpPr>
              <p:nvPr/>
            </p:nvSpPr>
            <p:spPr>
              <a:xfrm>
                <a:off x="3673229" y="3776871"/>
                <a:ext cx="1086516" cy="462947"/>
              </a:xfrm>
              <a:prstGeom prst="rect">
                <a:avLst/>
              </a:prstGeom>
              <a:blipFill>
                <a:blip r:embed="rId11"/>
                <a:stretch>
                  <a:fillRect l="-5056" b="-78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703165" y="4949712"/>
                <a:ext cx="1132169" cy="484941"/>
              </a:xfrm>
              <a:prstGeom prst="rect">
                <a:avLst/>
              </a:prstGeom>
            </p:spPr>
            <p:txBody>
              <a:bodyPr wrap="none">
                <a:spAutoFit/>
              </a:bodyPr>
              <a:lstStyle/>
              <a:p>
                <a:r>
                  <a:rPr lang="en-IN" dirty="0"/>
                  <a:t>= </a:t>
                </a:r>
                <a14:m>
                  <m:oMath xmlns:m="http://schemas.openxmlformats.org/officeDocument/2006/math">
                    <m:f>
                      <m:fPr>
                        <m:ctrlPr>
                          <a:rPr lang="en-IN">
                            <a:latin typeface="Cambria Math" panose="02040503050406030204" pitchFamily="18" charset="0"/>
                          </a:rPr>
                        </m:ctrlPr>
                      </m:fPr>
                      <m:num>
                        <m:r>
                          <a:rPr lang="en-IN">
                            <a:latin typeface="Cambria Math" panose="02040503050406030204" pitchFamily="18" charset="0"/>
                          </a:rPr>
                          <m:t>1</m:t>
                        </m:r>
                      </m:num>
                      <m:den>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a:latin typeface="Cambria Math" panose="02040503050406030204" pitchFamily="18" charset="0"/>
                              </a:rPr>
                              <m:t>2</m:t>
                            </m:r>
                          </m:sup>
                        </m:sSup>
                      </m:den>
                    </m:f>
                  </m:oMath>
                </a14:m>
                <a:r>
                  <a:rPr lang="en-IN" baseline="30000" dirty="0"/>
                  <a:t>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a:latin typeface="Cambria Math" panose="02040503050406030204" pitchFamily="18" charset="0"/>
                          </a:rPr>
                          <m:t>2</m:t>
                        </m:r>
                      </m:sup>
                    </m:sSup>
                  </m:oMath>
                </a14:m>
                <a:r>
                  <a:rPr lang="en-IN" dirty="0"/>
                  <a:t> =1</a:t>
                </a:r>
                <a:endParaRPr lang="en-IN" baseline="30000" dirty="0"/>
              </a:p>
            </p:txBody>
          </p:sp>
        </mc:Choice>
        <mc:Fallback xmlns="">
          <p:sp>
            <p:nvSpPr>
              <p:cNvPr id="17" name="Rectangle 16"/>
              <p:cNvSpPr>
                <a:spLocks noRot="1" noChangeAspect="1" noMove="1" noResize="1" noEditPoints="1" noAdjustHandles="1" noChangeArrowheads="1" noChangeShapeType="1" noTextEdit="1"/>
              </p:cNvSpPr>
              <p:nvPr/>
            </p:nvSpPr>
            <p:spPr>
              <a:xfrm>
                <a:off x="3703165" y="4949712"/>
                <a:ext cx="1132169" cy="484941"/>
              </a:xfrm>
              <a:prstGeom prst="rect">
                <a:avLst/>
              </a:prstGeom>
              <a:blipFill>
                <a:blip r:embed="rId12"/>
                <a:stretch>
                  <a:fillRect l="-4301" r="-4301" b="-75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788021" y="4434760"/>
                <a:ext cx="2109232" cy="369332"/>
              </a:xfrm>
              <a:prstGeom prst="rect">
                <a:avLst/>
              </a:prstGeom>
            </p:spPr>
            <p:txBody>
              <a:bodyPr wrap="none">
                <a:spAutoFit/>
              </a:bodyPr>
              <a:lstStyle/>
              <a:p>
                <a:r>
                  <a:rPr lang="en-IN" dirty="0"/>
                  <a:t>AS </a:t>
                </a:r>
                <a14:m>
                  <m:oMath xmlns:m="http://schemas.openxmlformats.org/officeDocument/2006/math">
                    <m:r>
                      <a:rPr lang="en-IN" i="1">
                        <a:latin typeface="Cambria Math" panose="02040503050406030204" pitchFamily="18" charset="0"/>
                      </a:rPr>
                      <m:t>𝑣</m:t>
                    </m:r>
                    <m:r>
                      <a:rPr lang="en-IN" i="0">
                        <a:latin typeface="Cambria Math" panose="02040503050406030204" pitchFamily="18" charset="0"/>
                      </a:rPr>
                      <m:t>(</m:t>
                    </m:r>
                    <m:r>
                      <a:rPr lang="en-IN" i="1">
                        <a:latin typeface="Cambria Math" panose="02040503050406030204" pitchFamily="18" charset="0"/>
                      </a:rPr>
                      <m:t>𝑎𝑥</m:t>
                    </m:r>
                    <m:r>
                      <a:rPr lang="en-IN" i="0">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𝑎</m:t>
                        </m:r>
                      </m:e>
                      <m:sup>
                        <m:r>
                          <a:rPr lang="en-IN" i="0">
                            <a:latin typeface="Cambria Math" panose="02040503050406030204" pitchFamily="18" charset="0"/>
                          </a:rPr>
                          <m:t>2</m:t>
                        </m:r>
                      </m:sup>
                    </m:sSup>
                  </m:oMath>
                </a14:m>
                <a:r>
                  <a:rPr lang="en-IN" dirty="0"/>
                  <a:t> </a:t>
                </a:r>
                <a14:m>
                  <m:oMath xmlns:m="http://schemas.openxmlformats.org/officeDocument/2006/math">
                    <m:r>
                      <a:rPr lang="en-IN" i="1">
                        <a:latin typeface="Cambria Math" panose="02040503050406030204" pitchFamily="18" charset="0"/>
                      </a:rPr>
                      <m:t>𝑣</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m:t>
                    </m:r>
                  </m:oMath>
                </a14:m>
                <a:endParaRPr lang="en-IN" dirty="0"/>
              </a:p>
            </p:txBody>
          </p:sp>
        </mc:Choice>
        <mc:Fallback xmlns="">
          <p:sp>
            <p:nvSpPr>
              <p:cNvPr id="18" name="Rectangle 17"/>
              <p:cNvSpPr>
                <a:spLocks noRot="1" noChangeAspect="1" noMove="1" noResize="1" noEditPoints="1" noAdjustHandles="1" noChangeArrowheads="1" noChangeShapeType="1" noTextEdit="1"/>
              </p:cNvSpPr>
              <p:nvPr/>
            </p:nvSpPr>
            <p:spPr>
              <a:xfrm>
                <a:off x="5788021" y="4434760"/>
                <a:ext cx="2109232" cy="369332"/>
              </a:xfrm>
              <a:prstGeom prst="rect">
                <a:avLst/>
              </a:prstGeom>
              <a:blipFill>
                <a:blip r:embed="rId13"/>
                <a:stretch>
                  <a:fillRect l="-2312"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3756499" y="4299466"/>
                <a:ext cx="1553759" cy="484941"/>
              </a:xfrm>
              <a:prstGeom prst="rect">
                <a:avLst/>
              </a:prstGeom>
            </p:spPr>
            <p:txBody>
              <a:bodyPr wrap="none">
                <a:spAutoFit/>
              </a:bodyPr>
              <a:lstStyle/>
              <a:p>
                <a:r>
                  <a:rPr lang="en-IN" dirty="0"/>
                  <a:t>=</a:t>
                </a:r>
                <a14:m>
                  <m:oMath xmlns:m="http://schemas.openxmlformats.org/officeDocument/2006/math">
                    <m:f>
                      <m:fPr>
                        <m:ctrlPr>
                          <a:rPr lang="en-IN">
                            <a:latin typeface="Cambria Math" panose="02040503050406030204" pitchFamily="18" charset="0"/>
                          </a:rPr>
                        </m:ctrlPr>
                      </m:fPr>
                      <m:num>
                        <m:r>
                          <a:rPr lang="en-IN">
                            <a:latin typeface="Cambria Math" panose="02040503050406030204" pitchFamily="18" charset="0"/>
                          </a:rPr>
                          <m:t>1</m:t>
                        </m:r>
                      </m:num>
                      <m:den>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a:latin typeface="Cambria Math" panose="02040503050406030204" pitchFamily="18" charset="0"/>
                              </a:rPr>
                              <m:t>2</m:t>
                            </m:r>
                          </m:sup>
                        </m:sSup>
                      </m:den>
                    </m:f>
                    <m:r>
                      <a:rPr lang="en-IN" i="1">
                        <a:latin typeface="Cambria Math" panose="02040503050406030204" pitchFamily="18" charset="0"/>
                      </a:rPr>
                      <m:t>𝐸</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𝜇</m:t>
                        </m:r>
                      </m:e>
                    </m:d>
                    <m:r>
                      <a:rPr lang="en-US" b="0" i="1" baseline="30000" smtClean="0">
                        <a:latin typeface="Cambria Math" panose="02040503050406030204" pitchFamily="18" charset="0"/>
                      </a:rPr>
                      <m:t>2</m:t>
                    </m:r>
                  </m:oMath>
                </a14:m>
                <a:endParaRPr lang="en-IN" baseline="30000" dirty="0"/>
              </a:p>
            </p:txBody>
          </p:sp>
        </mc:Choice>
        <mc:Fallback xmlns="">
          <p:sp>
            <p:nvSpPr>
              <p:cNvPr id="19" name="Rectangle 18"/>
              <p:cNvSpPr>
                <a:spLocks noRot="1" noChangeAspect="1" noMove="1" noResize="1" noEditPoints="1" noAdjustHandles="1" noChangeArrowheads="1" noChangeShapeType="1" noTextEdit="1"/>
              </p:cNvSpPr>
              <p:nvPr/>
            </p:nvSpPr>
            <p:spPr>
              <a:xfrm>
                <a:off x="3756499" y="4299466"/>
                <a:ext cx="1553759" cy="484941"/>
              </a:xfrm>
              <a:prstGeom prst="rect">
                <a:avLst/>
              </a:prstGeom>
              <a:blipFill>
                <a:blip r:embed="rId14"/>
                <a:stretch>
                  <a:fillRect l="-3137" b="-7500"/>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15">
            <p14:nvContentPartPr>
              <p14:cNvPr id="3" name="Ink 2">
                <a:extLst>
                  <a:ext uri="{FF2B5EF4-FFF2-40B4-BE49-F238E27FC236}">
                    <a16:creationId xmlns:a16="http://schemas.microsoft.com/office/drawing/2014/main" id="{9EC2D865-BC6C-4F62-BC8B-F623078978E2}"/>
                  </a:ext>
                </a:extLst>
              </p14:cNvPr>
              <p14:cNvContentPartPr/>
              <p14:nvPr/>
            </p14:nvContentPartPr>
            <p14:xfrm>
              <a:off x="2954880" y="2228040"/>
              <a:ext cx="6225480" cy="2994840"/>
            </p14:xfrm>
          </p:contentPart>
        </mc:Choice>
        <mc:Fallback>
          <p:pic>
            <p:nvPicPr>
              <p:cNvPr id="3" name="Ink 2">
                <a:extLst>
                  <a:ext uri="{FF2B5EF4-FFF2-40B4-BE49-F238E27FC236}">
                    <a16:creationId xmlns:a16="http://schemas.microsoft.com/office/drawing/2014/main" id="{9EC2D865-BC6C-4F62-BC8B-F623078978E2}"/>
                  </a:ext>
                </a:extLst>
              </p:cNvPr>
              <p:cNvPicPr/>
              <p:nvPr/>
            </p:nvPicPr>
            <p:blipFill>
              <a:blip r:embed="rId16"/>
              <a:stretch>
                <a:fillRect/>
              </a:stretch>
            </p:blipFill>
            <p:spPr>
              <a:xfrm>
                <a:off x="2945520" y="2218680"/>
                <a:ext cx="6244200" cy="3013560"/>
              </a:xfrm>
              <a:prstGeom prst="rect">
                <a:avLst/>
              </a:prstGeom>
            </p:spPr>
          </p:pic>
        </mc:Fallback>
      </mc:AlternateContent>
    </p:spTree>
    <p:extLst>
      <p:ext uri="{BB962C8B-B14F-4D97-AF65-F5344CB8AC3E}">
        <p14:creationId xmlns:p14="http://schemas.microsoft.com/office/powerpoint/2010/main" val="13676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4" grpId="0"/>
      <p:bldP spid="15" grpId="0"/>
      <p:bldP spid="16" grpId="0"/>
      <p:bldP spid="17" grpId="0"/>
      <p:bldP spid="18" grpId="0"/>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Arial"/>
              </a:rPr>
              <a:t>Standard Normal Distribution</a:t>
            </a:r>
            <a:endParaRPr lang="en-IN" dirty="0"/>
          </a:p>
        </p:txBody>
      </p:sp>
      <p:sp>
        <p:nvSpPr>
          <p:cNvPr id="5" name="Rectangle 3"/>
          <p:cNvSpPr txBox="1">
            <a:spLocks noChangeArrowheads="1"/>
          </p:cNvSpPr>
          <p:nvPr/>
        </p:nvSpPr>
        <p:spPr>
          <a:xfrm>
            <a:off x="838200" y="5050630"/>
            <a:ext cx="10363200" cy="1232833"/>
          </a:xfrm>
          <a:prstGeom prst="rect">
            <a:avLst/>
          </a:prstGeom>
        </p:spPr>
        <p:txBody>
          <a:bodyPr vert="horz" lIns="68580" tIns="34290" rIns="68580" bIns="3429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70000"/>
              </a:lnSpc>
              <a:spcBef>
                <a:spcPts val="0"/>
              </a:spcBef>
              <a:buFont typeface="Wingdings" charset="0"/>
              <a:buNone/>
            </a:pPr>
            <a:r>
              <a:rPr lang="en-US" sz="1800" dirty="0">
                <a:solidFill>
                  <a:prstClr val="black"/>
                </a:solidFill>
                <a:latin typeface="Times New Roman" charset="0"/>
                <a:cs typeface="Times New Roman" charset="0"/>
              </a:rPr>
              <a:t> 	</a:t>
            </a:r>
            <a:r>
              <a:rPr lang="en-US" sz="2000" dirty="0">
                <a:solidFill>
                  <a:prstClr val="black"/>
                </a:solidFill>
                <a:latin typeface="+mn-lt"/>
                <a:cs typeface="Times New Roman" charset="0"/>
              </a:rPr>
              <a:t>All normal distributions can be converted into the standard normal curve by subtracting the mean and dividing by the standard deviation.</a:t>
            </a:r>
            <a:endParaRPr lang="en-US" sz="2000" dirty="0">
              <a:solidFill>
                <a:prstClr val="black"/>
              </a:solidFill>
              <a:latin typeface="Times New Roman" charset="0"/>
            </a:endParaRPr>
          </a:p>
        </p:txBody>
      </p:sp>
      <p:grpSp>
        <p:nvGrpSpPr>
          <p:cNvPr id="6" name="Group 5"/>
          <p:cNvGrpSpPr>
            <a:grpSpLocks/>
          </p:cNvGrpSpPr>
          <p:nvPr/>
        </p:nvGrpSpPr>
        <p:grpSpPr bwMode="auto">
          <a:xfrm>
            <a:off x="4762626" y="4362450"/>
            <a:ext cx="1771650" cy="914400"/>
            <a:chOff x="2160" y="1776"/>
            <a:chExt cx="1488" cy="768"/>
          </a:xfrm>
          <a:noFill/>
        </p:grpSpPr>
        <p:sp>
          <p:nvSpPr>
            <p:cNvPr id="7" name="Rectangle 6"/>
            <p:cNvSpPr>
              <a:spLocks noChangeArrowheads="1"/>
            </p:cNvSpPr>
            <p:nvPr/>
          </p:nvSpPr>
          <p:spPr bwMode="auto">
            <a:xfrm>
              <a:off x="2160" y="1776"/>
              <a:ext cx="1488" cy="768"/>
            </a:xfrm>
            <a:prstGeom prst="rect">
              <a:avLst/>
            </a:prstGeom>
            <a:grpFill/>
            <a:ln w="9525">
              <a:no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bIns="0" anchor="ctr"/>
            <a:lstStyle/>
            <a:p>
              <a:endParaRPr lang="en-US" sz="1350">
                <a:solidFill>
                  <a:prstClr val="black"/>
                </a:solidFill>
              </a:endParaRPr>
            </a:p>
          </p:txBody>
        </p:sp>
        <p:graphicFrame>
          <p:nvGraphicFramePr>
            <p:cNvPr id="8" name="Object 7"/>
            <p:cNvGraphicFramePr>
              <a:graphicFrameLocks noChangeAspect="1"/>
            </p:cNvGraphicFramePr>
            <p:nvPr/>
          </p:nvGraphicFramePr>
          <p:xfrm>
            <a:off x="2352" y="1854"/>
            <a:ext cx="927" cy="537"/>
          </p:xfrm>
          <a:graphic>
            <a:graphicData uri="http://schemas.openxmlformats.org/presentationml/2006/ole">
              <mc:AlternateContent xmlns:mc="http://schemas.openxmlformats.org/markup-compatibility/2006">
                <mc:Choice xmlns:v="urn:schemas-microsoft-com:vml" Requires="v">
                  <p:oleObj r:id="rId2" imgW="647700" imgH="368300" progId="Equation.3">
                    <p:embed/>
                  </p:oleObj>
                </mc:Choice>
                <mc:Fallback>
                  <p:oleObj r:id="rId2" imgW="647700" imgH="368300" progId="Equation.3">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 y="1854"/>
                          <a:ext cx="927" cy="53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pSp>
      <p:sp>
        <p:nvSpPr>
          <p:cNvPr id="9" name="Text Box 22"/>
          <p:cNvSpPr txBox="1">
            <a:spLocks noChangeArrowheads="1"/>
          </p:cNvSpPr>
          <p:nvPr/>
        </p:nvSpPr>
        <p:spPr bwMode="auto">
          <a:xfrm>
            <a:off x="914400" y="990600"/>
            <a:ext cx="10058400"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0"/>
              </a:spcBef>
              <a:defRPr sz="2400">
                <a:solidFill>
                  <a:schemeClr val="tx1"/>
                </a:solidFill>
                <a:latin typeface="Arial Narrow" charset="0"/>
                <a:ea typeface="ＭＳ Ｐゴシック" charset="0"/>
              </a:defRPr>
            </a:lvl1pPr>
            <a:lvl2pPr marL="974725" indent="-457200">
              <a:spcBef>
                <a:spcPct val="0"/>
              </a:spcBef>
              <a:defRPr sz="2400">
                <a:solidFill>
                  <a:schemeClr val="tx1"/>
                </a:solidFill>
                <a:latin typeface="Arial Narrow" charset="0"/>
                <a:ea typeface="ＭＳ Ｐゴシック" charset="0"/>
              </a:defRPr>
            </a:lvl2pPr>
            <a:lvl3pPr marL="1546225" indent="-457200">
              <a:spcBef>
                <a:spcPct val="0"/>
              </a:spcBef>
              <a:defRPr sz="2400">
                <a:solidFill>
                  <a:schemeClr val="tx1"/>
                </a:solidFill>
                <a:latin typeface="Arial Narrow" charset="0"/>
                <a:ea typeface="ＭＳ Ｐゴシック" charset="0"/>
              </a:defRPr>
            </a:lvl3pPr>
            <a:lvl4pPr marL="2117725" indent="-457200">
              <a:spcBef>
                <a:spcPct val="0"/>
              </a:spcBef>
              <a:defRPr sz="2400">
                <a:solidFill>
                  <a:schemeClr val="tx1"/>
                </a:solidFill>
                <a:latin typeface="Arial Narrow" charset="0"/>
                <a:ea typeface="ＭＳ Ｐゴシック" charset="0"/>
              </a:defRPr>
            </a:lvl4pPr>
            <a:lvl5pPr marL="2689225" indent="-457200">
              <a:spcBef>
                <a:spcPct val="0"/>
              </a:spcBef>
              <a:defRPr sz="2400">
                <a:solidFill>
                  <a:schemeClr val="tx1"/>
                </a:solidFill>
                <a:latin typeface="Arial Narrow" charset="0"/>
                <a:ea typeface="ＭＳ Ｐゴシック" charset="0"/>
              </a:defRPr>
            </a:lvl5pPr>
            <a:lvl6pPr marL="3146425" indent="-457200" fontAlgn="base">
              <a:spcBef>
                <a:spcPct val="0"/>
              </a:spcBef>
              <a:spcAft>
                <a:spcPct val="0"/>
              </a:spcAft>
              <a:defRPr sz="2400">
                <a:solidFill>
                  <a:schemeClr val="tx1"/>
                </a:solidFill>
                <a:latin typeface="Arial Narrow" charset="0"/>
                <a:ea typeface="ＭＳ Ｐゴシック" charset="0"/>
              </a:defRPr>
            </a:lvl6pPr>
            <a:lvl7pPr marL="3603625" indent="-457200" fontAlgn="base">
              <a:spcBef>
                <a:spcPct val="0"/>
              </a:spcBef>
              <a:spcAft>
                <a:spcPct val="0"/>
              </a:spcAft>
              <a:defRPr sz="2400">
                <a:solidFill>
                  <a:schemeClr val="tx1"/>
                </a:solidFill>
                <a:latin typeface="Arial Narrow" charset="0"/>
                <a:ea typeface="ＭＳ Ｐゴシック" charset="0"/>
              </a:defRPr>
            </a:lvl7pPr>
            <a:lvl8pPr marL="4060825" indent="-457200" fontAlgn="base">
              <a:spcBef>
                <a:spcPct val="0"/>
              </a:spcBef>
              <a:spcAft>
                <a:spcPct val="0"/>
              </a:spcAft>
              <a:defRPr sz="2400">
                <a:solidFill>
                  <a:schemeClr val="tx1"/>
                </a:solidFill>
                <a:latin typeface="Arial Narrow" charset="0"/>
                <a:ea typeface="ＭＳ Ｐゴシック" charset="0"/>
              </a:defRPr>
            </a:lvl8pPr>
            <a:lvl9pPr marL="4518025" indent="-457200" fontAlgn="base">
              <a:spcBef>
                <a:spcPct val="0"/>
              </a:spcBef>
              <a:spcAft>
                <a:spcPct val="0"/>
              </a:spcAft>
              <a:defRPr sz="2400">
                <a:solidFill>
                  <a:schemeClr val="tx1"/>
                </a:solidFill>
                <a:latin typeface="Arial Narrow" charset="0"/>
                <a:ea typeface="ＭＳ Ｐゴシック" charset="0"/>
              </a:defRPr>
            </a:lvl9pPr>
          </a:lstStyle>
          <a:p>
            <a:r>
              <a:rPr lang="en-US" sz="2000" dirty="0">
                <a:solidFill>
                  <a:prstClr val="black"/>
                </a:solidFill>
                <a:latin typeface="+mn-lt"/>
              </a:rPr>
              <a:t>The </a:t>
            </a:r>
            <a:r>
              <a:rPr lang="en-US" sz="2000" b="1" dirty="0">
                <a:solidFill>
                  <a:srgbClr val="800080"/>
                </a:solidFill>
                <a:latin typeface="+mn-lt"/>
              </a:rPr>
              <a:t>standard normal distribution</a:t>
            </a:r>
            <a:r>
              <a:rPr lang="en-US" sz="2000" dirty="0">
                <a:solidFill>
                  <a:prstClr val="black"/>
                </a:solidFill>
                <a:latin typeface="+mn-lt"/>
              </a:rPr>
              <a:t> is a normal distribution with a mean of 0 and a standard deviation of 1.</a:t>
            </a:r>
          </a:p>
        </p:txBody>
      </p:sp>
      <p:sp>
        <p:nvSpPr>
          <p:cNvPr id="10" name="Freeform 2"/>
          <p:cNvSpPr>
            <a:spLocks/>
          </p:cNvSpPr>
          <p:nvPr/>
        </p:nvSpPr>
        <p:spPr bwMode="auto">
          <a:xfrm>
            <a:off x="2874295" y="2286001"/>
            <a:ext cx="5360194" cy="1856185"/>
          </a:xfrm>
          <a:custGeom>
            <a:avLst/>
            <a:gdLst>
              <a:gd name="T0" fmla="*/ 0 w 4502"/>
              <a:gd name="T1" fmla="*/ 1559 h 1559"/>
              <a:gd name="T2" fmla="*/ 93 w 4502"/>
              <a:gd name="T3" fmla="*/ 1548 h 1559"/>
              <a:gd name="T4" fmla="*/ 175 w 4502"/>
              <a:gd name="T5" fmla="*/ 1542 h 1559"/>
              <a:gd name="T6" fmla="*/ 536 w 4502"/>
              <a:gd name="T7" fmla="*/ 1508 h 1559"/>
              <a:gd name="T8" fmla="*/ 798 w 4502"/>
              <a:gd name="T9" fmla="*/ 1435 h 1559"/>
              <a:gd name="T10" fmla="*/ 1089 w 4502"/>
              <a:gd name="T11" fmla="*/ 1301 h 1559"/>
              <a:gd name="T12" fmla="*/ 1261 w 4502"/>
              <a:gd name="T13" fmla="*/ 1186 h 1559"/>
              <a:gd name="T14" fmla="*/ 1383 w 4502"/>
              <a:gd name="T15" fmla="*/ 1073 h 1559"/>
              <a:gd name="T16" fmla="*/ 1456 w 4502"/>
              <a:gd name="T17" fmla="*/ 986 h 1559"/>
              <a:gd name="T18" fmla="*/ 1575 w 4502"/>
              <a:gd name="T19" fmla="*/ 818 h 1559"/>
              <a:gd name="T20" fmla="*/ 1648 w 4502"/>
              <a:gd name="T21" fmla="*/ 694 h 1559"/>
              <a:gd name="T22" fmla="*/ 1718 w 4502"/>
              <a:gd name="T23" fmla="*/ 559 h 1559"/>
              <a:gd name="T24" fmla="*/ 1788 w 4502"/>
              <a:gd name="T25" fmla="*/ 425 h 1559"/>
              <a:gd name="T26" fmla="*/ 1875 w 4502"/>
              <a:gd name="T27" fmla="*/ 273 h 1559"/>
              <a:gd name="T28" fmla="*/ 1993 w 4502"/>
              <a:gd name="T29" fmla="*/ 117 h 1559"/>
              <a:gd name="T30" fmla="*/ 2125 w 4502"/>
              <a:gd name="T31" fmla="*/ 27 h 1559"/>
              <a:gd name="T32" fmla="*/ 2245 w 4502"/>
              <a:gd name="T33" fmla="*/ 3 h 1559"/>
              <a:gd name="T34" fmla="*/ 2371 w 4502"/>
              <a:gd name="T35" fmla="*/ 15 h 1559"/>
              <a:gd name="T36" fmla="*/ 2515 w 4502"/>
              <a:gd name="T37" fmla="*/ 93 h 1559"/>
              <a:gd name="T38" fmla="*/ 2644 w 4502"/>
              <a:gd name="T39" fmla="*/ 279 h 1559"/>
              <a:gd name="T40" fmla="*/ 2784 w 4502"/>
              <a:gd name="T41" fmla="*/ 543 h 1559"/>
              <a:gd name="T42" fmla="*/ 2854 w 4502"/>
              <a:gd name="T43" fmla="*/ 689 h 1559"/>
              <a:gd name="T44" fmla="*/ 2976 w 4502"/>
              <a:gd name="T45" fmla="*/ 896 h 1559"/>
              <a:gd name="T46" fmla="*/ 3081 w 4502"/>
              <a:gd name="T47" fmla="*/ 1037 h 1559"/>
              <a:gd name="T48" fmla="*/ 3157 w 4502"/>
              <a:gd name="T49" fmla="*/ 1118 h 1559"/>
              <a:gd name="T50" fmla="*/ 3244 w 4502"/>
              <a:gd name="T51" fmla="*/ 1194 h 1559"/>
              <a:gd name="T52" fmla="*/ 3398 w 4502"/>
              <a:gd name="T53" fmla="*/ 1301 h 1559"/>
              <a:gd name="T54" fmla="*/ 3535 w 4502"/>
              <a:gd name="T55" fmla="*/ 1368 h 1559"/>
              <a:gd name="T56" fmla="*/ 3675 w 4502"/>
              <a:gd name="T57" fmla="*/ 1424 h 1559"/>
              <a:gd name="T58" fmla="*/ 3815 w 4502"/>
              <a:gd name="T59" fmla="*/ 1464 h 1559"/>
              <a:gd name="T60" fmla="*/ 4051 w 4502"/>
              <a:gd name="T61" fmla="*/ 1521 h 1559"/>
              <a:gd name="T62" fmla="*/ 4304 w 4502"/>
              <a:gd name="T63" fmla="*/ 1542 h 1559"/>
              <a:gd name="T64" fmla="*/ 4502 w 4502"/>
              <a:gd name="T65" fmla="*/ 1553 h 1559"/>
              <a:gd name="T66" fmla="*/ 0 w 4502"/>
              <a:gd name="T67" fmla="*/ 1559 h 1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02" h="1559">
                <a:moveTo>
                  <a:pt x="0" y="1559"/>
                </a:moveTo>
                <a:lnTo>
                  <a:pt x="93" y="1548"/>
                </a:lnTo>
                <a:lnTo>
                  <a:pt x="175" y="1542"/>
                </a:lnTo>
                <a:cubicBezTo>
                  <a:pt x="249" y="1535"/>
                  <a:pt x="432" y="1526"/>
                  <a:pt x="536" y="1508"/>
                </a:cubicBezTo>
                <a:cubicBezTo>
                  <a:pt x="640" y="1490"/>
                  <a:pt x="706" y="1469"/>
                  <a:pt x="798" y="1435"/>
                </a:cubicBezTo>
                <a:cubicBezTo>
                  <a:pt x="890" y="1401"/>
                  <a:pt x="1012" y="1342"/>
                  <a:pt x="1089" y="1301"/>
                </a:cubicBezTo>
                <a:cubicBezTo>
                  <a:pt x="1166" y="1260"/>
                  <a:pt x="1212" y="1224"/>
                  <a:pt x="1261" y="1186"/>
                </a:cubicBezTo>
                <a:cubicBezTo>
                  <a:pt x="1310" y="1148"/>
                  <a:pt x="1351" y="1106"/>
                  <a:pt x="1383" y="1073"/>
                </a:cubicBezTo>
                <a:cubicBezTo>
                  <a:pt x="1415" y="1040"/>
                  <a:pt x="1424" y="1028"/>
                  <a:pt x="1456" y="986"/>
                </a:cubicBezTo>
                <a:lnTo>
                  <a:pt x="1575" y="818"/>
                </a:lnTo>
                <a:lnTo>
                  <a:pt x="1648" y="694"/>
                </a:lnTo>
                <a:lnTo>
                  <a:pt x="1718" y="559"/>
                </a:lnTo>
                <a:lnTo>
                  <a:pt x="1788" y="425"/>
                </a:lnTo>
                <a:lnTo>
                  <a:pt x="1875" y="273"/>
                </a:lnTo>
                <a:cubicBezTo>
                  <a:pt x="1909" y="222"/>
                  <a:pt x="1951" y="158"/>
                  <a:pt x="1993" y="117"/>
                </a:cubicBezTo>
                <a:cubicBezTo>
                  <a:pt x="2035" y="76"/>
                  <a:pt x="2083" y="46"/>
                  <a:pt x="2125" y="27"/>
                </a:cubicBezTo>
                <a:cubicBezTo>
                  <a:pt x="2167" y="8"/>
                  <a:pt x="2204" y="5"/>
                  <a:pt x="2245" y="3"/>
                </a:cubicBezTo>
                <a:cubicBezTo>
                  <a:pt x="2286" y="1"/>
                  <a:pt x="2326" y="0"/>
                  <a:pt x="2371" y="15"/>
                </a:cubicBezTo>
                <a:cubicBezTo>
                  <a:pt x="2416" y="30"/>
                  <a:pt x="2470" y="49"/>
                  <a:pt x="2515" y="93"/>
                </a:cubicBezTo>
                <a:cubicBezTo>
                  <a:pt x="2560" y="137"/>
                  <a:pt x="2599" y="204"/>
                  <a:pt x="2644" y="279"/>
                </a:cubicBezTo>
                <a:cubicBezTo>
                  <a:pt x="2689" y="354"/>
                  <a:pt x="2749" y="475"/>
                  <a:pt x="2784" y="543"/>
                </a:cubicBezTo>
                <a:cubicBezTo>
                  <a:pt x="2819" y="611"/>
                  <a:pt x="2822" y="630"/>
                  <a:pt x="2854" y="689"/>
                </a:cubicBezTo>
                <a:cubicBezTo>
                  <a:pt x="2886" y="748"/>
                  <a:pt x="2938" y="838"/>
                  <a:pt x="2976" y="896"/>
                </a:cubicBezTo>
                <a:lnTo>
                  <a:pt x="3081" y="1037"/>
                </a:lnTo>
                <a:cubicBezTo>
                  <a:pt x="3111" y="1074"/>
                  <a:pt x="3130" y="1092"/>
                  <a:pt x="3157" y="1118"/>
                </a:cubicBezTo>
                <a:cubicBezTo>
                  <a:pt x="3184" y="1144"/>
                  <a:pt x="3204" y="1164"/>
                  <a:pt x="3244" y="1194"/>
                </a:cubicBezTo>
                <a:cubicBezTo>
                  <a:pt x="3284" y="1224"/>
                  <a:pt x="3349" y="1272"/>
                  <a:pt x="3398" y="1301"/>
                </a:cubicBezTo>
                <a:lnTo>
                  <a:pt x="3535" y="1368"/>
                </a:lnTo>
                <a:lnTo>
                  <a:pt x="3675" y="1424"/>
                </a:lnTo>
                <a:lnTo>
                  <a:pt x="3815" y="1464"/>
                </a:lnTo>
                <a:cubicBezTo>
                  <a:pt x="3878" y="1480"/>
                  <a:pt x="3970" y="1508"/>
                  <a:pt x="4051" y="1521"/>
                </a:cubicBezTo>
                <a:cubicBezTo>
                  <a:pt x="4132" y="1534"/>
                  <a:pt x="4229" y="1537"/>
                  <a:pt x="4304" y="1542"/>
                </a:cubicBezTo>
                <a:lnTo>
                  <a:pt x="4502" y="1553"/>
                </a:lnTo>
                <a:lnTo>
                  <a:pt x="0" y="1559"/>
                </a:lnTo>
                <a:close/>
              </a:path>
            </a:pathLst>
          </a:custGeom>
          <a:solidFill>
            <a:schemeClr val="accent2">
              <a:alpha val="60001"/>
            </a:schemeClr>
          </a:solidFill>
          <a:ln w="222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sz="1350">
              <a:solidFill>
                <a:prstClr val="black"/>
              </a:solidFill>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489155982"/>
              </p:ext>
            </p:extLst>
          </p:nvPr>
        </p:nvGraphicFramePr>
        <p:xfrm>
          <a:off x="6324600" y="2286000"/>
          <a:ext cx="2836194" cy="695325"/>
        </p:xfrm>
        <a:graphic>
          <a:graphicData uri="http://schemas.openxmlformats.org/presentationml/2006/ole">
            <mc:AlternateContent xmlns:mc="http://schemas.openxmlformats.org/markup-compatibility/2006">
              <mc:Choice xmlns:v="urn:schemas-microsoft-com:vml" Requires="v">
                <p:oleObj name="Equation" r:id="rId4" imgW="1968500" imgH="482600" progId="Equation.3">
                  <p:embed/>
                </p:oleObj>
              </mc:Choice>
              <mc:Fallback>
                <p:oleObj name="Equation" r:id="rId4" imgW="1968500" imgH="482600" progId="Equation.3">
                  <p:embed/>
                  <p:pic>
                    <p:nvPicPr>
                      <p:cNvPr id="11" name="Object 10"/>
                      <p:cNvPicPr/>
                      <p:nvPr/>
                    </p:nvPicPr>
                    <p:blipFill>
                      <a:blip r:embed="rId5"/>
                      <a:stretch>
                        <a:fillRect/>
                      </a:stretch>
                    </p:blipFill>
                    <p:spPr>
                      <a:xfrm>
                        <a:off x="6324600" y="2286000"/>
                        <a:ext cx="2836194" cy="695325"/>
                      </a:xfrm>
                      <a:prstGeom prst="rect">
                        <a:avLst/>
                      </a:prstGeom>
                    </p:spPr>
                  </p:pic>
                </p:oleObj>
              </mc:Fallback>
            </mc:AlternateContent>
          </a:graphicData>
        </a:graphic>
      </p:graphicFrame>
    </p:spTree>
    <p:extLst>
      <p:ext uri="{BB962C8B-B14F-4D97-AF65-F5344CB8AC3E}">
        <p14:creationId xmlns:p14="http://schemas.microsoft.com/office/powerpoint/2010/main" val="3661330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Picture 9" descr="normal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15800" cy="67548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DD59794-1A56-44CA-B595-EF1A1B3171DA}"/>
                  </a:ext>
                </a:extLst>
              </p14:cNvPr>
              <p14:cNvContentPartPr/>
              <p14:nvPr/>
            </p14:nvContentPartPr>
            <p14:xfrm>
              <a:off x="783000" y="499680"/>
              <a:ext cx="10369440" cy="5958720"/>
            </p14:xfrm>
          </p:contentPart>
        </mc:Choice>
        <mc:Fallback>
          <p:pic>
            <p:nvPicPr>
              <p:cNvPr id="3" name="Ink 2">
                <a:extLst>
                  <a:ext uri="{FF2B5EF4-FFF2-40B4-BE49-F238E27FC236}">
                    <a16:creationId xmlns:a16="http://schemas.microsoft.com/office/drawing/2014/main" id="{5DD59794-1A56-44CA-B595-EF1A1B3171DA}"/>
                  </a:ext>
                </a:extLst>
              </p:cNvPr>
              <p:cNvPicPr/>
              <p:nvPr/>
            </p:nvPicPr>
            <p:blipFill>
              <a:blip r:embed="rId4"/>
              <a:stretch>
                <a:fillRect/>
              </a:stretch>
            </p:blipFill>
            <p:spPr>
              <a:xfrm>
                <a:off x="773640" y="490320"/>
                <a:ext cx="10388160" cy="5977440"/>
              </a:xfrm>
              <a:prstGeom prst="rect">
                <a:avLst/>
              </a:prstGeom>
            </p:spPr>
          </p:pic>
        </mc:Fallback>
      </mc:AlternateContent>
    </p:spTree>
    <p:extLst>
      <p:ext uri="{BB962C8B-B14F-4D97-AF65-F5344CB8AC3E}">
        <p14:creationId xmlns:p14="http://schemas.microsoft.com/office/powerpoint/2010/main" val="2333351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9</a:t>
            </a:r>
            <a:endParaRPr lang="en-IN" dirty="0"/>
          </a:p>
        </p:txBody>
      </p:sp>
      <p:sp>
        <p:nvSpPr>
          <p:cNvPr id="5" name="Content Placeholder 1"/>
          <p:cNvSpPr txBox="1">
            <a:spLocks/>
          </p:cNvSpPr>
          <p:nvPr/>
        </p:nvSpPr>
        <p:spPr>
          <a:xfrm>
            <a:off x="533400" y="1295400"/>
            <a:ext cx="10515600" cy="362307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2200" dirty="0"/>
              <a:t>If a random variable has the standard normal distribution, find the probability that it will take on a value</a:t>
            </a:r>
          </a:p>
          <a:p>
            <a:pPr marL="0" indent="0">
              <a:lnSpc>
                <a:spcPct val="150000"/>
              </a:lnSpc>
              <a:spcBef>
                <a:spcPts val="0"/>
              </a:spcBef>
              <a:buNone/>
            </a:pPr>
            <a:r>
              <a:rPr lang="en-US" sz="2200" dirty="0"/>
              <a:t>a)less than 1.75 = P(Z &lt; 1.75) = F(1.75) = 0.9599</a:t>
            </a:r>
          </a:p>
          <a:p>
            <a:pPr marL="0" indent="0">
              <a:lnSpc>
                <a:spcPct val="150000"/>
              </a:lnSpc>
              <a:spcBef>
                <a:spcPts val="0"/>
              </a:spcBef>
              <a:buNone/>
            </a:pPr>
            <a:r>
              <a:rPr lang="en-US" sz="2200" dirty="0"/>
              <a:t>b)less than -1.25 = P(Z &lt; -1.25) = F(-1.25) = 1 </a:t>
            </a:r>
            <a:r>
              <a:rPr lang="mr-IN" sz="2200" dirty="0"/>
              <a:t>–</a:t>
            </a:r>
            <a:r>
              <a:rPr lang="en-US" sz="2200" dirty="0"/>
              <a:t>F(1.25) = 0.1056</a:t>
            </a:r>
          </a:p>
          <a:p>
            <a:pPr marL="0" indent="0">
              <a:lnSpc>
                <a:spcPct val="150000"/>
              </a:lnSpc>
              <a:spcBef>
                <a:spcPts val="0"/>
              </a:spcBef>
              <a:buNone/>
            </a:pPr>
            <a:r>
              <a:rPr lang="en-US" sz="2200" dirty="0"/>
              <a:t>c)greater than 2.06 = P(Z &gt;2.06) = 1 </a:t>
            </a:r>
            <a:r>
              <a:rPr lang="mr-IN" sz="2200" dirty="0"/>
              <a:t>–</a:t>
            </a:r>
            <a:r>
              <a:rPr lang="en-US" sz="2200" dirty="0"/>
              <a:t> F(2.06) =1-0.9803= 0.0197</a:t>
            </a:r>
          </a:p>
          <a:p>
            <a:pPr marL="0" indent="0">
              <a:lnSpc>
                <a:spcPct val="150000"/>
              </a:lnSpc>
              <a:spcBef>
                <a:spcPts val="0"/>
              </a:spcBef>
              <a:buNone/>
            </a:pPr>
            <a:r>
              <a:rPr lang="en-US" sz="2200" dirty="0"/>
              <a:t>d)greater than -1.82 = P(Z &gt; -1.82) = 1- F(-1.82) =1-0.0344=0.9656</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E512B7DE-D196-80A7-01A1-A6B78412CF72}"/>
                  </a:ext>
                </a:extLst>
              </p14:cNvPr>
              <p14:cNvContentPartPr/>
              <p14:nvPr/>
            </p14:nvContentPartPr>
            <p14:xfrm>
              <a:off x="265320" y="1462320"/>
              <a:ext cx="11583360" cy="5341320"/>
            </p14:xfrm>
          </p:contentPart>
        </mc:Choice>
        <mc:Fallback>
          <p:pic>
            <p:nvPicPr>
              <p:cNvPr id="3" name="Ink 2">
                <a:extLst>
                  <a:ext uri="{FF2B5EF4-FFF2-40B4-BE49-F238E27FC236}">
                    <a16:creationId xmlns:a16="http://schemas.microsoft.com/office/drawing/2014/main" id="{E512B7DE-D196-80A7-01A1-A6B78412CF72}"/>
                  </a:ext>
                </a:extLst>
              </p:cNvPr>
              <p:cNvPicPr/>
              <p:nvPr/>
            </p:nvPicPr>
            <p:blipFill>
              <a:blip r:embed="rId3"/>
              <a:stretch>
                <a:fillRect/>
              </a:stretch>
            </p:blipFill>
            <p:spPr>
              <a:xfrm>
                <a:off x="255960" y="1452960"/>
                <a:ext cx="11602080" cy="5360040"/>
              </a:xfrm>
              <a:prstGeom prst="rect">
                <a:avLst/>
              </a:prstGeom>
            </p:spPr>
          </p:pic>
        </mc:Fallback>
      </mc:AlternateContent>
    </p:spTree>
    <p:extLst>
      <p:ext uri="{BB962C8B-B14F-4D97-AF65-F5344CB8AC3E}">
        <p14:creationId xmlns:p14="http://schemas.microsoft.com/office/powerpoint/2010/main" val="2075426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10:</a:t>
            </a:r>
            <a:endParaRPr lang="en-IN" dirty="0"/>
          </a:p>
        </p:txBody>
      </p:sp>
      <p:sp>
        <p:nvSpPr>
          <p:cNvPr id="5" name="Text Box 2"/>
          <p:cNvSpPr txBox="1">
            <a:spLocks noChangeArrowheads="1"/>
          </p:cNvSpPr>
          <p:nvPr/>
        </p:nvSpPr>
        <p:spPr bwMode="auto">
          <a:xfrm>
            <a:off x="384572" y="1044714"/>
            <a:ext cx="11121628"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spcBef>
                <a:spcPct val="0"/>
              </a:spcBef>
              <a:defRPr sz="2400">
                <a:solidFill>
                  <a:schemeClr val="tx1"/>
                </a:solidFill>
                <a:latin typeface="Arial Narrow" charset="0"/>
                <a:ea typeface="ＭＳ Ｐゴシック" charset="0"/>
              </a:defRPr>
            </a:lvl1pPr>
            <a:lvl2pPr marL="974725" indent="-457200">
              <a:spcBef>
                <a:spcPct val="0"/>
              </a:spcBef>
              <a:defRPr sz="2400">
                <a:solidFill>
                  <a:schemeClr val="tx1"/>
                </a:solidFill>
                <a:latin typeface="Arial Narrow" charset="0"/>
                <a:ea typeface="ＭＳ Ｐゴシック" charset="0"/>
              </a:defRPr>
            </a:lvl2pPr>
            <a:lvl3pPr marL="1546225" indent="-457200">
              <a:spcBef>
                <a:spcPct val="0"/>
              </a:spcBef>
              <a:defRPr sz="2400">
                <a:solidFill>
                  <a:schemeClr val="tx1"/>
                </a:solidFill>
                <a:latin typeface="Arial Narrow" charset="0"/>
                <a:ea typeface="ＭＳ Ｐゴシック" charset="0"/>
              </a:defRPr>
            </a:lvl3pPr>
            <a:lvl4pPr marL="2117725" indent="-457200">
              <a:spcBef>
                <a:spcPct val="0"/>
              </a:spcBef>
              <a:defRPr sz="2400">
                <a:solidFill>
                  <a:schemeClr val="tx1"/>
                </a:solidFill>
                <a:latin typeface="Arial Narrow" charset="0"/>
                <a:ea typeface="ＭＳ Ｐゴシック" charset="0"/>
              </a:defRPr>
            </a:lvl4pPr>
            <a:lvl5pPr marL="2689225" indent="-457200">
              <a:spcBef>
                <a:spcPct val="0"/>
              </a:spcBef>
              <a:defRPr sz="2400">
                <a:solidFill>
                  <a:schemeClr val="tx1"/>
                </a:solidFill>
                <a:latin typeface="Arial Narrow" charset="0"/>
                <a:ea typeface="ＭＳ Ｐゴシック" charset="0"/>
              </a:defRPr>
            </a:lvl5pPr>
            <a:lvl6pPr marL="3146425" indent="-457200" fontAlgn="base">
              <a:spcBef>
                <a:spcPct val="0"/>
              </a:spcBef>
              <a:spcAft>
                <a:spcPct val="0"/>
              </a:spcAft>
              <a:defRPr sz="2400">
                <a:solidFill>
                  <a:schemeClr val="tx1"/>
                </a:solidFill>
                <a:latin typeface="Arial Narrow" charset="0"/>
                <a:ea typeface="ＭＳ Ｐゴシック" charset="0"/>
              </a:defRPr>
            </a:lvl6pPr>
            <a:lvl7pPr marL="3603625" indent="-457200" fontAlgn="base">
              <a:spcBef>
                <a:spcPct val="0"/>
              </a:spcBef>
              <a:spcAft>
                <a:spcPct val="0"/>
              </a:spcAft>
              <a:defRPr sz="2400">
                <a:solidFill>
                  <a:schemeClr val="tx1"/>
                </a:solidFill>
                <a:latin typeface="Arial Narrow" charset="0"/>
                <a:ea typeface="ＭＳ Ｐゴシック" charset="0"/>
              </a:defRPr>
            </a:lvl7pPr>
            <a:lvl8pPr marL="4060825" indent="-457200" fontAlgn="base">
              <a:spcBef>
                <a:spcPct val="0"/>
              </a:spcBef>
              <a:spcAft>
                <a:spcPct val="0"/>
              </a:spcAft>
              <a:defRPr sz="2400">
                <a:solidFill>
                  <a:schemeClr val="tx1"/>
                </a:solidFill>
                <a:latin typeface="Arial Narrow" charset="0"/>
                <a:ea typeface="ＭＳ Ｐゴシック" charset="0"/>
              </a:defRPr>
            </a:lvl8pPr>
            <a:lvl9pPr marL="4518025" indent="-457200" fontAlgn="base">
              <a:spcBef>
                <a:spcPct val="0"/>
              </a:spcBef>
              <a:spcAft>
                <a:spcPct val="0"/>
              </a:spcAft>
              <a:defRPr sz="2400">
                <a:solidFill>
                  <a:schemeClr val="tx1"/>
                </a:solidFill>
                <a:latin typeface="Arial Narrow" charset="0"/>
                <a:ea typeface="ＭＳ Ｐゴシック" charset="0"/>
              </a:defRPr>
            </a:lvl9pPr>
          </a:lstStyle>
          <a:p>
            <a:r>
              <a:rPr lang="en-US" sz="2000" dirty="0">
                <a:latin typeface="+mn-lt"/>
              </a:rPr>
              <a:t>Scores on a particular test are normally distributed with a mean of 30 and standard deviation of 4. What is the probability of anyone scoring less than 40?</a:t>
            </a:r>
            <a:endParaRPr lang="en-US" sz="2000" dirty="0">
              <a:latin typeface="+mn-lt"/>
              <a:sym typeface="Symbol" charset="0"/>
            </a:endParaRPr>
          </a:p>
        </p:txBody>
      </p:sp>
      <p:sp>
        <p:nvSpPr>
          <p:cNvPr id="6" name="Rectangle 4"/>
          <p:cNvSpPr>
            <a:spLocks noChangeArrowheads="1"/>
          </p:cNvSpPr>
          <p:nvPr/>
        </p:nvSpPr>
        <p:spPr bwMode="auto">
          <a:xfrm>
            <a:off x="2312807" y="5435180"/>
            <a:ext cx="321764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i="1" dirty="0"/>
              <a:t>P</a:t>
            </a:r>
            <a:r>
              <a:rPr lang="en-US" sz="2000" dirty="0"/>
              <a:t>(</a:t>
            </a:r>
            <a:r>
              <a:rPr lang="en-US" sz="2000" i="1" dirty="0"/>
              <a:t>x</a:t>
            </a:r>
            <a:r>
              <a:rPr lang="en-US" sz="2000" dirty="0"/>
              <a:t> &lt; 40) = </a:t>
            </a:r>
            <a:r>
              <a:rPr lang="en-US" sz="2000" i="1" dirty="0"/>
              <a:t>P</a:t>
            </a:r>
            <a:r>
              <a:rPr lang="en-US" sz="2000" dirty="0"/>
              <a:t>(</a:t>
            </a:r>
            <a:r>
              <a:rPr lang="en-US" sz="2000" i="1" dirty="0"/>
              <a:t>z</a:t>
            </a:r>
            <a:r>
              <a:rPr lang="en-US" sz="2000" dirty="0"/>
              <a:t> &lt; 2.5) = 0.9938  </a:t>
            </a:r>
          </a:p>
        </p:txBody>
      </p:sp>
      <mc:AlternateContent xmlns:mc="http://schemas.openxmlformats.org/markup-compatibility/2006" xmlns:a14="http://schemas.microsoft.com/office/drawing/2010/main">
        <mc:Choice Requires="a14">
          <p:sp>
            <p:nvSpPr>
              <p:cNvPr id="7" name="Object 19"/>
              <p:cNvSpPr txBox="1"/>
              <p:nvPr/>
            </p:nvSpPr>
            <p:spPr bwMode="auto">
              <a:xfrm>
                <a:off x="4835617" y="2841427"/>
                <a:ext cx="1931189" cy="617538"/>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85000" lnSpcReduction="10000"/>
              </a:bodyPr>
              <a:lstStyle/>
              <a:p>
                <a:pPr/>
                <a14:m>
                  <m:oMathPara xmlns:m="http://schemas.openxmlformats.org/officeDocument/2006/math">
                    <m:oMathParaPr>
                      <m:jc m:val="left"/>
                    </m:oMathParaPr>
                    <m:oMath>
                      <m:r>
                        <m:rPr>
                          <m:sty m:val="p"/>
                        </m:rPr>
                        <a:rPr lang="en-IN" i="1" smtClean="0">
                          <a:solidFill>
                            <a:srgbClr val="242985"/>
                          </a:solidFill>
                          <a:latin typeface="Cambria Math" panose="02040503050406030204" pitchFamily="18" charset="0"/>
                        </a:rPr>
                        <m:t>z</m:t>
                      </m:r>
                      <m:r>
                        <a:rPr lang="en-IN" i="1" smtClean="0">
                          <a:solidFill>
                            <a:srgbClr val="242985"/>
                          </a:solidFill>
                          <a:latin typeface="Cambria Math" panose="02040503050406030204" pitchFamily="18" charset="0"/>
                        </a:rPr>
                        <m:t>=</m:t>
                      </m:r>
                      <m:f>
                        <m:fPr>
                          <m:ctrlPr>
                            <a:rPr lang="en-IN" i="1">
                              <a:solidFill>
                                <a:srgbClr val="242985"/>
                              </a:solidFill>
                              <a:latin typeface="Cambria Math" panose="02040503050406030204" pitchFamily="18" charset="0"/>
                            </a:rPr>
                          </m:ctrlPr>
                        </m:fPr>
                        <m:num>
                          <m:r>
                            <m:rPr>
                              <m:sty m:val="p"/>
                            </m:rPr>
                            <a:rPr lang="en-IN" i="1">
                              <a:solidFill>
                                <a:srgbClr val="242985"/>
                              </a:solidFill>
                              <a:latin typeface="Cambria Math" panose="02040503050406030204" pitchFamily="18" charset="0"/>
                            </a:rPr>
                            <m:t>x</m:t>
                          </m:r>
                          <m:r>
                            <a:rPr lang="en-IN" i="1">
                              <a:solidFill>
                                <a:srgbClr val="242985"/>
                              </a:solidFill>
                              <a:latin typeface="Cambria Math" panose="02040503050406030204" pitchFamily="18" charset="0"/>
                            </a:rPr>
                            <m:t>−</m:t>
                          </m:r>
                          <m:r>
                            <m:rPr>
                              <m:sty m:val="p"/>
                            </m:rPr>
                            <a:rPr lang="en-IN" i="1">
                              <a:solidFill>
                                <a:srgbClr val="242985"/>
                              </a:solidFill>
                              <a:latin typeface="Cambria Math" panose="02040503050406030204" pitchFamily="18" charset="0"/>
                            </a:rPr>
                            <m:t>μ</m:t>
                          </m:r>
                        </m:num>
                        <m:den>
                          <m:r>
                            <m:rPr>
                              <m:sty m:val="p"/>
                            </m:rPr>
                            <a:rPr lang="en-IN" i="1">
                              <a:solidFill>
                                <a:srgbClr val="242985"/>
                              </a:solidFill>
                              <a:latin typeface="Cambria Math" panose="02040503050406030204" pitchFamily="18" charset="0"/>
                            </a:rPr>
                            <m:t>σ</m:t>
                          </m:r>
                        </m:den>
                      </m:f>
                      <m:r>
                        <a:rPr lang="en-IN" i="1">
                          <a:solidFill>
                            <a:srgbClr val="242985"/>
                          </a:solidFill>
                          <a:latin typeface="Cambria Math" panose="02040503050406030204" pitchFamily="18" charset="0"/>
                        </a:rPr>
                        <m:t>=</m:t>
                      </m:r>
                      <m:f>
                        <m:fPr>
                          <m:ctrlPr>
                            <a:rPr lang="en-IN" b="0" i="1" smtClean="0">
                              <a:solidFill>
                                <a:srgbClr val="242985"/>
                              </a:solidFill>
                              <a:latin typeface="Cambria Math" panose="02040503050406030204" pitchFamily="18" charset="0"/>
                            </a:rPr>
                          </m:ctrlPr>
                        </m:fPr>
                        <m:num>
                          <m:r>
                            <a:rPr lang="en-IN" b="0" i="1" smtClean="0">
                              <a:solidFill>
                                <a:srgbClr val="242985"/>
                              </a:solidFill>
                              <a:latin typeface="Cambria Math" panose="02040503050406030204" pitchFamily="18" charset="0"/>
                            </a:rPr>
                            <m:t>4</m:t>
                          </m:r>
                          <m:r>
                            <a:rPr lang="en-IN" i="1">
                              <a:solidFill>
                                <a:srgbClr val="242985"/>
                              </a:solidFill>
                              <a:latin typeface="Cambria Math" panose="02040503050406030204" pitchFamily="18" charset="0"/>
                            </a:rPr>
                            <m:t>0−</m:t>
                          </m:r>
                          <m:r>
                            <a:rPr lang="en-IN" b="0" i="1" smtClean="0">
                              <a:solidFill>
                                <a:srgbClr val="242985"/>
                              </a:solidFill>
                              <a:latin typeface="Cambria Math" panose="02040503050406030204" pitchFamily="18" charset="0"/>
                            </a:rPr>
                            <m:t>30</m:t>
                          </m:r>
                        </m:num>
                        <m:den>
                          <m:r>
                            <a:rPr lang="en-IN" b="0" i="1" smtClean="0">
                              <a:solidFill>
                                <a:srgbClr val="242985"/>
                              </a:solidFill>
                              <a:latin typeface="Cambria Math" panose="02040503050406030204" pitchFamily="18" charset="0"/>
                            </a:rPr>
                            <m:t>4</m:t>
                          </m:r>
                        </m:den>
                      </m:f>
                    </m:oMath>
                  </m:oMathPara>
                </a14:m>
                <a:endParaRPr lang="en-IN" dirty="0"/>
              </a:p>
            </p:txBody>
          </p:sp>
        </mc:Choice>
        <mc:Fallback xmlns="">
          <p:sp>
            <p:nvSpPr>
              <p:cNvPr id="7" name="Object 19"/>
              <p:cNvSpPr txBox="1">
                <a:spLocks noRot="1" noChangeAspect="1" noMove="1" noResize="1" noEditPoints="1" noAdjustHandles="1" noChangeArrowheads="1" noChangeShapeType="1" noTextEdit="1"/>
              </p:cNvSpPr>
              <p:nvPr/>
            </p:nvSpPr>
            <p:spPr bwMode="auto">
              <a:xfrm>
                <a:off x="4835617" y="2841427"/>
                <a:ext cx="1931189" cy="617538"/>
              </a:xfrm>
              <a:prstGeom prst="rect">
                <a:avLst/>
              </a:prstGeom>
              <a:blipFill>
                <a:blip r:embed="rId2"/>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bject 20"/>
              <p:cNvSpPr txBox="1"/>
              <p:nvPr/>
            </p:nvSpPr>
            <p:spPr bwMode="auto">
              <a:xfrm>
                <a:off x="6560144" y="2934692"/>
                <a:ext cx="903685" cy="368696"/>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a:bodyPr>
              <a:lstStyle/>
              <a:p>
                <a:pPr/>
                <a14:m>
                  <m:oMathPara xmlns:m="http://schemas.openxmlformats.org/officeDocument/2006/math">
                    <m:oMathParaPr>
                      <m:jc m:val="left"/>
                    </m:oMathParaPr>
                    <m:oMath>
                      <m:r>
                        <a:rPr lang="en-IN" i="1" smtClean="0">
                          <a:solidFill>
                            <a:srgbClr val="242985"/>
                          </a:solidFill>
                          <a:latin typeface="Cambria Math" panose="02040503050406030204" pitchFamily="18" charset="0"/>
                        </a:rPr>
                        <m:t>=</m:t>
                      </m:r>
                      <m:r>
                        <a:rPr lang="en-IN" b="0" i="1" smtClean="0">
                          <a:solidFill>
                            <a:srgbClr val="242985"/>
                          </a:solidFill>
                          <a:latin typeface="Cambria Math" panose="02040503050406030204" pitchFamily="18" charset="0"/>
                        </a:rPr>
                        <m:t>2</m:t>
                      </m:r>
                      <m:r>
                        <a:rPr lang="en-IN" i="1">
                          <a:solidFill>
                            <a:srgbClr val="242985"/>
                          </a:solidFill>
                          <a:latin typeface="Cambria Math" panose="02040503050406030204" pitchFamily="18" charset="0"/>
                        </a:rPr>
                        <m:t>.5</m:t>
                      </m:r>
                    </m:oMath>
                  </m:oMathPara>
                </a14:m>
                <a:endParaRPr lang="en-IN" dirty="0"/>
              </a:p>
            </p:txBody>
          </p:sp>
        </mc:Choice>
        <mc:Fallback xmlns="">
          <p:sp>
            <p:nvSpPr>
              <p:cNvPr id="8" name="Object 20"/>
              <p:cNvSpPr txBox="1">
                <a:spLocks noRot="1" noChangeAspect="1" noMove="1" noResize="1" noEditPoints="1" noAdjustHandles="1" noChangeArrowheads="1" noChangeShapeType="1" noTextEdit="1"/>
              </p:cNvSpPr>
              <p:nvPr/>
            </p:nvSpPr>
            <p:spPr bwMode="auto">
              <a:xfrm>
                <a:off x="6560144" y="2934692"/>
                <a:ext cx="903685" cy="368696"/>
              </a:xfrm>
              <a:prstGeom prst="rect">
                <a:avLst/>
              </a:prstGeom>
              <a:blipFill>
                <a:blip r:embed="rId3"/>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p:sp>
        <p:nvSpPr>
          <p:cNvPr id="9" name="Rectangle 21"/>
          <p:cNvSpPr>
            <a:spLocks noChangeArrowheads="1"/>
          </p:cNvSpPr>
          <p:nvPr/>
        </p:nvSpPr>
        <p:spPr bwMode="auto">
          <a:xfrm>
            <a:off x="685800" y="6010617"/>
            <a:ext cx="777239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dirty="0"/>
              <a:t>The probability that a student receives a test score less </a:t>
            </a:r>
            <a:r>
              <a:rPr lang="en-US" sz="2000"/>
              <a:t>than 40 </a:t>
            </a:r>
            <a:r>
              <a:rPr lang="en-US" sz="2000" dirty="0"/>
              <a:t>is </a:t>
            </a:r>
            <a:r>
              <a:rPr lang="en-US" sz="2000" dirty="0">
                <a:solidFill>
                  <a:srgbClr val="FF0000"/>
                </a:solidFill>
              </a:rPr>
              <a:t>0.9938.</a:t>
            </a:r>
          </a:p>
        </p:txBody>
      </p:sp>
      <p:grpSp>
        <p:nvGrpSpPr>
          <p:cNvPr id="10" name="Group 22"/>
          <p:cNvGrpSpPr>
            <a:grpSpLocks/>
          </p:cNvGrpSpPr>
          <p:nvPr/>
        </p:nvGrpSpPr>
        <p:grpSpPr bwMode="auto">
          <a:xfrm>
            <a:off x="2228851" y="4643439"/>
            <a:ext cx="3209925" cy="488156"/>
            <a:chOff x="912" y="3180"/>
            <a:chExt cx="2696" cy="410"/>
          </a:xfrm>
        </p:grpSpPr>
        <p:sp>
          <p:nvSpPr>
            <p:cNvPr id="11" name="Text Box 23"/>
            <p:cNvSpPr txBox="1">
              <a:spLocks noChangeArrowheads="1"/>
            </p:cNvSpPr>
            <p:nvPr/>
          </p:nvSpPr>
          <p:spPr bwMode="auto">
            <a:xfrm>
              <a:off x="1945" y="3331"/>
              <a:ext cx="414"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a:cs typeface="Times New Roman" charset="0"/>
                </a:rPr>
                <a:t>μ</a:t>
              </a:r>
              <a:r>
                <a:rPr lang="en-US" sz="1350">
                  <a:cs typeface="Times New Roman" charset="0"/>
                </a:rPr>
                <a:t> =</a:t>
              </a:r>
              <a:r>
                <a:rPr lang="en-US" sz="1350"/>
                <a:t>0</a:t>
              </a:r>
            </a:p>
          </p:txBody>
        </p:sp>
        <p:grpSp>
          <p:nvGrpSpPr>
            <p:cNvPr id="12" name="Group 24"/>
            <p:cNvGrpSpPr>
              <a:grpSpLocks/>
            </p:cNvGrpSpPr>
            <p:nvPr/>
          </p:nvGrpSpPr>
          <p:grpSpPr bwMode="auto">
            <a:xfrm>
              <a:off x="912" y="3180"/>
              <a:ext cx="2696" cy="252"/>
              <a:chOff x="912" y="3180"/>
              <a:chExt cx="2696" cy="252"/>
            </a:xfrm>
          </p:grpSpPr>
          <p:grpSp>
            <p:nvGrpSpPr>
              <p:cNvPr id="14" name="Group 25"/>
              <p:cNvGrpSpPr>
                <a:grpSpLocks/>
              </p:cNvGrpSpPr>
              <p:nvPr/>
            </p:nvGrpSpPr>
            <p:grpSpPr bwMode="auto">
              <a:xfrm>
                <a:off x="912" y="3247"/>
                <a:ext cx="2496" cy="90"/>
                <a:chOff x="912" y="3247"/>
                <a:chExt cx="2496" cy="90"/>
              </a:xfrm>
            </p:grpSpPr>
            <p:sp>
              <p:nvSpPr>
                <p:cNvPr id="16" name="Freeform 26"/>
                <p:cNvSpPr>
                  <a:spLocks/>
                </p:cNvSpPr>
                <p:nvPr/>
              </p:nvSpPr>
              <p:spPr bwMode="auto">
                <a:xfrm>
                  <a:off x="912" y="3292"/>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17" name="Line 27"/>
                <p:cNvSpPr>
                  <a:spLocks noChangeShapeType="1"/>
                </p:cNvSpPr>
                <p:nvPr/>
              </p:nvSpPr>
              <p:spPr bwMode="auto">
                <a:xfrm>
                  <a:off x="2596"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18" name="Line 28"/>
                <p:cNvSpPr>
                  <a:spLocks noChangeShapeType="1"/>
                </p:cNvSpPr>
                <p:nvPr/>
              </p:nvSpPr>
              <p:spPr bwMode="auto">
                <a:xfrm>
                  <a:off x="2160"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grpSp>
          <p:sp>
            <p:nvSpPr>
              <p:cNvPr id="15" name="Rectangle 29"/>
              <p:cNvSpPr>
                <a:spLocks noChangeArrowheads="1"/>
              </p:cNvSpPr>
              <p:nvPr/>
            </p:nvSpPr>
            <p:spPr bwMode="auto">
              <a:xfrm>
                <a:off x="3395" y="3180"/>
                <a:ext cx="21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z</a:t>
                </a:r>
              </a:p>
            </p:txBody>
          </p:sp>
        </p:grpSp>
        <p:sp>
          <p:nvSpPr>
            <p:cNvPr id="13" name="Text Box 30"/>
            <p:cNvSpPr txBox="1">
              <a:spLocks noChangeArrowheads="1"/>
            </p:cNvSpPr>
            <p:nvPr/>
          </p:nvSpPr>
          <p:spPr bwMode="auto">
            <a:xfrm>
              <a:off x="2501" y="3338"/>
              <a:ext cx="222"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cs typeface="Times New Roman" charset="0"/>
                </a:rPr>
                <a:t>?</a:t>
              </a:r>
              <a:endParaRPr lang="en-US" sz="1350"/>
            </a:p>
          </p:txBody>
        </p:sp>
      </p:grpSp>
      <p:grpSp>
        <p:nvGrpSpPr>
          <p:cNvPr id="19" name="Group 32"/>
          <p:cNvGrpSpPr>
            <a:grpSpLocks/>
          </p:cNvGrpSpPr>
          <p:nvPr/>
        </p:nvGrpSpPr>
        <p:grpSpPr bwMode="auto">
          <a:xfrm>
            <a:off x="2171700" y="3026568"/>
            <a:ext cx="3253979" cy="1749029"/>
            <a:chOff x="864" y="1822"/>
            <a:chExt cx="2733" cy="1469"/>
          </a:xfrm>
        </p:grpSpPr>
        <p:sp>
          <p:nvSpPr>
            <p:cNvPr id="20" name="Line 6"/>
            <p:cNvSpPr>
              <a:spLocks noChangeShapeType="1"/>
            </p:cNvSpPr>
            <p:nvPr/>
          </p:nvSpPr>
          <p:spPr bwMode="auto">
            <a:xfrm>
              <a:off x="2155" y="2784"/>
              <a:ext cx="0" cy="58"/>
            </a:xfrm>
            <a:prstGeom prst="line">
              <a:avLst/>
            </a:prstGeom>
            <a:noFill/>
            <a:ln>
              <a:noFill/>
            </a:ln>
            <a:effectLst/>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1" name="Text Box 7"/>
            <p:cNvSpPr txBox="1">
              <a:spLocks noChangeArrowheads="1"/>
            </p:cNvSpPr>
            <p:nvPr/>
          </p:nvSpPr>
          <p:spPr bwMode="auto">
            <a:xfrm>
              <a:off x="2495" y="3039"/>
              <a:ext cx="30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t>40</a:t>
              </a:r>
            </a:p>
          </p:txBody>
        </p:sp>
        <p:sp>
          <p:nvSpPr>
            <p:cNvPr id="22" name="Line 8"/>
            <p:cNvSpPr>
              <a:spLocks noChangeShapeType="1"/>
            </p:cNvSpPr>
            <p:nvPr/>
          </p:nvSpPr>
          <p:spPr bwMode="auto">
            <a:xfrm>
              <a:off x="2595" y="2978"/>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3" name="Freeform 9"/>
            <p:cNvSpPr>
              <a:spLocks/>
            </p:cNvSpPr>
            <p:nvPr/>
          </p:nvSpPr>
          <p:spPr bwMode="auto">
            <a:xfrm>
              <a:off x="907" y="3014"/>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4" name="Freeform 10"/>
            <p:cNvSpPr>
              <a:spLocks/>
            </p:cNvSpPr>
            <p:nvPr/>
          </p:nvSpPr>
          <p:spPr bwMode="auto">
            <a:xfrm>
              <a:off x="983" y="2017"/>
              <a:ext cx="2372" cy="994"/>
            </a:xfrm>
            <a:custGeom>
              <a:avLst/>
              <a:gdLst>
                <a:gd name="T0" fmla="*/ 0 w 2996"/>
                <a:gd name="T1" fmla="*/ 1213 h 1213"/>
                <a:gd name="T2" fmla="*/ 325 w 2996"/>
                <a:gd name="T3" fmla="*/ 1159 h 1213"/>
                <a:gd name="T4" fmla="*/ 616 w 2996"/>
                <a:gd name="T5" fmla="*/ 1057 h 1213"/>
                <a:gd name="T6" fmla="*/ 895 w 2996"/>
                <a:gd name="T7" fmla="*/ 820 h 1213"/>
                <a:gd name="T8" fmla="*/ 1048 w 2996"/>
                <a:gd name="T9" fmla="*/ 583 h 1213"/>
                <a:gd name="T10" fmla="*/ 1162 w 2996"/>
                <a:gd name="T11" fmla="*/ 322 h 1213"/>
                <a:gd name="T12" fmla="*/ 1237 w 2996"/>
                <a:gd name="T13" fmla="*/ 163 h 1213"/>
                <a:gd name="T14" fmla="*/ 1336 w 2996"/>
                <a:gd name="T15" fmla="*/ 49 h 1213"/>
                <a:gd name="T16" fmla="*/ 1480 w 2996"/>
                <a:gd name="T17" fmla="*/ 1 h 1213"/>
                <a:gd name="T18" fmla="*/ 1615 w 2996"/>
                <a:gd name="T19" fmla="*/ 43 h 1213"/>
                <a:gd name="T20" fmla="*/ 1720 w 2996"/>
                <a:gd name="T21" fmla="*/ 154 h 1213"/>
                <a:gd name="T22" fmla="*/ 1825 w 2996"/>
                <a:gd name="T23" fmla="*/ 412 h 1213"/>
                <a:gd name="T24" fmla="*/ 1885 w 2996"/>
                <a:gd name="T25" fmla="*/ 550 h 1213"/>
                <a:gd name="T26" fmla="*/ 2014 w 2996"/>
                <a:gd name="T27" fmla="*/ 787 h 1213"/>
                <a:gd name="T28" fmla="*/ 2176 w 2996"/>
                <a:gd name="T29" fmla="*/ 969 h 1213"/>
                <a:gd name="T30" fmla="*/ 2398 w 2996"/>
                <a:gd name="T31" fmla="*/ 1093 h 1213"/>
                <a:gd name="T32" fmla="*/ 2584 w 2996"/>
                <a:gd name="T33" fmla="*/ 1153 h 1213"/>
                <a:gd name="T34" fmla="*/ 2996 w 2996"/>
                <a:gd name="T35" fmla="*/ 1205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96" h="1213">
                  <a:moveTo>
                    <a:pt x="0" y="1213"/>
                  </a:moveTo>
                  <a:cubicBezTo>
                    <a:pt x="54" y="1205"/>
                    <a:pt x="222" y="1185"/>
                    <a:pt x="325" y="1159"/>
                  </a:cubicBezTo>
                  <a:cubicBezTo>
                    <a:pt x="429" y="1135"/>
                    <a:pt x="526" y="1113"/>
                    <a:pt x="616" y="1057"/>
                  </a:cubicBezTo>
                  <a:cubicBezTo>
                    <a:pt x="711" y="1001"/>
                    <a:pt x="823" y="899"/>
                    <a:pt x="895" y="820"/>
                  </a:cubicBezTo>
                  <a:cubicBezTo>
                    <a:pt x="967" y="741"/>
                    <a:pt x="1004" y="666"/>
                    <a:pt x="1048" y="583"/>
                  </a:cubicBezTo>
                  <a:cubicBezTo>
                    <a:pt x="1092" y="500"/>
                    <a:pt x="1130" y="392"/>
                    <a:pt x="1162" y="322"/>
                  </a:cubicBezTo>
                  <a:cubicBezTo>
                    <a:pt x="1194" y="252"/>
                    <a:pt x="1208" y="208"/>
                    <a:pt x="1237" y="163"/>
                  </a:cubicBezTo>
                  <a:cubicBezTo>
                    <a:pt x="1266" y="118"/>
                    <a:pt x="1296" y="76"/>
                    <a:pt x="1336" y="49"/>
                  </a:cubicBezTo>
                  <a:cubicBezTo>
                    <a:pt x="1376" y="22"/>
                    <a:pt x="1434" y="2"/>
                    <a:pt x="1480" y="1"/>
                  </a:cubicBezTo>
                  <a:cubicBezTo>
                    <a:pt x="1526" y="0"/>
                    <a:pt x="1575" y="18"/>
                    <a:pt x="1615" y="43"/>
                  </a:cubicBezTo>
                  <a:cubicBezTo>
                    <a:pt x="1655" y="68"/>
                    <a:pt x="1685" y="93"/>
                    <a:pt x="1720" y="154"/>
                  </a:cubicBezTo>
                  <a:cubicBezTo>
                    <a:pt x="1755" y="215"/>
                    <a:pt x="1798" y="346"/>
                    <a:pt x="1825" y="412"/>
                  </a:cubicBezTo>
                  <a:cubicBezTo>
                    <a:pt x="1852" y="478"/>
                    <a:pt x="1854" y="488"/>
                    <a:pt x="1885" y="550"/>
                  </a:cubicBezTo>
                  <a:cubicBezTo>
                    <a:pt x="1916" y="612"/>
                    <a:pt x="1966" y="717"/>
                    <a:pt x="2014" y="787"/>
                  </a:cubicBezTo>
                  <a:cubicBezTo>
                    <a:pt x="2062" y="857"/>
                    <a:pt x="2112" y="918"/>
                    <a:pt x="2176" y="969"/>
                  </a:cubicBezTo>
                  <a:cubicBezTo>
                    <a:pt x="2240" y="1020"/>
                    <a:pt x="2330" y="1062"/>
                    <a:pt x="2398" y="1093"/>
                  </a:cubicBezTo>
                  <a:cubicBezTo>
                    <a:pt x="2466" y="1124"/>
                    <a:pt x="2484" y="1134"/>
                    <a:pt x="2584" y="1153"/>
                  </a:cubicBezTo>
                  <a:cubicBezTo>
                    <a:pt x="2684" y="1172"/>
                    <a:pt x="2910" y="1194"/>
                    <a:pt x="2996" y="1205"/>
                  </a:cubicBezTo>
                </a:path>
              </a:pathLst>
            </a:custGeom>
            <a:noFill/>
            <a:ln w="12700"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25" name="Line 11"/>
            <p:cNvSpPr>
              <a:spLocks noChangeShapeType="1"/>
            </p:cNvSpPr>
            <p:nvPr/>
          </p:nvSpPr>
          <p:spPr bwMode="auto">
            <a:xfrm>
              <a:off x="2155" y="2018"/>
              <a:ext cx="0" cy="983"/>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26" name="Text Box 12"/>
            <p:cNvSpPr txBox="1">
              <a:spLocks noChangeArrowheads="1"/>
            </p:cNvSpPr>
            <p:nvPr/>
          </p:nvSpPr>
          <p:spPr bwMode="auto">
            <a:xfrm>
              <a:off x="1940" y="3039"/>
              <a:ext cx="48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dirty="0">
                  <a:cs typeface="Times New Roman" charset="0"/>
                </a:rPr>
                <a:t>μ</a:t>
              </a:r>
              <a:r>
                <a:rPr lang="en-US" sz="1350" dirty="0">
                  <a:cs typeface="Times New Roman" charset="0"/>
                </a:rPr>
                <a:t> =30</a:t>
              </a:r>
              <a:endParaRPr lang="en-US" sz="1350" dirty="0"/>
            </a:p>
          </p:txBody>
        </p:sp>
        <p:sp>
          <p:nvSpPr>
            <p:cNvPr id="27" name="Line 13"/>
            <p:cNvSpPr>
              <a:spLocks noChangeShapeType="1"/>
            </p:cNvSpPr>
            <p:nvPr/>
          </p:nvSpPr>
          <p:spPr bwMode="auto">
            <a:xfrm>
              <a:off x="2155" y="2978"/>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8" name="Rectangle 14"/>
            <p:cNvSpPr>
              <a:spLocks noChangeArrowheads="1"/>
            </p:cNvSpPr>
            <p:nvPr/>
          </p:nvSpPr>
          <p:spPr bwMode="auto">
            <a:xfrm>
              <a:off x="864" y="2339"/>
              <a:ext cx="66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n-US" sz="1350" i="1" dirty="0"/>
                <a:t>P</a:t>
              </a:r>
              <a:r>
                <a:rPr lang="en-US" sz="1350" dirty="0"/>
                <a:t>(</a:t>
              </a:r>
              <a:r>
                <a:rPr lang="en-US" sz="1350" i="1" dirty="0"/>
                <a:t>x</a:t>
              </a:r>
              <a:r>
                <a:rPr lang="en-US" sz="1350" dirty="0"/>
                <a:t> &lt; 40)</a:t>
              </a:r>
            </a:p>
          </p:txBody>
        </p:sp>
        <p:sp>
          <p:nvSpPr>
            <p:cNvPr id="29" name="Rectangle 16"/>
            <p:cNvSpPr>
              <a:spLocks noChangeArrowheads="1"/>
            </p:cNvSpPr>
            <p:nvPr/>
          </p:nvSpPr>
          <p:spPr bwMode="auto">
            <a:xfrm>
              <a:off x="1387" y="1822"/>
              <a:ext cx="562"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l-GR" sz="1500" dirty="0">
                  <a:solidFill>
                    <a:schemeClr val="folHlink"/>
                  </a:solidFill>
                  <a:cs typeface="Times New Roman" charset="0"/>
                </a:rPr>
                <a:t>μ</a:t>
              </a:r>
              <a:r>
                <a:rPr lang="en-US" sz="1500" dirty="0">
                  <a:solidFill>
                    <a:schemeClr val="folHlink"/>
                  </a:solidFill>
                  <a:cs typeface="Times New Roman" charset="0"/>
                </a:rPr>
                <a:t> = 30</a:t>
              </a:r>
            </a:p>
            <a:p>
              <a:pPr>
                <a:spcBef>
                  <a:spcPct val="0"/>
                </a:spcBef>
              </a:pPr>
              <a:r>
                <a:rPr lang="el-GR" sz="1500" dirty="0">
                  <a:solidFill>
                    <a:schemeClr val="folHlink"/>
                  </a:solidFill>
                  <a:cs typeface="Times New Roman" charset="0"/>
                </a:rPr>
                <a:t>σ</a:t>
              </a:r>
              <a:r>
                <a:rPr lang="en-US" sz="1500" dirty="0">
                  <a:solidFill>
                    <a:schemeClr val="folHlink"/>
                  </a:solidFill>
                </a:rPr>
                <a:t> = 4</a:t>
              </a:r>
            </a:p>
          </p:txBody>
        </p:sp>
        <p:sp>
          <p:nvSpPr>
            <p:cNvPr id="30" name="Rectangle 17"/>
            <p:cNvSpPr>
              <a:spLocks noChangeArrowheads="1"/>
            </p:cNvSpPr>
            <p:nvPr/>
          </p:nvSpPr>
          <p:spPr bwMode="auto">
            <a:xfrm>
              <a:off x="3379" y="2887"/>
              <a:ext cx="21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x</a:t>
              </a:r>
            </a:p>
          </p:txBody>
        </p:sp>
        <p:sp>
          <p:nvSpPr>
            <p:cNvPr id="31" name="Freeform 18"/>
            <p:cNvSpPr>
              <a:spLocks/>
            </p:cNvSpPr>
            <p:nvPr/>
          </p:nvSpPr>
          <p:spPr bwMode="auto">
            <a:xfrm>
              <a:off x="974" y="2018"/>
              <a:ext cx="1622" cy="996"/>
            </a:xfrm>
            <a:custGeom>
              <a:avLst/>
              <a:gdLst>
                <a:gd name="T0" fmla="*/ 0 w 1622"/>
                <a:gd name="T1" fmla="*/ 996 h 996"/>
                <a:gd name="T2" fmla="*/ 267 w 1622"/>
                <a:gd name="T3" fmla="*/ 949 h 996"/>
                <a:gd name="T4" fmla="*/ 497 w 1622"/>
                <a:gd name="T5" fmla="*/ 866 h 996"/>
                <a:gd name="T6" fmla="*/ 718 w 1622"/>
                <a:gd name="T7" fmla="*/ 672 h 996"/>
                <a:gd name="T8" fmla="*/ 839 w 1622"/>
                <a:gd name="T9" fmla="*/ 478 h 996"/>
                <a:gd name="T10" fmla="*/ 929 w 1622"/>
                <a:gd name="T11" fmla="*/ 264 h 996"/>
                <a:gd name="T12" fmla="*/ 989 w 1622"/>
                <a:gd name="T13" fmla="*/ 134 h 996"/>
                <a:gd name="T14" fmla="*/ 1067 w 1622"/>
                <a:gd name="T15" fmla="*/ 40 h 996"/>
                <a:gd name="T16" fmla="*/ 1181 w 1622"/>
                <a:gd name="T17" fmla="*/ 1 h 996"/>
                <a:gd name="T18" fmla="*/ 1288 w 1622"/>
                <a:gd name="T19" fmla="*/ 35 h 996"/>
                <a:gd name="T20" fmla="*/ 1371 w 1622"/>
                <a:gd name="T21" fmla="*/ 126 h 996"/>
                <a:gd name="T22" fmla="*/ 1454 w 1622"/>
                <a:gd name="T23" fmla="*/ 337 h 996"/>
                <a:gd name="T24" fmla="*/ 1618 w 1622"/>
                <a:gd name="T25" fmla="*/ 670 h 996"/>
                <a:gd name="T26" fmla="*/ 1622 w 1622"/>
                <a:gd name="T27" fmla="*/ 990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22" h="996">
                  <a:moveTo>
                    <a:pt x="0" y="996"/>
                  </a:moveTo>
                  <a:cubicBezTo>
                    <a:pt x="44" y="989"/>
                    <a:pt x="184" y="971"/>
                    <a:pt x="267" y="949"/>
                  </a:cubicBezTo>
                  <a:cubicBezTo>
                    <a:pt x="349" y="930"/>
                    <a:pt x="426" y="912"/>
                    <a:pt x="497" y="866"/>
                  </a:cubicBezTo>
                  <a:cubicBezTo>
                    <a:pt x="572" y="820"/>
                    <a:pt x="661" y="736"/>
                    <a:pt x="718" y="672"/>
                  </a:cubicBezTo>
                  <a:cubicBezTo>
                    <a:pt x="775" y="607"/>
                    <a:pt x="804" y="546"/>
                    <a:pt x="839" y="478"/>
                  </a:cubicBezTo>
                  <a:cubicBezTo>
                    <a:pt x="874" y="410"/>
                    <a:pt x="904" y="321"/>
                    <a:pt x="929" y="264"/>
                  </a:cubicBezTo>
                  <a:cubicBezTo>
                    <a:pt x="955" y="206"/>
                    <a:pt x="966" y="170"/>
                    <a:pt x="989" y="134"/>
                  </a:cubicBezTo>
                  <a:cubicBezTo>
                    <a:pt x="1012" y="97"/>
                    <a:pt x="1035" y="62"/>
                    <a:pt x="1067" y="40"/>
                  </a:cubicBezTo>
                  <a:cubicBezTo>
                    <a:pt x="1099" y="18"/>
                    <a:pt x="1145" y="2"/>
                    <a:pt x="1181" y="1"/>
                  </a:cubicBezTo>
                  <a:cubicBezTo>
                    <a:pt x="1217" y="0"/>
                    <a:pt x="1256" y="15"/>
                    <a:pt x="1288" y="35"/>
                  </a:cubicBezTo>
                  <a:cubicBezTo>
                    <a:pt x="1319" y="56"/>
                    <a:pt x="1343" y="76"/>
                    <a:pt x="1371" y="126"/>
                  </a:cubicBezTo>
                  <a:cubicBezTo>
                    <a:pt x="1399" y="176"/>
                    <a:pt x="1433" y="283"/>
                    <a:pt x="1454" y="337"/>
                  </a:cubicBezTo>
                  <a:lnTo>
                    <a:pt x="1618" y="670"/>
                  </a:lnTo>
                  <a:lnTo>
                    <a:pt x="1622" y="990"/>
                  </a:lnTo>
                </a:path>
              </a:pathLst>
            </a:custGeom>
            <a:solidFill>
              <a:schemeClr val="accent2">
                <a:alpha val="80000"/>
              </a:schemeClr>
            </a:solidFill>
            <a:ln>
              <a:noFill/>
            </a:ln>
            <a:effectLst/>
            <a:extLst>
              <a:ext uri="{91240B29-F687-4f45-9708-019B960494DF}">
                <a14:hiddenLine xmlns:a14="http://schemas.microsoft.com/office/drawing/2010/main" xmlns="" w="12700" cmpd="sng">
                  <a:solidFill>
                    <a:schemeClr val="accent2"/>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32" name="Line 15"/>
            <p:cNvSpPr>
              <a:spLocks noChangeShapeType="1"/>
            </p:cNvSpPr>
            <p:nvPr/>
          </p:nvSpPr>
          <p:spPr bwMode="auto">
            <a:xfrm>
              <a:off x="1536" y="2485"/>
              <a:ext cx="28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grpSp>
      <p:sp useBgFill="1">
        <p:nvSpPr>
          <p:cNvPr id="64" name="Text Box 31"/>
          <p:cNvSpPr txBox="1">
            <a:spLocks noChangeArrowheads="1"/>
          </p:cNvSpPr>
          <p:nvPr/>
        </p:nvSpPr>
        <p:spPr bwMode="auto">
          <a:xfrm>
            <a:off x="3977589" y="4867205"/>
            <a:ext cx="407484" cy="300082"/>
          </a:xfrm>
          <a:prstGeom prst="rect">
            <a:avLst/>
          </a:prstGeom>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b="1" dirty="0">
                <a:solidFill>
                  <a:schemeClr val="folHlink"/>
                </a:solidFill>
                <a:cs typeface="Times New Roman" charset="0"/>
              </a:rPr>
              <a:t>2.5</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04BB6732-BDC7-06EE-C84E-CBB6363F05E3}"/>
                  </a:ext>
                </a:extLst>
              </p14:cNvPr>
              <p14:cNvContentPartPr/>
              <p14:nvPr/>
            </p14:nvContentPartPr>
            <p14:xfrm>
              <a:off x="3697920" y="1654200"/>
              <a:ext cx="7246080" cy="4582440"/>
            </p14:xfrm>
          </p:contentPart>
        </mc:Choice>
        <mc:Fallback>
          <p:pic>
            <p:nvPicPr>
              <p:cNvPr id="3" name="Ink 2">
                <a:extLst>
                  <a:ext uri="{FF2B5EF4-FFF2-40B4-BE49-F238E27FC236}">
                    <a16:creationId xmlns:a16="http://schemas.microsoft.com/office/drawing/2014/main" id="{04BB6732-BDC7-06EE-C84E-CBB6363F05E3}"/>
                  </a:ext>
                </a:extLst>
              </p:cNvPr>
              <p:cNvPicPr/>
              <p:nvPr/>
            </p:nvPicPr>
            <p:blipFill>
              <a:blip r:embed="rId5"/>
              <a:stretch>
                <a:fillRect/>
              </a:stretch>
            </p:blipFill>
            <p:spPr>
              <a:xfrm>
                <a:off x="3688560" y="1644840"/>
                <a:ext cx="7264800" cy="4601160"/>
              </a:xfrm>
              <a:prstGeom prst="rect">
                <a:avLst/>
              </a:prstGeom>
            </p:spPr>
          </p:pic>
        </mc:Fallback>
      </mc:AlternateContent>
    </p:spTree>
    <p:extLst>
      <p:ext uri="{BB962C8B-B14F-4D97-AF65-F5344CB8AC3E}">
        <p14:creationId xmlns:p14="http://schemas.microsoft.com/office/powerpoint/2010/main" val="134607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11:</a:t>
            </a:r>
            <a:endParaRPr lang="en-IN" dirty="0"/>
          </a:p>
        </p:txBody>
      </p:sp>
      <p:sp>
        <p:nvSpPr>
          <p:cNvPr id="5" name="Text Box 2"/>
          <p:cNvSpPr txBox="1">
            <a:spLocks noChangeArrowheads="1"/>
          </p:cNvSpPr>
          <p:nvPr/>
        </p:nvSpPr>
        <p:spPr bwMode="auto">
          <a:xfrm>
            <a:off x="812800" y="1138057"/>
            <a:ext cx="10160000"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spcBef>
                <a:spcPct val="0"/>
              </a:spcBef>
              <a:defRPr sz="2400">
                <a:solidFill>
                  <a:schemeClr val="tx1"/>
                </a:solidFill>
                <a:latin typeface="Arial Narrow" charset="0"/>
                <a:ea typeface="ＭＳ Ｐゴシック" charset="0"/>
              </a:defRPr>
            </a:lvl1pPr>
            <a:lvl2pPr marL="974725" indent="-457200">
              <a:spcBef>
                <a:spcPct val="0"/>
              </a:spcBef>
              <a:defRPr sz="2400">
                <a:solidFill>
                  <a:schemeClr val="tx1"/>
                </a:solidFill>
                <a:latin typeface="Arial Narrow" charset="0"/>
                <a:ea typeface="ＭＳ Ｐゴシック" charset="0"/>
              </a:defRPr>
            </a:lvl2pPr>
            <a:lvl3pPr marL="1546225" indent="-457200">
              <a:spcBef>
                <a:spcPct val="0"/>
              </a:spcBef>
              <a:defRPr sz="2400">
                <a:solidFill>
                  <a:schemeClr val="tx1"/>
                </a:solidFill>
                <a:latin typeface="Arial Narrow" charset="0"/>
                <a:ea typeface="ＭＳ Ｐゴシック" charset="0"/>
              </a:defRPr>
            </a:lvl3pPr>
            <a:lvl4pPr marL="2117725" indent="-457200">
              <a:spcBef>
                <a:spcPct val="0"/>
              </a:spcBef>
              <a:defRPr sz="2400">
                <a:solidFill>
                  <a:schemeClr val="tx1"/>
                </a:solidFill>
                <a:latin typeface="Arial Narrow" charset="0"/>
                <a:ea typeface="ＭＳ Ｐゴシック" charset="0"/>
              </a:defRPr>
            </a:lvl4pPr>
            <a:lvl5pPr marL="2689225" indent="-457200">
              <a:spcBef>
                <a:spcPct val="0"/>
              </a:spcBef>
              <a:defRPr sz="2400">
                <a:solidFill>
                  <a:schemeClr val="tx1"/>
                </a:solidFill>
                <a:latin typeface="Arial Narrow" charset="0"/>
                <a:ea typeface="ＭＳ Ｐゴシック" charset="0"/>
              </a:defRPr>
            </a:lvl5pPr>
            <a:lvl6pPr marL="3146425" indent="-457200" fontAlgn="base">
              <a:spcBef>
                <a:spcPct val="0"/>
              </a:spcBef>
              <a:spcAft>
                <a:spcPct val="0"/>
              </a:spcAft>
              <a:defRPr sz="2400">
                <a:solidFill>
                  <a:schemeClr val="tx1"/>
                </a:solidFill>
                <a:latin typeface="Arial Narrow" charset="0"/>
                <a:ea typeface="ＭＳ Ｐゴシック" charset="0"/>
              </a:defRPr>
            </a:lvl6pPr>
            <a:lvl7pPr marL="3603625" indent="-457200" fontAlgn="base">
              <a:spcBef>
                <a:spcPct val="0"/>
              </a:spcBef>
              <a:spcAft>
                <a:spcPct val="0"/>
              </a:spcAft>
              <a:defRPr sz="2400">
                <a:solidFill>
                  <a:schemeClr val="tx1"/>
                </a:solidFill>
                <a:latin typeface="Arial Narrow" charset="0"/>
                <a:ea typeface="ＭＳ Ｐゴシック" charset="0"/>
              </a:defRPr>
            </a:lvl7pPr>
            <a:lvl8pPr marL="4060825" indent="-457200" fontAlgn="base">
              <a:spcBef>
                <a:spcPct val="0"/>
              </a:spcBef>
              <a:spcAft>
                <a:spcPct val="0"/>
              </a:spcAft>
              <a:defRPr sz="2400">
                <a:solidFill>
                  <a:schemeClr val="tx1"/>
                </a:solidFill>
                <a:latin typeface="Arial Narrow" charset="0"/>
                <a:ea typeface="ＭＳ Ｐゴシック" charset="0"/>
              </a:defRPr>
            </a:lvl8pPr>
            <a:lvl9pPr marL="4518025" indent="-457200" fontAlgn="base">
              <a:spcBef>
                <a:spcPct val="0"/>
              </a:spcBef>
              <a:spcAft>
                <a:spcPct val="0"/>
              </a:spcAft>
              <a:defRPr sz="2400">
                <a:solidFill>
                  <a:schemeClr val="tx1"/>
                </a:solidFill>
                <a:latin typeface="Arial Narrow" charset="0"/>
                <a:ea typeface="ＭＳ Ｐゴシック" charset="0"/>
              </a:defRPr>
            </a:lvl9pPr>
          </a:lstStyle>
          <a:p>
            <a:r>
              <a:rPr lang="en-US" sz="2000" dirty="0">
                <a:latin typeface="+mn-lt"/>
              </a:rPr>
              <a:t>Scores on a particular test are normally distributed with a mean of 30 and standard deviation of 4. What is the probability of anyone scoring greater than 38?</a:t>
            </a:r>
            <a:endParaRPr lang="en-US" sz="2000" dirty="0">
              <a:latin typeface="+mn-lt"/>
              <a:sym typeface="Symbol" charset="0"/>
            </a:endParaRPr>
          </a:p>
        </p:txBody>
      </p:sp>
      <p:sp>
        <p:nvSpPr>
          <p:cNvPr id="6" name="Rectangle 4"/>
          <p:cNvSpPr>
            <a:spLocks noChangeArrowheads="1"/>
          </p:cNvSpPr>
          <p:nvPr/>
        </p:nvSpPr>
        <p:spPr bwMode="auto">
          <a:xfrm>
            <a:off x="914400" y="4800600"/>
            <a:ext cx="591581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i="1" dirty="0"/>
              <a:t>P</a:t>
            </a:r>
            <a:r>
              <a:rPr lang="en-US" sz="2000" dirty="0"/>
              <a:t>(</a:t>
            </a:r>
            <a:r>
              <a:rPr lang="en-US" sz="2000" i="1" dirty="0"/>
              <a:t>x</a:t>
            </a:r>
            <a:r>
              <a:rPr lang="en-US" sz="2000" dirty="0"/>
              <a:t> &gt; 38) = </a:t>
            </a:r>
            <a:r>
              <a:rPr lang="en-US" sz="2000" i="1" dirty="0"/>
              <a:t>P</a:t>
            </a:r>
            <a:r>
              <a:rPr lang="en-US" sz="2000" dirty="0"/>
              <a:t>(</a:t>
            </a:r>
            <a:r>
              <a:rPr lang="en-US" sz="2000" i="1" dirty="0"/>
              <a:t>z</a:t>
            </a:r>
            <a:r>
              <a:rPr lang="en-US" sz="2000" dirty="0"/>
              <a:t> &gt; 2) = 1 </a:t>
            </a:r>
            <a:r>
              <a:rPr lang="en-US" sz="2000" dirty="0">
                <a:sym typeface="Symbol" charset="0"/>
              </a:rPr>
              <a:t></a:t>
            </a:r>
            <a:r>
              <a:rPr lang="en-US" sz="2000" dirty="0"/>
              <a:t> </a:t>
            </a:r>
            <a:r>
              <a:rPr lang="en-US" sz="2000" i="1" dirty="0"/>
              <a:t>P</a:t>
            </a:r>
            <a:r>
              <a:rPr lang="en-US" sz="2000" dirty="0"/>
              <a:t>(</a:t>
            </a:r>
            <a:r>
              <a:rPr lang="en-US" sz="2000" i="1" dirty="0"/>
              <a:t>z</a:t>
            </a:r>
            <a:r>
              <a:rPr lang="en-US" sz="2000" dirty="0"/>
              <a:t> &lt; 2) = 1 </a:t>
            </a:r>
            <a:r>
              <a:rPr lang="en-US" sz="2000" dirty="0">
                <a:sym typeface="Symbol" charset="0"/>
              </a:rPr>
              <a:t></a:t>
            </a:r>
            <a:r>
              <a:rPr lang="en-US" sz="2000" dirty="0"/>
              <a:t> 0.9773 = </a:t>
            </a:r>
            <a:r>
              <a:rPr lang="en-US" sz="2000" dirty="0">
                <a:sym typeface="Symbol" charset="0"/>
              </a:rPr>
              <a:t>0.0227</a:t>
            </a:r>
          </a:p>
        </p:txBody>
      </p:sp>
      <mc:AlternateContent xmlns:mc="http://schemas.openxmlformats.org/markup-compatibility/2006" xmlns:a14="http://schemas.microsoft.com/office/drawing/2010/main">
        <mc:Choice Requires="a14">
          <p:sp>
            <p:nvSpPr>
              <p:cNvPr id="7" name="Object 5"/>
              <p:cNvSpPr txBox="1"/>
              <p:nvPr/>
            </p:nvSpPr>
            <p:spPr bwMode="auto">
              <a:xfrm>
                <a:off x="5518153" y="2286000"/>
                <a:ext cx="1873247" cy="652464"/>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85000" lnSpcReduction="10000"/>
              </a:bodyPr>
              <a:lstStyle/>
              <a:p>
                <a:pPr/>
                <a14:m>
                  <m:oMathPara xmlns:m="http://schemas.openxmlformats.org/officeDocument/2006/math">
                    <m:oMathParaPr>
                      <m:jc m:val="left"/>
                    </m:oMathParaPr>
                    <m:oMath>
                      <m:r>
                        <m:rPr>
                          <m:sty m:val="p"/>
                        </m:rPr>
                        <a:rPr lang="en-IN" i="1" smtClean="0">
                          <a:solidFill>
                            <a:srgbClr val="392392"/>
                          </a:solidFill>
                          <a:latin typeface="Cambria Math" panose="02040503050406030204" pitchFamily="18" charset="0"/>
                        </a:rPr>
                        <m:t>z</m:t>
                      </m:r>
                      <m:r>
                        <a:rPr lang="en-IN" i="1" smtClean="0">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m:rPr>
                              <m:sty m:val="p"/>
                            </m:rPr>
                            <a:rPr lang="en-IN" i="1">
                              <a:solidFill>
                                <a:srgbClr val="392392"/>
                              </a:solidFill>
                              <a:latin typeface="Cambria Math" panose="02040503050406030204" pitchFamily="18" charset="0"/>
                            </a:rPr>
                            <m:t>x</m:t>
                          </m:r>
                          <m:r>
                            <a:rPr lang="en-IN" i="1">
                              <a:solidFill>
                                <a:srgbClr val="392392"/>
                              </a:solidFill>
                              <a:latin typeface="Cambria Math" panose="02040503050406030204" pitchFamily="18" charset="0"/>
                            </a:rPr>
                            <m:t>−</m:t>
                          </m:r>
                          <m:r>
                            <m:rPr>
                              <m:sty m:val="p"/>
                            </m:rPr>
                            <a:rPr lang="en-IN" i="1">
                              <a:solidFill>
                                <a:srgbClr val="392392"/>
                              </a:solidFill>
                              <a:latin typeface="Cambria Math" panose="02040503050406030204" pitchFamily="18" charset="0"/>
                            </a:rPr>
                            <m:t>μ</m:t>
                          </m:r>
                        </m:num>
                        <m:den>
                          <m:r>
                            <m:rPr>
                              <m:sty m:val="p"/>
                            </m:rPr>
                            <a:rPr lang="en-IN" i="1">
                              <a:solidFill>
                                <a:srgbClr val="392392"/>
                              </a:solidFill>
                              <a:latin typeface="Cambria Math" panose="02040503050406030204" pitchFamily="18" charset="0"/>
                            </a:rPr>
                            <m:t>σ</m:t>
                          </m:r>
                        </m:den>
                      </m:f>
                      <m:r>
                        <a:rPr lang="en-IN" i="1">
                          <a:solidFill>
                            <a:srgbClr val="392392"/>
                          </a:solidFill>
                          <a:latin typeface="Cambria Math" panose="02040503050406030204" pitchFamily="18" charset="0"/>
                        </a:rPr>
                        <m:t>=</m:t>
                      </m:r>
                      <m:f>
                        <m:fPr>
                          <m:ctrlPr>
                            <a:rPr lang="en-IN" b="0" i="1" smtClean="0">
                              <a:solidFill>
                                <a:srgbClr val="392392"/>
                              </a:solidFill>
                              <a:latin typeface="Cambria Math" panose="02040503050406030204" pitchFamily="18" charset="0"/>
                            </a:rPr>
                          </m:ctrlPr>
                        </m:fPr>
                        <m:num>
                          <m:r>
                            <a:rPr lang="en-IN" b="0" i="1" smtClean="0">
                              <a:solidFill>
                                <a:srgbClr val="392392"/>
                              </a:solidFill>
                              <a:latin typeface="Cambria Math" panose="02040503050406030204" pitchFamily="18" charset="0"/>
                            </a:rPr>
                            <m:t>38</m:t>
                          </m:r>
                          <m:r>
                            <a:rPr lang="en-IN" i="1">
                              <a:solidFill>
                                <a:srgbClr val="392392"/>
                              </a:solidFill>
                              <a:latin typeface="Cambria Math" panose="02040503050406030204" pitchFamily="18" charset="0"/>
                            </a:rPr>
                            <m:t>−</m:t>
                          </m:r>
                          <m:r>
                            <a:rPr lang="en-IN" b="0" i="1" smtClean="0">
                              <a:solidFill>
                                <a:srgbClr val="392392"/>
                              </a:solidFill>
                              <a:latin typeface="Cambria Math" panose="02040503050406030204" pitchFamily="18" charset="0"/>
                            </a:rPr>
                            <m:t>30</m:t>
                          </m:r>
                        </m:num>
                        <m:den>
                          <m:r>
                            <a:rPr lang="en-IN" b="0" i="1" smtClean="0">
                              <a:solidFill>
                                <a:srgbClr val="392392"/>
                              </a:solidFill>
                              <a:latin typeface="Cambria Math" panose="02040503050406030204" pitchFamily="18" charset="0"/>
                            </a:rPr>
                            <m:t>4</m:t>
                          </m:r>
                        </m:den>
                      </m:f>
                    </m:oMath>
                  </m:oMathPara>
                </a14:m>
                <a:endParaRPr lang="en-IN" dirty="0"/>
              </a:p>
            </p:txBody>
          </p:sp>
        </mc:Choice>
        <mc:Fallback xmlns="">
          <p:sp>
            <p:nvSpPr>
              <p:cNvPr id="7" name="Object 5"/>
              <p:cNvSpPr txBox="1">
                <a:spLocks noRot="1" noChangeAspect="1" noMove="1" noResize="1" noEditPoints="1" noAdjustHandles="1" noChangeArrowheads="1" noChangeShapeType="1" noTextEdit="1"/>
              </p:cNvSpPr>
              <p:nvPr/>
            </p:nvSpPr>
            <p:spPr bwMode="auto">
              <a:xfrm>
                <a:off x="5518153" y="2286000"/>
                <a:ext cx="1873247" cy="652464"/>
              </a:xfrm>
              <a:prstGeom prst="rect">
                <a:avLst/>
              </a:prstGeom>
              <a:blipFill>
                <a:blip r:embed="rId2"/>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bject 6"/>
              <p:cNvSpPr txBox="1"/>
              <p:nvPr/>
            </p:nvSpPr>
            <p:spPr bwMode="auto">
              <a:xfrm>
                <a:off x="7295356" y="2286000"/>
                <a:ext cx="1467644" cy="369886"/>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a:bodyPr>
              <a:lstStyle/>
              <a:p>
                <a:pPr/>
                <a14:m>
                  <m:oMathPara xmlns:m="http://schemas.openxmlformats.org/officeDocument/2006/math">
                    <m:oMathParaPr>
                      <m:jc m:val="left"/>
                    </m:oMathParaPr>
                    <m:oMath>
                      <m:r>
                        <a:rPr lang="en-IN" i="1" smtClean="0">
                          <a:solidFill>
                            <a:srgbClr val="392392"/>
                          </a:solidFill>
                          <a:latin typeface="Cambria Math" panose="02040503050406030204" pitchFamily="18" charset="0"/>
                        </a:rPr>
                        <m:t>=</m:t>
                      </m:r>
                      <m:r>
                        <a:rPr lang="en-IN" b="0" i="1" smtClean="0">
                          <a:solidFill>
                            <a:srgbClr val="392392"/>
                          </a:solidFill>
                          <a:latin typeface="Cambria Math" panose="02040503050406030204" pitchFamily="18" charset="0"/>
                        </a:rPr>
                        <m:t>2</m:t>
                      </m:r>
                    </m:oMath>
                  </m:oMathPara>
                </a14:m>
                <a:endParaRPr lang="en-IN" dirty="0"/>
              </a:p>
            </p:txBody>
          </p:sp>
        </mc:Choice>
        <mc:Fallback xmlns="">
          <p:sp>
            <p:nvSpPr>
              <p:cNvPr id="8" name="Object 6"/>
              <p:cNvSpPr txBox="1">
                <a:spLocks noRot="1" noChangeAspect="1" noMove="1" noResize="1" noEditPoints="1" noAdjustHandles="1" noChangeArrowheads="1" noChangeShapeType="1" noTextEdit="1"/>
              </p:cNvSpPr>
              <p:nvPr/>
            </p:nvSpPr>
            <p:spPr bwMode="auto">
              <a:xfrm>
                <a:off x="7295356" y="2286000"/>
                <a:ext cx="1467644" cy="369886"/>
              </a:xfrm>
              <a:prstGeom prst="rect">
                <a:avLst/>
              </a:prstGeom>
              <a:blipFill>
                <a:blip r:embed="rId3"/>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p:sp>
        <p:nvSpPr>
          <p:cNvPr id="9" name="Rectangle 7"/>
          <p:cNvSpPr>
            <a:spLocks noChangeArrowheads="1"/>
          </p:cNvSpPr>
          <p:nvPr/>
        </p:nvSpPr>
        <p:spPr bwMode="auto">
          <a:xfrm>
            <a:off x="1001314" y="5486400"/>
            <a:ext cx="806648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dirty="0"/>
              <a:t>The probability that a student receives a test score greater than 38 is 0.0227</a:t>
            </a:r>
          </a:p>
        </p:txBody>
      </p:sp>
      <p:grpSp>
        <p:nvGrpSpPr>
          <p:cNvPr id="10" name="Group 8"/>
          <p:cNvGrpSpPr>
            <a:grpSpLocks/>
          </p:cNvGrpSpPr>
          <p:nvPr/>
        </p:nvGrpSpPr>
        <p:grpSpPr bwMode="auto">
          <a:xfrm>
            <a:off x="2613427" y="4000502"/>
            <a:ext cx="3209925" cy="488156"/>
            <a:chOff x="912" y="3180"/>
            <a:chExt cx="2696" cy="410"/>
          </a:xfrm>
        </p:grpSpPr>
        <p:sp>
          <p:nvSpPr>
            <p:cNvPr id="11" name="Text Box 9"/>
            <p:cNvSpPr txBox="1">
              <a:spLocks noChangeArrowheads="1"/>
            </p:cNvSpPr>
            <p:nvPr/>
          </p:nvSpPr>
          <p:spPr bwMode="auto">
            <a:xfrm>
              <a:off x="1945" y="3331"/>
              <a:ext cx="414"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a:cs typeface="Times New Roman" charset="0"/>
                </a:rPr>
                <a:t>μ</a:t>
              </a:r>
              <a:r>
                <a:rPr lang="en-US" sz="1350">
                  <a:cs typeface="Times New Roman" charset="0"/>
                </a:rPr>
                <a:t> =</a:t>
              </a:r>
              <a:r>
                <a:rPr lang="en-US" sz="1350"/>
                <a:t>0</a:t>
              </a:r>
            </a:p>
          </p:txBody>
        </p:sp>
        <p:grpSp>
          <p:nvGrpSpPr>
            <p:cNvPr id="12" name="Group 10"/>
            <p:cNvGrpSpPr>
              <a:grpSpLocks/>
            </p:cNvGrpSpPr>
            <p:nvPr/>
          </p:nvGrpSpPr>
          <p:grpSpPr bwMode="auto">
            <a:xfrm>
              <a:off x="912" y="3180"/>
              <a:ext cx="2696" cy="252"/>
              <a:chOff x="912" y="3180"/>
              <a:chExt cx="2696" cy="252"/>
            </a:xfrm>
          </p:grpSpPr>
          <p:grpSp>
            <p:nvGrpSpPr>
              <p:cNvPr id="14" name="Group 11"/>
              <p:cNvGrpSpPr>
                <a:grpSpLocks/>
              </p:cNvGrpSpPr>
              <p:nvPr/>
            </p:nvGrpSpPr>
            <p:grpSpPr bwMode="auto">
              <a:xfrm>
                <a:off x="912" y="3247"/>
                <a:ext cx="2496" cy="90"/>
                <a:chOff x="912" y="3247"/>
                <a:chExt cx="2496" cy="90"/>
              </a:xfrm>
            </p:grpSpPr>
            <p:sp>
              <p:nvSpPr>
                <p:cNvPr id="16" name="Freeform 12"/>
                <p:cNvSpPr>
                  <a:spLocks/>
                </p:cNvSpPr>
                <p:nvPr/>
              </p:nvSpPr>
              <p:spPr bwMode="auto">
                <a:xfrm>
                  <a:off x="912" y="3292"/>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17" name="Line 13"/>
                <p:cNvSpPr>
                  <a:spLocks noChangeShapeType="1"/>
                </p:cNvSpPr>
                <p:nvPr/>
              </p:nvSpPr>
              <p:spPr bwMode="auto">
                <a:xfrm>
                  <a:off x="2425"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18" name="Line 14"/>
                <p:cNvSpPr>
                  <a:spLocks noChangeShapeType="1"/>
                </p:cNvSpPr>
                <p:nvPr/>
              </p:nvSpPr>
              <p:spPr bwMode="auto">
                <a:xfrm>
                  <a:off x="2160"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grpSp>
          <p:sp>
            <p:nvSpPr>
              <p:cNvPr id="15" name="Rectangle 15"/>
              <p:cNvSpPr>
                <a:spLocks noChangeArrowheads="1"/>
              </p:cNvSpPr>
              <p:nvPr/>
            </p:nvSpPr>
            <p:spPr bwMode="auto">
              <a:xfrm>
                <a:off x="3395" y="3180"/>
                <a:ext cx="21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z</a:t>
                </a:r>
              </a:p>
            </p:txBody>
          </p:sp>
        </p:grpSp>
        <p:sp>
          <p:nvSpPr>
            <p:cNvPr id="13" name="Text Box 16"/>
            <p:cNvSpPr txBox="1">
              <a:spLocks noChangeArrowheads="1"/>
            </p:cNvSpPr>
            <p:nvPr/>
          </p:nvSpPr>
          <p:spPr bwMode="auto">
            <a:xfrm>
              <a:off x="2330" y="3338"/>
              <a:ext cx="222"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cs typeface="Times New Roman" charset="0"/>
                </a:rPr>
                <a:t>?</a:t>
              </a:r>
              <a:endParaRPr lang="en-US" sz="1350"/>
            </a:p>
          </p:txBody>
        </p:sp>
      </p:grpSp>
      <p:sp useBgFill="1">
        <p:nvSpPr>
          <p:cNvPr id="19" name="Text Box 17"/>
          <p:cNvSpPr txBox="1">
            <a:spLocks noChangeArrowheads="1"/>
          </p:cNvSpPr>
          <p:nvPr/>
        </p:nvSpPr>
        <p:spPr bwMode="auto">
          <a:xfrm>
            <a:off x="4238630" y="4175523"/>
            <a:ext cx="407484" cy="300082"/>
          </a:xfrm>
          <a:prstGeom prst="rect">
            <a:avLst/>
          </a:prstGeom>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b="1" dirty="0">
                <a:solidFill>
                  <a:schemeClr val="folHlink"/>
                </a:solidFill>
                <a:cs typeface="Times New Roman" charset="0"/>
              </a:rPr>
              <a:t>2.0</a:t>
            </a:r>
          </a:p>
        </p:txBody>
      </p:sp>
      <p:grpSp>
        <p:nvGrpSpPr>
          <p:cNvPr id="20" name="Group 18"/>
          <p:cNvGrpSpPr>
            <a:grpSpLocks/>
          </p:cNvGrpSpPr>
          <p:nvPr/>
        </p:nvGrpSpPr>
        <p:grpSpPr bwMode="auto">
          <a:xfrm>
            <a:off x="2556277" y="2555081"/>
            <a:ext cx="3253979" cy="1577579"/>
            <a:chOff x="611" y="1966"/>
            <a:chExt cx="2733" cy="1325"/>
          </a:xfrm>
        </p:grpSpPr>
        <p:grpSp>
          <p:nvGrpSpPr>
            <p:cNvPr id="21" name="Group 19"/>
            <p:cNvGrpSpPr>
              <a:grpSpLocks/>
            </p:cNvGrpSpPr>
            <p:nvPr/>
          </p:nvGrpSpPr>
          <p:grpSpPr bwMode="auto">
            <a:xfrm>
              <a:off x="611" y="1966"/>
              <a:ext cx="2733" cy="1325"/>
              <a:chOff x="611" y="1966"/>
              <a:chExt cx="2733" cy="1325"/>
            </a:xfrm>
          </p:grpSpPr>
          <p:sp>
            <p:nvSpPr>
              <p:cNvPr id="23" name="Line 20"/>
              <p:cNvSpPr>
                <a:spLocks noChangeShapeType="1"/>
              </p:cNvSpPr>
              <p:nvPr/>
            </p:nvSpPr>
            <p:spPr bwMode="auto">
              <a:xfrm>
                <a:off x="1902" y="2784"/>
                <a:ext cx="0" cy="58"/>
              </a:xfrm>
              <a:prstGeom prst="line">
                <a:avLst/>
              </a:prstGeom>
              <a:noFill/>
              <a:ln>
                <a:noFill/>
              </a:ln>
              <a:effectLst/>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4" name="Text Box 21"/>
              <p:cNvSpPr txBox="1">
                <a:spLocks noChangeArrowheads="1"/>
              </p:cNvSpPr>
              <p:nvPr/>
            </p:nvSpPr>
            <p:spPr bwMode="auto">
              <a:xfrm>
                <a:off x="2035" y="3039"/>
                <a:ext cx="30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t>38</a:t>
                </a:r>
              </a:p>
            </p:txBody>
          </p:sp>
          <p:sp>
            <p:nvSpPr>
              <p:cNvPr id="25" name="Line 22"/>
              <p:cNvSpPr>
                <a:spLocks noChangeShapeType="1"/>
              </p:cNvSpPr>
              <p:nvPr/>
            </p:nvSpPr>
            <p:spPr bwMode="auto">
              <a:xfrm>
                <a:off x="2168" y="2976"/>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6" name="Line 23"/>
              <p:cNvSpPr>
                <a:spLocks noChangeShapeType="1"/>
              </p:cNvSpPr>
              <p:nvPr/>
            </p:nvSpPr>
            <p:spPr bwMode="auto">
              <a:xfrm flipV="1">
                <a:off x="2168" y="2333"/>
                <a:ext cx="0" cy="66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27" name="Freeform 24"/>
              <p:cNvSpPr>
                <a:spLocks/>
              </p:cNvSpPr>
              <p:nvPr/>
            </p:nvSpPr>
            <p:spPr bwMode="auto">
              <a:xfrm>
                <a:off x="654" y="3014"/>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8" name="Freeform 25"/>
              <p:cNvSpPr>
                <a:spLocks/>
              </p:cNvSpPr>
              <p:nvPr/>
            </p:nvSpPr>
            <p:spPr bwMode="auto">
              <a:xfrm>
                <a:off x="730" y="2017"/>
                <a:ext cx="2372" cy="994"/>
              </a:xfrm>
              <a:custGeom>
                <a:avLst/>
                <a:gdLst>
                  <a:gd name="T0" fmla="*/ 0 w 2996"/>
                  <a:gd name="T1" fmla="*/ 1213 h 1213"/>
                  <a:gd name="T2" fmla="*/ 325 w 2996"/>
                  <a:gd name="T3" fmla="*/ 1159 h 1213"/>
                  <a:gd name="T4" fmla="*/ 616 w 2996"/>
                  <a:gd name="T5" fmla="*/ 1057 h 1213"/>
                  <a:gd name="T6" fmla="*/ 895 w 2996"/>
                  <a:gd name="T7" fmla="*/ 820 h 1213"/>
                  <a:gd name="T8" fmla="*/ 1048 w 2996"/>
                  <a:gd name="T9" fmla="*/ 583 h 1213"/>
                  <a:gd name="T10" fmla="*/ 1162 w 2996"/>
                  <a:gd name="T11" fmla="*/ 322 h 1213"/>
                  <a:gd name="T12" fmla="*/ 1237 w 2996"/>
                  <a:gd name="T13" fmla="*/ 163 h 1213"/>
                  <a:gd name="T14" fmla="*/ 1336 w 2996"/>
                  <a:gd name="T15" fmla="*/ 49 h 1213"/>
                  <a:gd name="T16" fmla="*/ 1480 w 2996"/>
                  <a:gd name="T17" fmla="*/ 1 h 1213"/>
                  <a:gd name="T18" fmla="*/ 1615 w 2996"/>
                  <a:gd name="T19" fmla="*/ 43 h 1213"/>
                  <a:gd name="T20" fmla="*/ 1720 w 2996"/>
                  <a:gd name="T21" fmla="*/ 154 h 1213"/>
                  <a:gd name="T22" fmla="*/ 1825 w 2996"/>
                  <a:gd name="T23" fmla="*/ 412 h 1213"/>
                  <a:gd name="T24" fmla="*/ 1885 w 2996"/>
                  <a:gd name="T25" fmla="*/ 550 h 1213"/>
                  <a:gd name="T26" fmla="*/ 2014 w 2996"/>
                  <a:gd name="T27" fmla="*/ 787 h 1213"/>
                  <a:gd name="T28" fmla="*/ 2176 w 2996"/>
                  <a:gd name="T29" fmla="*/ 969 h 1213"/>
                  <a:gd name="T30" fmla="*/ 2398 w 2996"/>
                  <a:gd name="T31" fmla="*/ 1093 h 1213"/>
                  <a:gd name="T32" fmla="*/ 2584 w 2996"/>
                  <a:gd name="T33" fmla="*/ 1153 h 1213"/>
                  <a:gd name="T34" fmla="*/ 2996 w 2996"/>
                  <a:gd name="T35" fmla="*/ 1205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96" h="1213">
                    <a:moveTo>
                      <a:pt x="0" y="1213"/>
                    </a:moveTo>
                    <a:cubicBezTo>
                      <a:pt x="54" y="1205"/>
                      <a:pt x="222" y="1185"/>
                      <a:pt x="325" y="1159"/>
                    </a:cubicBezTo>
                    <a:cubicBezTo>
                      <a:pt x="429" y="1135"/>
                      <a:pt x="526" y="1113"/>
                      <a:pt x="616" y="1057"/>
                    </a:cubicBezTo>
                    <a:cubicBezTo>
                      <a:pt x="711" y="1001"/>
                      <a:pt x="823" y="899"/>
                      <a:pt x="895" y="820"/>
                    </a:cubicBezTo>
                    <a:cubicBezTo>
                      <a:pt x="967" y="741"/>
                      <a:pt x="1004" y="666"/>
                      <a:pt x="1048" y="583"/>
                    </a:cubicBezTo>
                    <a:cubicBezTo>
                      <a:pt x="1092" y="500"/>
                      <a:pt x="1130" y="392"/>
                      <a:pt x="1162" y="322"/>
                    </a:cubicBezTo>
                    <a:cubicBezTo>
                      <a:pt x="1194" y="252"/>
                      <a:pt x="1208" y="208"/>
                      <a:pt x="1237" y="163"/>
                    </a:cubicBezTo>
                    <a:cubicBezTo>
                      <a:pt x="1266" y="118"/>
                      <a:pt x="1296" y="76"/>
                      <a:pt x="1336" y="49"/>
                    </a:cubicBezTo>
                    <a:cubicBezTo>
                      <a:pt x="1376" y="22"/>
                      <a:pt x="1434" y="2"/>
                      <a:pt x="1480" y="1"/>
                    </a:cubicBezTo>
                    <a:cubicBezTo>
                      <a:pt x="1526" y="0"/>
                      <a:pt x="1575" y="18"/>
                      <a:pt x="1615" y="43"/>
                    </a:cubicBezTo>
                    <a:cubicBezTo>
                      <a:pt x="1655" y="68"/>
                      <a:pt x="1685" y="93"/>
                      <a:pt x="1720" y="154"/>
                    </a:cubicBezTo>
                    <a:cubicBezTo>
                      <a:pt x="1755" y="215"/>
                      <a:pt x="1798" y="346"/>
                      <a:pt x="1825" y="412"/>
                    </a:cubicBezTo>
                    <a:cubicBezTo>
                      <a:pt x="1852" y="478"/>
                      <a:pt x="1854" y="488"/>
                      <a:pt x="1885" y="550"/>
                    </a:cubicBezTo>
                    <a:cubicBezTo>
                      <a:pt x="1916" y="612"/>
                      <a:pt x="1966" y="717"/>
                      <a:pt x="2014" y="787"/>
                    </a:cubicBezTo>
                    <a:cubicBezTo>
                      <a:pt x="2062" y="857"/>
                      <a:pt x="2112" y="918"/>
                      <a:pt x="2176" y="969"/>
                    </a:cubicBezTo>
                    <a:cubicBezTo>
                      <a:pt x="2240" y="1020"/>
                      <a:pt x="2330" y="1062"/>
                      <a:pt x="2398" y="1093"/>
                    </a:cubicBezTo>
                    <a:cubicBezTo>
                      <a:pt x="2466" y="1124"/>
                      <a:pt x="2484" y="1134"/>
                      <a:pt x="2584" y="1153"/>
                    </a:cubicBezTo>
                    <a:cubicBezTo>
                      <a:pt x="2684" y="1172"/>
                      <a:pt x="2910" y="1194"/>
                      <a:pt x="2996" y="1205"/>
                    </a:cubicBezTo>
                  </a:path>
                </a:pathLst>
              </a:custGeom>
              <a:noFill/>
              <a:ln w="12700"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29" name="Line 26"/>
              <p:cNvSpPr>
                <a:spLocks noChangeShapeType="1"/>
              </p:cNvSpPr>
              <p:nvPr/>
            </p:nvSpPr>
            <p:spPr bwMode="auto">
              <a:xfrm>
                <a:off x="1902" y="2018"/>
                <a:ext cx="0" cy="983"/>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30" name="Text Box 27"/>
              <p:cNvSpPr txBox="1">
                <a:spLocks noChangeArrowheads="1"/>
              </p:cNvSpPr>
              <p:nvPr/>
            </p:nvSpPr>
            <p:spPr bwMode="auto">
              <a:xfrm>
                <a:off x="1647" y="3039"/>
                <a:ext cx="48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dirty="0">
                    <a:cs typeface="Times New Roman" charset="0"/>
                  </a:rPr>
                  <a:t>μ</a:t>
                </a:r>
                <a:r>
                  <a:rPr lang="en-US" sz="1350" dirty="0">
                    <a:cs typeface="Times New Roman" charset="0"/>
                  </a:rPr>
                  <a:t> =30</a:t>
                </a:r>
                <a:endParaRPr lang="en-US" sz="1350" dirty="0"/>
              </a:p>
            </p:txBody>
          </p:sp>
          <p:sp>
            <p:nvSpPr>
              <p:cNvPr id="31" name="Line 28"/>
              <p:cNvSpPr>
                <a:spLocks noChangeShapeType="1"/>
              </p:cNvSpPr>
              <p:nvPr/>
            </p:nvSpPr>
            <p:spPr bwMode="auto">
              <a:xfrm>
                <a:off x="1902" y="2978"/>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32" name="Rectangle 29"/>
              <p:cNvSpPr>
                <a:spLocks noChangeArrowheads="1"/>
              </p:cNvSpPr>
              <p:nvPr/>
            </p:nvSpPr>
            <p:spPr bwMode="auto">
              <a:xfrm>
                <a:off x="2387" y="2398"/>
                <a:ext cx="66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n-US" sz="1350" i="1" dirty="0"/>
                  <a:t>P</a:t>
                </a:r>
                <a:r>
                  <a:rPr lang="en-US" sz="1350" dirty="0"/>
                  <a:t>(</a:t>
                </a:r>
                <a:r>
                  <a:rPr lang="en-US" sz="1350" i="1" dirty="0"/>
                  <a:t>x</a:t>
                </a:r>
                <a:r>
                  <a:rPr lang="en-US" sz="1350" dirty="0"/>
                  <a:t> &gt; 35)</a:t>
                </a:r>
              </a:p>
            </p:txBody>
          </p:sp>
          <p:sp>
            <p:nvSpPr>
              <p:cNvPr id="33" name="Line 30"/>
              <p:cNvSpPr>
                <a:spLocks noChangeShapeType="1"/>
              </p:cNvSpPr>
              <p:nvPr/>
            </p:nvSpPr>
            <p:spPr bwMode="auto">
              <a:xfrm flipH="1">
                <a:off x="2483" y="2640"/>
                <a:ext cx="192"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34" name="Rectangle 31"/>
              <p:cNvSpPr>
                <a:spLocks noChangeArrowheads="1"/>
              </p:cNvSpPr>
              <p:nvPr/>
            </p:nvSpPr>
            <p:spPr bwMode="auto">
              <a:xfrm>
                <a:off x="611" y="1966"/>
                <a:ext cx="562"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l-GR" sz="1500" dirty="0">
                    <a:solidFill>
                      <a:schemeClr val="folHlink"/>
                    </a:solidFill>
                    <a:cs typeface="Times New Roman" charset="0"/>
                  </a:rPr>
                  <a:t>μ</a:t>
                </a:r>
                <a:r>
                  <a:rPr lang="en-US" sz="1500" dirty="0">
                    <a:solidFill>
                      <a:schemeClr val="folHlink"/>
                    </a:solidFill>
                    <a:cs typeface="Times New Roman" charset="0"/>
                  </a:rPr>
                  <a:t> = 30</a:t>
                </a:r>
              </a:p>
              <a:p>
                <a:pPr>
                  <a:spcBef>
                    <a:spcPct val="0"/>
                  </a:spcBef>
                </a:pPr>
                <a:r>
                  <a:rPr lang="el-GR" sz="1500" dirty="0">
                    <a:solidFill>
                      <a:schemeClr val="folHlink"/>
                    </a:solidFill>
                    <a:cs typeface="Times New Roman" charset="0"/>
                  </a:rPr>
                  <a:t>σ</a:t>
                </a:r>
                <a:r>
                  <a:rPr lang="en-US" sz="1500" dirty="0">
                    <a:solidFill>
                      <a:schemeClr val="folHlink"/>
                    </a:solidFill>
                  </a:rPr>
                  <a:t> = 4</a:t>
                </a:r>
              </a:p>
            </p:txBody>
          </p:sp>
          <p:sp>
            <p:nvSpPr>
              <p:cNvPr id="35" name="Rectangle 32"/>
              <p:cNvSpPr>
                <a:spLocks noChangeArrowheads="1"/>
              </p:cNvSpPr>
              <p:nvPr/>
            </p:nvSpPr>
            <p:spPr bwMode="auto">
              <a:xfrm>
                <a:off x="3126" y="2887"/>
                <a:ext cx="21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x</a:t>
                </a:r>
              </a:p>
            </p:txBody>
          </p:sp>
        </p:grpSp>
        <p:sp>
          <p:nvSpPr>
            <p:cNvPr id="22" name="Freeform 33"/>
            <p:cNvSpPr>
              <a:spLocks/>
            </p:cNvSpPr>
            <p:nvPr/>
          </p:nvSpPr>
          <p:spPr bwMode="auto">
            <a:xfrm>
              <a:off x="2157" y="2348"/>
              <a:ext cx="914" cy="660"/>
            </a:xfrm>
            <a:custGeom>
              <a:avLst/>
              <a:gdLst>
                <a:gd name="T0" fmla="*/ 14 w 914"/>
                <a:gd name="T1" fmla="*/ 656 h 660"/>
                <a:gd name="T2" fmla="*/ 14 w 914"/>
                <a:gd name="T3" fmla="*/ 0 h 660"/>
                <a:gd name="T4" fmla="*/ 98 w 914"/>
                <a:gd name="T5" fmla="*/ 200 h 660"/>
                <a:gd name="T6" fmla="*/ 218 w 914"/>
                <a:gd name="T7" fmla="*/ 373 h 660"/>
                <a:gd name="T8" fmla="*/ 358 w 914"/>
                <a:gd name="T9" fmla="*/ 512 h 660"/>
                <a:gd name="T10" fmla="*/ 594 w 914"/>
                <a:gd name="T11" fmla="*/ 616 h 660"/>
                <a:gd name="T12" fmla="*/ 914 w 914"/>
                <a:gd name="T13" fmla="*/ 660 h 660"/>
              </a:gdLst>
              <a:ahLst/>
              <a:cxnLst>
                <a:cxn ang="0">
                  <a:pos x="T0" y="T1"/>
                </a:cxn>
                <a:cxn ang="0">
                  <a:pos x="T2" y="T3"/>
                </a:cxn>
                <a:cxn ang="0">
                  <a:pos x="T4" y="T5"/>
                </a:cxn>
                <a:cxn ang="0">
                  <a:pos x="T6" y="T7"/>
                </a:cxn>
                <a:cxn ang="0">
                  <a:pos x="T8" y="T9"/>
                </a:cxn>
                <a:cxn ang="0">
                  <a:pos x="T10" y="T11"/>
                </a:cxn>
                <a:cxn ang="0">
                  <a:pos x="T12" y="T13"/>
                </a:cxn>
              </a:cxnLst>
              <a:rect l="0" t="0" r="r" b="b"/>
              <a:pathLst>
                <a:path w="914" h="660">
                  <a:moveTo>
                    <a:pt x="14" y="656"/>
                  </a:moveTo>
                  <a:cubicBezTo>
                    <a:pt x="14" y="547"/>
                    <a:pt x="0" y="76"/>
                    <a:pt x="14" y="0"/>
                  </a:cubicBezTo>
                  <a:lnTo>
                    <a:pt x="98" y="200"/>
                  </a:lnTo>
                  <a:cubicBezTo>
                    <a:pt x="132" y="262"/>
                    <a:pt x="175" y="321"/>
                    <a:pt x="218" y="373"/>
                  </a:cubicBezTo>
                  <a:cubicBezTo>
                    <a:pt x="261" y="425"/>
                    <a:pt x="295" y="472"/>
                    <a:pt x="358" y="512"/>
                  </a:cubicBezTo>
                  <a:lnTo>
                    <a:pt x="594" y="616"/>
                  </a:lnTo>
                  <a:lnTo>
                    <a:pt x="914" y="660"/>
                  </a:lnTo>
                </a:path>
              </a:pathLst>
            </a:custGeom>
            <a:solidFill>
              <a:schemeClr val="accent2">
                <a:alpha val="80000"/>
              </a:schemeClr>
            </a:solidFill>
            <a:ln>
              <a:noFill/>
            </a:ln>
            <a:effectLst/>
            <a:extLst>
              <a:ext uri="{91240B29-F687-4f45-9708-019B960494DF}">
                <a14:hiddenLine xmlns:a14="http://schemas.microsoft.com/office/drawing/2010/main" xmlns="" w="12700" cmpd="sng">
                  <a:solidFill>
                    <a:schemeClr val="accent2"/>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gr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0F14680-8EE9-386A-8465-96F3F1EF4A48}"/>
                  </a:ext>
                </a:extLst>
              </p14:cNvPr>
              <p14:cNvContentPartPr/>
              <p14:nvPr/>
            </p14:nvContentPartPr>
            <p14:xfrm>
              <a:off x="5109840" y="2262600"/>
              <a:ext cx="3060360" cy="3023640"/>
            </p14:xfrm>
          </p:contentPart>
        </mc:Choice>
        <mc:Fallback>
          <p:pic>
            <p:nvPicPr>
              <p:cNvPr id="3" name="Ink 2">
                <a:extLst>
                  <a:ext uri="{FF2B5EF4-FFF2-40B4-BE49-F238E27FC236}">
                    <a16:creationId xmlns:a16="http://schemas.microsoft.com/office/drawing/2014/main" id="{F0F14680-8EE9-386A-8465-96F3F1EF4A48}"/>
                  </a:ext>
                </a:extLst>
              </p:cNvPr>
              <p:cNvPicPr/>
              <p:nvPr/>
            </p:nvPicPr>
            <p:blipFill>
              <a:blip r:embed="rId5"/>
              <a:stretch>
                <a:fillRect/>
              </a:stretch>
            </p:blipFill>
            <p:spPr>
              <a:xfrm>
                <a:off x="5100480" y="2253240"/>
                <a:ext cx="3079080" cy="3042360"/>
              </a:xfrm>
              <a:prstGeom prst="rect">
                <a:avLst/>
              </a:prstGeom>
            </p:spPr>
          </p:pic>
        </mc:Fallback>
      </mc:AlternateContent>
    </p:spTree>
    <p:extLst>
      <p:ext uri="{BB962C8B-B14F-4D97-AF65-F5344CB8AC3E}">
        <p14:creationId xmlns:p14="http://schemas.microsoft.com/office/powerpoint/2010/main" val="223490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12:</a:t>
            </a:r>
            <a:endParaRPr lang="en-IN" dirty="0"/>
          </a:p>
        </p:txBody>
      </p:sp>
      <p:sp>
        <p:nvSpPr>
          <p:cNvPr id="5" name="Text Box 2"/>
          <p:cNvSpPr txBox="1">
            <a:spLocks noChangeArrowheads="1"/>
          </p:cNvSpPr>
          <p:nvPr/>
        </p:nvSpPr>
        <p:spPr bwMode="auto">
          <a:xfrm>
            <a:off x="762000" y="1391870"/>
            <a:ext cx="10363200"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spcBef>
                <a:spcPct val="0"/>
              </a:spcBef>
              <a:defRPr sz="2400">
                <a:solidFill>
                  <a:schemeClr val="tx1"/>
                </a:solidFill>
                <a:latin typeface="Arial Narrow" charset="0"/>
                <a:ea typeface="ＭＳ Ｐゴシック" charset="0"/>
              </a:defRPr>
            </a:lvl1pPr>
            <a:lvl2pPr marL="974725" indent="-457200">
              <a:spcBef>
                <a:spcPct val="0"/>
              </a:spcBef>
              <a:defRPr sz="2400">
                <a:solidFill>
                  <a:schemeClr val="tx1"/>
                </a:solidFill>
                <a:latin typeface="Arial Narrow" charset="0"/>
                <a:ea typeface="ＭＳ Ｐゴシック" charset="0"/>
              </a:defRPr>
            </a:lvl2pPr>
            <a:lvl3pPr marL="1546225" indent="-457200">
              <a:spcBef>
                <a:spcPct val="0"/>
              </a:spcBef>
              <a:defRPr sz="2400">
                <a:solidFill>
                  <a:schemeClr val="tx1"/>
                </a:solidFill>
                <a:latin typeface="Arial Narrow" charset="0"/>
                <a:ea typeface="ＭＳ Ｐゴシック" charset="0"/>
              </a:defRPr>
            </a:lvl3pPr>
            <a:lvl4pPr marL="2117725" indent="-457200">
              <a:spcBef>
                <a:spcPct val="0"/>
              </a:spcBef>
              <a:defRPr sz="2400">
                <a:solidFill>
                  <a:schemeClr val="tx1"/>
                </a:solidFill>
                <a:latin typeface="Arial Narrow" charset="0"/>
                <a:ea typeface="ＭＳ Ｐゴシック" charset="0"/>
              </a:defRPr>
            </a:lvl4pPr>
            <a:lvl5pPr marL="2689225" indent="-457200">
              <a:spcBef>
                <a:spcPct val="0"/>
              </a:spcBef>
              <a:defRPr sz="2400">
                <a:solidFill>
                  <a:schemeClr val="tx1"/>
                </a:solidFill>
                <a:latin typeface="Arial Narrow" charset="0"/>
                <a:ea typeface="ＭＳ Ｐゴシック" charset="0"/>
              </a:defRPr>
            </a:lvl5pPr>
            <a:lvl6pPr marL="3146425" indent="-457200" fontAlgn="base">
              <a:spcBef>
                <a:spcPct val="0"/>
              </a:spcBef>
              <a:spcAft>
                <a:spcPct val="0"/>
              </a:spcAft>
              <a:defRPr sz="2400">
                <a:solidFill>
                  <a:schemeClr val="tx1"/>
                </a:solidFill>
                <a:latin typeface="Arial Narrow" charset="0"/>
                <a:ea typeface="ＭＳ Ｐゴシック" charset="0"/>
              </a:defRPr>
            </a:lvl6pPr>
            <a:lvl7pPr marL="3603625" indent="-457200" fontAlgn="base">
              <a:spcBef>
                <a:spcPct val="0"/>
              </a:spcBef>
              <a:spcAft>
                <a:spcPct val="0"/>
              </a:spcAft>
              <a:defRPr sz="2400">
                <a:solidFill>
                  <a:schemeClr val="tx1"/>
                </a:solidFill>
                <a:latin typeface="Arial Narrow" charset="0"/>
                <a:ea typeface="ＭＳ Ｐゴシック" charset="0"/>
              </a:defRPr>
            </a:lvl7pPr>
            <a:lvl8pPr marL="4060825" indent="-457200" fontAlgn="base">
              <a:spcBef>
                <a:spcPct val="0"/>
              </a:spcBef>
              <a:spcAft>
                <a:spcPct val="0"/>
              </a:spcAft>
              <a:defRPr sz="2400">
                <a:solidFill>
                  <a:schemeClr val="tx1"/>
                </a:solidFill>
                <a:latin typeface="Arial Narrow" charset="0"/>
                <a:ea typeface="ＭＳ Ｐゴシック" charset="0"/>
              </a:defRPr>
            </a:lvl8pPr>
            <a:lvl9pPr marL="4518025" indent="-457200" fontAlgn="base">
              <a:spcBef>
                <a:spcPct val="0"/>
              </a:spcBef>
              <a:spcAft>
                <a:spcPct val="0"/>
              </a:spcAft>
              <a:defRPr sz="2400">
                <a:solidFill>
                  <a:schemeClr val="tx1"/>
                </a:solidFill>
                <a:latin typeface="Arial Narrow" charset="0"/>
                <a:ea typeface="ＭＳ Ｐゴシック" charset="0"/>
              </a:defRPr>
            </a:lvl9pPr>
          </a:lstStyle>
          <a:p>
            <a:pPr algn="just"/>
            <a:r>
              <a:rPr lang="en-US" sz="2000" dirty="0">
                <a:latin typeface="+mn-lt"/>
              </a:rPr>
              <a:t>The average on a statistics test was 75 with a standard deviation of 4.  If the test scores are normally distributed, find the probability that a student receives a test score between 70 and 80.</a:t>
            </a:r>
            <a:endParaRPr lang="en-US" sz="2000" dirty="0">
              <a:latin typeface="+mn-lt"/>
              <a:sym typeface="Symbol" charset="0"/>
            </a:endParaRPr>
          </a:p>
        </p:txBody>
      </p:sp>
      <p:sp>
        <p:nvSpPr>
          <p:cNvPr id="6" name="Rectangle 4"/>
          <p:cNvSpPr>
            <a:spLocks noChangeArrowheads="1"/>
          </p:cNvSpPr>
          <p:nvPr/>
        </p:nvSpPr>
        <p:spPr bwMode="auto">
          <a:xfrm>
            <a:off x="536472" y="5500692"/>
            <a:ext cx="624582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i="1" dirty="0"/>
              <a:t>P</a:t>
            </a:r>
            <a:r>
              <a:rPr lang="en-US" sz="2000" dirty="0"/>
              <a:t>(70 &lt; </a:t>
            </a:r>
            <a:r>
              <a:rPr lang="en-US" sz="2000" i="1" dirty="0"/>
              <a:t>x</a:t>
            </a:r>
            <a:r>
              <a:rPr lang="en-US" sz="2000" dirty="0"/>
              <a:t> &lt; 80) = </a:t>
            </a:r>
            <a:r>
              <a:rPr lang="en-US" sz="2000" i="1" dirty="0"/>
              <a:t>P</a:t>
            </a:r>
            <a:r>
              <a:rPr lang="en-US" sz="2000" dirty="0"/>
              <a:t>(</a:t>
            </a:r>
            <a:r>
              <a:rPr lang="en-US" sz="2000" dirty="0">
                <a:sym typeface="Symbol" charset="0"/>
              </a:rPr>
              <a:t>1</a:t>
            </a:r>
            <a:r>
              <a:rPr lang="en-US" sz="2000" dirty="0"/>
              <a:t>.25 &lt; </a:t>
            </a:r>
            <a:r>
              <a:rPr lang="en-US" sz="2000" i="1" dirty="0"/>
              <a:t>z &lt;</a:t>
            </a:r>
            <a:r>
              <a:rPr lang="en-US" sz="2000" dirty="0"/>
              <a:t> 1.25) = </a:t>
            </a:r>
            <a:r>
              <a:rPr lang="en-US" sz="2000" i="1" dirty="0"/>
              <a:t>F(</a:t>
            </a:r>
            <a:r>
              <a:rPr lang="en-US" sz="2000" dirty="0"/>
              <a:t>1.25) </a:t>
            </a:r>
            <a:r>
              <a:rPr lang="en-US" sz="2000" dirty="0">
                <a:sym typeface="Symbol" charset="0"/>
              </a:rPr>
              <a:t> </a:t>
            </a:r>
            <a:r>
              <a:rPr lang="en-US" sz="2000" i="1" dirty="0">
                <a:sym typeface="Symbol" charset="0"/>
              </a:rPr>
              <a:t>F</a:t>
            </a:r>
            <a:r>
              <a:rPr lang="en-US" sz="2000" dirty="0"/>
              <a:t>(</a:t>
            </a:r>
            <a:r>
              <a:rPr lang="en-US" sz="2000" i="1" dirty="0"/>
              <a:t> </a:t>
            </a:r>
            <a:r>
              <a:rPr lang="en-US" sz="2000" dirty="0">
                <a:sym typeface="Symbol" charset="0"/>
              </a:rPr>
              <a:t>1</a:t>
            </a:r>
            <a:r>
              <a:rPr lang="en-US" sz="2000" dirty="0"/>
              <a:t>.25) </a:t>
            </a:r>
          </a:p>
        </p:txBody>
      </p:sp>
      <mc:AlternateContent xmlns:mc="http://schemas.openxmlformats.org/markup-compatibility/2006" xmlns:a14="http://schemas.microsoft.com/office/drawing/2010/main">
        <mc:Choice Requires="a14">
          <p:sp>
            <p:nvSpPr>
              <p:cNvPr id="7" name="Object 5"/>
              <p:cNvSpPr txBox="1"/>
              <p:nvPr/>
            </p:nvSpPr>
            <p:spPr bwMode="auto">
              <a:xfrm>
                <a:off x="4312051" y="2555675"/>
                <a:ext cx="1916109" cy="683421"/>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77500" lnSpcReduction="20000"/>
              </a:bodyPr>
              <a:lstStyle/>
              <a:p>
                <a:pPr/>
                <a14:m>
                  <m:oMathPara xmlns:m="http://schemas.openxmlformats.org/officeDocument/2006/math">
                    <m:oMathParaPr>
                      <m:jc m:val="left"/>
                    </m:oMathParaPr>
                    <m:oMath>
                      <m:sSub>
                        <m:sSubPr>
                          <m:ctrlPr>
                            <a:rPr lang="en-IN" i="1">
                              <a:solidFill>
                                <a:srgbClr val="392392"/>
                              </a:solidFill>
                              <a:latin typeface="Cambria Math" panose="02040503050406030204" pitchFamily="18" charset="0"/>
                            </a:rPr>
                          </m:ctrlPr>
                        </m:sSubPr>
                        <m:e>
                          <m:r>
                            <m:rPr>
                              <m:sty m:val="p"/>
                            </m:rPr>
                            <a:rPr lang="en-IN" i="1">
                              <a:solidFill>
                                <a:srgbClr val="392392"/>
                              </a:solidFill>
                              <a:latin typeface="Cambria Math" panose="02040503050406030204" pitchFamily="18" charset="0"/>
                            </a:rPr>
                            <m:t>z</m:t>
                          </m:r>
                        </m:e>
                        <m:sub>
                          <m:r>
                            <a:rPr lang="en-IN" i="1">
                              <a:solidFill>
                                <a:srgbClr val="392392"/>
                              </a:solidFill>
                              <a:latin typeface="Cambria Math" panose="02040503050406030204" pitchFamily="18" charset="0"/>
                            </a:rPr>
                            <m:t>1</m:t>
                          </m:r>
                        </m:sub>
                      </m:sSub>
                      <m:r>
                        <a:rPr lang="en-IN" i="1">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m:rPr>
                              <m:sty m:val="p"/>
                            </m:rPr>
                            <a:rPr lang="en-IN" i="1">
                              <a:solidFill>
                                <a:srgbClr val="392392"/>
                              </a:solidFill>
                              <a:latin typeface="Cambria Math" panose="02040503050406030204" pitchFamily="18" charset="0"/>
                            </a:rPr>
                            <m:t>x</m:t>
                          </m:r>
                          <m:r>
                            <a:rPr lang="en-IN" i="1">
                              <a:solidFill>
                                <a:srgbClr val="392392"/>
                              </a:solidFill>
                              <a:latin typeface="Cambria Math" panose="02040503050406030204" pitchFamily="18" charset="0"/>
                            </a:rPr>
                            <m:t>−</m:t>
                          </m:r>
                          <m:r>
                            <m:rPr>
                              <m:sty m:val="p"/>
                            </m:rPr>
                            <a:rPr lang="en-IN" i="1">
                              <a:solidFill>
                                <a:srgbClr val="392392"/>
                              </a:solidFill>
                              <a:latin typeface="Cambria Math" panose="02040503050406030204" pitchFamily="18" charset="0"/>
                            </a:rPr>
                            <m:t>μ</m:t>
                          </m:r>
                        </m:num>
                        <m:den>
                          <m:r>
                            <m:rPr>
                              <m:sty m:val="p"/>
                            </m:rPr>
                            <a:rPr lang="en-IN" i="1">
                              <a:solidFill>
                                <a:srgbClr val="392392"/>
                              </a:solidFill>
                              <a:latin typeface="Cambria Math" panose="02040503050406030204" pitchFamily="18" charset="0"/>
                            </a:rPr>
                            <m:t>σ</m:t>
                          </m:r>
                        </m:den>
                      </m:f>
                      <m:r>
                        <a:rPr lang="en-IN" i="1">
                          <a:solidFill>
                            <a:srgbClr val="392392"/>
                          </a:solidFill>
                          <a:latin typeface="Cambria Math" panose="02040503050406030204" pitchFamily="18" charset="0"/>
                        </a:rPr>
                        <m:t>=</m:t>
                      </m:r>
                      <m:f>
                        <m:fPr>
                          <m:ctrlPr>
                            <a:rPr lang="en-IN" b="0" i="1" smtClean="0">
                              <a:solidFill>
                                <a:srgbClr val="392392"/>
                              </a:solidFill>
                              <a:latin typeface="Cambria Math" panose="02040503050406030204" pitchFamily="18" charset="0"/>
                            </a:rPr>
                          </m:ctrlPr>
                        </m:fPr>
                        <m:num>
                          <m:r>
                            <a:rPr lang="en-IN" b="0" i="1" smtClean="0">
                              <a:solidFill>
                                <a:srgbClr val="392392"/>
                              </a:solidFill>
                              <a:latin typeface="Cambria Math" panose="02040503050406030204" pitchFamily="18" charset="0"/>
                            </a:rPr>
                            <m:t>7</m:t>
                          </m:r>
                          <m:r>
                            <a:rPr lang="en-IN" i="1">
                              <a:solidFill>
                                <a:srgbClr val="392392"/>
                              </a:solidFill>
                              <a:latin typeface="Cambria Math" panose="02040503050406030204" pitchFamily="18" charset="0"/>
                            </a:rPr>
                            <m:t>0−7</m:t>
                          </m:r>
                          <m:r>
                            <a:rPr lang="en-IN" b="0" i="1" smtClean="0">
                              <a:solidFill>
                                <a:srgbClr val="392392"/>
                              </a:solidFill>
                              <a:latin typeface="Cambria Math" panose="02040503050406030204" pitchFamily="18" charset="0"/>
                            </a:rPr>
                            <m:t>5</m:t>
                          </m:r>
                        </m:num>
                        <m:den>
                          <m:r>
                            <a:rPr lang="en-IN" b="0" i="1" smtClean="0">
                              <a:solidFill>
                                <a:srgbClr val="392392"/>
                              </a:solidFill>
                              <a:latin typeface="Cambria Math" panose="02040503050406030204" pitchFamily="18" charset="0"/>
                            </a:rPr>
                            <m:t>4</m:t>
                          </m:r>
                        </m:den>
                      </m:f>
                    </m:oMath>
                  </m:oMathPara>
                </a14:m>
                <a:endParaRPr lang="en-IN" dirty="0"/>
              </a:p>
            </p:txBody>
          </p:sp>
        </mc:Choice>
        <mc:Fallback xmlns="">
          <p:sp>
            <p:nvSpPr>
              <p:cNvPr id="7" name="Object 5"/>
              <p:cNvSpPr txBox="1">
                <a:spLocks noRot="1" noChangeAspect="1" noMove="1" noResize="1" noEditPoints="1" noAdjustHandles="1" noChangeArrowheads="1" noChangeShapeType="1" noTextEdit="1"/>
              </p:cNvSpPr>
              <p:nvPr/>
            </p:nvSpPr>
            <p:spPr bwMode="auto">
              <a:xfrm>
                <a:off x="4312051" y="2555675"/>
                <a:ext cx="1916109" cy="683421"/>
              </a:xfrm>
              <a:prstGeom prst="rect">
                <a:avLst/>
              </a:prstGeom>
              <a:blipFill>
                <a:blip r:embed="rId2"/>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bject 6"/>
              <p:cNvSpPr txBox="1"/>
              <p:nvPr/>
            </p:nvSpPr>
            <p:spPr bwMode="auto">
              <a:xfrm>
                <a:off x="6034201" y="2728018"/>
                <a:ext cx="888204" cy="286942"/>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85000" lnSpcReduction="20000"/>
              </a:bodyPr>
              <a:lstStyle/>
              <a:p>
                <a14:m>
                  <m:oMath xmlns:m="http://schemas.openxmlformats.org/officeDocument/2006/math">
                    <m:r>
                      <a:rPr lang="en-IN" i="1">
                        <a:solidFill>
                          <a:srgbClr val="392392"/>
                        </a:solidFill>
                        <a:latin typeface="Cambria Math" panose="02040503050406030204" pitchFamily="18" charset="0"/>
                      </a:rPr>
                      <m:t>=−</m:t>
                    </m:r>
                  </m:oMath>
                </a14:m>
                <a:r>
                  <a:rPr lang="en-IN" dirty="0"/>
                  <a:t>1.25</a:t>
                </a:r>
              </a:p>
            </p:txBody>
          </p:sp>
        </mc:Choice>
        <mc:Fallback xmlns="">
          <p:sp>
            <p:nvSpPr>
              <p:cNvPr id="8" name="Object 6"/>
              <p:cNvSpPr txBox="1">
                <a:spLocks noRot="1" noChangeAspect="1" noMove="1" noResize="1" noEditPoints="1" noAdjustHandles="1" noChangeArrowheads="1" noChangeShapeType="1" noTextEdit="1"/>
              </p:cNvSpPr>
              <p:nvPr/>
            </p:nvSpPr>
            <p:spPr bwMode="auto">
              <a:xfrm>
                <a:off x="6034201" y="2728018"/>
                <a:ext cx="888204" cy="286942"/>
              </a:xfrm>
              <a:prstGeom prst="rect">
                <a:avLst/>
              </a:prstGeom>
              <a:blipFill>
                <a:blip r:embed="rId3"/>
                <a:stretch>
                  <a:fillRect t="-19149" b="-21277"/>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p:sp>
        <p:nvSpPr>
          <p:cNvPr id="9" name="Rectangle 7"/>
          <p:cNvSpPr>
            <a:spLocks noChangeArrowheads="1"/>
          </p:cNvSpPr>
          <p:nvPr/>
        </p:nvSpPr>
        <p:spPr bwMode="auto">
          <a:xfrm>
            <a:off x="5530452" y="4019551"/>
            <a:ext cx="3080147" cy="92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dirty="0"/>
              <a:t>The probability that a student receives a test score between 70 and 80 is 0.7888</a:t>
            </a:r>
          </a:p>
        </p:txBody>
      </p:sp>
      <mc:AlternateContent xmlns:mc="http://schemas.openxmlformats.org/markup-compatibility/2006" xmlns:a14="http://schemas.microsoft.com/office/drawing/2010/main">
        <mc:Choice Requires="a14">
          <p:sp>
            <p:nvSpPr>
              <p:cNvPr id="10" name="Object 8"/>
              <p:cNvSpPr txBox="1"/>
              <p:nvPr/>
            </p:nvSpPr>
            <p:spPr bwMode="auto">
              <a:xfrm>
                <a:off x="4410074" y="3314699"/>
                <a:ext cx="1818085" cy="536971"/>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77500" lnSpcReduction="20000"/>
              </a:bodyPr>
              <a:lstStyle/>
              <a:p>
                <a:pPr/>
                <a14:m>
                  <m:oMathPara xmlns:m="http://schemas.openxmlformats.org/officeDocument/2006/math">
                    <m:oMathParaPr>
                      <m:jc m:val="left"/>
                    </m:oMathParaPr>
                    <m:oMath>
                      <m:sSub>
                        <m:sSubPr>
                          <m:ctrlPr>
                            <a:rPr lang="en-IN" i="1">
                              <a:solidFill>
                                <a:srgbClr val="392392"/>
                              </a:solidFill>
                              <a:latin typeface="Cambria Math" panose="02040503050406030204" pitchFamily="18" charset="0"/>
                            </a:rPr>
                          </m:ctrlPr>
                        </m:sSubPr>
                        <m:e>
                          <m:r>
                            <m:rPr>
                              <m:sty m:val="p"/>
                            </m:rPr>
                            <a:rPr lang="en-IN" i="1">
                              <a:solidFill>
                                <a:srgbClr val="392392"/>
                              </a:solidFill>
                              <a:latin typeface="Cambria Math" panose="02040503050406030204" pitchFamily="18" charset="0"/>
                            </a:rPr>
                            <m:t>z</m:t>
                          </m:r>
                        </m:e>
                        <m:sub>
                          <m:r>
                            <a:rPr lang="en-IN" i="1">
                              <a:solidFill>
                                <a:srgbClr val="392392"/>
                              </a:solidFill>
                              <a:latin typeface="Cambria Math" panose="02040503050406030204" pitchFamily="18" charset="0"/>
                            </a:rPr>
                            <m:t>2</m:t>
                          </m:r>
                        </m:sub>
                      </m:sSub>
                      <m:r>
                        <a:rPr lang="en-IN" i="1">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m:rPr>
                              <m:sty m:val="p"/>
                            </m:rPr>
                            <a:rPr lang="en-IN" i="1">
                              <a:solidFill>
                                <a:srgbClr val="392392"/>
                              </a:solidFill>
                              <a:latin typeface="Cambria Math" panose="02040503050406030204" pitchFamily="18" charset="0"/>
                            </a:rPr>
                            <m:t>x</m:t>
                          </m:r>
                          <m:r>
                            <a:rPr lang="en-IN" i="1">
                              <a:solidFill>
                                <a:srgbClr val="392392"/>
                              </a:solidFill>
                              <a:latin typeface="Cambria Math" panose="02040503050406030204" pitchFamily="18" charset="0"/>
                            </a:rPr>
                            <m:t>−</m:t>
                          </m:r>
                          <m:r>
                            <m:rPr>
                              <m:sty m:val="p"/>
                            </m:rPr>
                            <a:rPr lang="en-IN" i="1">
                              <a:solidFill>
                                <a:srgbClr val="392392"/>
                              </a:solidFill>
                              <a:latin typeface="Cambria Math" panose="02040503050406030204" pitchFamily="18" charset="0"/>
                            </a:rPr>
                            <m:t>μ</m:t>
                          </m:r>
                        </m:num>
                        <m:den>
                          <m:r>
                            <m:rPr>
                              <m:sty m:val="p"/>
                            </m:rPr>
                            <a:rPr lang="en-IN" i="1">
                              <a:solidFill>
                                <a:srgbClr val="392392"/>
                              </a:solidFill>
                              <a:latin typeface="Cambria Math" panose="02040503050406030204" pitchFamily="18" charset="0"/>
                            </a:rPr>
                            <m:t>σ</m:t>
                          </m:r>
                        </m:den>
                      </m:f>
                      <m:r>
                        <a:rPr lang="en-IN" i="1">
                          <a:solidFill>
                            <a:srgbClr val="392392"/>
                          </a:solidFill>
                          <a:latin typeface="Cambria Math" panose="02040503050406030204" pitchFamily="18" charset="0"/>
                        </a:rPr>
                        <m:t>=</m:t>
                      </m:r>
                      <m:f>
                        <m:fPr>
                          <m:ctrlPr>
                            <a:rPr lang="en-IN" i="1">
                              <a:solidFill>
                                <a:srgbClr val="392392"/>
                              </a:solidFill>
                              <a:latin typeface="Cambria Math" panose="02040503050406030204" pitchFamily="18" charset="0"/>
                            </a:rPr>
                          </m:ctrlPr>
                        </m:fPr>
                        <m:num>
                          <m:r>
                            <a:rPr lang="en-IN" i="1">
                              <a:solidFill>
                                <a:srgbClr val="392392"/>
                              </a:solidFill>
                              <a:latin typeface="Cambria Math" panose="02040503050406030204" pitchFamily="18" charset="0"/>
                            </a:rPr>
                            <m:t>80−7</m:t>
                          </m:r>
                          <m:r>
                            <a:rPr lang="en-IN" b="0" i="1" smtClean="0">
                              <a:solidFill>
                                <a:srgbClr val="392392"/>
                              </a:solidFill>
                              <a:latin typeface="Cambria Math" panose="02040503050406030204" pitchFamily="18" charset="0"/>
                            </a:rPr>
                            <m:t>5</m:t>
                          </m:r>
                        </m:num>
                        <m:den>
                          <m:r>
                            <a:rPr lang="en-IN" b="0" i="1" smtClean="0">
                              <a:solidFill>
                                <a:srgbClr val="392392"/>
                              </a:solidFill>
                              <a:latin typeface="Cambria Math" panose="02040503050406030204" pitchFamily="18" charset="0"/>
                            </a:rPr>
                            <m:t>4</m:t>
                          </m:r>
                        </m:den>
                      </m:f>
                    </m:oMath>
                  </m:oMathPara>
                </a14:m>
                <a:endParaRPr lang="en-IN" dirty="0"/>
              </a:p>
            </p:txBody>
          </p:sp>
        </mc:Choice>
        <mc:Fallback xmlns="">
          <p:sp>
            <p:nvSpPr>
              <p:cNvPr id="10" name="Object 8"/>
              <p:cNvSpPr txBox="1">
                <a:spLocks noRot="1" noChangeAspect="1" noMove="1" noResize="1" noEditPoints="1" noAdjustHandles="1" noChangeArrowheads="1" noChangeShapeType="1" noTextEdit="1"/>
              </p:cNvSpPr>
              <p:nvPr/>
            </p:nvSpPr>
            <p:spPr bwMode="auto">
              <a:xfrm>
                <a:off x="4410074" y="3314699"/>
                <a:ext cx="1818085" cy="536971"/>
              </a:xfrm>
              <a:prstGeom prst="rect">
                <a:avLst/>
              </a:prstGeom>
              <a:blipFill>
                <a:blip r:embed="rId4"/>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Object 9"/>
              <p:cNvSpPr txBox="1"/>
              <p:nvPr/>
            </p:nvSpPr>
            <p:spPr bwMode="auto">
              <a:xfrm>
                <a:off x="6227762" y="3405188"/>
                <a:ext cx="1001711" cy="343196"/>
              </a:xfrm>
              <a:prstGeom prst="rect">
                <a:avLst/>
              </a:prstGeom>
              <a:noFill/>
              <a:ln>
                <a:noFill/>
              </a:ln>
              <a:effectLst/>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 uri="{AF507438-7753-43e0-B8FC-AC1667EBCBE1}">
                  <a14:hiddenEffects xmlns="">
                    <a:effectLst>
                      <a:outerShdw blurRad="63500" dist="38099" dir="2700000" algn="ctr" rotWithShape="0">
                        <a:srgbClr val="000000">
                          <a:alpha val="74998"/>
                        </a:srgbClr>
                      </a:outerShdw>
                    </a:effectLst>
                  </a14:hiddenEffects>
                </a:ext>
              </a:extLst>
            </p:spPr>
            <p:txBody>
              <a:bodyPr>
                <a:normAutofit fontScale="85000" lnSpcReduction="10000"/>
              </a:bodyPr>
              <a:lstStyle/>
              <a:p>
                <a:pPr/>
                <a14:m>
                  <m:oMathPara xmlns:m="http://schemas.openxmlformats.org/officeDocument/2006/math">
                    <m:oMathParaPr>
                      <m:jc m:val="left"/>
                    </m:oMathParaPr>
                    <m:oMath>
                      <m:r>
                        <a:rPr lang="en-IN" i="1" smtClean="0">
                          <a:solidFill>
                            <a:srgbClr val="392392"/>
                          </a:solidFill>
                          <a:latin typeface="Cambria Math" panose="02040503050406030204" pitchFamily="18" charset="0"/>
                        </a:rPr>
                        <m:t>=</m:t>
                      </m:r>
                      <m:r>
                        <a:rPr lang="en-IN" b="0" i="1" smtClean="0">
                          <a:solidFill>
                            <a:srgbClr val="392392"/>
                          </a:solidFill>
                          <a:latin typeface="Cambria Math" panose="02040503050406030204" pitchFamily="18" charset="0"/>
                        </a:rPr>
                        <m:t>1</m:t>
                      </m:r>
                      <m:r>
                        <a:rPr lang="en-IN" i="1">
                          <a:solidFill>
                            <a:srgbClr val="392392"/>
                          </a:solidFill>
                          <a:latin typeface="Cambria Math" panose="02040503050406030204" pitchFamily="18" charset="0"/>
                        </a:rPr>
                        <m:t>.25</m:t>
                      </m:r>
                    </m:oMath>
                  </m:oMathPara>
                </a14:m>
                <a:endParaRPr lang="en-IN" dirty="0"/>
              </a:p>
            </p:txBody>
          </p:sp>
        </mc:Choice>
        <mc:Fallback xmlns="">
          <p:sp>
            <p:nvSpPr>
              <p:cNvPr id="11" name="Object 9"/>
              <p:cNvSpPr txBox="1">
                <a:spLocks noRot="1" noChangeAspect="1" noMove="1" noResize="1" noEditPoints="1" noAdjustHandles="1" noChangeArrowheads="1" noChangeShapeType="1" noTextEdit="1"/>
              </p:cNvSpPr>
              <p:nvPr/>
            </p:nvSpPr>
            <p:spPr bwMode="auto">
              <a:xfrm>
                <a:off x="6227762" y="3405188"/>
                <a:ext cx="1001711" cy="343196"/>
              </a:xfrm>
              <a:prstGeom prst="rect">
                <a:avLst/>
              </a:prstGeom>
              <a:blipFill>
                <a:blip r:embed="rId5"/>
                <a:stretch>
                  <a:fillRect/>
                </a:stretch>
              </a:blip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r>
                  <a:rPr lang="en-IN">
                    <a:noFill/>
                  </a:rPr>
                  <a:t> </a:t>
                </a:r>
              </a:p>
            </p:txBody>
          </p:sp>
        </mc:Fallback>
      </mc:AlternateContent>
      <p:grpSp>
        <p:nvGrpSpPr>
          <p:cNvPr id="12" name="Group 10"/>
          <p:cNvGrpSpPr>
            <a:grpSpLocks/>
          </p:cNvGrpSpPr>
          <p:nvPr/>
        </p:nvGrpSpPr>
        <p:grpSpPr bwMode="auto">
          <a:xfrm>
            <a:off x="1927623" y="4643447"/>
            <a:ext cx="3209925" cy="488157"/>
            <a:chOff x="659" y="3180"/>
            <a:chExt cx="2696" cy="410"/>
          </a:xfrm>
        </p:grpSpPr>
        <p:grpSp>
          <p:nvGrpSpPr>
            <p:cNvPr id="13" name="Group 11"/>
            <p:cNvGrpSpPr>
              <a:grpSpLocks/>
            </p:cNvGrpSpPr>
            <p:nvPr/>
          </p:nvGrpSpPr>
          <p:grpSpPr bwMode="auto">
            <a:xfrm>
              <a:off x="659" y="3180"/>
              <a:ext cx="2696" cy="410"/>
              <a:chOff x="659" y="3180"/>
              <a:chExt cx="2696" cy="410"/>
            </a:xfrm>
          </p:grpSpPr>
          <p:grpSp>
            <p:nvGrpSpPr>
              <p:cNvPr id="15" name="Group 12"/>
              <p:cNvGrpSpPr>
                <a:grpSpLocks/>
              </p:cNvGrpSpPr>
              <p:nvPr/>
            </p:nvGrpSpPr>
            <p:grpSpPr bwMode="auto">
              <a:xfrm>
                <a:off x="659" y="3180"/>
                <a:ext cx="2696" cy="410"/>
                <a:chOff x="659" y="3180"/>
                <a:chExt cx="2696" cy="410"/>
              </a:xfrm>
            </p:grpSpPr>
            <p:sp>
              <p:nvSpPr>
                <p:cNvPr id="17" name="Text Box 13"/>
                <p:cNvSpPr txBox="1">
                  <a:spLocks noChangeArrowheads="1"/>
                </p:cNvSpPr>
                <p:nvPr/>
              </p:nvSpPr>
              <p:spPr bwMode="auto">
                <a:xfrm>
                  <a:off x="1592" y="3337"/>
                  <a:ext cx="414"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a:cs typeface="Times New Roman" charset="0"/>
                    </a:rPr>
                    <a:t>μ</a:t>
                  </a:r>
                  <a:r>
                    <a:rPr lang="en-US" sz="1350">
                      <a:cs typeface="Times New Roman" charset="0"/>
                    </a:rPr>
                    <a:t> =</a:t>
                  </a:r>
                  <a:r>
                    <a:rPr lang="en-US" sz="1350"/>
                    <a:t>0</a:t>
                  </a:r>
                </a:p>
              </p:txBody>
            </p:sp>
            <p:grpSp>
              <p:nvGrpSpPr>
                <p:cNvPr id="18" name="Group 14"/>
                <p:cNvGrpSpPr>
                  <a:grpSpLocks/>
                </p:cNvGrpSpPr>
                <p:nvPr/>
              </p:nvGrpSpPr>
              <p:grpSpPr bwMode="auto">
                <a:xfrm>
                  <a:off x="659" y="3180"/>
                  <a:ext cx="2696" cy="252"/>
                  <a:chOff x="659" y="3180"/>
                  <a:chExt cx="2696" cy="252"/>
                </a:xfrm>
              </p:grpSpPr>
              <p:grpSp>
                <p:nvGrpSpPr>
                  <p:cNvPr id="20" name="Group 15"/>
                  <p:cNvGrpSpPr>
                    <a:grpSpLocks/>
                  </p:cNvGrpSpPr>
                  <p:nvPr/>
                </p:nvGrpSpPr>
                <p:grpSpPr bwMode="auto">
                  <a:xfrm>
                    <a:off x="659" y="3247"/>
                    <a:ext cx="2496" cy="90"/>
                    <a:chOff x="659" y="3247"/>
                    <a:chExt cx="2496" cy="90"/>
                  </a:xfrm>
                </p:grpSpPr>
                <p:sp>
                  <p:nvSpPr>
                    <p:cNvPr id="22" name="Freeform 16"/>
                    <p:cNvSpPr>
                      <a:spLocks/>
                    </p:cNvSpPr>
                    <p:nvPr/>
                  </p:nvSpPr>
                  <p:spPr bwMode="auto">
                    <a:xfrm>
                      <a:off x="659" y="3292"/>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3" name="Line 17"/>
                    <p:cNvSpPr>
                      <a:spLocks noChangeShapeType="1"/>
                    </p:cNvSpPr>
                    <p:nvPr/>
                  </p:nvSpPr>
                  <p:spPr bwMode="auto">
                    <a:xfrm>
                      <a:off x="2040"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4" name="Line 18"/>
                    <p:cNvSpPr>
                      <a:spLocks noChangeShapeType="1"/>
                    </p:cNvSpPr>
                    <p:nvPr/>
                  </p:nvSpPr>
                  <p:spPr bwMode="auto">
                    <a:xfrm>
                      <a:off x="1907" y="3247"/>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grpSp>
              <p:sp>
                <p:nvSpPr>
                  <p:cNvPr id="21" name="Rectangle 19"/>
                  <p:cNvSpPr>
                    <a:spLocks noChangeArrowheads="1"/>
                  </p:cNvSpPr>
                  <p:nvPr/>
                </p:nvSpPr>
                <p:spPr bwMode="auto">
                  <a:xfrm>
                    <a:off x="3142" y="3180"/>
                    <a:ext cx="21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z</a:t>
                    </a:r>
                  </a:p>
                </p:txBody>
              </p:sp>
            </p:grpSp>
            <p:sp>
              <p:nvSpPr>
                <p:cNvPr id="19" name="Text Box 20"/>
                <p:cNvSpPr txBox="1">
                  <a:spLocks noChangeArrowheads="1"/>
                </p:cNvSpPr>
                <p:nvPr/>
              </p:nvSpPr>
              <p:spPr bwMode="auto">
                <a:xfrm>
                  <a:off x="1977" y="3338"/>
                  <a:ext cx="222"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cs typeface="Times New Roman" charset="0"/>
                    </a:rPr>
                    <a:t>?</a:t>
                  </a:r>
                  <a:endParaRPr lang="en-US" sz="1350"/>
                </a:p>
              </p:txBody>
            </p:sp>
          </p:grpSp>
          <p:sp>
            <p:nvSpPr>
              <p:cNvPr id="16" name="Rectangle 21"/>
              <p:cNvSpPr>
                <a:spLocks noChangeArrowheads="1"/>
              </p:cNvSpPr>
              <p:nvPr/>
            </p:nvSpPr>
            <p:spPr bwMode="auto">
              <a:xfrm>
                <a:off x="1304" y="3338"/>
                <a:ext cx="222"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cs typeface="Times New Roman" charset="0"/>
                  </a:rPr>
                  <a:t>?</a:t>
                </a:r>
              </a:p>
            </p:txBody>
          </p:sp>
        </p:grpSp>
        <p:sp>
          <p:nvSpPr>
            <p:cNvPr id="14" name="Line 22"/>
            <p:cNvSpPr>
              <a:spLocks noChangeShapeType="1"/>
            </p:cNvSpPr>
            <p:nvPr/>
          </p:nvSpPr>
          <p:spPr bwMode="auto">
            <a:xfrm>
              <a:off x="1392" y="3256"/>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grpSp>
      <p:sp useBgFill="1">
        <p:nvSpPr>
          <p:cNvPr id="25" name="Text Box 23"/>
          <p:cNvSpPr txBox="1">
            <a:spLocks noChangeArrowheads="1"/>
          </p:cNvSpPr>
          <p:nvPr/>
        </p:nvSpPr>
        <p:spPr bwMode="auto">
          <a:xfrm>
            <a:off x="3462938" y="4818460"/>
            <a:ext cx="492443" cy="300082"/>
          </a:xfrm>
          <a:prstGeom prst="rect">
            <a:avLst/>
          </a:prstGeom>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solidFill>
                  <a:schemeClr val="folHlink"/>
                </a:solidFill>
                <a:cs typeface="Times New Roman" charset="0"/>
              </a:rPr>
              <a:t>1.25</a:t>
            </a:r>
          </a:p>
        </p:txBody>
      </p:sp>
      <p:sp useBgFill="1">
        <p:nvSpPr>
          <p:cNvPr id="26" name="Text Box 24"/>
          <p:cNvSpPr txBox="1">
            <a:spLocks noChangeArrowheads="1"/>
          </p:cNvSpPr>
          <p:nvPr/>
        </p:nvSpPr>
        <p:spPr bwMode="auto">
          <a:xfrm>
            <a:off x="2530079" y="4826794"/>
            <a:ext cx="587020" cy="300082"/>
          </a:xfrm>
          <a:prstGeom prst="rect">
            <a:avLst/>
          </a:prstGeom>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solidFill>
                  <a:schemeClr val="folHlink"/>
                </a:solidFill>
                <a:cs typeface="Times New Roman" charset="0"/>
                <a:sym typeface="Symbol" charset="0"/>
              </a:rPr>
              <a:t>1</a:t>
            </a:r>
            <a:r>
              <a:rPr lang="en-US" sz="1350" dirty="0">
                <a:solidFill>
                  <a:schemeClr val="folHlink"/>
                </a:solidFill>
                <a:cs typeface="Times New Roman" charset="0"/>
              </a:rPr>
              <a:t>.25</a:t>
            </a:r>
          </a:p>
        </p:txBody>
      </p:sp>
      <p:sp>
        <p:nvSpPr>
          <p:cNvPr id="27" name="Rectangle 25"/>
          <p:cNvSpPr>
            <a:spLocks noChangeArrowheads="1"/>
          </p:cNvSpPr>
          <p:nvPr/>
        </p:nvSpPr>
        <p:spPr bwMode="auto">
          <a:xfrm>
            <a:off x="6410774" y="5486400"/>
            <a:ext cx="319042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0"/>
              </a:spcBef>
            </a:pPr>
            <a:r>
              <a:rPr lang="en-US" sz="2000" dirty="0"/>
              <a:t>=  0.8944 </a:t>
            </a:r>
            <a:r>
              <a:rPr lang="en-US" sz="2000" dirty="0">
                <a:sym typeface="Symbol" charset="0"/>
              </a:rPr>
              <a:t></a:t>
            </a:r>
            <a:r>
              <a:rPr lang="en-US" sz="2000" dirty="0"/>
              <a:t> 0.1056 = </a:t>
            </a:r>
            <a:r>
              <a:rPr lang="en-US" sz="2000" dirty="0">
                <a:sym typeface="Symbol" charset="0"/>
              </a:rPr>
              <a:t>0.7888</a:t>
            </a:r>
          </a:p>
        </p:txBody>
      </p:sp>
      <p:grpSp>
        <p:nvGrpSpPr>
          <p:cNvPr id="28" name="Group 26"/>
          <p:cNvGrpSpPr>
            <a:grpSpLocks/>
          </p:cNvGrpSpPr>
          <p:nvPr/>
        </p:nvGrpSpPr>
        <p:grpSpPr bwMode="auto">
          <a:xfrm>
            <a:off x="1485901" y="3258742"/>
            <a:ext cx="3638550" cy="1516856"/>
            <a:chOff x="288" y="2017"/>
            <a:chExt cx="3056" cy="1274"/>
          </a:xfrm>
        </p:grpSpPr>
        <p:sp>
          <p:nvSpPr>
            <p:cNvPr id="29" name="Text Box 27"/>
            <p:cNvSpPr txBox="1">
              <a:spLocks noChangeArrowheads="1"/>
            </p:cNvSpPr>
            <p:nvPr/>
          </p:nvSpPr>
          <p:spPr bwMode="auto">
            <a:xfrm>
              <a:off x="1281" y="3039"/>
              <a:ext cx="30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dirty="0"/>
                <a:t>70</a:t>
              </a:r>
            </a:p>
          </p:txBody>
        </p:sp>
        <p:grpSp>
          <p:nvGrpSpPr>
            <p:cNvPr id="30" name="Group 28"/>
            <p:cNvGrpSpPr>
              <a:grpSpLocks/>
            </p:cNvGrpSpPr>
            <p:nvPr/>
          </p:nvGrpSpPr>
          <p:grpSpPr bwMode="auto">
            <a:xfrm>
              <a:off x="288" y="2017"/>
              <a:ext cx="3056" cy="1274"/>
              <a:chOff x="288" y="2017"/>
              <a:chExt cx="3056" cy="1274"/>
            </a:xfrm>
          </p:grpSpPr>
          <p:sp>
            <p:nvSpPr>
              <p:cNvPr id="31" name="Line 29"/>
              <p:cNvSpPr>
                <a:spLocks noChangeShapeType="1"/>
              </p:cNvSpPr>
              <p:nvPr/>
            </p:nvSpPr>
            <p:spPr bwMode="auto">
              <a:xfrm flipH="1" flipV="1">
                <a:off x="1652" y="2407"/>
                <a:ext cx="6" cy="59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grpSp>
            <p:nvGrpSpPr>
              <p:cNvPr id="32" name="Group 32"/>
              <p:cNvGrpSpPr>
                <a:grpSpLocks/>
              </p:cNvGrpSpPr>
              <p:nvPr/>
            </p:nvGrpSpPr>
            <p:grpSpPr bwMode="auto">
              <a:xfrm>
                <a:off x="288" y="2017"/>
                <a:ext cx="3056" cy="1274"/>
                <a:chOff x="288" y="2017"/>
                <a:chExt cx="3056" cy="1274"/>
              </a:xfrm>
            </p:grpSpPr>
            <p:sp>
              <p:nvSpPr>
                <p:cNvPr id="33" name="Line 33"/>
                <p:cNvSpPr>
                  <a:spLocks noChangeShapeType="1"/>
                </p:cNvSpPr>
                <p:nvPr/>
              </p:nvSpPr>
              <p:spPr bwMode="auto">
                <a:xfrm flipV="1">
                  <a:off x="2032" y="2064"/>
                  <a:ext cx="0" cy="93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34" name="Line 34"/>
                <p:cNvSpPr>
                  <a:spLocks noChangeShapeType="1"/>
                </p:cNvSpPr>
                <p:nvPr/>
              </p:nvSpPr>
              <p:spPr bwMode="auto">
                <a:xfrm>
                  <a:off x="1902" y="2784"/>
                  <a:ext cx="0" cy="58"/>
                </a:xfrm>
                <a:prstGeom prst="line">
                  <a:avLst/>
                </a:prstGeom>
                <a:noFill/>
                <a:ln>
                  <a:noFill/>
                </a:ln>
                <a:effectLst/>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35" name="Text Box 35"/>
                <p:cNvSpPr txBox="1">
                  <a:spLocks noChangeArrowheads="1"/>
                </p:cNvSpPr>
                <p:nvPr/>
              </p:nvSpPr>
              <p:spPr bwMode="auto">
                <a:xfrm>
                  <a:off x="1962" y="3039"/>
                  <a:ext cx="30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n-US" sz="1350"/>
                    <a:t>80</a:t>
                  </a:r>
                </a:p>
              </p:txBody>
            </p:sp>
            <p:sp>
              <p:nvSpPr>
                <p:cNvPr id="36" name="Line 36"/>
                <p:cNvSpPr>
                  <a:spLocks noChangeShapeType="1"/>
                </p:cNvSpPr>
                <p:nvPr/>
              </p:nvSpPr>
              <p:spPr bwMode="auto">
                <a:xfrm>
                  <a:off x="2030" y="2976"/>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37" name="Freeform 37"/>
                <p:cNvSpPr>
                  <a:spLocks/>
                </p:cNvSpPr>
                <p:nvPr/>
              </p:nvSpPr>
              <p:spPr bwMode="auto">
                <a:xfrm>
                  <a:off x="654" y="3014"/>
                  <a:ext cx="2496" cy="1"/>
                </a:xfrm>
                <a:custGeom>
                  <a:avLst/>
                  <a:gdLst>
                    <a:gd name="T0" fmla="*/ 0 w 3152"/>
                    <a:gd name="T1" fmla="*/ 0 h 1"/>
                    <a:gd name="T2" fmla="*/ 3152 w 3152"/>
                    <a:gd name="T3" fmla="*/ 0 h 1"/>
                  </a:gdLst>
                  <a:ahLst/>
                  <a:cxnLst>
                    <a:cxn ang="0">
                      <a:pos x="T0" y="T1"/>
                    </a:cxn>
                    <a:cxn ang="0">
                      <a:pos x="T2" y="T3"/>
                    </a:cxn>
                  </a:cxnLst>
                  <a:rect l="0" t="0" r="r" b="b"/>
                  <a:pathLst>
                    <a:path w="3152" h="1">
                      <a:moveTo>
                        <a:pt x="0" y="0"/>
                      </a:moveTo>
                      <a:lnTo>
                        <a:pt x="3152" y="0"/>
                      </a:lnTo>
                    </a:path>
                  </a:pathLst>
                </a:custGeom>
                <a:noFill/>
                <a:ln w="28575">
                  <a:solidFill>
                    <a:schemeClr val="tx1"/>
                  </a:solidFill>
                  <a:round/>
                  <a:headEnd type="arrow" w="med" len="med"/>
                  <a:tailEnd type="arrow"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dirty="0"/>
                </a:p>
              </p:txBody>
            </p:sp>
            <p:sp>
              <p:nvSpPr>
                <p:cNvPr id="38" name="Freeform 38"/>
                <p:cNvSpPr>
                  <a:spLocks/>
                </p:cNvSpPr>
                <p:nvPr/>
              </p:nvSpPr>
              <p:spPr bwMode="auto">
                <a:xfrm>
                  <a:off x="770" y="2017"/>
                  <a:ext cx="2372" cy="994"/>
                </a:xfrm>
                <a:custGeom>
                  <a:avLst/>
                  <a:gdLst>
                    <a:gd name="T0" fmla="*/ 0 w 2996"/>
                    <a:gd name="T1" fmla="*/ 1213 h 1213"/>
                    <a:gd name="T2" fmla="*/ 325 w 2996"/>
                    <a:gd name="T3" fmla="*/ 1159 h 1213"/>
                    <a:gd name="T4" fmla="*/ 616 w 2996"/>
                    <a:gd name="T5" fmla="*/ 1057 h 1213"/>
                    <a:gd name="T6" fmla="*/ 895 w 2996"/>
                    <a:gd name="T7" fmla="*/ 820 h 1213"/>
                    <a:gd name="T8" fmla="*/ 1048 w 2996"/>
                    <a:gd name="T9" fmla="*/ 583 h 1213"/>
                    <a:gd name="T10" fmla="*/ 1162 w 2996"/>
                    <a:gd name="T11" fmla="*/ 322 h 1213"/>
                    <a:gd name="T12" fmla="*/ 1237 w 2996"/>
                    <a:gd name="T13" fmla="*/ 163 h 1213"/>
                    <a:gd name="T14" fmla="*/ 1336 w 2996"/>
                    <a:gd name="T15" fmla="*/ 49 h 1213"/>
                    <a:gd name="T16" fmla="*/ 1480 w 2996"/>
                    <a:gd name="T17" fmla="*/ 1 h 1213"/>
                    <a:gd name="T18" fmla="*/ 1615 w 2996"/>
                    <a:gd name="T19" fmla="*/ 43 h 1213"/>
                    <a:gd name="T20" fmla="*/ 1720 w 2996"/>
                    <a:gd name="T21" fmla="*/ 154 h 1213"/>
                    <a:gd name="T22" fmla="*/ 1825 w 2996"/>
                    <a:gd name="T23" fmla="*/ 412 h 1213"/>
                    <a:gd name="T24" fmla="*/ 1885 w 2996"/>
                    <a:gd name="T25" fmla="*/ 550 h 1213"/>
                    <a:gd name="T26" fmla="*/ 2014 w 2996"/>
                    <a:gd name="T27" fmla="*/ 787 h 1213"/>
                    <a:gd name="T28" fmla="*/ 2176 w 2996"/>
                    <a:gd name="T29" fmla="*/ 969 h 1213"/>
                    <a:gd name="T30" fmla="*/ 2398 w 2996"/>
                    <a:gd name="T31" fmla="*/ 1093 h 1213"/>
                    <a:gd name="T32" fmla="*/ 2584 w 2996"/>
                    <a:gd name="T33" fmla="*/ 1153 h 1213"/>
                    <a:gd name="T34" fmla="*/ 2996 w 2996"/>
                    <a:gd name="T35" fmla="*/ 1205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96" h="1213">
                      <a:moveTo>
                        <a:pt x="0" y="1213"/>
                      </a:moveTo>
                      <a:cubicBezTo>
                        <a:pt x="54" y="1205"/>
                        <a:pt x="222" y="1185"/>
                        <a:pt x="325" y="1159"/>
                      </a:cubicBezTo>
                      <a:cubicBezTo>
                        <a:pt x="429" y="1135"/>
                        <a:pt x="526" y="1113"/>
                        <a:pt x="616" y="1057"/>
                      </a:cubicBezTo>
                      <a:cubicBezTo>
                        <a:pt x="711" y="1001"/>
                        <a:pt x="823" y="899"/>
                        <a:pt x="895" y="820"/>
                      </a:cubicBezTo>
                      <a:cubicBezTo>
                        <a:pt x="967" y="741"/>
                        <a:pt x="1004" y="666"/>
                        <a:pt x="1048" y="583"/>
                      </a:cubicBezTo>
                      <a:cubicBezTo>
                        <a:pt x="1092" y="500"/>
                        <a:pt x="1130" y="392"/>
                        <a:pt x="1162" y="322"/>
                      </a:cubicBezTo>
                      <a:cubicBezTo>
                        <a:pt x="1194" y="252"/>
                        <a:pt x="1208" y="208"/>
                        <a:pt x="1237" y="163"/>
                      </a:cubicBezTo>
                      <a:cubicBezTo>
                        <a:pt x="1266" y="118"/>
                        <a:pt x="1296" y="76"/>
                        <a:pt x="1336" y="49"/>
                      </a:cubicBezTo>
                      <a:cubicBezTo>
                        <a:pt x="1376" y="22"/>
                        <a:pt x="1434" y="2"/>
                        <a:pt x="1480" y="1"/>
                      </a:cubicBezTo>
                      <a:cubicBezTo>
                        <a:pt x="1526" y="0"/>
                        <a:pt x="1575" y="18"/>
                        <a:pt x="1615" y="43"/>
                      </a:cubicBezTo>
                      <a:cubicBezTo>
                        <a:pt x="1655" y="68"/>
                        <a:pt x="1685" y="93"/>
                        <a:pt x="1720" y="154"/>
                      </a:cubicBezTo>
                      <a:cubicBezTo>
                        <a:pt x="1755" y="215"/>
                        <a:pt x="1798" y="346"/>
                        <a:pt x="1825" y="412"/>
                      </a:cubicBezTo>
                      <a:cubicBezTo>
                        <a:pt x="1852" y="478"/>
                        <a:pt x="1854" y="488"/>
                        <a:pt x="1885" y="550"/>
                      </a:cubicBezTo>
                      <a:cubicBezTo>
                        <a:pt x="1916" y="612"/>
                        <a:pt x="1966" y="717"/>
                        <a:pt x="2014" y="787"/>
                      </a:cubicBezTo>
                      <a:cubicBezTo>
                        <a:pt x="2062" y="857"/>
                        <a:pt x="2112" y="918"/>
                        <a:pt x="2176" y="969"/>
                      </a:cubicBezTo>
                      <a:cubicBezTo>
                        <a:pt x="2240" y="1020"/>
                        <a:pt x="2330" y="1062"/>
                        <a:pt x="2398" y="1093"/>
                      </a:cubicBezTo>
                      <a:cubicBezTo>
                        <a:pt x="2466" y="1124"/>
                        <a:pt x="2484" y="1134"/>
                        <a:pt x="2584" y="1153"/>
                      </a:cubicBezTo>
                      <a:cubicBezTo>
                        <a:pt x="2684" y="1172"/>
                        <a:pt x="2910" y="1194"/>
                        <a:pt x="2996" y="1205"/>
                      </a:cubicBezTo>
                    </a:path>
                  </a:pathLst>
                </a:custGeom>
                <a:noFill/>
                <a:ln w="12700" cmpd="sng">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dirty="0"/>
                </a:p>
              </p:txBody>
            </p:sp>
            <p:sp>
              <p:nvSpPr>
                <p:cNvPr id="39" name="Line 39"/>
                <p:cNvSpPr>
                  <a:spLocks noChangeShapeType="1"/>
                </p:cNvSpPr>
                <p:nvPr/>
              </p:nvSpPr>
              <p:spPr bwMode="auto">
                <a:xfrm>
                  <a:off x="1902" y="2018"/>
                  <a:ext cx="0" cy="983"/>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sp>
              <p:nvSpPr>
                <p:cNvPr id="40" name="Text Box 40"/>
                <p:cNvSpPr txBox="1">
                  <a:spLocks noChangeArrowheads="1"/>
                </p:cNvSpPr>
                <p:nvPr/>
              </p:nvSpPr>
              <p:spPr bwMode="auto">
                <a:xfrm>
                  <a:off x="1596" y="3039"/>
                  <a:ext cx="48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0"/>
                    </a:spcBef>
                  </a:pPr>
                  <a:r>
                    <a:rPr lang="el-GR" sz="1350" dirty="0">
                      <a:cs typeface="Times New Roman" charset="0"/>
                    </a:rPr>
                    <a:t>μ</a:t>
                  </a:r>
                  <a:r>
                    <a:rPr lang="en-US" sz="1350" dirty="0">
                      <a:cs typeface="Times New Roman" charset="0"/>
                    </a:rPr>
                    <a:t> =</a:t>
                  </a:r>
                  <a:r>
                    <a:rPr lang="en-US" sz="1350" dirty="0"/>
                    <a:t>75</a:t>
                  </a:r>
                </a:p>
              </p:txBody>
            </p:sp>
            <p:sp>
              <p:nvSpPr>
                <p:cNvPr id="41" name="Line 41"/>
                <p:cNvSpPr>
                  <a:spLocks noChangeShapeType="1"/>
                </p:cNvSpPr>
                <p:nvPr/>
              </p:nvSpPr>
              <p:spPr bwMode="auto">
                <a:xfrm>
                  <a:off x="1902" y="2978"/>
                  <a:ext cx="0" cy="9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42" name="Rectangle 42"/>
                <p:cNvSpPr>
                  <a:spLocks noChangeArrowheads="1"/>
                </p:cNvSpPr>
                <p:nvPr/>
              </p:nvSpPr>
              <p:spPr bwMode="auto">
                <a:xfrm>
                  <a:off x="648" y="2078"/>
                  <a:ext cx="953"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n-US" sz="1350" i="1" dirty="0"/>
                    <a:t>P</a:t>
                  </a:r>
                  <a:r>
                    <a:rPr lang="en-US" sz="1350" dirty="0"/>
                    <a:t>(70 &lt; </a:t>
                  </a:r>
                  <a:r>
                    <a:rPr lang="en-US" sz="1350" i="1" dirty="0"/>
                    <a:t>x</a:t>
                  </a:r>
                  <a:r>
                    <a:rPr lang="en-US" sz="1350" dirty="0"/>
                    <a:t> &lt; 80)</a:t>
                  </a:r>
                </a:p>
              </p:txBody>
            </p:sp>
            <p:sp>
              <p:nvSpPr>
                <p:cNvPr id="43" name="Rectangle 43"/>
                <p:cNvSpPr>
                  <a:spLocks noChangeArrowheads="1"/>
                </p:cNvSpPr>
                <p:nvPr/>
              </p:nvSpPr>
              <p:spPr bwMode="auto">
                <a:xfrm>
                  <a:off x="288" y="2302"/>
                  <a:ext cx="562"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0"/>
                    </a:spcBef>
                  </a:pPr>
                  <a:r>
                    <a:rPr lang="el-GR" sz="1500" dirty="0">
                      <a:solidFill>
                        <a:schemeClr val="folHlink"/>
                      </a:solidFill>
                      <a:cs typeface="Times New Roman" charset="0"/>
                    </a:rPr>
                    <a:t>μ</a:t>
                  </a:r>
                  <a:r>
                    <a:rPr lang="en-US" sz="1500" dirty="0">
                      <a:solidFill>
                        <a:schemeClr val="folHlink"/>
                      </a:solidFill>
                      <a:cs typeface="Times New Roman" charset="0"/>
                    </a:rPr>
                    <a:t> = 75</a:t>
                  </a:r>
                </a:p>
                <a:p>
                  <a:pPr>
                    <a:spcBef>
                      <a:spcPct val="0"/>
                    </a:spcBef>
                  </a:pPr>
                  <a:r>
                    <a:rPr lang="el-GR" sz="1500" dirty="0">
                      <a:solidFill>
                        <a:schemeClr val="folHlink"/>
                      </a:solidFill>
                      <a:cs typeface="Times New Roman" charset="0"/>
                    </a:rPr>
                    <a:t>σ</a:t>
                  </a:r>
                  <a:r>
                    <a:rPr lang="en-US" sz="1500" dirty="0">
                      <a:solidFill>
                        <a:schemeClr val="folHlink"/>
                      </a:solidFill>
                    </a:rPr>
                    <a:t> = 4</a:t>
                  </a:r>
                </a:p>
              </p:txBody>
            </p:sp>
            <p:sp>
              <p:nvSpPr>
                <p:cNvPr id="44" name="Rectangle 44"/>
                <p:cNvSpPr>
                  <a:spLocks noChangeArrowheads="1"/>
                </p:cNvSpPr>
                <p:nvPr/>
              </p:nvSpPr>
              <p:spPr bwMode="auto">
                <a:xfrm>
                  <a:off x="3126" y="2887"/>
                  <a:ext cx="21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350" i="1"/>
                    <a:t>x</a:t>
                  </a:r>
                </a:p>
              </p:txBody>
            </p:sp>
            <p:sp>
              <p:nvSpPr>
                <p:cNvPr id="45" name="Line 45"/>
                <p:cNvSpPr>
                  <a:spLocks noChangeShapeType="1"/>
                </p:cNvSpPr>
                <p:nvPr/>
              </p:nvSpPr>
              <p:spPr bwMode="auto">
                <a:xfrm>
                  <a:off x="1440" y="2304"/>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sz="1350"/>
                </a:p>
              </p:txBody>
            </p:sp>
          </p:grpSp>
        </p:grpSp>
      </p:gr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0D8046C4-E754-755E-B089-BD4916E8831A}"/>
                  </a:ext>
                </a:extLst>
              </p14:cNvPr>
              <p14:cNvContentPartPr/>
              <p14:nvPr/>
            </p14:nvContentPartPr>
            <p14:xfrm>
              <a:off x="828360" y="2485440"/>
              <a:ext cx="11091960" cy="3738240"/>
            </p14:xfrm>
          </p:contentPart>
        </mc:Choice>
        <mc:Fallback>
          <p:pic>
            <p:nvPicPr>
              <p:cNvPr id="3" name="Ink 2">
                <a:extLst>
                  <a:ext uri="{FF2B5EF4-FFF2-40B4-BE49-F238E27FC236}">
                    <a16:creationId xmlns:a16="http://schemas.microsoft.com/office/drawing/2014/main" id="{0D8046C4-E754-755E-B089-BD4916E8831A}"/>
                  </a:ext>
                </a:extLst>
              </p:cNvPr>
              <p:cNvPicPr/>
              <p:nvPr/>
            </p:nvPicPr>
            <p:blipFill>
              <a:blip r:embed="rId7"/>
              <a:stretch>
                <a:fillRect/>
              </a:stretch>
            </p:blipFill>
            <p:spPr>
              <a:xfrm>
                <a:off x="819000" y="2476080"/>
                <a:ext cx="11110680" cy="3756960"/>
              </a:xfrm>
              <a:prstGeom prst="rect">
                <a:avLst/>
              </a:prstGeom>
            </p:spPr>
          </p:pic>
        </mc:Fallback>
      </mc:AlternateContent>
    </p:spTree>
    <p:extLst>
      <p:ext uri="{BB962C8B-B14F-4D97-AF65-F5344CB8AC3E}">
        <p14:creationId xmlns:p14="http://schemas.microsoft.com/office/powerpoint/2010/main" val="302782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2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13:</a:t>
            </a:r>
            <a:endParaRPr lang="en-IN" dirty="0"/>
          </a:p>
        </p:txBody>
      </p:sp>
      <p:sp>
        <p:nvSpPr>
          <p:cNvPr id="5" name="Content Placeholder 1">
            <a:extLst>
              <a:ext uri="{FF2B5EF4-FFF2-40B4-BE49-F238E27FC236}">
                <a16:creationId xmlns:a16="http://schemas.microsoft.com/office/drawing/2014/main" id="{6652D320-1F33-9955-8B7A-D607623889D9}"/>
              </a:ext>
            </a:extLst>
          </p:cNvPr>
          <p:cNvSpPr txBox="1">
            <a:spLocks/>
          </p:cNvSpPr>
          <p:nvPr/>
        </p:nvSpPr>
        <p:spPr>
          <a:xfrm>
            <a:off x="990600" y="1493839"/>
            <a:ext cx="10134600" cy="4525963"/>
          </a:xfrm>
          <a:prstGeom prst="rect">
            <a:avLst/>
          </a:prstGeo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txBody>
          <a:bodyPr vert="horz" lIns="72000" tIns="36000" rIns="72000" bIns="3600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kern="1200">
                <a:solidFill>
                  <a:schemeClr val="tx1"/>
                </a:solidFill>
                <a:latin typeface="Arial" pitchFamily="34" charset="0"/>
                <a:ea typeface="+mn-ea"/>
                <a:cs typeface="Arial" pitchFamily="34" charset="0"/>
              </a:defRPr>
            </a:lvl2pPr>
            <a:lvl3pPr marL="11430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20000"/>
              </a:spcBef>
              <a:buFont typeface="Arial" pitchFamily="34" charset="0"/>
              <a:buChar char="–"/>
              <a:defRPr sz="2000" kern="1200" baseline="0">
                <a:solidFill>
                  <a:schemeClr val="tx1"/>
                </a:solidFill>
                <a:latin typeface="+mn-lt"/>
                <a:ea typeface="+mn-ea"/>
                <a:cs typeface="+mn-cs"/>
              </a:defRPr>
            </a:lvl4pPr>
            <a:lvl5pPr marL="20574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ct val="20000"/>
              </a:spcBef>
              <a:buFont typeface="Arial" pitchFamily="34" charset="0"/>
              <a:buChar char="•"/>
              <a:defRPr sz="2000" kern="1200">
                <a:solidFill>
                  <a:schemeClr val="tx1"/>
                </a:solidFill>
                <a:latin typeface="+mn-lt"/>
                <a:ea typeface="+mn-ea"/>
                <a:cs typeface="+mn-cs"/>
              </a:defRPr>
            </a:lvl9pPr>
          </a:lstStyle>
          <a:p>
            <a:r>
              <a:rPr lang="en-US" sz="2000" dirty="0">
                <a:latin typeface="+mn-lt"/>
              </a:rPr>
              <a:t>If X is a normal variate with mean 30 and SD 5. Find the probabilities that (</a:t>
            </a:r>
            <a:r>
              <a:rPr lang="en-US" sz="2000" dirty="0" err="1">
                <a:latin typeface="+mn-lt"/>
              </a:rPr>
              <a:t>i</a:t>
            </a:r>
            <a:r>
              <a:rPr lang="en-US" sz="2000" dirty="0">
                <a:latin typeface="+mn-lt"/>
              </a:rPr>
              <a:t>) 26≤ X ≤ 40 (ii) X &gt; 45 </a:t>
            </a:r>
          </a:p>
          <a:p>
            <a:r>
              <a:rPr lang="en-US" sz="2000" dirty="0">
                <a:solidFill>
                  <a:srgbClr val="FF0000"/>
                </a:solidFill>
                <a:latin typeface="+mn-lt"/>
              </a:rPr>
              <a:t>Solution : </a:t>
            </a:r>
          </a:p>
          <a:p>
            <a:r>
              <a:rPr lang="en-US" sz="2000" dirty="0">
                <a:latin typeface="+mn-lt"/>
              </a:rPr>
              <a:t>Here, mean μ= 30 and standard deviation σ = 5 </a:t>
            </a:r>
          </a:p>
          <a:p>
            <a:r>
              <a:rPr lang="en-US" sz="2000" dirty="0">
                <a:latin typeface="+mn-lt"/>
              </a:rPr>
              <a:t>(</a:t>
            </a:r>
            <a:r>
              <a:rPr lang="en-US" sz="2000" dirty="0" err="1">
                <a:latin typeface="+mn-lt"/>
              </a:rPr>
              <a:t>i</a:t>
            </a:r>
            <a:r>
              <a:rPr lang="en-US" sz="2000" dirty="0">
                <a:latin typeface="+mn-lt"/>
              </a:rPr>
              <a:t>) When X = 26 </a:t>
            </a:r>
          </a:p>
          <a:p>
            <a:r>
              <a:rPr lang="en-US" sz="2000" dirty="0">
                <a:latin typeface="+mn-lt"/>
              </a:rPr>
              <a:t>     Z= (X - µ)/ σ= (26 – 30)/5 = –0.8 and </a:t>
            </a:r>
          </a:p>
          <a:p>
            <a:r>
              <a:rPr lang="en-US" sz="2000" dirty="0">
                <a:latin typeface="+mn-lt"/>
              </a:rPr>
              <a:t>      when X = 40 , Z = (40-30)/ 5= 2</a:t>
            </a:r>
          </a:p>
          <a:p>
            <a:r>
              <a:rPr lang="en-IN" sz="2000" dirty="0">
                <a:latin typeface="+mn-lt"/>
              </a:rPr>
              <a:t>    Therefore, P(26</a:t>
            </a:r>
            <a:r>
              <a:rPr lang="en-US" sz="2000" dirty="0">
                <a:latin typeface="+mn-lt"/>
              </a:rPr>
              <a:t> ≤ </a:t>
            </a:r>
            <a:r>
              <a:rPr lang="en-IN" sz="2000" dirty="0">
                <a:latin typeface="+mn-lt"/>
              </a:rPr>
              <a:t>X</a:t>
            </a:r>
            <a:r>
              <a:rPr lang="en-US" sz="2000" dirty="0">
                <a:latin typeface="+mn-lt"/>
              </a:rPr>
              <a:t> ≤</a:t>
            </a:r>
            <a:r>
              <a:rPr lang="en-IN" sz="2000" dirty="0">
                <a:latin typeface="+mn-lt"/>
              </a:rPr>
              <a:t> 40) = F(2)-F(-0.8)=F(2)-(1-F(0.8))</a:t>
            </a:r>
          </a:p>
          <a:p>
            <a:r>
              <a:rPr lang="en-IN" sz="2000" dirty="0">
                <a:latin typeface="+mn-lt"/>
              </a:rPr>
              <a:t>                                                  =0.9773-1+0.7881=0.7654</a:t>
            </a:r>
            <a:endParaRPr lang="en-US" sz="2000" dirty="0">
              <a:latin typeface="+mn-lt"/>
            </a:endParaRPr>
          </a:p>
          <a:p>
            <a:endParaRPr lang="en-US" sz="2000" dirty="0">
              <a:latin typeface="+mn-lt"/>
            </a:endParaRPr>
          </a:p>
          <a:p>
            <a:r>
              <a:rPr lang="en-US" sz="2000" dirty="0">
                <a:latin typeface="+mn-lt"/>
              </a:rPr>
              <a:t>(ii) </a:t>
            </a:r>
            <a:r>
              <a:rPr lang="pl-PL" sz="2000" dirty="0">
                <a:latin typeface="+mn-lt"/>
              </a:rPr>
              <a:t>P( X ≥ 45) = P(Z ≥ 3) = </a:t>
            </a:r>
            <a:r>
              <a:rPr lang="en-IN" sz="2000" dirty="0">
                <a:latin typeface="+mn-lt"/>
              </a:rPr>
              <a:t>1-F(3)=1-0.9986</a:t>
            </a:r>
            <a:r>
              <a:rPr lang="pl-PL" sz="2000" dirty="0">
                <a:latin typeface="+mn-lt"/>
              </a:rPr>
              <a:t> = 0.</a:t>
            </a:r>
            <a:r>
              <a:rPr lang="en-IN" sz="2000" dirty="0">
                <a:latin typeface="+mn-lt"/>
              </a:rPr>
              <a:t>0014</a:t>
            </a:r>
          </a:p>
          <a:p>
            <a:endParaRPr lang="en-IN"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4A60665-501E-7599-B833-56888E81DC8D}"/>
                  </a:ext>
                </a:extLst>
              </p14:cNvPr>
              <p14:cNvContentPartPr/>
              <p14:nvPr/>
            </p14:nvContentPartPr>
            <p14:xfrm>
              <a:off x="1496160" y="1152720"/>
              <a:ext cx="10303200" cy="5205960"/>
            </p14:xfrm>
          </p:contentPart>
        </mc:Choice>
        <mc:Fallback>
          <p:pic>
            <p:nvPicPr>
              <p:cNvPr id="3" name="Ink 2">
                <a:extLst>
                  <a:ext uri="{FF2B5EF4-FFF2-40B4-BE49-F238E27FC236}">
                    <a16:creationId xmlns:a16="http://schemas.microsoft.com/office/drawing/2014/main" id="{A4A60665-501E-7599-B833-56888E81DC8D}"/>
                  </a:ext>
                </a:extLst>
              </p:cNvPr>
              <p:cNvPicPr/>
              <p:nvPr/>
            </p:nvPicPr>
            <p:blipFill>
              <a:blip r:embed="rId3"/>
              <a:stretch>
                <a:fillRect/>
              </a:stretch>
            </p:blipFill>
            <p:spPr>
              <a:xfrm>
                <a:off x="1486800" y="1143360"/>
                <a:ext cx="10321920" cy="5224680"/>
              </a:xfrm>
              <a:prstGeom prst="rect">
                <a:avLst/>
              </a:prstGeom>
            </p:spPr>
          </p:pic>
        </mc:Fallback>
      </mc:AlternateContent>
    </p:spTree>
    <p:extLst>
      <p:ext uri="{BB962C8B-B14F-4D97-AF65-F5344CB8AC3E}">
        <p14:creationId xmlns:p14="http://schemas.microsoft.com/office/powerpoint/2010/main" val="37484546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Normal Approximation to a Binomial Distribution</a:t>
            </a:r>
            <a:endParaRPr lang="en-IN" dirty="0"/>
          </a:p>
        </p:txBody>
      </p:sp>
      <p:sp>
        <p:nvSpPr>
          <p:cNvPr id="5" name="Text Box 4"/>
          <p:cNvSpPr txBox="1">
            <a:spLocks noChangeArrowheads="1"/>
          </p:cNvSpPr>
          <p:nvPr/>
        </p:nvSpPr>
        <p:spPr bwMode="auto">
          <a:xfrm>
            <a:off x="857250" y="2133600"/>
            <a:ext cx="10191750" cy="2139047"/>
          </a:xfrm>
          <a:prstGeom prst="rect">
            <a:avLst/>
          </a:prstGeom>
          <a:noFill/>
          <a:ln w="9525">
            <a:solidFill>
              <a:schemeClr val="tx1"/>
            </a:solidFill>
            <a:miter lim="800000"/>
            <a:headEnd/>
            <a:tailEnd/>
          </a:ln>
        </p:spPr>
        <p:txBody>
          <a:bodyPr wrap="square" rIns="205740">
            <a:spAutoFit/>
          </a:bodyPr>
          <a:lstStyle/>
          <a:p>
            <a:pPr>
              <a:spcBef>
                <a:spcPct val="25000"/>
              </a:spcBef>
            </a:pPr>
            <a:r>
              <a:rPr lang="en-US" b="1" dirty="0">
                <a:solidFill>
                  <a:srgbClr val="FF0000"/>
                </a:solidFill>
                <a:latin typeface="Times New Roman" pitchFamily="18" charset="0"/>
                <a:cs typeface="Times New Roman" pitchFamily="18" charset="0"/>
              </a:rPr>
              <a:t>Normal Approximation to a Binomial Distribution</a:t>
            </a:r>
          </a:p>
          <a:p>
            <a:pPr>
              <a:spcBef>
                <a:spcPct val="25000"/>
              </a:spcBef>
            </a:pPr>
            <a:r>
              <a:rPr lang="en-US" sz="2000" dirty="0">
                <a:cs typeface="Times New Roman" pitchFamily="18" charset="0"/>
              </a:rPr>
              <a:t>If </a:t>
            </a:r>
            <a:r>
              <a:rPr lang="en-US" sz="2000" i="1" dirty="0" err="1">
                <a:cs typeface="Times New Roman" pitchFamily="18" charset="0"/>
              </a:rPr>
              <a:t>np</a:t>
            </a:r>
            <a:r>
              <a:rPr lang="en-US" sz="2000" dirty="0">
                <a:cs typeface="Times New Roman" pitchFamily="18" charset="0"/>
              </a:rPr>
              <a:t> </a:t>
            </a:r>
            <a:r>
              <a:rPr lang="en-US" sz="2000" dirty="0">
                <a:cs typeface="Times New Roman" pitchFamily="18" charset="0"/>
                <a:sym typeface="Symbol" pitchFamily="18" charset="2"/>
              </a:rPr>
              <a:t> 15 and </a:t>
            </a:r>
            <a:r>
              <a:rPr lang="en-US" sz="2000" i="1" dirty="0" err="1">
                <a:cs typeface="Times New Roman" pitchFamily="18" charset="0"/>
                <a:sym typeface="Symbol" pitchFamily="18" charset="2"/>
              </a:rPr>
              <a:t>nq</a:t>
            </a:r>
            <a:r>
              <a:rPr lang="en-US" sz="2000" dirty="0">
                <a:cs typeface="Times New Roman" pitchFamily="18" charset="0"/>
                <a:sym typeface="Symbol" pitchFamily="18" charset="2"/>
              </a:rPr>
              <a:t> 15, then the binomial random variable </a:t>
            </a:r>
            <a:r>
              <a:rPr lang="en-US" sz="2000" i="1" dirty="0">
                <a:cs typeface="Times New Roman" pitchFamily="18" charset="0"/>
                <a:sym typeface="Symbol" pitchFamily="18" charset="2"/>
              </a:rPr>
              <a:t>x</a:t>
            </a:r>
            <a:r>
              <a:rPr lang="en-US" sz="2000" dirty="0">
                <a:cs typeface="Times New Roman" pitchFamily="18" charset="0"/>
                <a:sym typeface="Symbol" pitchFamily="18" charset="2"/>
              </a:rPr>
              <a:t> is approximately normally distributed with mean</a:t>
            </a:r>
          </a:p>
          <a:p>
            <a:pPr>
              <a:spcBef>
                <a:spcPct val="25000"/>
              </a:spcBef>
            </a:pPr>
            <a:r>
              <a:rPr lang="en-US" sz="2000" dirty="0">
                <a:cs typeface="Times New Roman" pitchFamily="18" charset="0"/>
                <a:sym typeface="Symbol" pitchFamily="18" charset="2"/>
              </a:rPr>
              <a:t>and standard deviation </a:t>
            </a:r>
          </a:p>
          <a:p>
            <a:pPr>
              <a:spcBef>
                <a:spcPct val="25000"/>
              </a:spcBef>
            </a:pPr>
            <a:endParaRPr lang="en-US" dirty="0">
              <a:latin typeface="Times New Roman" pitchFamily="18" charset="0"/>
              <a:cs typeface="Times New Roman" pitchFamily="18" charset="0"/>
              <a:sym typeface="Symbol" pitchFamily="18" charset="2"/>
            </a:endParaRPr>
          </a:p>
          <a:p>
            <a:pPr>
              <a:spcBef>
                <a:spcPct val="25000"/>
              </a:spcBef>
            </a:pPr>
            <a:endParaRPr lang="el-GR" i="1" dirty="0">
              <a:latin typeface="Times New Roman" pitchFamily="18" charset="0"/>
              <a:cs typeface="Times New Roman" pitchFamily="18" charset="0"/>
              <a:sym typeface="Symbol" pitchFamily="18" charset="2"/>
            </a:endParaRPr>
          </a:p>
        </p:txBody>
      </p:sp>
      <p:sp>
        <p:nvSpPr>
          <p:cNvPr id="6" name="Text Box 3"/>
          <p:cNvSpPr txBox="1">
            <a:spLocks noChangeArrowheads="1"/>
          </p:cNvSpPr>
          <p:nvPr/>
        </p:nvSpPr>
        <p:spPr bwMode="auto">
          <a:xfrm>
            <a:off x="857250" y="1143000"/>
            <a:ext cx="10420350" cy="707886"/>
          </a:xfrm>
          <a:prstGeom prst="rect">
            <a:avLst/>
          </a:prstGeom>
          <a:noFill/>
          <a:ln w="9525">
            <a:noFill/>
            <a:miter lim="800000"/>
            <a:headEnd/>
            <a:tailEnd/>
          </a:ln>
        </p:spPr>
        <p:txBody>
          <a:bodyPr wrap="square">
            <a:spAutoFit/>
          </a:bodyPr>
          <a:lstStyle/>
          <a:p>
            <a:pPr algn="just" eaLnBrk="0" hangingPunct="0">
              <a:spcBef>
                <a:spcPct val="0"/>
              </a:spcBef>
            </a:pPr>
            <a:r>
              <a:rPr lang="en-US" altLang="en-US" sz="2000" dirty="0">
                <a:cs typeface="Times New Roman" pitchFamily="18" charset="0"/>
              </a:rPr>
              <a:t>The normal distribution is used to approximate the binomial distribution </a:t>
            </a:r>
            <a:r>
              <a:rPr lang="en-US" altLang="en-US" sz="2000" b="1" dirty="0">
                <a:solidFill>
                  <a:schemeClr val="accent6">
                    <a:lumMod val="75000"/>
                  </a:schemeClr>
                </a:solidFill>
                <a:cs typeface="Times New Roman" pitchFamily="18" charset="0"/>
              </a:rPr>
              <a:t>when it would be impractical to use the binomial distribution </a:t>
            </a:r>
            <a:r>
              <a:rPr lang="en-US" altLang="en-US" sz="2000" dirty="0">
                <a:cs typeface="Times New Roman" pitchFamily="18" charset="0"/>
              </a:rPr>
              <a:t>to find a probability.  </a:t>
            </a:r>
          </a:p>
        </p:txBody>
      </p:sp>
      <p:graphicFrame>
        <p:nvGraphicFramePr>
          <p:cNvPr id="7" name="Object 5"/>
          <p:cNvGraphicFramePr>
            <a:graphicFrameLocks noChangeAspect="1"/>
          </p:cNvGraphicFramePr>
          <p:nvPr>
            <p:extLst>
              <p:ext uri="{D42A27DB-BD31-4B8C-83A1-F6EECF244321}">
                <p14:modId xmlns:p14="http://schemas.microsoft.com/office/powerpoint/2010/main" val="737997076"/>
              </p:ext>
            </p:extLst>
          </p:nvPr>
        </p:nvGraphicFramePr>
        <p:xfrm>
          <a:off x="3429000" y="3141134"/>
          <a:ext cx="1145381" cy="422672"/>
        </p:xfrm>
        <a:graphic>
          <a:graphicData uri="http://schemas.openxmlformats.org/presentationml/2006/ole">
            <mc:AlternateContent xmlns:mc="http://schemas.openxmlformats.org/markup-compatibility/2006">
              <mc:Choice xmlns:v="urn:schemas-microsoft-com:vml" Requires="v">
                <p:oleObj name="Equation" r:id="rId2" imgW="723600" imgH="266400" progId="">
                  <p:embed/>
                </p:oleObj>
              </mc:Choice>
              <mc:Fallback>
                <p:oleObj name="Equation" r:id="rId2" imgW="723600" imgH="266400" progId="">
                  <p:embed/>
                  <p:pic>
                    <p:nvPicPr>
                      <p:cNvPr id="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141134"/>
                        <a:ext cx="1145381" cy="422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6"/>
          <p:cNvGraphicFramePr>
            <a:graphicFrameLocks noChangeAspect="1"/>
          </p:cNvGraphicFramePr>
          <p:nvPr>
            <p:extLst>
              <p:ext uri="{D42A27DB-BD31-4B8C-83A1-F6EECF244321}">
                <p14:modId xmlns:p14="http://schemas.microsoft.com/office/powerpoint/2010/main" val="2147989903"/>
              </p:ext>
            </p:extLst>
          </p:nvPr>
        </p:nvGraphicFramePr>
        <p:xfrm>
          <a:off x="3505200" y="2895600"/>
          <a:ext cx="804863" cy="260747"/>
        </p:xfrm>
        <a:graphic>
          <a:graphicData uri="http://schemas.openxmlformats.org/presentationml/2006/ole">
            <mc:AlternateContent xmlns:mc="http://schemas.openxmlformats.org/markup-compatibility/2006">
              <mc:Choice xmlns:v="urn:schemas-microsoft-com:vml" Requires="v">
                <p:oleObj name="Equation" r:id="rId4" imgW="507960" imgH="164880" progId="">
                  <p:embed/>
                </p:oleObj>
              </mc:Choice>
              <mc:Fallback>
                <p:oleObj name="Equation" r:id="rId4" imgW="507960" imgH="164880" progId="">
                  <p:embed/>
                  <p:pic>
                    <p:nvPicPr>
                      <p:cNvPr id="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2895600"/>
                        <a:ext cx="804863" cy="2607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035DBD90-6EC5-EABD-B949-D16754E677FC}"/>
                  </a:ext>
                </a:extLst>
              </p14:cNvPr>
              <p14:cNvContentPartPr/>
              <p14:nvPr/>
            </p14:nvContentPartPr>
            <p14:xfrm>
              <a:off x="1011960" y="2414160"/>
              <a:ext cx="4079160" cy="1056960"/>
            </p14:xfrm>
          </p:contentPart>
        </mc:Choice>
        <mc:Fallback>
          <p:pic>
            <p:nvPicPr>
              <p:cNvPr id="3" name="Ink 2">
                <a:extLst>
                  <a:ext uri="{FF2B5EF4-FFF2-40B4-BE49-F238E27FC236}">
                    <a16:creationId xmlns:a16="http://schemas.microsoft.com/office/drawing/2014/main" id="{035DBD90-6EC5-EABD-B949-D16754E677FC}"/>
                  </a:ext>
                </a:extLst>
              </p:cNvPr>
              <p:cNvPicPr/>
              <p:nvPr/>
            </p:nvPicPr>
            <p:blipFill>
              <a:blip r:embed="rId7"/>
              <a:stretch>
                <a:fillRect/>
              </a:stretch>
            </p:blipFill>
            <p:spPr>
              <a:xfrm>
                <a:off x="1002600" y="2404800"/>
                <a:ext cx="4097880" cy="1075680"/>
              </a:xfrm>
              <a:prstGeom prst="rect">
                <a:avLst/>
              </a:prstGeom>
            </p:spPr>
          </p:pic>
        </mc:Fallback>
      </mc:AlternateContent>
    </p:spTree>
    <p:extLst>
      <p:ext uri="{BB962C8B-B14F-4D97-AF65-F5344CB8AC3E}">
        <p14:creationId xmlns:p14="http://schemas.microsoft.com/office/powerpoint/2010/main" val="323954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10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left)">
                                      <p:cBhvr>
                                        <p:cTn id="15" dur="10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wipe(left)">
                                      <p:cBhvr>
                                        <p:cTn id="20" dur="1000"/>
                                        <p:tgtEl>
                                          <p:spTgt spid="5">
                                            <p:txEl>
                                              <p:pRg st="2" end="2"/>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1000"/>
                                        <p:tgtEl>
                                          <p:spTgt spid="8"/>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Normal Approximation to a Binomial Distribution</a:t>
            </a:r>
            <a:endParaRPr lang="en-IN" dirty="0"/>
          </a:p>
        </p:txBody>
      </p:sp>
      <p:sp>
        <p:nvSpPr>
          <p:cNvPr id="5" name="Text Box 3"/>
          <p:cNvSpPr txBox="1">
            <a:spLocks noChangeArrowheads="1"/>
          </p:cNvSpPr>
          <p:nvPr/>
        </p:nvSpPr>
        <p:spPr bwMode="auto">
          <a:xfrm>
            <a:off x="228600" y="1143000"/>
            <a:ext cx="11277600" cy="3000821"/>
          </a:xfrm>
          <a:prstGeom prst="rect">
            <a:avLst/>
          </a:prstGeom>
          <a:noFill/>
          <a:ln w="9525">
            <a:noFill/>
            <a:miter lim="800000"/>
            <a:headEnd/>
            <a:tailEnd/>
          </a:ln>
        </p:spPr>
        <p:txBody>
          <a:bodyPr wrap="square">
            <a:spAutoFit/>
          </a:bodyPr>
          <a:lstStyle/>
          <a:p>
            <a:pPr algn="just" eaLnBrk="0" hangingPunct="0">
              <a:spcBef>
                <a:spcPct val="0"/>
              </a:spcBef>
            </a:pPr>
            <a:r>
              <a:rPr lang="en-US" sz="2100" b="1" dirty="0"/>
              <a:t>Correction for Continuity:</a:t>
            </a:r>
            <a:r>
              <a:rPr lang="en-US" sz="2100" dirty="0"/>
              <a:t> Since the binomial distribution is discrete and the normal distribution is continuous, a continuity correction is applied. This involves adjusting the discrete binomial probability by 0.5 in either direction to account for the continuous nature of the normal distribution.</a:t>
            </a:r>
          </a:p>
          <a:p>
            <a:pPr algn="just" eaLnBrk="0" hangingPunct="0">
              <a:spcBef>
                <a:spcPct val="0"/>
              </a:spcBef>
            </a:pPr>
            <a:endParaRPr lang="en-US" altLang="en-US" sz="2100" dirty="0">
              <a:latin typeface="Times New Roman" pitchFamily="18" charset="0"/>
              <a:cs typeface="Times New Roman" pitchFamily="18" charset="0"/>
            </a:endParaRPr>
          </a:p>
          <a:p>
            <a:r>
              <a:rPr lang="en-US" sz="2100" dirty="0">
                <a:latin typeface="Times New Roman" panose="02020603050405020304" pitchFamily="18" charset="0"/>
                <a:ea typeface="Times New Roman" panose="02020603050405020304" pitchFamily="18" charset="0"/>
              </a:rPr>
              <a:t>-When approximating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 use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+0.5)</a:t>
            </a:r>
            <a:endParaRPr lang="en-IN" sz="2100" dirty="0">
              <a:latin typeface="Times New Roman" panose="02020603050405020304" pitchFamily="18" charset="0"/>
              <a:ea typeface="Times New Roman" panose="02020603050405020304" pitchFamily="18" charset="0"/>
            </a:endParaRPr>
          </a:p>
          <a:p>
            <a:r>
              <a:rPr lang="en-US" sz="2100" dirty="0">
                <a:latin typeface="Times New Roman" panose="02020603050405020304" pitchFamily="18" charset="0"/>
                <a:ea typeface="Times New Roman" panose="02020603050405020304" pitchFamily="18" charset="0"/>
              </a:rPr>
              <a:t>- When approximating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&lt;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 use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&lt;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−0.5)</a:t>
            </a:r>
            <a:endParaRPr lang="en-IN" sz="2100" dirty="0">
              <a:latin typeface="Times New Roman" panose="02020603050405020304" pitchFamily="18" charset="0"/>
              <a:ea typeface="Times New Roman" panose="02020603050405020304" pitchFamily="18" charset="0"/>
            </a:endParaRPr>
          </a:p>
          <a:p>
            <a:r>
              <a:rPr lang="en-US" sz="2100" dirty="0">
                <a:latin typeface="Times New Roman" panose="02020603050405020304" pitchFamily="18" charset="0"/>
                <a:ea typeface="Times New Roman" panose="02020603050405020304" pitchFamily="18" charset="0"/>
              </a:rPr>
              <a:t>-When approximating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 use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−0.5)</a:t>
            </a:r>
            <a:endParaRPr lang="en-IN" sz="2100" dirty="0">
              <a:latin typeface="Times New Roman" panose="02020603050405020304" pitchFamily="18" charset="0"/>
              <a:ea typeface="Times New Roman" panose="02020603050405020304" pitchFamily="18" charset="0"/>
            </a:endParaRPr>
          </a:p>
          <a:p>
            <a:r>
              <a:rPr lang="en-US" sz="2100" dirty="0">
                <a:latin typeface="Times New Roman" panose="02020603050405020304" pitchFamily="18" charset="0"/>
                <a:ea typeface="Times New Roman" panose="02020603050405020304" pitchFamily="18" charset="0"/>
              </a:rPr>
              <a:t>-When approximating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&gt;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 use </a:t>
            </a:r>
            <a:r>
              <a:rPr lang="en-US" sz="2100" dirty="0">
                <a:latin typeface="Cambria Math" panose="02040503050406030204" pitchFamily="18" charset="0"/>
                <a:ea typeface="Times New Roman" panose="02020603050405020304" pitchFamily="18" charset="0"/>
                <a:cs typeface="Cambria Math" panose="02040503050406030204" pitchFamily="18" charset="0"/>
              </a:rPr>
              <a:t>𝑃</a:t>
            </a:r>
            <a:r>
              <a:rPr lang="en-US" sz="2100" dirty="0">
                <a:latin typeface="Times New Roman" panose="02020603050405020304" pitchFamily="18" charset="0"/>
                <a:ea typeface="Times New Roman" panose="02020603050405020304" pitchFamily="18" charset="0"/>
              </a:rPr>
              <a:t>(</a:t>
            </a:r>
            <a:r>
              <a:rPr lang="en-US" sz="2100" dirty="0">
                <a:latin typeface="Cambria Math" panose="02040503050406030204" pitchFamily="18" charset="0"/>
                <a:ea typeface="Times New Roman" panose="02020603050405020304" pitchFamily="18" charset="0"/>
                <a:cs typeface="Cambria Math" panose="02040503050406030204" pitchFamily="18" charset="0"/>
              </a:rPr>
              <a:t>𝑋</a:t>
            </a:r>
            <a:r>
              <a:rPr lang="en-US" sz="2100" dirty="0">
                <a:latin typeface="Times New Roman" panose="02020603050405020304" pitchFamily="18" charset="0"/>
                <a:ea typeface="Times New Roman" panose="02020603050405020304" pitchFamily="18" charset="0"/>
              </a:rPr>
              <a:t>&gt;</a:t>
            </a:r>
            <a:r>
              <a:rPr lang="en-US" sz="2100" dirty="0">
                <a:latin typeface="Cambria Math" panose="02040503050406030204" pitchFamily="18" charset="0"/>
                <a:ea typeface="Times New Roman" panose="02020603050405020304" pitchFamily="18" charset="0"/>
                <a:cs typeface="Cambria Math" panose="02040503050406030204" pitchFamily="18" charset="0"/>
              </a:rPr>
              <a:t>𝑘</a:t>
            </a:r>
            <a:r>
              <a:rPr lang="en-US" sz="2100" dirty="0">
                <a:latin typeface="Times New Roman" panose="02020603050405020304" pitchFamily="18" charset="0"/>
                <a:ea typeface="Times New Roman" panose="02020603050405020304" pitchFamily="18" charset="0"/>
              </a:rPr>
              <a:t>+0.5).</a:t>
            </a:r>
            <a:endParaRPr lang="en-IN" sz="2100" dirty="0">
              <a:latin typeface="Times New Roman" panose="02020603050405020304" pitchFamily="18" charset="0"/>
              <a:ea typeface="Times New Roman" panose="02020603050405020304" pitchFamily="18" charset="0"/>
            </a:endParaRPr>
          </a:p>
          <a:p>
            <a:pPr algn="just" eaLnBrk="0" hangingPunct="0">
              <a:spcBef>
                <a:spcPct val="0"/>
              </a:spcBef>
            </a:pPr>
            <a:endParaRPr lang="en-US" altLang="en-US" sz="2100" dirty="0">
              <a:latin typeface="Times New Roman" pitchFamily="18" charset="0"/>
              <a:cs typeface="Times New Roman" pitchFamily="18" charset="0"/>
            </a:endParaRPr>
          </a:p>
        </p:txBody>
      </p:sp>
      <p:pic>
        <p:nvPicPr>
          <p:cNvPr id="6" name="Picture 5"/>
          <p:cNvPicPr>
            <a:picLocks noChangeAspect="1"/>
          </p:cNvPicPr>
          <p:nvPr/>
        </p:nvPicPr>
        <p:blipFill>
          <a:blip r:embed="rId2"/>
          <a:stretch>
            <a:fillRect/>
          </a:stretch>
        </p:blipFill>
        <p:spPr>
          <a:xfrm>
            <a:off x="397329" y="4246163"/>
            <a:ext cx="1752690" cy="2419474"/>
          </a:xfrm>
          <a:prstGeom prst="rect">
            <a:avLst/>
          </a:prstGeom>
        </p:spPr>
      </p:pic>
      <p:pic>
        <p:nvPicPr>
          <p:cNvPr id="7" name="Picture 6"/>
          <p:cNvPicPr>
            <a:picLocks noChangeAspect="1"/>
          </p:cNvPicPr>
          <p:nvPr/>
        </p:nvPicPr>
        <p:blipFill>
          <a:blip r:embed="rId3"/>
          <a:stretch>
            <a:fillRect/>
          </a:stretch>
        </p:blipFill>
        <p:spPr>
          <a:xfrm>
            <a:off x="1981200" y="4254441"/>
            <a:ext cx="1663786" cy="863644"/>
          </a:xfrm>
          <a:prstGeom prst="rect">
            <a:avLst/>
          </a:prstGeom>
        </p:spPr>
      </p:pic>
      <p:pic>
        <p:nvPicPr>
          <p:cNvPr id="8" name="Picture 7"/>
          <p:cNvPicPr>
            <a:picLocks noChangeAspect="1"/>
          </p:cNvPicPr>
          <p:nvPr/>
        </p:nvPicPr>
        <p:blipFill>
          <a:blip r:embed="rId4"/>
          <a:stretch>
            <a:fillRect/>
          </a:stretch>
        </p:blipFill>
        <p:spPr>
          <a:xfrm>
            <a:off x="1981200" y="5104156"/>
            <a:ext cx="1701887" cy="425472"/>
          </a:xfrm>
          <a:prstGeom prst="rect">
            <a:avLst/>
          </a:prstGeom>
        </p:spPr>
      </p:pic>
      <p:pic>
        <p:nvPicPr>
          <p:cNvPr id="9" name="Picture 8"/>
          <p:cNvPicPr>
            <a:picLocks noChangeAspect="1"/>
          </p:cNvPicPr>
          <p:nvPr/>
        </p:nvPicPr>
        <p:blipFill>
          <a:blip r:embed="rId5"/>
          <a:stretch>
            <a:fillRect/>
          </a:stretch>
        </p:blipFill>
        <p:spPr>
          <a:xfrm>
            <a:off x="2013858" y="5458065"/>
            <a:ext cx="1644735" cy="406421"/>
          </a:xfrm>
          <a:prstGeom prst="rect">
            <a:avLst/>
          </a:prstGeom>
        </p:spPr>
      </p:pic>
      <p:pic>
        <p:nvPicPr>
          <p:cNvPr id="10" name="Picture 9"/>
          <p:cNvPicPr>
            <a:picLocks noChangeAspect="1"/>
          </p:cNvPicPr>
          <p:nvPr/>
        </p:nvPicPr>
        <p:blipFill>
          <a:blip r:embed="rId6"/>
          <a:stretch>
            <a:fillRect/>
          </a:stretch>
        </p:blipFill>
        <p:spPr>
          <a:xfrm>
            <a:off x="2000250" y="5801487"/>
            <a:ext cx="1663786" cy="463574"/>
          </a:xfrm>
          <a:prstGeom prst="rect">
            <a:avLst/>
          </a:prstGeom>
        </p:spPr>
      </p:pic>
      <p:pic>
        <p:nvPicPr>
          <p:cNvPr id="11" name="Picture 10"/>
          <p:cNvPicPr>
            <a:picLocks noChangeAspect="1"/>
          </p:cNvPicPr>
          <p:nvPr/>
        </p:nvPicPr>
        <p:blipFill>
          <a:blip r:embed="rId7"/>
          <a:stretch>
            <a:fillRect/>
          </a:stretch>
        </p:blipFill>
        <p:spPr>
          <a:xfrm>
            <a:off x="2001158" y="6166797"/>
            <a:ext cx="1657435" cy="482625"/>
          </a:xfrm>
          <a:prstGeom prst="rect">
            <a:avLst/>
          </a:prstGeom>
        </p:spPr>
      </p:pic>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8BCB57DC-64D7-2C21-3CEA-E2B1FC9A1135}"/>
                  </a:ext>
                </a:extLst>
              </p14:cNvPr>
              <p14:cNvContentPartPr/>
              <p14:nvPr/>
            </p14:nvContentPartPr>
            <p14:xfrm>
              <a:off x="1104840" y="2157120"/>
              <a:ext cx="4643280" cy="4331520"/>
            </p14:xfrm>
          </p:contentPart>
        </mc:Choice>
        <mc:Fallback>
          <p:pic>
            <p:nvPicPr>
              <p:cNvPr id="3" name="Ink 2">
                <a:extLst>
                  <a:ext uri="{FF2B5EF4-FFF2-40B4-BE49-F238E27FC236}">
                    <a16:creationId xmlns:a16="http://schemas.microsoft.com/office/drawing/2014/main" id="{8BCB57DC-64D7-2C21-3CEA-E2B1FC9A1135}"/>
                  </a:ext>
                </a:extLst>
              </p:cNvPr>
              <p:cNvPicPr/>
              <p:nvPr/>
            </p:nvPicPr>
            <p:blipFill>
              <a:blip r:embed="rId9"/>
              <a:stretch>
                <a:fillRect/>
              </a:stretch>
            </p:blipFill>
            <p:spPr>
              <a:xfrm>
                <a:off x="1095480" y="2147760"/>
                <a:ext cx="4662000" cy="4350240"/>
              </a:xfrm>
              <a:prstGeom prst="rect">
                <a:avLst/>
              </a:prstGeom>
            </p:spPr>
          </p:pic>
        </mc:Fallback>
      </mc:AlternateContent>
    </p:spTree>
    <p:extLst>
      <p:ext uri="{BB962C8B-B14F-4D97-AF65-F5344CB8AC3E}">
        <p14:creationId xmlns:p14="http://schemas.microsoft.com/office/powerpoint/2010/main" val="258486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14:</a:t>
            </a:r>
            <a:endParaRPr lang="en-IN" dirty="0"/>
          </a:p>
        </p:txBody>
      </p:sp>
      <p:sp>
        <p:nvSpPr>
          <p:cNvPr id="5" name="Rectangle 4"/>
          <p:cNvSpPr/>
          <p:nvPr/>
        </p:nvSpPr>
        <p:spPr>
          <a:xfrm>
            <a:off x="609600" y="1066800"/>
            <a:ext cx="10668000" cy="3276282"/>
          </a:xfrm>
          <a:prstGeom prst="rect">
            <a:avLst/>
          </a:prstGeom>
        </p:spPr>
        <p:txBody>
          <a:bodyPr wrap="square">
            <a:spAutoFit/>
          </a:bodyPr>
          <a:lstStyle/>
          <a:p>
            <a:pPr>
              <a:lnSpc>
                <a:spcPct val="150000"/>
              </a:lnSpc>
              <a:spcBef>
                <a:spcPct val="20000"/>
              </a:spcBef>
            </a:pPr>
            <a:r>
              <a:rPr lang="en-US" sz="2000" dirty="0">
                <a:cs typeface="Times New Roman" pitchFamily="18" charset="0"/>
              </a:rPr>
              <a:t>Decide whether the normal distribution to approximate </a:t>
            </a:r>
            <a:r>
              <a:rPr lang="en-US" sz="2000" i="1" dirty="0">
                <a:cs typeface="Times New Roman" pitchFamily="18" charset="0"/>
              </a:rPr>
              <a:t>x</a:t>
            </a:r>
            <a:r>
              <a:rPr lang="en-US" sz="2000" dirty="0">
                <a:cs typeface="Times New Roman" pitchFamily="18" charset="0"/>
              </a:rPr>
              <a:t> may be used in the following examples:</a:t>
            </a:r>
          </a:p>
          <a:p>
            <a:pPr marL="457200" indent="-457200" algn="just">
              <a:lnSpc>
                <a:spcPct val="150000"/>
              </a:lnSpc>
              <a:buAutoNum type="arabicPeriod"/>
            </a:pPr>
            <a:r>
              <a:rPr lang="en-US" sz="2000" dirty="0">
                <a:cs typeface="Times New Roman" pitchFamily="18" charset="0"/>
              </a:rPr>
              <a:t>In a survey of 8 to 18-year-old heavy media users in the United States,47% said they get fair or poor grades (C’s or below). You randomly select forty-five 8 to 18-year-old heavy media users in the United States and ask them whether they get fair or poor grades. </a:t>
            </a:r>
          </a:p>
          <a:p>
            <a:pPr algn="just">
              <a:lnSpc>
                <a:spcPct val="150000"/>
              </a:lnSpc>
            </a:pPr>
            <a:r>
              <a:rPr lang="en-US" sz="2000" dirty="0">
                <a:solidFill>
                  <a:srgbClr val="FF0000"/>
                </a:solidFill>
                <a:cs typeface="Times New Roman" pitchFamily="18" charset="0"/>
                <a:sym typeface="Symbol" pitchFamily="18" charset="2"/>
              </a:rPr>
              <a:t>Solution:</a:t>
            </a:r>
          </a:p>
          <a:p>
            <a:pPr>
              <a:lnSpc>
                <a:spcPct val="150000"/>
              </a:lnSpc>
            </a:pPr>
            <a:r>
              <a:rPr lang="en-US" sz="2000" dirty="0">
                <a:cs typeface="Times New Roman" pitchFamily="18" charset="0"/>
              </a:rPr>
              <a:t>	</a:t>
            </a:r>
            <a:r>
              <a:rPr lang="en-US" sz="2000" dirty="0" err="1">
                <a:cs typeface="Times New Roman" pitchFamily="18" charset="0"/>
              </a:rPr>
              <a:t>np</a:t>
            </a:r>
            <a:r>
              <a:rPr lang="en-US" sz="2000" dirty="0">
                <a:cs typeface="Times New Roman" pitchFamily="18" charset="0"/>
              </a:rPr>
              <a:t> = 45(0.47) = 21.15 </a:t>
            </a:r>
          </a:p>
          <a:p>
            <a:pPr>
              <a:lnSpc>
                <a:spcPct val="150000"/>
              </a:lnSpc>
            </a:pPr>
            <a:r>
              <a:rPr lang="en-US" sz="2000" dirty="0">
                <a:cs typeface="Times New Roman" pitchFamily="18" charset="0"/>
              </a:rPr>
              <a:t>	</a:t>
            </a:r>
            <a:r>
              <a:rPr lang="en-US" sz="2000" dirty="0" err="1">
                <a:cs typeface="Times New Roman" pitchFamily="18" charset="0"/>
              </a:rPr>
              <a:t>nq</a:t>
            </a:r>
            <a:r>
              <a:rPr lang="en-US" sz="2000" dirty="0">
                <a:cs typeface="Times New Roman" pitchFamily="18" charset="0"/>
              </a:rPr>
              <a:t> = 45(0.53) = 23.85.</a:t>
            </a:r>
            <a:endParaRPr lang="en-IN" sz="20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D476946-83E3-D656-1746-F8A3C35919EC}"/>
                  </a:ext>
                </a:extLst>
              </p14:cNvPr>
              <p14:cNvContentPartPr/>
              <p14:nvPr/>
            </p14:nvContentPartPr>
            <p14:xfrm>
              <a:off x="0" y="3270240"/>
              <a:ext cx="7271640" cy="1350720"/>
            </p14:xfrm>
          </p:contentPart>
        </mc:Choice>
        <mc:Fallback>
          <p:pic>
            <p:nvPicPr>
              <p:cNvPr id="3" name="Ink 2">
                <a:extLst>
                  <a:ext uri="{FF2B5EF4-FFF2-40B4-BE49-F238E27FC236}">
                    <a16:creationId xmlns:a16="http://schemas.microsoft.com/office/drawing/2014/main" id="{DD476946-83E3-D656-1746-F8A3C35919EC}"/>
                  </a:ext>
                </a:extLst>
              </p:cNvPr>
              <p:cNvPicPr/>
              <p:nvPr/>
            </p:nvPicPr>
            <p:blipFill>
              <a:blip r:embed="rId3"/>
              <a:stretch>
                <a:fillRect/>
              </a:stretch>
            </p:blipFill>
            <p:spPr>
              <a:xfrm>
                <a:off x="-9360" y="3260880"/>
                <a:ext cx="7290360" cy="1369440"/>
              </a:xfrm>
              <a:prstGeom prst="rect">
                <a:avLst/>
              </a:prstGeom>
            </p:spPr>
          </p:pic>
        </mc:Fallback>
      </mc:AlternateContent>
    </p:spTree>
    <p:extLst>
      <p:ext uri="{BB962C8B-B14F-4D97-AF65-F5344CB8AC3E}">
        <p14:creationId xmlns:p14="http://schemas.microsoft.com/office/powerpoint/2010/main" val="778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69371" y="1354072"/>
            <a:ext cx="11008229" cy="1586268"/>
          </a:xfrm>
          <a:prstGeom prst="rect">
            <a:avLst/>
          </a:prstGeom>
          <a:noFill/>
          <a:ln w="9525">
            <a:noFill/>
            <a:miter lim="800000"/>
            <a:headEnd/>
            <a:tailEnd/>
          </a:ln>
        </p:spPr>
        <p:txBody>
          <a:bodyPr wrap="square">
            <a:spAutoFit/>
          </a:bodyPr>
          <a:lstStyle/>
          <a:p>
            <a:pPr>
              <a:lnSpc>
                <a:spcPct val="150000"/>
              </a:lnSpc>
            </a:pPr>
            <a:r>
              <a:rPr lang="en-US" sz="2000" dirty="0">
                <a:cs typeface="Times New Roman" pitchFamily="18" charset="0"/>
                <a:sym typeface="Symbol" pitchFamily="18" charset="2"/>
              </a:rPr>
              <a:t>2. Thirty-six percent of people in the United States own a dog.  You randomly select 25 people in the United States and ask them if they own a dog.</a:t>
            </a:r>
          </a:p>
          <a:p>
            <a:pPr marL="598885" lvl="1" indent="-338138">
              <a:lnSpc>
                <a:spcPct val="150000"/>
              </a:lnSpc>
              <a:spcBef>
                <a:spcPct val="20000"/>
              </a:spcBef>
            </a:pPr>
            <a:r>
              <a:rPr lang="en-US" sz="2400" dirty="0">
                <a:solidFill>
                  <a:srgbClr val="FF0000"/>
                </a:solidFill>
                <a:cs typeface="Times New Roman" pitchFamily="18" charset="0"/>
                <a:sym typeface="Symbol" pitchFamily="18" charset="2"/>
              </a:rPr>
              <a:t>Solution:</a:t>
            </a:r>
          </a:p>
        </p:txBody>
      </p:sp>
      <p:graphicFrame>
        <p:nvGraphicFramePr>
          <p:cNvPr id="6" name="Object 5"/>
          <p:cNvGraphicFramePr>
            <a:graphicFrameLocks noChangeAspect="1"/>
          </p:cNvGraphicFramePr>
          <p:nvPr>
            <p:extLst>
              <p:ext uri="{D42A27DB-BD31-4B8C-83A1-F6EECF244321}">
                <p14:modId xmlns:p14="http://schemas.microsoft.com/office/powerpoint/2010/main" val="3022761461"/>
              </p:ext>
            </p:extLst>
          </p:nvPr>
        </p:nvGraphicFramePr>
        <p:xfrm>
          <a:off x="914400" y="3151451"/>
          <a:ext cx="2928008" cy="511609"/>
        </p:xfrm>
        <a:graphic>
          <a:graphicData uri="http://schemas.openxmlformats.org/presentationml/2006/ole">
            <mc:AlternateContent xmlns:mc="http://schemas.openxmlformats.org/markup-compatibility/2006">
              <mc:Choice xmlns:v="urn:schemas-microsoft-com:vml" Requires="v">
                <p:oleObj name="Equation" r:id="rId2" imgW="1307880" imgH="228600" progId="">
                  <p:embed/>
                </p:oleObj>
              </mc:Choice>
              <mc:Fallback>
                <p:oleObj name="Equation" r:id="rId2" imgW="1307880" imgH="228600" progId="">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151451"/>
                        <a:ext cx="2928008" cy="511609"/>
                      </a:xfrm>
                      <a:prstGeom prst="rect">
                        <a:avLst/>
                      </a:prstGeom>
                      <a:noFill/>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488960693"/>
              </p:ext>
            </p:extLst>
          </p:nvPr>
        </p:nvGraphicFramePr>
        <p:xfrm>
          <a:off x="941464" y="3505200"/>
          <a:ext cx="3097136" cy="511609"/>
        </p:xfrm>
        <a:graphic>
          <a:graphicData uri="http://schemas.openxmlformats.org/presentationml/2006/ole">
            <mc:AlternateContent xmlns:mc="http://schemas.openxmlformats.org/markup-compatibility/2006">
              <mc:Choice xmlns:v="urn:schemas-microsoft-com:vml" Requires="v">
                <p:oleObj name="Equation" r:id="rId4" imgW="1384200" imgH="228600" progId="">
                  <p:embed/>
                </p:oleObj>
              </mc:Choice>
              <mc:Fallback>
                <p:oleObj name="Equation" r:id="rId4" imgW="1384200" imgH="228600" progId="">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1464" y="3505200"/>
                        <a:ext cx="3097136" cy="511609"/>
                      </a:xfrm>
                      <a:prstGeom prst="rect">
                        <a:avLst/>
                      </a:prstGeom>
                      <a:noFill/>
                    </p:spPr>
                  </p:pic>
                </p:oleObj>
              </mc:Fallback>
            </mc:AlternateContent>
          </a:graphicData>
        </a:graphic>
      </p:graphicFrame>
      <p:sp>
        <p:nvSpPr>
          <p:cNvPr id="8" name="Text Box 9"/>
          <p:cNvSpPr txBox="1">
            <a:spLocks noChangeArrowheads="1"/>
          </p:cNvSpPr>
          <p:nvPr/>
        </p:nvSpPr>
        <p:spPr bwMode="auto">
          <a:xfrm>
            <a:off x="4127423" y="3124200"/>
            <a:ext cx="7378777" cy="830997"/>
          </a:xfrm>
          <a:prstGeom prst="rect">
            <a:avLst/>
          </a:prstGeom>
          <a:noFill/>
          <a:ln w="9525" algn="ctr">
            <a:noFill/>
            <a:miter lim="800000"/>
            <a:headEnd/>
            <a:tailEnd/>
          </a:ln>
        </p:spPr>
        <p:txBody>
          <a:bodyPr wrap="square">
            <a:spAutoFit/>
          </a:bodyPr>
          <a:lstStyle/>
          <a:p>
            <a:r>
              <a:rPr lang="en-US" sz="2400" dirty="0">
                <a:solidFill>
                  <a:schemeClr val="folHlink"/>
                </a:solidFill>
                <a:latin typeface="Times New Roman" pitchFamily="18" charset="0"/>
                <a:cs typeface="Times New Roman" pitchFamily="18" charset="0"/>
              </a:rPr>
              <a:t>Because </a:t>
            </a:r>
            <a:r>
              <a:rPr lang="en-US" sz="2400" i="1" dirty="0" err="1">
                <a:solidFill>
                  <a:schemeClr val="folHlink"/>
                </a:solidFill>
                <a:latin typeface="Times New Roman" pitchFamily="18" charset="0"/>
                <a:cs typeface="Times New Roman" pitchFamily="18" charset="0"/>
              </a:rPr>
              <a:t>np</a:t>
            </a:r>
            <a:r>
              <a:rPr lang="en-US" sz="2400" dirty="0">
                <a:solidFill>
                  <a:schemeClr val="folHlink"/>
                </a:solidFill>
                <a:latin typeface="Times New Roman" pitchFamily="18" charset="0"/>
                <a:cs typeface="Times New Roman" pitchFamily="18" charset="0"/>
              </a:rPr>
              <a:t> is </a:t>
            </a:r>
            <a:r>
              <a:rPr lang="en-US" sz="2400" u="sng" dirty="0">
                <a:solidFill>
                  <a:schemeClr val="folHlink"/>
                </a:solidFill>
                <a:latin typeface="Times New Roman" pitchFamily="18" charset="0"/>
                <a:cs typeface="Times New Roman" pitchFamily="18" charset="0"/>
              </a:rPr>
              <a:t>not</a:t>
            </a:r>
            <a:r>
              <a:rPr lang="en-US" sz="2400" dirty="0">
                <a:solidFill>
                  <a:schemeClr val="folHlink"/>
                </a:solidFill>
                <a:latin typeface="Times New Roman" pitchFamily="18" charset="0"/>
                <a:cs typeface="Times New Roman" pitchFamily="18" charset="0"/>
              </a:rPr>
              <a:t> greater than 15, the normal distribution may NOT be used.</a:t>
            </a:r>
          </a:p>
        </p:txBody>
      </p: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18E76FEF-0A8D-7DD3-16E5-FFC86FE7F305}"/>
                  </a:ext>
                </a:extLst>
              </p14:cNvPr>
              <p14:cNvContentPartPr/>
              <p14:nvPr/>
            </p14:nvContentPartPr>
            <p14:xfrm>
              <a:off x="1268280" y="4338000"/>
              <a:ext cx="2211480" cy="933120"/>
            </p14:xfrm>
          </p:contentPart>
        </mc:Choice>
        <mc:Fallback>
          <p:pic>
            <p:nvPicPr>
              <p:cNvPr id="2" name="Ink 1">
                <a:extLst>
                  <a:ext uri="{FF2B5EF4-FFF2-40B4-BE49-F238E27FC236}">
                    <a16:creationId xmlns:a16="http://schemas.microsoft.com/office/drawing/2014/main" id="{18E76FEF-0A8D-7DD3-16E5-FFC86FE7F305}"/>
                  </a:ext>
                </a:extLst>
              </p:cNvPr>
              <p:cNvPicPr/>
              <p:nvPr/>
            </p:nvPicPr>
            <p:blipFill>
              <a:blip r:embed="rId7"/>
              <a:stretch>
                <a:fillRect/>
              </a:stretch>
            </p:blipFill>
            <p:spPr>
              <a:xfrm>
                <a:off x="1258920" y="4328640"/>
                <a:ext cx="2230200" cy="951840"/>
              </a:xfrm>
              <a:prstGeom prst="rect">
                <a:avLst/>
              </a:prstGeom>
            </p:spPr>
          </p:pic>
        </mc:Fallback>
      </mc:AlternateContent>
    </p:spTree>
    <p:extLst>
      <p:ext uri="{BB962C8B-B14F-4D97-AF65-F5344CB8AC3E}">
        <p14:creationId xmlns:p14="http://schemas.microsoft.com/office/powerpoint/2010/main" val="266960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15:</a:t>
            </a:r>
            <a:endParaRPr lang="en-IN" dirty="0"/>
          </a:p>
        </p:txBody>
      </p:sp>
      <p:sp>
        <p:nvSpPr>
          <p:cNvPr id="5" name="Text Box 3"/>
          <p:cNvSpPr txBox="1">
            <a:spLocks noChangeArrowheads="1"/>
          </p:cNvSpPr>
          <p:nvPr/>
        </p:nvSpPr>
        <p:spPr bwMode="auto">
          <a:xfrm>
            <a:off x="569118" y="1066800"/>
            <a:ext cx="10860881" cy="1133387"/>
          </a:xfrm>
          <a:prstGeom prst="rect">
            <a:avLst/>
          </a:prstGeom>
          <a:noFill/>
          <a:ln w="9525">
            <a:noFill/>
            <a:miter lim="800000"/>
            <a:headEnd/>
            <a:tailEnd/>
          </a:ln>
        </p:spPr>
        <p:txBody>
          <a:bodyPr wrap="square">
            <a:spAutoFit/>
          </a:bodyPr>
          <a:lstStyle/>
          <a:p>
            <a:pPr algn="just">
              <a:lnSpc>
                <a:spcPct val="115000"/>
              </a:lnSpc>
              <a:spcBef>
                <a:spcPct val="0"/>
              </a:spcBef>
            </a:pPr>
            <a:r>
              <a:rPr lang="en-US" sz="2000" dirty="0">
                <a:solidFill>
                  <a:srgbClr val="C00000"/>
                </a:solidFill>
                <a:cs typeface="Times New Roman" pitchFamily="18" charset="0"/>
              </a:rPr>
              <a:t>Thirty-one percent of the seniors in a certain high school plan to attend college.  If 50 students are randomly selected, find the probability that less than 14 students plan to attend college by normal approximation.</a:t>
            </a:r>
          </a:p>
        </p:txBody>
      </p:sp>
      <p:sp>
        <p:nvSpPr>
          <p:cNvPr id="6" name="Text Box 4"/>
          <p:cNvSpPr txBox="1">
            <a:spLocks noChangeArrowheads="1"/>
          </p:cNvSpPr>
          <p:nvPr/>
        </p:nvSpPr>
        <p:spPr bwMode="auto">
          <a:xfrm>
            <a:off x="572146" y="2776810"/>
            <a:ext cx="2628900" cy="415498"/>
          </a:xfrm>
          <a:prstGeom prst="rect">
            <a:avLst/>
          </a:prstGeom>
          <a:noFill/>
          <a:ln w="9525" algn="ctr">
            <a:noFill/>
            <a:miter lim="800000"/>
            <a:headEnd/>
            <a:tailEnd/>
          </a:ln>
        </p:spPr>
        <p:txBody>
          <a:bodyPr>
            <a:spAutoFit/>
          </a:bodyPr>
          <a:lstStyle/>
          <a:p>
            <a:r>
              <a:rPr lang="en-US" sz="2100" i="1" dirty="0" err="1">
                <a:solidFill>
                  <a:schemeClr val="folHlink"/>
                </a:solidFill>
                <a:latin typeface="Times New Roman" pitchFamily="18" charset="0"/>
                <a:cs typeface="Times New Roman" pitchFamily="18" charset="0"/>
              </a:rPr>
              <a:t>np</a:t>
            </a:r>
            <a:r>
              <a:rPr lang="en-US" sz="2100" dirty="0">
                <a:solidFill>
                  <a:schemeClr val="folHlink"/>
                </a:solidFill>
                <a:latin typeface="Times New Roman" pitchFamily="18" charset="0"/>
                <a:cs typeface="Times New Roman" pitchFamily="18" charset="0"/>
              </a:rPr>
              <a:t> = (50)(0.31) = 15.5</a:t>
            </a:r>
            <a:endParaRPr lang="en-US" sz="2100" i="1" dirty="0">
              <a:solidFill>
                <a:schemeClr val="folHlink"/>
              </a:solidFill>
              <a:latin typeface="Times New Roman" pitchFamily="18" charset="0"/>
              <a:cs typeface="Times New Roman" pitchFamily="18" charset="0"/>
            </a:endParaRPr>
          </a:p>
        </p:txBody>
      </p:sp>
      <p:sp>
        <p:nvSpPr>
          <p:cNvPr id="7" name="Text Box 5"/>
          <p:cNvSpPr txBox="1">
            <a:spLocks noChangeArrowheads="1"/>
          </p:cNvSpPr>
          <p:nvPr/>
        </p:nvSpPr>
        <p:spPr bwMode="auto">
          <a:xfrm>
            <a:off x="572146" y="3119710"/>
            <a:ext cx="2628900" cy="415498"/>
          </a:xfrm>
          <a:prstGeom prst="rect">
            <a:avLst/>
          </a:prstGeom>
          <a:noFill/>
          <a:ln w="9525" algn="ctr">
            <a:noFill/>
            <a:miter lim="800000"/>
            <a:headEnd/>
            <a:tailEnd/>
          </a:ln>
        </p:spPr>
        <p:txBody>
          <a:bodyPr>
            <a:spAutoFit/>
          </a:bodyPr>
          <a:lstStyle/>
          <a:p>
            <a:r>
              <a:rPr lang="en-US" sz="2100" i="1" dirty="0" err="1">
                <a:solidFill>
                  <a:schemeClr val="folHlink"/>
                </a:solidFill>
                <a:latin typeface="Times New Roman" pitchFamily="18" charset="0"/>
                <a:cs typeface="Times New Roman" pitchFamily="18" charset="0"/>
              </a:rPr>
              <a:t>nq</a:t>
            </a:r>
            <a:r>
              <a:rPr lang="en-US" sz="2100" dirty="0">
                <a:solidFill>
                  <a:schemeClr val="folHlink"/>
                </a:solidFill>
                <a:latin typeface="Times New Roman" pitchFamily="18" charset="0"/>
                <a:cs typeface="Times New Roman" pitchFamily="18" charset="0"/>
              </a:rPr>
              <a:t> = (50)(0.69) = 34.5</a:t>
            </a:r>
            <a:endParaRPr lang="en-US" sz="2100" i="1" dirty="0">
              <a:solidFill>
                <a:schemeClr val="folHlink"/>
              </a:solidFill>
              <a:latin typeface="Times New Roman" pitchFamily="18" charset="0"/>
              <a:cs typeface="Times New Roman" pitchFamily="18" charset="0"/>
            </a:endParaRPr>
          </a:p>
        </p:txBody>
      </p:sp>
      <p:grpSp>
        <p:nvGrpSpPr>
          <p:cNvPr id="8" name="Group 7"/>
          <p:cNvGrpSpPr>
            <a:grpSpLocks/>
          </p:cNvGrpSpPr>
          <p:nvPr/>
        </p:nvGrpSpPr>
        <p:grpSpPr bwMode="auto">
          <a:xfrm>
            <a:off x="5551884" y="2209800"/>
            <a:ext cx="4125516" cy="1013848"/>
            <a:chOff x="2640" y="1920"/>
            <a:chExt cx="2880" cy="700"/>
          </a:xfrm>
        </p:grpSpPr>
        <p:sp>
          <p:nvSpPr>
            <p:cNvPr id="9" name="Text Box 8"/>
            <p:cNvSpPr txBox="1">
              <a:spLocks noChangeArrowheads="1"/>
            </p:cNvSpPr>
            <p:nvPr/>
          </p:nvSpPr>
          <p:spPr bwMode="auto">
            <a:xfrm>
              <a:off x="2640" y="1920"/>
              <a:ext cx="2880" cy="404"/>
            </a:xfrm>
            <a:prstGeom prst="rect">
              <a:avLst/>
            </a:prstGeom>
            <a:noFill/>
            <a:ln w="9525" algn="ctr">
              <a:noFill/>
              <a:miter lim="800000"/>
              <a:headEnd/>
              <a:tailEnd/>
            </a:ln>
          </p:spPr>
          <p:txBody>
            <a:bodyPr>
              <a:spAutoFit/>
            </a:bodyPr>
            <a:lstStyle/>
            <a:p>
              <a:r>
                <a:rPr lang="en-US" sz="1600" dirty="0">
                  <a:cs typeface="Times New Roman" pitchFamily="18" charset="0"/>
                </a:rPr>
                <a:t>The variable </a:t>
              </a:r>
              <a:r>
                <a:rPr lang="en-US" sz="1600" i="1" dirty="0">
                  <a:cs typeface="Times New Roman" pitchFamily="18" charset="0"/>
                </a:rPr>
                <a:t>x</a:t>
              </a:r>
              <a:r>
                <a:rPr lang="en-US" sz="1600" dirty="0">
                  <a:cs typeface="Times New Roman" pitchFamily="18" charset="0"/>
                </a:rPr>
                <a:t> is approximately normally distributed with </a:t>
              </a:r>
              <a:r>
                <a:rPr lang="en-US" sz="1600" i="1" dirty="0">
                  <a:cs typeface="Times New Roman" pitchFamily="18" charset="0"/>
                  <a:sym typeface="Symbol" pitchFamily="18" charset="2"/>
                </a:rPr>
                <a:t></a:t>
              </a:r>
              <a:r>
                <a:rPr lang="en-US" sz="1600" dirty="0">
                  <a:cs typeface="Times New Roman" pitchFamily="18" charset="0"/>
                </a:rPr>
                <a:t> = </a:t>
              </a:r>
              <a:r>
                <a:rPr lang="en-US" sz="1600" i="1" dirty="0" err="1">
                  <a:cs typeface="Times New Roman" pitchFamily="18" charset="0"/>
                </a:rPr>
                <a:t>np</a:t>
              </a:r>
              <a:r>
                <a:rPr lang="en-US" sz="1600" dirty="0">
                  <a:cs typeface="Times New Roman" pitchFamily="18" charset="0"/>
                </a:rPr>
                <a:t> = 15.5 and </a:t>
              </a:r>
              <a:endParaRPr lang="el-GR" sz="1600" dirty="0">
                <a:cs typeface="Times New Roman" pitchFamily="18" charset="0"/>
              </a:endParaRPr>
            </a:p>
          </p:txBody>
        </p:sp>
        <p:graphicFrame>
          <p:nvGraphicFramePr>
            <p:cNvPr id="10" name="Object 9"/>
            <p:cNvGraphicFramePr>
              <a:graphicFrameLocks noChangeAspect="1"/>
            </p:cNvGraphicFramePr>
            <p:nvPr/>
          </p:nvGraphicFramePr>
          <p:xfrm>
            <a:off x="2687" y="2377"/>
            <a:ext cx="2680" cy="243"/>
          </p:xfrm>
          <a:graphic>
            <a:graphicData uri="http://schemas.openxmlformats.org/presentationml/2006/ole">
              <mc:AlternateContent xmlns:mc="http://schemas.openxmlformats.org/markup-compatibility/2006">
                <mc:Choice xmlns:v="urn:schemas-microsoft-com:vml" Requires="v">
                  <p:oleObj name="Equation" r:id="rId2" imgW="2552400" imgH="266400" progId="">
                    <p:embed/>
                  </p:oleObj>
                </mc:Choice>
                <mc:Fallback>
                  <p:oleObj name="Equation" r:id="rId2" imgW="2552400" imgH="266400" progId="">
                    <p:embed/>
                    <p:pic>
                      <p:nvPicPr>
                        <p:cNvPr id="1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7" y="2377"/>
                          <a:ext cx="2680" cy="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 name="Rectangle 10"/>
          <p:cNvSpPr>
            <a:spLocks noChangeArrowheads="1"/>
          </p:cNvSpPr>
          <p:nvPr/>
        </p:nvSpPr>
        <p:spPr bwMode="auto">
          <a:xfrm>
            <a:off x="740569" y="3673204"/>
            <a:ext cx="1314784" cy="369332"/>
          </a:xfrm>
          <a:prstGeom prst="rect">
            <a:avLst/>
          </a:prstGeom>
          <a:noFill/>
          <a:ln w="9525" algn="ctr">
            <a:noFill/>
            <a:miter lim="800000"/>
            <a:headEnd/>
            <a:tailEnd/>
          </a:ln>
        </p:spPr>
        <p:txBody>
          <a:bodyPr wrap="none">
            <a:spAutoFit/>
          </a:bodyPr>
          <a:lstStyle/>
          <a:p>
            <a:r>
              <a:rPr lang="en-US" i="1">
                <a:latin typeface="Times New Roman" pitchFamily="18" charset="0"/>
                <a:cs typeface="Times New Roman" pitchFamily="18" charset="0"/>
              </a:rPr>
              <a:t>P</a:t>
            </a:r>
            <a:r>
              <a:rPr lang="en-US">
                <a:latin typeface="Times New Roman" pitchFamily="18" charset="0"/>
                <a:cs typeface="Times New Roman" pitchFamily="18" charset="0"/>
              </a:rPr>
              <a:t>(</a:t>
            </a:r>
            <a:r>
              <a:rPr lang="en-US" i="1">
                <a:latin typeface="Times New Roman" pitchFamily="18" charset="0"/>
                <a:cs typeface="Times New Roman" pitchFamily="18" charset="0"/>
              </a:rPr>
              <a:t>x &lt; </a:t>
            </a:r>
            <a:r>
              <a:rPr lang="en-US">
                <a:latin typeface="Times New Roman" pitchFamily="18" charset="0"/>
                <a:cs typeface="Times New Roman" pitchFamily="18" charset="0"/>
              </a:rPr>
              <a:t>13.5) </a:t>
            </a:r>
            <a:endParaRPr lang="en-US" i="1">
              <a:latin typeface="Times New Roman" pitchFamily="18" charset="0"/>
              <a:cs typeface="Times New Roman" pitchFamily="18" charset="0"/>
            </a:endParaRPr>
          </a:p>
        </p:txBody>
      </p:sp>
      <p:grpSp>
        <p:nvGrpSpPr>
          <p:cNvPr id="12" name="Group 11"/>
          <p:cNvGrpSpPr>
            <a:grpSpLocks/>
          </p:cNvGrpSpPr>
          <p:nvPr/>
        </p:nvGrpSpPr>
        <p:grpSpPr bwMode="auto">
          <a:xfrm>
            <a:off x="569119" y="3940136"/>
            <a:ext cx="1885950" cy="834272"/>
            <a:chOff x="144" y="2559"/>
            <a:chExt cx="1584" cy="637"/>
          </a:xfrm>
        </p:grpSpPr>
        <p:sp>
          <p:nvSpPr>
            <p:cNvPr id="13" name="Rectangle 12"/>
            <p:cNvSpPr>
              <a:spLocks noChangeArrowheads="1"/>
            </p:cNvSpPr>
            <p:nvPr/>
          </p:nvSpPr>
          <p:spPr bwMode="auto">
            <a:xfrm>
              <a:off x="144" y="2703"/>
              <a:ext cx="1584" cy="493"/>
            </a:xfrm>
            <a:prstGeom prst="rect">
              <a:avLst/>
            </a:prstGeom>
            <a:noFill/>
            <a:ln w="9525" algn="ctr">
              <a:noFill/>
              <a:miter lim="800000"/>
              <a:headEnd/>
              <a:tailEnd/>
            </a:ln>
          </p:spPr>
          <p:txBody>
            <a:bodyPr>
              <a:spAutoFit/>
            </a:bodyPr>
            <a:lstStyle/>
            <a:p>
              <a:r>
                <a:rPr lang="en-US" altLang="en-US" b="1" dirty="0">
                  <a:latin typeface="Times New Roman" pitchFamily="18" charset="0"/>
                  <a:cs typeface="Times New Roman" pitchFamily="18" charset="0"/>
                </a:rPr>
                <a:t>Correction for continuity</a:t>
              </a:r>
              <a:endParaRPr lang="en-US" b="1" dirty="0">
                <a:latin typeface="Times New Roman" pitchFamily="18" charset="0"/>
                <a:cs typeface="Times New Roman" pitchFamily="18" charset="0"/>
              </a:endParaRPr>
            </a:p>
          </p:txBody>
        </p:sp>
        <p:sp>
          <p:nvSpPr>
            <p:cNvPr id="14" name="Line 13"/>
            <p:cNvSpPr>
              <a:spLocks noChangeShapeType="1"/>
            </p:cNvSpPr>
            <p:nvPr/>
          </p:nvSpPr>
          <p:spPr bwMode="auto">
            <a:xfrm flipV="1">
              <a:off x="816" y="2559"/>
              <a:ext cx="240" cy="192"/>
            </a:xfrm>
            <a:prstGeom prst="line">
              <a:avLst/>
            </a:prstGeom>
            <a:noFill/>
            <a:ln w="9525">
              <a:solidFill>
                <a:schemeClr val="tx1"/>
              </a:solidFill>
              <a:round/>
              <a:headEnd/>
              <a:tailEnd type="triangle" w="med" len="med"/>
            </a:ln>
          </p:spPr>
          <p:txBody>
            <a:bodyPr>
              <a:spAutoFit/>
            </a:bodyPr>
            <a:lstStyle/>
            <a:p>
              <a:endParaRPr lang="en-US">
                <a:latin typeface="Times New Roman" pitchFamily="18" charset="0"/>
                <a:cs typeface="Times New Roman" pitchFamily="18" charset="0"/>
              </a:endParaRPr>
            </a:p>
          </p:txBody>
        </p:sp>
      </p:grpSp>
      <p:graphicFrame>
        <p:nvGraphicFramePr>
          <p:cNvPr id="15" name="Object 14"/>
          <p:cNvGraphicFramePr>
            <a:graphicFrameLocks noChangeAspect="1"/>
          </p:cNvGraphicFramePr>
          <p:nvPr/>
        </p:nvGraphicFramePr>
        <p:xfrm>
          <a:off x="529768" y="4663912"/>
          <a:ext cx="3144560" cy="483276"/>
        </p:xfrm>
        <a:graphic>
          <a:graphicData uri="http://schemas.openxmlformats.org/presentationml/2006/ole">
            <mc:AlternateContent xmlns:mc="http://schemas.openxmlformats.org/markup-compatibility/2006">
              <mc:Choice xmlns:v="urn:schemas-microsoft-com:vml" Requires="v">
                <p:oleObj name="Equation" r:id="rId4" imgW="2019240" imgH="355320" progId="">
                  <p:embed/>
                </p:oleObj>
              </mc:Choice>
              <mc:Fallback>
                <p:oleObj name="Equation" r:id="rId4" imgW="2019240" imgH="355320" progId="">
                  <p:embed/>
                  <p:pic>
                    <p:nvPicPr>
                      <p:cNvPr id="15"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768" y="4663912"/>
                        <a:ext cx="3144560" cy="4832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5"/>
          <p:cNvSpPr>
            <a:spLocks noChangeArrowheads="1"/>
          </p:cNvSpPr>
          <p:nvPr/>
        </p:nvSpPr>
        <p:spPr bwMode="auto">
          <a:xfrm>
            <a:off x="1940719" y="3673204"/>
            <a:ext cx="1616148" cy="369332"/>
          </a:xfrm>
          <a:prstGeom prst="rect">
            <a:avLst/>
          </a:prstGeom>
          <a:noFill/>
          <a:ln w="9525" algn="ctr">
            <a:noFill/>
            <a:miter lim="800000"/>
            <a:headEnd/>
            <a:tailEnd/>
          </a:ln>
        </p:spPr>
        <p:txBody>
          <a:bodyPr wrap="none">
            <a:spAutoFit/>
          </a:bodyPr>
          <a:lstStyle/>
          <a:p>
            <a:r>
              <a:rPr lang="en-US">
                <a:latin typeface="Times New Roman" pitchFamily="18" charset="0"/>
                <a:cs typeface="Times New Roman" pitchFamily="18" charset="0"/>
              </a:rPr>
              <a:t>=</a:t>
            </a:r>
            <a:r>
              <a:rPr lang="en-US" i="1">
                <a:latin typeface="Times New Roman" pitchFamily="18" charset="0"/>
                <a:cs typeface="Times New Roman" pitchFamily="18" charset="0"/>
              </a:rPr>
              <a:t> P</a:t>
            </a:r>
            <a:r>
              <a:rPr lang="en-US">
                <a:latin typeface="Times New Roman" pitchFamily="18" charset="0"/>
                <a:cs typeface="Times New Roman" pitchFamily="18" charset="0"/>
              </a:rPr>
              <a:t>(</a:t>
            </a:r>
            <a:r>
              <a:rPr lang="en-US" i="1">
                <a:latin typeface="Times New Roman" pitchFamily="18" charset="0"/>
                <a:cs typeface="Times New Roman" pitchFamily="18" charset="0"/>
              </a:rPr>
              <a:t>z &lt; </a:t>
            </a:r>
            <a:r>
              <a:rPr lang="en-US">
                <a:latin typeface="Times New Roman" pitchFamily="18" charset="0"/>
                <a:cs typeface="Times New Roman" pitchFamily="18" charset="0"/>
                <a:sym typeface="Symbol" pitchFamily="18" charset="2"/>
              </a:rPr>
              <a:t>0.61</a:t>
            </a:r>
            <a:r>
              <a:rPr lang="en-US">
                <a:latin typeface="Times New Roman" pitchFamily="18" charset="0"/>
                <a:cs typeface="Times New Roman" pitchFamily="18" charset="0"/>
              </a:rPr>
              <a:t>) </a:t>
            </a:r>
            <a:endParaRPr lang="en-US" i="1">
              <a:latin typeface="Times New Roman" pitchFamily="18" charset="0"/>
              <a:cs typeface="Times New Roman" pitchFamily="18" charset="0"/>
            </a:endParaRPr>
          </a:p>
        </p:txBody>
      </p:sp>
      <p:grpSp>
        <p:nvGrpSpPr>
          <p:cNvPr id="17" name="Group 16"/>
          <p:cNvGrpSpPr>
            <a:grpSpLocks/>
          </p:cNvGrpSpPr>
          <p:nvPr/>
        </p:nvGrpSpPr>
        <p:grpSpPr bwMode="auto">
          <a:xfrm>
            <a:off x="3683794" y="3655215"/>
            <a:ext cx="3243263" cy="1707834"/>
            <a:chOff x="2756" y="2352"/>
            <a:chExt cx="2724" cy="1304"/>
          </a:xfrm>
        </p:grpSpPr>
        <p:sp>
          <p:nvSpPr>
            <p:cNvPr id="18" name="Text Box 18"/>
            <p:cNvSpPr txBox="1">
              <a:spLocks noChangeArrowheads="1"/>
            </p:cNvSpPr>
            <p:nvPr/>
          </p:nvSpPr>
          <p:spPr bwMode="auto">
            <a:xfrm>
              <a:off x="3383" y="3374"/>
              <a:ext cx="349" cy="282"/>
            </a:xfrm>
            <a:prstGeom prst="rect">
              <a:avLst/>
            </a:prstGeom>
            <a:noFill/>
            <a:ln w="9525">
              <a:noFill/>
              <a:miter lim="800000"/>
              <a:headEnd/>
              <a:tailEnd/>
            </a:ln>
          </p:spPr>
          <p:txBody>
            <a:bodyPr wrap="none">
              <a:spAutoFit/>
            </a:bodyPr>
            <a:lstStyle/>
            <a:p>
              <a:pPr eaLnBrk="0" hangingPunct="0">
                <a:spcBef>
                  <a:spcPct val="0"/>
                </a:spcBef>
              </a:pPr>
              <a:r>
                <a:rPr lang="en-US" altLang="en-US">
                  <a:latin typeface="Times New Roman" pitchFamily="18" charset="0"/>
                  <a:cs typeface="Times New Roman" pitchFamily="18" charset="0"/>
                </a:rPr>
                <a:t>10</a:t>
              </a:r>
            </a:p>
          </p:txBody>
        </p:sp>
        <p:sp>
          <p:nvSpPr>
            <p:cNvPr id="19" name="Line 19"/>
            <p:cNvSpPr>
              <a:spLocks noChangeShapeType="1"/>
            </p:cNvSpPr>
            <p:nvPr/>
          </p:nvSpPr>
          <p:spPr bwMode="auto">
            <a:xfrm>
              <a:off x="4004" y="3119"/>
              <a:ext cx="0" cy="58"/>
            </a:xfrm>
            <a:prstGeom prst="line">
              <a:avLst/>
            </a:prstGeom>
            <a:noFill/>
            <a:ln w="9525">
              <a:noFill/>
              <a:round/>
              <a:headEnd/>
              <a:tailEnd/>
            </a:ln>
          </p:spPr>
          <p:txBody>
            <a:bodyPr wrap="none" anchor="ctr"/>
            <a:lstStyle/>
            <a:p>
              <a:endParaRPr lang="en-US">
                <a:latin typeface="Times New Roman" pitchFamily="18" charset="0"/>
                <a:cs typeface="Times New Roman" pitchFamily="18" charset="0"/>
              </a:endParaRPr>
            </a:p>
          </p:txBody>
        </p:sp>
        <p:sp>
          <p:nvSpPr>
            <p:cNvPr id="20" name="Line 20"/>
            <p:cNvSpPr>
              <a:spLocks noChangeShapeType="1"/>
            </p:cNvSpPr>
            <p:nvPr/>
          </p:nvSpPr>
          <p:spPr bwMode="auto">
            <a:xfrm>
              <a:off x="4376" y="3311"/>
              <a:ext cx="0" cy="90"/>
            </a:xfrm>
            <a:prstGeom prst="line">
              <a:avLst/>
            </a:prstGeom>
            <a:no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21" name="Freeform 20"/>
            <p:cNvSpPr>
              <a:spLocks/>
            </p:cNvSpPr>
            <p:nvPr/>
          </p:nvSpPr>
          <p:spPr bwMode="auto">
            <a:xfrm>
              <a:off x="2756" y="3349"/>
              <a:ext cx="2496" cy="1"/>
            </a:xfrm>
            <a:custGeom>
              <a:avLst/>
              <a:gdLst>
                <a:gd name="T0" fmla="*/ 0 w 3152"/>
                <a:gd name="T1" fmla="*/ 0 h 1"/>
                <a:gd name="T2" fmla="*/ 1977 w 3152"/>
                <a:gd name="T3" fmla="*/ 0 h 1"/>
                <a:gd name="T4" fmla="*/ 0 60000 65536"/>
                <a:gd name="T5" fmla="*/ 0 60000 65536"/>
                <a:gd name="T6" fmla="*/ 0 w 3152"/>
                <a:gd name="T7" fmla="*/ 0 h 1"/>
                <a:gd name="T8" fmla="*/ 3152 w 3152"/>
                <a:gd name="T9" fmla="*/ 1 h 1"/>
              </a:gdLst>
              <a:ahLst/>
              <a:cxnLst>
                <a:cxn ang="T4">
                  <a:pos x="T0" y="T1"/>
                </a:cxn>
                <a:cxn ang="T5">
                  <a:pos x="T2" y="T3"/>
                </a:cxn>
              </a:cxnLst>
              <a:rect l="T6" t="T7" r="T8" b="T9"/>
              <a:pathLst>
                <a:path w="3152" h="1">
                  <a:moveTo>
                    <a:pt x="0" y="0"/>
                  </a:moveTo>
                  <a:lnTo>
                    <a:pt x="3152" y="0"/>
                  </a:lnTo>
                </a:path>
              </a:pathLst>
            </a:custGeom>
            <a:noFill/>
            <a:ln w="28575">
              <a:solidFill>
                <a:schemeClr val="tx1"/>
              </a:solidFill>
              <a:round/>
              <a:headEnd type="arrow" w="med" len="med"/>
              <a:tailEnd type="arrow" w="med" len="med"/>
            </a:ln>
          </p:spPr>
          <p:txBody>
            <a:bodyPr wrap="none" anchor="ctr"/>
            <a:lstStyle/>
            <a:p>
              <a:endParaRPr lang="en-US">
                <a:latin typeface="Times New Roman" pitchFamily="18" charset="0"/>
                <a:cs typeface="Times New Roman" pitchFamily="18" charset="0"/>
              </a:endParaRPr>
            </a:p>
          </p:txBody>
        </p:sp>
        <p:sp>
          <p:nvSpPr>
            <p:cNvPr id="22" name="Freeform 21"/>
            <p:cNvSpPr>
              <a:spLocks/>
            </p:cNvSpPr>
            <p:nvPr/>
          </p:nvSpPr>
          <p:spPr bwMode="auto">
            <a:xfrm>
              <a:off x="2832" y="2352"/>
              <a:ext cx="2372" cy="994"/>
            </a:xfrm>
            <a:custGeom>
              <a:avLst/>
              <a:gdLst>
                <a:gd name="T0" fmla="*/ 0 w 2996"/>
                <a:gd name="T1" fmla="*/ 815 h 1213"/>
                <a:gd name="T2" fmla="*/ 203 w 2996"/>
                <a:gd name="T3" fmla="*/ 778 h 1213"/>
                <a:gd name="T4" fmla="*/ 386 w 2996"/>
                <a:gd name="T5" fmla="*/ 710 h 1213"/>
                <a:gd name="T6" fmla="*/ 561 w 2996"/>
                <a:gd name="T7" fmla="*/ 551 h 1213"/>
                <a:gd name="T8" fmla="*/ 657 w 2996"/>
                <a:gd name="T9" fmla="*/ 392 h 1213"/>
                <a:gd name="T10" fmla="*/ 728 w 2996"/>
                <a:gd name="T11" fmla="*/ 216 h 1213"/>
                <a:gd name="T12" fmla="*/ 775 w 2996"/>
                <a:gd name="T13" fmla="*/ 110 h 1213"/>
                <a:gd name="T14" fmla="*/ 838 w 2996"/>
                <a:gd name="T15" fmla="*/ 33 h 1213"/>
                <a:gd name="T16" fmla="*/ 928 w 2996"/>
                <a:gd name="T17" fmla="*/ 1 h 1213"/>
                <a:gd name="T18" fmla="*/ 1013 w 2996"/>
                <a:gd name="T19" fmla="*/ 29 h 1213"/>
                <a:gd name="T20" fmla="*/ 1078 w 2996"/>
                <a:gd name="T21" fmla="*/ 103 h 1213"/>
                <a:gd name="T22" fmla="*/ 1144 w 2996"/>
                <a:gd name="T23" fmla="*/ 277 h 1213"/>
                <a:gd name="T24" fmla="*/ 1181 w 2996"/>
                <a:gd name="T25" fmla="*/ 370 h 1213"/>
                <a:gd name="T26" fmla="*/ 1263 w 2996"/>
                <a:gd name="T27" fmla="*/ 529 h 1213"/>
                <a:gd name="T28" fmla="*/ 1364 w 2996"/>
                <a:gd name="T29" fmla="*/ 651 h 1213"/>
                <a:gd name="T30" fmla="*/ 1503 w 2996"/>
                <a:gd name="T31" fmla="*/ 734 h 1213"/>
                <a:gd name="T32" fmla="*/ 1620 w 2996"/>
                <a:gd name="T33" fmla="*/ 774 h 1213"/>
                <a:gd name="T34" fmla="*/ 1878 w 2996"/>
                <a:gd name="T35" fmla="*/ 809 h 12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96"/>
                <a:gd name="T55" fmla="*/ 0 h 1213"/>
                <a:gd name="T56" fmla="*/ 2996 w 2996"/>
                <a:gd name="T57" fmla="*/ 1213 h 12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96" h="1213">
                  <a:moveTo>
                    <a:pt x="0" y="1213"/>
                  </a:moveTo>
                  <a:cubicBezTo>
                    <a:pt x="54" y="1205"/>
                    <a:pt x="222" y="1185"/>
                    <a:pt x="325" y="1159"/>
                  </a:cubicBezTo>
                  <a:cubicBezTo>
                    <a:pt x="429" y="1135"/>
                    <a:pt x="526" y="1113"/>
                    <a:pt x="616" y="1057"/>
                  </a:cubicBezTo>
                  <a:cubicBezTo>
                    <a:pt x="711" y="1001"/>
                    <a:pt x="823" y="899"/>
                    <a:pt x="895" y="820"/>
                  </a:cubicBezTo>
                  <a:cubicBezTo>
                    <a:pt x="967" y="741"/>
                    <a:pt x="1004" y="666"/>
                    <a:pt x="1048" y="583"/>
                  </a:cubicBezTo>
                  <a:cubicBezTo>
                    <a:pt x="1092" y="500"/>
                    <a:pt x="1130" y="392"/>
                    <a:pt x="1162" y="322"/>
                  </a:cubicBezTo>
                  <a:cubicBezTo>
                    <a:pt x="1194" y="252"/>
                    <a:pt x="1208" y="208"/>
                    <a:pt x="1237" y="163"/>
                  </a:cubicBezTo>
                  <a:cubicBezTo>
                    <a:pt x="1266" y="118"/>
                    <a:pt x="1296" y="76"/>
                    <a:pt x="1336" y="49"/>
                  </a:cubicBezTo>
                  <a:cubicBezTo>
                    <a:pt x="1376" y="22"/>
                    <a:pt x="1434" y="2"/>
                    <a:pt x="1480" y="1"/>
                  </a:cubicBezTo>
                  <a:cubicBezTo>
                    <a:pt x="1526" y="0"/>
                    <a:pt x="1575" y="18"/>
                    <a:pt x="1615" y="43"/>
                  </a:cubicBezTo>
                  <a:cubicBezTo>
                    <a:pt x="1655" y="68"/>
                    <a:pt x="1685" y="93"/>
                    <a:pt x="1720" y="154"/>
                  </a:cubicBezTo>
                  <a:cubicBezTo>
                    <a:pt x="1755" y="215"/>
                    <a:pt x="1798" y="346"/>
                    <a:pt x="1825" y="412"/>
                  </a:cubicBezTo>
                  <a:cubicBezTo>
                    <a:pt x="1852" y="478"/>
                    <a:pt x="1854" y="488"/>
                    <a:pt x="1885" y="550"/>
                  </a:cubicBezTo>
                  <a:cubicBezTo>
                    <a:pt x="1916" y="612"/>
                    <a:pt x="1966" y="717"/>
                    <a:pt x="2014" y="787"/>
                  </a:cubicBezTo>
                  <a:cubicBezTo>
                    <a:pt x="2062" y="857"/>
                    <a:pt x="2112" y="918"/>
                    <a:pt x="2176" y="969"/>
                  </a:cubicBezTo>
                  <a:cubicBezTo>
                    <a:pt x="2240" y="1020"/>
                    <a:pt x="2330" y="1062"/>
                    <a:pt x="2398" y="1093"/>
                  </a:cubicBezTo>
                  <a:cubicBezTo>
                    <a:pt x="2466" y="1124"/>
                    <a:pt x="2484" y="1134"/>
                    <a:pt x="2584" y="1153"/>
                  </a:cubicBezTo>
                  <a:cubicBezTo>
                    <a:pt x="2684" y="1172"/>
                    <a:pt x="2910" y="1194"/>
                    <a:pt x="2996" y="1205"/>
                  </a:cubicBezTo>
                </a:path>
              </a:pathLst>
            </a:custGeom>
            <a:noFill/>
            <a:ln w="12700">
              <a:solidFill>
                <a:schemeClr val="tx1"/>
              </a:solidFill>
              <a:round/>
              <a:headEnd/>
              <a:tailEnd/>
            </a:ln>
          </p:spPr>
          <p:txBody>
            <a:bodyPr wrap="none"/>
            <a:lstStyle/>
            <a:p>
              <a:endParaRPr lang="en-US">
                <a:latin typeface="Times New Roman" pitchFamily="18" charset="0"/>
                <a:cs typeface="Times New Roman" pitchFamily="18" charset="0"/>
              </a:endParaRPr>
            </a:p>
          </p:txBody>
        </p:sp>
        <p:sp>
          <p:nvSpPr>
            <p:cNvPr id="23" name="Line 23"/>
            <p:cNvSpPr>
              <a:spLocks noChangeShapeType="1"/>
            </p:cNvSpPr>
            <p:nvPr/>
          </p:nvSpPr>
          <p:spPr bwMode="auto">
            <a:xfrm>
              <a:off x="4004" y="2353"/>
              <a:ext cx="0" cy="983"/>
            </a:xfrm>
            <a:prstGeom prst="line">
              <a:avLst/>
            </a:prstGeom>
            <a:noFill/>
            <a:ln w="9525">
              <a:solidFill>
                <a:schemeClr val="tx1"/>
              </a:solidFill>
              <a:prstDash val="dash"/>
              <a:round/>
              <a:headEnd/>
              <a:tailEnd/>
            </a:ln>
          </p:spPr>
          <p:txBody>
            <a:bodyPr wrap="none"/>
            <a:lstStyle/>
            <a:p>
              <a:endParaRPr lang="en-US">
                <a:latin typeface="Times New Roman" pitchFamily="18" charset="0"/>
                <a:cs typeface="Times New Roman" pitchFamily="18" charset="0"/>
              </a:endParaRPr>
            </a:p>
          </p:txBody>
        </p:sp>
        <p:sp>
          <p:nvSpPr>
            <p:cNvPr id="24" name="Text Box 24"/>
            <p:cNvSpPr txBox="1">
              <a:spLocks noChangeArrowheads="1"/>
            </p:cNvSpPr>
            <p:nvPr/>
          </p:nvSpPr>
          <p:spPr bwMode="auto">
            <a:xfrm>
              <a:off x="3643" y="3374"/>
              <a:ext cx="543" cy="282"/>
            </a:xfrm>
            <a:prstGeom prst="rect">
              <a:avLst/>
            </a:prstGeom>
            <a:noFill/>
            <a:ln w="9525">
              <a:noFill/>
              <a:miter lim="800000"/>
              <a:headEnd/>
              <a:tailEnd/>
            </a:ln>
          </p:spPr>
          <p:txBody>
            <a:bodyPr wrap="none">
              <a:spAutoFit/>
            </a:bodyPr>
            <a:lstStyle/>
            <a:p>
              <a:pPr eaLnBrk="0" hangingPunct="0">
                <a:spcBef>
                  <a:spcPct val="0"/>
                </a:spcBef>
              </a:pPr>
              <a:r>
                <a:rPr lang="en-US" altLang="en-US">
                  <a:latin typeface="Times New Roman" pitchFamily="18" charset="0"/>
                  <a:cs typeface="Times New Roman" pitchFamily="18" charset="0"/>
                </a:rPr>
                <a:t>    15</a:t>
              </a:r>
            </a:p>
          </p:txBody>
        </p:sp>
        <p:sp>
          <p:nvSpPr>
            <p:cNvPr id="25" name="Rectangle 24"/>
            <p:cNvSpPr>
              <a:spLocks noChangeArrowheads="1"/>
            </p:cNvSpPr>
            <p:nvPr/>
          </p:nvSpPr>
          <p:spPr bwMode="auto">
            <a:xfrm>
              <a:off x="5228" y="3222"/>
              <a:ext cx="252" cy="282"/>
            </a:xfrm>
            <a:prstGeom prst="rect">
              <a:avLst/>
            </a:prstGeom>
            <a:noFill/>
            <a:ln w="9525">
              <a:noFill/>
              <a:miter lim="800000"/>
              <a:headEnd/>
              <a:tailEnd/>
            </a:ln>
          </p:spPr>
          <p:txBody>
            <a:bodyPr wrap="none">
              <a:spAutoFit/>
            </a:bodyPr>
            <a:lstStyle/>
            <a:p>
              <a:r>
                <a:rPr lang="en-US">
                  <a:latin typeface="Times New Roman" pitchFamily="18" charset="0"/>
                  <a:cs typeface="Times New Roman" pitchFamily="18" charset="0"/>
                </a:rPr>
                <a:t>x</a:t>
              </a:r>
            </a:p>
          </p:txBody>
        </p:sp>
        <p:sp>
          <p:nvSpPr>
            <p:cNvPr id="26" name="Text Box 26"/>
            <p:cNvSpPr txBox="1">
              <a:spLocks noChangeArrowheads="1"/>
            </p:cNvSpPr>
            <p:nvPr/>
          </p:nvSpPr>
          <p:spPr bwMode="auto">
            <a:xfrm>
              <a:off x="4240" y="3374"/>
              <a:ext cx="349" cy="282"/>
            </a:xfrm>
            <a:prstGeom prst="rect">
              <a:avLst/>
            </a:prstGeom>
            <a:noFill/>
            <a:ln w="9525">
              <a:noFill/>
              <a:miter lim="800000"/>
              <a:headEnd/>
              <a:tailEnd/>
            </a:ln>
          </p:spPr>
          <p:txBody>
            <a:bodyPr wrap="none">
              <a:spAutoFit/>
            </a:bodyPr>
            <a:lstStyle/>
            <a:p>
              <a:pPr eaLnBrk="0" hangingPunct="0">
                <a:spcBef>
                  <a:spcPct val="0"/>
                </a:spcBef>
              </a:pPr>
              <a:r>
                <a:rPr lang="en-US" altLang="en-US">
                  <a:latin typeface="Times New Roman" pitchFamily="18" charset="0"/>
                  <a:cs typeface="Times New Roman" pitchFamily="18" charset="0"/>
                </a:rPr>
                <a:t>20</a:t>
              </a:r>
            </a:p>
          </p:txBody>
        </p:sp>
        <p:sp>
          <p:nvSpPr>
            <p:cNvPr id="27" name="Line 27"/>
            <p:cNvSpPr>
              <a:spLocks noChangeShapeType="1"/>
            </p:cNvSpPr>
            <p:nvPr/>
          </p:nvSpPr>
          <p:spPr bwMode="auto">
            <a:xfrm>
              <a:off x="3912" y="3312"/>
              <a:ext cx="0" cy="90"/>
            </a:xfrm>
            <a:prstGeom prst="line">
              <a:avLst/>
            </a:prstGeom>
            <a:no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28" name="Rectangle 27"/>
            <p:cNvSpPr>
              <a:spLocks noChangeArrowheads="1"/>
            </p:cNvSpPr>
            <p:nvPr/>
          </p:nvSpPr>
          <p:spPr bwMode="auto">
            <a:xfrm>
              <a:off x="4416" y="2686"/>
              <a:ext cx="764" cy="282"/>
            </a:xfrm>
            <a:prstGeom prst="rect">
              <a:avLst/>
            </a:prstGeom>
            <a:noFill/>
            <a:ln w="9525" algn="ctr">
              <a:noFill/>
              <a:miter lim="800000"/>
              <a:headEnd/>
              <a:tailEnd/>
            </a:ln>
          </p:spPr>
          <p:txBody>
            <a:bodyPr wrap="none">
              <a:spAutoFit/>
            </a:bodyPr>
            <a:lstStyle/>
            <a:p>
              <a:r>
                <a:rPr lang="en-US" i="1">
                  <a:latin typeface="Times New Roman" pitchFamily="18" charset="0"/>
                  <a:cs typeface="Times New Roman" pitchFamily="18" charset="0"/>
                  <a:sym typeface="Symbol" pitchFamily="18" charset="2"/>
                </a:rPr>
                <a:t></a:t>
              </a:r>
              <a:r>
                <a:rPr lang="en-US">
                  <a:latin typeface="Times New Roman" pitchFamily="18" charset="0"/>
                  <a:cs typeface="Times New Roman" pitchFamily="18" charset="0"/>
                </a:rPr>
                <a:t>= 15.5</a:t>
              </a:r>
            </a:p>
          </p:txBody>
        </p:sp>
        <p:sp>
          <p:nvSpPr>
            <p:cNvPr id="29" name="Line 29"/>
            <p:cNvSpPr>
              <a:spLocks noChangeShapeType="1"/>
            </p:cNvSpPr>
            <p:nvPr/>
          </p:nvSpPr>
          <p:spPr bwMode="auto">
            <a:xfrm>
              <a:off x="3792" y="2544"/>
              <a:ext cx="0" cy="816"/>
            </a:xfrm>
            <a:prstGeom prst="line">
              <a:avLst/>
            </a:prstGeom>
            <a:noFill/>
            <a:ln w="9525">
              <a:solidFill>
                <a:schemeClr val="tx1"/>
              </a:solidFill>
              <a:round/>
              <a:headEnd/>
              <a:tailEnd/>
            </a:ln>
          </p:spPr>
          <p:txBody>
            <a:bodyPr>
              <a:spAutoFit/>
            </a:bodyPr>
            <a:lstStyle/>
            <a:p>
              <a:endParaRPr lang="en-US">
                <a:latin typeface="Times New Roman" pitchFamily="18" charset="0"/>
                <a:cs typeface="Times New Roman" pitchFamily="18" charset="0"/>
              </a:endParaRPr>
            </a:p>
          </p:txBody>
        </p:sp>
        <p:sp>
          <p:nvSpPr>
            <p:cNvPr id="30" name="Line 30"/>
            <p:cNvSpPr>
              <a:spLocks noChangeShapeType="1"/>
            </p:cNvSpPr>
            <p:nvPr/>
          </p:nvSpPr>
          <p:spPr bwMode="auto">
            <a:xfrm>
              <a:off x="3519" y="3312"/>
              <a:ext cx="0" cy="90"/>
            </a:xfrm>
            <a:prstGeom prst="line">
              <a:avLst/>
            </a:prstGeom>
            <a:no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31" name="Rectangle 30"/>
            <p:cNvSpPr>
              <a:spLocks noChangeArrowheads="1"/>
            </p:cNvSpPr>
            <p:nvPr/>
          </p:nvSpPr>
          <p:spPr bwMode="auto">
            <a:xfrm>
              <a:off x="3021" y="2881"/>
              <a:ext cx="494" cy="282"/>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13.5</a:t>
              </a:r>
            </a:p>
          </p:txBody>
        </p:sp>
        <p:sp>
          <p:nvSpPr>
            <p:cNvPr id="32" name="Line 32"/>
            <p:cNvSpPr>
              <a:spLocks noChangeShapeType="1"/>
            </p:cNvSpPr>
            <p:nvPr/>
          </p:nvSpPr>
          <p:spPr bwMode="auto">
            <a:xfrm>
              <a:off x="3408" y="3120"/>
              <a:ext cx="384" cy="96"/>
            </a:xfrm>
            <a:prstGeom prst="line">
              <a:avLst/>
            </a:prstGeom>
            <a:noFill/>
            <a:ln w="9525">
              <a:solidFill>
                <a:schemeClr val="tx1"/>
              </a:solidFill>
              <a:round/>
              <a:headEnd/>
              <a:tailEnd type="triangle" w="med" len="med"/>
            </a:ln>
          </p:spPr>
          <p:txBody>
            <a:bodyPr>
              <a:spAutoFit/>
            </a:bodyPr>
            <a:lstStyle/>
            <a:p>
              <a:endParaRPr lang="en-US">
                <a:latin typeface="Times New Roman" pitchFamily="18" charset="0"/>
                <a:cs typeface="Times New Roman" pitchFamily="18" charset="0"/>
              </a:endParaRPr>
            </a:p>
          </p:txBody>
        </p:sp>
      </p:grpSp>
      <p:sp>
        <p:nvSpPr>
          <p:cNvPr id="33" name="Rectangle 32"/>
          <p:cNvSpPr>
            <a:spLocks noChangeArrowheads="1"/>
          </p:cNvSpPr>
          <p:nvPr/>
        </p:nvSpPr>
        <p:spPr bwMode="auto">
          <a:xfrm>
            <a:off x="1959769" y="3962526"/>
            <a:ext cx="1064715" cy="369332"/>
          </a:xfrm>
          <a:prstGeom prst="rect">
            <a:avLst/>
          </a:prstGeom>
          <a:noFill/>
          <a:ln w="9525" algn="ctr">
            <a:noFill/>
            <a:miter lim="800000"/>
            <a:headEnd/>
            <a:tailEnd/>
          </a:ln>
        </p:spPr>
        <p:txBody>
          <a:bodyPr wrap="none">
            <a:spAutoFit/>
          </a:bodyPr>
          <a:lstStyle/>
          <a:p>
            <a:r>
              <a:rPr lang="en-US">
                <a:latin typeface="Times New Roman" pitchFamily="18" charset="0"/>
                <a:cs typeface="Times New Roman" pitchFamily="18" charset="0"/>
              </a:rPr>
              <a:t>= 0.2709 </a:t>
            </a:r>
          </a:p>
        </p:txBody>
      </p:sp>
      <p:sp>
        <p:nvSpPr>
          <p:cNvPr id="34" name="Rectangle 33"/>
          <p:cNvSpPr>
            <a:spLocks noChangeArrowheads="1"/>
          </p:cNvSpPr>
          <p:nvPr/>
        </p:nvSpPr>
        <p:spPr bwMode="auto">
          <a:xfrm>
            <a:off x="713184" y="5590935"/>
            <a:ext cx="7516415" cy="400110"/>
          </a:xfrm>
          <a:prstGeom prst="rect">
            <a:avLst/>
          </a:prstGeom>
          <a:noFill/>
          <a:ln w="9525" algn="ctr">
            <a:noFill/>
            <a:miter lim="800000"/>
            <a:headEnd/>
            <a:tailEnd/>
          </a:ln>
        </p:spPr>
        <p:txBody>
          <a:bodyPr wrap="square">
            <a:spAutoFit/>
          </a:bodyPr>
          <a:lstStyle/>
          <a:p>
            <a:r>
              <a:rPr lang="en-US" sz="2000" dirty="0">
                <a:cs typeface="Times New Roman" pitchFamily="18" charset="0"/>
              </a:rPr>
              <a:t>The probability that less than 14 plan to attend college is 0.2709.</a:t>
            </a:r>
          </a:p>
        </p:txBody>
      </p:sp>
      <p:sp>
        <p:nvSpPr>
          <p:cNvPr id="35" name="Freeform 34"/>
          <p:cNvSpPr>
            <a:spLocks/>
          </p:cNvSpPr>
          <p:nvPr/>
        </p:nvSpPr>
        <p:spPr bwMode="auto">
          <a:xfrm>
            <a:off x="3784757" y="3893392"/>
            <a:ext cx="1110854" cy="1096208"/>
          </a:xfrm>
          <a:custGeom>
            <a:avLst/>
            <a:gdLst>
              <a:gd name="T0" fmla="*/ 2147483647 w 933"/>
              <a:gd name="T1" fmla="*/ 2094248445 h 837"/>
              <a:gd name="T2" fmla="*/ 2147483647 w 933"/>
              <a:gd name="T3" fmla="*/ 0 h 837"/>
              <a:gd name="T4" fmla="*/ 2147483647 w 933"/>
              <a:gd name="T5" fmla="*/ 342741120 h 837"/>
              <a:gd name="T6" fmla="*/ 1935480941 w 933"/>
              <a:gd name="T7" fmla="*/ 947578514 h 837"/>
              <a:gd name="T8" fmla="*/ 1733868425 w 933"/>
              <a:gd name="T9" fmla="*/ 1270158298 h 837"/>
              <a:gd name="T10" fmla="*/ 1444050831 w 933"/>
              <a:gd name="T11" fmla="*/ 1572576846 h 837"/>
              <a:gd name="T12" fmla="*/ 922377654 w 933"/>
              <a:gd name="T13" fmla="*/ 1912797316 h 837"/>
              <a:gd name="T14" fmla="*/ 0 w 933"/>
              <a:gd name="T15" fmla="*/ 2109369372 h 837"/>
              <a:gd name="T16" fmla="*/ 0 60000 65536"/>
              <a:gd name="T17" fmla="*/ 0 60000 65536"/>
              <a:gd name="T18" fmla="*/ 0 60000 65536"/>
              <a:gd name="T19" fmla="*/ 0 60000 65536"/>
              <a:gd name="T20" fmla="*/ 0 60000 65536"/>
              <a:gd name="T21" fmla="*/ 0 60000 65536"/>
              <a:gd name="T22" fmla="*/ 0 60000 65536"/>
              <a:gd name="T23" fmla="*/ 0 60000 65536"/>
              <a:gd name="T24" fmla="*/ 0 w 933"/>
              <a:gd name="T25" fmla="*/ 0 h 837"/>
              <a:gd name="T26" fmla="*/ 933 w 933"/>
              <a:gd name="T27" fmla="*/ 837 h 83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33" h="837">
                <a:moveTo>
                  <a:pt x="927" y="831"/>
                </a:moveTo>
                <a:lnTo>
                  <a:pt x="933" y="0"/>
                </a:lnTo>
                <a:lnTo>
                  <a:pt x="876" y="136"/>
                </a:lnTo>
                <a:lnTo>
                  <a:pt x="768" y="376"/>
                </a:lnTo>
                <a:lnTo>
                  <a:pt x="688" y="504"/>
                </a:lnTo>
                <a:lnTo>
                  <a:pt x="573" y="624"/>
                </a:lnTo>
                <a:lnTo>
                  <a:pt x="366" y="759"/>
                </a:lnTo>
                <a:lnTo>
                  <a:pt x="0" y="837"/>
                </a:lnTo>
              </a:path>
            </a:pathLst>
          </a:custGeom>
          <a:solidFill>
            <a:schemeClr val="accent2">
              <a:alpha val="79999"/>
            </a:schemeClr>
          </a:solidFill>
          <a:ln w="12700">
            <a:noFill/>
            <a:round/>
            <a:headEnd/>
            <a:tailEnd/>
          </a:ln>
        </p:spPr>
        <p:txBody>
          <a:bodyPr wrap="none"/>
          <a:lstStyle/>
          <a:p>
            <a:endParaRPr lang="en-US">
              <a:latin typeface="Times New Roman" pitchFamily="18" charset="0"/>
              <a:cs typeface="Times New Roman" pitchFamily="18" charset="0"/>
            </a:endParaRPr>
          </a:p>
        </p:txBody>
      </p:sp>
      <p:sp>
        <p:nvSpPr>
          <p:cNvPr id="36" name="TextBox 35">
            <a:extLst>
              <a:ext uri="{FF2B5EF4-FFF2-40B4-BE49-F238E27FC236}">
                <a16:creationId xmlns:a16="http://schemas.microsoft.com/office/drawing/2014/main" id="{DC34279E-D14C-52F5-6FEF-8F51B99C5739}"/>
              </a:ext>
            </a:extLst>
          </p:cNvPr>
          <p:cNvSpPr txBox="1"/>
          <p:nvPr/>
        </p:nvSpPr>
        <p:spPr>
          <a:xfrm>
            <a:off x="15479" y="2300230"/>
            <a:ext cx="4572000" cy="506292"/>
          </a:xfrm>
          <a:prstGeom prst="rect">
            <a:avLst/>
          </a:prstGeom>
          <a:noFill/>
        </p:spPr>
        <p:txBody>
          <a:bodyPr wrap="square">
            <a:spAutoFit/>
          </a:bodyPr>
          <a:lstStyle/>
          <a:p>
            <a:pPr marL="598885" lvl="1" indent="-338138">
              <a:lnSpc>
                <a:spcPct val="150000"/>
              </a:lnSpc>
              <a:spcBef>
                <a:spcPct val="20000"/>
              </a:spcBef>
            </a:pPr>
            <a:r>
              <a:rPr lang="en-US" sz="2000" dirty="0">
                <a:solidFill>
                  <a:srgbClr val="FF0000"/>
                </a:solidFill>
                <a:cs typeface="Times New Roman" pitchFamily="18" charset="0"/>
                <a:sym typeface="Symbol" pitchFamily="18" charset="2"/>
              </a:rPr>
              <a:t>Solution:</a:t>
            </a:r>
          </a:p>
        </p:txBody>
      </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5EA9F724-B96F-DD29-D8EB-5DE4DA26064B}"/>
                  </a:ext>
                </a:extLst>
              </p14:cNvPr>
              <p14:cNvContentPartPr/>
              <p14:nvPr/>
            </p14:nvContentPartPr>
            <p14:xfrm>
              <a:off x="1050480" y="1368000"/>
              <a:ext cx="5760720" cy="4504320"/>
            </p14:xfrm>
          </p:contentPart>
        </mc:Choice>
        <mc:Fallback>
          <p:pic>
            <p:nvPicPr>
              <p:cNvPr id="3" name="Ink 2">
                <a:extLst>
                  <a:ext uri="{FF2B5EF4-FFF2-40B4-BE49-F238E27FC236}">
                    <a16:creationId xmlns:a16="http://schemas.microsoft.com/office/drawing/2014/main" id="{5EA9F724-B96F-DD29-D8EB-5DE4DA26064B}"/>
                  </a:ext>
                </a:extLst>
              </p:cNvPr>
              <p:cNvPicPr/>
              <p:nvPr/>
            </p:nvPicPr>
            <p:blipFill>
              <a:blip r:embed="rId7"/>
              <a:stretch>
                <a:fillRect/>
              </a:stretch>
            </p:blipFill>
            <p:spPr>
              <a:xfrm>
                <a:off x="1041120" y="1358640"/>
                <a:ext cx="5779440" cy="4523040"/>
              </a:xfrm>
              <a:prstGeom prst="rect">
                <a:avLst/>
              </a:prstGeom>
            </p:spPr>
          </p:pic>
        </mc:Fallback>
      </mc:AlternateContent>
    </p:spTree>
    <p:extLst>
      <p:ext uri="{BB962C8B-B14F-4D97-AF65-F5344CB8AC3E}">
        <p14:creationId xmlns:p14="http://schemas.microsoft.com/office/powerpoint/2010/main" val="117693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par>
                          <p:cTn id="8" fill="hold">
                            <p:stCondLst>
                              <p:cond delay="1000"/>
                            </p:stCondLst>
                            <p:childTnLst>
                              <p:par>
                                <p:cTn id="9" presetID="22" presetClass="entr" presetSubtype="8"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1000"/>
                                        <p:tgtEl>
                                          <p:spTgt spid="7"/>
                                        </p:tgtEl>
                                      </p:cBhvr>
                                    </p:animEffect>
                                  </p:childTnLst>
                                </p:cTn>
                              </p:par>
                            </p:childTnLst>
                          </p:cTn>
                        </p:par>
                        <p:par>
                          <p:cTn id="12" fill="hold">
                            <p:stCondLst>
                              <p:cond delay="2500"/>
                            </p:stCondLst>
                            <p:childTnLst>
                              <p:par>
                                <p:cTn id="13" presetID="1" presetClass="entr" presetSubtype="0" fill="hold" nodeType="afterEffect">
                                  <p:stCondLst>
                                    <p:cond delay="50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500"/>
                                  </p:stCondLst>
                                  <p:childTnLst>
                                    <p:set>
                                      <p:cBhvr>
                                        <p:cTn id="21" dur="1" fill="hold">
                                          <p:stCondLst>
                                            <p:cond delay="0"/>
                                          </p:stCondLst>
                                        </p:cTn>
                                        <p:tgtEl>
                                          <p:spTgt spid="12"/>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nodeType="afterEffect">
                                  <p:stCondLst>
                                    <p:cond delay="50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50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par>
                          <p:cTn id="40" fill="hold">
                            <p:stCondLst>
                              <p:cond delay="0"/>
                            </p:stCondLst>
                            <p:childTnLst>
                              <p:par>
                                <p:cTn id="41" presetID="22" presetClass="entr" presetSubtype="8" fill="hold" grpId="0" nodeType="afterEffect">
                                  <p:stCondLst>
                                    <p:cond delay="500"/>
                                  </p:stCondLst>
                                  <p:childTnLst>
                                    <p:set>
                                      <p:cBhvr>
                                        <p:cTn id="42" dur="1" fill="hold">
                                          <p:stCondLst>
                                            <p:cond delay="0"/>
                                          </p:stCondLst>
                                        </p:cTn>
                                        <p:tgtEl>
                                          <p:spTgt spid="35"/>
                                        </p:tgtEl>
                                        <p:attrNameLst>
                                          <p:attrName>style.visibility</p:attrName>
                                        </p:attrNameLst>
                                      </p:cBhvr>
                                      <p:to>
                                        <p:strVal val="visible"/>
                                      </p:to>
                                    </p:set>
                                    <p:animEffect transition="in" filter="wipe(left)">
                                      <p:cBhvr>
                                        <p:cTn id="4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6" grpId="0"/>
      <p:bldP spid="33" grpId="0"/>
      <p:bldP spid="34" grpId="0"/>
      <p:bldP spid="3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Chi- Square distribution</a:t>
            </a:r>
          </a:p>
        </p:txBody>
      </p:sp>
      <p:sp>
        <p:nvSpPr>
          <p:cNvPr id="6" name="Content Placeholder 1">
            <a:extLst>
              <a:ext uri="{FF2B5EF4-FFF2-40B4-BE49-F238E27FC236}">
                <a16:creationId xmlns:a16="http://schemas.microsoft.com/office/drawing/2014/main" id="{6765B551-C0EC-4CB5-995D-B5FEEFB5D2EA}"/>
              </a:ext>
            </a:extLst>
          </p:cNvPr>
          <p:cNvSpPr txBox="1">
            <a:spLocks/>
          </p:cNvSpPr>
          <p:nvPr/>
        </p:nvSpPr>
        <p:spPr>
          <a:xfrm>
            <a:off x="228600" y="3200401"/>
            <a:ext cx="11125200" cy="2667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IN" sz="2400" dirty="0"/>
              <a:t>Chi-Square distribution pdf is given by</a:t>
            </a:r>
          </a:p>
          <a:p>
            <a:pPr marL="285750" indent="-285750"/>
            <a:endParaRPr lang="en-IN" sz="2400" dirty="0"/>
          </a:p>
          <a:p>
            <a:pPr marL="285750" indent="-285750"/>
            <a:endParaRPr lang="en-IN" sz="2400" dirty="0"/>
          </a:p>
          <a:p>
            <a:pPr marL="285750" indent="-285750"/>
            <a:endParaRPr lang="en-IN" sz="2400" dirty="0"/>
          </a:p>
          <a:p>
            <a:pPr marL="0" indent="0"/>
            <a:r>
              <a:rPr lang="en-IN" sz="2400" dirty="0"/>
              <a:t>where k is the parameter of distribution, also known as degrees of freedom</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9EC6629-C8D8-4C63-9F17-E41BCF7FC8CA}"/>
                  </a:ext>
                </a:extLst>
              </p:cNvPr>
              <p:cNvSpPr txBox="1"/>
              <p:nvPr/>
            </p:nvSpPr>
            <p:spPr>
              <a:xfrm>
                <a:off x="533400" y="3702304"/>
                <a:ext cx="4335802" cy="1078693"/>
              </a:xfrm>
              <a:prstGeom prst="rect">
                <a:avLst/>
              </a:prstGeom>
              <a:noFill/>
            </p:spPr>
            <p:txBody>
              <a:bodyPr wrap="none" lIns="0" tIns="0" rIns="0" bIns="0" rtlCol="0">
                <a:spAutoFit/>
              </a:bodyPr>
              <a:lstStyle/>
              <a:p>
                <a:pPr/>
                <a14:m>
                  <m:oMathPara xmlns:m="http://schemas.openxmlformats.org/officeDocument/2006/math">
                    <m:oMath>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e>
                      </m:d>
                      <m:r>
                        <a:rPr lang="en-IN" b="0" i="1" smtClean="0">
                          <a:latin typeface="Cambria Math" panose="02040503050406030204" pitchFamily="18" charset="0"/>
                        </a:rPr>
                        <m:t>=</m:t>
                      </m:r>
                      <m:d>
                        <m:dPr>
                          <m:begChr m:val="{"/>
                          <m:endChr m:val=""/>
                          <m:ctrlPr>
                            <a:rPr lang="en-IN" b="0" i="1" smtClean="0">
                              <a:latin typeface="Cambria Math" panose="02040503050406030204" pitchFamily="18" charset="0"/>
                            </a:rPr>
                          </m:ctrlPr>
                        </m:dPr>
                        <m:e>
                          <m:eqArr>
                            <m:eqArrPr>
                              <m:ctrlPr>
                                <a:rPr lang="en-IN" b="0" i="1" smtClean="0">
                                  <a:latin typeface="Cambria Math" panose="02040503050406030204" pitchFamily="18" charset="0"/>
                                </a:rPr>
                              </m:ctrlPr>
                            </m:eqArrPr>
                            <m:e>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sSup>
                                    <m:sSupPr>
                                      <m:ctrlPr>
                                        <a:rPr lang="en-IN" b="0" i="1" smtClean="0">
                                          <a:latin typeface="Cambria Math" panose="02040503050406030204" pitchFamily="18" charset="0"/>
                                        </a:rPr>
                                      </m:ctrlPr>
                                    </m:sSupPr>
                                    <m:e>
                                      <m:r>
                                        <a:rPr lang="en-IN" b="0" i="1" smtClean="0">
                                          <a:latin typeface="Cambria Math" panose="02040503050406030204" pitchFamily="18" charset="0"/>
                                        </a:rPr>
                                        <m:t>2</m:t>
                                      </m:r>
                                    </m:e>
                                    <m:sup>
                                      <m:r>
                                        <a:rPr lang="en-US" b="0" i="1" smtClean="0">
                                          <a:latin typeface="Cambria Math" panose="02040503050406030204" pitchFamily="18" charset="0"/>
                                        </a:rPr>
                                        <m:t>𝑘</m:t>
                                      </m:r>
                                      <m:r>
                                        <a:rPr lang="en-IN" b="0" i="1" smtClean="0">
                                          <a:latin typeface="Cambria Math" panose="02040503050406030204" pitchFamily="18" charset="0"/>
                                          <a:ea typeface="Cambria Math" panose="02040503050406030204" pitchFamily="18" charset="0"/>
                                        </a:rPr>
                                        <m:t>/2</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𝑘</m:t>
                                          </m:r>
                                        </m:num>
                                        <m:den>
                                          <m:r>
                                            <a:rPr lang="en-IN" b="0" i="1" smtClean="0">
                                              <a:latin typeface="Cambria Math" panose="02040503050406030204" pitchFamily="18" charset="0"/>
                                              <a:ea typeface="Cambria Math" panose="02040503050406030204" pitchFamily="18" charset="0"/>
                                            </a:rPr>
                                            <m:t>2</m:t>
                                          </m:r>
                                        </m:den>
                                      </m:f>
                                      <m:r>
                                        <a:rPr lang="en-IN" b="0" i="1" smtClean="0">
                                          <a:latin typeface="Cambria Math" panose="02040503050406030204" pitchFamily="18" charset="0"/>
                                          <a:ea typeface="Cambria Math" panose="02040503050406030204" pitchFamily="18" charset="0"/>
                                        </a:rPr>
                                        <m:t>)</m:t>
                                      </m:r>
                                    </m:e>
                                  </m:d>
                                </m:den>
                              </m:f>
                              <m:sSup>
                                <m:sSupPr>
                                  <m:ctrlPr>
                                    <a:rPr lang="en-IN" b="0" i="1" smtClean="0">
                                      <a:latin typeface="Cambria Math" panose="02040503050406030204" pitchFamily="18" charset="0"/>
                                    </a:rPr>
                                  </m:ctrlPr>
                                </m:sSupPr>
                                <m:e>
                                  <m:r>
                                    <a:rPr lang="en-IN" b="0" i="1" smtClean="0">
                                      <a:latin typeface="Cambria Math" panose="02040503050406030204" pitchFamily="18" charset="0"/>
                                    </a:rPr>
                                    <m:t>𝑥</m:t>
                                  </m:r>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𝑘</m:t>
                                      </m:r>
                                    </m:num>
                                    <m:den>
                                      <m:r>
                                        <a:rPr lang="en-IN" i="1">
                                          <a:latin typeface="Cambria Math" panose="02040503050406030204" pitchFamily="18" charset="0"/>
                                          <a:ea typeface="Cambria Math" panose="02040503050406030204" pitchFamily="18" charset="0"/>
                                        </a:rPr>
                                        <m:t>2</m:t>
                                      </m:r>
                                    </m:den>
                                  </m:f>
                                  <m:r>
                                    <a:rPr lang="en-IN" b="0" i="1" smtClean="0">
                                      <a:latin typeface="Cambria Math" panose="02040503050406030204" pitchFamily="18" charset="0"/>
                                      <a:ea typeface="Cambria Math" panose="02040503050406030204" pitchFamily="18" charset="0"/>
                                    </a:rPr>
                                    <m:t>−1</m:t>
                                  </m:r>
                                </m:sup>
                              </m:sSup>
                              <m:sSup>
                                <m:sSupPr>
                                  <m:ctrlPr>
                                    <a:rPr lang="en-IN" b="0" i="1" smtClean="0">
                                      <a:latin typeface="Cambria Math" panose="02040503050406030204" pitchFamily="18" charset="0"/>
                                    </a:rPr>
                                  </m:ctrlPr>
                                </m:sSupPr>
                                <m:e>
                                  <m:r>
                                    <a:rPr lang="en-IN" b="0" i="1" smtClean="0">
                                      <a:latin typeface="Cambria Math" panose="02040503050406030204" pitchFamily="18" charset="0"/>
                                    </a:rPr>
                                    <m:t>𝑒</m:t>
                                  </m:r>
                                </m:e>
                                <m:sup>
                                  <m:r>
                                    <a:rPr lang="en-IN" b="0" i="1" smtClean="0">
                                      <a:latin typeface="Cambria Math" panose="02040503050406030204" pitchFamily="18" charset="0"/>
                                    </a:rPr>
                                    <m:t>−</m:t>
                                  </m:r>
                                  <m:f>
                                    <m:fPr>
                                      <m:ctrlPr>
                                        <a:rPr lang="en-IN" b="0" i="1" smtClean="0">
                                          <a:latin typeface="Cambria Math" panose="02040503050406030204" pitchFamily="18" charset="0"/>
                                          <a:ea typeface="Cambria Math" panose="02040503050406030204" pitchFamily="18" charset="0"/>
                                        </a:rPr>
                                      </m:ctrlPr>
                                    </m:fPr>
                                    <m:num>
                                      <m:r>
                                        <a:rPr lang="en-IN" b="0" i="1" smtClean="0">
                                          <a:latin typeface="Cambria Math" panose="02040503050406030204" pitchFamily="18" charset="0"/>
                                          <a:ea typeface="Cambria Math" panose="02040503050406030204" pitchFamily="18" charset="0"/>
                                        </a:rPr>
                                        <m:t>𝑥</m:t>
                                      </m:r>
                                    </m:num>
                                    <m:den>
                                      <m:r>
                                        <a:rPr lang="en-IN" i="1">
                                          <a:latin typeface="Cambria Math" panose="02040503050406030204" pitchFamily="18" charset="0"/>
                                          <a:ea typeface="Cambria Math" panose="02040503050406030204" pitchFamily="18" charset="0"/>
                                        </a:rPr>
                                        <m:t>2</m:t>
                                      </m:r>
                                    </m:den>
                                  </m:f>
                                </m:sup>
                              </m:sSup>
                              <m:r>
                                <a:rPr lang="en-IN" b="0" i="1" smtClean="0">
                                  <a:latin typeface="Cambria Math" panose="02040503050406030204" pitchFamily="18" charset="0"/>
                                </a:rPr>
                                <m:t>          </m:t>
                              </m:r>
                              <m:r>
                                <a:rPr lang="en-IN" b="0" i="1" smtClean="0">
                                  <a:latin typeface="Cambria Math" panose="02040503050406030204" pitchFamily="18" charset="0"/>
                                </a:rPr>
                                <m:t>𝑓𝑜𝑟</m:t>
                              </m:r>
                              <m:r>
                                <a:rPr lang="en-IN" b="0" i="1" smtClean="0">
                                  <a:latin typeface="Cambria Math" panose="02040503050406030204" pitchFamily="18" charset="0"/>
                                </a:rPr>
                                <m:t> </m:t>
                              </m:r>
                              <m:r>
                                <a:rPr lang="en-IN" b="0" i="1" smtClean="0">
                                  <a:latin typeface="Cambria Math" panose="02040503050406030204" pitchFamily="18" charset="0"/>
                                </a:rPr>
                                <m:t>𝑥</m:t>
                              </m:r>
                              <m:r>
                                <a:rPr lang="en-IN" b="0" i="1" smtClean="0">
                                  <a:latin typeface="Cambria Math" panose="02040503050406030204" pitchFamily="18" charset="0"/>
                                </a:rPr>
                                <m:t>&gt;0</m:t>
                              </m:r>
                            </m:e>
                            <m:e>
                              <m:r>
                                <a:rPr lang="en-IN" b="0" i="1" smtClean="0">
                                  <a:latin typeface="Cambria Math" panose="02040503050406030204" pitchFamily="18" charset="0"/>
                                </a:rPr>
                                <m:t>0                                </m:t>
                              </m:r>
                              <m:r>
                                <a:rPr lang="en-IN" b="0" i="1" smtClean="0">
                                  <a:latin typeface="Cambria Math" panose="02040503050406030204" pitchFamily="18" charset="0"/>
                                </a:rPr>
                                <m:t>𝑜𝑡ℎ𝑒𝑟𝑤𝑖𝑠𝑒</m:t>
                              </m:r>
                            </m:e>
                          </m:eqArr>
                        </m:e>
                      </m:d>
                    </m:oMath>
                  </m:oMathPara>
                </a14:m>
                <a:endParaRPr lang="en-IN" dirty="0"/>
              </a:p>
            </p:txBody>
          </p:sp>
        </mc:Choice>
        <mc:Fallback xmlns="">
          <p:sp>
            <p:nvSpPr>
              <p:cNvPr id="7" name="TextBox 6">
                <a:extLst>
                  <a:ext uri="{FF2B5EF4-FFF2-40B4-BE49-F238E27FC236}">
                    <a16:creationId xmlns:a16="http://schemas.microsoft.com/office/drawing/2014/main" id="{69EC6629-C8D8-4C63-9F17-E41BCF7FC8CA}"/>
                  </a:ext>
                </a:extLst>
              </p:cNvPr>
              <p:cNvSpPr txBox="1">
                <a:spLocks noRot="1" noChangeAspect="1" noMove="1" noResize="1" noEditPoints="1" noAdjustHandles="1" noChangeArrowheads="1" noChangeShapeType="1" noTextEdit="1"/>
              </p:cNvSpPr>
              <p:nvPr/>
            </p:nvSpPr>
            <p:spPr>
              <a:xfrm>
                <a:off x="533400" y="3702304"/>
                <a:ext cx="4335802" cy="1078693"/>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7162" y="1420584"/>
                <a:ext cx="3341838" cy="400110"/>
              </a:xfrm>
              <a:prstGeom prst="rect">
                <a:avLst/>
              </a:prstGeom>
            </p:spPr>
            <p:txBody>
              <a:bodyPr wrap="square">
                <a:spAutoFit/>
              </a:bodyPr>
              <a:lstStyle/>
              <a:p>
                <a:pPr/>
                <a14:m>
                  <m:oMathPara xmlns:m="http://schemas.openxmlformats.org/officeDocument/2006/math">
                    <m:oMath>
                      <m:r>
                        <m:rPr>
                          <m:nor/>
                        </m:rPr>
                        <a:rPr lang="en-IN" sz="2000" i="0"/>
                        <m:t>If </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0">
                              <a:latin typeface="Cambria Math" panose="02040503050406030204" pitchFamily="18" charset="0"/>
                            </a:rPr>
                            <m:t>1</m:t>
                          </m:r>
                        </m:sub>
                      </m:sSub>
                      <m:r>
                        <a:rPr lang="en-IN" sz="2000" i="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0">
                              <a:latin typeface="Cambria Math" panose="02040503050406030204" pitchFamily="18" charset="0"/>
                            </a:rPr>
                            <m:t>2</m:t>
                          </m:r>
                        </m:sub>
                      </m:sSub>
                      <m:r>
                        <a:rPr lang="en-IN" sz="2000" i="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1">
                              <a:latin typeface="Cambria Math" panose="02040503050406030204" pitchFamily="18" charset="0"/>
                            </a:rPr>
                            <m:t>𝑘</m:t>
                          </m:r>
                        </m:sub>
                      </m:sSub>
                      <m:r>
                        <m:rPr>
                          <m:nor/>
                        </m:rPr>
                        <a:rPr lang="en-IN" sz="2000" i="1">
                          <a:latin typeface="Cambria Math" panose="02040503050406030204" pitchFamily="18" charset="0"/>
                        </a:rPr>
                        <m:t> are </m:t>
                      </m:r>
                      <m:r>
                        <a:rPr lang="en-IN" sz="2000" i="1">
                          <a:latin typeface="Cambria Math" panose="02040503050406030204" pitchFamily="18" charset="0"/>
                        </a:rPr>
                        <m:t>𝑁</m:t>
                      </m:r>
                      <m:r>
                        <a:rPr lang="en-IN" sz="2000" i="0">
                          <a:latin typeface="Cambria Math" panose="02040503050406030204" pitchFamily="18" charset="0"/>
                        </a:rPr>
                        <m:t>(0,1)</m:t>
                      </m:r>
                      <m:r>
                        <m:rPr>
                          <m:nor/>
                        </m:rPr>
                        <a:rPr lang="en-IN" sz="2000" i="1">
                          <a:latin typeface="Cambria Math" panose="02040503050406030204" pitchFamily="18" charset="0"/>
                        </a:rPr>
                        <m:t> </m:t>
                      </m:r>
                    </m:oMath>
                  </m:oMathPara>
                </a14:m>
                <a:endParaRPr lang="en-IN" sz="2000" dirty="0"/>
              </a:p>
            </p:txBody>
          </p:sp>
        </mc:Choice>
        <mc:Fallback xmlns="">
          <p:sp>
            <p:nvSpPr>
              <p:cNvPr id="8" name="Rectangle 7"/>
              <p:cNvSpPr>
                <a:spLocks noRot="1" noChangeAspect="1" noMove="1" noResize="1" noEditPoints="1" noAdjustHandles="1" noChangeArrowheads="1" noChangeShapeType="1" noTextEdit="1"/>
              </p:cNvSpPr>
              <p:nvPr/>
            </p:nvSpPr>
            <p:spPr>
              <a:xfrm>
                <a:off x="87162" y="1420584"/>
                <a:ext cx="3341838" cy="400110"/>
              </a:xfrm>
              <a:prstGeom prst="rect">
                <a:avLst/>
              </a:prstGeom>
              <a:blipFill>
                <a:blip r:embed="rId3"/>
                <a:stretch>
                  <a:fillRect b="-151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3412868" y="1428748"/>
                <a:ext cx="2725426" cy="380297"/>
              </a:xfrm>
              <a:prstGeom prst="rect">
                <a:avLst/>
              </a:prstGeom>
            </p:spPr>
            <p:txBody>
              <a:bodyPr wrap="none">
                <a:spAutoFit/>
              </a:bodyPr>
              <a:lstStyle/>
              <a:p>
                <a:r>
                  <a:rPr lang="en-IN" dirty="0"/>
                  <a:t>and y </a:t>
                </a:r>
                <a14:m>
                  <m:oMath xmlns:m="http://schemas.openxmlformats.org/officeDocument/2006/math">
                    <m:r>
                      <a:rPr lang="en-IN">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𝑧</m:t>
                        </m:r>
                      </m:e>
                      <m:sub>
                        <m:r>
                          <a:rPr lang="en-IN">
                            <a:latin typeface="Cambria Math" panose="02040503050406030204" pitchFamily="18" charset="0"/>
                          </a:rPr>
                          <m:t>1</m:t>
                        </m:r>
                      </m:sub>
                      <m:sup>
                        <m:r>
                          <a:rPr lang="en-IN">
                            <a:latin typeface="Cambria Math" panose="02040503050406030204" pitchFamily="18" charset="0"/>
                          </a:rPr>
                          <m:t>2</m:t>
                        </m:r>
                      </m:sup>
                    </m:sSubSup>
                    <m:r>
                      <a:rPr lang="en-IN">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𝑧</m:t>
                        </m:r>
                      </m:e>
                      <m:sub>
                        <m:r>
                          <a:rPr lang="en-IN">
                            <a:latin typeface="Cambria Math" panose="02040503050406030204" pitchFamily="18" charset="0"/>
                          </a:rPr>
                          <m:t>2</m:t>
                        </m:r>
                      </m:sub>
                      <m:sup>
                        <m:r>
                          <a:rPr lang="en-IN">
                            <a:latin typeface="Cambria Math" panose="02040503050406030204" pitchFamily="18" charset="0"/>
                          </a:rPr>
                          <m:t>2</m:t>
                        </m:r>
                      </m:sup>
                    </m:sSubSup>
                    <m:r>
                      <a:rPr lang="en-IN">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𝑧</m:t>
                        </m:r>
                      </m:e>
                      <m:sub>
                        <m:r>
                          <a:rPr lang="en-IN" i="1">
                            <a:latin typeface="Cambria Math" panose="02040503050406030204" pitchFamily="18" charset="0"/>
                          </a:rPr>
                          <m:t>𝑘</m:t>
                        </m:r>
                      </m:sub>
                      <m:sup>
                        <m:r>
                          <a:rPr lang="en-IN">
                            <a:latin typeface="Cambria Math" panose="02040503050406030204" pitchFamily="18" charset="0"/>
                          </a:rPr>
                          <m:t>2</m:t>
                        </m:r>
                      </m:sup>
                    </m:sSubSup>
                  </m:oMath>
                </a14:m>
                <a:endParaRPr lang="en-IN" dirty="0"/>
              </a:p>
            </p:txBody>
          </p:sp>
        </mc:Choice>
        <mc:Fallback xmlns="">
          <p:sp>
            <p:nvSpPr>
              <p:cNvPr id="9" name="Rectangle 8"/>
              <p:cNvSpPr>
                <a:spLocks noRot="1" noChangeAspect="1" noMove="1" noResize="1" noEditPoints="1" noAdjustHandles="1" noChangeArrowheads="1" noChangeShapeType="1" noTextEdit="1"/>
              </p:cNvSpPr>
              <p:nvPr/>
            </p:nvSpPr>
            <p:spPr>
              <a:xfrm>
                <a:off x="3412868" y="1428748"/>
                <a:ext cx="2725426" cy="380297"/>
              </a:xfrm>
              <a:prstGeom prst="rect">
                <a:avLst/>
              </a:prstGeom>
              <a:blipFill>
                <a:blip r:embed="rId4"/>
                <a:stretch>
                  <a:fillRect l="-2013" t="-4762" b="-2381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66004" y="1856073"/>
                <a:ext cx="3017044" cy="369332"/>
              </a:xfrm>
              <a:prstGeom prst="rect">
                <a:avLst/>
              </a:prstGeom>
            </p:spPr>
            <p:txBody>
              <a:bodyPr wrap="none">
                <a:spAutoFit/>
              </a:bodyPr>
              <a:lstStyle/>
              <a:p>
                <a:pPr/>
                <a14:m>
                  <m:oMathPara xmlns:m="http://schemas.openxmlformats.org/officeDocument/2006/math">
                    <m:oMath>
                      <m:r>
                        <m:rPr>
                          <m:nor/>
                        </m:rPr>
                        <a:rPr lang="en-IN" i="1">
                          <a:latin typeface="Cambria Math" panose="02040503050406030204" pitchFamily="18" charset="0"/>
                        </a:rPr>
                        <m:t>then y follows </m:t>
                      </m:r>
                      <m:sSup>
                        <m:sSupPr>
                          <m:ctrlPr>
                            <a:rPr lang="en-IN" i="1">
                              <a:latin typeface="Cambria Math" panose="02040503050406030204" pitchFamily="18" charset="0"/>
                            </a:rPr>
                          </m:ctrlPr>
                        </m:sSupPr>
                        <m:e>
                          <m:r>
                            <a:rPr lang="en-IN" i="1">
                              <a:latin typeface="Cambria Math" panose="02040503050406030204" pitchFamily="18" charset="0"/>
                            </a:rPr>
                            <m:t>𝜒</m:t>
                          </m:r>
                        </m:e>
                        <m:sup>
                          <m:r>
                            <a:rPr lang="en-IN">
                              <a:latin typeface="Cambria Math" panose="02040503050406030204" pitchFamily="18" charset="0"/>
                            </a:rPr>
                            <m:t>2</m:t>
                          </m:r>
                        </m:sup>
                      </m:sSup>
                      <m:r>
                        <m:rPr>
                          <m:nor/>
                        </m:rPr>
                        <a:rPr lang="en-IN" i="1">
                          <a:latin typeface="Cambria Math" panose="02040503050406030204" pitchFamily="18" charset="0"/>
                        </a:rPr>
                        <m:t> with k dof.</m:t>
                      </m:r>
                    </m:oMath>
                  </m:oMathPara>
                </a14:m>
                <a:endParaRPr lang="en-IN" dirty="0"/>
              </a:p>
            </p:txBody>
          </p:sp>
        </mc:Choice>
        <mc:Fallback xmlns="">
          <p:sp>
            <p:nvSpPr>
              <p:cNvPr id="10" name="Rectangle 9"/>
              <p:cNvSpPr>
                <a:spLocks noRot="1" noChangeAspect="1" noMove="1" noResize="1" noEditPoints="1" noAdjustHandles="1" noChangeArrowheads="1" noChangeShapeType="1" noTextEdit="1"/>
              </p:cNvSpPr>
              <p:nvPr/>
            </p:nvSpPr>
            <p:spPr>
              <a:xfrm>
                <a:off x="366004" y="1856073"/>
                <a:ext cx="3017044" cy="369332"/>
              </a:xfrm>
              <a:prstGeom prst="rect">
                <a:avLst/>
              </a:prstGeom>
              <a:blipFill>
                <a:blip r:embed="rId5"/>
                <a:stretch>
                  <a:fillRect b="-6557"/>
                </a:stretch>
              </a:blipFill>
            </p:spPr>
            <p:txBody>
              <a:bodyPr/>
              <a:lstStyle/>
              <a:p>
                <a:r>
                  <a:rPr lang="en-IN">
                    <a:noFill/>
                  </a:rPr>
                  <a:t> </a:t>
                </a:r>
              </a:p>
            </p:txBody>
          </p:sp>
        </mc:Fallback>
      </mc:AlternateContent>
      <p:pic>
        <p:nvPicPr>
          <p:cNvPr id="11" name="Picture 10"/>
          <p:cNvPicPr>
            <a:picLocks noChangeAspect="1"/>
          </p:cNvPicPr>
          <p:nvPr/>
        </p:nvPicPr>
        <p:blipFill>
          <a:blip r:embed="rId6"/>
          <a:stretch>
            <a:fillRect/>
          </a:stretch>
        </p:blipFill>
        <p:spPr>
          <a:xfrm>
            <a:off x="6708754" y="1147511"/>
            <a:ext cx="5110656" cy="2545268"/>
          </a:xfrm>
          <a:prstGeom prst="rect">
            <a:avLst/>
          </a:prstGeom>
        </p:spPr>
      </p:pic>
    </p:spTree>
    <p:extLst>
      <p:ext uri="{BB962C8B-B14F-4D97-AF65-F5344CB8AC3E}">
        <p14:creationId xmlns:p14="http://schemas.microsoft.com/office/powerpoint/2010/main" val="4019643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Chi- Square distribution</a:t>
            </a:r>
          </a:p>
        </p:txBody>
      </p:sp>
      <p:sp>
        <p:nvSpPr>
          <p:cNvPr id="4" name="Content Placeholder 1">
            <a:extLst>
              <a:ext uri="{FF2B5EF4-FFF2-40B4-BE49-F238E27FC236}">
                <a16:creationId xmlns:a16="http://schemas.microsoft.com/office/drawing/2014/main" id="{6765B551-C0EC-4CB5-995D-B5FEEFB5D2EA}"/>
              </a:ext>
            </a:extLst>
          </p:cNvPr>
          <p:cNvSpPr txBox="1">
            <a:spLocks/>
          </p:cNvSpPr>
          <p:nvPr/>
        </p:nvSpPr>
        <p:spPr>
          <a:xfrm>
            <a:off x="304800" y="1493839"/>
            <a:ext cx="6019800" cy="3078161"/>
          </a:xfrm>
          <a:prstGeom prst="rect">
            <a:avLst/>
          </a:prstGeom>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50000"/>
              </a:lnSpc>
              <a:spcBef>
                <a:spcPts val="0"/>
              </a:spcBef>
              <a:buFont typeface="Wingdings" panose="05000000000000000000" pitchFamily="2" charset="2"/>
              <a:buChar char="v"/>
            </a:pPr>
            <a:r>
              <a:rPr lang="en-IN" sz="2400" dirty="0"/>
              <a:t>Chi-Square distribution curve is not symmetrical, and hence not a normal curve.</a:t>
            </a:r>
          </a:p>
          <a:p>
            <a:pPr marL="342900" indent="-342900" algn="just">
              <a:lnSpc>
                <a:spcPct val="150000"/>
              </a:lnSpc>
              <a:spcBef>
                <a:spcPts val="0"/>
              </a:spcBef>
              <a:buFont typeface="Wingdings" panose="05000000000000000000" pitchFamily="2" charset="2"/>
              <a:buChar char="v"/>
            </a:pPr>
            <a:r>
              <a:rPr lang="en-IN" sz="2400" dirty="0"/>
              <a:t> Chi-Square varies from 0 to ∞(Curve lies entirely in first quadrant).</a:t>
            </a:r>
          </a:p>
          <a:p>
            <a:pPr marL="342900" indent="-342900" algn="just">
              <a:lnSpc>
                <a:spcPct val="150000"/>
              </a:lnSpc>
              <a:spcBef>
                <a:spcPts val="0"/>
              </a:spcBef>
              <a:buFont typeface="Wingdings" panose="05000000000000000000" pitchFamily="2" charset="2"/>
              <a:buChar char="v"/>
            </a:pPr>
            <a:r>
              <a:rPr lang="en-IN" sz="2400" dirty="0"/>
              <a:t>It depends only on degrees of freedom k.</a:t>
            </a:r>
          </a:p>
          <a:p>
            <a:pPr marL="342900" indent="-342900" algn="just">
              <a:lnSpc>
                <a:spcPct val="150000"/>
              </a:lnSpc>
              <a:spcBef>
                <a:spcPts val="0"/>
              </a:spcBef>
              <a:buFont typeface="Wingdings" panose="05000000000000000000" pitchFamily="2" charset="2"/>
              <a:buChar char="v"/>
            </a:pPr>
            <a:r>
              <a:rPr lang="en-IN" sz="2400" dirty="0"/>
              <a:t>It is very important in estimation and hypothesis testing.</a:t>
            </a:r>
          </a:p>
          <a:p>
            <a:pPr marL="342900" indent="-342900" algn="just">
              <a:lnSpc>
                <a:spcPct val="150000"/>
              </a:lnSpc>
              <a:spcBef>
                <a:spcPts val="0"/>
              </a:spcBef>
              <a:buFont typeface="Wingdings" panose="05000000000000000000" pitchFamily="2" charset="2"/>
              <a:buChar char="v"/>
            </a:pPr>
            <a:r>
              <a:rPr lang="en-IN" sz="2400" dirty="0"/>
              <a:t>It is used in sampling distributions of the sample variance, analysis of variance.</a:t>
            </a:r>
          </a:p>
          <a:p>
            <a:pPr marL="342900" indent="-342900" algn="just">
              <a:lnSpc>
                <a:spcPct val="150000"/>
              </a:lnSpc>
              <a:spcBef>
                <a:spcPts val="0"/>
              </a:spcBef>
              <a:buFont typeface="Wingdings" panose="05000000000000000000" pitchFamily="2" charset="2"/>
              <a:buChar char="v"/>
            </a:pPr>
            <a:r>
              <a:rPr lang="en-IN" sz="2400" dirty="0"/>
              <a:t>It is used as a measure of goodness of fit.</a:t>
            </a:r>
          </a:p>
        </p:txBody>
      </p:sp>
      <p:pic>
        <p:nvPicPr>
          <p:cNvPr id="3" name="Picture 2">
            <a:extLst>
              <a:ext uri="{FF2B5EF4-FFF2-40B4-BE49-F238E27FC236}">
                <a16:creationId xmlns:a16="http://schemas.microsoft.com/office/drawing/2014/main" id="{2ABBCE90-4954-4FBF-BF57-F09FA61ED90F}"/>
              </a:ext>
            </a:extLst>
          </p:cNvPr>
          <p:cNvPicPr>
            <a:picLocks noChangeAspect="1"/>
          </p:cNvPicPr>
          <p:nvPr/>
        </p:nvPicPr>
        <p:blipFill>
          <a:blip r:embed="rId2"/>
          <a:stretch>
            <a:fillRect/>
          </a:stretch>
        </p:blipFill>
        <p:spPr>
          <a:xfrm>
            <a:off x="6858000" y="1676400"/>
            <a:ext cx="4950474" cy="3657600"/>
          </a:xfrm>
          <a:prstGeom prst="rect">
            <a:avLst/>
          </a:prstGeom>
        </p:spPr>
      </p:pic>
    </p:spTree>
    <p:extLst>
      <p:ext uri="{BB962C8B-B14F-4D97-AF65-F5344CB8AC3E}">
        <p14:creationId xmlns:p14="http://schemas.microsoft.com/office/powerpoint/2010/main" val="14887844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t-distribution</a:t>
            </a:r>
          </a:p>
        </p:txBody>
      </p:sp>
      <p:sp>
        <p:nvSpPr>
          <p:cNvPr id="5" name="Content Placeholder 1"/>
          <p:cNvSpPr txBox="1">
            <a:spLocks/>
          </p:cNvSpPr>
          <p:nvPr/>
        </p:nvSpPr>
        <p:spPr>
          <a:xfrm>
            <a:off x="609600" y="1153341"/>
            <a:ext cx="10744200" cy="49072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7030A0"/>
                </a:solidFill>
              </a:rPr>
              <a:t>Use: If we come across the variable of the form “normal by square root of chi-square upon </a:t>
            </a:r>
            <a:r>
              <a:rPr lang="en-US" b="1" dirty="0" err="1">
                <a:solidFill>
                  <a:srgbClr val="7030A0"/>
                </a:solidFill>
              </a:rPr>
              <a:t>dof</a:t>
            </a:r>
            <a:r>
              <a:rPr lang="en-US" b="1" dirty="0">
                <a:solidFill>
                  <a:srgbClr val="7030A0"/>
                </a:solidFill>
              </a:rPr>
              <a:t>”</a:t>
            </a: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r>
              <a:rPr lang="en-US" b="1" dirty="0">
                <a:solidFill>
                  <a:srgbClr val="7030A0"/>
                </a:solidFill>
              </a:rPr>
              <a:t>                            </a:t>
            </a:r>
          </a:p>
          <a:p>
            <a:pPr marL="0" indent="0">
              <a:buNone/>
            </a:pPr>
            <a:r>
              <a:rPr lang="en-US" b="1" dirty="0">
                <a:solidFill>
                  <a:srgbClr val="7030A0"/>
                </a:solidFill>
              </a:rPr>
              <a:t>Where Numerator follows Z distribution and denominator follows chi-Square with n-1 </a:t>
            </a:r>
            <a:r>
              <a:rPr lang="en-US" b="1" dirty="0" err="1">
                <a:solidFill>
                  <a:srgbClr val="7030A0"/>
                </a:solidFill>
              </a:rPr>
              <a:t>dof</a:t>
            </a:r>
            <a:r>
              <a:rPr lang="en-US" b="1" dirty="0">
                <a:solidFill>
                  <a:srgbClr val="7030A0"/>
                </a:solidFill>
              </a:rPr>
              <a:t>. </a:t>
            </a: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p:txBody>
      </p:sp>
      <mc:AlternateContent xmlns:mc="http://schemas.openxmlformats.org/markup-compatibility/2006" xmlns:a14="http://schemas.microsoft.com/office/drawing/2010/main">
        <mc:Choice Requires="a14">
          <p:sp>
            <p:nvSpPr>
              <p:cNvPr id="6" name="Rectangle 5"/>
              <p:cNvSpPr/>
              <p:nvPr/>
            </p:nvSpPr>
            <p:spPr>
              <a:xfrm>
                <a:off x="4724400" y="5555620"/>
                <a:ext cx="1413272" cy="909352"/>
              </a:xfrm>
              <a:prstGeom prst="rect">
                <a:avLst/>
              </a:prstGeom>
            </p:spPr>
            <p:txBody>
              <a:bodyPr wrap="square">
                <a:spAutoFit/>
              </a:bodyPr>
              <a:lstStyle/>
              <a:p>
                <a:pPr/>
                <a14:m>
                  <m:oMathPara xmlns:m="http://schemas.openxmlformats.org/officeDocument/2006/math">
                    <m:oMath>
                      <m:sSub>
                        <m:sSubPr>
                          <m:ctrlPr>
                            <a:rPr lang="en-IN">
                              <a:latin typeface="Cambria Math" panose="02040503050406030204" pitchFamily="18" charset="0"/>
                            </a:rPr>
                          </m:ctrlPr>
                        </m:sSubPr>
                        <m:e>
                          <m:r>
                            <m:rPr>
                              <m:sty m:val="p"/>
                            </m:rPr>
                            <a:rPr lang="en-IN">
                              <a:latin typeface="Cambria Math" panose="02040503050406030204" pitchFamily="18" charset="0"/>
                            </a:rPr>
                            <m:t>t</m:t>
                          </m:r>
                        </m:e>
                        <m:sub>
                          <m:r>
                            <m:rPr>
                              <m:sty m:val="p"/>
                            </m:rPr>
                            <a:rPr lang="en-US" b="0" i="0" smtClean="0">
                              <a:latin typeface="Cambria Math" panose="02040503050406030204" pitchFamily="18" charset="0"/>
                            </a:rPr>
                            <m:t>k</m:t>
                          </m:r>
                        </m:sub>
                      </m:sSub>
                      <m:r>
                        <a:rPr lang="en-IN" i="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𝑧</m:t>
                          </m:r>
                        </m:num>
                        <m:den>
                          <m:rad>
                            <m:radPr>
                              <m:degHide m:val="on"/>
                              <m:ctrlPr>
                                <a:rPr lang="en-IN" i="1">
                                  <a:latin typeface="Cambria Math" panose="02040503050406030204" pitchFamily="18" charset="0"/>
                                </a:rPr>
                              </m:ctrlPr>
                            </m:radPr>
                            <m:deg/>
                            <m:e>
                              <m:f>
                                <m:fPr>
                                  <m:type m:val="lin"/>
                                  <m:ctrlPr>
                                    <a:rPr lang="en-IN" i="1">
                                      <a:latin typeface="Cambria Math" panose="02040503050406030204" pitchFamily="18" charset="0"/>
                                    </a:rPr>
                                  </m:ctrlPr>
                                </m:fPr>
                                <m:num>
                                  <m:sSubSup>
                                    <m:sSubSupPr>
                                      <m:ctrlPr>
                                        <a:rPr lang="en-IN" i="1">
                                          <a:latin typeface="Cambria Math" panose="02040503050406030204" pitchFamily="18" charset="0"/>
                                        </a:rPr>
                                      </m:ctrlPr>
                                    </m:sSubSupPr>
                                    <m:e>
                                      <m:r>
                                        <a:rPr lang="en-IN" i="1">
                                          <a:latin typeface="Cambria Math" panose="02040503050406030204" pitchFamily="18" charset="0"/>
                                        </a:rPr>
                                        <m:t>𝑥</m:t>
                                      </m:r>
                                    </m:e>
                                    <m:sub>
                                      <m:r>
                                        <a:rPr lang="en-IN" i="1">
                                          <a:latin typeface="Cambria Math" panose="02040503050406030204" pitchFamily="18" charset="0"/>
                                        </a:rPr>
                                        <m:t>𝑘</m:t>
                                      </m:r>
                                    </m:sub>
                                    <m:sup>
                                      <m:r>
                                        <a:rPr lang="en-IN" i="0">
                                          <a:latin typeface="Cambria Math" panose="02040503050406030204" pitchFamily="18" charset="0"/>
                                        </a:rPr>
                                        <m:t>2</m:t>
                                      </m:r>
                                    </m:sup>
                                  </m:sSubSup>
                                </m:num>
                                <m:den>
                                  <m:r>
                                    <a:rPr lang="en-IN" i="1">
                                      <a:latin typeface="Cambria Math" panose="02040503050406030204" pitchFamily="18" charset="0"/>
                                    </a:rPr>
                                    <m:t>𝑘</m:t>
                                  </m:r>
                                </m:den>
                              </m:f>
                            </m:e>
                          </m:rad>
                        </m:den>
                      </m:f>
                    </m:oMath>
                  </m:oMathPara>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4724400" y="5555620"/>
                <a:ext cx="1413272" cy="909352"/>
              </a:xfrm>
              <a:prstGeom prst="rect">
                <a:avLst/>
              </a:prstGeom>
              <a:blipFill>
                <a:blip r:embed="rId3"/>
                <a:stretch>
                  <a:fillRect/>
                </a:stretch>
              </a:blipFill>
            </p:spPr>
            <p:txBody>
              <a:bodyPr/>
              <a:lstStyle/>
              <a:p>
                <a:r>
                  <a:rPr lang="en-IN">
                    <a:noFill/>
                  </a:rPr>
                  <a:t> </a:t>
                </a:r>
              </a:p>
            </p:txBody>
          </p:sp>
        </mc:Fallback>
      </mc:AlternateContent>
      <p:graphicFrame>
        <p:nvGraphicFramePr>
          <p:cNvPr id="7" name="Object 6"/>
          <p:cNvGraphicFramePr>
            <a:graphicFrameLocks noChangeAspect="1"/>
          </p:cNvGraphicFramePr>
          <p:nvPr>
            <p:extLst>
              <p:ext uri="{D42A27DB-BD31-4B8C-83A1-F6EECF244321}">
                <p14:modId xmlns:p14="http://schemas.microsoft.com/office/powerpoint/2010/main" val="1887444901"/>
              </p:ext>
            </p:extLst>
          </p:nvPr>
        </p:nvGraphicFramePr>
        <p:xfrm>
          <a:off x="1295400" y="2743200"/>
          <a:ext cx="2312304" cy="777589"/>
        </p:xfrm>
        <a:graphic>
          <a:graphicData uri="http://schemas.openxmlformats.org/presentationml/2006/ole">
            <mc:AlternateContent xmlns:mc="http://schemas.openxmlformats.org/markup-compatibility/2006">
              <mc:Choice xmlns:v="urn:schemas-microsoft-com:vml" Requires="v">
                <p:oleObj name="Equation" r:id="rId4" imgW="1434960" imgH="482400" progId="Equation.DSMT4">
                  <p:embed/>
                </p:oleObj>
              </mc:Choice>
              <mc:Fallback>
                <p:oleObj name="Equation" r:id="rId4" imgW="1434960" imgH="482400" progId="Equation.DSMT4">
                  <p:embed/>
                  <p:pic>
                    <p:nvPicPr>
                      <p:cNvPr id="7" name="Object 6"/>
                      <p:cNvPicPr>
                        <a:picLocks noChangeAspect="1" noChangeArrowheads="1"/>
                      </p:cNvPicPr>
                      <p:nvPr/>
                    </p:nvPicPr>
                    <p:blipFill>
                      <a:blip r:embed="rId5"/>
                      <a:srcRect/>
                      <a:stretch>
                        <a:fillRect/>
                      </a:stretch>
                    </p:blipFill>
                    <p:spPr bwMode="auto">
                      <a:xfrm>
                        <a:off x="1295400" y="2743200"/>
                        <a:ext cx="2312304" cy="777589"/>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8" name="Rectangle 7"/>
              <p:cNvSpPr/>
              <p:nvPr/>
            </p:nvSpPr>
            <p:spPr>
              <a:xfrm>
                <a:off x="5411986" y="2400060"/>
                <a:ext cx="2740494" cy="1572866"/>
              </a:xfrm>
              <a:prstGeom prst="rect">
                <a:avLst/>
              </a:prstGeom>
            </p:spPr>
            <p:txBody>
              <a:bodyPr wrap="none">
                <a:spAutoFit/>
              </a:bodyPr>
              <a:lstStyle/>
              <a:p>
                <a:pPr/>
                <a14:m>
                  <m:oMathPara xmlns:m="http://schemas.openxmlformats.org/officeDocument/2006/math">
                    <m:oMath>
                      <m:r>
                        <a:rPr lang="en-IN" i="1">
                          <a:latin typeface="Cambria Math" panose="02040503050406030204" pitchFamily="18" charset="0"/>
                        </a:rPr>
                        <m:t>𝑡</m:t>
                      </m:r>
                      <m:r>
                        <a:rPr lang="en-IN" i="0">
                          <a:latin typeface="Cambria Math" panose="02040503050406030204" pitchFamily="18" charset="0"/>
                        </a:rPr>
                        <m:t>=</m:t>
                      </m:r>
                      <m:f>
                        <m:fPr>
                          <m:ctrlPr>
                            <a:rPr lang="en-IN" i="1">
                              <a:latin typeface="Cambria Math" panose="02040503050406030204" pitchFamily="18" charset="0"/>
                            </a:rPr>
                          </m:ctrlPr>
                        </m:fPr>
                        <m:num>
                          <m:d>
                            <m:dPr>
                              <m:begChr m:val=""/>
                              <m:ctrlPr>
                                <a:rPr lang="en-IN" i="1">
                                  <a:latin typeface="Cambria Math" panose="02040503050406030204" pitchFamily="18" charset="0"/>
                                </a:rPr>
                              </m:ctrlPr>
                            </m:dPr>
                            <m:e>
                              <m:rad>
                                <m:radPr>
                                  <m:degHide m:val="on"/>
                                  <m:ctrlPr>
                                    <a:rPr lang="en-IN" i="1">
                                      <a:latin typeface="Cambria Math" panose="02040503050406030204" pitchFamily="18" charset="0"/>
                                    </a:rPr>
                                  </m:ctrlPr>
                                </m:radPr>
                                <m:deg/>
                                <m:e>
                                  <m:d>
                                    <m:dPr>
                                      <m:endChr m:val=""/>
                                      <m:ctrlPr>
                                        <a:rPr lang="en-IN" i="1">
                                          <a:latin typeface="Cambria Math" panose="02040503050406030204" pitchFamily="18" charset="0"/>
                                        </a:rPr>
                                      </m:ctrlPr>
                                    </m:dPr>
                                    <m:e>
                                      <m:bar>
                                        <m:barPr>
                                          <m:pos m:val="top"/>
                                          <m:ctrlPr>
                                            <a:rPr lang="en-IN" i="1">
                                              <a:latin typeface="Cambria Math" panose="02040503050406030204" pitchFamily="18" charset="0"/>
                                            </a:rPr>
                                          </m:ctrlPr>
                                        </m:barPr>
                                        <m:e>
                                          <m:r>
                                            <a:rPr lang="en-IN" i="1">
                                              <a:latin typeface="Cambria Math" panose="02040503050406030204" pitchFamily="18" charset="0"/>
                                            </a:rPr>
                                            <m:t>𝑥</m:t>
                                          </m:r>
                                        </m:e>
                                      </m:bar>
                                      <m:r>
                                        <a:rPr lang="en-IN" i="0">
                                          <a:latin typeface="Cambria Math" panose="02040503050406030204" pitchFamily="18" charset="0"/>
                                        </a:rPr>
                                        <m:t>−</m:t>
                                      </m:r>
                                      <m:r>
                                        <a:rPr lang="en-IN" i="1">
                                          <a:latin typeface="Cambria Math" panose="02040503050406030204" pitchFamily="18" charset="0"/>
                                        </a:rPr>
                                        <m:t>𝜇</m:t>
                                      </m:r>
                                      <m:f>
                                        <m:fPr>
                                          <m:type m:val="lin"/>
                                          <m:ctrlPr>
                                            <a:rPr lang="en-IN" i="0">
                                              <a:latin typeface="Cambria Math" panose="02040503050406030204" pitchFamily="18" charset="0"/>
                                            </a:rPr>
                                          </m:ctrlPr>
                                        </m:fPr>
                                        <m:num>
                                          <m:r>
                                            <a:rPr lang="en-IN" i="0">
                                              <a:latin typeface="Cambria Math" panose="02040503050406030204" pitchFamily="18" charset="0"/>
                                            </a:rPr>
                                            <m:t>)</m:t>
                                          </m:r>
                                        </m:num>
                                        <m:den>
                                          <m:rad>
                                            <m:radPr>
                                              <m:degHide m:val="on"/>
                                              <m:ctrlPr>
                                                <a:rPr lang="en-IN" i="1">
                                                  <a:latin typeface="Cambria Math" panose="02040503050406030204" pitchFamily="18" charset="0"/>
                                                </a:rPr>
                                              </m:ctrlPr>
                                            </m:radPr>
                                            <m:deg/>
                                            <m:e>
                                              <m:d>
                                                <m:dPr>
                                                  <m:ctrlPr>
                                                    <a:rPr lang="en-IN" i="1">
                                                      <a:latin typeface="Cambria Math" panose="02040503050406030204" pitchFamily="18" charset="0"/>
                                                    </a:rPr>
                                                  </m:ctrlPr>
                                                </m:dPr>
                                                <m:e>
                                                  <m:f>
                                                    <m:fPr>
                                                      <m:type m:val="lin"/>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i="0">
                                                              <a:latin typeface="Cambria Math" panose="02040503050406030204" pitchFamily="18" charset="0"/>
                                                            </a:rPr>
                                                            <m:t>2</m:t>
                                                          </m:r>
                                                        </m:sup>
                                                      </m:sSup>
                                                    </m:num>
                                                    <m:den>
                                                      <m:r>
                                                        <a:rPr lang="en-IN" i="1">
                                                          <a:latin typeface="Cambria Math" panose="02040503050406030204" pitchFamily="18" charset="0"/>
                                                        </a:rPr>
                                                        <m:t>𝑛</m:t>
                                                      </m:r>
                                                    </m:den>
                                                  </m:f>
                                                </m:e>
                                              </m:d>
                                            </m:e>
                                          </m:rad>
                                        </m:den>
                                      </m:f>
                                    </m:e>
                                  </m:d>
                                </m:e>
                              </m:rad>
                            </m:e>
                          </m:d>
                        </m:num>
                        <m:den>
                          <m:rad>
                            <m:radPr>
                              <m:degHide m:val="on"/>
                              <m:ctrlPr>
                                <a:rPr lang="en-IN" i="1">
                                  <a:latin typeface="Cambria Math" panose="02040503050406030204" pitchFamily="18" charset="0"/>
                                </a:rPr>
                              </m:ctrlPr>
                            </m:radPr>
                            <m:deg/>
                            <m:e>
                              <m:d>
                                <m:dPr>
                                  <m:endChr m:val=""/>
                                  <m:ctrlPr>
                                    <a:rPr lang="en-IN" i="1">
                                      <a:latin typeface="Cambria Math" panose="02040503050406030204" pitchFamily="18" charset="0"/>
                                    </a:rPr>
                                  </m:ctrlPr>
                                </m:dPr>
                                <m:e>
                                  <m:f>
                                    <m:fPr>
                                      <m:type m:val="lin"/>
                                      <m:ctrlPr>
                                        <a:rPr lang="en-IN" i="1">
                                          <a:latin typeface="Cambria Math" panose="02040503050406030204" pitchFamily="18" charset="0"/>
                                        </a:rPr>
                                      </m:ctrlPr>
                                    </m:fPr>
                                    <m:num>
                                      <m:f>
                                        <m:fPr>
                                          <m:ctrlPr>
                                            <a:rPr lang="en-IN" i="1">
                                              <a:latin typeface="Cambria Math" panose="02040503050406030204" pitchFamily="18" charset="0"/>
                                            </a:rPr>
                                          </m:ctrlPr>
                                        </m:fPr>
                                        <m:num>
                                          <m:r>
                                            <a:rPr lang="en-IN" i="1">
                                              <a:latin typeface="Cambria Math" panose="02040503050406030204" pitchFamily="18" charset="0"/>
                                            </a:rPr>
                                            <m:t>𝑛</m:t>
                                          </m:r>
                                          <m:r>
                                            <a:rPr lang="en-IN" i="0">
                                              <a:latin typeface="Cambria Math" panose="02040503050406030204" pitchFamily="18" charset="0"/>
                                            </a:rPr>
                                            <m:t>−1)</m:t>
                                          </m:r>
                                          <m:sSup>
                                            <m:sSupPr>
                                              <m:ctrlPr>
                                                <a:rPr lang="en-IN" i="1">
                                                  <a:latin typeface="Cambria Math" panose="02040503050406030204" pitchFamily="18" charset="0"/>
                                                </a:rPr>
                                              </m:ctrlPr>
                                            </m:sSupPr>
                                            <m:e>
                                              <m:r>
                                                <a:rPr lang="en-IN" i="1">
                                                  <a:latin typeface="Cambria Math" panose="02040503050406030204" pitchFamily="18" charset="0"/>
                                                </a:rPr>
                                                <m:t>𝑠</m:t>
                                              </m:r>
                                            </m:e>
                                            <m:sup>
                                              <m:r>
                                                <a:rPr lang="en-IN" i="0">
                                                  <a:latin typeface="Cambria Math" panose="02040503050406030204" pitchFamily="18" charset="0"/>
                                                </a:rPr>
                                                <m:t>2</m:t>
                                              </m:r>
                                            </m:sup>
                                          </m:sSup>
                                        </m:num>
                                        <m:den>
                                          <m:sSup>
                                            <m:sSupPr>
                                              <m:ctrlPr>
                                                <a:rPr lang="en-IN" i="1">
                                                  <a:latin typeface="Cambria Math" panose="02040503050406030204" pitchFamily="18" charset="0"/>
                                                </a:rPr>
                                              </m:ctrlPr>
                                            </m:sSupPr>
                                            <m:e>
                                              <m:r>
                                                <a:rPr lang="en-IN" i="1">
                                                  <a:latin typeface="Cambria Math" panose="02040503050406030204" pitchFamily="18" charset="0"/>
                                                </a:rPr>
                                                <m:t>𝜎</m:t>
                                              </m:r>
                                            </m:e>
                                            <m:sup>
                                              <m:r>
                                                <a:rPr lang="en-IN" i="0">
                                                  <a:latin typeface="Cambria Math" panose="02040503050406030204" pitchFamily="18" charset="0"/>
                                                </a:rPr>
                                                <m:t>2</m:t>
                                              </m:r>
                                            </m:sup>
                                          </m:sSup>
                                        </m:den>
                                      </m:f>
                                    </m:num>
                                    <m:den>
                                      <m:f>
                                        <m:fPr>
                                          <m:ctrlPr>
                                            <a:rPr lang="en-IN" i="0">
                                              <a:latin typeface="Cambria Math" panose="02040503050406030204" pitchFamily="18" charset="0"/>
                                            </a:rPr>
                                          </m:ctrlPr>
                                        </m:fPr>
                                        <m:num>
                                          <m:r>
                                            <a:rPr lang="en-IN" i="0">
                                              <a:latin typeface="Cambria Math" panose="02040503050406030204" pitchFamily="18" charset="0"/>
                                            </a:rPr>
                                            <m:t>1</m:t>
                                          </m:r>
                                        </m:num>
                                        <m:den>
                                          <m:d>
                                            <m:dPr>
                                              <m:ctrlPr>
                                                <a:rPr lang="en-IN" i="1">
                                                  <a:latin typeface="Cambria Math" panose="02040503050406030204" pitchFamily="18" charset="0"/>
                                                </a:rPr>
                                              </m:ctrlPr>
                                            </m:dPr>
                                            <m:e>
                                              <m:r>
                                                <a:rPr lang="en-IN" i="1">
                                                  <a:latin typeface="Cambria Math" panose="02040503050406030204" pitchFamily="18" charset="0"/>
                                                </a:rPr>
                                                <m:t>𝑛</m:t>
                                              </m:r>
                                              <m:r>
                                                <a:rPr lang="en-IN" i="0">
                                                  <a:latin typeface="Cambria Math" panose="02040503050406030204" pitchFamily="18" charset="0"/>
                                                </a:rPr>
                                                <m:t>−1</m:t>
                                              </m:r>
                                            </m:e>
                                          </m:d>
                                        </m:den>
                                      </m:f>
                                    </m:den>
                                  </m:f>
                                </m:e>
                              </m:d>
                            </m:e>
                          </m:rad>
                        </m:den>
                      </m:f>
                    </m:oMath>
                  </m:oMathPara>
                </a14:m>
                <a:endParaRPr lang="en-IN" dirty="0"/>
              </a:p>
            </p:txBody>
          </p:sp>
        </mc:Choice>
        <mc:Fallback xmlns="">
          <p:sp>
            <p:nvSpPr>
              <p:cNvPr id="8" name="Rectangle 7"/>
              <p:cNvSpPr>
                <a:spLocks noRot="1" noChangeAspect="1" noMove="1" noResize="1" noEditPoints="1" noAdjustHandles="1" noChangeArrowheads="1" noChangeShapeType="1" noTextEdit="1"/>
              </p:cNvSpPr>
              <p:nvPr/>
            </p:nvSpPr>
            <p:spPr>
              <a:xfrm>
                <a:off x="5411986" y="2400060"/>
                <a:ext cx="2740494" cy="1572866"/>
              </a:xfrm>
              <a:prstGeom prst="rect">
                <a:avLst/>
              </a:prstGeom>
              <a:blipFill>
                <a:blip r:embed="rId6"/>
                <a:stretch>
                  <a:fillRect/>
                </a:stretch>
              </a:blipFill>
            </p:spPr>
            <p:txBody>
              <a:bodyPr/>
              <a:lstStyle/>
              <a:p>
                <a:r>
                  <a:rPr lang="en-IN">
                    <a:noFill/>
                  </a:rPr>
                  <a:t> </a:t>
                </a:r>
              </a:p>
            </p:txBody>
          </p:sp>
        </mc:Fallback>
      </mc:AlternateContent>
      <p:graphicFrame>
        <p:nvGraphicFramePr>
          <p:cNvPr id="9" name="Object 8"/>
          <p:cNvGraphicFramePr>
            <a:graphicFrameLocks noChangeAspect="1"/>
          </p:cNvGraphicFramePr>
          <p:nvPr>
            <p:extLst>
              <p:ext uri="{D42A27DB-BD31-4B8C-83A1-F6EECF244321}">
                <p14:modId xmlns:p14="http://schemas.microsoft.com/office/powerpoint/2010/main" val="1687512381"/>
              </p:ext>
            </p:extLst>
          </p:nvPr>
        </p:nvGraphicFramePr>
        <p:xfrm>
          <a:off x="1219200" y="5499479"/>
          <a:ext cx="1855661" cy="901321"/>
        </p:xfrm>
        <a:graphic>
          <a:graphicData uri="http://schemas.openxmlformats.org/presentationml/2006/ole">
            <mc:AlternateContent xmlns:mc="http://schemas.openxmlformats.org/markup-compatibility/2006">
              <mc:Choice xmlns:v="urn:schemas-microsoft-com:vml" Requires="v">
                <p:oleObj name="Equation" r:id="rId7" imgW="999617" imgH="486336" progId="Equation.DSMT4">
                  <p:embed/>
                </p:oleObj>
              </mc:Choice>
              <mc:Fallback>
                <p:oleObj name="Equation" r:id="rId7" imgW="999617" imgH="486336" progId="Equation.DSMT4">
                  <p:embed/>
                  <p:pic>
                    <p:nvPicPr>
                      <p:cNvPr id="9" name="Object 8"/>
                      <p:cNvPicPr/>
                      <p:nvPr/>
                    </p:nvPicPr>
                    <p:blipFill>
                      <a:blip r:embed="rId8"/>
                      <a:stretch>
                        <a:fillRect/>
                      </a:stretch>
                    </p:blipFill>
                    <p:spPr>
                      <a:xfrm>
                        <a:off x="1219200" y="5499479"/>
                        <a:ext cx="1855661" cy="901321"/>
                      </a:xfrm>
                      <a:prstGeom prst="rect">
                        <a:avLst/>
                      </a:prstGeom>
                    </p:spPr>
                  </p:pic>
                </p:oleObj>
              </mc:Fallback>
            </mc:AlternateContent>
          </a:graphicData>
        </a:graphic>
      </p:graphicFrame>
      <mc:AlternateContent xmlns:mc="http://schemas.openxmlformats.org/markup-compatibility/2006">
        <mc:Choice xmlns:p14="http://schemas.microsoft.com/office/powerpoint/2010/main" Requires="p14">
          <p:contentPart p14:bwMode="auto" r:id="rId9">
            <p14:nvContentPartPr>
              <p14:cNvPr id="3" name="Ink 2">
                <a:extLst>
                  <a:ext uri="{FF2B5EF4-FFF2-40B4-BE49-F238E27FC236}">
                    <a16:creationId xmlns:a16="http://schemas.microsoft.com/office/drawing/2014/main" id="{9FC457F6-6062-0888-0EEE-073FD597ECFF}"/>
                  </a:ext>
                </a:extLst>
              </p14:cNvPr>
              <p14:cNvContentPartPr/>
              <p14:nvPr/>
            </p14:nvContentPartPr>
            <p14:xfrm>
              <a:off x="1217520" y="2660760"/>
              <a:ext cx="1132920" cy="1027440"/>
            </p14:xfrm>
          </p:contentPart>
        </mc:Choice>
        <mc:Fallback>
          <p:pic>
            <p:nvPicPr>
              <p:cNvPr id="3" name="Ink 2">
                <a:extLst>
                  <a:ext uri="{FF2B5EF4-FFF2-40B4-BE49-F238E27FC236}">
                    <a16:creationId xmlns:a16="http://schemas.microsoft.com/office/drawing/2014/main" id="{9FC457F6-6062-0888-0EEE-073FD597ECFF}"/>
                  </a:ext>
                </a:extLst>
              </p:cNvPr>
              <p:cNvPicPr/>
              <p:nvPr/>
            </p:nvPicPr>
            <p:blipFill>
              <a:blip r:embed="rId10"/>
              <a:stretch>
                <a:fillRect/>
              </a:stretch>
            </p:blipFill>
            <p:spPr>
              <a:xfrm>
                <a:off x="1208160" y="2651400"/>
                <a:ext cx="1151640" cy="1046160"/>
              </a:xfrm>
              <a:prstGeom prst="rect">
                <a:avLst/>
              </a:prstGeom>
            </p:spPr>
          </p:pic>
        </mc:Fallback>
      </mc:AlternateContent>
    </p:spTree>
    <p:extLst>
      <p:ext uri="{BB962C8B-B14F-4D97-AF65-F5344CB8AC3E}">
        <p14:creationId xmlns:p14="http://schemas.microsoft.com/office/powerpoint/2010/main" val="260072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t-distribution</a:t>
            </a:r>
          </a:p>
        </p:txBody>
      </p:sp>
      <mc:AlternateContent xmlns:mc="http://schemas.openxmlformats.org/markup-compatibility/2006" xmlns:a14="http://schemas.microsoft.com/office/drawing/2010/main">
        <mc:Choice Requires="a14">
          <p:sp>
            <p:nvSpPr>
              <p:cNvPr id="5" name="Rectangle 4"/>
              <p:cNvSpPr/>
              <p:nvPr/>
            </p:nvSpPr>
            <p:spPr>
              <a:xfrm>
                <a:off x="533400" y="1219200"/>
                <a:ext cx="8229600" cy="657296"/>
              </a:xfrm>
              <a:prstGeom prst="rect">
                <a:avLst/>
              </a:prstGeom>
            </p:spPr>
            <p:txBody>
              <a:bodyPr wrap="square">
                <a:spAutoFit/>
              </a:bodyPr>
              <a:lstStyle/>
              <a:p>
                <a:pPr/>
                <a14:m>
                  <m:oMathPara xmlns:m="http://schemas.openxmlformats.org/officeDocument/2006/math">
                    <m:oMath>
                      <m:r>
                        <m:rPr>
                          <m:nor/>
                        </m:rPr>
                        <a:rPr lang="en-IN" i="0" smtClean="0"/>
                        <m:t>If </m:t>
                      </m:r>
                      <m:r>
                        <m:rPr>
                          <m:sty m:val="p"/>
                        </m:rPr>
                        <a:rPr lang="en-IN" i="0">
                          <a:latin typeface="Cambria Math" panose="02040503050406030204" pitchFamily="18" charset="0"/>
                        </a:rPr>
                        <m:t>z</m:t>
                      </m:r>
                      <m:r>
                        <m:rPr>
                          <m:nor/>
                        </m:rPr>
                        <a:rPr lang="en-IN" i="1">
                          <a:latin typeface="Cambria Math" panose="02040503050406030204" pitchFamily="18" charset="0"/>
                        </a:rPr>
                        <m:t> and </m:t>
                      </m:r>
                      <m:sSubSup>
                        <m:sSubSupPr>
                          <m:ctrlPr>
                            <a:rPr lang="en-IN" i="1">
                              <a:latin typeface="Cambria Math" panose="02040503050406030204" pitchFamily="18" charset="0"/>
                            </a:rPr>
                          </m:ctrlPr>
                        </m:sSubSupPr>
                        <m:e>
                          <m:r>
                            <a:rPr lang="en-IN" i="1">
                              <a:latin typeface="Cambria Math" panose="02040503050406030204" pitchFamily="18" charset="0"/>
                            </a:rPr>
                            <m:t>𝜒</m:t>
                          </m:r>
                        </m:e>
                        <m:sub>
                          <m:r>
                            <a:rPr lang="en-US" b="0" i="1" smtClean="0">
                              <a:latin typeface="Cambria Math" panose="02040503050406030204" pitchFamily="18" charset="0"/>
                            </a:rPr>
                            <m:t>𝑘</m:t>
                          </m:r>
                        </m:sub>
                        <m:sup>
                          <m:r>
                            <a:rPr lang="en-IN" i="0">
                              <a:latin typeface="Cambria Math" panose="02040503050406030204" pitchFamily="18" charset="0"/>
                            </a:rPr>
                            <m:t>2</m:t>
                          </m:r>
                        </m:sup>
                      </m:sSubSup>
                      <m:r>
                        <m:rPr>
                          <m:nor/>
                        </m:rPr>
                        <a:rPr lang="en-IN" i="1">
                          <a:latin typeface="Cambria Math" panose="02040503050406030204" pitchFamily="18" charset="0"/>
                        </a:rPr>
                        <m:t> are independent </m:t>
                      </m:r>
                      <m:r>
                        <m:rPr>
                          <m:nor/>
                        </m:rPr>
                        <a:rPr lang="en-US" b="0" i="1" smtClean="0">
                          <a:latin typeface="Cambria Math" panose="02040503050406030204" pitchFamily="18" charset="0"/>
                        </a:rPr>
                        <m:t> normal </m:t>
                      </m:r>
                      <m:r>
                        <m:rPr>
                          <m:nor/>
                        </m:rPr>
                        <a:rPr lang="en-IN" i="1">
                          <a:latin typeface="Cambria Math" panose="02040503050406030204" pitchFamily="18" charset="0"/>
                        </a:rPr>
                        <m:t> and chi−square variables, respectively.</m:t>
                      </m:r>
                      <m:r>
                        <m:rPr>
                          <m:nor/>
                        </m:rPr>
                        <a:rPr lang="en-US" b="0" i="1" smtClean="0">
                          <a:latin typeface="Cambria Math" panose="02040503050406030204" pitchFamily="18" charset="0"/>
                        </a:rPr>
                        <m:t> then </m:t>
                      </m:r>
                    </m:oMath>
                  </m:oMathPara>
                </a14:m>
                <a:endParaRPr lang="en-US" b="0" dirty="0"/>
              </a:p>
              <a:p>
                <a:r>
                  <a:rPr lang="en-US" dirty="0"/>
                  <a:t> the random variable</a:t>
                </a:r>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533400" y="1219200"/>
                <a:ext cx="8229600" cy="657296"/>
              </a:xfrm>
              <a:prstGeom prst="rect">
                <a:avLst/>
              </a:prstGeom>
              <a:blipFill>
                <a:blip r:embed="rId2"/>
                <a:stretch>
                  <a:fillRect b="-1388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8138" y="2032631"/>
                <a:ext cx="1413272" cy="909352"/>
              </a:xfrm>
              <a:prstGeom prst="rect">
                <a:avLst/>
              </a:prstGeom>
            </p:spPr>
            <p:txBody>
              <a:bodyPr wrap="square">
                <a:spAutoFit/>
              </a:bodyPr>
              <a:lstStyle/>
              <a:p>
                <a:pPr/>
                <a14:m>
                  <m:oMathPara xmlns:m="http://schemas.openxmlformats.org/officeDocument/2006/math">
                    <m:oMath>
                      <m:sSub>
                        <m:sSubPr>
                          <m:ctrlPr>
                            <a:rPr lang="en-IN">
                              <a:latin typeface="Cambria Math" panose="02040503050406030204" pitchFamily="18" charset="0"/>
                            </a:rPr>
                          </m:ctrlPr>
                        </m:sSubPr>
                        <m:e>
                          <m:r>
                            <m:rPr>
                              <m:sty m:val="p"/>
                            </m:rPr>
                            <a:rPr lang="en-IN">
                              <a:latin typeface="Cambria Math" panose="02040503050406030204" pitchFamily="18" charset="0"/>
                            </a:rPr>
                            <m:t>t</m:t>
                          </m:r>
                        </m:e>
                        <m:sub>
                          <m:r>
                            <m:rPr>
                              <m:sty m:val="p"/>
                            </m:rPr>
                            <a:rPr lang="en-US" b="0" i="0" smtClean="0">
                              <a:latin typeface="Cambria Math" panose="02040503050406030204" pitchFamily="18" charset="0"/>
                            </a:rPr>
                            <m:t>k</m:t>
                          </m:r>
                        </m:sub>
                      </m:sSub>
                      <m:r>
                        <a:rPr lang="en-IN" i="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𝑧</m:t>
                          </m:r>
                        </m:num>
                        <m:den>
                          <m:rad>
                            <m:radPr>
                              <m:degHide m:val="on"/>
                              <m:ctrlPr>
                                <a:rPr lang="en-IN" i="1">
                                  <a:latin typeface="Cambria Math" panose="02040503050406030204" pitchFamily="18" charset="0"/>
                                </a:rPr>
                              </m:ctrlPr>
                            </m:radPr>
                            <m:deg/>
                            <m:e>
                              <m:f>
                                <m:fPr>
                                  <m:type m:val="lin"/>
                                  <m:ctrlPr>
                                    <a:rPr lang="en-IN" i="1">
                                      <a:latin typeface="Cambria Math" panose="02040503050406030204" pitchFamily="18" charset="0"/>
                                    </a:rPr>
                                  </m:ctrlPr>
                                </m:fPr>
                                <m:num>
                                  <m:sSubSup>
                                    <m:sSubSupPr>
                                      <m:ctrlPr>
                                        <a:rPr lang="en-IN" i="1">
                                          <a:latin typeface="Cambria Math" panose="02040503050406030204" pitchFamily="18" charset="0"/>
                                        </a:rPr>
                                      </m:ctrlPr>
                                    </m:sSubSupPr>
                                    <m:e>
                                      <m:r>
                                        <a:rPr lang="en-IN" i="1">
                                          <a:latin typeface="Cambria Math" panose="02040503050406030204" pitchFamily="18" charset="0"/>
                                        </a:rPr>
                                        <m:t>𝑥</m:t>
                                      </m:r>
                                    </m:e>
                                    <m:sub>
                                      <m:r>
                                        <a:rPr lang="en-IN" i="1">
                                          <a:latin typeface="Cambria Math" panose="02040503050406030204" pitchFamily="18" charset="0"/>
                                        </a:rPr>
                                        <m:t>𝑘</m:t>
                                      </m:r>
                                    </m:sub>
                                    <m:sup>
                                      <m:r>
                                        <a:rPr lang="en-IN" i="0">
                                          <a:latin typeface="Cambria Math" panose="02040503050406030204" pitchFamily="18" charset="0"/>
                                        </a:rPr>
                                        <m:t>2</m:t>
                                      </m:r>
                                    </m:sup>
                                  </m:sSubSup>
                                </m:num>
                                <m:den>
                                  <m:r>
                                    <a:rPr lang="en-IN" i="1">
                                      <a:latin typeface="Cambria Math" panose="02040503050406030204" pitchFamily="18" charset="0"/>
                                    </a:rPr>
                                    <m:t>𝑘</m:t>
                                  </m:r>
                                </m:den>
                              </m:f>
                            </m:e>
                          </m:rad>
                        </m:den>
                      </m:f>
                    </m:oMath>
                  </m:oMathPara>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1058138" y="2032631"/>
                <a:ext cx="1413272" cy="909352"/>
              </a:xfrm>
              <a:prstGeom prst="rect">
                <a:avLst/>
              </a:prstGeom>
              <a:blipFill>
                <a:blip r:embed="rId3"/>
                <a:stretch>
                  <a:fillRect/>
                </a:stretch>
              </a:blipFill>
            </p:spPr>
            <p:txBody>
              <a:bodyPr/>
              <a:lstStyle/>
              <a:p>
                <a:r>
                  <a:rPr lang="en-IN">
                    <a:noFill/>
                  </a:rPr>
                  <a:t> </a:t>
                </a:r>
              </a:p>
            </p:txBody>
          </p:sp>
        </mc:Fallback>
      </mc:AlternateContent>
      <p:sp>
        <p:nvSpPr>
          <p:cNvPr id="7" name="TextBox 6"/>
          <p:cNvSpPr txBox="1"/>
          <p:nvPr/>
        </p:nvSpPr>
        <p:spPr>
          <a:xfrm>
            <a:off x="2719387" y="2154163"/>
            <a:ext cx="4467225" cy="369332"/>
          </a:xfrm>
          <a:prstGeom prst="rect">
            <a:avLst/>
          </a:prstGeom>
          <a:noFill/>
        </p:spPr>
        <p:txBody>
          <a:bodyPr wrap="square" rtlCol="0">
            <a:spAutoFit/>
          </a:bodyPr>
          <a:lstStyle/>
          <a:p>
            <a:r>
              <a:rPr lang="en-US" dirty="0"/>
              <a:t>follows t distribution with k </a:t>
            </a:r>
            <a:r>
              <a:rPr lang="en-US" dirty="0" err="1"/>
              <a:t>dof</a:t>
            </a:r>
            <a:r>
              <a:rPr lang="en-US" dirty="0"/>
              <a:t>. The pdf of t is</a:t>
            </a:r>
            <a:endParaRPr lang="en-IN" dirty="0"/>
          </a:p>
        </p:txBody>
      </p:sp>
      <mc:AlternateContent xmlns:mc="http://schemas.openxmlformats.org/markup-compatibility/2006" xmlns:a14="http://schemas.microsoft.com/office/drawing/2010/main">
        <mc:Choice Requires="a14">
          <p:sp>
            <p:nvSpPr>
              <p:cNvPr id="8" name="Rectangle 7"/>
              <p:cNvSpPr/>
              <p:nvPr/>
            </p:nvSpPr>
            <p:spPr>
              <a:xfrm>
                <a:off x="5189764" y="2487307"/>
                <a:ext cx="3418820" cy="1118383"/>
              </a:xfrm>
              <a:prstGeom prst="rect">
                <a:avLst/>
              </a:prstGeom>
            </p:spPr>
            <p:txBody>
              <a:bodyPr wrap="none">
                <a:spAutoFit/>
              </a:bodyPr>
              <a:lstStyle/>
              <a:p>
                <a:pPr/>
                <a14:m>
                  <m:oMathPara xmlns:m="http://schemas.openxmlformats.org/officeDocument/2006/math">
                    <m:oMath>
                      <m:r>
                        <a:rPr lang="en-IN" i="1">
                          <a:latin typeface="Cambria Math" panose="02040503050406030204" pitchFamily="18" charset="0"/>
                        </a:rPr>
                        <m:t>𝑓</m:t>
                      </m:r>
                      <m:r>
                        <a:rPr lang="en-IN" i="0">
                          <a:latin typeface="Cambria Math" panose="02040503050406030204" pitchFamily="18" charset="0"/>
                        </a:rPr>
                        <m:t>(</m:t>
                      </m:r>
                      <m:r>
                        <m:rPr>
                          <m:sty m:val="p"/>
                        </m:rPr>
                        <a:rPr lang="en-IN" i="0">
                          <a:latin typeface="Cambria Math" panose="02040503050406030204" pitchFamily="18" charset="0"/>
                        </a:rPr>
                        <m:t>t</m:t>
                      </m:r>
                      <m:r>
                        <a:rPr lang="en-IN" i="0">
                          <a:latin typeface="Cambria Math" panose="02040503050406030204" pitchFamily="18" charset="0"/>
                        </a:rPr>
                        <m:t>)=</m:t>
                      </m:r>
                      <m:f>
                        <m:fPr>
                          <m:ctrlPr>
                            <a:rPr lang="en-IN" i="1">
                              <a:latin typeface="Cambria Math" panose="02040503050406030204" pitchFamily="18" charset="0"/>
                            </a:rPr>
                          </m:ctrlPr>
                        </m:fPr>
                        <m:num>
                          <m:d>
                            <m:dPr>
                              <m:begChr m:val=""/>
                              <m:endChr m:val="]"/>
                              <m:ctrlPr>
                                <a:rPr lang="en-IN" i="0">
                                  <a:latin typeface="Cambria Math" panose="02040503050406030204" pitchFamily="18" charset="0"/>
                                </a:rPr>
                              </m:ctrlPr>
                            </m:dPr>
                            <m:e>
                              <m:r>
                                <m:rPr>
                                  <m:sty m:val="p"/>
                                </m:rPr>
                                <a:rPr lang="en-IN" i="0">
                                  <a:latin typeface="Cambria Math" panose="02040503050406030204" pitchFamily="18" charset="0"/>
                                </a:rPr>
                                <m:t>Γ</m:t>
                              </m:r>
                              <m:r>
                                <a:rPr lang="en-IN" i="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𝑘</m:t>
                                  </m:r>
                                  <m:r>
                                    <a:rPr lang="en-IN" i="0">
                                      <a:latin typeface="Cambria Math" panose="02040503050406030204" pitchFamily="18" charset="0"/>
                                    </a:rPr>
                                    <m:t>+1</m:t>
                                  </m:r>
                                </m:num>
                                <m:den>
                                  <m:r>
                                    <a:rPr lang="en-IN" i="0">
                                      <a:latin typeface="Cambria Math" panose="02040503050406030204" pitchFamily="18" charset="0"/>
                                    </a:rPr>
                                    <m:t>2</m:t>
                                  </m:r>
                                </m:den>
                              </m:f>
                            </m:e>
                          </m:d>
                        </m:num>
                        <m:den>
                          <m:d>
                            <m:dPr>
                              <m:begChr m:val=""/>
                              <m:ctrlPr>
                                <a:rPr lang="en-IN" i="1">
                                  <a:latin typeface="Cambria Math" panose="02040503050406030204" pitchFamily="18" charset="0"/>
                                </a:rPr>
                              </m:ctrlPr>
                            </m:dPr>
                            <m:e>
                              <m:rad>
                                <m:radPr>
                                  <m:degHide m:val="on"/>
                                  <m:ctrlPr>
                                    <a:rPr lang="en-IN" i="1">
                                      <a:latin typeface="Cambria Math" panose="02040503050406030204" pitchFamily="18" charset="0"/>
                                    </a:rPr>
                                  </m:ctrlPr>
                                </m:radPr>
                                <m:deg/>
                                <m:e>
                                  <m:r>
                                    <a:rPr lang="en-IN" i="1">
                                      <a:latin typeface="Cambria Math" panose="02040503050406030204" pitchFamily="18" charset="0"/>
                                    </a:rPr>
                                    <m:t>𝑘</m:t>
                                  </m:r>
                                  <m:r>
                                    <a:rPr lang="en-IN" i="1">
                                      <a:latin typeface="Cambria Math" panose="02040503050406030204" pitchFamily="18" charset="0"/>
                                    </a:rPr>
                                    <m:t>𝜋</m:t>
                                  </m:r>
                                </m:e>
                              </m:rad>
                              <m:r>
                                <m:rPr>
                                  <m:sty m:val="p"/>
                                </m:rPr>
                                <a:rPr lang="en-IN" i="0">
                                  <a:latin typeface="Cambria Math" panose="02040503050406030204" pitchFamily="18" charset="0"/>
                                </a:rPr>
                                <m:t>Γ</m:t>
                              </m:r>
                              <m:r>
                                <a:rPr lang="en-IN" i="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𝑘</m:t>
                                  </m:r>
                                </m:num>
                                <m:den>
                                  <m:r>
                                    <a:rPr lang="en-IN" i="0">
                                      <a:latin typeface="Cambria Math" panose="02040503050406030204" pitchFamily="18" charset="0"/>
                                    </a:rPr>
                                    <m:t>2</m:t>
                                  </m:r>
                                </m:den>
                              </m:f>
                            </m:e>
                          </m:d>
                        </m:den>
                      </m:f>
                      <m:f>
                        <m:fPr>
                          <m:ctrlPr>
                            <a:rPr lang="en-IN" i="0">
                              <a:latin typeface="Cambria Math" panose="02040503050406030204" pitchFamily="18" charset="0"/>
                            </a:rPr>
                          </m:ctrlPr>
                        </m:fPr>
                        <m:num>
                          <m:r>
                            <a:rPr lang="en-IN" i="0">
                              <a:latin typeface="Cambria Math" panose="02040503050406030204" pitchFamily="18" charset="0"/>
                            </a:rPr>
                            <m:t>1</m:t>
                          </m:r>
                        </m:num>
                        <m:den>
                          <m:sSup>
                            <m:sSupPr>
                              <m:ctrlPr>
                                <a:rPr lang="en-IN" i="1">
                                  <a:latin typeface="Cambria Math" panose="02040503050406030204" pitchFamily="18" charset="0"/>
                                </a:rPr>
                              </m:ctrlPr>
                            </m:sSupPr>
                            <m:e>
                              <m:d>
                                <m:dPr>
                                  <m:begChr m:val="["/>
                                  <m:endChr m:val="]"/>
                                  <m:ctrlPr>
                                    <a:rPr lang="en-IN" i="0">
                                      <a:latin typeface="Cambria Math" panose="02040503050406030204" pitchFamily="18" charset="0"/>
                                    </a:rPr>
                                  </m:ctrlPr>
                                </m:dPr>
                                <m:e>
                                  <m:r>
                                    <a:rPr lang="en-IN" i="0">
                                      <a:latin typeface="Cambria Math" panose="02040503050406030204" pitchFamily="18" charset="0"/>
                                    </a:rPr>
                                    <m:t>(</m:t>
                                  </m:r>
                                  <m:f>
                                    <m:fPr>
                                      <m:type m:val="lin"/>
                                      <m:ctrlPr>
                                        <a:rPr lang="en-IN" i="1">
                                          <a:latin typeface="Cambria Math" panose="02040503050406030204" pitchFamily="18" charset="0"/>
                                        </a:rPr>
                                      </m:ctrlPr>
                                    </m:fPr>
                                    <m:num>
                                      <m:sSup>
                                        <m:sSupPr>
                                          <m:ctrlPr>
                                            <a:rPr lang="en-IN" i="0">
                                              <a:latin typeface="Cambria Math" panose="02040503050406030204" pitchFamily="18" charset="0"/>
                                            </a:rPr>
                                          </m:ctrlPr>
                                        </m:sSupPr>
                                        <m:e>
                                          <m:r>
                                            <m:rPr>
                                              <m:sty m:val="p"/>
                                            </m:rPr>
                                            <a:rPr lang="en-IN" i="0">
                                              <a:latin typeface="Cambria Math" panose="02040503050406030204" pitchFamily="18" charset="0"/>
                                            </a:rPr>
                                            <m:t>t</m:t>
                                          </m:r>
                                        </m:e>
                                        <m:sup>
                                          <m:r>
                                            <a:rPr lang="en-IN" i="0">
                                              <a:latin typeface="Cambria Math" panose="02040503050406030204" pitchFamily="18" charset="0"/>
                                            </a:rPr>
                                            <m:t>2</m:t>
                                          </m:r>
                                        </m:sup>
                                      </m:sSup>
                                    </m:num>
                                    <m:den>
                                      <m:r>
                                        <a:rPr lang="en-IN" i="1">
                                          <a:latin typeface="Cambria Math" panose="02040503050406030204" pitchFamily="18" charset="0"/>
                                        </a:rPr>
                                        <m:t>𝑘</m:t>
                                      </m:r>
                                    </m:den>
                                  </m:f>
                                  <m:r>
                                    <a:rPr lang="en-IN" i="0">
                                      <a:latin typeface="Cambria Math" panose="02040503050406030204" pitchFamily="18" charset="0"/>
                                    </a:rPr>
                                    <m:t>)+1</m:t>
                                  </m:r>
                                </m:e>
                              </m:d>
                            </m:e>
                            <m:sup>
                              <m:f>
                                <m:fPr>
                                  <m:ctrlPr>
                                    <a:rPr lang="en-IN" i="1">
                                      <a:latin typeface="Cambria Math" panose="02040503050406030204" pitchFamily="18" charset="0"/>
                                    </a:rPr>
                                  </m:ctrlPr>
                                </m:fPr>
                                <m:num>
                                  <m:r>
                                    <a:rPr lang="en-IN" i="1">
                                      <a:latin typeface="Cambria Math" panose="02040503050406030204" pitchFamily="18" charset="0"/>
                                    </a:rPr>
                                    <m:t>𝑘</m:t>
                                  </m:r>
                                  <m:r>
                                    <a:rPr lang="en-IN" i="0">
                                      <a:latin typeface="Cambria Math" panose="02040503050406030204" pitchFamily="18" charset="0"/>
                                    </a:rPr>
                                    <m:t>+1</m:t>
                                  </m:r>
                                </m:num>
                                <m:den>
                                  <m:r>
                                    <a:rPr lang="en-IN" i="0">
                                      <a:latin typeface="Cambria Math" panose="02040503050406030204" pitchFamily="18" charset="0"/>
                                    </a:rPr>
                                    <m:t>2</m:t>
                                  </m:r>
                                </m:den>
                              </m:f>
                            </m:sup>
                          </m:sSup>
                        </m:den>
                      </m:f>
                    </m:oMath>
                  </m:oMathPara>
                </a14:m>
                <a:endParaRPr lang="en-IN" dirty="0"/>
              </a:p>
            </p:txBody>
          </p:sp>
        </mc:Choice>
        <mc:Fallback xmlns="">
          <p:sp>
            <p:nvSpPr>
              <p:cNvPr id="8" name="Rectangle 7"/>
              <p:cNvSpPr>
                <a:spLocks noRot="1" noChangeAspect="1" noMove="1" noResize="1" noEditPoints="1" noAdjustHandles="1" noChangeArrowheads="1" noChangeShapeType="1" noTextEdit="1"/>
              </p:cNvSpPr>
              <p:nvPr/>
            </p:nvSpPr>
            <p:spPr>
              <a:xfrm>
                <a:off x="5189764" y="2487307"/>
                <a:ext cx="3418820" cy="1118383"/>
              </a:xfrm>
              <a:prstGeom prst="rect">
                <a:avLst/>
              </a:prstGeom>
              <a:blipFill>
                <a:blip r:embed="rId4"/>
                <a:stretch>
                  <a:fillRect/>
                </a:stretch>
              </a:blipFill>
            </p:spPr>
            <p:txBody>
              <a:bodyPr/>
              <a:lstStyle/>
              <a:p>
                <a:r>
                  <a:rPr lang="en-IN">
                    <a:noFill/>
                  </a:rPr>
                  <a:t> </a:t>
                </a:r>
              </a:p>
            </p:txBody>
          </p:sp>
        </mc:Fallback>
      </mc:AlternateContent>
      <p:pic>
        <p:nvPicPr>
          <p:cNvPr id="9" name="Content Placeholder 5">
            <a:extLst>
              <a:ext uri="{FF2B5EF4-FFF2-40B4-BE49-F238E27FC236}">
                <a16:creationId xmlns:a16="http://schemas.microsoft.com/office/drawing/2014/main" id="{E0E371FC-99B4-4486-AE76-4ECF7C249CDA}"/>
              </a:ext>
            </a:extLst>
          </p:cNvPr>
          <p:cNvPicPr>
            <a:picLocks noChangeAspect="1"/>
          </p:cNvPicPr>
          <p:nvPr/>
        </p:nvPicPr>
        <p:blipFill>
          <a:blip r:embed="rId5"/>
          <a:stretch>
            <a:fillRect/>
          </a:stretch>
        </p:blipFill>
        <p:spPr>
          <a:xfrm>
            <a:off x="5181600" y="3733800"/>
            <a:ext cx="4187243" cy="2590800"/>
          </a:xfrm>
          <a:prstGeom prst="rect">
            <a:avLst/>
          </a:prstGeom>
        </p:spPr>
      </p:pic>
      <p:pic>
        <p:nvPicPr>
          <p:cNvPr id="10" name="Picture 9"/>
          <p:cNvPicPr>
            <a:picLocks noChangeAspect="1"/>
          </p:cNvPicPr>
          <p:nvPr/>
        </p:nvPicPr>
        <p:blipFill>
          <a:blip r:embed="rId6"/>
          <a:stretch>
            <a:fillRect/>
          </a:stretch>
        </p:blipFill>
        <p:spPr>
          <a:xfrm>
            <a:off x="533400" y="3605690"/>
            <a:ext cx="4500866" cy="2520486"/>
          </a:xfrm>
          <a:prstGeom prst="rect">
            <a:avLst/>
          </a:prstGeom>
        </p:spPr>
      </p:pic>
    </p:spTree>
    <p:extLst>
      <p:ext uri="{BB962C8B-B14F-4D97-AF65-F5344CB8AC3E}">
        <p14:creationId xmlns:p14="http://schemas.microsoft.com/office/powerpoint/2010/main" val="29499391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fontScale="90000"/>
              </a:bodyPr>
              <a:lstStyle/>
              <a:p>
                <a:r>
                  <a:rPr lang="en-IN" dirty="0">
                    <a:solidFill>
                      <a:schemeClr val="bg1"/>
                    </a:solidFill>
                  </a:rPr>
                  <a:t>Introduction to t-distribution (Sampling distribution of mean when </a:t>
                </a:r>
                <a14:m>
                  <m:oMath xmlns:m="http://schemas.openxmlformats.org/officeDocument/2006/math">
                    <m:r>
                      <a:rPr lang="en-IN" i="1">
                        <a:solidFill>
                          <a:schemeClr val="bg1"/>
                        </a:solidFill>
                        <a:latin typeface="Cambria Math" panose="02040503050406030204" pitchFamily="18" charset="0"/>
                        <a:ea typeface="Cambria Math" panose="02040503050406030204" pitchFamily="18" charset="0"/>
                      </a:rPr>
                      <m:t>𝝈</m:t>
                    </m:r>
                  </m:oMath>
                </a14:m>
                <a:r>
                  <a:rPr lang="en-IN" dirty="0">
                    <a:solidFill>
                      <a:schemeClr val="bg1"/>
                    </a:solidFill>
                  </a:rPr>
                  <a:t> unknown)</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1439" t="-21429" r="-719" b="-30952"/>
                </a:stretch>
              </a:blipFill>
            </p:spPr>
            <p:txBody>
              <a:bodyPr/>
              <a:lstStyle/>
              <a:p>
                <a:r>
                  <a:rPr lang="en-IN">
                    <a:noFill/>
                  </a:rPr>
                  <a:t> </a:t>
                </a:r>
              </a:p>
            </p:txBody>
          </p:sp>
        </mc:Fallback>
      </mc:AlternateContent>
      <p:sp>
        <p:nvSpPr>
          <p:cNvPr id="5" name="Content Placeholder 1">
            <a:extLst>
              <a:ext uri="{FF2B5EF4-FFF2-40B4-BE49-F238E27FC236}">
                <a16:creationId xmlns:a16="http://schemas.microsoft.com/office/drawing/2014/main" id="{6765B551-C0EC-4CB5-995D-B5FEEFB5D2EA}"/>
              </a:ext>
            </a:extLst>
          </p:cNvPr>
          <p:cNvSpPr txBox="1">
            <a:spLocks/>
          </p:cNvSpPr>
          <p:nvPr/>
        </p:nvSpPr>
        <p:spPr>
          <a:xfrm>
            <a:off x="762000" y="1143000"/>
            <a:ext cx="845820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spcBef>
                <a:spcPts val="0"/>
              </a:spcBef>
            </a:pPr>
            <a:r>
              <a:rPr lang="en-US" sz="2000"/>
              <a:t>The t-distribution, also known as the </a:t>
            </a:r>
            <a:r>
              <a:rPr lang="en-US" sz="2000" b="1"/>
              <a:t>Student's t-distribution</a:t>
            </a:r>
            <a:r>
              <a:rPr lang="en-US" sz="2000"/>
              <a:t>, is a type of probability distribution that is similar to the normal distribution with its bell shape but has heavier tails.</a:t>
            </a:r>
          </a:p>
          <a:p>
            <a:pPr marL="342900" indent="-342900">
              <a:lnSpc>
                <a:spcPct val="150000"/>
              </a:lnSpc>
              <a:spcBef>
                <a:spcPts val="0"/>
              </a:spcBef>
            </a:pPr>
            <a:r>
              <a:rPr lang="en-US" sz="2000"/>
              <a:t>It is used for estimating population parameters for </a:t>
            </a:r>
            <a:r>
              <a:rPr lang="en-US" sz="2000" b="1"/>
              <a:t>small sample sizes when </a:t>
            </a:r>
            <a:r>
              <a:rPr lang="en-US" sz="2000" b="1">
                <a:latin typeface="+mj-lt"/>
              </a:rPr>
              <a:t>we don't know the standard deviation</a:t>
            </a:r>
            <a:r>
              <a:rPr lang="en-US" sz="2000">
                <a:latin typeface="+mj-lt"/>
              </a:rPr>
              <a:t>.</a:t>
            </a:r>
          </a:p>
          <a:p>
            <a:endParaRPr lang="en-US"/>
          </a:p>
          <a:p>
            <a:endParaRPr lang="en-US"/>
          </a:p>
          <a:p>
            <a:endParaRPr lang="en-US"/>
          </a:p>
          <a:p>
            <a:endParaRPr lang="en-US"/>
          </a:p>
          <a:p>
            <a:endParaRPr lang="en-US"/>
          </a:p>
          <a:p>
            <a:r>
              <a:rPr lang="en-IN"/>
              <a:t>Where sample S.D. is calculated by formula</a:t>
            </a:r>
          </a:p>
          <a:p>
            <a:endParaRPr lang="en-IN" dirty="0"/>
          </a:p>
        </p:txBody>
      </p:sp>
      <p:pic>
        <p:nvPicPr>
          <p:cNvPr id="6" name="Picture 5">
            <a:extLst>
              <a:ext uri="{FF2B5EF4-FFF2-40B4-BE49-F238E27FC236}">
                <a16:creationId xmlns:a16="http://schemas.microsoft.com/office/drawing/2014/main" id="{D8D8F599-F809-4834-AA15-CE7F9014DC51}"/>
              </a:ext>
            </a:extLst>
          </p:cNvPr>
          <p:cNvPicPr>
            <a:picLocks noChangeAspect="1"/>
          </p:cNvPicPr>
          <p:nvPr/>
        </p:nvPicPr>
        <p:blipFill>
          <a:blip r:embed="rId4"/>
          <a:stretch>
            <a:fillRect/>
          </a:stretch>
        </p:blipFill>
        <p:spPr>
          <a:xfrm>
            <a:off x="1066800" y="3152329"/>
            <a:ext cx="6151229" cy="1449832"/>
          </a:xfrm>
          <a:prstGeom prst="rect">
            <a:avLst/>
          </a:prstGeom>
        </p:spPr>
      </p:pic>
      <p:graphicFrame>
        <p:nvGraphicFramePr>
          <p:cNvPr id="7" name="Object 6">
            <a:extLst>
              <a:ext uri="{FF2B5EF4-FFF2-40B4-BE49-F238E27FC236}">
                <a16:creationId xmlns:a16="http://schemas.microsoft.com/office/drawing/2014/main" id="{2C6983CD-298E-47E5-A5F3-D40110B5E48C}"/>
              </a:ext>
            </a:extLst>
          </p:cNvPr>
          <p:cNvGraphicFramePr>
            <a:graphicFrameLocks noChangeAspect="1"/>
          </p:cNvGraphicFramePr>
          <p:nvPr>
            <p:extLst>
              <p:ext uri="{D42A27DB-BD31-4B8C-83A1-F6EECF244321}">
                <p14:modId xmlns:p14="http://schemas.microsoft.com/office/powerpoint/2010/main" val="449470295"/>
              </p:ext>
            </p:extLst>
          </p:nvPr>
        </p:nvGraphicFramePr>
        <p:xfrm>
          <a:off x="5883082" y="4910406"/>
          <a:ext cx="2669893" cy="848779"/>
        </p:xfrm>
        <a:graphic>
          <a:graphicData uri="http://schemas.openxmlformats.org/presentationml/2006/ole">
            <mc:AlternateContent xmlns:mc="http://schemas.openxmlformats.org/markup-compatibility/2006">
              <mc:Choice xmlns:v="urn:schemas-microsoft-com:vml" Requires="v">
                <p:oleObj name="Equation" r:id="rId5" imgW="1358640" imgH="431640" progId="Equation.DSMT4">
                  <p:embed/>
                </p:oleObj>
              </mc:Choice>
              <mc:Fallback>
                <p:oleObj name="Equation" r:id="rId5" imgW="1358640" imgH="431640" progId="Equation.DSMT4">
                  <p:embed/>
                  <p:pic>
                    <p:nvPicPr>
                      <p:cNvPr id="7" name="Object 6">
                        <a:extLst>
                          <a:ext uri="{FF2B5EF4-FFF2-40B4-BE49-F238E27FC236}">
                            <a16:creationId xmlns:a16="http://schemas.microsoft.com/office/drawing/2014/main" id="{2C6983CD-298E-47E5-A5F3-D40110B5E4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3082" y="4910406"/>
                        <a:ext cx="2669893" cy="848779"/>
                      </a:xfrm>
                      <a:prstGeom prst="rect">
                        <a:avLst/>
                      </a:prstGeom>
                      <a:noFill/>
                      <a:ln>
                        <a:noFill/>
                      </a:ln>
                      <a:effectLst/>
                    </p:spPr>
                  </p:pic>
                </p:oleObj>
              </mc:Fallback>
            </mc:AlternateContent>
          </a:graphicData>
        </a:graphic>
      </p:graphicFrame>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B195B1DA-AC0B-7DED-306D-15B43EB3447A}"/>
                  </a:ext>
                </a:extLst>
              </p14:cNvPr>
              <p14:cNvContentPartPr/>
              <p14:nvPr/>
            </p14:nvContentPartPr>
            <p14:xfrm>
              <a:off x="1353240" y="2656080"/>
              <a:ext cx="9517680" cy="3309840"/>
            </p14:xfrm>
          </p:contentPart>
        </mc:Choice>
        <mc:Fallback>
          <p:pic>
            <p:nvPicPr>
              <p:cNvPr id="3" name="Ink 2">
                <a:extLst>
                  <a:ext uri="{FF2B5EF4-FFF2-40B4-BE49-F238E27FC236}">
                    <a16:creationId xmlns:a16="http://schemas.microsoft.com/office/drawing/2014/main" id="{B195B1DA-AC0B-7DED-306D-15B43EB3447A}"/>
                  </a:ext>
                </a:extLst>
              </p:cNvPr>
              <p:cNvPicPr/>
              <p:nvPr/>
            </p:nvPicPr>
            <p:blipFill>
              <a:blip r:embed="rId8"/>
              <a:stretch>
                <a:fillRect/>
              </a:stretch>
            </p:blipFill>
            <p:spPr>
              <a:xfrm>
                <a:off x="1343880" y="2646720"/>
                <a:ext cx="9536400" cy="3328560"/>
              </a:xfrm>
              <a:prstGeom prst="rect">
                <a:avLst/>
              </a:prstGeom>
            </p:spPr>
          </p:pic>
        </mc:Fallback>
      </mc:AlternateContent>
    </p:spTree>
    <p:extLst>
      <p:ext uri="{BB962C8B-B14F-4D97-AF65-F5344CB8AC3E}">
        <p14:creationId xmlns:p14="http://schemas.microsoft.com/office/powerpoint/2010/main" val="123614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F-distribution </a:t>
            </a:r>
          </a:p>
        </p:txBody>
      </p:sp>
      <p:sp>
        <p:nvSpPr>
          <p:cNvPr id="5" name="Content Placeholder 1">
            <a:extLst>
              <a:ext uri="{FF2B5EF4-FFF2-40B4-BE49-F238E27FC236}">
                <a16:creationId xmlns:a16="http://schemas.microsoft.com/office/drawing/2014/main" id="{AA10DC6E-E1E7-49AD-8B7D-1736FA2A06F4}"/>
              </a:ext>
            </a:extLst>
          </p:cNvPr>
          <p:cNvSpPr txBox="1">
            <a:spLocks/>
          </p:cNvSpPr>
          <p:nvPr/>
        </p:nvSpPr>
        <p:spPr>
          <a:xfrm>
            <a:off x="228600" y="2438400"/>
            <a:ext cx="822960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pdf for a random variable </a:t>
            </a:r>
            <a:r>
              <a:rPr lang="en-US" i="1" dirty="0"/>
              <a:t>X</a:t>
            </a:r>
            <a:r>
              <a:rPr lang="en-US" dirty="0"/>
              <a:t> ~ </a:t>
            </a:r>
            <a:r>
              <a:rPr lang="en-US" i="1" dirty="0"/>
              <a:t>F</a:t>
            </a:r>
            <a:r>
              <a:rPr lang="en-US" dirty="0"/>
              <a:t> (</a:t>
            </a:r>
            <a:r>
              <a:rPr lang="en-US" i="1" dirty="0"/>
              <a:t>n</a:t>
            </a:r>
            <a:r>
              <a:rPr lang="en-US" baseline="-25000" dirty="0"/>
              <a:t>1</a:t>
            </a:r>
            <a:r>
              <a:rPr lang="en-US" dirty="0"/>
              <a:t>, </a:t>
            </a:r>
            <a:r>
              <a:rPr lang="en-US" i="1" dirty="0"/>
              <a:t>n</a:t>
            </a:r>
            <a:r>
              <a:rPr lang="en-US" baseline="-25000" dirty="0"/>
              <a:t>2</a:t>
            </a:r>
            <a:r>
              <a:rPr lang="en-US" dirty="0"/>
              <a:t>) is given by</a:t>
            </a:r>
          </a:p>
          <a:p>
            <a:pPr marL="285750" indent="-285750"/>
            <a:endParaRPr lang="en-US" dirty="0"/>
          </a:p>
          <a:p>
            <a:pPr marL="285750" indent="-285750"/>
            <a:endParaRPr lang="en-IN" dirty="0"/>
          </a:p>
          <a:p>
            <a:pPr marL="285750" indent="-285750"/>
            <a:endParaRPr lang="en-IN" dirty="0"/>
          </a:p>
        </p:txBody>
      </p:sp>
      <p:sp>
        <p:nvSpPr>
          <p:cNvPr id="6" name="Content Placeholder 2">
            <a:extLst>
              <a:ext uri="{FF2B5EF4-FFF2-40B4-BE49-F238E27FC236}">
                <a16:creationId xmlns:a16="http://schemas.microsoft.com/office/drawing/2014/main" id="{5CD6C390-16F2-4921-A2C5-7E5DE777E1CE}"/>
              </a:ext>
            </a:extLst>
          </p:cNvPr>
          <p:cNvSpPr txBox="1">
            <a:spLocks/>
          </p:cNvSpPr>
          <p:nvPr/>
        </p:nvSpPr>
        <p:spPr>
          <a:xfrm>
            <a:off x="152400" y="1110166"/>
            <a:ext cx="11430000" cy="1143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7030A0"/>
                </a:solidFill>
              </a:rPr>
              <a:t>Use when come across ratio of two chi- square variables and want to check which population have more variability.</a:t>
            </a:r>
          </a:p>
          <a:p>
            <a:endParaRPr lang="en-IN" dirty="0">
              <a:solidFill>
                <a:srgbClr val="00B0F0"/>
              </a:solidFill>
            </a:endParaRPr>
          </a:p>
        </p:txBody>
      </p:sp>
      <p:pic>
        <p:nvPicPr>
          <p:cNvPr id="7" name="Picture 4" descr="F Distribution - an overview | ScienceDirect Topics">
            <a:extLst>
              <a:ext uri="{FF2B5EF4-FFF2-40B4-BE49-F238E27FC236}">
                <a16:creationId xmlns:a16="http://schemas.microsoft.com/office/drawing/2014/main" id="{75DD409F-C18D-4F2B-80BD-7D4DAFBAF5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3276600"/>
            <a:ext cx="3581400" cy="343962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Rectangle 7"/>
              <p:cNvSpPr/>
              <p:nvPr/>
            </p:nvSpPr>
            <p:spPr>
              <a:xfrm>
                <a:off x="453546" y="3467757"/>
                <a:ext cx="6248400" cy="982385"/>
              </a:xfrm>
              <a:prstGeom prst="rect">
                <a:avLst/>
              </a:prstGeom>
            </p:spPr>
            <p:txBody>
              <a:bodyPr wrap="square">
                <a:spAutoFit/>
              </a:bodyPr>
              <a:lstStyle/>
              <a:p>
                <a:pPr/>
                <a14:m>
                  <m:oMathPara xmlns:m="http://schemas.openxmlformats.org/officeDocument/2006/math">
                    <m:o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0">
                          <a:latin typeface="Cambria Math" panose="02040503050406030204" pitchFamily="18" charset="0"/>
                        </a:rPr>
                        <m:t>=</m:t>
                      </m:r>
                      <m:f>
                        <m:fPr>
                          <m:ctrlPr>
                            <a:rPr lang="en-US" i="0">
                              <a:latin typeface="Cambria Math" panose="02040503050406030204" pitchFamily="18" charset="0"/>
                            </a:rPr>
                          </m:ctrlPr>
                        </m:fPr>
                        <m:num>
                          <m:r>
                            <m:rPr>
                              <m:sty m:val="p"/>
                            </m:rPr>
                            <a:rPr lang="en-US" i="0">
                              <a:latin typeface="Cambria Math" panose="02040503050406030204" pitchFamily="18" charset="0"/>
                            </a:rPr>
                            <m:t>Γ</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num>
                                <m:den>
                                  <m:r>
                                    <a:rPr lang="en-US" i="0">
                                      <a:latin typeface="Cambria Math" panose="02040503050406030204" pitchFamily="18" charset="0"/>
                                    </a:rPr>
                                    <m:t>2</m:t>
                                  </m:r>
                                </m:den>
                              </m:f>
                            </m:e>
                          </m:d>
                        </m:num>
                        <m:den>
                          <m:r>
                            <m:rPr>
                              <m:sty m:val="p"/>
                            </m:rPr>
                            <a:rPr lang="en-US" i="0">
                              <a:latin typeface="Cambria Math" panose="02040503050406030204" pitchFamily="18" charset="0"/>
                            </a:rPr>
                            <m:t>Γ</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r>
                                    <a:rPr lang="en-US" i="0">
                                      <a:latin typeface="Cambria Math" panose="02040503050406030204" pitchFamily="18" charset="0"/>
                                    </a:rPr>
                                    <m:t>2</m:t>
                                  </m:r>
                                </m:den>
                              </m:f>
                            </m:e>
                          </m:d>
                          <m:r>
                            <m:rPr>
                              <m:sty m:val="p"/>
                            </m:rPr>
                            <a:rPr lang="en-US" i="0">
                              <a:latin typeface="Cambria Math" panose="02040503050406030204" pitchFamily="18" charset="0"/>
                            </a:rPr>
                            <m:t>Γ</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num>
                                <m:den>
                                  <m:r>
                                    <a:rPr lang="en-US" i="0">
                                      <a:latin typeface="Cambria Math" panose="02040503050406030204" pitchFamily="18" charset="0"/>
                                    </a:rPr>
                                    <m:t>2</m:t>
                                  </m:r>
                                </m:den>
                              </m:f>
                            </m:e>
                          </m:d>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den>
                              </m:f>
                            </m:e>
                          </m:d>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r>
                                <a:rPr lang="en-US" i="0">
                                  <a:latin typeface="Cambria Math" panose="02040503050406030204" pitchFamily="18" charset="0"/>
                                </a:rPr>
                                <m:t>2</m:t>
                              </m:r>
                            </m:den>
                          </m:f>
                        </m:sup>
                      </m:sSup>
                      <m:sSup>
                        <m:sSupPr>
                          <m:ctrlPr>
                            <a:rPr lang="en-US" i="1">
                              <a:latin typeface="Cambria Math" panose="02040503050406030204" pitchFamily="18" charset="0"/>
                            </a:rPr>
                          </m:ctrlPr>
                        </m:sSupPr>
                        <m:e>
                          <m:r>
                            <a:rPr lang="en-US" i="1">
                              <a:latin typeface="Cambria Math" panose="02040503050406030204" pitchFamily="18" charset="0"/>
                            </a:rPr>
                            <m:t>𝑥</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r>
                                <a:rPr lang="en-US" i="0">
                                  <a:latin typeface="Cambria Math" panose="02040503050406030204" pitchFamily="18" charset="0"/>
                                </a:rPr>
                                <m:t>2</m:t>
                              </m:r>
                            </m:den>
                          </m:f>
                          <m:r>
                            <a:rPr lang="en-US" i="0">
                              <a:latin typeface="Cambria Math" panose="02040503050406030204" pitchFamily="18" charset="0"/>
                            </a:rPr>
                            <m:t>−1</m:t>
                          </m:r>
                        </m:sup>
                      </m:sSup>
                      <m:sSup>
                        <m:sSupPr>
                          <m:ctrlPr>
                            <a:rPr lang="en-US" i="1">
                              <a:latin typeface="Cambria Math" panose="02040503050406030204" pitchFamily="18" charset="0"/>
                            </a:rPr>
                          </m:ctrlPr>
                        </m:sSupPr>
                        <m:e>
                          <m:d>
                            <m:dPr>
                              <m:ctrlPr>
                                <a:rPr lang="en-US" i="0">
                                  <a:latin typeface="Cambria Math" panose="02040503050406030204" pitchFamily="18" charset="0"/>
                                </a:rPr>
                              </m:ctrlPr>
                            </m:dPr>
                            <m:e>
                              <m:r>
                                <a:rPr lang="en-US" i="0">
                                  <a:latin typeface="Cambria Math" panose="02040503050406030204" pitchFamily="18" charset="0"/>
                                </a:rPr>
                                <m:t>1+</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den>
                              </m:f>
                              <m:r>
                                <a:rPr lang="en-US" i="1">
                                  <a:latin typeface="Cambria Math" panose="02040503050406030204" pitchFamily="18" charset="0"/>
                                </a:rPr>
                                <m:t>𝑥</m:t>
                              </m:r>
                            </m:e>
                          </m:d>
                        </m:e>
                        <m:sup>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0">
                                      <a:latin typeface="Cambria Math" panose="02040503050406030204" pitchFamily="18" charset="0"/>
                                    </a:rPr>
                                    <m:t>2</m:t>
                                  </m:r>
                                </m:sub>
                              </m:sSub>
                            </m:num>
                            <m:den>
                              <m:r>
                                <a:rPr lang="en-US" i="0">
                                  <a:latin typeface="Cambria Math" panose="02040503050406030204" pitchFamily="18" charset="0"/>
                                </a:rPr>
                                <m:t>2</m:t>
                              </m:r>
                            </m:den>
                          </m:f>
                        </m:sup>
                      </m:sSup>
                      <m:r>
                        <a:rPr lang="en-US" i="0">
                          <a:latin typeface="Cambria Math" panose="02040503050406030204" pitchFamily="18" charset="0"/>
                        </a:rPr>
                        <m:t>  ,</m:t>
                      </m:r>
                      <m:r>
                        <a:rPr lang="en-US" i="1">
                          <a:latin typeface="Cambria Math" panose="02040503050406030204" pitchFamily="18" charset="0"/>
                        </a:rPr>
                        <m:t>𝑥</m:t>
                      </m:r>
                      <m:r>
                        <a:rPr lang="en-US" i="0">
                          <a:latin typeface="Cambria Math" panose="02040503050406030204" pitchFamily="18" charset="0"/>
                        </a:rPr>
                        <m:t>&gt;0</m:t>
                      </m:r>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453546" y="3467757"/>
                <a:ext cx="6248400" cy="98238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15446" y="4986886"/>
                <a:ext cx="7412277" cy="1569660"/>
              </a:xfrm>
              <a:prstGeom prst="rect">
                <a:avLst/>
              </a:prstGeom>
            </p:spPr>
            <p:txBody>
              <a:bodyPr wrap="square">
                <a:spAutoFit/>
              </a:bodyPr>
              <a:lstStyle/>
              <a:p>
                <a:pPr marL="285750" indent="-285750">
                  <a:buFont typeface="Arial" panose="020B0604020202020204" pitchFamily="34" charset="0"/>
                  <a:buChar char="•"/>
                </a:pPr>
                <a:r>
                  <a:rPr lang="en-IN" sz="2400" dirty="0"/>
                  <a:t>F- distribution curve lies entirely in first quadrant.</a:t>
                </a:r>
              </a:p>
              <a:p>
                <a:pPr marL="285750" indent="-285750">
                  <a:buFont typeface="Arial" panose="020B0604020202020204" pitchFamily="34" charset="0"/>
                  <a:buChar char="•"/>
                </a:pPr>
                <a:r>
                  <a:rPr lang="en-IN" sz="2400" dirty="0"/>
                  <a:t>The F- curve depends not only on the two parameters </a:t>
                </a:r>
                <a14:m>
                  <m:oMath xmlns:m="http://schemas.openxmlformats.org/officeDocument/2006/math">
                    <m:r>
                      <a:rPr lang="en-IN" sz="2400" i="1">
                        <a:latin typeface="Cambria Math" panose="02040503050406030204" pitchFamily="18" charset="0"/>
                        <a:ea typeface="Cambria Math" panose="02040503050406030204" pitchFamily="18" charset="0"/>
                      </a:rPr>
                      <m:t>𝜗</m:t>
                    </m:r>
                    <m:r>
                      <a:rPr lang="en-IN" sz="2400" i="1" baseline="-25000">
                        <a:latin typeface="Cambria Math" panose="02040503050406030204" pitchFamily="18" charset="0"/>
                        <a:ea typeface="Cambria Math" panose="02040503050406030204" pitchFamily="18" charset="0"/>
                      </a:rPr>
                      <m:t>1</m:t>
                    </m:r>
                  </m:oMath>
                </a14:m>
                <a:r>
                  <a:rPr lang="en-IN" sz="2400" dirty="0"/>
                  <a:t> and </a:t>
                </a:r>
                <a14:m>
                  <m:oMath xmlns:m="http://schemas.openxmlformats.org/officeDocument/2006/math">
                    <m:r>
                      <a:rPr lang="en-IN" sz="2400" i="1">
                        <a:latin typeface="Cambria Math" panose="02040503050406030204" pitchFamily="18" charset="0"/>
                        <a:ea typeface="Cambria Math" panose="02040503050406030204" pitchFamily="18" charset="0"/>
                      </a:rPr>
                      <m:t>𝜗</m:t>
                    </m:r>
                  </m:oMath>
                </a14:m>
                <a:r>
                  <a:rPr lang="en-IN" sz="2400" baseline="-25000" dirty="0"/>
                  <a:t>2</a:t>
                </a:r>
                <a:r>
                  <a:rPr lang="en-IN" sz="2400" dirty="0"/>
                  <a:t> but also on the order in which they are stated. </a:t>
                </a:r>
              </a:p>
            </p:txBody>
          </p:sp>
        </mc:Choice>
        <mc:Fallback xmlns="">
          <p:sp>
            <p:nvSpPr>
              <p:cNvPr id="9" name="Rectangle 8"/>
              <p:cNvSpPr>
                <a:spLocks noRot="1" noChangeAspect="1" noMove="1" noResize="1" noEditPoints="1" noAdjustHandles="1" noChangeArrowheads="1" noChangeShapeType="1" noTextEdit="1"/>
              </p:cNvSpPr>
              <p:nvPr/>
            </p:nvSpPr>
            <p:spPr>
              <a:xfrm>
                <a:off x="415446" y="4986886"/>
                <a:ext cx="7412277" cy="1569660"/>
              </a:xfrm>
              <a:prstGeom prst="rect">
                <a:avLst/>
              </a:prstGeom>
              <a:blipFill>
                <a:blip r:embed="rId4"/>
                <a:stretch>
                  <a:fillRect l="-1069" t="-3101" b="-7752"/>
                </a:stretch>
              </a:blipFill>
            </p:spPr>
            <p:txBody>
              <a:bodyPr/>
              <a:lstStyle/>
              <a:p>
                <a:r>
                  <a:rPr lang="en-IN">
                    <a:noFill/>
                  </a:rPr>
                  <a:t> </a:t>
                </a:r>
              </a:p>
            </p:txBody>
          </p:sp>
        </mc:Fallback>
      </mc:AlternateContent>
    </p:spTree>
    <p:extLst>
      <p:ext uri="{BB962C8B-B14F-4D97-AF65-F5344CB8AC3E}">
        <p14:creationId xmlns:p14="http://schemas.microsoft.com/office/powerpoint/2010/main" val="17408921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F-distribution </a:t>
            </a:r>
          </a:p>
        </p:txBody>
      </p:sp>
      <mc:AlternateContent xmlns:mc="http://schemas.openxmlformats.org/markup-compatibility/2006" xmlns:a14="http://schemas.microsoft.com/office/drawing/2010/main">
        <mc:Choice Requires="a14">
          <p:sp>
            <p:nvSpPr>
              <p:cNvPr id="10" name="Content Placeholder 1">
                <a:extLst>
                  <a:ext uri="{FF2B5EF4-FFF2-40B4-BE49-F238E27FC236}">
                    <a16:creationId xmlns:a16="http://schemas.microsoft.com/office/drawing/2014/main" id="{6765B551-C0EC-4CB5-995D-B5FEEFB5D2EA}"/>
                  </a:ext>
                </a:extLst>
              </p:cNvPr>
              <p:cNvSpPr txBox="1">
                <a:spLocks/>
              </p:cNvSpPr>
              <p:nvPr/>
            </p:nvSpPr>
            <p:spPr>
              <a:xfrm>
                <a:off x="228600" y="1143000"/>
                <a:ext cx="11506200" cy="4525963"/>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50000"/>
                  </a:lnSpc>
                  <a:spcBef>
                    <a:spcPts val="0"/>
                  </a:spcBef>
                  <a:buFont typeface="Wingdings" panose="05000000000000000000" pitchFamily="2" charset="2"/>
                  <a:buChar char="v"/>
                </a:pPr>
                <a:r>
                  <a:rPr lang="en-US" dirty="0"/>
                  <a:t>    The F-distribution was </a:t>
                </a:r>
                <a:r>
                  <a:rPr lang="en-US" b="1" dirty="0"/>
                  <a:t>developed by Fisher to study the behavior of two variances from random samples taken from two independent normal populations</a:t>
                </a:r>
                <a:r>
                  <a:rPr lang="en-US" dirty="0"/>
                  <a:t>.</a:t>
                </a:r>
              </a:p>
              <a:p>
                <a:pPr marL="285750" indent="-285750" algn="just">
                  <a:lnSpc>
                    <a:spcPct val="150000"/>
                  </a:lnSpc>
                  <a:spcBef>
                    <a:spcPts val="0"/>
                  </a:spcBef>
                  <a:buFont typeface="Wingdings" panose="05000000000000000000" pitchFamily="2" charset="2"/>
                  <a:buChar char="v"/>
                </a:pPr>
                <a:r>
                  <a:rPr lang="en-US" dirty="0"/>
                  <a:t>    In applied problems we may be interested in knowing whether the population variances are equal or not, based on the response of the random samples.</a:t>
                </a:r>
              </a:p>
              <a:p>
                <a:pPr marL="285750" indent="-285750" algn="just">
                  <a:lnSpc>
                    <a:spcPct val="150000"/>
                  </a:lnSpc>
                  <a:spcBef>
                    <a:spcPts val="0"/>
                  </a:spcBef>
                  <a:buFont typeface="Wingdings" panose="05000000000000000000" pitchFamily="2" charset="2"/>
                  <a:buChar char="v"/>
                </a:pPr>
                <a:r>
                  <a:rPr lang="en-US" dirty="0"/>
                  <a:t>    If S</a:t>
                </a:r>
                <a:r>
                  <a:rPr lang="en-US" baseline="-25000" dirty="0"/>
                  <a:t>1</a:t>
                </a:r>
                <a:r>
                  <a:rPr lang="en-US" baseline="30000" dirty="0"/>
                  <a:t>2  </a:t>
                </a:r>
                <a:r>
                  <a:rPr lang="en-US" dirty="0"/>
                  <a:t>and S</a:t>
                </a:r>
                <a:r>
                  <a:rPr lang="en-US" baseline="-25000" dirty="0"/>
                  <a:t>2</a:t>
                </a:r>
                <a:r>
                  <a:rPr lang="en-US" baseline="30000" dirty="0"/>
                  <a:t>2 </a:t>
                </a:r>
                <a:r>
                  <a:rPr lang="en-US" dirty="0"/>
                  <a:t> are variances of independent random sample of size n</a:t>
                </a:r>
                <a:r>
                  <a:rPr lang="en-US" baseline="-25000" dirty="0"/>
                  <a:t>1 </a:t>
                </a:r>
                <a:r>
                  <a:rPr lang="en-US" dirty="0"/>
                  <a:t>and n</a:t>
                </a:r>
                <a:r>
                  <a:rPr lang="en-US" baseline="-25000" dirty="0"/>
                  <a:t>2 </a:t>
                </a:r>
                <a:r>
                  <a:rPr lang="en-US" dirty="0"/>
                  <a:t>from a normal populations with variances σ</a:t>
                </a:r>
                <a:r>
                  <a:rPr lang="en-US" baseline="-25000" dirty="0"/>
                  <a:t>1</a:t>
                </a:r>
                <a:r>
                  <a:rPr lang="en-US" baseline="30000" dirty="0"/>
                  <a:t>2</a:t>
                </a:r>
                <a:r>
                  <a:rPr lang="en-US" dirty="0"/>
                  <a:t> and σ</a:t>
                </a:r>
                <a:r>
                  <a:rPr lang="en-US" baseline="-25000" dirty="0"/>
                  <a:t>2</a:t>
                </a:r>
                <a:r>
                  <a:rPr lang="en-US" baseline="30000" dirty="0"/>
                  <a:t>2</a:t>
                </a:r>
                <a:r>
                  <a:rPr lang="en-US" dirty="0"/>
                  <a:t>, then</a:t>
                </a:r>
              </a:p>
              <a:p>
                <a:pPr algn="just">
                  <a:lnSpc>
                    <a:spcPct val="150000"/>
                  </a:lnSpc>
                  <a:spcBef>
                    <a:spcPts val="0"/>
                  </a:spcBef>
                </a:pPr>
                <a:endParaRPr lang="en-US" dirty="0"/>
              </a:p>
              <a:p>
                <a:pPr algn="just">
                  <a:lnSpc>
                    <a:spcPct val="150000"/>
                  </a:lnSpc>
                  <a:spcBef>
                    <a:spcPts val="0"/>
                  </a:spcBef>
                </a:pPr>
                <a:endParaRPr lang="en-US" dirty="0"/>
              </a:p>
              <a:p>
                <a:pPr algn="just">
                  <a:lnSpc>
                    <a:spcPct val="150000"/>
                  </a:lnSpc>
                  <a:spcBef>
                    <a:spcPts val="0"/>
                  </a:spcBef>
                </a:pPr>
                <a:r>
                  <a:rPr lang="en-US" dirty="0"/>
                  <a:t>     which follows F –distribution with </a:t>
                </a:r>
                <a14:m>
                  <m:oMath xmlns:m="http://schemas.openxmlformats.org/officeDocument/2006/math">
                    <m:r>
                      <a:rPr lang="en-IN" i="1">
                        <a:latin typeface="Cambria Math" panose="02040503050406030204" pitchFamily="18" charset="0"/>
                        <a:ea typeface="Cambria Math" panose="02040503050406030204" pitchFamily="18" charset="0"/>
                      </a:rPr>
                      <m:t>𝜗</m:t>
                    </m:r>
                    <m:r>
                      <a:rPr lang="en-IN" i="1" baseline="-25000" smtClean="0">
                        <a:latin typeface="Cambria Math" panose="02040503050406030204" pitchFamily="18" charset="0"/>
                        <a:ea typeface="Cambria Math" panose="02040503050406030204" pitchFamily="18" charset="0"/>
                      </a:rPr>
                      <m:t>1</m:t>
                    </m:r>
                  </m:oMath>
                </a14:m>
                <a:r>
                  <a:rPr lang="en-IN" dirty="0"/>
                  <a:t> = n</a:t>
                </a:r>
                <a:r>
                  <a:rPr lang="en-IN" baseline="-25000" dirty="0"/>
                  <a:t>1</a:t>
                </a:r>
                <a:r>
                  <a:rPr lang="en-IN" dirty="0"/>
                  <a:t>-1 and </a:t>
                </a:r>
                <a14:m>
                  <m:oMath xmlns:m="http://schemas.openxmlformats.org/officeDocument/2006/math">
                    <m:r>
                      <a:rPr lang="en-IN" i="1">
                        <a:latin typeface="Cambria Math" panose="02040503050406030204" pitchFamily="18" charset="0"/>
                        <a:ea typeface="Cambria Math" panose="02040503050406030204" pitchFamily="18" charset="0"/>
                      </a:rPr>
                      <m:t>𝜗</m:t>
                    </m:r>
                  </m:oMath>
                </a14:m>
                <a:r>
                  <a:rPr lang="en-IN" baseline="-25000" dirty="0"/>
                  <a:t>2</a:t>
                </a:r>
                <a:r>
                  <a:rPr lang="en-IN" dirty="0"/>
                  <a:t>=n</a:t>
                </a:r>
                <a:r>
                  <a:rPr lang="en-IN" baseline="-25000" dirty="0"/>
                  <a:t>2</a:t>
                </a:r>
                <a:r>
                  <a:rPr lang="en-IN" dirty="0"/>
                  <a:t>-1 </a:t>
                </a:r>
                <a:r>
                  <a:rPr lang="en-IN" dirty="0" err="1"/>
                  <a:t>d.o.f</a:t>
                </a:r>
                <a:r>
                  <a:rPr lang="en-IN" dirty="0"/>
                  <a:t>.</a:t>
                </a:r>
              </a:p>
            </p:txBody>
          </p:sp>
        </mc:Choice>
        <mc:Fallback xmlns="">
          <p:sp>
            <p:nvSpPr>
              <p:cNvPr id="10" name="Content Placeholder 1">
                <a:extLst>
                  <a:ext uri="{FF2B5EF4-FFF2-40B4-BE49-F238E27FC236}">
                    <a16:creationId xmlns:a16="http://schemas.microsoft.com/office/drawing/2014/main" id="{6765B551-C0EC-4CB5-995D-B5FEEFB5D2EA}"/>
                  </a:ext>
                </a:extLst>
              </p:cNvPr>
              <p:cNvSpPr txBox="1">
                <a:spLocks noRot="1" noChangeAspect="1" noMove="1" noResize="1" noEditPoints="1" noAdjustHandles="1" noChangeArrowheads="1" noChangeShapeType="1" noTextEdit="1"/>
              </p:cNvSpPr>
              <p:nvPr/>
            </p:nvSpPr>
            <p:spPr>
              <a:xfrm>
                <a:off x="228600" y="1143000"/>
                <a:ext cx="11506200" cy="4525963"/>
              </a:xfrm>
              <a:prstGeom prst="rect">
                <a:avLst/>
              </a:prstGeom>
              <a:blipFill>
                <a:blip r:embed="rId2"/>
                <a:stretch>
                  <a:fillRect l="-742" r="-7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FF652EEA-9D85-43A2-8255-C5B89461CA50}"/>
                  </a:ext>
                </a:extLst>
              </p:cNvPr>
              <p:cNvSpPr/>
              <p:nvPr/>
            </p:nvSpPr>
            <p:spPr>
              <a:xfrm>
                <a:off x="3810000" y="4114800"/>
                <a:ext cx="1676400" cy="718787"/>
              </a:xfrm>
              <a:prstGeom prst="rect">
                <a:avLst/>
              </a:prstGeom>
            </p:spPr>
            <p:txBody>
              <a:bodyPr wrap="square">
                <a:spAutoFit/>
              </a:bodyPr>
              <a:lstStyle/>
              <a:p>
                <a:pPr/>
                <a14:m>
                  <m:oMathPara xmlns:m="http://schemas.openxmlformats.org/officeDocument/2006/math">
                    <m:oMath>
                      <m:r>
                        <a:rPr lang="en-IN" i="1">
                          <a:latin typeface="Cambria Math" panose="02040503050406030204" pitchFamily="18" charset="0"/>
                        </a:rPr>
                        <m:t>𝐹</m:t>
                      </m:r>
                      <m:r>
                        <a:rPr lang="en-IN" i="0">
                          <a:latin typeface="Cambria Math" panose="02040503050406030204" pitchFamily="18" charset="0"/>
                        </a:rPr>
                        <m:t>=</m:t>
                      </m:r>
                      <m:f>
                        <m:fPr>
                          <m:ctrlPr>
                            <a:rPr lang="en-IN" i="1">
                              <a:latin typeface="Cambria Math" panose="02040503050406030204" pitchFamily="18" charset="0"/>
                            </a:rPr>
                          </m:ctrlPr>
                        </m:fPr>
                        <m:num>
                          <m:f>
                            <m:fPr>
                              <m:type m:val="lin"/>
                              <m:ctrlPr>
                                <a:rPr lang="en-IN" i="1">
                                  <a:latin typeface="Cambria Math" panose="02040503050406030204" pitchFamily="18" charset="0"/>
                                </a:rPr>
                              </m:ctrlPr>
                            </m:fPr>
                            <m:num>
                              <m:sSubSup>
                                <m:sSubSupPr>
                                  <m:ctrlPr>
                                    <a:rPr lang="en-IN" i="1">
                                      <a:latin typeface="Cambria Math" panose="02040503050406030204" pitchFamily="18" charset="0"/>
                                    </a:rPr>
                                  </m:ctrlPr>
                                </m:sSubSupPr>
                                <m:e>
                                  <m:r>
                                    <a:rPr lang="en-IN" i="1">
                                      <a:latin typeface="Cambria Math" panose="02040503050406030204" pitchFamily="18" charset="0"/>
                                    </a:rPr>
                                    <m:t>𝑆</m:t>
                                  </m:r>
                                </m:e>
                                <m:sub>
                                  <m:r>
                                    <a:rPr lang="en-IN" i="0">
                                      <a:latin typeface="Cambria Math" panose="02040503050406030204" pitchFamily="18" charset="0"/>
                                    </a:rPr>
                                    <m:t>1</m:t>
                                  </m:r>
                                </m:sub>
                                <m:sup>
                                  <m:r>
                                    <a:rPr lang="en-IN" i="0">
                                      <a:latin typeface="Cambria Math" panose="02040503050406030204" pitchFamily="18" charset="0"/>
                                    </a:rPr>
                                    <m:t>2</m:t>
                                  </m:r>
                                </m:sup>
                              </m:sSubSup>
                            </m:num>
                            <m:den>
                              <m:sSubSup>
                                <m:sSubSupPr>
                                  <m:ctrlPr>
                                    <a:rPr lang="en-IN" i="1">
                                      <a:latin typeface="Cambria Math" panose="02040503050406030204" pitchFamily="18" charset="0"/>
                                    </a:rPr>
                                  </m:ctrlPr>
                                </m:sSubSupPr>
                                <m:e>
                                  <m:r>
                                    <a:rPr lang="en-IN" i="1">
                                      <a:latin typeface="Cambria Math" panose="02040503050406030204" pitchFamily="18" charset="0"/>
                                    </a:rPr>
                                    <m:t>𝜎</m:t>
                                  </m:r>
                                </m:e>
                                <m:sub>
                                  <m:r>
                                    <a:rPr lang="en-IN" i="0">
                                      <a:latin typeface="Cambria Math" panose="02040503050406030204" pitchFamily="18" charset="0"/>
                                    </a:rPr>
                                    <m:t>1</m:t>
                                  </m:r>
                                </m:sub>
                                <m:sup>
                                  <m:r>
                                    <a:rPr lang="en-IN" i="0">
                                      <a:latin typeface="Cambria Math" panose="02040503050406030204" pitchFamily="18" charset="0"/>
                                    </a:rPr>
                                    <m:t>2</m:t>
                                  </m:r>
                                </m:sup>
                              </m:sSubSup>
                            </m:den>
                          </m:f>
                        </m:num>
                        <m:den>
                          <m:f>
                            <m:fPr>
                              <m:type m:val="lin"/>
                              <m:ctrlPr>
                                <a:rPr lang="en-IN" i="1">
                                  <a:latin typeface="Cambria Math" panose="02040503050406030204" pitchFamily="18" charset="0"/>
                                </a:rPr>
                              </m:ctrlPr>
                            </m:fPr>
                            <m:num>
                              <m:sSubSup>
                                <m:sSubSupPr>
                                  <m:ctrlPr>
                                    <a:rPr lang="en-IN" i="1">
                                      <a:latin typeface="Cambria Math" panose="02040503050406030204" pitchFamily="18" charset="0"/>
                                    </a:rPr>
                                  </m:ctrlPr>
                                </m:sSubSupPr>
                                <m:e>
                                  <m:r>
                                    <a:rPr lang="en-IN" i="1">
                                      <a:latin typeface="Cambria Math" panose="02040503050406030204" pitchFamily="18" charset="0"/>
                                    </a:rPr>
                                    <m:t>𝑆</m:t>
                                  </m:r>
                                </m:e>
                                <m:sub>
                                  <m:r>
                                    <a:rPr lang="en-IN" i="0">
                                      <a:latin typeface="Cambria Math" panose="02040503050406030204" pitchFamily="18" charset="0"/>
                                    </a:rPr>
                                    <m:t>2</m:t>
                                  </m:r>
                                </m:sub>
                                <m:sup>
                                  <m:r>
                                    <a:rPr lang="en-IN" i="0">
                                      <a:latin typeface="Cambria Math" panose="02040503050406030204" pitchFamily="18" charset="0"/>
                                    </a:rPr>
                                    <m:t>2</m:t>
                                  </m:r>
                                </m:sup>
                              </m:sSubSup>
                            </m:num>
                            <m:den>
                              <m:sSubSup>
                                <m:sSubSupPr>
                                  <m:ctrlPr>
                                    <a:rPr lang="en-IN" i="1">
                                      <a:latin typeface="Cambria Math" panose="02040503050406030204" pitchFamily="18" charset="0"/>
                                    </a:rPr>
                                  </m:ctrlPr>
                                </m:sSubSupPr>
                                <m:e>
                                  <m:r>
                                    <a:rPr lang="en-IN" i="1">
                                      <a:latin typeface="Cambria Math" panose="02040503050406030204" pitchFamily="18" charset="0"/>
                                    </a:rPr>
                                    <m:t>𝜎</m:t>
                                  </m:r>
                                </m:e>
                                <m:sub>
                                  <m:r>
                                    <a:rPr lang="en-IN" i="0">
                                      <a:latin typeface="Cambria Math" panose="02040503050406030204" pitchFamily="18" charset="0"/>
                                    </a:rPr>
                                    <m:t>2</m:t>
                                  </m:r>
                                </m:sub>
                                <m:sup>
                                  <m:r>
                                    <a:rPr lang="en-IN" i="0">
                                      <a:latin typeface="Cambria Math" panose="02040503050406030204" pitchFamily="18" charset="0"/>
                                    </a:rPr>
                                    <m:t>2</m:t>
                                  </m:r>
                                </m:sup>
                              </m:sSubSup>
                            </m:den>
                          </m:f>
                        </m:den>
                      </m:f>
                    </m:oMath>
                  </m:oMathPara>
                </a14:m>
                <a:endParaRPr lang="en-IN" dirty="0"/>
              </a:p>
            </p:txBody>
          </p:sp>
        </mc:Choice>
        <mc:Fallback xmlns="">
          <p:sp>
            <p:nvSpPr>
              <p:cNvPr id="11" name="Rectangle 10">
                <a:extLst>
                  <a:ext uri="{FF2B5EF4-FFF2-40B4-BE49-F238E27FC236}">
                    <a16:creationId xmlns:a16="http://schemas.microsoft.com/office/drawing/2014/main" id="{FF652EEA-9D85-43A2-8255-C5B89461CA50}"/>
                  </a:ext>
                </a:extLst>
              </p:cNvPr>
              <p:cNvSpPr>
                <a:spLocks noRot="1" noChangeAspect="1" noMove="1" noResize="1" noEditPoints="1" noAdjustHandles="1" noChangeArrowheads="1" noChangeShapeType="1" noTextEdit="1"/>
              </p:cNvSpPr>
              <p:nvPr/>
            </p:nvSpPr>
            <p:spPr>
              <a:xfrm>
                <a:off x="3810000" y="4114800"/>
                <a:ext cx="1676400" cy="71878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3FE1140-9723-4757-AE75-ED4D4B1F0AD1}"/>
                  </a:ext>
                </a:extLst>
              </p14:cNvPr>
              <p14:cNvContentPartPr/>
              <p14:nvPr/>
            </p14:nvContentPartPr>
            <p14:xfrm>
              <a:off x="4452480" y="3996000"/>
              <a:ext cx="3535200" cy="1635120"/>
            </p14:xfrm>
          </p:contentPart>
        </mc:Choice>
        <mc:Fallback>
          <p:pic>
            <p:nvPicPr>
              <p:cNvPr id="3" name="Ink 2">
                <a:extLst>
                  <a:ext uri="{FF2B5EF4-FFF2-40B4-BE49-F238E27FC236}">
                    <a16:creationId xmlns:a16="http://schemas.microsoft.com/office/drawing/2014/main" id="{F3FE1140-9723-4757-AE75-ED4D4B1F0AD1}"/>
                  </a:ext>
                </a:extLst>
              </p:cNvPr>
              <p:cNvPicPr/>
              <p:nvPr/>
            </p:nvPicPr>
            <p:blipFill>
              <a:blip r:embed="rId5"/>
              <a:stretch>
                <a:fillRect/>
              </a:stretch>
            </p:blipFill>
            <p:spPr>
              <a:xfrm>
                <a:off x="4443120" y="3986640"/>
                <a:ext cx="3553920" cy="1653840"/>
              </a:xfrm>
              <a:prstGeom prst="rect">
                <a:avLst/>
              </a:prstGeom>
            </p:spPr>
          </p:pic>
        </mc:Fallback>
      </mc:AlternateContent>
    </p:spTree>
    <p:extLst>
      <p:ext uri="{BB962C8B-B14F-4D97-AF65-F5344CB8AC3E}">
        <p14:creationId xmlns:p14="http://schemas.microsoft.com/office/powerpoint/2010/main" val="35212082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1:</a:t>
            </a:r>
            <a:endParaRPr lang="en-IN" dirty="0"/>
          </a:p>
        </p:txBody>
      </p:sp>
      <p:sp>
        <p:nvSpPr>
          <p:cNvPr id="7" name="Rectangle 6"/>
          <p:cNvSpPr/>
          <p:nvPr/>
        </p:nvSpPr>
        <p:spPr>
          <a:xfrm>
            <a:off x="838200" y="1447800"/>
            <a:ext cx="10515600" cy="3416320"/>
          </a:xfrm>
          <a:prstGeom prst="rect">
            <a:avLst/>
          </a:prstGeom>
        </p:spPr>
        <p:txBody>
          <a:bodyPr wrap="square">
            <a:spAutoFit/>
          </a:bodyPr>
          <a:lstStyle/>
          <a:p>
            <a:r>
              <a:rPr lang="en-US" sz="2400" dirty="0"/>
              <a:t>In a factory, 8% of all machines break down at least once a year. Use the Poisson approximation to the binomial distribution to determine the probabilities that among 25 machines (randomly chosen in the factory):</a:t>
            </a:r>
          </a:p>
          <a:p>
            <a:endParaRPr lang="en-US" sz="2400" dirty="0"/>
          </a:p>
          <a:p>
            <a:pPr marL="342900" indent="-342900">
              <a:buAutoNum type="alphaLcParenBoth"/>
            </a:pPr>
            <a:r>
              <a:rPr lang="en-US" sz="2400" dirty="0"/>
              <a:t>5 will break down at least once a year;</a:t>
            </a:r>
          </a:p>
          <a:p>
            <a:pPr marL="342900" indent="-342900">
              <a:buAutoNum type="alphaLcParenBoth"/>
            </a:pPr>
            <a:endParaRPr lang="en-US" sz="2400" dirty="0"/>
          </a:p>
          <a:p>
            <a:pPr marL="342900" indent="-342900">
              <a:buAutoNum type="alphaLcParenBoth"/>
            </a:pPr>
            <a:r>
              <a:rPr lang="en-US" sz="2400" dirty="0"/>
              <a:t> at least 4 will break down once a year:</a:t>
            </a:r>
          </a:p>
          <a:p>
            <a:pPr marL="342900" indent="-342900">
              <a:buAutoNum type="alphaLcParenBoth"/>
            </a:pPr>
            <a:endParaRPr lang="en-US" sz="2400" dirty="0"/>
          </a:p>
          <a:p>
            <a:pPr marL="342900" indent="-342900">
              <a:buAutoNum type="alphaLcParenBoth"/>
            </a:pPr>
            <a:r>
              <a:rPr lang="en-US" sz="2400" dirty="0"/>
              <a:t> anywhere from 3 to 8, inclusive, will break down at least once a year.</a:t>
            </a:r>
          </a:p>
        </p:txBody>
      </p:sp>
    </p:spTree>
    <p:extLst>
      <p:ext uri="{BB962C8B-B14F-4D97-AF65-F5344CB8AC3E}">
        <p14:creationId xmlns:p14="http://schemas.microsoft.com/office/powerpoint/2010/main" val="2475999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mc:AlternateContent xmlns:mc="http://schemas.openxmlformats.org/markup-compatibility/2006" xmlns:a14="http://schemas.microsoft.com/office/drawing/2010/main">
        <mc:Choice Requires="a14">
          <p:sp>
            <p:nvSpPr>
              <p:cNvPr id="5" name="TextBox 3">
                <a:extLst>
                  <a:ext uri="{FF2B5EF4-FFF2-40B4-BE49-F238E27FC236}">
                    <a16:creationId xmlns:a16="http://schemas.microsoft.com/office/drawing/2014/main" id="{BC2BE7D3-7154-2617-0460-0E2EEB7D31C6}"/>
                  </a:ext>
                </a:extLst>
              </p:cNvPr>
              <p:cNvSpPr txBox="1"/>
              <p:nvPr/>
            </p:nvSpPr>
            <p:spPr>
              <a:xfrm>
                <a:off x="685800" y="1600200"/>
                <a:ext cx="7391400" cy="30469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r>
                        <a:rPr lang="en-IN" sz="3200" i="1" smtClean="0">
                          <a:latin typeface="Cambria Math" panose="02040503050406030204" pitchFamily="18" charset="0"/>
                          <a:ea typeface="Cambria Math" panose="02040503050406030204" pitchFamily="18" charset="0"/>
                        </a:rPr>
                        <m:t>𝜆</m:t>
                      </m:r>
                      <m:r>
                        <a:rPr lang="en-IN" sz="3200" b="0" i="1" smtClean="0">
                          <a:latin typeface="Cambria Math" panose="02040503050406030204" pitchFamily="18" charset="0"/>
                          <a:ea typeface="Cambria Math" panose="02040503050406030204" pitchFamily="18" charset="0"/>
                        </a:rPr>
                        <m:t>=</m:t>
                      </m:r>
                      <m:r>
                        <a:rPr lang="en-IN" sz="3200" b="0" i="1" smtClean="0">
                          <a:latin typeface="Cambria Math" panose="02040503050406030204" pitchFamily="18" charset="0"/>
                          <a:ea typeface="Cambria Math" panose="02040503050406030204" pitchFamily="18" charset="0"/>
                        </a:rPr>
                        <m:t>𝑛𝑝</m:t>
                      </m:r>
                      <m:r>
                        <a:rPr lang="en-IN" sz="3200" b="0" i="1" smtClean="0">
                          <a:latin typeface="Cambria Math" panose="02040503050406030204" pitchFamily="18" charset="0"/>
                          <a:ea typeface="Cambria Math" panose="02040503050406030204" pitchFamily="18" charset="0"/>
                        </a:rPr>
                        <m:t>=25×0.08=2</m:t>
                      </m:r>
                    </m:oMath>
                  </m:oMathPara>
                </a14:m>
                <a:endParaRPr lang="en-IN" sz="3200" dirty="0"/>
              </a:p>
              <a:p>
                <a:r>
                  <a:rPr lang="en-IN" sz="3200" dirty="0"/>
                  <a:t>Apply Poisson distribution</a:t>
                </a:r>
              </a:p>
              <a:p>
                <a:r>
                  <a:rPr lang="en-IN" sz="3200" dirty="0"/>
                  <a:t>a)P(X=5)</a:t>
                </a:r>
              </a:p>
              <a:p>
                <a:r>
                  <a:rPr lang="en-IN" sz="3200" dirty="0"/>
                  <a:t>b)P(X</a:t>
                </a:r>
                <a14:m>
                  <m:oMath xmlns:m="http://schemas.openxmlformats.org/officeDocument/2006/math">
                    <m:r>
                      <a:rPr lang="en-IN" sz="3200" i="1" smtClean="0">
                        <a:latin typeface="Cambria Math" panose="02040503050406030204" pitchFamily="18" charset="0"/>
                        <a:ea typeface="Cambria Math" panose="02040503050406030204" pitchFamily="18" charset="0"/>
                      </a:rPr>
                      <m:t>≥</m:t>
                    </m:r>
                    <m:r>
                      <a:rPr lang="en-IN" sz="3200" b="0" i="1" smtClean="0">
                        <a:latin typeface="Cambria Math" panose="02040503050406030204" pitchFamily="18" charset="0"/>
                        <a:ea typeface="Cambria Math" panose="02040503050406030204" pitchFamily="18" charset="0"/>
                      </a:rPr>
                      <m:t>4)=1−</m:t>
                    </m:r>
                    <m:r>
                      <a:rPr lang="en-IN" sz="3200" b="0" i="1" smtClean="0">
                        <a:latin typeface="Cambria Math" panose="02040503050406030204" pitchFamily="18" charset="0"/>
                        <a:ea typeface="Cambria Math" panose="02040503050406030204" pitchFamily="18" charset="0"/>
                      </a:rPr>
                      <m:t>𝑃</m:t>
                    </m:r>
                    <m:r>
                      <a:rPr lang="en-IN" sz="3200" b="0" i="1" smtClean="0">
                        <a:latin typeface="Cambria Math" panose="02040503050406030204" pitchFamily="18" charset="0"/>
                        <a:ea typeface="Cambria Math" panose="02040503050406030204" pitchFamily="18" charset="0"/>
                      </a:rPr>
                      <m:t>(</m:t>
                    </m:r>
                    <m:r>
                      <a:rPr lang="en-IN" sz="3200" b="0" i="1" smtClean="0">
                        <a:latin typeface="Cambria Math" panose="02040503050406030204" pitchFamily="18" charset="0"/>
                        <a:ea typeface="Cambria Math" panose="02040503050406030204" pitchFamily="18" charset="0"/>
                      </a:rPr>
                      <m:t>𝑋</m:t>
                    </m:r>
                    <m:r>
                      <a:rPr lang="en-IN" sz="3200" b="0" i="1" smtClean="0">
                        <a:latin typeface="Cambria Math" panose="02040503050406030204" pitchFamily="18" charset="0"/>
                        <a:ea typeface="Cambria Math" panose="02040503050406030204" pitchFamily="18" charset="0"/>
                      </a:rPr>
                      <m:t>&lt;4)</m:t>
                    </m:r>
                  </m:oMath>
                </a14:m>
                <a:endParaRPr lang="en-IN" sz="3200" b="0" dirty="0">
                  <a:ea typeface="Cambria Math" panose="02040503050406030204" pitchFamily="18" charset="0"/>
                </a:endParaRPr>
              </a:p>
              <a:p>
                <a:r>
                  <a:rPr lang="en-IN" sz="3200" dirty="0"/>
                  <a:t>c) P(3</a:t>
                </a:r>
                <a14:m>
                  <m:oMath xmlns:m="http://schemas.openxmlformats.org/officeDocument/2006/math">
                    <m:r>
                      <a:rPr lang="en-IN" sz="3200" i="1" smtClean="0">
                        <a:latin typeface="Cambria Math" panose="02040503050406030204" pitchFamily="18" charset="0"/>
                        <a:ea typeface="Cambria Math" panose="02040503050406030204" pitchFamily="18" charset="0"/>
                      </a:rPr>
                      <m:t>≤</m:t>
                    </m:r>
                    <m:r>
                      <a:rPr lang="en-IN" sz="3200" b="0" i="1" smtClean="0">
                        <a:latin typeface="Cambria Math" panose="02040503050406030204" pitchFamily="18" charset="0"/>
                        <a:ea typeface="Cambria Math" panose="02040503050406030204" pitchFamily="18" charset="0"/>
                      </a:rPr>
                      <m:t>𝑥</m:t>
                    </m:r>
                    <m:r>
                      <a:rPr lang="en-IN" sz="3200" b="0" i="1" smtClean="0">
                        <a:latin typeface="Cambria Math" panose="02040503050406030204" pitchFamily="18" charset="0"/>
                        <a:ea typeface="Cambria Math" panose="02040503050406030204" pitchFamily="18" charset="0"/>
                      </a:rPr>
                      <m:t>≤8)</m:t>
                    </m:r>
                  </m:oMath>
                </a14:m>
                <a:r>
                  <a:rPr lang="en-IN" sz="3200" dirty="0"/>
                  <a:t>=P(3)+P(4)+P(5)+P(6)+P(7)+P(8)</a:t>
                </a:r>
              </a:p>
            </p:txBody>
          </p:sp>
        </mc:Choice>
        <mc:Fallback xmlns="">
          <p:sp>
            <p:nvSpPr>
              <p:cNvPr id="5" name="TextBox 3">
                <a:extLst>
                  <a:ext uri="{FF2B5EF4-FFF2-40B4-BE49-F238E27FC236}">
                    <a16:creationId xmlns:a16="http://schemas.microsoft.com/office/drawing/2014/main" id="{BC2BE7D3-7154-2617-0460-0E2EEB7D31C6}"/>
                  </a:ext>
                </a:extLst>
              </p:cNvPr>
              <p:cNvSpPr txBox="1">
                <a:spLocks noRot="1" noChangeAspect="1" noMove="1" noResize="1" noEditPoints="1" noAdjustHandles="1" noChangeArrowheads="1" noChangeShapeType="1" noTextEdit="1"/>
              </p:cNvSpPr>
              <p:nvPr/>
            </p:nvSpPr>
            <p:spPr>
              <a:xfrm>
                <a:off x="685800" y="1600200"/>
                <a:ext cx="7391400" cy="3046988"/>
              </a:xfrm>
              <a:prstGeom prst="rect">
                <a:avLst/>
              </a:prstGeom>
              <a:blipFill>
                <a:blip r:embed="rId2"/>
                <a:stretch>
                  <a:fillRect l="-2145" b="-5812"/>
                </a:stretch>
              </a:blipFill>
            </p:spPr>
            <p:txBody>
              <a:bodyPr/>
              <a:lstStyle/>
              <a:p>
                <a:r>
                  <a:rPr lang="en-IN">
                    <a:noFill/>
                  </a:rPr>
                  <a:t> </a:t>
                </a:r>
              </a:p>
            </p:txBody>
          </p:sp>
        </mc:Fallback>
      </mc:AlternateContent>
    </p:spTree>
    <p:extLst>
      <p:ext uri="{BB962C8B-B14F-4D97-AF65-F5344CB8AC3E}">
        <p14:creationId xmlns:p14="http://schemas.microsoft.com/office/powerpoint/2010/main" val="5963487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2:</a:t>
            </a:r>
            <a:endParaRPr lang="en-IN" dirty="0"/>
          </a:p>
        </p:txBody>
      </p:sp>
      <p:sp>
        <p:nvSpPr>
          <p:cNvPr id="3" name="TextBox 2"/>
          <p:cNvSpPr txBox="1"/>
          <p:nvPr/>
        </p:nvSpPr>
        <p:spPr>
          <a:xfrm>
            <a:off x="685800" y="1469518"/>
            <a:ext cx="7772400" cy="2251065"/>
          </a:xfrm>
          <a:prstGeom prst="rect">
            <a:avLst/>
          </a:prstGeom>
          <a:noFill/>
        </p:spPr>
        <p:txBody>
          <a:bodyPr wrap="square" rtlCol="0">
            <a:spAutoFit/>
          </a:bodyPr>
          <a:lstStyle/>
          <a:p>
            <a:pPr algn="just">
              <a:lnSpc>
                <a:spcPct val="150000"/>
              </a:lnSpc>
            </a:pPr>
            <a:r>
              <a:rPr lang="en-US" sz="2400" dirty="0">
                <a:cs typeface="Times New Roman" pitchFamily="18" charset="0"/>
              </a:rPr>
              <a:t>The average number of trucks arriving on any one day at a truck depot in a certain city is known to be 12. what is the probability that on a given day fewer than nine trucks will arrive at this depot?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3D64B1-761D-71A4-D93D-827F161A31EA}"/>
                  </a:ext>
                </a:extLst>
              </p:cNvPr>
              <p:cNvSpPr txBox="1"/>
              <p:nvPr/>
            </p:nvSpPr>
            <p:spPr>
              <a:xfrm>
                <a:off x="685800" y="4209390"/>
                <a:ext cx="7010400" cy="1323439"/>
              </a:xfrm>
              <a:prstGeom prst="rect">
                <a:avLst/>
              </a:prstGeom>
              <a:noFill/>
            </p:spPr>
            <p:txBody>
              <a:bodyPr wrap="square">
                <a:spAutoFit/>
              </a:bodyPr>
              <a:lstStyle/>
              <a:p>
                <a:r>
                  <a:rPr lang="en-IN" sz="2000" dirty="0"/>
                  <a:t>Hint : </a:t>
                </a:r>
                <a14:m>
                  <m:oMath xmlns:m="http://schemas.openxmlformats.org/officeDocument/2006/math">
                    <m:r>
                      <a:rPr lang="en-IN" sz="2000" i="1" smtClean="0">
                        <a:latin typeface="Cambria Math" panose="02040503050406030204" pitchFamily="18" charset="0"/>
                        <a:ea typeface="Cambria Math" panose="02040503050406030204" pitchFamily="18" charset="0"/>
                      </a:rPr>
                      <m:t>𝜆</m:t>
                    </m:r>
                  </m:oMath>
                </a14:m>
                <a:r>
                  <a:rPr lang="en-IN" sz="2000" dirty="0"/>
                  <a:t> =12</a:t>
                </a:r>
              </a:p>
              <a:p>
                <a:endParaRPr lang="en-IN" sz="2000" dirty="0"/>
              </a:p>
              <a:p>
                <a:r>
                  <a:rPr lang="en-IN" sz="2000" dirty="0"/>
                  <a:t>Apply Poisson distribution</a:t>
                </a:r>
              </a:p>
              <a:p>
                <a:r>
                  <a:rPr lang="en-IN" sz="2000" dirty="0"/>
                  <a:t>P(x&lt;9) =P(x</a:t>
                </a:r>
                <a14:m>
                  <m:oMath xmlns:m="http://schemas.openxmlformats.org/officeDocument/2006/math">
                    <m:r>
                      <a:rPr lang="en-IN" sz="2000" i="1" smtClean="0">
                        <a:latin typeface="Cambria Math" panose="02040503050406030204" pitchFamily="18" charset="0"/>
                        <a:ea typeface="Cambria Math" panose="02040503050406030204" pitchFamily="18" charset="0"/>
                      </a:rPr>
                      <m:t>≤</m:t>
                    </m:r>
                  </m:oMath>
                </a14:m>
                <a:r>
                  <a:rPr lang="en-IN" sz="2000" dirty="0"/>
                  <a:t>8)=P(0)+P(1)+P(2)+P(3)+P(4)+P(5)+P(6)+P(7)+P(8)</a:t>
                </a:r>
              </a:p>
            </p:txBody>
          </p:sp>
        </mc:Choice>
        <mc:Fallback xmlns="">
          <p:sp>
            <p:nvSpPr>
              <p:cNvPr id="4" name="TextBox 3">
                <a:extLst>
                  <a:ext uri="{FF2B5EF4-FFF2-40B4-BE49-F238E27FC236}">
                    <a16:creationId xmlns:a16="http://schemas.microsoft.com/office/drawing/2014/main" id="{C93D64B1-761D-71A4-D93D-827F161A31EA}"/>
                  </a:ext>
                </a:extLst>
              </p:cNvPr>
              <p:cNvSpPr txBox="1">
                <a:spLocks noRot="1" noChangeAspect="1" noMove="1" noResize="1" noEditPoints="1" noAdjustHandles="1" noChangeArrowheads="1" noChangeShapeType="1" noTextEdit="1"/>
              </p:cNvSpPr>
              <p:nvPr/>
            </p:nvSpPr>
            <p:spPr>
              <a:xfrm>
                <a:off x="685800" y="4209390"/>
                <a:ext cx="7010400" cy="1323439"/>
              </a:xfrm>
              <a:prstGeom prst="rect">
                <a:avLst/>
              </a:prstGeom>
              <a:blipFill>
                <a:blip r:embed="rId2"/>
                <a:stretch>
                  <a:fillRect l="-957" t="-2765" b="-7373"/>
                </a:stretch>
              </a:blipFill>
            </p:spPr>
            <p:txBody>
              <a:bodyPr/>
              <a:lstStyle/>
              <a:p>
                <a:r>
                  <a:rPr lang="en-IN">
                    <a:noFill/>
                  </a:rPr>
                  <a:t> </a:t>
                </a:r>
              </a:p>
            </p:txBody>
          </p:sp>
        </mc:Fallback>
      </mc:AlternateContent>
    </p:spTree>
    <p:extLst>
      <p:ext uri="{BB962C8B-B14F-4D97-AF65-F5344CB8AC3E}">
        <p14:creationId xmlns:p14="http://schemas.microsoft.com/office/powerpoint/2010/main" val="11758331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3:</a:t>
            </a:r>
            <a:endParaRPr lang="en-IN" dirty="0"/>
          </a:p>
        </p:txBody>
      </p:sp>
      <p:sp>
        <p:nvSpPr>
          <p:cNvPr id="3" name="TextBox 2"/>
          <p:cNvSpPr txBox="1"/>
          <p:nvPr/>
        </p:nvSpPr>
        <p:spPr>
          <a:xfrm>
            <a:off x="457200" y="1295400"/>
            <a:ext cx="10896600" cy="1754326"/>
          </a:xfrm>
          <a:prstGeom prst="rect">
            <a:avLst/>
          </a:prstGeom>
          <a:noFill/>
        </p:spPr>
        <p:txBody>
          <a:bodyPr wrap="square" rtlCol="0">
            <a:spAutoFit/>
          </a:bodyPr>
          <a:lstStyle/>
          <a:p>
            <a:pPr algn="just">
              <a:lnSpc>
                <a:spcPct val="150000"/>
              </a:lnSpc>
            </a:pPr>
            <a:r>
              <a:rPr lang="en-US" sz="2400" dirty="0">
                <a:cs typeface="Times New Roman" pitchFamily="18" charset="0"/>
              </a:rPr>
              <a:t>A certain kind of sheet metal has on the average, five defects per 10 square feet. If we assume a Poisson distribution, what is the probability that a 15-square-foot sheet of the metal will have at least six defects?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15F0CBE-3B9B-DF84-E70E-6A858341D4C1}"/>
                  </a:ext>
                </a:extLst>
              </p:cNvPr>
              <p:cNvSpPr txBox="1"/>
              <p:nvPr/>
            </p:nvSpPr>
            <p:spPr>
              <a:xfrm>
                <a:off x="314826" y="3820666"/>
                <a:ext cx="4572000" cy="1015663"/>
              </a:xfrm>
              <a:prstGeom prst="rect">
                <a:avLst/>
              </a:prstGeom>
              <a:noFill/>
            </p:spPr>
            <p:txBody>
              <a:bodyPr wrap="square">
                <a:spAutoFit/>
              </a:bodyPr>
              <a:lstStyle/>
              <a:p>
                <a:r>
                  <a:rPr lang="en-US" sz="1800" dirty="0">
                    <a:cs typeface="Times New Roman" pitchFamily="18" charset="0"/>
                  </a:rPr>
                  <a:t>    </a:t>
                </a:r>
                <a:r>
                  <a:rPr lang="en-US" sz="2000" dirty="0">
                    <a:cs typeface="Times New Roman" pitchFamily="18" charset="0"/>
                  </a:rPr>
                  <a:t>Hint : </a:t>
                </a:r>
                <a14:m>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itchFamily="18" charset="0"/>
                      </a:rPr>
                      <m:t>𝜆</m:t>
                    </m:r>
                    <m:r>
                      <a:rPr lang="en-IN" sz="2000" b="0" i="1" smtClean="0">
                        <a:latin typeface="Cambria Math" panose="02040503050406030204" pitchFamily="18" charset="0"/>
                        <a:ea typeface="Cambria Math" panose="02040503050406030204" pitchFamily="18" charset="0"/>
                        <a:cs typeface="Times New Roman" pitchFamily="18" charset="0"/>
                      </a:rPr>
                      <m:t>=(15)5</m:t>
                    </m:r>
                  </m:oMath>
                </a14:m>
                <a:r>
                  <a:rPr lang="en-US" sz="2000" dirty="0">
                    <a:cs typeface="Times New Roman" pitchFamily="18" charset="0"/>
                  </a:rPr>
                  <a:t>/10=7.5</a:t>
                </a:r>
              </a:p>
              <a:p>
                <a:endParaRPr lang="en-US" sz="2000" dirty="0">
                  <a:cs typeface="Times New Roman" pitchFamily="18" charset="0"/>
                </a:endParaRPr>
              </a:p>
              <a:p>
                <a:r>
                  <a:rPr lang="en-US" sz="2000" dirty="0">
                    <a:cs typeface="Times New Roman" pitchFamily="18" charset="0"/>
                  </a:rPr>
                  <a:t>    P(X</a:t>
                </a:r>
                <a14:m>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itchFamily="18" charset="0"/>
                      </a:rPr>
                      <m:t>≥</m:t>
                    </m:r>
                    <m:r>
                      <a:rPr lang="en-IN" sz="2000" b="0" i="1" smtClean="0">
                        <a:latin typeface="Cambria Math" panose="02040503050406030204" pitchFamily="18" charset="0"/>
                        <a:ea typeface="Cambria Math" panose="02040503050406030204" pitchFamily="18" charset="0"/>
                        <a:cs typeface="Times New Roman" pitchFamily="18" charset="0"/>
                      </a:rPr>
                      <m:t>6)=1−</m:t>
                    </m:r>
                    <m:r>
                      <a:rPr lang="en-IN" sz="2000" b="0" i="1" smtClean="0">
                        <a:latin typeface="Cambria Math" panose="02040503050406030204" pitchFamily="18" charset="0"/>
                        <a:ea typeface="Cambria Math" panose="02040503050406030204" pitchFamily="18" charset="0"/>
                        <a:cs typeface="Times New Roman" pitchFamily="18" charset="0"/>
                      </a:rPr>
                      <m:t>𝑃</m:t>
                    </m:r>
                    <m:r>
                      <a:rPr lang="en-IN" sz="2000" b="0" i="1" smtClean="0">
                        <a:latin typeface="Cambria Math" panose="02040503050406030204" pitchFamily="18" charset="0"/>
                        <a:ea typeface="Cambria Math" panose="02040503050406030204" pitchFamily="18" charset="0"/>
                        <a:cs typeface="Times New Roman" pitchFamily="18" charset="0"/>
                      </a:rPr>
                      <m:t>(</m:t>
                    </m:r>
                    <m:r>
                      <a:rPr lang="en-IN" sz="2000" b="0" i="1" smtClean="0">
                        <a:latin typeface="Cambria Math" panose="02040503050406030204" pitchFamily="18" charset="0"/>
                        <a:ea typeface="Cambria Math" panose="02040503050406030204" pitchFamily="18" charset="0"/>
                        <a:cs typeface="Times New Roman" pitchFamily="18" charset="0"/>
                      </a:rPr>
                      <m:t>𝑋</m:t>
                    </m:r>
                    <m:r>
                      <a:rPr lang="en-IN" sz="2000" b="0" i="1" smtClean="0">
                        <a:latin typeface="Cambria Math" panose="02040503050406030204" pitchFamily="18" charset="0"/>
                        <a:ea typeface="Cambria Math" panose="02040503050406030204" pitchFamily="18" charset="0"/>
                        <a:cs typeface="Times New Roman" pitchFamily="18" charset="0"/>
                      </a:rPr>
                      <m:t>&lt;6)</m:t>
                    </m:r>
                  </m:oMath>
                </a14:m>
                <a:endParaRPr lang="en-US" sz="2000" dirty="0">
                  <a:cs typeface="Times New Roman" pitchFamily="18" charset="0"/>
                </a:endParaRPr>
              </a:p>
            </p:txBody>
          </p:sp>
        </mc:Choice>
        <mc:Fallback xmlns="">
          <p:sp>
            <p:nvSpPr>
              <p:cNvPr id="4" name="TextBox 3">
                <a:extLst>
                  <a:ext uri="{FF2B5EF4-FFF2-40B4-BE49-F238E27FC236}">
                    <a16:creationId xmlns:a16="http://schemas.microsoft.com/office/drawing/2014/main" id="{B15F0CBE-3B9B-DF84-E70E-6A858341D4C1}"/>
                  </a:ext>
                </a:extLst>
              </p:cNvPr>
              <p:cNvSpPr txBox="1">
                <a:spLocks noRot="1" noChangeAspect="1" noMove="1" noResize="1" noEditPoints="1" noAdjustHandles="1" noChangeArrowheads="1" noChangeShapeType="1" noTextEdit="1"/>
              </p:cNvSpPr>
              <p:nvPr/>
            </p:nvSpPr>
            <p:spPr>
              <a:xfrm>
                <a:off x="314826" y="3820666"/>
                <a:ext cx="4572000" cy="1015663"/>
              </a:xfrm>
              <a:prstGeom prst="rect">
                <a:avLst/>
              </a:prstGeom>
              <a:blipFill>
                <a:blip r:embed="rId2"/>
                <a:stretch>
                  <a:fillRect t="-3614" b="-10241"/>
                </a:stretch>
              </a:blipFill>
            </p:spPr>
            <p:txBody>
              <a:bodyPr/>
              <a:lstStyle/>
              <a:p>
                <a:r>
                  <a:rPr lang="en-IN">
                    <a:noFill/>
                  </a:rPr>
                  <a:t> </a:t>
                </a:r>
              </a:p>
            </p:txBody>
          </p:sp>
        </mc:Fallback>
      </mc:AlternateContent>
    </p:spTree>
    <p:extLst>
      <p:ext uri="{BB962C8B-B14F-4D97-AF65-F5344CB8AC3E}">
        <p14:creationId xmlns:p14="http://schemas.microsoft.com/office/powerpoint/2010/main" val="498097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4:</a:t>
            </a:r>
            <a:endParaRPr lang="en-IN" dirty="0"/>
          </a:p>
        </p:txBody>
      </p:sp>
      <p:sp>
        <p:nvSpPr>
          <p:cNvPr id="3" name="Content Placeholder 1">
            <a:extLst>
              <a:ext uri="{FF2B5EF4-FFF2-40B4-BE49-F238E27FC236}">
                <a16:creationId xmlns:a16="http://schemas.microsoft.com/office/drawing/2014/main" id="{9BF1361A-A906-3372-C7AD-C89FA3C0DF0C}"/>
              </a:ext>
            </a:extLst>
          </p:cNvPr>
          <p:cNvSpPr txBox="1">
            <a:spLocks/>
          </p:cNvSpPr>
          <p:nvPr/>
        </p:nvSpPr>
        <p:spPr>
          <a:xfrm>
            <a:off x="76200" y="1066800"/>
            <a:ext cx="11734800" cy="4754459"/>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6400" dirty="0"/>
              <a:t>What is the probability that a standard normal variate Z will be</a:t>
            </a:r>
          </a:p>
          <a:p>
            <a:pPr marL="0" indent="0">
              <a:buNone/>
            </a:pPr>
            <a:r>
              <a:rPr lang="en-US" sz="6400" dirty="0"/>
              <a:t> (</a:t>
            </a:r>
            <a:r>
              <a:rPr lang="en-US" sz="6400" dirty="0" err="1"/>
              <a:t>i</a:t>
            </a:r>
            <a:r>
              <a:rPr lang="en-US" sz="6400" dirty="0"/>
              <a:t>) greater than 1.09 </a:t>
            </a:r>
          </a:p>
          <a:p>
            <a:pPr marL="0" indent="0">
              <a:buNone/>
            </a:pPr>
            <a:r>
              <a:rPr lang="en-US" sz="6400" dirty="0"/>
              <a:t>(ii) less than –1.65</a:t>
            </a:r>
          </a:p>
          <a:p>
            <a:pPr marL="0" indent="0">
              <a:buNone/>
            </a:pPr>
            <a:r>
              <a:rPr lang="en-US" sz="6400" dirty="0"/>
              <a:t> (iii) lying between –1.00 and 1.96 </a:t>
            </a:r>
          </a:p>
          <a:p>
            <a:pPr marL="0" indent="0">
              <a:buNone/>
            </a:pPr>
            <a:r>
              <a:rPr lang="en-US" sz="6400" dirty="0"/>
              <a:t>(iv) lying between 1.25 and 2.75</a:t>
            </a:r>
          </a:p>
          <a:p>
            <a:pPr marL="0" indent="0">
              <a:buNone/>
            </a:pPr>
            <a:endParaRPr lang="en-US" sz="6400" dirty="0"/>
          </a:p>
          <a:p>
            <a:pPr marL="0" indent="0">
              <a:buNone/>
            </a:pPr>
            <a:r>
              <a:rPr lang="en-US" sz="6400" dirty="0">
                <a:solidFill>
                  <a:srgbClr val="FF0000"/>
                </a:solidFill>
              </a:rPr>
              <a:t>Solution : </a:t>
            </a:r>
          </a:p>
          <a:p>
            <a:pPr marL="0" indent="0">
              <a:buNone/>
            </a:pPr>
            <a:r>
              <a:rPr lang="en-US" sz="6400" dirty="0"/>
              <a:t>(</a:t>
            </a:r>
            <a:r>
              <a:rPr lang="en-US" sz="6400" dirty="0" err="1"/>
              <a:t>i</a:t>
            </a:r>
            <a:r>
              <a:rPr lang="en-US" sz="6400" dirty="0"/>
              <a:t>) greater than 1.09</a:t>
            </a:r>
          </a:p>
          <a:p>
            <a:pPr marL="0" indent="0">
              <a:buNone/>
            </a:pPr>
            <a:r>
              <a:rPr lang="en-US" sz="6400" dirty="0"/>
              <a:t> The total area under the curve is equal to 1 , so that the total area to the right Z = 0 is 0.5 (since the curve is symmetrical).</a:t>
            </a:r>
          </a:p>
          <a:p>
            <a:pPr marL="0" indent="0">
              <a:buNone/>
            </a:pPr>
            <a:r>
              <a:rPr lang="en-US" sz="6400" dirty="0"/>
              <a:t> The area between Z = 0 and 1.09 (from tables) is 0.3621</a:t>
            </a:r>
          </a:p>
          <a:p>
            <a:pPr marL="0" indent="0">
              <a:buNone/>
            </a:pPr>
            <a:r>
              <a:rPr lang="en-US" sz="6400" dirty="0"/>
              <a:t>P(Z &gt; 1.09) = 0.5000 – 0.3621 = 0.1379 </a:t>
            </a:r>
          </a:p>
          <a:p>
            <a:pPr marL="0" indent="0">
              <a:buNone/>
            </a:pPr>
            <a:r>
              <a:rPr lang="en-US" sz="6400" dirty="0"/>
              <a:t>The shaded area to the right of Z = 1.09 is the probability that Z will be greater than 1.09.</a:t>
            </a:r>
          </a:p>
          <a:p>
            <a:pPr marL="0" indent="0">
              <a:buNone/>
            </a:pPr>
            <a:endParaRPr lang="en-US" sz="6400" dirty="0"/>
          </a:p>
          <a:p>
            <a:pPr marL="0" indent="0">
              <a:buNone/>
            </a:pPr>
            <a:r>
              <a:rPr lang="en-US" sz="6400" dirty="0"/>
              <a:t>(ii) less than –1.65 </a:t>
            </a:r>
          </a:p>
          <a:p>
            <a:pPr marL="0" indent="0">
              <a:buNone/>
            </a:pPr>
            <a:r>
              <a:rPr lang="en-US" sz="6400" dirty="0"/>
              <a:t>The area between –1.65 and 0 is the same as area between 0 and 1.65. </a:t>
            </a:r>
          </a:p>
          <a:p>
            <a:pPr marL="0" indent="0">
              <a:buNone/>
            </a:pPr>
            <a:r>
              <a:rPr lang="en-US" sz="6400" dirty="0"/>
              <a:t>In the table the area between zero and 1.65 is 0.4505 </a:t>
            </a:r>
          </a:p>
          <a:p>
            <a:pPr marL="0" indent="0">
              <a:buNone/>
            </a:pPr>
            <a:r>
              <a:rPr lang="en-US" sz="6400" dirty="0"/>
              <a:t>(from the table). Since the area to the left of zero is 0.5,</a:t>
            </a:r>
          </a:p>
          <a:p>
            <a:pPr marL="0" indent="0">
              <a:buNone/>
            </a:pPr>
            <a:r>
              <a:rPr lang="en-US" sz="6400" dirty="0"/>
              <a:t> P(Z&lt; 1.65) = 0.5000 – 0.4505 = 0.0495</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endParaRPr lang="en-IN" dirty="0"/>
          </a:p>
        </p:txBody>
      </p:sp>
      <p:pic>
        <p:nvPicPr>
          <p:cNvPr id="4" name="Picture 3">
            <a:extLst>
              <a:ext uri="{FF2B5EF4-FFF2-40B4-BE49-F238E27FC236}">
                <a16:creationId xmlns:a16="http://schemas.microsoft.com/office/drawing/2014/main" id="{9FE1C6C4-A60A-40A7-DDF9-AEDE38D942C1}"/>
              </a:ext>
            </a:extLst>
          </p:cNvPr>
          <p:cNvPicPr>
            <a:picLocks noChangeAspect="1"/>
          </p:cNvPicPr>
          <p:nvPr/>
        </p:nvPicPr>
        <p:blipFill>
          <a:blip r:embed="rId2"/>
          <a:stretch>
            <a:fillRect/>
          </a:stretch>
        </p:blipFill>
        <p:spPr>
          <a:xfrm>
            <a:off x="7696200" y="1295400"/>
            <a:ext cx="2372930" cy="1651819"/>
          </a:xfrm>
          <a:prstGeom prst="rect">
            <a:avLst/>
          </a:prstGeom>
        </p:spPr>
      </p:pic>
      <p:pic>
        <p:nvPicPr>
          <p:cNvPr id="5" name="Content Placeholder 4">
            <a:extLst>
              <a:ext uri="{FF2B5EF4-FFF2-40B4-BE49-F238E27FC236}">
                <a16:creationId xmlns:a16="http://schemas.microsoft.com/office/drawing/2014/main" id="{637D0D8D-93DD-0DA4-F534-1C5E0D471BA0}"/>
              </a:ext>
            </a:extLst>
          </p:cNvPr>
          <p:cNvPicPr>
            <a:picLocks noChangeAspect="1"/>
          </p:cNvPicPr>
          <p:nvPr/>
        </p:nvPicPr>
        <p:blipFill>
          <a:blip r:embed="rId3"/>
          <a:stretch>
            <a:fillRect/>
          </a:stretch>
        </p:blipFill>
        <p:spPr>
          <a:xfrm>
            <a:off x="8341464" y="4522375"/>
            <a:ext cx="2372929" cy="1212595"/>
          </a:xfrm>
          <a:prstGeom prst="rect">
            <a:avLst/>
          </a:prstGeom>
          <a:gradFill rotWithShape="1">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lin ang="16200000" scaled="1"/>
          </a:gradFill>
          <a:ln w="9525" cap="flat" cmpd="sng" algn="ctr">
            <a:noFill/>
            <a:prstDash val="solid"/>
          </a:ln>
          <a:effectLst>
            <a:softEdge rad="50800"/>
          </a:effectLst>
        </p:spPr>
      </p:pic>
    </p:spTree>
    <p:extLst>
      <p:ext uri="{BB962C8B-B14F-4D97-AF65-F5344CB8AC3E}">
        <p14:creationId xmlns:p14="http://schemas.microsoft.com/office/powerpoint/2010/main" val="22956743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Solution:</a:t>
            </a:r>
            <a:endParaRPr lang="en-IN" dirty="0"/>
          </a:p>
        </p:txBody>
      </p:sp>
      <p:sp>
        <p:nvSpPr>
          <p:cNvPr id="3" name="Content Placeholder 6">
            <a:extLst>
              <a:ext uri="{FF2B5EF4-FFF2-40B4-BE49-F238E27FC236}">
                <a16:creationId xmlns:a16="http://schemas.microsoft.com/office/drawing/2014/main" id="{E715D171-ED0F-4B71-3554-72604430D2B1}"/>
              </a:ext>
            </a:extLst>
          </p:cNvPr>
          <p:cNvSpPr txBox="1">
            <a:spLocks/>
          </p:cNvSpPr>
          <p:nvPr/>
        </p:nvSpPr>
        <p:spPr>
          <a:xfrm>
            <a:off x="381000" y="1219200"/>
            <a:ext cx="8839200" cy="490728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(iii) lying between –1.00 and 1.96 </a:t>
            </a:r>
          </a:p>
          <a:p>
            <a:r>
              <a:rPr lang="en-US" sz="1800" dirty="0"/>
              <a:t>The probability that the random variable Z in between –1.00 and 1.96 is found by adding the corresponding areas :</a:t>
            </a:r>
          </a:p>
          <a:p>
            <a:r>
              <a:rPr lang="en-US" sz="1800" dirty="0"/>
              <a:t>Area between –1.00 and 1.96 = area between (–1.00 and 0) + area </a:t>
            </a:r>
            <a:r>
              <a:rPr lang="en-US" sz="1800" dirty="0" err="1"/>
              <a:t>betwn</a:t>
            </a:r>
            <a:r>
              <a:rPr lang="en-US" sz="1800" dirty="0"/>
              <a:t> (0 and 1.96) P(–1.00 &lt; Z &lt; 1.96) = P(–1.00 &lt; Z &lt; 0) + P(0 &lt; Z &lt; 1.96)  = 0.8163</a:t>
            </a:r>
          </a:p>
          <a:p>
            <a:endParaRPr lang="en-US" sz="1800" dirty="0"/>
          </a:p>
          <a:p>
            <a:r>
              <a:rPr lang="en-US" sz="1800" dirty="0"/>
              <a:t>(iv) lying between 1.25 and 2.75:</a:t>
            </a:r>
          </a:p>
          <a:p>
            <a:r>
              <a:rPr lang="en-US" sz="1800" dirty="0"/>
              <a:t> Area between Z = 1.25 and 2.75 = area between (z = 0 and z = 2.75) – area between (z=0 and z = 1.25)</a:t>
            </a:r>
          </a:p>
          <a:p>
            <a:r>
              <a:rPr lang="pl-PL" sz="1800" dirty="0"/>
              <a:t>P(1.25 &lt; Z &lt; 2.75) = P(0 &lt; Z &lt; 2.75) – P(0 &lt; Z &lt; 1.25)  = 0.1026</a:t>
            </a:r>
            <a:endParaRPr lang="en-IN" sz="1800" dirty="0"/>
          </a:p>
        </p:txBody>
      </p:sp>
      <p:pic>
        <p:nvPicPr>
          <p:cNvPr id="4" name="Picture 3">
            <a:extLst>
              <a:ext uri="{FF2B5EF4-FFF2-40B4-BE49-F238E27FC236}">
                <a16:creationId xmlns:a16="http://schemas.microsoft.com/office/drawing/2014/main" id="{CB7DB7D6-8BE3-BBDB-5C8E-BEBEA50CDD0E}"/>
              </a:ext>
            </a:extLst>
          </p:cNvPr>
          <p:cNvPicPr>
            <a:picLocks noChangeAspect="1"/>
          </p:cNvPicPr>
          <p:nvPr/>
        </p:nvPicPr>
        <p:blipFill>
          <a:blip r:embed="rId2"/>
          <a:stretch>
            <a:fillRect/>
          </a:stretch>
        </p:blipFill>
        <p:spPr>
          <a:xfrm>
            <a:off x="6019800" y="4678681"/>
            <a:ext cx="2536363" cy="1524000"/>
          </a:xfrm>
          <a:prstGeom prst="rect">
            <a:avLst/>
          </a:prstGeom>
        </p:spPr>
      </p:pic>
    </p:spTree>
    <p:extLst>
      <p:ext uri="{BB962C8B-B14F-4D97-AF65-F5344CB8AC3E}">
        <p14:creationId xmlns:p14="http://schemas.microsoft.com/office/powerpoint/2010/main" val="17213569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5:</a:t>
            </a:r>
            <a:endParaRPr lang="en-IN" dirty="0"/>
          </a:p>
        </p:txBody>
      </p:sp>
      <p:sp>
        <p:nvSpPr>
          <p:cNvPr id="3" name="Content Placeholder 1"/>
          <p:cNvSpPr txBox="1">
            <a:spLocks/>
          </p:cNvSpPr>
          <p:nvPr/>
        </p:nvSpPr>
        <p:spPr>
          <a:xfrm>
            <a:off x="304800" y="1493839"/>
            <a:ext cx="91440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t>The length of life of an instrument produced by a machine has a normal distribution with a mean of 12 months and a standard deviation of 2 months. Find the probability that an instrument produced by this machine will last</a:t>
            </a:r>
            <a:br>
              <a:rPr lang="en-US" sz="2400" dirty="0"/>
            </a:br>
            <a:r>
              <a:rPr lang="en-US" sz="2400" dirty="0"/>
              <a:t>a) less than 7 months.</a:t>
            </a:r>
            <a:br>
              <a:rPr lang="en-US" sz="2400" dirty="0"/>
            </a:br>
            <a:r>
              <a:rPr lang="en-US" sz="2400" dirty="0"/>
              <a:t>b) between 7 and 12 months.</a:t>
            </a:r>
          </a:p>
          <a:p>
            <a:pPr marL="0" indent="0">
              <a:buNone/>
            </a:pPr>
            <a:endParaRPr lang="en-US" sz="2400" dirty="0"/>
          </a:p>
          <a:p>
            <a:pPr marL="0" indent="0">
              <a:buNone/>
            </a:pPr>
            <a:r>
              <a:rPr lang="en-US" sz="2400" dirty="0">
                <a:solidFill>
                  <a:srgbClr val="FF0000"/>
                </a:solidFill>
              </a:rPr>
              <a:t>Solution:</a:t>
            </a:r>
            <a:r>
              <a:rPr lang="en-US" sz="2400" dirty="0"/>
              <a:t> </a:t>
            </a:r>
            <a:r>
              <a:rPr lang="pl-PL" sz="2400" dirty="0"/>
              <a:t>a) P(x &lt; 7) = P(z &lt; -2.5)= 0.0062</a:t>
            </a:r>
            <a:endParaRPr lang="en-IN" sz="2400" dirty="0"/>
          </a:p>
          <a:p>
            <a:pPr marL="0" indent="0">
              <a:buNone/>
            </a:pPr>
            <a:r>
              <a:rPr lang="en-IN" sz="2400" dirty="0"/>
              <a:t>Hint: b) P( 7&lt; x &lt;12) =</a:t>
            </a:r>
            <a:r>
              <a:rPr lang="pl-PL" sz="2400" dirty="0"/>
              <a:t> P(-2.5 &lt; z &lt; 0)= 0.4938</a:t>
            </a:r>
            <a:endParaRPr lang="en-IN" sz="2400" dirty="0"/>
          </a:p>
          <a:p>
            <a:pPr marL="0" indent="0">
              <a:buNone/>
            </a:pPr>
            <a:endParaRPr lang="en-IN" dirty="0"/>
          </a:p>
          <a:p>
            <a:endParaRPr lang="en-IN" dirty="0"/>
          </a:p>
          <a:p>
            <a:endParaRPr lang="en-IN" dirty="0"/>
          </a:p>
          <a:p>
            <a:pPr marL="0" indent="0">
              <a:buNone/>
            </a:pPr>
            <a:br>
              <a:rPr lang="pl-PL" dirty="0"/>
            </a:br>
            <a:r>
              <a:rPr lang="pl-PL" dirty="0"/>
              <a:t> </a:t>
            </a:r>
          </a:p>
          <a:p>
            <a:endParaRPr lang="en-US" dirty="0"/>
          </a:p>
        </p:txBody>
      </p:sp>
    </p:spTree>
    <p:extLst>
      <p:ext uri="{BB962C8B-B14F-4D97-AF65-F5344CB8AC3E}">
        <p14:creationId xmlns:p14="http://schemas.microsoft.com/office/powerpoint/2010/main" val="15155743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60569"/>
            <a:ext cx="10083800" cy="764364"/>
          </a:xfrm>
        </p:spPr>
        <p:txBody>
          <a:bodyPr/>
          <a:lstStyle/>
          <a:p>
            <a:r>
              <a:rPr lang="en-US" dirty="0"/>
              <a:t>Practice Problem 6:</a:t>
            </a:r>
            <a:endParaRPr lang="en-IN" dirty="0"/>
          </a:p>
        </p:txBody>
      </p:sp>
      <p:sp>
        <p:nvSpPr>
          <p:cNvPr id="3" name="Rectangle 2"/>
          <p:cNvSpPr/>
          <p:nvPr/>
        </p:nvSpPr>
        <p:spPr>
          <a:xfrm>
            <a:off x="304800" y="1371600"/>
            <a:ext cx="11353800" cy="5206069"/>
          </a:xfrm>
          <a:prstGeom prst="rect">
            <a:avLst/>
          </a:prstGeom>
        </p:spPr>
        <p:txBody>
          <a:bodyPr wrap="square" lIns="77751" tIns="38876" rIns="77751" bIns="38876">
            <a:spAutoFit/>
          </a:bodyPr>
          <a:lstStyle/>
          <a:p>
            <a:pPr>
              <a:lnSpc>
                <a:spcPct val="150000"/>
              </a:lnSpc>
              <a:spcBef>
                <a:spcPct val="20000"/>
              </a:spcBef>
              <a:buClr>
                <a:schemeClr val="tx1"/>
              </a:buClr>
              <a:buSzPct val="75000"/>
              <a:defRPr/>
            </a:pPr>
            <a:r>
              <a:rPr lang="en-US" sz="2800" dirty="0"/>
              <a:t>A computer crashes on average once every 4 months;</a:t>
            </a:r>
            <a:br>
              <a:rPr lang="en-US" sz="2800" dirty="0"/>
            </a:br>
            <a:r>
              <a:rPr lang="en-US" sz="2800" dirty="0"/>
              <a:t>a) What is the probability that it will not crash in a period of 4 months?</a:t>
            </a:r>
            <a:br>
              <a:rPr lang="en-US" sz="2800" dirty="0"/>
            </a:br>
            <a:r>
              <a:rPr lang="en-US" sz="2800" dirty="0"/>
              <a:t>b) What is the probability that it will crash once in a period of 4 months?</a:t>
            </a:r>
            <a:br>
              <a:rPr lang="en-US" sz="2800" dirty="0"/>
            </a:br>
            <a:r>
              <a:rPr lang="en-US" sz="2800" dirty="0"/>
              <a:t>c) What is the probability that it will crash twice in a period of 4 months?</a:t>
            </a:r>
            <a:br>
              <a:rPr lang="en-US" sz="2800" dirty="0"/>
            </a:br>
            <a:r>
              <a:rPr lang="en-US" sz="2800" dirty="0"/>
              <a:t>d) What is the probability that it will crash three times in a period of 4 months?</a:t>
            </a:r>
          </a:p>
          <a:p>
            <a:pPr>
              <a:lnSpc>
                <a:spcPct val="150000"/>
              </a:lnSpc>
              <a:spcBef>
                <a:spcPct val="20000"/>
              </a:spcBef>
              <a:buClr>
                <a:schemeClr val="tx1"/>
              </a:buClr>
              <a:buSzPct val="75000"/>
              <a:defRPr/>
            </a:pPr>
            <a:r>
              <a:rPr lang="en-US" sz="2800" dirty="0">
                <a:cs typeface="Times New Roman" pitchFamily="18" charset="0"/>
              </a:rPr>
              <a:t>Hint: </a:t>
            </a:r>
          </a:p>
          <a:p>
            <a:pPr marL="437351" indent="-437351">
              <a:spcBef>
                <a:spcPct val="20000"/>
              </a:spcBef>
              <a:buClr>
                <a:schemeClr val="tx1"/>
              </a:buClr>
              <a:buSzPct val="75000"/>
              <a:defRPr/>
            </a:pPr>
            <a:endParaRPr lang="en-US" sz="2800" dirty="0">
              <a:latin typeface="Times New Roman" pitchFamily="18" charset="0"/>
              <a:cs typeface="Times New Roman"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578884465"/>
              </p:ext>
            </p:extLst>
          </p:nvPr>
        </p:nvGraphicFramePr>
        <p:xfrm>
          <a:off x="1524000" y="5257800"/>
          <a:ext cx="2851150" cy="965200"/>
        </p:xfrm>
        <a:graphic>
          <a:graphicData uri="http://schemas.openxmlformats.org/presentationml/2006/ole">
            <mc:AlternateContent xmlns:mc="http://schemas.openxmlformats.org/markup-compatibility/2006">
              <mc:Choice xmlns:v="urn:schemas-microsoft-com:vml" Requires="v">
                <p:oleObj name="Equation" r:id="rId2" imgW="2850990" imgH="965200" progId="Equation.DSMT4">
                  <p:embed/>
                </p:oleObj>
              </mc:Choice>
              <mc:Fallback>
                <p:oleObj name="Equation" r:id="rId2" imgW="2850990" imgH="965200" progId="Equation.DSMT4">
                  <p:embed/>
                  <p:pic>
                    <p:nvPicPr>
                      <p:cNvPr id="4" name="Object 3"/>
                      <p:cNvPicPr/>
                      <p:nvPr/>
                    </p:nvPicPr>
                    <p:blipFill>
                      <a:blip r:embed="rId3"/>
                      <a:stretch>
                        <a:fillRect/>
                      </a:stretch>
                    </p:blipFill>
                    <p:spPr>
                      <a:xfrm>
                        <a:off x="1524000" y="5257800"/>
                        <a:ext cx="2851150" cy="965200"/>
                      </a:xfrm>
                      <a:prstGeom prst="rect">
                        <a:avLst/>
                      </a:prstGeom>
                    </p:spPr>
                  </p:pic>
                </p:oleObj>
              </mc:Fallback>
            </mc:AlternateContent>
          </a:graphicData>
        </a:graphic>
      </p:graphicFrame>
    </p:spTree>
    <p:extLst>
      <p:ext uri="{BB962C8B-B14F-4D97-AF65-F5344CB8AC3E}">
        <p14:creationId xmlns:p14="http://schemas.microsoft.com/office/powerpoint/2010/main" val="22295155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Problems :</a:t>
            </a:r>
            <a:endParaRPr lang="en-IN" dirty="0"/>
          </a:p>
        </p:txBody>
      </p:sp>
      <p:sp>
        <p:nvSpPr>
          <p:cNvPr id="5" name="Content Placeholder 1">
            <a:extLst>
              <a:ext uri="{FF2B5EF4-FFF2-40B4-BE49-F238E27FC236}">
                <a16:creationId xmlns:a16="http://schemas.microsoft.com/office/drawing/2014/main" id="{BF4001D4-975C-83AA-DD6B-10688458F6DA}"/>
              </a:ext>
            </a:extLst>
          </p:cNvPr>
          <p:cNvSpPr txBox="1">
            <a:spLocks/>
          </p:cNvSpPr>
          <p:nvPr/>
        </p:nvSpPr>
        <p:spPr>
          <a:xfrm>
            <a:off x="304800" y="1143000"/>
            <a:ext cx="113538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fontAlgn="base">
              <a:buNone/>
            </a:pPr>
            <a:r>
              <a:rPr lang="en-US" sz="2400" dirty="0"/>
              <a:t>7. </a:t>
            </a:r>
            <a:r>
              <a:rPr lang="en-US" sz="2400" b="1" i="0" dirty="0">
                <a:solidFill>
                  <a:srgbClr val="273239"/>
                </a:solidFill>
                <a:effectLst/>
                <a:cs typeface="Arial" panose="020B0604020202020204" pitchFamily="34" charset="0"/>
              </a:rPr>
              <a:t>If mean of the binomial distribution is 20 and the number of observations is 30. Find the variance and standard deviation.</a:t>
            </a:r>
          </a:p>
          <a:p>
            <a:pPr marL="0" indent="0" algn="just">
              <a:buNone/>
            </a:pPr>
            <a:r>
              <a:rPr lang="en-US" sz="2400" dirty="0"/>
              <a:t>Hint: n =30, np = 20;</a:t>
            </a:r>
          </a:p>
          <a:p>
            <a:pPr marL="0" indent="0" algn="just">
              <a:buNone/>
            </a:pPr>
            <a:endParaRPr lang="en-US" sz="2400" dirty="0"/>
          </a:p>
          <a:p>
            <a:pPr marL="0" indent="0" algn="just">
              <a:buNone/>
            </a:pPr>
            <a:r>
              <a:rPr lang="en-US" sz="2400" dirty="0"/>
              <a:t>8. </a:t>
            </a:r>
            <a:r>
              <a:rPr lang="en-US" sz="2400" b="1" i="0" dirty="0">
                <a:solidFill>
                  <a:srgbClr val="273239"/>
                </a:solidFill>
                <a:effectLst/>
              </a:rPr>
              <a:t>The probability of a boy hitting a target is 0.2. How Many times must he fire so that the probability of his hitting the target at least once is greater than 2/3.</a:t>
            </a:r>
          </a:p>
          <a:p>
            <a:pPr marL="0" indent="0" algn="just">
              <a:buNone/>
            </a:pPr>
            <a:r>
              <a:rPr lang="en-US" sz="2400" b="1" dirty="0">
                <a:solidFill>
                  <a:srgbClr val="273239"/>
                </a:solidFill>
              </a:rPr>
              <a:t>Hint: p= 0.2; P(X&gt;=1) = 2/3, find n.</a:t>
            </a:r>
          </a:p>
          <a:p>
            <a:pPr marL="0" indent="0" algn="just">
              <a:buNone/>
            </a:pPr>
            <a:endParaRPr lang="en-US" sz="2400" b="1" i="0" dirty="0">
              <a:solidFill>
                <a:srgbClr val="273239"/>
              </a:solidFill>
              <a:effectLst/>
            </a:endParaRPr>
          </a:p>
          <a:p>
            <a:pPr marL="0" indent="0" algn="just" fontAlgn="base">
              <a:spcAft>
                <a:spcPts val="1500"/>
              </a:spcAft>
              <a:buNone/>
            </a:pPr>
            <a:r>
              <a:rPr lang="en-US" sz="2400" dirty="0">
                <a:cs typeface="Arial" panose="020B0604020202020204" pitchFamily="34" charset="0"/>
              </a:rPr>
              <a:t>9. </a:t>
            </a:r>
            <a:r>
              <a:rPr lang="en-US" sz="2400" b="1" i="0" dirty="0">
                <a:solidFill>
                  <a:srgbClr val="444444"/>
                </a:solidFill>
                <a:effectLst/>
                <a:cs typeface="Arial" panose="020B0604020202020204" pitchFamily="34" charset="0"/>
              </a:rPr>
              <a:t>A box of candies has many different colors in it. There is a 15% chance of getting a pink candy. What is the probability that exactly 4 candies in a box are pink out of 10?</a:t>
            </a:r>
          </a:p>
          <a:p>
            <a:pPr marL="0" indent="0" algn="just" fontAlgn="base">
              <a:spcAft>
                <a:spcPts val="1500"/>
              </a:spcAft>
              <a:buNone/>
            </a:pPr>
            <a:r>
              <a:rPr lang="en-US" sz="2400" b="0" i="0" dirty="0">
                <a:solidFill>
                  <a:srgbClr val="444444"/>
                </a:solidFill>
                <a:effectLst/>
                <a:cs typeface="Arial" panose="020B0604020202020204" pitchFamily="34" charset="0"/>
              </a:rPr>
              <a:t>Hint: </a:t>
            </a:r>
            <a:r>
              <a:rPr lang="en-US" sz="2400" b="1" i="0" dirty="0">
                <a:solidFill>
                  <a:srgbClr val="444444"/>
                </a:solidFill>
                <a:effectLst/>
                <a:cs typeface="Arial" panose="020B0604020202020204" pitchFamily="34" charset="0"/>
              </a:rPr>
              <a:t>n = 10, p=0.15, q=0.85, x=4, </a:t>
            </a:r>
            <a:r>
              <a:rPr lang="en-US" sz="2400" b="1" i="0" dirty="0">
                <a:solidFill>
                  <a:srgbClr val="FF0000"/>
                </a:solidFill>
                <a:effectLst/>
                <a:cs typeface="Arial" panose="020B0604020202020204" pitchFamily="34" charset="0"/>
              </a:rPr>
              <a:t>Solution:</a:t>
            </a:r>
            <a:r>
              <a:rPr lang="en-US" sz="2400" b="1" i="0" dirty="0">
                <a:solidFill>
                  <a:srgbClr val="444444"/>
                </a:solidFill>
                <a:effectLst/>
                <a:cs typeface="Arial" panose="020B0604020202020204" pitchFamily="34" charset="0"/>
              </a:rPr>
              <a:t> P(x=4)= 0.04;</a:t>
            </a:r>
            <a:endParaRPr lang="en-US" sz="2400" b="0" i="0" dirty="0">
              <a:solidFill>
                <a:srgbClr val="444444"/>
              </a:solidFill>
              <a:effectLst/>
              <a:cs typeface="Arial" panose="020B0604020202020204" pitchFamily="34" charset="0"/>
            </a:endParaRPr>
          </a:p>
          <a:p>
            <a:pPr marL="0" indent="0">
              <a:buNone/>
            </a:pPr>
            <a:endParaRPr lang="en-US" sz="2400" dirty="0"/>
          </a:p>
        </p:txBody>
      </p:sp>
    </p:spTree>
    <p:extLst>
      <p:ext uri="{BB962C8B-B14F-4D97-AF65-F5344CB8AC3E}">
        <p14:creationId xmlns:p14="http://schemas.microsoft.com/office/powerpoint/2010/main" val="9904801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10: </a:t>
            </a:r>
            <a:endParaRPr lang="en-IN" dirty="0"/>
          </a:p>
        </p:txBody>
      </p:sp>
      <p:sp>
        <p:nvSpPr>
          <p:cNvPr id="3" name="Text Placeholder 2"/>
          <p:cNvSpPr>
            <a:spLocks noGrp="1"/>
          </p:cNvSpPr>
          <p:nvPr>
            <p:ph type="body" sz="quarter" idx="13"/>
          </p:nvPr>
        </p:nvSpPr>
        <p:spPr>
          <a:xfrm>
            <a:off x="381000" y="1295400"/>
            <a:ext cx="11277600" cy="2728913"/>
          </a:xfrm>
        </p:spPr>
        <p:txBody>
          <a:bodyPr>
            <a:normAutofit/>
          </a:bodyPr>
          <a:lstStyle/>
          <a:p>
            <a:pPr>
              <a:buFont typeface="Wingdings" panose="05000000000000000000" pitchFamily="2" charset="2"/>
              <a:buChar char="Ø"/>
            </a:pPr>
            <a:r>
              <a:rPr lang="en-IN" sz="2400" dirty="0">
                <a:latin typeface="+mn-lt"/>
              </a:rPr>
              <a:t>Find the binomial distribution if the mean is 6 and variance is 4.</a:t>
            </a:r>
          </a:p>
          <a:p>
            <a:pPr marL="0" indent="0">
              <a:buNone/>
            </a:pPr>
            <a:r>
              <a:rPr lang="en-IN" sz="2400" dirty="0">
                <a:solidFill>
                  <a:srgbClr val="FF0000"/>
                </a:solidFill>
                <a:latin typeface="+mn-lt"/>
              </a:rPr>
              <a:t>   Solution:</a:t>
            </a:r>
            <a:r>
              <a:rPr lang="en-IN" sz="2400" dirty="0">
                <a:latin typeface="+mn-lt"/>
              </a:rPr>
              <a:t> n=18, p=1/3;</a:t>
            </a:r>
          </a:p>
          <a:p>
            <a:pPr marL="0" indent="0">
              <a:buNone/>
            </a:pPr>
            <a:endParaRPr lang="en-IN" sz="2800" dirty="0"/>
          </a:p>
        </p:txBody>
      </p:sp>
    </p:spTree>
    <p:extLst>
      <p:ext uri="{BB962C8B-B14F-4D97-AF65-F5344CB8AC3E}">
        <p14:creationId xmlns:p14="http://schemas.microsoft.com/office/powerpoint/2010/main" val="141967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11:</a:t>
            </a:r>
            <a:endParaRPr lang="en-IN" dirty="0"/>
          </a:p>
        </p:txBody>
      </p:sp>
      <p:sp>
        <p:nvSpPr>
          <p:cNvPr id="5" name="Content Placeholder 3"/>
          <p:cNvSpPr txBox="1">
            <a:spLocks/>
          </p:cNvSpPr>
          <p:nvPr/>
        </p:nvSpPr>
        <p:spPr>
          <a:xfrm>
            <a:off x="533400" y="1143000"/>
            <a:ext cx="10896600" cy="490728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1" i="0" u="none" strike="noStrike" kern="1200" cap="none" spc="0" normalizeH="0" baseline="0" noProof="0" dirty="0">
                <a:ln>
                  <a:noFill/>
                </a:ln>
                <a:solidFill>
                  <a:prstClr val="black"/>
                </a:solidFill>
                <a:effectLst/>
                <a:uLnTx/>
                <a:uFillTx/>
                <a:latin typeface="Calibri"/>
                <a:ea typeface="+mn-ea"/>
                <a:cs typeface="+mn-cs"/>
              </a:rPr>
              <a:t>In a large number of parts manufactured by a machine , the mean number of </a:t>
            </a: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1" i="0" u="none" strike="noStrike" kern="1200" cap="none" spc="0" normalizeH="0" baseline="0" noProof="0" dirty="0">
                <a:ln>
                  <a:noFill/>
                </a:ln>
                <a:solidFill>
                  <a:prstClr val="black"/>
                </a:solidFill>
                <a:effectLst/>
                <a:uLnTx/>
                <a:uFillTx/>
                <a:latin typeface="Calibri"/>
                <a:ea typeface="+mn-ea"/>
                <a:cs typeface="+mn-cs"/>
              </a:rPr>
              <a:t>defectives in a sample of 20 is 2.  Out of 1000 such samples , how many would be </a:t>
            </a: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1" i="0" u="none" strike="noStrike" kern="1200" cap="none" spc="0" normalizeH="0" baseline="0" noProof="0" dirty="0">
                <a:ln>
                  <a:noFill/>
                </a:ln>
                <a:solidFill>
                  <a:prstClr val="black"/>
                </a:solidFill>
                <a:effectLst/>
                <a:uLnTx/>
                <a:uFillTx/>
                <a:latin typeface="Calibri"/>
                <a:ea typeface="+mn-ea"/>
                <a:cs typeface="+mn-cs"/>
              </a:rPr>
              <a:t>expected to contain </a:t>
            </a:r>
            <a:r>
              <a:rPr kumimoji="0" lang="en-IN" sz="2400" b="1" i="0" u="none" strike="noStrike" kern="1200" cap="none" spc="0" normalizeH="0" baseline="0" noProof="0" dirty="0" err="1">
                <a:ln>
                  <a:noFill/>
                </a:ln>
                <a:solidFill>
                  <a:prstClr val="black"/>
                </a:solidFill>
                <a:effectLst/>
                <a:uLnTx/>
                <a:uFillTx/>
                <a:latin typeface="Calibri"/>
                <a:ea typeface="+mn-ea"/>
                <a:cs typeface="+mn-cs"/>
              </a:rPr>
              <a:t>atleast</a:t>
            </a:r>
            <a:r>
              <a:rPr kumimoji="0" lang="en-IN" sz="2400" b="1" i="0" u="none" strike="noStrike" kern="1200" cap="none" spc="0" normalizeH="0" baseline="0" noProof="0" dirty="0">
                <a:ln>
                  <a:noFill/>
                </a:ln>
                <a:solidFill>
                  <a:prstClr val="black"/>
                </a:solidFill>
                <a:effectLst/>
                <a:uLnTx/>
                <a:uFillTx/>
                <a:latin typeface="Calibri"/>
                <a:ea typeface="+mn-ea"/>
                <a:cs typeface="+mn-cs"/>
              </a:rPr>
              <a:t> 3 defective parts.</a:t>
            </a:r>
            <a:r>
              <a:rPr kumimoji="0" lang="en-IN" sz="2400" b="0" i="0" u="none" strike="noStrike" kern="1200" cap="none" spc="0" normalizeH="0" baseline="0" noProof="0" dirty="0">
                <a:ln>
                  <a:noFill/>
                </a:ln>
                <a:solidFill>
                  <a:srgbClr val="00B050"/>
                </a:solidFill>
                <a:effectLst/>
                <a:uLnTx/>
                <a:uFillTx/>
                <a:latin typeface="Calibri"/>
                <a:ea typeface="+mn-ea"/>
                <a:cs typeface="+mn-cs"/>
              </a:rPr>
              <a:t> </a:t>
            </a: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rgbClr val="00B050"/>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srgbClr val="FF0000"/>
                </a:solidFill>
                <a:effectLst/>
                <a:uLnTx/>
                <a:uFillTx/>
                <a:latin typeface="Calibri"/>
                <a:ea typeface="+mn-ea"/>
                <a:cs typeface="+mn-cs"/>
              </a:rPr>
              <a:t>Sol: </a:t>
            </a:r>
            <a:r>
              <a:rPr kumimoji="0" lang="en-IN" sz="2400" b="0" i="0" u="none" strike="noStrike" kern="1200" cap="none" spc="0" normalizeH="0" baseline="0" noProof="0" dirty="0">
                <a:ln>
                  <a:noFill/>
                </a:ln>
                <a:solidFill>
                  <a:prstClr val="black"/>
                </a:solidFill>
                <a:effectLst/>
                <a:uLnTx/>
                <a:uFillTx/>
                <a:latin typeface="Calibri"/>
                <a:ea typeface="+mn-ea"/>
                <a:cs typeface="+mn-cs"/>
              </a:rPr>
              <a:t>Given n=20;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mn-cs"/>
              </a:rPr>
              <a:t>Therefore the probability that there are at least 3 defective parts in a sample of 20 is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mn-cs"/>
              </a:rPr>
              <a:t>Hence out of 1000 samples we get 0.323*1000=323 samples</a:t>
            </a:r>
          </a:p>
        </p:txBody>
      </p:sp>
      <p:graphicFrame>
        <p:nvGraphicFramePr>
          <p:cNvPr id="6" name="Object 5"/>
          <p:cNvGraphicFramePr>
            <a:graphicFrameLocks noChangeAspect="1"/>
          </p:cNvGraphicFramePr>
          <p:nvPr/>
        </p:nvGraphicFramePr>
        <p:xfrm>
          <a:off x="1524000" y="4419600"/>
          <a:ext cx="5949950" cy="984250"/>
        </p:xfrm>
        <a:graphic>
          <a:graphicData uri="http://schemas.openxmlformats.org/presentationml/2006/ole">
            <mc:AlternateContent xmlns:mc="http://schemas.openxmlformats.org/markup-compatibility/2006">
              <mc:Choice xmlns:v="urn:schemas-microsoft-com:vml" Requires="v">
                <p:oleObj name="Equation" r:id="rId2" imgW="5949857" imgH="984149" progId="Equation.DSMT4">
                  <p:embed/>
                </p:oleObj>
              </mc:Choice>
              <mc:Fallback>
                <p:oleObj name="Equation" r:id="rId2" imgW="5949857" imgH="984149" progId="Equation.DSMT4">
                  <p:embed/>
                  <p:pic>
                    <p:nvPicPr>
                      <p:cNvPr id="6" name="Object 5"/>
                      <p:cNvPicPr/>
                      <p:nvPr/>
                    </p:nvPicPr>
                    <p:blipFill>
                      <a:blip r:embed="rId3"/>
                      <a:stretch>
                        <a:fillRect/>
                      </a:stretch>
                    </p:blipFill>
                    <p:spPr>
                      <a:xfrm>
                        <a:off x="1524000" y="4419600"/>
                        <a:ext cx="5949950" cy="984250"/>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3505200" y="2951298"/>
          <a:ext cx="5289550" cy="857250"/>
        </p:xfrm>
        <a:graphic>
          <a:graphicData uri="http://schemas.openxmlformats.org/presentationml/2006/ole">
            <mc:AlternateContent xmlns:mc="http://schemas.openxmlformats.org/markup-compatibility/2006">
              <mc:Choice xmlns:v="urn:schemas-microsoft-com:vml" Requires="v">
                <p:oleObj name="Equation" r:id="rId4" imgW="5289390" imgH="857149" progId="Equation.DSMT4">
                  <p:embed/>
                </p:oleObj>
              </mc:Choice>
              <mc:Fallback>
                <p:oleObj name="Equation" r:id="rId4" imgW="5289390" imgH="857149" progId="Equation.DSMT4">
                  <p:embed/>
                  <p:pic>
                    <p:nvPicPr>
                      <p:cNvPr id="7" name="Object 6"/>
                      <p:cNvPicPr/>
                      <p:nvPr/>
                    </p:nvPicPr>
                    <p:blipFill>
                      <a:blip r:embed="rId5"/>
                      <a:stretch>
                        <a:fillRect/>
                      </a:stretch>
                    </p:blipFill>
                    <p:spPr>
                      <a:xfrm>
                        <a:off x="3505200" y="2951298"/>
                        <a:ext cx="5289550" cy="857250"/>
                      </a:xfrm>
                      <a:prstGeom prst="rect">
                        <a:avLst/>
                      </a:prstGeom>
                    </p:spPr>
                  </p:pic>
                </p:oleObj>
              </mc:Fallback>
            </mc:AlternateContent>
          </a:graphicData>
        </a:graphic>
      </p:graphicFrame>
    </p:spTree>
    <p:extLst>
      <p:ext uri="{BB962C8B-B14F-4D97-AF65-F5344CB8AC3E}">
        <p14:creationId xmlns:p14="http://schemas.microsoft.com/office/powerpoint/2010/main" val="46864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1000"/>
                                        <p:tgtEl>
                                          <p:spTgt spid="5">
                                            <p:txEl>
                                              <p:pRg st="4" end="4"/>
                                            </p:txEl>
                                          </p:spTgt>
                                        </p:tgtEl>
                                      </p:cBhvr>
                                    </p:animEffect>
                                    <p:anim calcmode="lin" valueType="num">
                                      <p:cBhvr>
                                        <p:cTn id="2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7"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12:</a:t>
            </a:r>
            <a:endParaRPr lang="en-IN" dirty="0"/>
          </a:p>
        </p:txBody>
      </p:sp>
      <p:sp>
        <p:nvSpPr>
          <p:cNvPr id="5" name="Content Placeholder 1">
            <a:extLst>
              <a:ext uri="{FF2B5EF4-FFF2-40B4-BE49-F238E27FC236}">
                <a16:creationId xmlns:a16="http://schemas.microsoft.com/office/drawing/2014/main" id="{2C1B4B33-06F2-9F33-EC20-B0C3F76963F2}"/>
              </a:ext>
            </a:extLst>
          </p:cNvPr>
          <p:cNvSpPr txBox="1">
            <a:spLocks/>
          </p:cNvSpPr>
          <p:nvPr/>
        </p:nvSpPr>
        <p:spPr>
          <a:xfrm>
            <a:off x="685800" y="1143000"/>
            <a:ext cx="10439400" cy="49072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583134"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Times New Roman" pitchFamily="18" charset="0"/>
              </a:rPr>
              <a:t>The number of customers arriving at a cafeteria at an average rate of 0.3 per minute.</a:t>
            </a:r>
          </a:p>
          <a:p>
            <a:pPr marL="0" marR="0" lvl="0" indent="0" algn="just" defTabSz="583134"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Times New Roman" pitchFamily="18" charset="0"/>
              </a:rPr>
              <a:t> (a) Find the probability that exactly 2 customers arrive in a 10-minute span.</a:t>
            </a:r>
          </a:p>
          <a:p>
            <a:pPr marL="0" marR="0" lvl="0" indent="0" algn="just" defTabSz="583134"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Times New Roman" pitchFamily="18" charset="0"/>
              </a:rPr>
              <a:t> (b) Find the probability that 2 or more customers arrive in a 10-minute span.</a:t>
            </a:r>
          </a:p>
          <a:p>
            <a:pPr marL="0" marR="0" lvl="0" indent="0" algn="just" defTabSz="583134"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a:ea typeface="+mn-ea"/>
                <a:cs typeface="Times New Roman" pitchFamily="18" charset="0"/>
              </a:rPr>
              <a:t> (c) Find the probability that exactly one customer arrives in a 5-minute span and one customer arrives in the next 5-minute span.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383936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p:pic>
        <p:nvPicPr>
          <p:cNvPr id="5" name="Content Placeholder 3">
            <a:extLst>
              <a:ext uri="{FF2B5EF4-FFF2-40B4-BE49-F238E27FC236}">
                <a16:creationId xmlns:a16="http://schemas.microsoft.com/office/drawing/2014/main" id="{E53354CD-322A-01A4-8D5B-958952623277}"/>
              </a:ext>
            </a:extLst>
          </p:cNvPr>
          <p:cNvPicPr>
            <a:picLocks noChangeAspect="1"/>
          </p:cNvPicPr>
          <p:nvPr/>
        </p:nvPicPr>
        <p:blipFill>
          <a:blip r:embed="rId2"/>
          <a:stretch>
            <a:fillRect/>
          </a:stretch>
        </p:blipFill>
        <p:spPr>
          <a:xfrm>
            <a:off x="685800" y="1143000"/>
            <a:ext cx="10746657" cy="5033989"/>
          </a:xfrm>
          <a:prstGeom prst="rect">
            <a:avLst/>
          </a:prstGeom>
        </p:spPr>
      </p:pic>
    </p:spTree>
    <p:extLst>
      <p:ext uri="{BB962C8B-B14F-4D97-AF65-F5344CB8AC3E}">
        <p14:creationId xmlns:p14="http://schemas.microsoft.com/office/powerpoint/2010/main" val="10221304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13:</a:t>
            </a:r>
            <a:endParaRPr lang="en-IN" dirty="0"/>
          </a:p>
        </p:txBody>
      </p:sp>
      <p:sp>
        <p:nvSpPr>
          <p:cNvPr id="5" name="Content Placeholder 1"/>
          <p:cNvSpPr txBox="1">
            <a:spLocks/>
          </p:cNvSpPr>
          <p:nvPr/>
        </p:nvSpPr>
        <p:spPr>
          <a:xfrm>
            <a:off x="685800" y="1295400"/>
            <a:ext cx="10591800" cy="38100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Butterfly-style valves used in heating and ventilating industries have a high flow coefficient. Flow coefficient can be modeled by a normal distribution with mean 496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C</a:t>
            </a:r>
            <a:r>
              <a:rPr kumimoji="0" lang="en-US" sz="2000" b="0" i="0" u="none" strike="noStrike" kern="1200" cap="none" spc="0" normalizeH="0" baseline="-25000" noProof="0" dirty="0" err="1">
                <a:ln>
                  <a:noFill/>
                </a:ln>
                <a:solidFill>
                  <a:prstClr val="black"/>
                </a:solidFill>
                <a:effectLst/>
                <a:uLnTx/>
                <a:uFillTx/>
                <a:latin typeface="Calibri"/>
                <a:ea typeface="+mn-ea"/>
                <a:cs typeface="+mn-cs"/>
              </a:rPr>
              <a:t>v</a:t>
            </a:r>
            <a:r>
              <a:rPr kumimoji="0" lang="en-US" sz="2000" b="0" i="0" u="none" strike="noStrike" kern="1200" cap="none" spc="0" normalizeH="0" baseline="-2500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a:ln>
                  <a:noFill/>
                </a:ln>
                <a:solidFill>
                  <a:prstClr val="black"/>
                </a:solidFill>
                <a:effectLst/>
                <a:uLnTx/>
                <a:uFillTx/>
                <a:latin typeface="Calibri"/>
                <a:ea typeface="+mn-ea"/>
                <a:cs typeface="+mn-cs"/>
              </a:rPr>
              <a:t>and standard deviation 25C</a:t>
            </a:r>
            <a:r>
              <a:rPr kumimoji="0" lang="en-US" sz="2000" b="0" i="0" u="none" strike="noStrike" kern="1200" cap="none" spc="0" normalizeH="0" baseline="-25000" noProof="0" dirty="0">
                <a:ln>
                  <a:noFill/>
                </a:ln>
                <a:solidFill>
                  <a:prstClr val="black"/>
                </a:solidFill>
                <a:effectLst/>
                <a:uLnTx/>
                <a:uFillTx/>
                <a:latin typeface="Calibri"/>
                <a:ea typeface="+mn-ea"/>
                <a:cs typeface="+mn-cs"/>
              </a:rPr>
              <a:t>v</a:t>
            </a:r>
            <a:r>
              <a:rPr kumimoji="0" lang="en-US" sz="2000" b="0" i="0" u="none" strike="noStrike" kern="1200" cap="none" spc="0" normalizeH="0" baseline="0" noProof="0" dirty="0">
                <a:ln>
                  <a:noFill/>
                </a:ln>
                <a:solidFill>
                  <a:prstClr val="black"/>
                </a:solidFill>
                <a:effectLst/>
                <a:uLnTx/>
                <a:uFillTx/>
                <a:latin typeface="Calibri"/>
                <a:ea typeface="+mn-ea"/>
                <a:cs typeface="+mn-cs"/>
              </a:rPr>
              <a:t>. Find the probability that a valve will have a flow coefficient of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atleast</a:t>
            </a:r>
            <a:r>
              <a:rPr kumimoji="0" lang="en-US" sz="2000" b="0" i="0" u="none" strike="noStrike" kern="1200" cap="none" spc="0" normalizeH="0" baseline="0" noProof="0" dirty="0">
                <a:ln>
                  <a:noFill/>
                </a:ln>
                <a:solidFill>
                  <a:prstClr val="black"/>
                </a:solidFill>
                <a:effectLst/>
                <a:uLnTx/>
                <a:uFillTx/>
                <a:latin typeface="Calibri"/>
                <a:ea typeface="+mn-ea"/>
                <a:cs typeface="+mn-cs"/>
              </a:rPr>
              <a:t> 450C</a:t>
            </a:r>
            <a:r>
              <a:rPr kumimoji="0" lang="en-US" sz="2000" b="0" i="0" u="none" strike="noStrike" kern="1200" cap="none" spc="0" normalizeH="0" baseline="-25000" noProof="0" dirty="0">
                <a:ln>
                  <a:noFill/>
                </a:ln>
                <a:solidFill>
                  <a:prstClr val="black"/>
                </a:solidFill>
                <a:effectLst/>
                <a:uLnTx/>
                <a:uFillTx/>
                <a:latin typeface="Calibri"/>
                <a:ea typeface="+mn-ea"/>
                <a:cs typeface="+mn-cs"/>
              </a:rPr>
              <a:t>v</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P(X &gt; 450) = P[( 450 </a:t>
            </a:r>
            <a:r>
              <a:rPr kumimoji="0" lang="mr-IN" sz="2000" b="0" i="0" u="none" strike="noStrike" kern="1200" cap="none" spc="0" normalizeH="0" baseline="0" noProof="0" dirty="0">
                <a:ln>
                  <a:noFill/>
                </a:ln>
                <a:solidFill>
                  <a:prstClr val="black"/>
                </a:solidFill>
                <a:effectLst/>
                <a:uLnTx/>
                <a:uFillTx/>
                <a:latin typeface="Calibri"/>
                <a:ea typeface="+mn-ea"/>
                <a:cs typeface="Mangal" panose="02040503050203030202" pitchFamily="18" charset="0"/>
              </a:rPr>
              <a:t>–</a:t>
            </a:r>
            <a:r>
              <a:rPr kumimoji="0" lang="en-US" sz="2000" b="0" i="0" u="none" strike="noStrike" kern="1200" cap="none" spc="0" normalizeH="0" baseline="0" noProof="0" dirty="0">
                <a:ln>
                  <a:noFill/>
                </a:ln>
                <a:solidFill>
                  <a:prstClr val="black"/>
                </a:solidFill>
                <a:effectLst/>
                <a:uLnTx/>
                <a:uFillTx/>
                <a:latin typeface="Calibri"/>
                <a:ea typeface="+mn-ea"/>
                <a:cs typeface="+mn-cs"/>
              </a:rPr>
              <a:t> 496) /25] = P(Z &gt; -1.84) = 1 </a:t>
            </a:r>
            <a:r>
              <a:rPr kumimoji="0" lang="mr-IN" sz="2000" b="0" i="0" u="none" strike="noStrike" kern="1200" cap="none" spc="0" normalizeH="0" baseline="0" noProof="0" dirty="0">
                <a:ln>
                  <a:noFill/>
                </a:ln>
                <a:solidFill>
                  <a:prstClr val="black"/>
                </a:solidFill>
                <a:effectLst/>
                <a:uLnTx/>
                <a:uFillTx/>
                <a:latin typeface="Calibri"/>
                <a:ea typeface="+mn-ea"/>
                <a:cs typeface="Mangal" panose="02040503050203030202" pitchFamily="18" charset="0"/>
              </a:rPr>
              <a:t>–</a:t>
            </a:r>
            <a:r>
              <a:rPr kumimoji="0" lang="en-US" sz="2000" b="0" i="0" u="none" strike="noStrike" kern="1200" cap="none" spc="0" normalizeH="0" baseline="0" noProof="0" dirty="0">
                <a:ln>
                  <a:noFill/>
                </a:ln>
                <a:solidFill>
                  <a:prstClr val="black"/>
                </a:solidFill>
                <a:effectLst/>
                <a:uLnTx/>
                <a:uFillTx/>
                <a:latin typeface="Calibri"/>
                <a:ea typeface="+mn-ea"/>
                <a:cs typeface="+mn-cs"/>
              </a:rPr>
              <a:t> F(-1.84) = 1- 00329 = .9671</a:t>
            </a:r>
          </a:p>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b) between 445.5 and 522C</a:t>
            </a:r>
            <a:r>
              <a:rPr kumimoji="0" lang="en-US" sz="2000" b="0" i="0" u="none" strike="noStrike" kern="1200" cap="none" spc="0" normalizeH="0" baseline="-25000" noProof="0" dirty="0">
                <a:ln>
                  <a:noFill/>
                </a:ln>
                <a:solidFill>
                  <a:prstClr val="black"/>
                </a:solidFill>
                <a:effectLst/>
                <a:uLnTx/>
                <a:uFillTx/>
                <a:latin typeface="Calibri"/>
                <a:ea typeface="+mn-ea"/>
                <a:cs typeface="+mn-cs"/>
              </a:rPr>
              <a:t>v</a:t>
            </a:r>
          </a:p>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P(445.5 &lt;X &lt;522) = P(-2.02 &lt;Z &lt;1.04) = F(1.04) </a:t>
            </a:r>
            <a:r>
              <a:rPr kumimoji="0" lang="mr-IN" sz="2000" b="0" i="0" u="none" strike="noStrike" kern="1200" cap="none" spc="0" normalizeH="0" baseline="0" noProof="0" dirty="0">
                <a:ln>
                  <a:noFill/>
                </a:ln>
                <a:solidFill>
                  <a:prstClr val="black"/>
                </a:solidFill>
                <a:effectLst/>
                <a:uLnTx/>
                <a:uFillTx/>
                <a:latin typeface="Calibri"/>
                <a:ea typeface="+mn-ea"/>
                <a:cs typeface="Mangal" panose="02040503050203030202" pitchFamily="18" charset="0"/>
              </a:rPr>
              <a:t>–</a:t>
            </a:r>
            <a:r>
              <a:rPr kumimoji="0" lang="en-US" sz="2000" b="0" i="0" u="none" strike="noStrike" kern="1200" cap="none" spc="0" normalizeH="0" baseline="0" noProof="0" dirty="0">
                <a:ln>
                  <a:noFill/>
                </a:ln>
                <a:solidFill>
                  <a:prstClr val="black"/>
                </a:solidFill>
                <a:effectLst/>
                <a:uLnTx/>
                <a:uFillTx/>
                <a:latin typeface="Calibri"/>
                <a:ea typeface="+mn-ea"/>
                <a:cs typeface="+mn-cs"/>
              </a:rPr>
              <a:t> F(-2.02)= 0.8508 </a:t>
            </a:r>
            <a:r>
              <a:rPr kumimoji="0" lang="mr-IN" sz="2000" b="0" i="0" u="none" strike="noStrike" kern="1200" cap="none" spc="0" normalizeH="0" baseline="0" noProof="0" dirty="0">
                <a:ln>
                  <a:noFill/>
                </a:ln>
                <a:solidFill>
                  <a:prstClr val="black"/>
                </a:solidFill>
                <a:effectLst/>
                <a:uLnTx/>
                <a:uFillTx/>
                <a:latin typeface="Calibri"/>
                <a:ea typeface="+mn-ea"/>
                <a:cs typeface="Mangal" panose="02040503050203030202" pitchFamily="18" charset="0"/>
              </a:rPr>
              <a:t>–</a:t>
            </a:r>
            <a:r>
              <a:rPr kumimoji="0" lang="en-US" sz="2000" b="0" i="0" u="none" strike="noStrike" kern="1200" cap="none" spc="0" normalizeH="0" baseline="0" noProof="0" dirty="0">
                <a:ln>
                  <a:noFill/>
                </a:ln>
                <a:solidFill>
                  <a:prstClr val="black"/>
                </a:solidFill>
                <a:effectLst/>
                <a:uLnTx/>
                <a:uFillTx/>
                <a:latin typeface="Calibri"/>
                <a:ea typeface="+mn-ea"/>
                <a:cs typeface="+mn-cs"/>
              </a:rPr>
              <a:t> 0.0217                          </a:t>
            </a:r>
          </a:p>
          <a:p>
            <a:pPr marL="0" marR="0" lvl="0" indent="0" algn="just"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                                =0.8291</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9616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14:</a:t>
            </a:r>
            <a:endParaRPr lang="en-IN" dirty="0"/>
          </a:p>
        </p:txBody>
      </p:sp>
      <mc:AlternateContent xmlns:mc="http://schemas.openxmlformats.org/markup-compatibility/2006" xmlns:a14="http://schemas.microsoft.com/office/drawing/2010/main">
        <mc:Choice Requires="a14">
          <p:sp>
            <p:nvSpPr>
              <p:cNvPr id="5" name="Rectangle 4"/>
              <p:cNvSpPr/>
              <p:nvPr/>
            </p:nvSpPr>
            <p:spPr>
              <a:xfrm>
                <a:off x="838200" y="1295400"/>
                <a:ext cx="10058400" cy="423013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a:ln>
                      <a:noFill/>
                    </a:ln>
                    <a:solidFill>
                      <a:srgbClr val="C00000"/>
                    </a:solidFill>
                    <a:effectLst/>
                    <a:uLnTx/>
                    <a:uFillTx/>
                    <a:latin typeface="Calibri"/>
                    <a:ea typeface="+mn-ea"/>
                    <a:cs typeface="+mn-cs"/>
                  </a:rPr>
                  <a:t>If 62% of all clouds seeded with silver iodide show spectacular growth, What is the probability that among 40 clouds seeded with silver iodide at most 20 will show spectacular growth by normal approximation?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srgbClr val="C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Calibri"/>
                    <a:ea typeface="+mn-ea"/>
                    <a:cs typeface="+mn-cs"/>
                  </a:rPr>
                  <a:t>Soln</a:t>
                </a:r>
                <a:r>
                  <a:rPr kumimoji="0" lang="en-US" sz="2100" b="0"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r>
                      <a:rPr kumimoji="0" lang="en-US" sz="2100" b="0" i="1" u="none" strike="noStrike" kern="1200" cap="none" spc="0" normalizeH="0" baseline="0" noProof="0">
                        <a:ln>
                          <a:noFill/>
                        </a:ln>
                        <a:solidFill>
                          <a:prstClr val="black"/>
                        </a:solidFill>
                        <a:effectLst/>
                        <a:uLnTx/>
                        <a:uFillTx/>
                        <a:latin typeface="Cambria Math"/>
                        <a:ea typeface="+mn-ea"/>
                        <a:cs typeface="+mn-cs"/>
                      </a:rPr>
                      <m:t>𝐻𝑒𝑟𝑒</m:t>
                    </m:r>
                    <m:r>
                      <a:rPr kumimoji="0" lang="en-US" sz="2100" b="0" i="1" u="none" strike="noStrike" kern="1200" cap="none" spc="0" normalizeH="0" baseline="0" noProof="0">
                        <a:ln>
                          <a:noFill/>
                        </a:ln>
                        <a:solidFill>
                          <a:prstClr val="black"/>
                        </a:solidFill>
                        <a:effectLst/>
                        <a:uLnTx/>
                        <a:uFillTx/>
                        <a:latin typeface="Cambria Math"/>
                        <a:ea typeface="+mn-ea"/>
                        <a:cs typeface="+mn-cs"/>
                      </a:rPr>
                      <m:t>  </m:t>
                    </m:r>
                    <m:r>
                      <a:rPr kumimoji="0" lang="en-US" sz="2100" b="0" i="1" u="none" strike="noStrike" kern="1200" cap="none" spc="0" normalizeH="0" baseline="0" noProof="0">
                        <a:ln>
                          <a:noFill/>
                        </a:ln>
                        <a:solidFill>
                          <a:prstClr val="black"/>
                        </a:solidFill>
                        <a:effectLst/>
                        <a:uLnTx/>
                        <a:uFillTx/>
                        <a:latin typeface="Cambria Math"/>
                        <a:ea typeface="+mn-ea"/>
                        <a:cs typeface="+mn-cs"/>
                      </a:rPr>
                      <m:t>𝑛</m:t>
                    </m:r>
                    <m:r>
                      <a:rPr kumimoji="0" lang="en-US" sz="2100" b="0" i="1" u="none" strike="noStrike" kern="1200" cap="none" spc="0" normalizeH="0" baseline="0" noProof="0">
                        <a:ln>
                          <a:noFill/>
                        </a:ln>
                        <a:solidFill>
                          <a:prstClr val="black"/>
                        </a:solidFill>
                        <a:effectLst/>
                        <a:uLnTx/>
                        <a:uFillTx/>
                        <a:latin typeface="Cambria Math"/>
                        <a:ea typeface="+mn-ea"/>
                        <a:cs typeface="+mn-cs"/>
                      </a:rPr>
                      <m:t>=40,   </m:t>
                    </m:r>
                    <m:r>
                      <a:rPr kumimoji="0" lang="en-US" sz="2100" b="0" i="1" u="none" strike="noStrike" kern="1200" cap="none" spc="0" normalizeH="0" baseline="0" noProof="0">
                        <a:ln>
                          <a:noFill/>
                        </a:ln>
                        <a:solidFill>
                          <a:prstClr val="black"/>
                        </a:solidFill>
                        <a:effectLst/>
                        <a:uLnTx/>
                        <a:uFillTx/>
                        <a:latin typeface="Cambria Math"/>
                        <a:ea typeface="+mn-ea"/>
                        <a:cs typeface="+mn-cs"/>
                      </a:rPr>
                      <m:t>𝑝</m:t>
                    </m:r>
                    <m:r>
                      <a:rPr kumimoji="0" lang="en-US" sz="2100" b="0" i="1" u="none" strike="noStrike" kern="1200" cap="none" spc="0" normalizeH="0" baseline="0" noProof="0">
                        <a:ln>
                          <a:noFill/>
                        </a:ln>
                        <a:solidFill>
                          <a:prstClr val="black"/>
                        </a:solidFill>
                        <a:effectLst/>
                        <a:uLnTx/>
                        <a:uFillTx/>
                        <a:latin typeface="Cambria Math"/>
                        <a:ea typeface="+mn-ea"/>
                        <a:cs typeface="+mn-cs"/>
                      </a:rPr>
                      <m:t>=0.62,  </m:t>
                    </m:r>
                    <m:r>
                      <a:rPr kumimoji="0" lang="en-US" sz="2100" b="0" i="1" u="none" strike="noStrike" kern="1200" cap="none" spc="0" normalizeH="0" baseline="0" noProof="0">
                        <a:ln>
                          <a:noFill/>
                        </a:ln>
                        <a:solidFill>
                          <a:prstClr val="black"/>
                        </a:solidFill>
                        <a:effectLst/>
                        <a:uLnTx/>
                        <a:uFillTx/>
                        <a:latin typeface="Cambria Math"/>
                        <a:ea typeface="+mn-ea"/>
                        <a:cs typeface="+mn-cs"/>
                      </a:rPr>
                      <m:t>𝑞</m:t>
                    </m:r>
                    <m:r>
                      <a:rPr kumimoji="0" lang="en-US" sz="2100" b="0" i="1" u="none" strike="noStrike" kern="1200" cap="none" spc="0" normalizeH="0" baseline="0" noProof="0">
                        <a:ln>
                          <a:noFill/>
                        </a:ln>
                        <a:solidFill>
                          <a:prstClr val="black"/>
                        </a:solidFill>
                        <a:effectLst/>
                        <a:uLnTx/>
                        <a:uFillTx/>
                        <a:latin typeface="Cambria Math"/>
                        <a:ea typeface="+mn-ea"/>
                        <a:cs typeface="+mn-cs"/>
                      </a:rPr>
                      <m:t>=0.38,  </m:t>
                    </m:r>
                  </m:oMath>
                </a14:m>
                <a:endParaRPr kumimoji="0" lang="en-US" sz="2100" b="0" i="1"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r>
                      <a:rPr kumimoji="0" lang="en-US" sz="2100" b="0" i="1" u="none" strike="noStrike" kern="1200" cap="none" spc="0" normalizeH="0" baseline="0" noProof="0">
                        <a:ln>
                          <a:noFill/>
                        </a:ln>
                        <a:solidFill>
                          <a:prstClr val="black"/>
                        </a:solidFill>
                        <a:effectLst/>
                        <a:uLnTx/>
                        <a:uFillTx/>
                        <a:latin typeface="Cambria Math"/>
                        <a:ea typeface="+mn-ea"/>
                        <a:cs typeface="+mn-cs"/>
                      </a:rPr>
                      <m:t>𝜇</m:t>
                    </m:r>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𝑛𝑝</m:t>
                    </m:r>
                    <m:r>
                      <a:rPr kumimoji="0" lang="en-US" sz="2100" b="0" i="1" u="none" strike="noStrike" kern="1200" cap="none" spc="0" normalizeH="0" baseline="0" noProof="0">
                        <a:ln>
                          <a:noFill/>
                        </a:ln>
                        <a:solidFill>
                          <a:prstClr val="black"/>
                        </a:solidFill>
                        <a:effectLst/>
                        <a:uLnTx/>
                        <a:uFillTx/>
                        <a:latin typeface="Cambria Math"/>
                        <a:ea typeface="+mn-ea"/>
                        <a:cs typeface="+mn-cs"/>
                      </a:rPr>
                      <m:t>=24.8,   </m:t>
                    </m:r>
                    <m:sSup>
                      <m:sSupPr>
                        <m:ctrlPr>
                          <a:rPr kumimoji="0" lang="en-US" sz="2100" b="0" i="1" u="none" strike="noStrike" kern="1200" cap="none" spc="0" normalizeH="0" baseline="0" noProof="0">
                            <a:ln>
                              <a:noFill/>
                            </a:ln>
                            <a:solidFill>
                              <a:prstClr val="black"/>
                            </a:solidFill>
                            <a:effectLst/>
                            <a:uLnTx/>
                            <a:uFillTx/>
                            <a:latin typeface="Cambria Math"/>
                            <a:ea typeface="+mn-ea"/>
                            <a:cs typeface="+mn-cs"/>
                          </a:rPr>
                        </m:ctrlPr>
                      </m:sSupPr>
                      <m:e>
                        <m:r>
                          <a:rPr kumimoji="0" lang="en-US" sz="2100" b="0" i="1" u="none" strike="noStrike" kern="1200" cap="none" spc="0" normalizeH="0" baseline="0" noProof="0">
                            <a:ln>
                              <a:noFill/>
                            </a:ln>
                            <a:solidFill>
                              <a:prstClr val="black"/>
                            </a:solidFill>
                            <a:effectLst/>
                            <a:uLnTx/>
                            <a:uFillTx/>
                            <a:latin typeface="Cambria Math"/>
                            <a:ea typeface="+mn-ea"/>
                            <a:cs typeface="+mn-cs"/>
                          </a:rPr>
                          <m:t>𝜎</m:t>
                        </m:r>
                      </m:e>
                      <m:sup>
                        <m:r>
                          <a:rPr kumimoji="0" lang="en-US" sz="21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𝑛𝑝𝑞</m:t>
                    </m:r>
                    <m:r>
                      <a:rPr kumimoji="0" lang="en-US" sz="2100" b="0" i="1" u="none" strike="noStrike" kern="1200" cap="none" spc="0" normalizeH="0" baseline="0" noProof="0">
                        <a:ln>
                          <a:noFill/>
                        </a:ln>
                        <a:solidFill>
                          <a:prstClr val="black"/>
                        </a:solidFill>
                        <a:effectLst/>
                        <a:uLnTx/>
                        <a:uFillTx/>
                        <a:latin typeface="Cambria Math"/>
                        <a:ea typeface="+mn-ea"/>
                        <a:cs typeface="+mn-cs"/>
                      </a:rPr>
                      <m:t>=9.424,   </m:t>
                    </m:r>
                    <m:r>
                      <a:rPr kumimoji="0" lang="en-US" sz="2100" b="0" i="1" u="none" strike="noStrike" kern="1200" cap="none" spc="0" normalizeH="0" baseline="0" noProof="0">
                        <a:ln>
                          <a:noFill/>
                        </a:ln>
                        <a:solidFill>
                          <a:prstClr val="black"/>
                        </a:solidFill>
                        <a:effectLst/>
                        <a:uLnTx/>
                        <a:uFillTx/>
                        <a:latin typeface="Cambria Math"/>
                        <a:ea typeface="+mn-ea"/>
                        <a:cs typeface="+mn-cs"/>
                      </a:rPr>
                      <m:t>𝜎</m:t>
                    </m:r>
                    <m:r>
                      <a:rPr kumimoji="0" lang="en-US" sz="2100" b="0" i="1" u="none" strike="noStrike" kern="1200" cap="none" spc="0" normalizeH="0" baseline="0" noProof="0">
                        <a:ln>
                          <a:noFill/>
                        </a:ln>
                        <a:solidFill>
                          <a:prstClr val="black"/>
                        </a:solidFill>
                        <a:effectLst/>
                        <a:uLnTx/>
                        <a:uFillTx/>
                        <a:latin typeface="Cambria Math"/>
                        <a:ea typeface="+mn-ea"/>
                        <a:cs typeface="+mn-cs"/>
                      </a:rPr>
                      <m:t>=3.0699</m:t>
                    </m:r>
                  </m:oMath>
                </a14:m>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100" b="0" i="1" u="none" strike="noStrike" kern="1200" cap="none" spc="0" normalizeH="0" baseline="0" noProof="0">
                          <a:ln>
                            <a:noFill/>
                          </a:ln>
                          <a:solidFill>
                            <a:srgbClr val="3333FF"/>
                          </a:solidFill>
                          <a:effectLst/>
                          <a:uLnTx/>
                          <a:uFillTx/>
                          <a:latin typeface="Cambria Math"/>
                          <a:ea typeface="+mn-ea"/>
                          <a:cs typeface="+mn-cs"/>
                        </a:rPr>
                        <m:t>𝑛𝑝</m:t>
                      </m:r>
                      <m:r>
                        <a:rPr kumimoji="0" lang="en-US" sz="2100" b="0" i="1" u="none" strike="noStrike" kern="1200" cap="none" spc="0" normalizeH="0" baseline="0" noProof="0">
                          <a:ln>
                            <a:noFill/>
                          </a:ln>
                          <a:solidFill>
                            <a:srgbClr val="3333FF"/>
                          </a:solidFill>
                          <a:effectLst/>
                          <a:uLnTx/>
                          <a:uFillTx/>
                          <a:latin typeface="Cambria Math"/>
                          <a:ea typeface="+mn-ea"/>
                          <a:cs typeface="+mn-cs"/>
                        </a:rPr>
                        <m:t>≥15  </m:t>
                      </m:r>
                      <m:r>
                        <a:rPr kumimoji="0" lang="en-US" sz="2100" b="0" i="1" u="none" strike="noStrike" kern="1200" cap="none" spc="0" normalizeH="0" baseline="0" noProof="0">
                          <a:ln>
                            <a:noFill/>
                          </a:ln>
                          <a:solidFill>
                            <a:srgbClr val="3333FF"/>
                          </a:solidFill>
                          <a:effectLst/>
                          <a:uLnTx/>
                          <a:uFillTx/>
                          <a:latin typeface="Cambria Math"/>
                          <a:ea typeface="+mn-ea"/>
                          <a:cs typeface="+mn-cs"/>
                        </a:rPr>
                        <m:t>𝑎𝑛𝑑</m:t>
                      </m:r>
                      <m:r>
                        <a:rPr kumimoji="0" lang="en-US" sz="2100" b="0" i="1" u="none" strike="noStrike" kern="1200" cap="none" spc="0" normalizeH="0" baseline="0" noProof="0">
                          <a:ln>
                            <a:noFill/>
                          </a:ln>
                          <a:solidFill>
                            <a:srgbClr val="3333FF"/>
                          </a:solidFill>
                          <a:effectLst/>
                          <a:uLnTx/>
                          <a:uFillTx/>
                          <a:latin typeface="Cambria Math"/>
                          <a:ea typeface="+mn-ea"/>
                          <a:cs typeface="+mn-cs"/>
                        </a:rPr>
                        <m:t> </m:t>
                      </m:r>
                      <m:r>
                        <a:rPr kumimoji="0" lang="en-US" sz="2100" b="0" i="1" u="none" strike="noStrike" kern="1200" cap="none" spc="0" normalizeH="0" baseline="0" noProof="0">
                          <a:ln>
                            <a:noFill/>
                          </a:ln>
                          <a:solidFill>
                            <a:srgbClr val="3333FF"/>
                          </a:solidFill>
                          <a:effectLst/>
                          <a:uLnTx/>
                          <a:uFillTx/>
                          <a:latin typeface="Cambria Math"/>
                          <a:ea typeface="+mn-ea"/>
                          <a:cs typeface="+mn-cs"/>
                        </a:rPr>
                        <m:t>𝑛𝑞</m:t>
                      </m:r>
                      <m:r>
                        <a:rPr kumimoji="0" lang="en-US" sz="2100" b="0" i="1" u="none" strike="noStrike" kern="1200" cap="none" spc="0" normalizeH="0" baseline="0" noProof="0">
                          <a:ln>
                            <a:noFill/>
                          </a:ln>
                          <a:solidFill>
                            <a:srgbClr val="3333FF"/>
                          </a:solidFill>
                          <a:effectLst/>
                          <a:uLnTx/>
                          <a:uFillTx/>
                          <a:latin typeface="Cambria Math"/>
                          <a:ea typeface="+mn-ea"/>
                          <a:cs typeface="+mn-cs"/>
                        </a:rPr>
                        <m:t>≥15</m:t>
                      </m:r>
                    </m:oMath>
                  </m:oMathPara>
                </a14:m>
                <a:endParaRPr kumimoji="0" lang="en-US" sz="2100" b="0" i="0" u="none" strike="noStrike" kern="1200" cap="none" spc="0" normalizeH="0" baseline="0" noProof="0" dirty="0">
                  <a:ln>
                    <a:noFill/>
                  </a:ln>
                  <a:solidFill>
                    <a:srgbClr val="3333FF"/>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3333FF"/>
                    </a:solidFill>
                    <a:effectLst/>
                    <a:uLnTx/>
                    <a:uFillTx/>
                    <a:latin typeface="Calibri"/>
                    <a:ea typeface="+mn-ea"/>
                    <a:cs typeface="+mn-cs"/>
                  </a:rPr>
                  <a:t>Therefore, we will use normal approximation to binomial distribution.</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100" b="0" i="1" u="none" strike="noStrike" kern="1200" cap="none" spc="0" normalizeH="0" baseline="0" noProof="0">
                          <a:ln>
                            <a:noFill/>
                          </a:ln>
                          <a:solidFill>
                            <a:prstClr val="black"/>
                          </a:solidFill>
                          <a:effectLst/>
                          <a:uLnTx/>
                          <a:uFillTx/>
                          <a:latin typeface="Cambria Math"/>
                          <a:ea typeface="+mn-ea"/>
                          <a:cs typeface="+mn-cs"/>
                        </a:rPr>
                        <m:t>𝑃</m:t>
                      </m:r>
                      <m:d>
                        <m:dPr>
                          <m:ctrlPr>
                            <a:rPr kumimoji="0" lang="en-US" sz="2100" b="0" i="1" u="none" strike="noStrike" kern="1200" cap="none" spc="0" normalizeH="0" baseline="0" noProof="0">
                              <a:ln>
                                <a:noFill/>
                              </a:ln>
                              <a:solidFill>
                                <a:prstClr val="black"/>
                              </a:solidFill>
                              <a:effectLst/>
                              <a:uLnTx/>
                              <a:uFillTx/>
                              <a:latin typeface="Cambria Math"/>
                              <a:ea typeface="+mn-ea"/>
                              <a:cs typeface="+mn-cs"/>
                            </a:rPr>
                          </m:ctrlPr>
                        </m:dPr>
                        <m:e>
                          <m:r>
                            <a:rPr kumimoji="0" lang="en-US" sz="2100" b="0" i="1" u="none" strike="noStrike" kern="1200" cap="none" spc="0" normalizeH="0" baseline="0" noProof="0">
                              <a:ln>
                                <a:noFill/>
                              </a:ln>
                              <a:solidFill>
                                <a:prstClr val="black"/>
                              </a:solidFill>
                              <a:effectLst/>
                              <a:uLnTx/>
                              <a:uFillTx/>
                              <a:latin typeface="Cambria Math"/>
                              <a:ea typeface="+mn-ea"/>
                              <a:cs typeface="+mn-cs"/>
                            </a:rPr>
                            <m:t>𝑥</m:t>
                          </m:r>
                          <m:r>
                            <a:rPr kumimoji="0" lang="en-US" sz="2100" b="0" i="1" u="none" strike="noStrike" kern="1200" cap="none" spc="0" normalizeH="0" baseline="0" noProof="0">
                              <a:ln>
                                <a:noFill/>
                              </a:ln>
                              <a:solidFill>
                                <a:prstClr val="black"/>
                              </a:solidFill>
                              <a:effectLst/>
                              <a:uLnTx/>
                              <a:uFillTx/>
                              <a:latin typeface="Cambria Math"/>
                              <a:ea typeface="+mn-ea"/>
                              <a:cs typeface="+mn-cs"/>
                            </a:rPr>
                            <m:t>≤20.5</m:t>
                          </m:r>
                        </m:e>
                      </m:d>
                      <m:r>
                        <a:rPr kumimoji="0" lang="en-US" sz="21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100" b="0" i="1" u="none" strike="noStrike" kern="1200" cap="none" spc="0" normalizeH="0" baseline="0" noProof="0">
                          <a:ln>
                            <a:noFill/>
                          </a:ln>
                          <a:solidFill>
                            <a:prstClr val="black"/>
                          </a:solidFill>
                          <a:effectLst/>
                          <a:uLnTx/>
                          <a:uFillTx/>
                          <a:latin typeface="Cambria Math"/>
                          <a:ea typeface="+mn-ea"/>
                          <a:cs typeface="+mn-cs"/>
                        </a:rPr>
                        <m:t>𝑊ℎ𝑒𝑛</m:t>
                      </m:r>
                      <m:r>
                        <a:rPr kumimoji="0" lang="en-US" sz="2100" b="0" i="1" u="none" strike="noStrike" kern="1200" cap="none" spc="0" normalizeH="0" baseline="0" noProof="0">
                          <a:ln>
                            <a:noFill/>
                          </a:ln>
                          <a:solidFill>
                            <a:prstClr val="black"/>
                          </a:solidFill>
                          <a:effectLst/>
                          <a:uLnTx/>
                          <a:uFillTx/>
                          <a:latin typeface="Cambria Math"/>
                          <a:ea typeface="+mn-ea"/>
                          <a:cs typeface="+mn-cs"/>
                        </a:rPr>
                        <m:t>  </m:t>
                      </m:r>
                      <m:r>
                        <a:rPr kumimoji="0" lang="en-US" sz="2100" b="0" i="1" u="none" strike="noStrike" kern="1200" cap="none" spc="0" normalizeH="0" baseline="0" noProof="0">
                          <a:ln>
                            <a:noFill/>
                          </a:ln>
                          <a:solidFill>
                            <a:prstClr val="black"/>
                          </a:solidFill>
                          <a:effectLst/>
                          <a:uLnTx/>
                          <a:uFillTx/>
                          <a:latin typeface="Cambria Math"/>
                          <a:ea typeface="+mn-ea"/>
                          <a:cs typeface="+mn-cs"/>
                        </a:rPr>
                        <m:t>𝑥</m:t>
                      </m:r>
                      <m:r>
                        <a:rPr kumimoji="0" lang="en-US" sz="2100" b="0" i="1" u="none" strike="noStrike" kern="1200" cap="none" spc="0" normalizeH="0" baseline="0" noProof="0">
                          <a:ln>
                            <a:noFill/>
                          </a:ln>
                          <a:solidFill>
                            <a:prstClr val="black"/>
                          </a:solidFill>
                          <a:effectLst/>
                          <a:uLnTx/>
                          <a:uFillTx/>
                          <a:latin typeface="Cambria Math"/>
                          <a:ea typeface="+mn-ea"/>
                          <a:cs typeface="+mn-cs"/>
                        </a:rPr>
                        <m:t>=20.5,  </m:t>
                      </m:r>
                      <m:r>
                        <a:rPr kumimoji="0" lang="en-US" sz="2100" b="0" i="1" u="none" strike="noStrike" kern="1200" cap="none" spc="0" normalizeH="0" baseline="0" noProof="0">
                          <a:ln>
                            <a:noFill/>
                          </a:ln>
                          <a:solidFill>
                            <a:prstClr val="black"/>
                          </a:solidFill>
                          <a:effectLst/>
                          <a:uLnTx/>
                          <a:uFillTx/>
                          <a:latin typeface="Cambria Math"/>
                          <a:ea typeface="+mn-ea"/>
                          <a:cs typeface="+mn-cs"/>
                        </a:rPr>
                        <m:t>𝑍</m:t>
                      </m:r>
                      <m:r>
                        <a:rPr kumimoji="0" lang="en-US" sz="21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100" b="0" i="1" u="none" strike="noStrike" kern="1200" cap="none" spc="0" normalizeH="0" baseline="0" noProof="0">
                              <a:ln>
                                <a:noFill/>
                              </a:ln>
                              <a:solidFill>
                                <a:prstClr val="black"/>
                              </a:solidFill>
                              <a:effectLst/>
                              <a:uLnTx/>
                              <a:uFillTx/>
                              <a:latin typeface="Cambria Math"/>
                              <a:ea typeface="+mn-ea"/>
                              <a:cs typeface="+mn-cs"/>
                            </a:rPr>
                          </m:ctrlPr>
                        </m:fPr>
                        <m:num>
                          <m:r>
                            <a:rPr kumimoji="0" lang="en-US" sz="2100" b="0" i="1" u="none" strike="noStrike" kern="1200" cap="none" spc="0" normalizeH="0" baseline="0" noProof="0">
                              <a:ln>
                                <a:noFill/>
                              </a:ln>
                              <a:solidFill>
                                <a:prstClr val="black"/>
                              </a:solidFill>
                              <a:effectLst/>
                              <a:uLnTx/>
                              <a:uFillTx/>
                              <a:latin typeface="Cambria Math"/>
                              <a:ea typeface="+mn-ea"/>
                              <a:cs typeface="+mn-cs"/>
                            </a:rPr>
                            <m:t>𝑥</m:t>
                          </m:r>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𝜇</m:t>
                          </m:r>
                        </m:num>
                        <m:den>
                          <m:r>
                            <a:rPr kumimoji="0" lang="en-US" sz="2100" b="0" i="1" u="none" strike="noStrike" kern="1200" cap="none" spc="0" normalizeH="0" baseline="0" noProof="0">
                              <a:ln>
                                <a:noFill/>
                              </a:ln>
                              <a:solidFill>
                                <a:prstClr val="black"/>
                              </a:solidFill>
                              <a:effectLst/>
                              <a:uLnTx/>
                              <a:uFillTx/>
                              <a:latin typeface="Cambria Math"/>
                              <a:ea typeface="+mn-ea"/>
                              <a:cs typeface="+mn-cs"/>
                            </a:rPr>
                            <m:t>𝜎</m:t>
                          </m:r>
                        </m:den>
                      </m:f>
                      <m:r>
                        <a:rPr kumimoji="0" lang="en-US" sz="21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100" b="0" i="1" u="none" strike="noStrike" kern="1200" cap="none" spc="0" normalizeH="0" baseline="0" noProof="0">
                              <a:ln>
                                <a:noFill/>
                              </a:ln>
                              <a:solidFill>
                                <a:prstClr val="black"/>
                              </a:solidFill>
                              <a:effectLst/>
                              <a:uLnTx/>
                              <a:uFillTx/>
                              <a:latin typeface="Cambria Math"/>
                              <a:ea typeface="+mn-ea"/>
                              <a:cs typeface="+mn-cs"/>
                            </a:rPr>
                          </m:ctrlPr>
                        </m:fPr>
                        <m:num>
                          <m:r>
                            <a:rPr kumimoji="0" lang="en-US" sz="2100" b="0" i="1" u="none" strike="noStrike" kern="1200" cap="none" spc="0" normalizeH="0" baseline="0" noProof="0">
                              <a:ln>
                                <a:noFill/>
                              </a:ln>
                              <a:solidFill>
                                <a:prstClr val="black"/>
                              </a:solidFill>
                              <a:effectLst/>
                              <a:uLnTx/>
                              <a:uFillTx/>
                              <a:latin typeface="Cambria Math"/>
                              <a:ea typeface="+mn-ea"/>
                              <a:cs typeface="+mn-cs"/>
                            </a:rPr>
                            <m:t>20.5−24.8</m:t>
                          </m:r>
                        </m:num>
                        <m:den>
                          <m:r>
                            <a:rPr kumimoji="0" lang="en-US" sz="2100" b="0" i="1" u="none" strike="noStrike" kern="1200" cap="none" spc="0" normalizeH="0" baseline="0" noProof="0">
                              <a:ln>
                                <a:noFill/>
                              </a:ln>
                              <a:solidFill>
                                <a:prstClr val="black"/>
                              </a:solidFill>
                              <a:effectLst/>
                              <a:uLnTx/>
                              <a:uFillTx/>
                              <a:latin typeface="Cambria Math"/>
                              <a:ea typeface="+mn-ea"/>
                              <a:cs typeface="+mn-cs"/>
                            </a:rPr>
                            <m:t>3.0699</m:t>
                          </m:r>
                        </m:den>
                      </m:f>
                      <m:r>
                        <a:rPr kumimoji="0" lang="en-US" sz="2100" b="0" i="1" u="none" strike="noStrike" kern="1200" cap="none" spc="0" normalizeH="0" baseline="0" noProof="0">
                          <a:ln>
                            <a:noFill/>
                          </a:ln>
                          <a:solidFill>
                            <a:prstClr val="black"/>
                          </a:solidFill>
                          <a:effectLst/>
                          <a:uLnTx/>
                          <a:uFillTx/>
                          <a:latin typeface="Cambria Math"/>
                          <a:ea typeface="+mn-ea"/>
                          <a:cs typeface="+mn-cs"/>
                        </a:rPr>
                        <m:t>=−1.40</m:t>
                      </m:r>
                    </m:oMath>
                  </m:oMathPara>
                </a14:m>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100" b="0" i="1" u="none" strike="noStrike" kern="1200" cap="none" spc="0" normalizeH="0" baseline="0" noProof="0">
                          <a:ln>
                            <a:noFill/>
                          </a:ln>
                          <a:solidFill>
                            <a:prstClr val="black"/>
                          </a:solidFill>
                          <a:effectLst/>
                          <a:uLnTx/>
                          <a:uFillTx/>
                          <a:latin typeface="Cambria Math"/>
                          <a:ea typeface="+mn-ea"/>
                          <a:cs typeface="+mn-cs"/>
                        </a:rPr>
                        <m:t>∴ </m:t>
                      </m:r>
                      <m:r>
                        <a:rPr kumimoji="0" lang="en-US" sz="2100" b="0" i="1" u="none" strike="noStrike" kern="1200" cap="none" spc="0" normalizeH="0" baseline="0" noProof="0">
                          <a:ln>
                            <a:noFill/>
                          </a:ln>
                          <a:solidFill>
                            <a:prstClr val="black"/>
                          </a:solidFill>
                          <a:effectLst/>
                          <a:uLnTx/>
                          <a:uFillTx/>
                          <a:latin typeface="Cambria Math"/>
                          <a:ea typeface="+mn-ea"/>
                          <a:cs typeface="+mn-cs"/>
                        </a:rPr>
                        <m:t>𝑃</m:t>
                      </m:r>
                      <m:d>
                        <m:dPr>
                          <m:ctrlPr>
                            <a:rPr kumimoji="0" lang="en-US" sz="2100" b="0" i="1" u="none" strike="noStrike" kern="1200" cap="none" spc="0" normalizeH="0" baseline="0" noProof="0">
                              <a:ln>
                                <a:noFill/>
                              </a:ln>
                              <a:solidFill>
                                <a:prstClr val="black"/>
                              </a:solidFill>
                              <a:effectLst/>
                              <a:uLnTx/>
                              <a:uFillTx/>
                              <a:latin typeface="Cambria Math"/>
                              <a:ea typeface="+mn-ea"/>
                              <a:cs typeface="+mn-cs"/>
                            </a:rPr>
                          </m:ctrlPr>
                        </m:dPr>
                        <m:e>
                          <m:r>
                            <a:rPr kumimoji="0" lang="en-US" sz="2100" b="0" i="1" u="none" strike="noStrike" kern="1200" cap="none" spc="0" normalizeH="0" baseline="0" noProof="0">
                              <a:ln>
                                <a:noFill/>
                              </a:ln>
                              <a:solidFill>
                                <a:prstClr val="black"/>
                              </a:solidFill>
                              <a:effectLst/>
                              <a:uLnTx/>
                              <a:uFillTx/>
                              <a:latin typeface="Cambria Math"/>
                              <a:ea typeface="+mn-ea"/>
                              <a:cs typeface="+mn-cs"/>
                            </a:rPr>
                            <m:t>𝑥</m:t>
                          </m:r>
                          <m:r>
                            <a:rPr kumimoji="0" lang="en-US" sz="2100" b="0" i="1" u="none" strike="noStrike" kern="1200" cap="none" spc="0" normalizeH="0" baseline="0" noProof="0">
                              <a:ln>
                                <a:noFill/>
                              </a:ln>
                              <a:solidFill>
                                <a:prstClr val="black"/>
                              </a:solidFill>
                              <a:effectLst/>
                              <a:uLnTx/>
                              <a:uFillTx/>
                              <a:latin typeface="Cambria Math"/>
                              <a:ea typeface="+mn-ea"/>
                              <a:cs typeface="+mn-cs"/>
                            </a:rPr>
                            <m:t>≤20.5</m:t>
                          </m:r>
                        </m:e>
                      </m:d>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𝑃</m:t>
                      </m:r>
                      <m:d>
                        <m:dPr>
                          <m:ctrlPr>
                            <a:rPr kumimoji="0" lang="en-US" sz="2100" b="0" i="1" u="none" strike="noStrike" kern="1200" cap="none" spc="0" normalizeH="0" baseline="0" noProof="0">
                              <a:ln>
                                <a:noFill/>
                              </a:ln>
                              <a:solidFill>
                                <a:prstClr val="black"/>
                              </a:solidFill>
                              <a:effectLst/>
                              <a:uLnTx/>
                              <a:uFillTx/>
                              <a:latin typeface="Cambria Math"/>
                              <a:ea typeface="+mn-ea"/>
                              <a:cs typeface="+mn-cs"/>
                            </a:rPr>
                          </m:ctrlPr>
                        </m:dPr>
                        <m:e>
                          <m:r>
                            <a:rPr kumimoji="0" lang="en-US" sz="2100" b="0" i="1" u="none" strike="noStrike" kern="1200" cap="none" spc="0" normalizeH="0" baseline="0" noProof="0">
                              <a:ln>
                                <a:noFill/>
                              </a:ln>
                              <a:solidFill>
                                <a:prstClr val="black"/>
                              </a:solidFill>
                              <a:effectLst/>
                              <a:uLnTx/>
                              <a:uFillTx/>
                              <a:latin typeface="Cambria Math"/>
                              <a:ea typeface="+mn-ea"/>
                              <a:cs typeface="+mn-cs"/>
                            </a:rPr>
                            <m:t>𝑍</m:t>
                          </m:r>
                          <m:r>
                            <a:rPr kumimoji="0" lang="en-US" sz="2100" b="0" i="1" u="none" strike="noStrike" kern="1200" cap="none" spc="0" normalizeH="0" baseline="0" noProof="0">
                              <a:ln>
                                <a:noFill/>
                              </a:ln>
                              <a:solidFill>
                                <a:prstClr val="black"/>
                              </a:solidFill>
                              <a:effectLst/>
                              <a:uLnTx/>
                              <a:uFillTx/>
                              <a:latin typeface="Cambria Math"/>
                              <a:ea typeface="+mn-ea"/>
                              <a:cs typeface="+mn-cs"/>
                            </a:rPr>
                            <m:t>≤−1.40</m:t>
                          </m:r>
                        </m:e>
                      </m:d>
                    </m:oMath>
                  </m:oMathPara>
                </a14:m>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r>
                      <a:rPr kumimoji="0" lang="en-US" sz="2100" b="0" i="1" u="none" strike="noStrike" kern="1200" cap="none" spc="0" normalizeH="0" baseline="0" noProof="0">
                        <a:ln>
                          <a:noFill/>
                        </a:ln>
                        <a:solidFill>
                          <a:prstClr val="black"/>
                        </a:solidFill>
                        <a:effectLst/>
                        <a:uLnTx/>
                        <a:uFillTx/>
                        <a:latin typeface="Cambria Math"/>
                        <a:ea typeface="+mn-ea"/>
                        <a:cs typeface="+mn-cs"/>
                      </a:rPr>
                      <m:t>=</m:t>
                    </m:r>
                    <m:r>
                      <a:rPr kumimoji="0" lang="en-US" sz="2100" b="0" i="1" u="none" strike="noStrike" kern="1200" cap="none" spc="0" normalizeH="0" baseline="0" noProof="0">
                        <a:ln>
                          <a:noFill/>
                        </a:ln>
                        <a:solidFill>
                          <a:prstClr val="black"/>
                        </a:solidFill>
                        <a:effectLst/>
                        <a:uLnTx/>
                        <a:uFillTx/>
                        <a:latin typeface="Cambria Math"/>
                        <a:ea typeface="+mn-ea"/>
                        <a:cs typeface="+mn-cs"/>
                      </a:rPr>
                      <m:t>𝐹</m:t>
                    </m:r>
                    <m:d>
                      <m:dPr>
                        <m:ctrlPr>
                          <a:rPr kumimoji="0" lang="en-US" sz="2100" b="0" i="1" u="none" strike="noStrike" kern="1200" cap="none" spc="0" normalizeH="0" baseline="0" noProof="0">
                            <a:ln>
                              <a:noFill/>
                            </a:ln>
                            <a:solidFill>
                              <a:prstClr val="black"/>
                            </a:solidFill>
                            <a:effectLst/>
                            <a:uLnTx/>
                            <a:uFillTx/>
                            <a:latin typeface="Cambria Math"/>
                            <a:ea typeface="+mn-ea"/>
                            <a:cs typeface="+mn-cs"/>
                          </a:rPr>
                        </m:ctrlPr>
                      </m:dPr>
                      <m:e>
                        <m:r>
                          <a:rPr kumimoji="0" lang="en-US" sz="2100" b="0" i="1" u="none" strike="noStrike" kern="1200" cap="none" spc="0" normalizeH="0" baseline="0" noProof="0">
                            <a:ln>
                              <a:noFill/>
                            </a:ln>
                            <a:solidFill>
                              <a:prstClr val="black"/>
                            </a:solidFill>
                            <a:effectLst/>
                            <a:uLnTx/>
                            <a:uFillTx/>
                            <a:latin typeface="Cambria Math"/>
                            <a:ea typeface="+mn-ea"/>
                            <a:cs typeface="+mn-cs"/>
                          </a:rPr>
                          <m:t>−1.40</m:t>
                        </m:r>
                      </m:e>
                    </m:d>
                  </m:oMath>
                </a14:m>
                <a:r>
                  <a:rPr kumimoji="0" lang="en-US" sz="2100" b="0" i="0" u="none" strike="noStrike" kern="1200" cap="none" spc="0" normalizeH="0" baseline="0" noProof="0" dirty="0">
                    <a:ln>
                      <a:noFill/>
                    </a:ln>
                    <a:solidFill>
                      <a:prstClr val="black"/>
                    </a:solidFill>
                    <a:effectLst/>
                    <a:uLnTx/>
                    <a:uFillTx/>
                    <a:latin typeface="Calibri"/>
                    <a:ea typeface="+mn-ea"/>
                    <a:cs typeface="+mn-cs"/>
                  </a:rPr>
                  <a:t>   </a:t>
                </a:r>
                <a14:m>
                  <m:oMath xmlns:m="http://schemas.openxmlformats.org/officeDocument/2006/math">
                    <m:r>
                      <a:rPr kumimoji="0" lang="en-US" sz="21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100" b="0" i="1" u="none" strike="noStrike" kern="1200" cap="none" spc="0" normalizeH="0" baseline="0" noProof="0">
                        <a:ln>
                          <a:noFill/>
                        </a:ln>
                        <a:solidFill>
                          <a:srgbClr val="00B0F0"/>
                        </a:solidFill>
                        <a:effectLst/>
                        <a:uLnTx/>
                        <a:uFillTx/>
                        <a:latin typeface="Cambria Math"/>
                        <a:ea typeface="+mn-ea"/>
                        <a:cs typeface="+mn-cs"/>
                      </a:rPr>
                      <m:t>0.808 </m:t>
                    </m:r>
                  </m:oMath>
                </a14:m>
                <a:endParaRPr kumimoji="0" lang="en-US" sz="21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838200" y="1295400"/>
                <a:ext cx="10058400" cy="4230132"/>
              </a:xfrm>
              <a:prstGeom prst="rect">
                <a:avLst/>
              </a:prstGeom>
              <a:blipFill>
                <a:blip r:embed="rId2"/>
                <a:stretch>
                  <a:fillRect l="-727" t="-577" r="-606"/>
                </a:stretch>
              </a:blipFill>
            </p:spPr>
            <p:txBody>
              <a:bodyPr/>
              <a:lstStyle/>
              <a:p>
                <a:r>
                  <a:rPr lang="en-IN">
                    <a:noFill/>
                  </a:rPr>
                  <a:t> </a:t>
                </a:r>
              </a:p>
            </p:txBody>
          </p:sp>
        </mc:Fallback>
      </mc:AlternateContent>
    </p:spTree>
    <p:extLst>
      <p:ext uri="{BB962C8B-B14F-4D97-AF65-F5344CB8AC3E}">
        <p14:creationId xmlns:p14="http://schemas.microsoft.com/office/powerpoint/2010/main" val="1783825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g20eba3b860f_0_98"/>
          <p:cNvSpPr txBox="1">
            <a:spLocks noGrp="1"/>
          </p:cNvSpPr>
          <p:nvPr>
            <p:ph type="title"/>
          </p:nvPr>
        </p:nvSpPr>
        <p:spPr>
          <a:xfrm>
            <a:off x="7887900" y="5191200"/>
            <a:ext cx="3770700" cy="9048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150860"/>
              </a:buClr>
              <a:buSzPct val="100000"/>
              <a:buFont typeface="Helvetica Neue"/>
              <a:buNone/>
            </a:pPr>
            <a:r>
              <a:rPr lang="en-US" dirty="0"/>
              <a:t>Thank You!</a:t>
            </a:r>
            <a:endParaRPr dirty="0"/>
          </a:p>
        </p:txBody>
      </p:sp>
    </p:spTree>
    <p:extLst>
      <p:ext uri="{BB962C8B-B14F-4D97-AF65-F5344CB8AC3E}">
        <p14:creationId xmlns:p14="http://schemas.microsoft.com/office/powerpoint/2010/main" val="4209639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28" ma:contentTypeDescription="Create a new document." ma:contentTypeScope="" ma:versionID="8e86f45206d69f05d65aef40a1733e8e">
  <xsd:schema xmlns:xsd="http://www.w3.org/2001/XMLSchema" xmlns:xs="http://www.w3.org/2001/XMLSchema" xmlns:p="http://schemas.microsoft.com/office/2006/metadata/properties" xmlns:ns2="2723f1bc-7802-4c44-b827-a549654b530e" targetNamespace="http://schemas.microsoft.com/office/2006/metadata/properties" ma:root="true" ma:fieldsID="7466106287e23552aae4aa153fe08158" ns2:_="">
    <xsd:import namespace="2723f1bc-7802-4c44-b827-a549654b530e"/>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2723f1bc-7802-4c44-b827-a549654b530e" xsi:nil="true"/>
    <FolderType xmlns="2723f1bc-7802-4c44-b827-a549654b530e" xsi:nil="true"/>
    <LMS_Mappings xmlns="2723f1bc-7802-4c44-b827-a549654b530e" xsi:nil="true"/>
    <DefaultSectionNames xmlns="2723f1bc-7802-4c44-b827-a549654b530e" xsi:nil="true"/>
    <AppVersion xmlns="2723f1bc-7802-4c44-b827-a549654b530e" xsi:nil="true"/>
    <TeamsChannelId xmlns="2723f1bc-7802-4c44-b827-a549654b530e" xsi:nil="true"/>
    <IsNotebookLocked xmlns="2723f1bc-7802-4c44-b827-a549654b530e" xsi:nil="true"/>
    <CultureName xmlns="2723f1bc-7802-4c44-b827-a549654b530e" xsi:nil="true"/>
    <Students xmlns="2723f1bc-7802-4c44-b827-a549654b530e">
      <UserInfo>
        <DisplayName/>
        <AccountId xsi:nil="true"/>
        <AccountType/>
      </UserInfo>
    </Students>
    <Templates xmlns="2723f1bc-7802-4c44-b827-a549654b530e" xsi:nil="true"/>
    <Self_Registration_Enabled xmlns="2723f1bc-7802-4c44-b827-a549654b530e" xsi:nil="true"/>
    <Invited_Students xmlns="2723f1bc-7802-4c44-b827-a549654b530e" xsi:nil="true"/>
    <Teachers xmlns="2723f1bc-7802-4c44-b827-a549654b530e">
      <UserInfo>
        <DisplayName/>
        <AccountId xsi:nil="true"/>
        <AccountType/>
      </UserInfo>
    </Teachers>
    <Student_Groups xmlns="2723f1bc-7802-4c44-b827-a549654b530e">
      <UserInfo>
        <DisplayName/>
        <AccountId xsi:nil="true"/>
        <AccountType/>
      </UserInfo>
    </Student_Groups>
    <Teams_Channel_Section_Location xmlns="2723f1bc-7802-4c44-b827-a549654b530e" xsi:nil="true"/>
    <Owner xmlns="2723f1bc-7802-4c44-b827-a549654b530e">
      <UserInfo>
        <DisplayName/>
        <AccountId xsi:nil="true"/>
        <AccountType/>
      </UserInfo>
    </Owner>
    <Distribution_Groups xmlns="2723f1bc-7802-4c44-b827-a549654b530e" xsi:nil="true"/>
    <Math_Settings xmlns="2723f1bc-7802-4c44-b827-a549654b530e" xsi:nil="true"/>
    <Has_Teacher_Only_SectionGroup xmlns="2723f1bc-7802-4c44-b827-a549654b530e" xsi:nil="true"/>
    <Is_Collaboration_Space_Locked xmlns="2723f1bc-7802-4c44-b827-a549654b530e" xsi:nil="true"/>
    <Invited_Teachers xmlns="2723f1bc-7802-4c44-b827-a549654b530e" xsi:nil="true"/>
  </documentManagement>
</p:properties>
</file>

<file path=customXml/itemProps1.xml><?xml version="1.0" encoding="utf-8"?>
<ds:datastoreItem xmlns:ds="http://schemas.openxmlformats.org/officeDocument/2006/customXml" ds:itemID="{5EAB25C0-AFA6-4177-91A5-E4E7FFE45EFC}"/>
</file>

<file path=customXml/itemProps2.xml><?xml version="1.0" encoding="utf-8"?>
<ds:datastoreItem xmlns:ds="http://schemas.openxmlformats.org/officeDocument/2006/customXml" ds:itemID="{038D8352-CBA8-4B57-80EF-05FCE458EAAF}"/>
</file>

<file path=customXml/itemProps3.xml><?xml version="1.0" encoding="utf-8"?>
<ds:datastoreItem xmlns:ds="http://schemas.openxmlformats.org/officeDocument/2006/customXml" ds:itemID="{3FCA1BF1-EADB-4350-83A3-5215D1B9FFEA}"/>
</file>

<file path=docProps/app.xml><?xml version="1.0" encoding="utf-8"?>
<Properties xmlns="http://schemas.openxmlformats.org/officeDocument/2006/extended-properties" xmlns:vt="http://schemas.openxmlformats.org/officeDocument/2006/docPropsVTypes">
  <Template>Office Theme</Template>
  <TotalTime>14606</TotalTime>
  <Words>5660</Words>
  <Application>Microsoft Office PowerPoint</Application>
  <PresentationFormat>Widescreen</PresentationFormat>
  <Paragraphs>539</Paragraphs>
  <Slides>69</Slides>
  <Notes>2</Notes>
  <HiddenSlides>0</HiddenSlides>
  <MMClips>0</MMClips>
  <ScaleCrop>false</ScaleCrop>
  <HeadingPairs>
    <vt:vector size="8" baseType="variant">
      <vt:variant>
        <vt:lpstr>Fonts Used</vt:lpstr>
      </vt:variant>
      <vt:variant>
        <vt:i4>20</vt:i4>
      </vt:variant>
      <vt:variant>
        <vt:lpstr>Theme</vt:lpstr>
      </vt:variant>
      <vt:variant>
        <vt:i4>3</vt:i4>
      </vt:variant>
      <vt:variant>
        <vt:lpstr>Embedded OLE Servers</vt:lpstr>
      </vt:variant>
      <vt:variant>
        <vt:i4>2</vt:i4>
      </vt:variant>
      <vt:variant>
        <vt:lpstr>Slide Titles</vt:lpstr>
      </vt:variant>
      <vt:variant>
        <vt:i4>69</vt:i4>
      </vt:variant>
    </vt:vector>
  </HeadingPairs>
  <TitlesOfParts>
    <vt:vector size="94" baseType="lpstr">
      <vt:lpstr>Arial</vt:lpstr>
      <vt:lpstr>Arial MT</vt:lpstr>
      <vt:lpstr>Calibri</vt:lpstr>
      <vt:lpstr>Calibri body</vt:lpstr>
      <vt:lpstr>Calibri Light</vt:lpstr>
      <vt:lpstr>Cambria</vt:lpstr>
      <vt:lpstr>Cambria Math</vt:lpstr>
      <vt:lpstr>Courier New</vt:lpstr>
      <vt:lpstr>Gilmer</vt:lpstr>
      <vt:lpstr>Helvetica</vt:lpstr>
      <vt:lpstr>Helvetica Light</vt:lpstr>
      <vt:lpstr>Helvetica Neue</vt:lpstr>
      <vt:lpstr>Inter</vt:lpstr>
      <vt:lpstr>Nunito</vt:lpstr>
      <vt:lpstr>Open Sans</vt:lpstr>
      <vt:lpstr>Symbol</vt:lpstr>
      <vt:lpstr>Tahoma</vt:lpstr>
      <vt:lpstr>Times New Roman</vt:lpstr>
      <vt:lpstr>Ubuntu</vt:lpstr>
      <vt:lpstr>Wingdings</vt:lpstr>
      <vt:lpstr>Office Theme</vt:lpstr>
      <vt:lpstr>1_Office Theme</vt:lpstr>
      <vt:lpstr>2_Office Theme</vt:lpstr>
      <vt:lpstr>Equation</vt:lpstr>
      <vt:lpstr>Equation.3</vt:lpstr>
      <vt:lpstr>Introduction to Statistical Methods(ISM)</vt:lpstr>
      <vt:lpstr>PowerPoint Presentation</vt:lpstr>
      <vt:lpstr>Bernoulli Distribution</vt:lpstr>
      <vt:lpstr>Bernoulli Distribution</vt:lpstr>
      <vt:lpstr>Bernoulli Distribution</vt:lpstr>
      <vt:lpstr>Mean &amp; Variance of Bernoulli distribution</vt:lpstr>
      <vt:lpstr>Bernoulli distribution: Applications</vt:lpstr>
      <vt:lpstr>Binomial  Distribution </vt:lpstr>
      <vt:lpstr>Mean &amp; Variance</vt:lpstr>
      <vt:lpstr>Binomial Distribution-Check:</vt:lpstr>
      <vt:lpstr>Example 1:</vt:lpstr>
      <vt:lpstr>Solution:</vt:lpstr>
      <vt:lpstr>Example 2:</vt:lpstr>
      <vt:lpstr>Example 3:</vt:lpstr>
      <vt:lpstr>Example 4:</vt:lpstr>
      <vt:lpstr>Solution:</vt:lpstr>
      <vt:lpstr>Recall : Binomial Distribution</vt:lpstr>
      <vt:lpstr>      Poisson Distribution</vt:lpstr>
      <vt:lpstr>Example 5:</vt:lpstr>
      <vt:lpstr>Example 6:</vt:lpstr>
      <vt:lpstr>Mean and Variance</vt:lpstr>
      <vt:lpstr>Poisson approximation to Binomial distribution :</vt:lpstr>
      <vt:lpstr>Example 7:</vt:lpstr>
      <vt:lpstr>Example 8:</vt:lpstr>
      <vt:lpstr>Solution:</vt:lpstr>
      <vt:lpstr>     Poisson Distribution: Applications</vt:lpstr>
      <vt:lpstr>RECALL:  Continuous Random Variables</vt:lpstr>
      <vt:lpstr>Normal Distribution:</vt:lpstr>
      <vt:lpstr>Normal Distribution</vt:lpstr>
      <vt:lpstr>Normal Distribution</vt:lpstr>
      <vt:lpstr>Area under normal curve</vt:lpstr>
      <vt:lpstr>Normal Distribution: Mean and Variance</vt:lpstr>
      <vt:lpstr>Why Standard Normal Distribution?</vt:lpstr>
      <vt:lpstr>Why Standard Normal Distribution?</vt:lpstr>
      <vt:lpstr>Standard Normal Distribution</vt:lpstr>
      <vt:lpstr>PowerPoint Presentation</vt:lpstr>
      <vt:lpstr>Example 9</vt:lpstr>
      <vt:lpstr>Example 10:</vt:lpstr>
      <vt:lpstr>Example 11:</vt:lpstr>
      <vt:lpstr>Example 12:</vt:lpstr>
      <vt:lpstr>Example 13:</vt:lpstr>
      <vt:lpstr>Normal Approximation to a Binomial Distribution</vt:lpstr>
      <vt:lpstr>Normal Approximation to a Binomial Distribution</vt:lpstr>
      <vt:lpstr>Example 14:</vt:lpstr>
      <vt:lpstr>PowerPoint Presentation</vt:lpstr>
      <vt:lpstr>Example 15:</vt:lpstr>
      <vt:lpstr>Introduction to Chi- Square distribution</vt:lpstr>
      <vt:lpstr>Introduction to Chi- Square distribution</vt:lpstr>
      <vt:lpstr>Introduction to t-distribution</vt:lpstr>
      <vt:lpstr>Introduction to t-distribution</vt:lpstr>
      <vt:lpstr>Introduction to t-distribution (Sampling distribution of mean when σ unknown)</vt:lpstr>
      <vt:lpstr>Introduction to F-distribution </vt:lpstr>
      <vt:lpstr>Introduction to F-distribution </vt:lpstr>
      <vt:lpstr>Practice Problem 1:</vt:lpstr>
      <vt:lpstr>Solution:</vt:lpstr>
      <vt:lpstr>Practice Problem 2:</vt:lpstr>
      <vt:lpstr>Practice Problem 3:</vt:lpstr>
      <vt:lpstr>Practice Problem 4:</vt:lpstr>
      <vt:lpstr>Solution:</vt:lpstr>
      <vt:lpstr>Practice Problem 5:</vt:lpstr>
      <vt:lpstr>Practice Problem 6:</vt:lpstr>
      <vt:lpstr>Practice Problems :</vt:lpstr>
      <vt:lpstr>Example 10: </vt:lpstr>
      <vt:lpstr>Example 11:</vt:lpstr>
      <vt:lpstr>Example 12:</vt:lpstr>
      <vt:lpstr>Solution:</vt:lpstr>
      <vt:lpstr>Example 13:</vt:lpstr>
      <vt:lpstr>Example 14:</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krishna kumari</cp:lastModifiedBy>
  <cp:revision>603</cp:revision>
  <dcterms:created xsi:type="dcterms:W3CDTF">2018-10-16T06:13:57Z</dcterms:created>
  <dcterms:modified xsi:type="dcterms:W3CDTF">2026-09-06T06:05:37Z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