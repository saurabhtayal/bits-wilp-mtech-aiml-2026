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slideLayouts/slideLayout1.xml" ContentType="application/vnd.openxmlformats-officedocument.presentationml.slideLayout+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slideLayouts/slideLayout2.xml" ContentType="application/vnd.openxmlformats-officedocument.presentationml.slideLayout+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slideLayout3.xml" ContentType="application/vnd.openxmlformats-officedocument.presentationml.slideLayout+xml"/>
  <Override PartName="/ppt/notesSlides/notesSlide62.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9.xml" ContentType="application/vnd.openxmlformats-officedocument.presentationml.notesSlid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63.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Masters/notesMaster1.xml" ContentType="application/vnd.openxmlformats-officedocument.presentationml.notesMaster+xml"/>
  <Override PartName="/ppt/ink/ink32.xml" ContentType="application/inkml+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33.xml" ContentType="application/inkml+xml"/>
  <Override PartName="/ppt/ink/ink11.xml" ContentType="application/inkml+xml"/>
  <Override PartName="/ppt/ink/ink34.xml" ContentType="application/inkml+xml"/>
  <Override PartName="/ppt/ink/ink35.xml" ContentType="application/inkml+xml"/>
  <Override PartName="/ppt/ink/ink36.xml" ContentType="application/inkml+xml"/>
  <Override PartName="/ppt/ink/ink42.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 id="2147483682" r:id="rId2"/>
    <p:sldMasterId id="2147483683" r:id="rId3"/>
    <p:sldMasterId id="2147483684" r:id="rId4"/>
    <p:sldMasterId id="2147483685" r:id="rId5"/>
    <p:sldMasterId id="2147483686" r:id="rId6"/>
    <p:sldMasterId id="2147483687" r:id="rId7"/>
    <p:sldMasterId id="2147483688" r:id="rId8"/>
    <p:sldMasterId id="2147483689" r:id="rId9"/>
    <p:sldMasterId id="2147483690" r:id="rId10"/>
    <p:sldMasterId id="2147483691" r:id="rId11"/>
    <p:sldMasterId id="2147483692" r:id="rId12"/>
    <p:sldMasterId id="2147483693" r:id="rId13"/>
    <p:sldMasterId id="2147483694" r:id="rId14"/>
    <p:sldMasterId id="2147483695" r:id="rId15"/>
    <p:sldMasterId id="2147483696" r:id="rId16"/>
    <p:sldMasterId id="2147483697" r:id="rId17"/>
    <p:sldMasterId id="2147483698" r:id="rId18"/>
    <p:sldMasterId id="2147483699" r:id="rId19"/>
    <p:sldMasterId id="2147483700" r:id="rId20"/>
    <p:sldMasterId id="2147483701" r:id="rId21"/>
    <p:sldMasterId id="2147483702" r:id="rId22"/>
  </p:sldMasterIdLst>
  <p:notesMasterIdLst>
    <p:notesMasterId r:id="rId88"/>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8" r:id="rId74"/>
    <p:sldId id="309" r:id="rId75"/>
    <p:sldId id="310" r:id="rId76"/>
    <p:sldId id="311" r:id="rId77"/>
    <p:sldId id="312" r:id="rId78"/>
    <p:sldId id="313" r:id="rId79"/>
    <p:sldId id="314" r:id="rId80"/>
    <p:sldId id="315" r:id="rId81"/>
    <p:sldId id="316" r:id="rId82"/>
    <p:sldId id="317" r:id="rId83"/>
    <p:sldId id="318" r:id="rId84"/>
    <p:sldId id="320" r:id="rId85"/>
    <p:sldId id="321" r:id="rId86"/>
    <p:sldId id="319" r:id="rId8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3EF211-E8B0-4F73-B020-F0332A32C9B0}">
  <a:tblStyle styleId="{1B3EF211-E8B0-4F73-B020-F0332A32C9B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4.xml"/><Relationship Id="rId21" Type="http://schemas.openxmlformats.org/officeDocument/2006/relationships/slideMaster" Target="slideMasters/slideMaster21.xml"/><Relationship Id="rId42" Type="http://schemas.openxmlformats.org/officeDocument/2006/relationships/slide" Target="slides/slide20.xml"/><Relationship Id="rId47" Type="http://schemas.openxmlformats.org/officeDocument/2006/relationships/slide" Target="slides/slide25.xml"/><Relationship Id="rId63" Type="http://schemas.openxmlformats.org/officeDocument/2006/relationships/slide" Target="slides/slide41.xml"/><Relationship Id="rId68" Type="http://schemas.openxmlformats.org/officeDocument/2006/relationships/slide" Target="slides/slide46.xml"/><Relationship Id="rId84" Type="http://schemas.openxmlformats.org/officeDocument/2006/relationships/slide" Target="slides/slide62.xml"/><Relationship Id="rId89" Type="http://schemas.openxmlformats.org/officeDocument/2006/relationships/presProps" Target="presProp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0.xml"/><Relationship Id="rId37" Type="http://schemas.openxmlformats.org/officeDocument/2006/relationships/slide" Target="slides/slide15.xml"/><Relationship Id="rId53" Type="http://schemas.openxmlformats.org/officeDocument/2006/relationships/slide" Target="slides/slide31.xml"/><Relationship Id="rId58" Type="http://schemas.openxmlformats.org/officeDocument/2006/relationships/slide" Target="slides/slide36.xml"/><Relationship Id="rId74" Type="http://schemas.openxmlformats.org/officeDocument/2006/relationships/slide" Target="slides/slide52.xml"/><Relationship Id="rId79" Type="http://schemas.openxmlformats.org/officeDocument/2006/relationships/slide" Target="slides/slide57.xml"/><Relationship Id="rId5" Type="http://schemas.openxmlformats.org/officeDocument/2006/relationships/slideMaster" Target="slideMasters/slideMaster5.xml"/><Relationship Id="rId90" Type="http://schemas.openxmlformats.org/officeDocument/2006/relationships/viewProps" Target="viewProps.xml"/><Relationship Id="rId95" Type="http://schemas.openxmlformats.org/officeDocument/2006/relationships/customXml" Target="../customXml/item3.xml"/><Relationship Id="rId22" Type="http://schemas.openxmlformats.org/officeDocument/2006/relationships/slideMaster" Target="slideMasters/slideMaster22.xml"/><Relationship Id="rId27" Type="http://schemas.openxmlformats.org/officeDocument/2006/relationships/slide" Target="slides/slide5.xml"/><Relationship Id="rId43" Type="http://schemas.openxmlformats.org/officeDocument/2006/relationships/slide" Target="slides/slide21.xml"/><Relationship Id="rId48" Type="http://schemas.openxmlformats.org/officeDocument/2006/relationships/slide" Target="slides/slide26.xml"/><Relationship Id="rId64" Type="http://schemas.openxmlformats.org/officeDocument/2006/relationships/slide" Target="slides/slide42.xml"/><Relationship Id="rId69" Type="http://schemas.openxmlformats.org/officeDocument/2006/relationships/slide" Target="slides/slide47.xml"/><Relationship Id="rId8" Type="http://schemas.openxmlformats.org/officeDocument/2006/relationships/slideMaster" Target="slideMasters/slideMaster8.xml"/><Relationship Id="rId51" Type="http://schemas.openxmlformats.org/officeDocument/2006/relationships/slide" Target="slides/slide29.xml"/><Relationship Id="rId72" Type="http://schemas.openxmlformats.org/officeDocument/2006/relationships/slide" Target="slides/slide50.xml"/><Relationship Id="rId80" Type="http://schemas.openxmlformats.org/officeDocument/2006/relationships/slide" Target="slides/slide58.xml"/><Relationship Id="rId85" Type="http://schemas.openxmlformats.org/officeDocument/2006/relationships/slide" Target="slides/slide63.xml"/><Relationship Id="rId93"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slide" Target="slides/slide24.xml"/><Relationship Id="rId59" Type="http://schemas.openxmlformats.org/officeDocument/2006/relationships/slide" Target="slides/slide37.xml"/><Relationship Id="rId67" Type="http://schemas.openxmlformats.org/officeDocument/2006/relationships/slide" Target="slides/slide45.xml"/><Relationship Id="rId20" Type="http://schemas.openxmlformats.org/officeDocument/2006/relationships/slideMaster" Target="slideMasters/slideMaster20.xml"/><Relationship Id="rId41" Type="http://schemas.openxmlformats.org/officeDocument/2006/relationships/slide" Target="slides/slide19.xml"/><Relationship Id="rId54" Type="http://schemas.openxmlformats.org/officeDocument/2006/relationships/slide" Target="slides/slide32.xml"/><Relationship Id="rId62" Type="http://schemas.openxmlformats.org/officeDocument/2006/relationships/slide" Target="slides/slide40.xml"/><Relationship Id="rId70" Type="http://schemas.openxmlformats.org/officeDocument/2006/relationships/slide" Target="slides/slide48.xml"/><Relationship Id="rId75" Type="http://schemas.openxmlformats.org/officeDocument/2006/relationships/slide" Target="slides/slide53.xml"/><Relationship Id="rId83" Type="http://schemas.openxmlformats.org/officeDocument/2006/relationships/slide" Target="slides/slide61.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openxmlformats.org/officeDocument/2006/relationships/slide" Target="slides/slide27.xml"/><Relationship Id="rId57" Type="http://schemas.openxmlformats.org/officeDocument/2006/relationships/slide" Target="slides/slide35.xml"/><Relationship Id="rId10" Type="http://schemas.openxmlformats.org/officeDocument/2006/relationships/slideMaster" Target="slideMasters/slideMaster10.xml"/><Relationship Id="rId31" Type="http://schemas.openxmlformats.org/officeDocument/2006/relationships/slide" Target="slides/slide9.xml"/><Relationship Id="rId44" Type="http://schemas.openxmlformats.org/officeDocument/2006/relationships/slide" Target="slides/slide22.xml"/><Relationship Id="rId52" Type="http://schemas.openxmlformats.org/officeDocument/2006/relationships/slide" Target="slides/slide30.xml"/><Relationship Id="rId60" Type="http://schemas.openxmlformats.org/officeDocument/2006/relationships/slide" Target="slides/slide38.xml"/><Relationship Id="rId65" Type="http://schemas.openxmlformats.org/officeDocument/2006/relationships/slide" Target="slides/slide43.xml"/><Relationship Id="rId73" Type="http://schemas.openxmlformats.org/officeDocument/2006/relationships/slide" Target="slides/slide51.xml"/><Relationship Id="rId78" Type="http://schemas.openxmlformats.org/officeDocument/2006/relationships/slide" Target="slides/slide56.xml"/><Relationship Id="rId81" Type="http://schemas.openxmlformats.org/officeDocument/2006/relationships/slide" Target="slides/slide59.xml"/><Relationship Id="rId86" Type="http://schemas.openxmlformats.org/officeDocument/2006/relationships/slide" Target="slides/slide64.xml"/><Relationship Id="rId94" Type="http://schemas.openxmlformats.org/officeDocument/2006/relationships/customXml" Target="../customXml/item2.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7.xml"/><Relationship Id="rId34" Type="http://schemas.openxmlformats.org/officeDocument/2006/relationships/slide" Target="slides/slide12.xml"/><Relationship Id="rId50" Type="http://schemas.openxmlformats.org/officeDocument/2006/relationships/slide" Target="slides/slide28.xml"/><Relationship Id="rId55" Type="http://schemas.openxmlformats.org/officeDocument/2006/relationships/slide" Target="slides/slide33.xml"/><Relationship Id="rId76" Type="http://schemas.openxmlformats.org/officeDocument/2006/relationships/slide" Target="slides/slide54.xml"/><Relationship Id="rId7" Type="http://schemas.openxmlformats.org/officeDocument/2006/relationships/slideMaster" Target="slideMasters/slideMaster7.xml"/><Relationship Id="rId71" Type="http://schemas.openxmlformats.org/officeDocument/2006/relationships/slide" Target="slides/slide4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7.xml"/><Relationship Id="rId24" Type="http://schemas.openxmlformats.org/officeDocument/2006/relationships/slide" Target="slides/slide2.xml"/><Relationship Id="rId40" Type="http://schemas.openxmlformats.org/officeDocument/2006/relationships/slide" Target="slides/slide18.xml"/><Relationship Id="rId45" Type="http://schemas.openxmlformats.org/officeDocument/2006/relationships/slide" Target="slides/slide23.xml"/><Relationship Id="rId66" Type="http://schemas.openxmlformats.org/officeDocument/2006/relationships/slide" Target="slides/slide44.xml"/><Relationship Id="rId87" Type="http://schemas.openxmlformats.org/officeDocument/2006/relationships/slide" Target="slides/slide65.xml"/><Relationship Id="rId61" Type="http://schemas.openxmlformats.org/officeDocument/2006/relationships/slide" Target="slides/slide39.xml"/><Relationship Id="rId82" Type="http://schemas.openxmlformats.org/officeDocument/2006/relationships/slide" Target="slides/slide60.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8.xml"/><Relationship Id="rId35" Type="http://schemas.openxmlformats.org/officeDocument/2006/relationships/slide" Target="slides/slide13.xml"/><Relationship Id="rId56" Type="http://schemas.openxmlformats.org/officeDocument/2006/relationships/slide" Target="slides/slide34.xml"/><Relationship Id="rId77" Type="http://schemas.openxmlformats.org/officeDocument/2006/relationships/slide" Target="slides/slide5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21:54.083"/>
    </inkml:context>
    <inkml:brush xml:id="br0">
      <inkml:brushProperty name="width" value="0.05292" units="cm"/>
      <inkml:brushProperty name="height" value="0.05292" units="cm"/>
      <inkml:brushProperty name="color" value="#FF0000"/>
    </inkml:brush>
  </inkml:definitions>
  <inkml:trace contextRef="#ctx0" brushRef="#br0">26305 6153 644 0,'-17'-1'704'15,"-1"-2"-153"-15,2 1-109 0,1-1-107 0,3 2-76 0,-2 0-45 0,2 0-47 16,-1 0-26-16,3-1-19 0,10 2-13 16,-13-2 10-16,13 2 12 0,0 0 7 0,0 0-6 15,0 0-12-15,12-2-21 0,3-1-5 0,12-1 1 16,11 0-3-16,12-3-2 0,17-4-4 0,9 0-13 0,7-1-10 15,3-1 0-15,6-2-6 0,26-4 4 0,2 1-11 16,6-1 19-16,6 0-30 0,3 0 31 0,2-3-35 16,4 1 34-16,1 1-47 0,2 1 38 15,0-2-7-15,-4 0 21 0,-1 1 0 0,-5-1-52 0,-1 1 40 16,-8-1-12-16,-3 2-8 0,-8-2-7 0,-24 5-4 16,-3-1-6-16,-6 0-6 0,-10 1-3 0,-9 3 2 15,-16 3-5-15,-3-1-2 0,-12 3-6 0,-3-2-15 16,-9 2-46-16,-4-2-82 0,-6 2-37 15,-5-2-62-15,-6 2-71 0,-5-3-86 0,-9 1-56 0,-9-1-102 16,-7 2-124-16,-11-2-315 0,-6 1-586 0</inkml:trace>
  <inkml:trace contextRef="#ctx0" brushRef="#br0" timeOffset="2334.42">25774 5881 202 0,'0'0'475'0,"-6"5"-138"0,6-5-69 0,0 0-62 0,0 0-43 15,-3 6-19-15,3-6 9 0,0 0-8 0,5 4-16 16,-5-4 9-16,12 2-47 0,-12-2 14 0,15 3-44 16,-15-3 28-16,23 0-31 0,-7 0 17 0,-4 0-16 15,4 0-7-15,-3-1 1 0,2-1 3 0,-1 2 1 16,1-1 0-16,-1 1-3 0,0-1-3 0,-1 0 2 0,1 1 0 15,0-2-2-15,-2 1 1 0,2 0-3 16,0 0 9-16,0-1-2 0,-1-1-4 0,1 2 1 16,1-4 17-16,2 1-4 0,-2 0-10 0,2 0-4 15,-1-2-2-15,1 0 7 0,0 0-5 0,3-2 1 16,0 1 7-16,-2-2-10 0,3 1-8 0,-2 0-3 16,0-3-2-16,0 5 5 0,-1-4-2 0,1 0-9 15,-1 1-3-15,0-1-12 0,1-1 2 0,-1 1 8 16,-1-1 6-16,-2 1 3 0,4-1-5 0,-3-1-6 15,0 2-5-15,0-2-2 0,0-1-2 0,0 2 14 16,0-2 2-16,1 0-5 0,-2 1-6 0,0-1 6 16,-2-1 3-16,3 0 6 0,-2 1 7 0,-3-1-5 15,3 0-10-15,-4 1 11 0,2-2-20 0,-1-1 8 16,0 2-13-16,-2 0 17 0,1 2-13 0,-1-2 15 16,-2 1-27-16,4 0 3 0,-4-1-1 0,2 0 21 15,0 1-26-15,3 0 21 0,-2-3-24 0,1 2 20 16,2-2-3-16,-1 3 21 0,2-1-28 0,-1-1 22 15,-1 1-29-15,1 1 26 0,-1 1-34 0,0-1 24 16,-3 3-22-16,4 0 23 0,-3-2-6 0,-1 1 0 16,0 1-2-16,3-1-4 0,-2 0 3 0,-2 2-1 15,2-4-3-15,-3 3-3 0,1-2-4 0,1 0 10 16,-3 0 24-16,2 1-9 0,-1-3-1 0,-1 4-5 16,2-5-3-16,-1 3 9 0,-2-1 5 0,2 0-4 15,-1 1 0-15,2-1-8 0,-2 0 4 0,1-2-3 16,-1 2 2-16,3 1 12 0,-3-2-7 0,3 0-3 15,-2 2-2-15,0-1-2 0,1 0-5 0,-2 1-46 16,2 0 56-16,2-1-54 0,-3 0 52 0,2 0-52 16,0 0 52-16,1 1-51 0,-1-1 50 0,2 0-49 15,2-1 52-15,-1-1-52 0,0 2 55 0,0 1-51 16,1-1 53-16,1 0-47 0,-1 1 57 0,0 0-48 16,2-1 54-16,0 1-51 0,0 2 51 0,-1 0-45 0,-1 1 43 15,0 0-52-15,2-1 47 0,-1 2-4 0,0 0-5 16,-1 0-6-16,4 1-1 0,-3 0-3 15,1-1-11-15,-1 1 4 0,0 1-6 0,2 0-2 16,0-1-1-16,0 0 2 0,0 1 0 0,0 0-7 16,1 1 7-16,0-1 1 0,1 0-3 0,0 2 6 15,-2-1-2-15,2 0 0 0,-2 0 0 0,0 3-2 0,-2-2-2 16,0 2-1-16,-1-2 7 0,-1 3 0 16,0-2 0-16,-1 0-2 0,1 3 0 0,-3-1-2 15,-9 1-2-15,18-2 0 0,-18 2 0 0,18 0 2 16,-18 0-1-16,18 3 8 0,-8-3-9 0,-1 3 2 0,3 0-4 15,-1 0 1-15,-2-1 1 0,4 2 1 0,-3-1-1 16,2 0-1-16,0 1 0 0,-1 0-1 0,1 2 5 16,-1-3 0-16,0 2-7 0,2 0 1 15,-3 0-41-15,0 1 52 0,4-1-43 0,-5 0 47 16,3 1-43-16,-1 0 46 0,0 0-43 0,-2 0 49 0,3 1-46 16,-1 2 43-16,0-3-3 0,-1 1-5 15,1 1 0-15,1 0-2 0,-2 0-3 0,2 0-3 0,1 0-1 16,0-1 2-16,-1 3-1 0,0-2 9 0,-1 1 1 15,3-1 0-15,-3 0-6 0,1 2 0 16,-1-1 0-16,0-1-4 0,1 0 2 0,-2 1-1 0,0 0 1 16,3 1-2-16,-3-1 2 0,-1 0 2 0,4 1 3 15,-4-2 0-15,2 2-3 0,-1-1-2 16,1 0 2-16,-2 0-4 0,3 1-2 0,-4-1 5 16,2-2-6-16,2 2 5 0,-3 0 0 0,0-1 7 0,0 1 0 15,0 0 2-15,0-2-5 0,1 3 1 0,-3-1 7 16,1-2 5-16,1 2-4 0,1-1-6 0,-1 0 0 15,-1 2 3-15,0-2 3 0,2 1-2 16,-1 0-1-16,-2 1-2 0,4-2 0 0,-2 1 1 0,0-1 8 16,2 1 2-16,-2-1-7 0,1 0 0 15,0 2-3-15,-1-2-3 0,2 1-2 0,0-1-2 16,-1 0 1-16,-1 1-4 0,3 1 1 0,-1-2-1 0,0 0-3 16,0 1 2-16,-1-1-3 0,2 0-31 0,-1 0 40 15,2 1-1-15,1-2-2 0,-2 0-1 0,0 1-1 16,4-1-3-16,-3 1 2 0,2-3-35 15,-2 1 40-15,2 1-28 0,-1-3 32 0,1 2-44 0,-1 0 45 16,2-1-34-16,-1 0 40 0,0 0-38 0,1 1 38 16,0-3-39-16,0 2 36 0,0-1-33 15,0 0 42-15,0-1-46 0,2 0 37 0,0 2-34 16,-1-2 36-16,2 0-37 0,1-1 34 0,-2 1-33 16,3 0 37-16,-2-1-35 0,0 2 48 0,0-4-24 15,-2 3 50-15,3 0-49 0,-3 0 39 0,1-1-27 0,-2 0 34 16,2 0-46-16,0 1 37 0,-3-2-47 0,3 1 39 15,-5-1-44-15,4 2 36 0,-2 0-40 0,2-2 0 16,-1 0 6-16,2 0-3 0,1 0 40 16,-1 1-45-16,1-2 43 0,-1 2-49 0,0-1 47 0,1 0-46 15,-1-2 42-15,3 2-45 0,-3-1 41 16,3 0-42-16,0 0 40 0,-2 0-37 0,1 0 38 0,2 0-39 16,-3 0 38-16,3 0-36 0,-2 0 35 0,0 0-40 15,-1-1 41-15,0 1-40 0,-2-1 41 16,0 1-41-16,-1 0 42 0,0 0-27 0,-1-2 27 15,0 2-40-15,0-1 36 0,0 1-39 0,-2-1 40 16,1 0-39-16,0 1 41 0,-1-1-42 0,-1 1 40 0,-1-1-38 16,1 1 40-16,-2-1-40 0,-10 1 42 15,18-3-44-15,-18 3 38 0,16-3-46 0,-16 3 16 0,14-1-81 16,-14 1-44-16,12-2-129 0,-12 2-35 16,10-6-86-16,-10 6-107 0,0 0-54 0,3-4-26 15,-3 4-49-15,-9-3-60 0,0 2-337 0,-5 1-631 0</inkml:trace>
  <inkml:trace contextRef="#ctx0" brushRef="#br0" timeOffset="2801.08">29156 5685 209 0,'-12'1'271'0,"12"-1"-38"0,-15 3-32 16,15-3 9-16,-14 3-34 0,14-3 11 0,-12 0-34 15,12 0 2-15,-10 2-42 0,10-2 3 16,0 0-35-16,-11 3 12 0,11-3-25 0,0 0 24 16,-9 2 13-16,9-2 6 0,0 0 10 0,0 0 5 15,0 0 2-15,0 0-2 0,0 0-13 0,0 0 0 0,10 4 1 16,-10-4-10-16,19 0 10 0,-5-1 3 0,4-1-5 15,4 1-7-15,5-4 0 0,6 0 6 0,3 0 4 16,7-1 1-16,3-3 1 0,3 1-5 0,2-2-11 16,1 1 7-16,1-1-12 0,11-2-17 15,-9 1-2-15,9-1 11 0,1 3-10 0,-9-1-2 0,9-1 4 16,-9 3-6-16,2-1-15 0,1 1-13 0,-1 1 5 16,0 1-1-16,1 0-8 0,-1 0-8 0,-1 0-4 15,2 2-7-15,-2 0 1 0,-1-1 0 16,-5 2-8-16,1 0-2 0,-5 0-1 0,-10 0 2 0,-1 1-1 15,-6 0-1-15,-4 1-1 0,-5-2 20 16,-1 3-18-16,-2 0-12 0,-4-2 21 0,1 1-23 0,-3-1 22 16,-2 0-31-16,-10 2-7 0,12-4-34 15,-12 4-28-15,0 0-37 0,0 0-54 0,-5-8-88 0,5 8-100 16,-20-2-68-16,6 1-85 0,-5-1-67 16,-2 1-520-16,-1 0-715 0</inkml:trace>
  <inkml:trace contextRef="#ctx0" brushRef="#br0" timeOffset="3666.33">25944 6428 139 0,'-13'-1'455'0,"1"-1"-127"0,-2 2-74 0,-2 0-52 0,2 0-35 0,0 0-1 0,0 0-17 0,3 0-3 16,11 0-4-16,-21 0-22 0,21 0-19 0,-13-1-1 16,13 1 14-16,0 0-38 0,4-3-14 0,8-1-7 15,6 0-16-15,7-3-8 0,10-2-3 0,8-2-15 16,8 0 20-16,11-7-18 0,3 0 16 0,5-3-30 15,4-1 25-15,3-2-34 0,3-1 32 0,0-2-31 16,4 0 27-16,0 1-32 0,-4-1 32 0,1 0-47 16,-2 0 45-16,-3 2-33 0,-7 3 19 0,-4 0-58 15,-7 1-61-15,-15 5-69 0,-6 2-82 0,-11 1-109 16,-8 4-260-16,-6-1-145 0</inkml:trace>
  <inkml:trace contextRef="#ctx0" brushRef="#br0" timeOffset="4083">26516 5453 388 0,'-2'-10'502'0,"2"5"-74"0,-1-4-123 16,1 9-40-16,-3-11-79 0,3 11-14 0,0-9-66 15,0 9 16-15,0 0 15 0,0 0-14 0,0 13-22 16,2-1 31-16,2 4 0 0,-1 12-10 0,4 4 7 15,3 10-22-15,-1 2-17 0,0 5-3 0,4 10-9 16,-3 3-2-16,1 3-12 0,2 0-9 0,-3 2-13 16,1-2-7-16,0 1-4 0,-2-3-6 0,0-1-5 15,-1-10-4-15,-1-4-1 0,-2 0 0 0,3-1-4 16,-3-4-3-16,2-3-7 0,-4-7-7 0,3-2-42 16,-4-4-72-16,1-4-63 0,-1-3-70 0,1-3-72 15,-2-2-53-15,2-3-506 0,-1-5-444 0</inkml:trace>
  <inkml:trace contextRef="#ctx0" brushRef="#br0" timeOffset="4650.68">27298 4341 187 0,'0'0'336'0,"7"-7"-98"0,-7 7-48 0,0 0-34 0,0 0-31 15,0 0-3-15,7 8 16 0,-7 0 0 0,1 1-13 16,0 2 15-16,1 5-6 0,-1 5 11 0,3 7-10 16,0 5-21-16,2 13-7 0,0 6-5 0,2 14-8 15,-2 4-25-15,2 6 4 0,0 3 9 0,-2 9 22 16,-1 7-28-16,0 24 12 0,-1 0-2 0,-3 2 13 16,1-1-11-16,-1 3 3 0,0-4-21 0,-1-17-17 15,3-2 0-15,1-2-8 0,1-2-8 0,0-5 3 16,3-3-7-16,2-5 4 0,-1-2-8 0,2-4-4 0,1-4-7 15,-1-4-7-15,1-3-3 0,0-3-11 0,-1-13-20 16,-2-1-48-16,1-4-51 0,-1-3-70 0,-3-11-15 16,-2-4-69-16,2-3-35 0,-2-8-64 0,-1-4-405 15,-1-4-300-15</inkml:trace>
  <inkml:trace contextRef="#ctx0" brushRef="#br0" timeOffset="5151.39">28361 4053 198 0,'-1'-13'350'15,"-1"4"-76"-15,2-1-53 0,-1 3-40 0,0 2-32 0,1 5-26 16,-2-14-17-16,2 14-21 0,-1-10-20 0,1 10-12 16,0-7-5-16,0 7 15 0,0 0 4 0,-2 7 0 15,-1 0 6-15,3 5 16 0,-2 4-7 0,0 3 1 16,1 6 2-16,1 3-16 0,0 8 32 0,0 1-12 15,0 2-19-15,0 9 2 0,0 2 33 0,3 4-17 16,-1 14 6-16,-2 2 14 0,0 4-12 0,-1 3-7 16,-3 4-13-16,0 3 10 0,-1 4-6 15,-1 4-15-15,-1 4 6 0,-3 19-29 0,1-1-1 0,0-19-5 16,4-1-3-16,-1 2 11 0,2 0 6 0,1 0 9 16,2-4 0-16,2-1-6 0,1-3-5 0,2-3-9 15,1-4-5-15,1-1-8 0,0-7-4 0,-1 1 2 16,1-4-7-16,-3-3-1 0,1 0-15 15,0-12-8-15,-3-3-13 0,-1-2-14 0,0-1-38 0,-1-5-51 16,0-7-47-16,-3-3-43 0,1-5 10 0,2-5-56 16,0-5-56-16,0-5-77 0,-1-3-446 0,0-5-380 15</inkml:trace>
  <inkml:trace contextRef="#ctx0" brushRef="#br0" timeOffset="5619.46">29165 4415 437 0,'-1'-14'401'0,"-1"2"-80"16,2 3-63-16,0 2-38 0,0-2-38 0,0 2-32 0,0 7-34 0,-1-12-20 15,1 12-22-15,-1-10-17 0,1 10 2 0,0 0 6 16,0 0 41-16,0 0 8 0,4 16-1 0,-3-4 22 15,1 7-20-15,2 14 27 0,-1 9 4 0,-1 7-8 16,3 6-18-16,-2 18-11 0,-2 0-1 0,2 4 0 16,-2 3-8-16,0 6-7 0,1 0-15 0,-2 4 10 15,0 1-19-15,-2 1-10 0,2 1-13 16,-2-3-4-16,2-2-5 0,-2 1-2 0,2 1-3 0,2-6-8 16,0 1-3-16,2-7 5 0,0 0-14 0,1-7-1 15,0-1-1-15,3-9-3 0,-2-7-3 0,-1-5-5 16,3-4-21-16,0-3-43 0,-3-9-65 0,1-6-64 15,-2-2-79-15,1-6-28 0,-1-5-109 0,1-4-145 16,0-4-306-16,-5-6-410 0</inkml:trace>
  <inkml:trace contextRef="#ctx0" brushRef="#br0" timeOffset="5950.92">30121 4795 440 0,'0'0'555'0,"6"-4"-145"0,-6 4-90 0,4 6-62 0,-3 4-31 0,1 7-16 16,1 6-19-16,-1 11-9 0,0 10 14 0,1 5 5 0,1 8-5 16,2 15-9-16,-1 4-19 0,3 5-20 0,-3 3-16 15,1 0-30-15,-3-1-12 0,-1 2-22 0,1 1-6 16,-2-3-16-16,-1 0-14 0,0-3-19 0,-1-5-47 16,-2-2-71-16,2-6-71 0,0-10-77 0,-2-3-11 15,-1-3-63-15,2-2-92 0,-1-5-486 16,-2-2-471-16</inkml:trace>
  <inkml:trace contextRef="#ctx0" brushRef="#br0" timeOffset="12233.76">26510 6328 93 0,'-12'6'446'0,"1"-2"-104"0,4-2-98 0,7-2-34 15,-12 4-60-15,12-4-18 0,0 0-34 0,0 0-5 16,9-5-12-16,3 0 7 0,4-1-26 0,6 0 14 15,9-3-18-15,8-2 16 0,2-1 5 0,5 1-5 16,5-4-11-16,8 1-5 0,4-1 1 0,-2 0 20 16,3 2-27-16,-1-3-6 0,-10 6-5 0,1 0-6 15,-4-1-9-15,-2 3-4 0,-4-1-2 0,-10 2-2 16,-3 2-3-16,-5 1 0 0,-5 0-3 0,-5 0 4 16,-2 2-3-16,-14 2-7 0,11-3 4 0,-11 3 6 15,0 0 2-15,-23 3 11 0,4 0 2 0,-16 2 23 16,-10 2 30-16,-5-1-2 0,-5 3-10 0,-2-3 24 0,1 2-3 15,-1-1-8-15,-1 0-11 0,4 2-14 16,1-2-10-16,3 0-10 0,5 2-8 0,8-5-7 16,5 2-3-16,7 0-7 0,2-1-5 0,7 1 1 0,4-1 0 15,5 1-4-15,7-6 0 0,3 8 4 0,6-5-10 16,9 1 7-16,7-1-11 0,3-2 9 16,11-1-6-16,2-3-2 0,8 2 3 0,1-4 0 15,0 0 1-15,0 0 0 0,-3-2-2 0,0 1 0 16,-3 2 3-16,-8-2 4 0,-3 1-2 0,-7 1 5 0,-2 0 2 15,-4 4 8-15,-4-5-1 0,-2 4-2 16,-5-2-1-16,-9 3-4 0,5-3 1 0,-5 3-4 16,-18-4 0-16,-3 3 0 0,-11 1-3 0,-10 0 2 0,-10 1-2 15,-4 0 14-15,-2 2 4 0,1 0-1 0,-1 0-4 16,6 1-4-16,1-2-4 0,3 2-1 0,11 0-5 16,1-1 1-16,10 0-3 0,0 2-1 15,8-4-2-15,0 4 2 0,8-1-3 0,2 0-2 16,8-4-19-16,0 0-138 0,7 8-103 0,7-5-105 0,6-3-126 15,8-3-466-15,7 0-546 0</inkml:trace>
  <inkml:trace contextRef="#ctx0" brushRef="#br0" timeOffset="12850.34">27654 6140 482 0,'-18'2'460'0,"4"0"-101"0,0 1-74 0,3-1-42 0,-1-1-27 0,2 1-20 0,10-2-27 15,-17 2-13-15,17-2-26 0,-9 2-22 0,9-2-15 16,0 0-13-16,0 0-16 0,0 0-7 0,18 0 22 16,-4-2-8-16,4 0-3 0,5-2 13 15,1-1 10-15,3-2 2 0,5 2-18 0,0-2-11 0,0-1-10 16,0-1-8-16,1 0-8 0,-1 3-2 15,0-4-8-15,-2 3 0 0,-5-1 10 0,-3 2 4 0,1 2 3 16,-5 0-3-16,-3-1-4 0,-2 1-4 0,-3 1-10 16,-10 3-5-16,11-2-2 0,-11 2-3 0,0 0 2 15,-20 1-2-15,-4 3 12 0,-12 5 31 0,-10-2 15 16,-4 5-9-16,-5-2-4 0,-10 3 3 0,13-2-6 16,1 0-5-16,3-1-12 0,3-1-4 0,5 1-8 15,8-3-6-15,6-1-10 0,2 1 6 0,7-1-3 16,1 0-2-16,4 1 1 0,6-2 8 0,6-5-1 15,2 11-4-15,11-5-4 0,9-2 0 0,6 1 1 16,10-4-10-16,12 2 2 0,1-3-1 0,4-1-2 16,0-1-1-16,0-2 2 0,-1 0-2 0,-2-2 0 15,-2 0-1-15,-6 0-1 0,-10 1-1 0,-2 0-1 16,-5-1 0-16,-4 0 0 0,-8 2-5 0,1-2-10 16,-9 1-8-16,-3 0-17 0,-4 5-28 15,-1-8-41-15,-7 3-64 0,-2 3-38 0,-7-1-65 0,-1 1-29 16,-1 1-53-16,-2 1-47 0,1 1-63 0,2-1-331 15,4 0-330-15</inkml:trace>
  <inkml:trace contextRef="#ctx0" brushRef="#br0" timeOffset="13433.76">26689 5791 159 0,'9'-10'630'0,"-2"1"-174"16,-1 3-106-16,-1 1-87 0,-5 5-36 0,14-2-54 0,-14 2-18 0,13 4-38 0,-3 0 18 15,-1 5-24-15,1 0-17 0,3 4-20 0,-1 3-8 16,-1 4-7-16,5 1-12 0,-5 3-6 0,4 3-14 16,-3-1 21-16,1 3-25 0,-2-1-5 0,2 6-3 15,-2-4-14-15,-2-1-23 0,2 0-42 0,-1-2-54 16,-1 1-70-16,1-4-97 0,1-4-140 0,1-2-268 16,3-4-200-16</inkml:trace>
  <inkml:trace contextRef="#ctx0" brushRef="#br0" timeOffset="13700.81">27893 5428 209 0,'0'0'688'0,"0"0"-189"0,-5-6-115 0,5 6-78 16,0 0-64-16,0 0-54 0,-9 9-32 0,8 1-30 0,0 5-19 16,1 2-14-16,1 7-21 0,0 2-14 15,2 6-6-15,1 4-8 0,2 5-7 0,0 0-12 16,-2 2 1-16,4-2-6 0,-2-1 3 0,4-1 6 16,-2-1-40-16,0-5-29 0,1-4-70 0,1 2-103 15,0-3-115-15,3-3-518 0,-2-4-389 0</inkml:trace>
  <inkml:trace contextRef="#ctx0" brushRef="#br0" timeOffset="14033.11">28881 5436 207 0,'0'-8'675'0,"0"8"-171"0,0-14-117 16,0 14-76-16,-1-9-66 0,1 9-60 0,-2-6-40 0,2 6-24 15,0 0-8-15,-8 3-22 0,4 4-14 0,-1 2-1 16,0 4-18-16,-2 8-9 0,-2 5-9 0,0 6-8 15,0 6-2-15,0 2-7 0,2 0 0 0,0 4-3 16,5-2-4-16,-1-7 0 0,3 2-2 16,1-1-14-16,3 1-24 0,2-3-71 0,2 1-71 15,0-6-105-15,2 0-129 0,3-2-392 0,1-5-317 16</inkml:trace>
  <inkml:trace contextRef="#ctx0" brushRef="#br0" timeOffset="14333.13">29952 5421 197 0,'0'0'710'0,"0"0"-192"0,1-10-123 0,-1 10-74 16,0 0-63-16,0 0-51 0,-2 9-37 0,2-2-25 15,-3 4 0-15,3 0-19 0,-1 5-25 0,1 3-17 16,1 3-15-16,-1 4-15 0,3 2-9 0,-1 5-12 16,0 2-2-16,1 0-11 0,0 1-8 0,1-1-31 15,0-2-121-15,0 1-124 0,-1-1-163 0,1-7-451 16,1 0-434-16</inkml:trace>
  <inkml:trace contextRef="#ctx0" brushRef="#br0" timeOffset="15883.07">26866 5739 242 0,'0'0'472'0,"-4"-9"-111"0,4 9-97 0,-3-6-67 0,3 6-30 0,0 0-14 0,0 0-12 0,0 0 1 16,0 0-31-16,0 0 5 0,0 0-6 0,4 10-8 16,1-4-29-16,2 2-5 0,0 3-14 15,1 0-2-15,1 0-21 0,2 3 2 0,2 1-12 0,1-2 3 16,-2 2-3-16,-1 1-10 0,3 0-1 0,-1-2 5 15,0 2-4-15,0-2 16 0,-2 0-41 0,3 0-31 16,-5-3-105-16,1 0-84 0,-1 0-97 16,0-2-385-16,-2-2-222 0</inkml:trace>
  <inkml:trace contextRef="#ctx0" brushRef="#br0" timeOffset="16233.13">26831 5942 497 0,'0'0'403'0,"0"0"-96"0,4-8-57 16,-4 8-71-16,13-6-13 0,-4 3-47 0,6-3-7 16,-1 0-11-16,8 0 4 0,0-3-17 15,2 2-1-15,3-2-27 0,-3 0 2 0,0 2-22 0,-2-3 5 16,0 3-24-16,-2-3 7 0,-2 3-16 0,-3-2 12 16,-2 3-19-16,0-1 14 0,-3-3-10 0,-3 2 6 15,-2 0-18-15,-1-1 14 0,-1 0-19 0,-3 2 21 16,0-3-18-16,-3 2 13 0,0 1-17 0,-1-3 20 15,-1 2-18-15,0-1 16 0,0 4-14 0,1-3 12 16,-1 2-11-16,5 6 15 0,-6-9-11 0,6 9 4 16,-6-7-10-16,6 7 13 0,0 0-4 0,0 0 11 15,16 5-2-15,-5 3 15 0,5 3-1 0,3 4 26 16,2 8-9-16,5 2 17 0,-3 1 6 0,1 3-7 16,-3 3-13-16,-2 0-9 0,-1 0-4 0,-2 3-5 15,-3-1-3-15,-4-6-12 0,3 1-1 0,-3-1-13 16,-2 0-35-16,0-6-61 0,0-1-72 0,2-2-96 15,-2-4-124-15,-1 0-369 0,4-7-270 0</inkml:trace>
  <inkml:trace contextRef="#ctx0" brushRef="#br0" timeOffset="16532.89">27985 5554 448 0,'5'-10'484'0,"-2"1"-55"0,-2 0-71 0,2 2-38 0,-1 2-29 0,0-2-49 0,-2 7-28 16,2-9-23-16,-2 9-24 0,4-9-28 0,-4 9-3 16,0 0 9-16,0 0-19 0,10 3 12 0,-5 3-27 15,-1 3-16-15,1 4-20 0,2 3-7 0,0 3-19 16,2 1 4-16,-2 2-19 0,0 1 3 0,3 4-15 15,-2-5 0-15,1 5-10 0,-4-5 1 0,3 0-9 16,-2-1-6-16,-2 0-17 0,1-3-63 0,-1-1-103 16,0-2-81-16,0-2-78 0,-3-2-78 0,0 0-75 15,-3-4-326-15,2-7-359 0</inkml:trace>
  <inkml:trace contextRef="#ctx0" brushRef="#br0" timeOffset="16816.64">27958 5763 389 0,'0'0'473'15,"4"-10"-122"-15,-4 10-68 0,8-7-67 0,-8 7-1 16,16-6-18-16,-4 5-4 0,2-2-36 0,1 1-18 16,3-2-19-16,2 2-20 0,1-1-27 0,0 1-6 15,-1 0-20-15,-1-2-8 0,0-2-7 0,-1 2-3 16,0-1-4-16,-2-3-7 0,-1 0 1 0,-2-3-4 16,-1 0 2-16,-3-2-7 0,-2-2-2 0,-3 2-2 15,-2-4 6-15,-2 0-8 0,-2-1 1 0,-2 1 3 16,0 1-1-16,-1 1 13 0,0 3-4 0,0-1-2 15,1 1-8-15,1 5 4 0,-2 1 1 0,5 6 13 16,0 0 5-16,0 0-3 0,-4 8 9 0,7 5 3 16,1 4-6-16,2 4 0 0,4 6-7 0,2 2-6 15,1 6-1-15,2 1-4 0,-1-3-4 0,1 3-1 16,-2-3-2-16,-3-2-11 0,2-4-60 0,-2 0-107 16,0-5-123-16,-1-1-130 0,0-3-431 0,-1-5-401 15</inkml:trace>
  <inkml:trace contextRef="#ctx0" brushRef="#br0" timeOffset="17067.59">28891 5440 285 0,'4'-9'596'15,"-1"5"-143"-15,1-1-106 0,-4 5-75 0,5-9-51 0,-5 9-48 16,5-4-42-16,-5 4-18 0,0 0 10 0,9 2 13 15,-4 4-8-15,1 1 18 0,1 5-2 0,2 5-7 16,-2 3-9-16,5 5-5 0,-2 2-31 0,0 2-9 16,0 2-19-16,-2 0-9 0,0 1-12 0,-2 1-1 15,2-3-18-15,-4 1 4 0,1-4-13 16,-3-1-13-16,2-4-25 0,-1 2-39 0,-2-6-55 0,0-2-64 16,1 0-41-16,-1-3-48 0,-1-2-56 0,-1-3-70 15,1-8-398-15,-2 9-318 0</inkml:trace>
  <inkml:trace contextRef="#ctx0" brushRef="#br0" timeOffset="17250.16">28909 5765 123 0,'-10'-11'520'0,"5"0"-132"0,0 4-58 0,0-1-93 0,3 2-19 15,2 6-30-15,0-11-13 0,0 11-31 0,9-5-6 16,-1 3-38-16,6 1-2 0,0 0-32 0,4-1 0 16,1 1-22-16,4 0-1 0,4-1-22 0,1 0-4 15,3 0-3-15,1 2-7 0,2-4 12 0,2 2-16 16,-3-2-11-16,4-1-33 0,-5-2-28 0,0 0-56 15,-4-2-48-15,-6 2-55 0,1-4-58 16,-4 3-56-16,-1-4-185 0,-3 3-32 0</inkml:trace>
  <inkml:trace contextRef="#ctx0" brushRef="#br0" timeOffset="17549.62">30178 5382 176 0,'4'-9'642'15,"1"3"-142"-15,-1 2-100 0,-4 4-79 16,5-9-54-16,-5 9-57 0,8-6-32 0,-8 6-2 16,0 0 0-16,0 0 8 0,13 5-6 0,-8 3-29 0,-1 3-16 15,3 3-35-15,-2 3 1 0,-1 3-31 0,3 3-10 16,-2-1-10-16,2 4-10 0,-2-3-8 15,2-1-5-15,1 0-10 0,-1-1-5 0,3 1-19 16,-1-3-27-16,2-3-41 0,1-1-50 0,1-2-51 16,1-3-12-16,2-3-35 0,1-5-3 0,1 1 12 15,1-1-7-15,2-5 4 0,-2-1-18 0,3-2-48 0,-2-5-62 16,0 0-149-16,-3-1 11 0</inkml:trace>
  <inkml:trace contextRef="#ctx0" brushRef="#br0" timeOffset="18386.04">26912 6625 331 0,'0'0'670'0,"2"-8"-136"0,-2 8-108 16,2-7-76-16,-2 7-75 0,0 0-34 0,0 0-24 16,0 0-16-16,0 0-23 0,2 11-24 0,-2-3-11 15,1 3-16-15,2 2-27 0,0 1-21 0,0 5-7 16,5 2-18-16,-2 2-8 0,3 4-12 0,-1 0-4 15,2 0-3-15,0 0-11 0,1 0-7 0,0-2-37 0,-2 1-77 16,0-6-108-16,1 0-65 0,-3-2-93 0,0-4-105 16,-1 0-418-16,-4-3-454 0</inkml:trace>
  <inkml:trace contextRef="#ctx0" brushRef="#br0" timeOffset="18682.25">26831 6861 201 0,'-5'-11'674'0,"3"3"-154"15,2 1-149-15,1 0-52 0,3 1-81 0,2-2-48 0,7 3-49 16,2-3-8-16,4 2-35 0,4 0 21 0,0-1-25 16,7-2-1-16,2 3-30 0,0-2-1 15,0 2-32-15,-2-4 2 0,0 3-7 0,-2-1-3 16,-4-1 2-16,-2 0 1 0,-2-2 1 0,-3 0-11 0,-1-1 1 16,-3-1-1-16,-2 1-1 0,-1 0-1 0,-5-1-3 15,-3 2-1-15,0 0 5 0,-2 0-1 0,-2 2 1 16,0-1 5-16,-1 4 1 0,1-1-1 0,2 7 9 15,0 0 11-15,0 0 17 0,-12 5 17 0,10 6 1 16,0 1-12-16,2 5-2 0,0 2-10 0,4 4-2 16,0 8-7-16,5 0-6 0,1 3-12 0,2 3-1 15,2-2-9-15,1-2 1 0,3 2-27 0,-1-8-88 16,-1 0-137-16,1-5-115 0,-2-3-188 0,3-4-424 16,-3-5-552-16</inkml:trace>
  <inkml:trace contextRef="#ctx0" brushRef="#br0" timeOffset="19000.77">27789 6621 479 0,'0'0'458'0,"0"0"-98"15,0 0-79-15,0 0-39 0,0 0-38 0,0 0-30 0,1-7-10 16,-1 7-31-16,0 0-29 0,1-7-20 15,-1 7-19-15,0 0-13 0,1-8-12 0,-1 8-9 16,0 0-39-16,2-6-13 0,-2 6-11 0,0 0 14 16,0 0 5-16,3-7-1 0,-3 7 3 0,0 0 3 15,0 0-18-15,0 0 25 0,0 0-6 0,0 0 17 16,2 7 21-16,-2-7 0 0,2 13 24 0,-2-5 12 16,1 0 14-16,1 4-1 0,0-2 34 0,-2 3-4 15,2-3-23-15,0 4 24 0,-2-1-24 0,3 0-10 16,-2 1-21-16,0 1-7 0,1-1-11 0,-2-1-6 15,2 2-10-15,-2-1-11 0,0 0-22 0,0-3-82 16,0 2-106-16,0-1-115 0,-2 0-141 0,-2-3-422 16,-1-1-434-16</inkml:trace>
  <inkml:trace contextRef="#ctx0" brushRef="#br0" timeOffset="19183.1">27717 6810 600 0,'0'0'499'0,"9"-6"-139"0,-9 6-52 0,12-3-80 15,-12 3 5-15,20-4-46 0,-8 4 0 0,3-2-47 16,2-1-7-16,1 3-45 0,3-1 1 0,-1 1-35 0,3 0 5 16,0-2-32-16,0 1 7 0,0 1-67 0,-2-2-28 15,-1 2-58-15,1-1-52 0,-3 0-35 16,-1-1-36-16,-4-1-44 0,1 2-39 0,-2-1-232 16,1-1-68-16</inkml:trace>
  <inkml:trace contextRef="#ctx0" brushRef="#br0" timeOffset="19382.38">28773 6727 429 0,'-9'-6'366'0,"9"6"-70"15,-8-5-81-15,8 5-34 0,-8-5-54 0,8 5-15 16,0 0-72-16,0 0-118 0,0 0-215 0,0 0-148 16,0 0 88-16</inkml:trace>
  <inkml:trace contextRef="#ctx0" brushRef="#br0" timeOffset="20170.58">26670 7261 16 0,'-11'11'397'15,"1"-5"-95"-15,2-1-16 0,1 0-19 0,0 1-24 0,0-1-9 16,2-2-22-16,5-3-16 0,-7 7-20 0,7-7-26 15,-8 6-8-15,8-6-4 0,-8 4-8 0,8-4 0 16,-5 5 10-16,5-5 6 0,-4 4 5 0,4-4 12 16,0 0-4-16,0 0-25 0,0 0-16 0,0 0-14 15,0 0 3-15,19 0 6 0,-2-4-8 0,11 1 7 16,9-1-10-16,16-2 16 0,16-2-19 0,11 1 37 16,15-4-4-16,33-2 36 0,11-2-55 15,8-1 58-15,7-3-59 0,11 1 47 0,7-2-17 0,5 1-25 16,1-4-50-16,2 0 23 0,3 1-19 0,-1-1-16 15,-1 0-48-15,-5-1 39 0,-1 0-55 0,-6 2 39 16,-4 2-45-16,-11 1 44 0,-12 5-46 0,-12-1 42 16,-28 5-43-16,-10-1 42 0,-9 3-43 0,-9 1 42 15,-17 1-36-15,-9 1 49 0,-8 0 3 0,-6 3-8 16,-8-2 0-16,0 1-45 0,-8-1 39 0,-2 2-7 16,-3-3-1-16,-5 0-9 0,0 1-1 0,-8 4-3 15,-2-9 1-15,-5 5-4 0,-3 1 2 0,-10-2-38 16,-4 5 45-16,-14 0-39 0,-11 5 41 0,-20 4-36 15,-8 2 39-15,-7 7-39 0,-26 6 37 0,-7 2-42 16,-11 5 36-16,-9 1-5 0,-5 4-8 0,-5-1 0 16,-7 3 11-16,-7 0-2 0,-7 0 1 0,-2 0 6 15,-5 0-29-15,-4-3 15 0,-43 8 39 0,40-9-34 16,2-2 3-16,-4 0 11 0,-1-3-3 0,2 3 2 16,9-3-28-16,6-1 30 0,8 2-26 0,10-4 36 15,12 2-13-15,9-5 31 0,17 1-42 0,25-5 35 16,13-5-46-16,11-1 29 0,15-2-39 0,7-2 32 15,12 0-45-15,13-5 38 0,16-4-41 0,0 0 40 0,20 4-36 16,23-12 9-16,29-6-5 0,37-8-8 16,25-3-8-16,18-8-14 0,25-2-17 0,60-11 31 15,9-4-73-15,13 1 43 0,7 2-14 0,2 0-14 16,3 4-18-16,2 5 14 0,-9 3 6 0,-10 4 12 16,-8 6 17-16,-54 6 9 0,-10 5 11 0,-14 2 12 15,-16 0 11-15,-17 5 16 0,-31-3-9 0,-13 3 16 16,-10-1-10-16,-12 1 16 0,-16 1-14 0,-9-2 18 15,-5 2-14-15,-7 0 17 0,-8-1-19 0,-2 1 16 16,-6-3-17-16,-2 3 17 0,-6 0-12 0,-2-2 0 0,-6 0-16 16,-3 1-15-16,-4-2-35 0,-3 1-59 15,-5 0-77-15,-5 1-82 0,-5-3-62 0,-6 4-59 16,-3-1-69-16,-5 0-97 0,-5 2-291 0,-1-3-421 16</inkml:trace>
  <inkml:trace contextRef="#ctx0" brushRef="#br0" timeOffset="38266.51">26117 5986 202 0,'0'0'334'0,"-9"-4"-97"0,9 4-44 0,-8-4-47 15,8 4-24-15,0 0-38 0,-6-3-10 0,6 3-18 16,0 0-4-16,1 9-13 0,-1-2 10 0,5 4-3 0,0 4-10 16,0 6 1-16,1 2-1 0,1 8 21 15,0 1-20-15,0 9-5 0,-2 0-9 0,0 0-3 16,1 1 1-16,-4-8-6 0,3 2 2 0,0-3 3 15,-1-1-12-15,1 0 1 0,-2-6-5 0,2-1 20 16,0-1-30-16,-1-2-51 0,2-2-117 0,-1-3-153 16,1-3-135-16,1-2 59 0</inkml:trace>
  <inkml:trace contextRef="#ctx0" brushRef="#br0" timeOffset="39166.74">26133 6044 152 0,'0'0'430'0,"0"0"-92"0,0 0-36 16,0 0-61-16,12 2-5 0,-12-2-46 0,0 0-42 15,6-5-27-15,-6 5-12 0,4-6-20 16,-4 6-14-16,5-6-13 0,-5 6-13 0,7-5-9 0,-7 5-8 16,0 0-10-16,6-4-5 0,-6 4-7 0,0 0-37 15,14 0-110-15,-14 0-136 0,21 1-433 16,-10 1-213-16</inkml:trace>
  <inkml:trace contextRef="#ctx0" brushRef="#br0" timeOffset="39631.68">27322 5345 340 0,'-8'5'409'0,"1"-2"-89"0,7-3-80 0,-12 8-63 0,12-8-53 16,-8 5-18-16,8-5-31 0,-5 6-8 0,5-6-29 0,-5 6-17 15,5-6-46-15,0 8-30 0,0-8-57 0,0 8-63 16,0-8-83-16,0 9-152 0,0-9 129 0</inkml:trace>
  <inkml:trace contextRef="#ctx0" brushRef="#br0" timeOffset="39981.96">28068 5261 384 0,'-5'6'378'0,"5"-6"-80"0,-6 9-77 0,6-9-44 16,-5 6-54-16,5-6-6 0,-4 8-40 0,4-8-7 15,-3 5-22-15,3-5-2 0,0 0-28 0,0 11-47 16,0-11-56-16,7 7-79 0,-7-7-104 0,11 7-177 15,-6-4 80-15</inkml:trace>
  <inkml:trace contextRef="#ctx0" brushRef="#br0" timeOffset="40315.75">29089 5401 34 0,'-11'3'421'0,"2"0"-122"0,1 0-69 16,8-3-45-16,-12 4-49 0,12-4-23 0,-11 6-28 0,11-6-13 15,-7 2-20-15,7-2-12 0,-7 3-18 0,7-3-26 16,0 0-63-16,-5 6-67 0,5-6-83 0,0 0-186 16,8 5 140-16</inkml:trace>
  <inkml:trace contextRef="#ctx0" brushRef="#br0" timeOffset="40582.8">30222 5548 521 0,'0'0'380'0,"0"0"-86"0,-1 7-71 16,1-7-50-16,0 0-56 0,-2 6-50 0,2-6-46 15,0 0-42-15,-1 9-100 0,1-9-105 0,0 0-224 0,1 8 73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25:21.991"/>
    </inkml:context>
    <inkml:brush xml:id="br0">
      <inkml:brushProperty name="width" value="0.05292" units="cm"/>
      <inkml:brushProperty name="height" value="0.05292" units="cm"/>
      <inkml:brushProperty name="color" value="#FF0000"/>
    </inkml:brush>
  </inkml:definitions>
  <inkml:trace contextRef="#ctx0" brushRef="#br0">22597 12587 227 0,'-23'-1'303'0,"3"1"-28"0,0-3-24 0,0 3-19 0,1-3-27 0,2 1-11 0,-2 1 1 16,4 1 12-16,1-2-41 0,2 2-9 0,1-2-62 15,11 2 9-15,-21 0-36 0,21 0 21 0,-16-1-29 16,16 1 20-16,-12 0-10 0,12 0 34 0,0 0-10 15,-10 3 17-15,10-3-5 0,0 0-2 0,15 0-3 16,2 0-15-16,5-2-12 0,7 0-12 0,12 0-4 16,10-1-7-16,5-1-1 0,18-2 13 0,4 0-8 15,11 1 0-15,5-1 8 0,7-1-1 0,6 2-13 16,21-1 2-16,-22 0-10 0,25 2 0 0,-23 1-8 16,0 1 0-16,-5-1-8 0,-2 2 1 0,-6-1-9 0,-6 1 6 15,-8-1 1-15,-17 2 13 0,-4 0-9 16,-7 0 2-16,-12 2-9 0,-4-2 0 0,-7 0-10 15,-5 0 3-15,-2 1-9 0,-4-1 6 0,-1 0-6 16,-5 0 2-16,2 2-12 0,-15-2-4 0,17 0-30 16,-17 0-49-16,0 0-71 0,0 0-80 0,0 0-46 0,-13 7-65 15,-1-5-58-15,-1 2-93 0,-6 0-365 16,2 0-414-16</inkml:trace>
  <inkml:trace contextRef="#ctx0" brushRef="#br0" timeOffset="3582.24">24707 12596 83 0,'-11'-2'304'15,"11"2"-48"-15,0 0-40 0,0 0-27 0,-11-1-22 0,11 1-21 0,0 0-2 0,-14-3-11 16,14 3-6-16,-10-1-8 0,10 1-2 0,-14-2-14 16,14 2 3-16,-13-3-14 0,4 0-11 0,-1 0-7 15,-1 0-3-15,0-1 18 0,-1 1-23 0,-3-1 1 16,2-2-4-16,-3 0 1 0,0 0 3 0,0 0 4 15,0-1 7-15,0 2 2 0,2-1-1 0,1 0 7 16,2 1 14-16,1 2-8 0,1-1-16 0,2 0-14 16,-3 0-9-16,10 4-15 0,-10-5-8 0,10 5-3 0,0 0-7 15,4-5-1-15,6 3-6 0,9 1 6 0,9-1 0 16,7 2 14-16,8-1 15 0,12-1 3 0,7 2 9 16,3 2 27-16,15-2-15 0,2-2-7 0,-3 2-13 15,3-1-13-15,-4-2 12 0,3 1-8 16,-5-2 3-16,0 0-3 0,-3-1-4 0,-1 1-6 0,-10 1-4 15,-2-2-6-15,0-1-7 0,-5 2-3 0,-2 0 0 16,-2 1-5-16,-2 0-6 0,-11 1 4 16,-2-2-5-16,-5 3 4 0,-2 0-7 0,-6 0 4 0,0-1-2 15,-4 2 4-15,-2-1-10 0,0 0 10 16,-4 1-1-16,-1 0 3 0,0 0-5 0,-12 0 1 0,19-2-2 16,-19 2 4-16,15 0-8 0,-15 0 10 15,14-1-11-15,-14 1 8 0,11 0-3 0,-11 0 1 16,0 0-22-16,12-3-56 0,-12 3-103 0,0 0-100 15,0 0-34-15,0 0-69 0,0 0-52 0,0 0-124 16,-12 1-248-16,12-1-339 0</inkml:trace>
  <inkml:trace contextRef="#ctx0" brushRef="#br0" timeOffset="5416.59">28080 12398 253 0,'0'0'429'0,"0"0"-92"0,-15 2-58 0,15-2-57 0,0 0-30 0,-11 1-32 0,11-1-23 0,0 0-21 16,0 0 3-16,-9 2-10 0,9-2 3 0,0 0 21 15,5 4-30-15,-5-4-1 0,23 4 3 0,-3-1 3 16,8-2-14-16,14 0-9 0,14 1-5 0,8-1 27 16,17-1 12-16,3 0 5 0,5-1-21 0,3-1-16 15,3 0-6-15,3-1-2 0,3-2-12 0,0-1-11 16,0 1-14-16,-4-3-8 0,-1 2-5 0,-4 0-8 15,0-3 0-15,-6 5-9 0,-6-2 3 0,-2-1-10 16,-6 1 2-16,-15 3-1 0,-2 0-3 0,-7-1-1 16,-9-1 1-16,-4 4-2 0,-7-1 0 0,-3 1 0 15,-5-1-3-15,-1 2-1 0,-4-1-2 0,0-1-10 16,-2 1-18-16,0 1-33 0,-13 0-47 0,19-2-52 16,-19 2-33-16,14 0-25 0,-14 0-38 0,9 3-40 15,-9-3-51-15,0 0-458 0,3 6-343 0</inkml:trace>
  <inkml:trace contextRef="#ctx0" brushRef="#br0" timeOffset="17864.23">28100 12389 432 0,'-7'4'418'0,"7"-4"-97"0,-11 5-76 0,11-5-50 0,-9 8-11 0,9-8-30 0,-8 8 2 16,8-8 21-16,-3 6 29 0,3-6-12 0,5 10 5 0,5-4-14 15,4-2 0-15,9 3-28 0,9 1-27 0,14 1 2 16,7-1 17-16,13-2-5 0,8 3-23 0,2-5-20 16,4 2-11-16,-1-3 2 0,3-1-16 0,2-2-12 15,0-2-12-15,-1-1-7 0,0-3-5 0,-3 1-1 16,-2-3 26-16,-1-1 10 0,-4-2 3 16,-2 0 0-16,-3-3-20 0,-3 0 13 0,-2-1 4 0,-2-2 18 15,-1-1-36-15,-1-2 25 0,0-1-30 0,-2-2-3 16,-2-1-10-16,0-3 40 0,-5 0-28 0,-1-3 39 15,-3-1-18-15,-3 1-11 0,-10 2-3 0,-2-1-8 16,-7 2-8-16,-2-3-8 0,-7 5-7 0,-6-2-7 16,-7 4-3-16,-6-3 1 0,-7-4-9 0,-10-3 0 15,-14-9-3-15,-7 4 3 0,-10-1-42 0,-6-2 48 16,-6 2-44-16,-19-6 8 0,-5 1 8 0,-4 0 42 0,0 5-46 16,15 5 45-16,2 3-7 0,5 4-4 15,4 1-3-15,8 4-1 0,14 5-7 0,5 1 2 16,8 5-3-16,5 2-5 0,3 4-3 0,2 0-44 15,0 5 46-15,-4 5-44 0,-7 3 51 0,-8 6-88 16,-1 3-34-16,-11 8-75 0,-4 4-113 0,-2 1-119 16,-3 1-98-16,1 1-148 0,2-3-546 0,3-2-823 15</inkml:trace>
  <inkml:trace contextRef="#ctx0" brushRef="#br0" timeOffset="18251.62">29489 11257 503 0,'26'-28'619'0,"0"0"-139"0,-7 8-94 0,-3 3-64 0,0 0-80 16,-5 6-49-16,1-2-41 0,-3 5-25 0,-2 0-2 15,-7 8 19-15,9-4 16 0,-9 4 14 0,0 0-27 16,-5 15 10-16,-1-3-27 0,-6 5-24 0,-7 12-13 16,-4 2-20-16,-9 12-18 0,0 2 0 0,-6 7-10 15,1 2-8-15,-2 4 7 0,-3 3 20 0,0 2-11 16,-3 1-1-16,3 0 11 0,1-1-4 0,2 0-15 15,0-3-1-15,2 1-14 0,0-3-8 0,5-2-22 16,0-2-2-16,2-5-24 0,3-3-30 0,4-10-46 16,1-4-61-16,4-3-80 0,0-7-69 0,4-5-58 15,0-5-99-15,1-4-543 0,-1-6-617 0</inkml:trace>
  <inkml:trace contextRef="#ctx0" brushRef="#br0" timeOffset="18482.22">28365 11248 654 0,'-4'-11'684'0,"0"2"-164"0,1 3-107 0,3 6-99 15,0 0-65-15,4 7-42 0,3 4-10 0,3 6 33 16,12 15 3-16,7 10 21 0,8 9-13 0,5 4-24 16,12 17 12-16,2 5-40 0,4 2 31 0,6 0-65 15,6 3-33-15,6 2-16 0,9 0-20 0,8-1 21 0,5-2-27 16,4-4-12-16,2-4-56 0,7-4 35 15,1-7-20-15,-1-5-35 0,-3-7-84 0,-8-7-154 16,-6-4-184-16,-25-11-123 0,-9-8-267 0,-12-6-345 16,-10-6-781-16</inkml:trace>
  <inkml:trace contextRef="#ctx0" brushRef="#br0" timeOffset="25464.62">23965 11734 94 0,'2'-6'229'0,"-2"6"-67"0,0-8-13 0,0 8-25 0,0-11-16 0,0 11-16 15,2-12-10-15,-2 4-14 0,0 1 1 16,0-3-22-16,0 0 4 0,0-1-3 0,-2 0-7 15,2-1-7-15,-2-1-2 0,-1-1-3 0,-1 0-9 16,0-1-1-16,-1 1-3 0,-2-1 0 0,0 0-3 16,0 1-1-16,-4-3-4 0,1 1 0 0,-1 1-1 15,-3 0 3-15,1 0-4 0,1 0-2 0,-4 0-6 0,2 1 15 16,-3-2 9-16,0 2 14 0,1-1-16 0,-5-2 8 16,2 1-11-16,0-1 17 0,-1 2-6 0,0 0 6 15,-1-1-16-15,0 0 14 0,-1 0-22 16,1 3 11-16,-2-2-29 0,2 0 28 0,-2 0-13 15,0 1 9-15,-1 1-15 0,2 0 12 0,1 2-13 0,0 2 10 16,-1-1-12-16,1 1 6 0,-1 3-7 0,0-2 14 16,-1 4-14-16,0-1 9 0,0-1-13 0,3 4 17 15,-3 1-16-15,2-1 14 0,-3 2-12 16,5 0 4-16,-4 0-6 0,1 0 16 0,-1 1-15 16,-4 0 12-16,2 2-10 0,-2 1 7 0,1-1-12 0,0 1 16 15,-1 0-22-15,1 0 21 0,-1 0-9 0,0 2 10 16,2-1-15-16,-1 2 17 0,0-1-12 15,-1-2 6-15,2 6-8 0,-3-3 16 0,4 0-13 0,-4 4 9 16,1-4-16-16,0 4 22 0,2 0-11 16,0-1 12-16,0 5-17 0,-1-4 17 0,3 1-5 0,1 3 3 15,-2-1-2-15,1-2 2 0,1 3 3 0,3 2-1 16,0-5 3-16,-1 5-4 0,2-1 9 0,-1 0-20 16,1 2 23-16,1-1-11 0,3 1 12 0,-3 1-5 15,4-1-3-15,1 1 25 0,0 0-7 16,2 0-6-16,-1 2-6 0,2 0-2 0,0 2-9 0,0-1 1 15,1 2-2-15,2-1 0 0,-1-1 1 0,2 1 2 16,0 2-9-16,1-2 4 0,0 0 3 0,2 2 0 16,1-3-3-16,-1-1 1 0,2 0 0 15,0-1-7-15,3 2 13 0,-1 1-4 0,4-2 18 16,-1 0-20-16,2 1 35 0,2-1-26 0,-1-1 19 0,1-1-29 16,0 2 17-16,0-2 3 0,1 1-31 0,3 3 20 15,-2-3-26-15,2 2 29 0,0 0-32 0,0-1 28 16,2 1-27-16,-1 0 21 0,3-2-13 0,-2 1 0 15,3-2 36-15,1 2-7 0,-1-2-4 0,2 0-10 16,1-2 4-16,1 0 0 0,1-1-7 0,2-2-2 16,1 0 3-16,-1-1-4 0,2 1 2 0,4-3 2 15,-2 2 7-15,3-2 26 0,0 0 1 0,0-3-12 16,1 0-4-16,2 1-6 0,-3-1-6 0,-1 0-2 16,0-2-3-16,0 2-4 0,-4-4-1 0,-3 2-5 15,2 0 3-15,-2-1-4 0,0 1 4 0,-1-2-4 16,0 0 1-16,1-2-2 0,2 1 1 0,-4-2-4 15,0 1 5-15,0-2 1 0,5 0-2 0,-2 0 1 16,3 0 20-16,-1-2 24 0,2-1-3 0,0 0-6 16,6-1-6-16,-1 0-3 0,1-2-7 0,1-2 0 15,-2-1-1-15,5-1-9 0,-2-2 5 0,-4 0 52 16,1-1-10-16,-2 2-13 0,0-6-7 0,-4 3-7 16,4-4-4-16,-2-1-9 0,-1-1-1 0,0 0-9 15,-4-2 5-15,2 0-5 0,-2-1 5 0,1-2-5 16,-3 1 1-16,-5 2-7 0,1-1 4 0,-4-1-5 15,0-1-3-15,0-1 2 0,-3-2-2 0,-3-1-1 16,-2-1 0-16,-1-4-3 0,0-1 4 0,-3-2-3 16,-2-6 3-16,-1-2-1 0,0-1-3 0,-2 0 4 15,-3-2-3-15,0 2 5 0,-3 0-4 0,-1 1 0 16,-3 3 0-16,1-2-7 0,-3 2-1 0,-3 6 0 16,-2-2 3-16,-2 5-4 0,-1 2 0 0,-3 2-4 15,-3 4-2-15,-4 3 2 0,-2 2 2 0,-5 4-21 16,-7 6 11-16,0 2-14 0,-7 5-34 0,-2 3-54 15,0 2-36-15,-2 4-21 0,4 1-40 0,2 5-21 16,3 1-37-16,4 4-33 0,5-3-434 0,5 3-258 16</inkml:trace>
  <inkml:trace contextRef="#ctx0" brushRef="#br0" timeOffset="26296.92">23581 11682 395 0,'-1'-11'449'0,"-2"6"-116"0,3 5-71 0,-14-1-59 0,3 7-35 0,-10 10-33 16,-7 8-44-16,-2 8-4 0,-11 9-33 0,-4 7 8 0,0 3-16 16,-3 5 6-16,-7 13-7 0,0 4-25 0,1 1 16 15,12-13-23-15,-1 1-2 0,4-3-3 16,3-1-4-16,2-4 3 0,3-4-4 0,4-4-13 16,6-10-41-16,3-3-38 0,2-8-53 0,6-5-50 15,-1-4-96-15,3-7-247 0,2-3-41 0</inkml:trace>
  <inkml:trace contextRef="#ctx0" brushRef="#br0" timeOffset="26466.4">22802 11832 535 0,'5'-17'425'0,"0"6"-95"0,3 7-79 0,-8 4-50 16,25 9-26-16,-1 8-2 0,11 10-17 0,12 11-8 15,11 6-27-15,20 16 27 0,6 4-12 16,7 2-40-16,3 0 5 0,7 1-29 0,3-3-10 0,4-1-18 15,0-3-24-15,3-5-49 0,-2-3-90 0,-2-4-136 16,-4-7-243-16,1-4-231 0,1-7-234 0</inkml:trace>
  <inkml:trace contextRef="#ctx0" brushRef="#br0" timeOffset="28930.46">25745 12097 52 0,'0'0'274'0,"0"0"-85"0,0 0-33 16,5-6-48-16,-5 6-13 0,0 0-26 0,9 0-13 16,-9 0-12-16,0 0-7 0,0 0-18 0,10 4-19 15,-10-4-68-15,0 0-91 0,0 8-115 0,0-8 84 16</inkml:trace>
  <inkml:trace contextRef="#ctx0" brushRef="#br0" timeOffset="29580.74">24643 12677 161 0,'0'0'430'0,"12"0"-136"0,-12 0-49 16,15 0-72-16,-15 0-22 0,22-1-45 0,-11 1-7 16,2 0-35-16,-1-1 0 0,-12 1-31 0,20 0 7 15,-20 0-23-15,17-2 5 0,-17 2-18 0,14 0 5 16,-14 0-10-16,11-1 13 0,-11 1-14 0,0 0 13 0,16 0-13 15,-16 0 16-15,0 0-17 0,15-1 14 16,-15 1-15-16,13-1 13 0,-13 1-13 0,20-4 16 16,-8 4-17-16,3-1 10 0,-1 0-10 0,5 1 13 15,3-2-9-15,-2 2 9 0,7-1-16 0,1 1 16 16,2 0-10-16,2-1 10 0,5 0-12 0,2 0 19 16,0-1-15-16,0-1 38 0,10-1-12 0,0 1 16 15,-1-2-8-15,-1 3 11 0,2-1-27 0,-1 0 14 16,-7-2-23-16,-1 4 13 0,-2-4-15 0,2 4 10 15,-2-2-17-15,-3-1 17 0,-1-2-26 0,1 1 25 16,-1-4-19-16,-2 1 23 0,3-1 6 0,-1-6 12 16,3-1-3-16,-2-1-2 0,-1-2 2 0,0-2 0 15,0-2-7-15,2-3 14 0,-2 0-23 0,1-1 13 16,4-6-19-16,1 0 11 0,1-2-3 0,-8 6-2 16,4-6 3-16,-5 4-7 0,-4 2 2 0,0-2-3 15,-5 0 10-15,-1-1 5 0,-5 1-3 0,-4 2-7 16,-6-1-6-16,1 0 0 0,-6-3-8 0,-4 1-2 15,-3-1 5-15,-5-7-1 0,-3 2-3 0,-2 0 23 16,-2 0-31-16,-4 2 27 0,0 0-27 0,0 1 21 16,-2 0-22-16,-4 2 1 0,1-1-4 0,-1 3 3 15,-3-2-3-15,1 4 2 0,-3 0 2 0,-1 1 1 16,-3 2-12-16,-1 1 14 0,-3 1-8 0,-2 2 11 16,0 1-10-16,-5 5 10 0,1 0-9 0,-3 3 14 15,-1 3-6-15,-2 2 0 0,-2 2 3 0,3 3-1 16,-3 6-2-16,3 0-18 0,1 3-54 0,2 7-69 15,2-1-36-15,2 5-57 0,5 4-87 0,2 2-304 16,3 0-133-16</inkml:trace>
  <inkml:trace contextRef="#ctx0" brushRef="#br0" timeOffset="30381.97">25459 12714 194 0,'0'0'381'0,"-9"-6"-85"0,9 6-81 0,-7-8-28 0,7 8-60 0,-5-6-16 0,5 6-36 16,0 0 4-16,-6-5-29 0,6 5 3 0,0 0-25 16,-5-7 6-16,5 7-19 0,0 0 11 0,0 0-29 15,-8-3-44-15,8 3-75 0,0 0-140 0,0 0-191 16,-13 0 70-16</inkml:trace>
  <inkml:trace contextRef="#ctx0" brushRef="#br0" timeOffset="30847.67">25004 12723 211 0,'0'0'313'0,"-4"-4"-99"0,4 4-38 0,0 0-43 0,0 0-18 16,-3-5-33-16,3 5-9 0,5-6-22 0,-5 6-2 16,9-6-16-16,-9 6 2 0,11-5-14 0,-4 1 3 15,2 0-14-15,-2 0 9 0,0 1-8 0,2-1 0 16,-1 1-9-16,1-2 9 0,-2 1-11 0,-7 4 9 15,13-5-20-15,-13 5-20 0,9-4-58 0,-9 4-82 16,0 0-241-16,3-6 124 0</inkml:trace>
  <inkml:trace contextRef="#ctx0" brushRef="#br0" timeOffset="31030.57">24844 12772 577 0,'0'0'419'0,"-10"0"-94"0,10 0-80 0,0 0-45 0,0 0-43 16,0 0-35-16,0 0-19 0,0 0-36 0,-11 2-48 16,11-2-79-16,0 0-75 0,0 0-78 0,0 0-357 15,0 0-85-15</inkml:trace>
  <inkml:trace contextRef="#ctx0" brushRef="#br0" timeOffset="31231.62">25038 12766 71 0,'0'0'612'0,"0"0"-176"0,0 0-102 0,0 0-72 15,0 0-58-15,3-7-41 0,-3 7-53 0,0 0-45 16,0 0-60-16,0 0-69 0,5-4-83 0,-5 4-79 16,0 0-343-16,11-2-86 0</inkml:trace>
  <inkml:trace contextRef="#ctx0" brushRef="#br0" timeOffset="31931.46">25195 12903 116 0,'0'0'250'0,"0"0"-59"0,0 0-23 0,-5 3-19 0,5-3-8 0,0 0-21 16,0 0-24-16,0 0-24 0,0 0-15 0,0 0-11 0,0 0-6 15,-5-4-12-15,5 4 0 0,3-6-8 0,-3 6-4 16,5-9-3-16,-1 5-10 0,0-1 5 0,1-3-8 16,2 2 2-16,0-2-13 0,0-2-9 0,5 1-34 15,-1-6-17-15,2 0-31 0,0-1-24 0,-2-3-69 16,6-3-113-16,-4-3 232 0</inkml:trace>
  <inkml:trace contextRef="#ctx0" brushRef="#br0" timeOffset="32180.6">25078 12737 160 0,'-8'3'575'0,"8"-3"-156"16,-8 3-103-16,8-3-72 0,0 0-72 0,0 0-76 15,-10 1-62-15,10-1-59 0,0 0-38 0,0 0-67 16,0 0-61-16,0 9-313 0,0-9 2 0</inkml:trace>
  <inkml:trace contextRef="#ctx0" brushRef="#br0" timeOffset="32380.43">24954 12881 287 0,'0'0'649'0,"-17"2"-188"0,17-2-87 16,0 0-92-16,-14-2-96 0,14 2-134 0,0 0-61 15,-9 3-76-15,9-3-115 0,0 0-428 0,5 9-140 0</inkml:trace>
  <inkml:trace contextRef="#ctx0" brushRef="#br0" timeOffset="35580.75">24772 13166 253 0,'-5'-2'327'0,"0"-3"-81"15,-1 1-48-15,1-3 22 0,-2 3-23 0,2-1-27 0,1-4-32 16,0 4-18-16,3-1-25 0,-1-2-10 0,2 1-29 15,2-1 5-15,1-1-21 0,3 1 2 0,4-2-16 16,2 1 2-16,6-1-12 0,0-1 8 0,3 3-24 16,2-1 16-16,0 2-10 0,3 0 10 0,-2 0-13 15,0 2 10-15,-2 0-14 0,-1 3 8 0,-2-3-13 16,-2 3 15-16,-2 1-18 0,-2-1 22 0,-13 2-14 16,23 0 12-16,-14 3-8 0,-9-3 10 0,12 7-14 15,-12-7 10-15,7 9-10 0,-7-1 2 16,-2 0-6-16,0-2 11 0,-1 4-3 0,-1-3-1 0,-2 2-3 15,4-2 0-15,-2-2 4 0,1 1-4 0,1-1 7 16,2-5-3-16,-4 9-3 0,4-9-3 0,-4 8 5 16,4-8 2-16,-3 7 0 0,3-7-1 15,0 7 3-15,0-7-1 0,0 0-1 0,0 9 4 0,0-9-4 16,3 6 5-16,-3-6-2 0,1 6 1 0,-1-6-1 16,5 5-2-16,-5-5-2 0,4 4-3 0,-4-4 7 15,8 9 11-15,-8-9 1 0,11 8 1 0,-2-2-2 16,0 2-6-16,3 0 2 0,-1 3-5 0,3 0 2 15,2 1-6-15,-2 1 1 0,1 1-1 0,-2-1-3 16,-2 2 0-16,-2-3 1 0,0-2-1 0,0 3 1 16,-4-4 0-16,0 1-1 0,-3-1 2 0,-2 0 0 15,-2-2-2-15,-3 2-1 0,-1-3 10 0,-4 3 15 16,-3-4-6-16,-4 1-6 0,0-1 4 0,-3 0-5 16,-3-2-4-16,1-1 0 0,-5 0 0 0,5-1-2 15,-3-1-1-15,2-1-1 0,3-1 0 0,-2 0-8 16,4-1-1-16,2-2-46 0,4 0-67 0,3-2-82 15,3-3-47-15,4 1-93 0,6-6-256 0,3-2-109 16</inkml:trace>
  <inkml:trace contextRef="#ctx0" brushRef="#br0" timeOffset="35997.5">25138 13014 486 0,'1'-8'390'0,"-1"0"-60"0,0 3-92 0,3-1-46 0,-1-2-29 0,5 2-32 0,0 1-24 0,1-2-16 15,5 2 9-15,1 0 2 0,2 0-34 0,0 0 22 16,2 3-35-16,-2 0 9 0,1 1-33 0,-3 1 2 16,1 0-12-16,-1 3 17 0,0-1-25 0,-1 0 13 15,-4 2 2-15,2 2-23 0,-1 0 21 0,-4 0-24 16,-2 4 24-16,-3-3-39 0,-3 2 36 0,-2 2-25 16,-4 1 20-16,-5 2-20 0,-2-3 0 0,-4 3-5 15,1-1 8-15,-1-2 4 0,1-1-3 16,0-1-6-16,5-1 10 0,0-1 6 0,2 1 11 0,1-4-4 15,2 1-2-15,2-1-4 0,2 1-1 0,4-5-12 16,-2 8 10-16,2-8-4 0,12 6 11 0,-3-2-14 16,4 0-2-16,1 1-1 0,4-3 0 0,-2 4 0 15,3 2-3-15,-1-2-1 0,2 2 6 0,-1 0-2 16,-3 1 1-16,2 1-1 0,-1-1-4 0,-5 1 4 16,0 0 2-16,1-1 2 0,-4 2-8 0,-3-2 2 15,3 3-2-15,-6-1 8 0,-1-1-2 0,-3 0 2 16,-2 1-4-16,-4 0 4 0,-2-2-3 0,-3 3 7 15,-2-2-11-15,-4-1 17 0,-2 0-14 0,-2-1 1 16,0-1 4-16,1-1-7 0,2-2 3 0,2-1 1 16,0-1-9-16,6 1-56 0,-2-2-82 0,13-1-91 15,-12-2-74-15,12 2-415 0,-1-9-231 0</inkml:trace>
  <inkml:trace contextRef="#ctx0" brushRef="#br0" timeOffset="36430.11">25547 13008 435 0,'6'-11'503'0,"2"3"-124"0,-2-2-53 0,1 3-71 0,0 0-15 0,-2 1-76 0,2 0-5 15,1-1-52-15,3 2 8 0,0-1-36 0,2 2 18 16,3-2-31-16,-2 3-12 0,2 0-8 0,-3 2 7 16,2-1-34-16,-3 2 19 0,1 2-3 0,-2-1-25 15,1 2 13-15,-2-1-23 0,-2 5 16 0,-1-3-19 0,-3 2 21 16,-1 0-26-16,-3 3 25 0,-3-1-22 15,-1 1 22-15,-3 1-22 0,-2 2-1 0,-7 1 2 16,1-2 5-16,-2 1-3 0,1 0-2 0,-2-2 7 16,4-2-3-16,0-1 2 0,2-1-1 0,1 0-2 15,2 0 16-15,2-1 3 0,0-2-4 0,-1 3-3 16,8-6-4-16,-2 8 0 0,2-8 2 0,8 7-6 0,0-2 2 16,2 0-4-16,4-1 4 0,-1 3-5 15,1-2-3-15,0 2-2 0,-1 1 2 0,2 0 5 16,-2 0-4-16,1 0 3 0,-2 1 2 0,-1-1 0 0,-2 1-2 15,0 1-2-15,-2-2-6 0,-2 2 9 0,-3-1 10 16,-2 1-11-16,-2 1 3 0,-1-2-3 16,-6 1 1-16,0 1-5 0,-5 1 9 0,-4-2-6 15,0 1 4-15,-2-2 2 0,-2 1-9 0,0-1 9 16,1-2 0-16,0 0-2 0,-2 1-3 0,2-2-4 0,4 0-10 16,0-2-33-16,3-1-46 0,3 2-45 0,-1-3-89 15,12-2-120-15,-15 0-449 0,15 0-319 0</inkml:trace>
  <inkml:trace contextRef="#ctx0" brushRef="#br0" timeOffset="50663.55">24252 14418 272 0,'0'0'587'0,"0"0"-175"0,0 0-99 0,0 0-64 16,0 0-47-16,0 0-40 0,14-2-34 0,-14 2-32 0,17-2-17 15,-4 2-19-15,-1-3-10 0,8 2-13 0,1-1-55 16,5 1-130-16,2-1-218 0,10 1-303 0,-1-2-176 16</inkml:trace>
  <inkml:trace contextRef="#ctx0" brushRef="#br0" timeOffset="50964">26459 14211 517 0,'0'0'454'0,"0"0"-116"0,0 0-76 0,0 0-62 15,0 0-50-15,4-6-62 0,-4 6-120 0,10-3-127 16,-10 3-409-16,18-2-81 0</inkml:trace>
  <inkml:trace contextRef="#ctx0" brushRef="#br0" timeOffset="60445.37">19246 16387 106 0,'2'-8'249'0,"-2"8"-22"0,2-5-49 16,-2 5-1-16,0 0-15 0,5-7-11 0,-5 7-27 0,0 0-8 0,10-4-4 0,-10 4-18 15,0 0-19-15</inkml:trace>
  <inkml:trace contextRef="#ctx0" brushRef="#br0" timeOffset="64882.75">10483 12869 49 0,'0'0'445'0,"0"0"-122"0,-6-4-75 0,6 4-55 0,-7-4-44 0,7 4-30 16,-5-3-35-16,5 3-7 0,-5-6-41 0,5 6-66 16,0 0-56-16,0 0-64 0,0 0-75 0,0 0-167 15,0 0 153-15</inkml:trace>
  <inkml:trace contextRef="#ctx0" brushRef="#br0" timeOffset="65011.4">10935 13246 389 0,'9'7'479'0,"1"-1"-120"0,-2-1-155 0,1 2-175 16,3 1-183-16,-1 2-260 0,-2 1 123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27:04.571"/>
    </inkml:context>
    <inkml:brush xml:id="br0">
      <inkml:brushProperty name="width" value="0.05292" units="cm"/>
      <inkml:brushProperty name="height" value="0.05292" units="cm"/>
      <inkml:brushProperty name="color" value="#FF0000"/>
    </inkml:brush>
  </inkml:definitions>
  <inkml:trace contextRef="#ctx0" brushRef="#br0">2985 8110 87 0,'0'0'104'0,"0"0"-46"0,-4-6-7 0,4 6-35 16,0 0-9-16,0 0-40 0,0 0 3 0,0 0-59 15,0 0 30-15</inkml:trace>
  <inkml:trace contextRef="#ctx0" brushRef="#br0" timeOffset="313.33">2997 9272 150 0,'0'0'174'0,"0"0"-58"0,0 0-26 15,0 0-23-15,0 0-46 0,0 0-30 0,2 9-20 0,-2-9-40 16,6 7-91-16,-6-7 39 0</inkml:trace>
  <inkml:trace contextRef="#ctx0" brushRef="#br0" timeOffset="630.19">3041 10497 35 0,'0'0'244'15,"-5"-4"-69"-15,5 4-49 0,0 0-18 0,-6-8-28 16,6 8-36-16,0 0 7 0,0 0-15 0,0 0-25 15,0 0-14-15,0 0-23 0,0 0-29 0,6 9-47 16,-6-9-127-16,4 10 74 0</inkml:trace>
  <inkml:trace contextRef="#ctx0" brushRef="#br0" timeOffset="997.56">3114 12148 259 0,'0'0'267'0,"0"0"-63"15,0 0-59-15,-4 7-30 0,4-7-45 0,0 0-35 16,-2 10-26-16,2-10-19 0,0 10-35 0,1-2-29 15,0-1-42-15,-1-1-153 0,0 1 82 0</inkml:trace>
  <inkml:trace contextRef="#ctx0" brushRef="#br0" timeOffset="1314.66">3257 13561 198 0,'-1'4'185'0,"1"-4"-63"0,-3 6-31 0,3-6-26 15,-1 9-27-15,1-9-28 0,-1 9-45 0,1-9-55 16,1 10-94-16,-1-10 52 0</inkml:trace>
  <inkml:trace contextRef="#ctx0" brushRef="#br0" timeOffset="1663.61">3294 15318 113 0,'0'0'312'0,"-5"6"-100"15,5-6-39-15,-4 5-43 0,4-5-28 0,0 0-50 0,-6 4-31 16,6-4-28-16,0 0-27 0,-3 6-37 0,3-6-15 16,0 0 2-16,0 9-48 0,0-9-90 0,0 0 70 15</inkml:trace>
  <inkml:trace contextRef="#ctx0" brushRef="#br0" timeOffset="1979.78">3281 16776 115 0,'0'0'129'16,"0"0"-46"-16,0 0-47 0,0 0-40 0,0 0-13 0,-7 4 2 16,7-4 1-16,0 0 5 0,-3 7 1 0,3-7 1 15,-1 10-10-15,1-10-9 0,0 12-59 0,1-5 29 16</inkml:trace>
  <inkml:trace contextRef="#ctx0" brushRef="#br0" timeOffset="2147.53">3661 17612 279 0,'8'6'426'0,"-4"0"-109"0,-4-6-44 16,6 7-76-16,-6-7-26 0,4 5-46 0,-4-5-14 15,0 0-39-15,0 0-11 0,0 0-44 0,0 0-20 16,0 0-75-16,2-9-41 0,-2-1-76 0,0-2-69 16,1-7-175-16,1-7 89 0</inkml:trace>
  <inkml:trace contextRef="#ctx0" brushRef="#br0" timeOffset="3212">6185 5823 178 0,'0'-7'130'0,"0"7"-135"0,3-13-100 0,-3 13 37 0</inkml:trace>
  <inkml:trace contextRef="#ctx0" brushRef="#br0" timeOffset="3564.89">8921 5039 91 0,'-14'2'159'0,"4"0"-38"15,-3 0-52-15,3 1-27 0,0 0-35 0,-3 0-26 16,4 0-5-16,3 1-17 0,6-4-7 0,-9 6-74 16,9-6 41-16</inkml:trace>
  <inkml:trace contextRef="#ctx0" brushRef="#br0" timeOffset="3846.47">10652 5211 207 0,'0'0'169'0,"0"0"-87"0,-3 8-25 0,3-8-60 15,0 0-48-15,0 9-97 0,0-9 42 0</inkml:trace>
  <inkml:trace contextRef="#ctx0" brushRef="#br0" timeOffset="4229.84">13527 5696 168 0,'13'-4'128'0,"-13"4"-37"0,0 0-28 15,13 0-10-15,-13 0-30 0,6 5-26 0,-6-5-13 0,8 6-26 16,-8-6-38-16,11 8-48 0,-4-2 41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27:19.532"/>
    </inkml:context>
    <inkml:brush xml:id="br0">
      <inkml:brushProperty name="width" value="0.05292" units="cm"/>
      <inkml:brushProperty name="height" value="0.05292" units="cm"/>
      <inkml:brushProperty name="color" value="#FF0000"/>
    </inkml:brush>
  </inkml:definitions>
  <inkml:trace contextRef="#ctx0" brushRef="#br0">7932 5178 171 0,'0'0'3'0,"0"0"-64"0,0 8 22 0</inkml:trace>
  <inkml:trace contextRef="#ctx0" brushRef="#br0" timeOffset="388.41">10277 4951 17 0,'0'8'2'0,"0"-8"-9"0,-2 7 1 0</inkml:trace>
  <inkml:trace contextRef="#ctx0" brushRef="#br0" timeOffset="784.05">12751 5042 19 0,'0'0'290'0,"0"0"-81"0,-10 3-47 15,10-3-41-15,0 0-29 0,-11 3-25 0,11-3-17 16,-8 3-47-16,8-3-44 0,-8 5-44 0,8-5-39 15,-7 5-116-15,7-5 76 0</inkml:trace>
  <inkml:trace contextRef="#ctx0" brushRef="#br0" timeOffset="1118.71">14618 5152 100 0,'0'0'299'0,"-20"0"-90"0,20 0-65 0,-14 0-79 16,14 0-46-16,-14 5-31 0,14-5-26 0,-13 3-36 16,13-3-40-16,-10 6-76 0,10-6 56 0</inkml:trace>
  <inkml:trace contextRef="#ctx0" brushRef="#br0" timeOffset="1501.27">17237 4959 156 0,'-11'-3'228'16,"11"3"-68"-16,0 0-33 0,0 0-42 0,0 0-29 16,0 0-27-16,0 0-30 0,7 3-28 0,-7-3-44 0,9 2-20 15,-9-2-112-15,13 3 62 0</inkml:trace>
  <inkml:trace contextRef="#ctx0" brushRef="#br0" timeOffset="1802.25">19033 4682 54 0,'0'0'78'0,"-12"0"-56"0,12 0-75 0,0 0 17 16</inkml:trace>
  <inkml:trace contextRef="#ctx0" brushRef="#br0" timeOffset="2184.67">20966 4896 46 0,'0'0'56'0,"0"0"-5"0,-11 4-13 0,11-4-9 16,0 0-5-16,-1 7-4 0,1-7-20 0,7 9-90 16,-2-6 29-16</inkml:trace>
  <inkml:trace contextRef="#ctx0" brushRef="#br0" timeOffset="2506.12">23107 4673 1 0</inkml:trace>
  <inkml:trace contextRef="#ctx0" brushRef="#br0" timeOffset="4868.46">0 6817 489 0,'0'0'405'0,"0"0"-127"0,0 0-67 0,0 0-89 0,0 10-16 16,0-10-39-16,0 0 18 0,0 0-47 0,0 0 20 15,0 0-35-15,0 0 16 0,0 0-33 0,0 5 26 16,0-5-43-16,0 0 8 0,0 0-56 0,0 0-32 16,0 0-43-16,0 0-66 0,0 0-260 0,0 0 60 15</inkml:trace>
  <inkml:trace contextRef="#ctx0" brushRef="#br0" timeOffset="6634.4">5779 5242 4 0,'10'6'85'0,"-10"-6"-32"0,10 5 1 0,-10-5-2 0,14 3-14 16,-14-3-1-16,16 3-14 0,-16-3-2 0,15 2-5 15,-15-2-5-15,10 0 8 0,-10 0 5 0,12 2 1 16,-12-2 3-16,0 0 21 0,12 3 20 0,-12-3-7 16,0 0-1-16,0 0-3 0,11 2-12 0,-11-2-9 15,0 0-4-15,0 0-6 0,0 0-6 0,0 0-2 16,0 0-4-16,0 0 1 0,0 0-3 0,-6 4-2 16,6-4-4-16,0 0-2 0,0 0-1 0,0 0-20 15,0 0-34-15,0 0-52 0,0 0-39 16,0 0-91-16,-1-6 75 0</inkml:trace>
  <inkml:trace contextRef="#ctx0" brushRef="#br0" timeOffset="8851.41">1961 4527 464 0,'-6'-10'362'0,"1"0"-76"0,1 3-32 0,1-1-54 0,1 2-32 0,-2 1-24 0,3-1-19 16,1 6-14-16,-4-10 0 0,4 10-16 0,-4-9-14 16,4 9 17-16,-1-9-8 0,1 9 44 0,2-7-9 15,-2 7 16-15,8-5-18 0,-8 5 13 0,14 0-12 16,-4 1-2-16,2 5 15 0,3 0 1 0,-1 5-22 0,4 2-15 16,0 1-1-16,2 4-7 0,0 3-16 0,0 0-10 15,-1 0-10-15,-1 2-10 0,1 1-5 16,3 1-6-16,-4-1-5 0,0-1-6 0,-3 1 3 15,3 0-11-15,-1-2-3 0,-2 0-4 0,3 1-4 16,-3-2 4-16,-2-1-8 0,1-2 6 0,-1 0-6 16,-2-3 1-16,1 1-38 0,-3-5-78 0,1 1-77 15,-2-3-46-15,-2-2-5 0,-1 0-42 0,-5-7-52 16,10 4-114-16,-10-4-425 0,5-11-430 0</inkml:trace>
  <inkml:trace contextRef="#ctx0" brushRef="#br0" timeOffset="9151.51">2361 4565 401 0,'-2'-12'427'16,"-2"1"-69"-16,1 3-71 0,2-1-45 0,-1 1-49 16,-1 2-32-16,3-1-24 0,0 7-28 0,-1-12-5 15,1 12 8-15,2-14 8 0,1 4 8 0,2 1 9 0,5-1 5 16,-1 2-22-16,0-1-14 0,4 3-9 0,0-2-16 16,-2 3-9-16,-1 3 10 0,2 2 33 15,0 2 13-15,0 2-29 0,2 3-6 0,-2 1-4 16,-2 3-9-16,4 5-15 0,-5 1 8 0,0 2-4 0,-4 3 19 15,0 2-18-15,-1 0 26 0,-4-4-19 0,0 1-4 16,-3-1-22-16,2-2 4 0,1-1-18 16,-1-5 10-16,-2 1-10 0,2-1 16 0,1-1-9 15,0-4 26-15,0-7-33 0,5 7 12 0,3-12-29 16,6-6-5-16,14-12 0 0,15-10-4 0,6-9-4 0,5-7 13 16,16-17-30-16,-1-8-24 0,5-7-58 0,-1-3-53 15,2-1-59-15,-3 3-29 0,-2 3-33 16,-3 5-43-16,-6 9-40 0,-14 15-28 0,-3 7-61 0,-5 7-82 15,-7 9-249-15,-5 2-283 0</inkml:trace>
  <inkml:trace contextRef="#ctx0" brushRef="#br0" timeOffset="13418.38">2184 7774 303 0,'-12'-13'432'0,"1"1"-51"0,2 1-60 16,0 0-47-16,-3 0-32 0,5 1-10 0,-1 1-22 15,-1 1-21-15,4 1-18 0,-2 1-26 16,2 0-34-16,1 2-17 0,4 4-19 0,-8-9-23 0,8 9-4 16,0 0-14-16,0 0 0 0,0 0-6 0,5 12-5 15,1-3-4-15,3 5-6 0,4 2 1 0,1 5-8 16,0 2 2-16,8 6 9 0,-2-3-10 16,2 6-1-16,-3-3 0 0,4 2-1 0,0 1 0 0,-4 0-4 15,3-1 0-15,-3 0-28 0,0 0-45 0,0-3-43 16,-3-4-11-16,-1-1-63 0,-2 0-43 0,0-5-54 15,-4-2-96-15,-2-3-274 0,-2-3-165 0</inkml:trace>
  <inkml:trace contextRef="#ctx0" brushRef="#br0" timeOffset="13583.16">2396 7682 489 0,'0'0'436'16,"10"-2"-99"-16,-5 8-80 0,4 5-52 0,1 8-30 15,3 8-37-15,2 9-32 0,2 4-12 0,2 1-20 16,4 9-16-16,-1 0-9 0,5-2-9 0,-2 1-12 16,3-3 18-16,2 0-33 0,-1-1-18 0,1 0-83 15,-1-1-81-15,0 1-108 0,-3-10-354 0,-4 1-143 16</inkml:trace>
  <inkml:trace contextRef="#ctx0" brushRef="#br0" timeOffset="17417.2">2166 11254 56 0,'-12'-17'315'0,"2"-2"-79"0,-1 0-48 0,-1 1-11 0,2-1-32 0,-3 1 6 0,0 0-18 0,1 2 14 0,-1 0-35 0,0-2 30 16,0 4-8-16,0-4 1 0,1 2 9 0,0 2 12 0,2 1 10 15,1 2 19-15,0 0 9 0,4 4-9 16,-4-1-13-16,5 1-4 0,-1 1-11 0,1 0-16 15,-1 1-3-15,5 5-15 0,-7-8-11 0,7 8-8 16,-3-6 1-16,3 6-14 0,0 0-9 0,0 0-8 16,0 0-9-16,0 0-14 0,11 6-9 0,-3-3-4 15,0 3-10-15,0 2-7 0,4 0-3 0,1 3-4 16,0-1-3-16,2 4-1 0,2 0-4 0,0 4-7 16,3-2-30-16,-1 3-25 0,-1 1-36 0,1 1-37 15,0 0-32-15,-1 0-31 0,0 1-45 0,-3-2 14 16,3 3-35-16,-5-7-5 0,-1 0-20 0,0-1-38 15,-3-4-8-15,1-3-56 0,-2-1-214 0,-3-3-112 0</inkml:trace>
  <inkml:trace contextRef="#ctx0" brushRef="#br0" timeOffset="17734.84">2259 10989 394 0,'-4'-15'371'16,"2"5"-67"-16,-1-3-50 0,1 5-39 0,-1 2-31 15,2 1-9-15,1 5-5 0,0 0-7 0,0 0 28 16,0 0-31-16,0 0 12 0,10 5 6 0,-5 4-2 15,5 1-30-15,-2 3-7 0,3 2-2 0,2 1-11 16,0 1-27-16,1 0-16 0,0 0-19 0,3 0-13 16,-3-3-18-16,1 1 8 0,-1-2 12 0,3-1-3 15,-6-2-3-15,2-2 5 0,0-1 0 0,0-1-3 16,-2-2-4-16,-1-2-5 0,1 0-12 0,-11-2 5 16,20-2-5-16,-11-1-7 0,-1-4-4 0,-1-2 1 15,0-3-8-15,-5-2-3 0,0-2-1 0,-4 0-1 16,-2 0-3-16,-2-3-2 0,-3 0-2 0,-2 0 4 15,-2 3-1-15,-1 1-3 0,-3 2-2 0,-1 2-5 16,-1 3-3-16,0 1-1 0,0 3 0 0,-2 3-2 0,2 1-8 16,-1 3-18-16,-3 3-12 0,2 2-17 0,-2 1-33 15,4 3-15-15,-2 5-35 0,1-1-30 16,6 0-20-16,0 2-26 0,4 0-37 0,0 1-59 0,2 1-93 16,3-1-325-16,1-1-250 0</inkml:trace>
  <inkml:trace contextRef="#ctx0" brushRef="#br0" timeOffset="90346.14">5678 4384 38 0,'-8'-14'60'0,"2"1"-8"0,-5-3-30 0,0-2 3 0,1 1-33 15,-4-5 10-15,0-1-37 0,-3 0 13 0,2 1-25 0,-7-6 17 16</inkml:trace>
  <inkml:trace contextRef="#ctx0" brushRef="#br0" timeOffset="90963.16">2888 5406 82 0,'48'21'96'16,"-2"-6"-17"-16,0 2 16 0,4-3-4 0,3-1-4 0,-1-1-29 0,12 1 3 0,-9-7-14 15,4 0 7-15,1 0-6 0,1-4 13 0,3-2-22 16,10-2 4-16,-1-4-17 0,1-1 12 0,-1-5 8 16,1 0-11-16,1-2-4 0,2-5-1 0,1 0-1 15,0-1-6-15,1-5-2 0,-2 0 6 0,2-1-9 16,-2-2-6-16,-2 0-3 0,-2-4-7 0,-1 1 0 16,-3 0-18-16,-6-2 13 0,-2 1-8 0,-8 1 4 15,-3-1-22-15,-4 0 18 0,-5 0-13 0,-9 3 8 16,0 0-11-16,-5-1 13 0,-3 0-11 0,-1-3 12 15,-5-1-17-15,-1 1 0 0,-3-4 8 0,-4 1-5 16,-2 3-6-16,-2-1-12 0,-5-1-22 0,-2-3 20 0,-3-5-24 16,-5-1 12-16,-1-2-18 0,-4 0 11 0,-3 2-10 15,-4-8 21-15,-2 5-74 0,-2 1 40 16</inkml:trace>
  <inkml:trace contextRef="#ctx0" brushRef="#br0" timeOffset="92347.11">5174 4445 212 0,'0'0'266'0,"3"-7"-66"0,-3 7-45 0,1-8-30 0,-1 8-32 0,5-9-10 0,-1 3-19 15,2 0 6-15,1-2-3 0,2-2-2 0,0 1 1 16,2-3 8-16,-2 2 4 0,3-2 20 0,-1-1-13 16,-2 1-5-16,0 2 4 0,1-4-4 15,-2 4-11-15,-2-2-17 0,-1-1-4 0,2 3-5 0,-5-2-7 16,1 2-6-16,-3-3-8 0,-2 0-3 0,1-2-15 16,-5 2 7-16,0-3 1 0,-3-1 3 0,-3-2-11 15,-6-2 9-15,-1 0 0 0,-3-4 6 0,-6 1 0 16,-4 1 9-16,0-1-8 0,-5-1 14 0,-1 3-17 15,-8-5 9-15,-4 2-18 0,-2 1 12 0,-2 2-11 16,-4-1 14-16,0 4-15 0,-4 0-1 0,1 3 0 16,-3 0-4-16,0 1 3 0,-1 3-3 0,-4 3-2 15,0 0 4-15,-4 5-1 0,9 2 1 0,-14 2-5 16,0 3 4-16,-1 4 1 0,4 4 11 0,-3 3-10 16,1 4 19-16,-1 3-23 0,5 4 4 0,-1 4-3 15,1 1 19-15,4 3-6 0,3 0 3 0,1 1 2 16,2 1 4-16,7 1-5 0,-1-2-1 0,4 2-6 15,0 0 24-15,5 1 3 0,1 1-2 0,2-1-6 16,1 2-1-16,5 1 1 0,3 2-7 0,3 2 3 0,3 2-10 16,6 0-3-16,5-3-5 0,6 0 1 15,3 2 1-15,2 0-4 0,7 2 1 0,2-3 2 0,7 3 1 16,2-1-3-16,8-2 22 0,4 5-21 16,6-1 3-16,4-2 1 0,7-4 2 0,2 2-6 0,4-2-1 15,6-4 7-15,0-1-5 0,3-1-1 16,5-5-1-16,2-1 4 0,6-4-2 0,3-1 1 15,3-6-3-15,5-5 2 0,1-3-4 0,4-4 4 0,1-3 3 16,1-6 9-16,2-4 6 0,1-2-7 0,1-4 5 16,2-2-10-16,-2-2-5 0,1-4-1 0,-2-2 2 15,-2-2-3-15,-3-2-8 0,-5-6 6 16,-4 0-5-16,-5-4 1 0,-4-3-5 0,-5-1 0 0,-4-3 2 16,-3-6 2-16,-8-1-4 0,-2-4-4 0,-7-3 3 15,-6 0-5-15,-3-1 4 0,-5 1 18 0,-5 2-18 16,-10 6-1-16,-3 4 3 0,-4 5 8 0,-5-3-2 15,-1 1 5-15,-6 2-1 0,-3 3 0 0,-2 2-4 16,-3 4-2-16,-2 3 2 0,-1 3-3 0,1 4-3 16,0 4-2-16,1 2-3 0,1 3-13 0,1 4-45 15,3 2-71-15,-1 4-46 0,1 2-52 0,-2 3-47 16,-4 6-18-16,-2 3-94 0,-2 3-292 0,-3 6-191 16</inkml:trace>
  <inkml:trace contextRef="#ctx0" brushRef="#br0" timeOffset="138957.57">10054 10893 312 0,'0'0'419'0,"-3"-12"-93"0,3 12-57 0,3-9-24 16,-3 9-49-16,2-13 4 0,2 5-40 0,-2-1-9 0,1 0-8 16,2 0 7-16,-2 0-3 0,1 0 31 15,-2 2 2-15,-1-1-16 0,1 2-19 0,-1 0-29 0,-1 6-23 16,0-13-15-16,0 13-7 0,-1-11 7 0,-2 5-2 15,1 1-1-15,-4-1 13 0,1-1-7 0,-1 1 8 16,-3 1 26-16,0-2-16 0,-1 1-1 16,-3-4-20-16,-1 3-7 0,-1-1-4 0,-2-2-10 0,-1 0 12 15,-2 1-1-15,-2-1-12 0,-5-1-4 0,2-2-17 16,-3 2-13-16,-2 0 19 0,1-3-23 0,-7 1 19 16,-1-1-16-16,0 0 14 0,-2 0-17 0,-1 2 10 15,-1-1-5-15,-5 0 18 0,2 4-4 0,-4-4 2 16,-1 4-12-16,-1-1-1 0,-1 1 0 0,-3 0-11 15,1 2 11-15,-1 0-1 0,2 2 13 0,-2 0-8 16,-1 2 11-16,0 0-34 0,4 3 36 0,-4 3-18 16,3 1 34-16,-1 3-27 0,2 3 30 0,0 1-28 15,-5 8 41-15,2 1-30 0,0 5 19 0,2 0-40 16,3 5 6-16,1 1-6 0,1 1 32 0,3 1-37 16,3 3 36-16,0-3-30 0,9-3 40 0,3 1-30 15,1-3 37-15,5 2-2 0,0-2 3 0,2 2-4 16,5 1 0-16,1 1-14 0,2 2 32 0,0 2-35 15,7-4 19-15,-1 7-23 0,3-1 6 0,3-2 7 16,6 8-6-16,2 4 15 0,8 7-2 0,4 1-8 16,7 0 34-16,3 1-55 0,7-1 39 0,5 0-58 0,2-2-3 15,6-3-3-15,3-1-1 0,6-5-1 16,3-2 5-16,5-5-15 0,6-1 18 0,1-8-8 0,1-3 15 16,1-2-17-16,1-5 18 0,-1-2-17 15,-3-4 32-15,1-2-24 0,-2-5 31 0,-11-1-23 16,1-5 23-16,1-3-27 0,8-3 20 0,1-3-43 0,-1-5 0 15,-3-3 0-15,1-7 0 0,-3-3 0 0,1-4 0 16,-2-4 0-16,-2-5 0 0,0-4 0 0,-2-1 0 16,-3-3 0-16,-1-2 0 0,-1-4 0 15,-4 0 0-15,-3-6 0 0,-6 3 0 0,-4-4 0 0,-7-1 0 16,-7-3 0-16,-7 0 0 0,-7 1 0 0,-7 7 0 16,-6-8 0-16,-9 1 0 0,-5 0 0 0,-9 2 0 15,-6 3 0-15,-9 1 0 0,-5 4 0 0,-10 4 0 16,-7 5 0-16,-7 6 0 0,0 4-35 0,-5 6-48 15,0 7-2-15,1 7-76 0,-1 6-61 0,-1 7-91 16,5 6-43-16,-3 6-24 0,1 7-51 0,1 6-48 16,-1 4-9-16,4 7-42 0,0 3-144 0,5 4-574 0,-11 12-857 15</inkml:trace>
  <inkml:trace contextRef="#ctx0" brushRef="#br0" timeOffset="139873.57">9981 14280 80 0,'27'-12'504'0,"-3"-2"-117"15,-5 1-37-15,0 2-78 0,-2-3-1 0,-4 4-30 0,-2-2 18 0,-1 1-43 0,-3-2 16 16,-3-1-2-16,-2 1-19 0,-3 0 2 0,-2-2-11 16,-6-3 8-16,-1 0 8 0,-5-3-10 15,-7 2-33-15,-5-5-29 0,-3 3-19 0,-6 0-2 16,-5 0-4-16,-12-3-11 0,-4 2-7 0,-2 2-17 15,-5-1 11-15,-4 2-12 0,-3 3 1 0,-7 1 22 16,-1 2-19-16,-7 4 28 0,-1 3 3 0,2 5 31 0,-2 4-53 16,6 4 33-16,2 4-19 0,5 4-20 15,1 6-17-15,8 4-9 0,2 4 28 0,4 4-45 0,6 3 31 16,2 4-39-16,2 1 29 0,7 3-40 0,5 4 55 16,3-1-35-16,6 3 11 0,5 4-23 0,7 2 31 15,6-6 7-15,4 6 3 0,8 1 10 0,4 8-2 16,7 4 6-16,6 0-22 0,4-4-11 0,5 1-43 15,8-1 43-15,7-2-44 0,14 9 41 0,5-6-54 16,10-7 42-16,2-3-10 0,9-7-23 0,-10-13-12 16,6-4 0-16,4-7 0 0,7-5 0 0,3-4 0 0,4-5 0 15,-1-6 0-15,0 0 0 0,-4-10 0 16,-3-2 0-16,-2-6 0 0,0-3 0 0,-5-6 0 16,0-5 0-16,-4-7 0 0,9-7 0 0,-6-8 0 15,-17 6 0-15,-4-5 0 0,4-14 0 0,-15 5 0 16,-6-1 0-16,-3-2 0 0,-8-3 0 0,-7 0 0 15,-8-2 0-15,-4 2 0 0,-12 4 0 0,-9-7 0 16,-8-2 0-16,-10 2 0 0,-11 4 0 0,-6 0 0 0,-19-7 0 16,-8 6 0-16,-5 6 0 0,-10 8 0 0,-5 4 0 15,-6 9 0-15,10 10 0 0,-2 4 0 0,-3 7-216 16,-6 4-95-16,1 6-76 0,-5 7-49 0,-1 9-89 16,-21 10-130-16,4 8-56 0,2 8-857 0,1 8-1213 15</inkml:trace>
  <inkml:trace contextRef="#ctx0" brushRef="#br0" timeOffset="141357.04">9877 17543 222 0,'1'-18'573'0,"1"1"-148"16,-5 1-99-16,2-2-56 0,-3 0-37 0,-2-4-16 0,-2 0-20 15,-2-3-18-15,-3 0-3 0,-1-1 15 0,-6-6-8 16,-2 1-2-16,-3-4 9 0,-1 3 16 0,-2-1-9 16,-8-6-12-16,-1 2 15 0,-3 2-37 15,-2 2 17-15,-4 2-47 0,0 2 6 0,-6 5 0 0,-6 3-5 16,-3 3-21-16,-6 4-23 0,-3 3-3 0,-8 3-15 15,1 5-14-15,-4 1 1 0,-4 2-6 16,-2 3-9-16,-1 2-2 0,0 0 37 0,0 7-3 0,2 1 62 16,4 4-33-16,4 4 29 0,7 4-30 0,5 5 18 15,9 5-11-15,6 6 23 0,10 7-1 0,8 5 23 16,7 7-10-16,7 8 12 0,9 8-4 0,5 5-12 0,5 2-23 16,6 4-13-16,4 0-7 0,7 1-16 0,7 12-48 15,4-4-35-15,-2-18 0 0,6-4 0 0,4-3 0 16,8 8 0-16,1-14 0 0,1-5 0 0,15 3 0 15,-3-13 0-15,7-5 0 0,3-7 0 0,10-7 0 16,2-1 0-16,9-6 0 0,0-6 0 0,3-4 0 0,3-3 0 16,-2-3 0-16,4-7 0 0,-5-2 0 15,0-5 0-15,0-4 0 0,-5-5 0 0,0-3 0 0,-5-5 0 16,-7 0 0-16,-1-6 0 0,-5-2 0 16,-5-1 0-16,-4-5 0 0,-4-3 0 0,-4-3 0 0,-5-5 0 15,-2-2 0-15,-7-2 0 0,-1-3 0 0,-8-4 0 16,-4-1 0-16,-6-1 0 0,-6-2 0 0,-8 7 0 15,-8 2 0-15,-7-12 0 0,-7 0 0 0,-7 1 0 16,-5 0 0-16,-10 2 0 0,-13-10 0 0,-6 4 0 0,-4 3 0 16,-5 5 0-16,7 13 0 0,0 3 0 0,-1 4 0 15,-1 6-293-15,4 2-79 0,2 5-72 0,4 4-79 16,9 7-79-16,2 4-25 0,0 3-58 0,7 6-106 16,4-1-424-16,1 5-823 0</inkml:trace>
  <inkml:trace contextRef="#ctx0" brushRef="#br0" timeOffset="142590.96">10070 7094 888 0,'9'-8'651'0,"-1"0"-172"0,-4 0-75 0,1-1-101 16,-1 2-15-16,-2-1-24 0,1 0 13 0,-2-2-5 15,-1-2-9-15,-1 0 3 0,-2-1-35 0,-1-1 22 16,-1-3 10-16,-5-2-16 0,1-2-24 16,-4-3-19-16,-3 0-15 0,-2 1-17 0,-8-3-22 15,-2 0-34-15,-7 1 6 0,-4 1-52 0,-11-3 18 0,-7 3-39 16,-7 2 16-16,-4 1-35 0,-10 5 27 0,-4 1-29 15,-5 6 26-15,-7 4-18 0,-8 5 46 0,-3 7-13 16,-25 9 53-16,-1 9-41 0,1 9 17 0,1 13-19 16,2 6 7-16,8 11-4 0,8 9 1 0,15 6-10 15,8 6 1-15,19 8-32 0,11 7 13 0,16 4 17 16,14 6-32-16,13 0 11 0,11-15-51 0,15-2 0 16,16 16 0-16,12-5 0 0,8-6 0 0,9-3 0 15,7-5 0-15,7-8 0 0,5-6 0 0,7-9 0 0,4-9 0 16,6-8 0-16,4-9 0 0,2-8 0 15,-10-12 0-15,3-9 0 0,7-4 0 0,5-5 0 16,3-6 0-16,20-8 0 0,-2-7 0 0,-4-7 0 0,-2-9 0 16,-3-6 0-16,-1-5 0 0,-7-7 0 15,-2-8 0-15,-8-2 0 0,-9-6 0 0,-10-3 0 16,-10-2 0-16,-8-1 0 0,-18 10 0 0,-9-1-48 0,-7 1-5 16,-9-1-10-16,-14 0 24 0,-6 10-24 15,-14-7 22-15,-10 1 4 0,-11 6 1 0,-12 0 5 0,-19-6 2 16,-13 11 11-16,-11 2-4 0,-11 7 3 15,-7 5 0-15,-4 8-6 0,-1 4-1 0,1 5-21 0,19 8-35 16,3 6-8-16,4 2-62 0,9 6-31 0,10 4-102 16,15 0-73-16,7 6-44 0,6 3-90 15,8 6-58-15,3 3-131 0,7 4-685 0,2 2-967 0</inkml:trace>
  <inkml:trace contextRef="#ctx0" brushRef="#br0" timeOffset="145725.44">14125 14800 165 0,'0'0'214'0,"4"-9"-60"0,-4 9-31 0,5-11-31 0,-5 11-17 0,3-9-16 0,-1 2-13 15,2 2-7-15,-4 5-8 0,5-9-5 0,-1 2-3 16,-4 7-3-16,5-6-1 0,-5 6-2 0,4-7-9 16,-4 7-2-16,5-7 2 0,-5 7 0 0,0 0-6 15,3-5 1-15,-3 5 1 0,0 0-3 0,4-4 4 16,-4 4-5-16,0 0 8 0,0 0 7 0,2-6 12 16,-2 6 5-16,0 0-7 0,8-4-7 0,-8 4-3 15,7-5-2-15,-7 5-1 0,15-6-4 0,-5-1 0 16,1 1 4-16,2 0 12 0,1-2 0 0,0-1 14 0,1-1-2 15,2-4 22-15,0 3 10 0,-2-3 2 16,2-1 11-16,-2-2-13 0,3-1 4 0,-3-3 6 16,2 2 35-16,-2-2-30 0,0 1 14 0,-2-2-17 15,0 3 40-15,-4-1-43 0,0-1 28 0,-1 0-45 0,-5-1 33 16,0 3 14-16,-3-2 3 0,-4-2-35 0,0-1 16 16,-7-5-34-16,-3-1 29 0,-5-2-9 15,-4 1 5-15,-2-1 12 0,-4 1 13 0,-4 1-7 0,-9-5 4 16,-2 4 8-16,-4 0-20 0,-1 0-1 0,-3 5 2 15,-1 0 9-15,1 2 3 0,3 7-23 16,2 2 10-16,0 3-32 0,-4 1 15 0,1 6-15 16,0 3 16-16,-1 4-23 0,1 5 3 0,-1 7 4 0,-8 8-4 15,4 8 5-15,2 8 33 0,1 6-34 0,5 8 27 16,2 4-44-16,4 6-3 0,3 7 4 0,0 17-3 16,3 4-1-16,12-10 42 0,3 0-58 15,3 3 38-15,7 0-52 0,3-3 5 0,7-4 10 0,7 2 10 16,6-7 7-16,8 0 57 0,9-3-37 0,8-5 60 15,11-4-10-15,16 4-21 0,10-8-16 16,10-6-6-16,9-9-15 0,7-8-10 0,5-6-3 0,-14-9 1 16,3-6 1-16,-1-3-36 0,-2-5 37 0,-2-6-8 15,-3-5-4-15,-7-4-9 0,-2-6-38 0,-5-6 42 16,-6-4-26-16,-5-2-14 0,-2-8 5 0,-5-5 4 16,-4-3-7-16,-7-4 39 0,-5-3-39 0,-2-5 34 15,-10-3-37-15,-2-1 38 0,-8-2-39 0,-4-1 6 16,-9 0 6-16,-4 7-1 0,-6-9-4 0,-9 1 2 15,-5 1 38-15,-8 2-46 0,-5 1 34 0,-3 4-40 0,-4 3 36 16,0 4-41-16,0 5-7 0,3 4-25 0,7 10-27 16,4 6-72-16,5 5-83 0,3 3-58 15,4 6-34-15,3 2-15 0,2 6-14 0,9 4-4 0,-16-2-52 16,16 2-67-16,-7 6-58 0,7-6-467 0,-2 7-610 16</inkml:trace>
  <inkml:trace contextRef="#ctx0" brushRef="#br0" timeOffset="146590.94">15112 11219 67 0,'10'-4'428'0,"-10"4"-99"0,7-9-17 15,-5 2-43-15,1 1-20 0,-3-4-11 16,0 1-22-16,-2-3-22 0,1-3-10 0,-4 0-13 16,0-3 6-16,-3-5-5 0,-3-3 6 0,-1-3-9 0,-1-4 6 15,-6-1-16-15,0-3 16 0,1 2-12 0,-5-3 9 16,0 1-17-16,-2 0-40 0,-6-5 18 0,-1 0-8 16,0 3-5-16,1 8-23 0,-2 0 8 15,-1 5-30-15,-1-2-1 0,-6 6-20 0,-2 2 2 0,-5 3-5 16,-12 2 7-16,4 9 16 0,-15-1-19 0,-5 6 9 15,-3 5-23-15,-3 3 27 0,-1 8-19 0,-1 1-7 16,-2 5 3-16,2 3 8 0,-13 12 9 0,1 4-10 16,2 6 5-16,5 4 28 0,6 5-38 0,6 4 35 15,3 3-30-15,8 2 35 0,6 4-37 0,12-9 8 16,6 4-6-16,-4 18 1 0,13-12 0 0,2 5-4 16,8 1 22-16,4-1-25 0,8 2 24 0,7-3-31 0,6 1 0 15,9-5-4-15,12 2-11 0,6-6 12 16,8 1-2-16,19 4 3 0,-2-15 3 0,16 6 5 15,4-10 12-15,-1-13 0 0,5-5 4 0,8-8-1 0,6-6 9 16,4-6 1-16,2-8-1 0,4-2 3 16,-3-11-11-16,-2-3 20 0,15-10-31 0,-7-4 19 0,-5-8-31 15,-7-4 19-15,-20 1-31 0,4-14 7 16,-17 2-33-16,1-17 0 0,-14 3 0 0,-11-4 0 0,-5-1 0 16,-12-6 0-16,-4-3 0 0,-15-5 0 15,-9 0 0-15,-11-4 0 0,-15-11 0 0,-11 2 0 16,-9 5 0-16,-11 9 0 0,-12 5 0 0,-13 7 0 0,-14 11 0 15,-8 7 0-15,-9 7 0 0,-7 12 0 0,-7 7-25 16,-5 12-53-16,-2 12-79 0,-2 7-92 0,2 12-114 16,1 13-16-16,8 9-47 0,9 8-65 15,10 7-49-15,11 6-74 0,14 10-240 0,9 3-415 0,12 4-876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28:05.748"/>
    </inkml:context>
    <inkml:brush xml:id="br0">
      <inkml:brushProperty name="width" value="0.05292" units="cm"/>
      <inkml:brushProperty name="height" value="0.05292" units="cm"/>
      <inkml:brushProperty name="color" value="#FF0000"/>
    </inkml:brush>
  </inkml:definitions>
  <inkml:trace contextRef="#ctx0" brushRef="#br0">13766 4592 4 0,'9'-2'78'0,"-9"2"-1"0,19-4-23 0,-19 4-12 0,18-2 6 0,-6 2 10 16,-1-2-19-16,2 0-8 0,-2 0-4 16,1 1-2-16,3-2-3 0,-4 1-7 0,1 0-3 0,0 0-5 15,-12 2-34-15,20 0-23 0,-20 0-19 0,14 4-61 16,-14-4 39-16</inkml:trace>
  <inkml:trace contextRef="#ctx0" brushRef="#br0" timeOffset="18932.8">1390 11360 274 0,'0'0'803'0,"-10"-3"-182"0,5-3-128 16,-3 2-106-16,2 0-80 0,0-2-54 0,1-1-48 16,3 1-39-16,-1-2-34 0,3 0-19 15,1-3-15-15,3 3-3 0,4-8-8 0,5 4 0 0,2-2-1 16,3 1-6-16,5-2 6 0,4 5-11 16,4 1-8-16,-3 5-5 0,0 2-9 0,1 5-7 15,4 3-14-15,-1 3 4 0,3 5-12 0,-3 5 4 16,-4 1-9-16,-4 4 6 0,-3-2-9 0,-7 2 9 15,-4 3 9-15,-1-2 11 0,-5 0 36 0,-4 0-9 16,-4-1 62-16,-1 0-9 0,-4-1 24 0,-4 1-8 16,2-6 9-16,-2-1-29 0,-1-4-1 0,-3-3-22 0,3-3 2 15,-3-1-29-15,5-6 13 0,-5-3-39 0,4-4 1 16,-2-3-23-16,2-5-5 0,3-3-5 0,1-4-2 16,4-3-2-16,1-4 7 0,0-3-20 0,4-3 16 15,0 0-23-15,3 3 24 0,1-1-21 0,-1 2 17 16,1 6-25-16,0 3 26 0,4 0-21 0,-5 6 19 15,3 1-20-15,0 3 20 0,1 4-22 0,-1 3 24 16,-6 5-24-16,15 0 26 0,-6 5-19 0,3 3 19 16,-2 4-12-16,1 3 11 0,2 1-18 0,0 3 3 15,1 1 1-15,0 1 6 0,0-4 0 0,0 2 5 16,-1-3-3-16,1 0 5 0,-1-1 6 0,2-1 1 16,-2-2-9-16,2-4-17 0,-2-2-22 0,4-2-44 15,-5-3-83-15,6-3-106 0,-1-4-122 0,2-2-113 16,-1-3-56-16,1-1-96 0,3-5-621 0,-5-1-878 15</inkml:trace>
  <inkml:trace contextRef="#ctx0" brushRef="#br0" timeOffset="19148.41">2177 11068 1128 0,'0'0'829'0,"0"10"-170"0,0-10-159 0,0 7-88 0,0-7-86 15,3 11-29-15,-2-6-62 0,-1-5-26 0,3 16-41 16,-2-8 13-16,3 1-43 0,1 1-5 0,0 3-16 16,3-1-17-16,1-1-14 0,0 2-14 0,2 0-16 15,-2-3-31-15,5 3-65 0,-1-5-20 0,0 1-72 16,1-2-96-16,-3-3-153 0,1 0-80 16,-1-3-166-16,-11-1-550 0,16-5-787 0</inkml:trace>
  <inkml:trace contextRef="#ctx0" brushRef="#br0" timeOffset="19415.71">2056 10990 631 0,'-13'-3'694'0,"4"2"-165"15,0-2-107-15,9 3-104 0,-11 0-54 0,11 0-33 16,0 0-3-16,-9 3 5 0,9-3 8 0,0 0-9 0,0 0-25 16,0 0-14-16,0 0-53 0,11-5-9 15,-2 0-37-15,-1 1 0 0,0-1-30 0,0-2 8 0,0 1-19 16,0 1 40-16,-3-1-21 0,0 0 12 15,3 0-3-15,-6 1 5 0,-2 5-11 0,4-11-9 0,-4 11-12 16,-1-9-12-16,1 9-6 0,-8-6-7 0,8 6-8 16,-14 1 24-16,5 3-34 0,-1 3 16 15,1-1-28-15,-1 5 26 0,1 1-34 0,0 1 25 16,1 1-28-16,3 0 11 0,2-3-67 0,2 1 3 16,2-2-75-16,2 0-66 0,2-3-141 0,3 1-127 0,3-5-120 15,3-2-675-15,2-2-878 0</inkml:trace>
  <inkml:trace contextRef="#ctx0" brushRef="#br0" timeOffset="19599.05">2419 10918 539 0,'0'0'885'0,"0"0"-209"0,6 4-129 16,-6-4-108-16,0 0-48 0,0 0-42 0,4 4-24 15,-4-4 4-15,0 0-20 0,0 0-23 0,0 0-44 16,12 0-48-16,-7-5-27 0,6 0-34 0,2-2-25 15,7-3-25-15,6-5-52 0,1 2-108 0,6-7-79 16,0 0-150-16,-1-1-176 0,0 1-101 0,-4-1-825 16,0 1-1012-16</inkml:trace>
  <inkml:trace contextRef="#ctx0" brushRef="#br0" timeOffset="20065.93">2935 10766 255 0,'0'0'853'0,"0"8"-222"15,0-8-75-15,-2 5-80 0,2-5-26 0,0 0-13 16,-7 3-25-16,7-3-88 0,0 0-21 0,-8-7-73 16,6 1 7-16,-2 1-80 0,-1-6 21 0,2 2-74 15,1-2-22-15,-1 0 36 0,1-5-76 0,-2 0 43 16,3-2-20-16,-3 0-15 0,0-2-11 0,-2-2-7 0,-2-1-5 16,3 1-8-16,-3 0-6 0,-2 1 0 15,4 1-3-15,-2 1-2 0,0 2-1 0,2 3-2 0,-2 2-5 16,3 1-5-16,1 4 0 0,-1 2-2 0,5 5 0 15,0 0 6-15,0 0-3 0,-6 7 4 0,6 1-1 16,2 5 2-16,3 1 1 0,2 0-49 0,2 4 64 16,2-1-41-16,2 1 15 0,1-1 6 0,0 0 60 15,3-1-14-15,-2-4 45 0,0 1-46 0,2-3 35 16,2-1-47-16,-2-3 30 0,1-2-24 16,0-4-6-16,1 0-2 0,-2-3-7 0,-1-1-1 0,2-3-7 15,-5-1 32-15,1-3-44 0,-3 0 33 0,-2-3-43 16,-1-2 36-16,-2 0-8 0,-3-2-6 0,-3 0-9 15,-2-1-1-15,0 0 0 0,-2 0 0 0,-2 2 0 16,1 2 6-16,-2-1 1 0,3 5 1 0,0-1-7 16,2 4 3-16,-2 0-8 0,4 8 1 0,-5-6 3 15,5 6 0-15,0 0-4 0,0 7 0 0,3 1 4 16,0 2-1-16,4 2 0 0,-1 1 1 0,2 0-37 16,5 2 47-16,-3 0-40 0,1 1 42 0,3-3-37 15,-2 0-3-15,3-1-13 0,-2-3-25 0,1 1-36 0,-1-4-40 16,1 0-62-16,0-1-113 0,-2-2-158 15,0-3-75-15,-3-2-128 0,2-3-671 0,-4-1-949 0</inkml:trace>
  <inkml:trace contextRef="#ctx0" brushRef="#br0" timeOffset="20250.82">3136 10145 644 0,'-8'-12'701'0,"2"3"-176"0,2 3-98 0,4 6-88 0,0 0-15 15,0 0-33-15,0 0-8 0,18 8-4 16,-8 2-20-16,4 4-3 0,4 4-38 0,4 1-19 15,4 4-55-15,2 1 0 0,3 1-53 0,-1 0 15 0,-1 2-46 16,-2-1 12-16,0 2-45 0,-3 0 19 0,-5 0-52 16,-3 0-29-16,-5-2-40 0,-5 2-66 0,-3-2-82 15,-3 4-68-15,-5 4-74 0,-5 2-43 0,-4 3-44 16,-7-2-31-16,1-1-444 0,-6-1-501 0</inkml:trace>
  <inkml:trace contextRef="#ctx0" brushRef="#br0" timeOffset="20532.28">843 11106 744 0,'-23'14'818'0,"0"5"-78"0,4 1-179 0,1 12-74 15,4 5-86-15,5 6-50 0,5 8-12 0,4 5-10 16,4 13-1-16,4 2-37 0,3 3-6 0,6-1-11 15,2-1-23-15,0-2 3 0,8-3-21 0,4-1-17 16,3-5-25-16,6-2-17 0,2-4-24 0,4-5-23 16,6-3-27-16,4-7-29 0,5-5-29 0,1-8-15 15,6-8-37-15,5-9-44 0,2-9-59 0,8-8-45 16,0-11-45-16,22-12-60 0,-3-8-105 0,-2-6-119 0,0-10-155 16,-8-8-111-16,-7-5-749 0,-4-9-1128 0</inkml:trace>
  <inkml:trace contextRef="#ctx0" brushRef="#br0" timeOffset="20848.77">3022 9621 1145 0,'3'-6'836'0,"-1"1"-199"0,-2 5-135 15,5-9-114-15,-5 9-62 0,5-7-54 0,-5 7-7 16,8-5-47-16,-8 5-11 0,13-1-6 0,-13 1-29 0,15 1-18 15,-3 1-12-15,3 3-20 0,-1-1-26 0,3 3-19 16,1 4-14-16,1 0-12 0,0 4-56 0,0 3 47 16,0 2-49-16,-5 2 45 0,0 0-51 0,-2-1 0 15,-4-2 7-15,2 0 0 0,-4-4 1 0,-2-2 2 16,2 0 2-16,0-3 6 0,-4 0-9 0,3-2 29 16,-1 0 40-16,0-5-7 0,-4-3-10 0,0 0-8 15,13 0-12-15,-7-6-8 0,4-6 32 0,3-3-66 0,6-5 42 16,2-7-42-16,3-4-20 0,3-2-71 15,0-1-64-15,-1-2-57 0,1 3-49 0,-5-2-68 16,1 6-46-16,-5 6-7 0,-5 5-87 0,-6 6-35 16,0 4-510-16,-7 8-637 0</inkml:trace>
  <inkml:trace contextRef="#ctx0" brushRef="#br0" timeOffset="21282.3">2784 10413 34 0,'-2'-7'319'0,"2"7"-77"0,-3-7-39 0,3 7-30 0,-4-7-27 16,4 7-11-16,-5-7-9 0,5 7-10 0,-5-6 1 15,5 6 5-15,-6-5 5 0,6 5-7 0,-10-8 9 16,4 4-2-16,0-2-19 0,1 1 5 0,0 1 2 16,-4-3 24-16,4 2-2 0,0-1 11 0,-2-1-17 15,3 1-3-15,-2-2 9 0,2 1 6 0,2 3 7 16,-2-3-1-16,1 1-15 0,3 6-27 0,-5-8-15 15,5 8-22-15,-1-6-7 0,1 6 0 0,0 0 30 16,0 0-21-16,0 0 22 0,10 6-2 0,-3-1 17 16,0 3-23-16,1 0 9 0,-1 2-36 0,2 1 12 15,2 2-36-15,0 2-9 0,-1-1 3 0,3 2-12 16,-1 1-6-16,-1-1-12 0,-1 3-20 0,2-3-55 0,-1 2-91 16,0 1-133-16,-1-1-102 0,-1 2-136 0,1-1-640 15,-5 2-790-15</inkml:trace>
  <inkml:trace contextRef="#ctx0" brushRef="#br0" timeOffset="21583.08">1919 11979 897 0,'-55'27'916'15,"-2"0"-185"-15,-1-2-170 0,3 1-116 16,2 0-61-16,10-5-106 0,6-2-35 0,4-1-78 15,6-5-5-15,7-3-15 0,6-2 53 0,4-4-43 16,10-4 23-16,0 0-36 0,0 0 6 0,19-13-19 0,11-8-20 16,16-11-23-16,13-7 0 0,23-15-35 0,9-6 12 15,7-8-26-15,8-5-1 0,7-4-33 0,4-4 62 16,10-1-53-16,1 0 44 0,2 1-18 0,-5 1-6 16,-1 4-43-16,-5 7 40 0,-5 5-39 0,-8 6 36 15,-12 8-48-15,-22 10 33 0,-10 8-66 0,-8 4-29 16,-13 6-54-16,-8 4-44 0,-10 5-48 0,-10 1-82 15,-4 8-112-15,-9 4-59 0,-9-6-71 0,-2 9-81 16,-10 2-451-16,-12 5-702 0</inkml:trace>
  <inkml:trace contextRef="#ctx0" brushRef="#br0" timeOffset="22065.66">2314 12227 43 0,'-14'21'816'16,"0"-4"-191"-16,1-1-123 0,2-3-79 0,0-2-49 16,2-1-33-16,2-3-21 0,-1-1-33 0,-1-1-8 15,9-5-31-15,-11 1-24 0,11-1-30 0,-13-6-18 0,8 0-39 16,1-2-10-16,0-1 8 0,3-1-57 16,-1 1 31-16,1-2-50 0,1 1 35 0,3 1-62 15,-2-1 42-15,2 1-64 0,0 0 54 0,4 3-54 0,-1 0 70 16,4 2-56-16,1 1 46 0,3 1-60 0,-1 2 49 15,4 1-56-15,0 3 7 0,6 0 0 0,-1 2 43 16,0 3-57-16,-2 0 48 0,2 1-55 16,-3 2 52-16,0-2-56 0,-1 4 53 0,-3-3-6 0,1 1-8 15,-5 1-4-15,-1-2 1 0,-2-3 2 0,1 5 18 16,-5-5 6-16,-2 2-4 0,-2-3-5 0,-1 1-1 16,-3-1-11-16,-1-1-2 0,-3-3-4 0,-1 1-4 15,-1-3-2-15,10-1-2 0,-22-2-2 0,11-3-3 16,-3 0 2-16,2-4-1 0,0-2 6 0,0-3 0 15,3-2-34-15,0 1 35 0,4-1-27 0,0 1 52 16,4 1-34-16,1 0 33 0,1 4-44 0,3-1 38 0,1 0-45 16,5 2 37-16,2 0-37 0,2 3 34 15,1 2-37-15,3 2 33 0,0 2-30 0,1 2 0 16,4 2 36-16,-2 2-38 0,-1 4 35 0,2 2-36 16,-3 0 38-16,3 2-39 0,-7 0 33 0,2 1-17 0,-3 0-37 15,-2-1-55-15,-1 1-72 0,-4-1-100 0,2-3-106 16,-5 0-155-16,1-3-90 0,-5 0-229 0,0-8-393 15,0 0-845-15</inkml:trace>
  <inkml:trace contextRef="#ctx0" brushRef="#br0" timeOffset="22366.45">2702 12107 1051 0,'7'-6'744'15,"-2"2"-161"-15,-1 0-140 0,1 0-43 0,3 0-11 16,-3 0 8-16,1 0-48 0,2-2 11 0,1-1-91 15,-2-1 9-15,4-1-48 0,-2-1-47 0,5-5-36 16,-3 1-26-16,3-1-24 0,-1-2-18 0,3-3-2 16,-1-1 27-16,-1 2-8 0,-4 0 16 0,-1 3 17 15,1 0-43-15,-4 2 50 0,1 2-35 0,-2-1 49 16,0 3-57-16,-1 3 30 0,1-1-67 0,-3 1 32 0,-2 7-57 16,7-5 54-16,-7 5-36 0,9 5 41 15,-4 2-34-15,5 6 43 0,-1 4-38 0,5 3 5 16,4 3-6-16,0 0-10 0,3 6-7 0,0 2-51 0,2-4 46 15,3 3-45-15,-2-3-1 0,2 0 23 0,-2-4-65 16,1 1-34-16,-4-6-118 0,1-4-71 16,-3-3-98-16,-1 0-129 0,-3-2-224 0,-2-4-194 15,-3-2-687-15,-10-3-1258 0</inkml:trace>
  <inkml:trace contextRef="#ctx0" brushRef="#br0" timeOffset="23073.41">1330 13216 95 0,'-23'18'696'0,"1"-5"-190"0,3-1-125 0,2-1-37 16,2-2-88-16,2-1 30 0,3-1-6 0,1-3 68 15,4 4-16-15,5-8 22 0,-1 8 14 0,1-8-34 16,10 10-1-16,1-6-70 0,3 1-20 0,3 1-63 16,1 1-8-16,4-1-52 0,-3 1-2 0,3 0-41 15,-2-1 15-15,-1 4-38 0,2-3 19 0,-6-1-23 0,-1 0 18 16,-1 0-30-16,0-1 11 0,-3-2 7 16,0 1 67-16,-2-1 35 0,-8-3 56 0,14 5 49 15,-14-5-9-15,10 1 9 0,-10-1-78 0,4-9-20 16,-4-2-165-16,-5-4 0 0,-4-9 0 0,-4-9 0 15,-6-6 0-15,-7-8 0 0,-3-6 0 0,-4-5 0 16,-7-4 0-16,-11-17 0 0,-3-1 0 0,-2-5 0 16,-4-4 0-16,0-2 0 0,0-1 0 0,-3-3 0 0,2 0 0 15,1 0 0-15,4 2 0 0,1 1 0 16,6 9 0-16,12 16 0 0,1 2 0 0,4 7 0 0,3 2 0 16,3 2 0-16,3 6 0 0,6 10 0 0,0 0 0 15,2 5 0-15,3 4 0 0,2 3 0 0,1 4 0 16,0 1 0-16,1 1 0 0,3 2 0 0,-1 3 0 15,1-1 0-15,1 0 0 0,-1 1 0 0,2 2 0 16,-1-2 0-16,3-1 0 0,1 2 0 0,0 0 0 16,0-3 0-16,2 0 0 0,4-4 0 0,0-2 0 15,7-2 0-15,5-9 0 0,5-1 0 0,10-8 0 16,7-4 0-16,7-3 0 0,4-4 0 0,19-11 0 16,7-3 0-16,6-5 0 0,5-1 0 0,8-4 0 15,2-4 0-15,6-3 0 0,6-2 0 0,5-1 0 16,5 2 0-16,5 0 0 0,2 2 0 0,3 4 0 15,2 1 0-15,4 3 0 0,0 6 0 0,2 3 0 16,-5 6 0-16,-4 3 0 0,-5 4 0 0,-6 5 0 16,-9 5 0-16,-6 2 0 0,-9 3 0 0,-21 8 0 15,-4 2 0-15,-5 2 0 0,-9 2 0 0,-4-2 0 16,-11 8 0-16,-7 0 0 0,-1 0 0 0,-9 4 0 0,-4 4 0 16,-2-3 0-16,-3 2 0 0,-4 1 0 15,-2 0 0-15,-2 3 0 0,-2-3 0 0,-3 6 0 0,-2-3-15 16,-3 2-294-16,-5 3-73 0,-1 2-61 0,-4 1-86 15,-8 3-146-15,-4 3-75 0,-7 4-861 0,-8 6-1265 16</inkml:trace>
  <inkml:trace contextRef="#ctx0" brushRef="#br0" timeOffset="27748.81">2227 11007 137 0,'-4'24'227'0,"2"2"-65"15,-1-2-36-15,2-1-28 0,1-4-28 0,-1 1-6 16,1-2-14-16,-2-1-12 0,1-2-9 0,1-4-5 16,0 1-2-16,0-2-7 0,0-1 1 0,0 0-12 15,-1-2-43-15,1-1-51 0,0-6-207 0,0 12 242 16</inkml:trace>
  <inkml:trace contextRef="#ctx0" brushRef="#br0" timeOffset="31297.04">2006 11481 363 0,'0'0'368'0,"0"0"-70"0,0 0-76 0,1 8-39 15,-1-8-55-15,0 0-15 0,0 0-35 0,3 5 5 16,-3-5-37-16,0 0-9 0,0 0-7 0,1 7-9 16,-1-7-3-16,0 0-2 0,0 0-3 0,3 8-7 15,-3-8-48-15,0 0-93 0,1 7-146 0,-1-7-210 16,0 0 18-16</inkml:trace>
  <inkml:trace contextRef="#ctx0" brushRef="#br0" timeOffset="35947.92">2922 12606 106 0,'0'0'368'0,"0"0"-208"0,0 0-197 16,0 0-152-16,0 0 55 0</inkml:trace>
  <inkml:trace contextRef="#ctx0" brushRef="#br0" timeOffset="38579.56">1069 11971 153 0,'12'-5'345'0,"-2"1"-92"0,-1 2-7 16,-1-1-22-16,-8 3 3 0,11-6-6 0,-11 6 7 15,11-4 34-15,-11 4-13 0,8-6 28 0,-8 6-69 16,5-2 28-16,-5 2-37 0,0 0 12 0,-1-7-53 15,1 7 25-15,-6-3-52 0,6 3 8 0,-17-1-53 16,6 2 8-16,-6 2-49 0,-2 4 23 0,-4 2-42 16,-5 5 26-16,-7 6-40 0,1 3 5 0,-11 6 8 15,1 5 4-15,1 4-7 0,-3 0 35 0,4 1-36 0,-3 3 71 16,8-3-57-16,5-9 38 0,4-2-63 0,4-1 42 16,7-5-54-16,1-3 47 0,4-2-44 15,4-3 76-15,6 1-51 0,2-4 56 0,5 1-54 0,5-2 60 16,7-4-66-16,2-3-2 0,8-3-2 0,2-1 0 15,17-5-7-15,0-7-3 0,5 0 3 0,7-5-5 16,-2-2-20-16,-1 0 27 0,-9 5-24 16,-5 1 25-16,-4 0-22 0,-9 4 22 0,-5 3-31 0,-1 1 29 15,-7 0-28-15,-1 5 33 0,-2 1-19 0,-12 0 38 16,10 5-34-16,-9 3 43 0,-5 6-37 0,-6 5 25 16,-9 8 0-16,-4 5-6 0,-4 2-11 15,-7 6 3-15,-3 0 3 0,1 2 10 0,0-3 0 0,4-7 4 16,4-1-10-16,0-2-3 0,4-2-6 0,4-7-32 15,2-1 35-15,7-4-31 0,-2 1 37 0,7-4-15 16,2-1 30-16,3-2-22 0,3 0 29 0,5-3-30 16,3 0 21-16,4-4-31 0,6-4 25 0,7-3-30 15,8-3 16-15,5-7 3 0,5-3-11 0,10-7 5 16,0-4-1-16,4 0 0 0,-3-5-25 0,4-2 25 16,-1-3-22-16,2-1 25 0,1 1-23 0,-5 2 19 15,1 1-24-15,-6 6-8 0,-3 3-39 0,-12 7-77 16,-5 2-80-16,-8 6-65 0,-6 3-103 0,-3 3-74 15,-15 6-29-15,10 2-85 0,-10-2-555 0,-6 14-741 16</inkml:trace>
  <inkml:trace contextRef="#ctx0" brushRef="#br0" timeOffset="171789.21">20402 3734 38 0,'0'0'560'16,"-9"-7"-152"-16,9 7-87 0,-7-10-69 0,2 6-7 0,2-2-42 15,1 0-37-15,-1 0-18 0,1-1-39 0,-1 1-15 16,2 0-11-16,1-3 5 0,0 9-6 0,0-10-9 16,0 10-3-16,0-11-9 0,0 11-11 0,0-8-1 15,0 8-18-15,-1-7-4 0,1 7-4 0,0 0 0 16,4-5-1-16,-4 5-13 0,0 0 8 0,10 3-2 15,-10-3-1-15,10 9-7 0,-2-5 0 0,2 4 4 16,-1-1 15-16,1 3-19 0,3 0 32 0,0 2-8 16,1 1 21-16,0 3 24 0,2 1-13 0,-3-1-6 15,0 2-17-15,2 2-1 0,-2 4 35 0,0-3-4 16,-4 0-13-16,0 2 0 0,0-1 11 0,-3 1 3 16,-1 0-3-16,0 2-9 0,1-1-8 0,-4 1-6 15,4 0-14-15,-2 0-4 0,1 6-4 0,-1-2-2 16,1 1-3-16,-1 0-3 0,0 1-3 0,2 1-2 15,-3-1 8-15,1 2 31 0,-2 1-4 0,-2-1-10 16,0 0-9-16,0 3 3 0,0-3 4 0,-1 3 1 16,-2-1 29-16,1-1-5 0,-1 1-11 0,-2-1-8 0,1 1-5 15,1-2-6-15,-1 0-8 0,-1 0 1 16,1 0 3-16,-1-1 26 0,-3 0-22 0,4 0 11 16,-1-1-23-16,0 1 23 0,0-2-33 0,0 2-1 0,0-1 2 15,1 1 1-15,1 0 0 0,1 1-3 0,-1 0 3 16,1 0-4-16,-1 2 0 0,-1-1 17 15,1 2-23-15,1 1 21 0,-3-1-22 0,2 1 20 16,1 0-23-16,-2 4 24 0,0-5-23 0,2 2 3 16,0-3 2-16,-2 0-2 0,2 0 1 0,-1-1 30 0,2 2-24 15,-4 0-4-15,4 0 6 0,-2 1-7 16,1 1 2-16,-1-2 1 0,0 2-4 0,1 4 7 16,-1 2 1-16,-1-1-2 0,2 1 7 0,-3-2 24 0,1 1-8 15,0-1-3-15,-1 0-7 0,1-1 0 16,-1 1-8-16,1-1 2 0,-1-5 4 0,1 1-6 15,1 4-4-15,0-4-1 0,-1 1 2 0,2 5-3 0,0 0 2 16,-2 0-3-16,3-4 4 0,0-1 23 16,0 2 0-16,1-2-6 0,0 2-2 0,1 5-9 0,0-2 0 15,0-4-1-15,3 4-1 0,-2-6-7 0,0 0 5 16,1 1-10-16,-1-2 15 0,2 0-16 0,-3 2-1 16,3-1 15-16,0 0-13 0,-2-1 9 15,1 2-12-15,2 4 18 0,-2-5-10 0,1 5 1 0,1-1-4 16,0 0 1-16,1-7 1 0,1 6 1 0,-2-5-5 15,1 4 3-15,3-5 0 0,-3-1-1 0,1 0-8 16,1 0 10-16,-2 0-9 0,3 0 15 0,-1-1-15 16,-2 1 0-16,0 0 7 0,3-1 9 15,-2 1-15-15,-1 0 14 0,-1 1-16 0,2-1 15 16,-1 0-4-16,0 2-2 0,-2-2 1 0,1 1-1 0,0 0 10 16,2-1-6-16,-4 2-2 0,3-2 2 0,-4 1 13 15,2-1 3-15,0 0 1 0,-1 0-24 0,-1-1 24 16,1-1-21-16,0 1 18 0,1-1-23 15,-3-4 3-15,2 5 1 0,2-1-1 0,-2 0 27 0,1 1-26 16,0-1 27-16,1 1-30 0,0 0 24 0,0 1-26 16,1-1 23-16,-1 2-2 0,-1-1-4 0,4 1 0 15,-3-1 0-15,1 1-8 0,-1 0 4 0,1 0-3 0,-1 1-2 16,1-1-23-16,-2 0 28 0,1-1-23 16,-1 1 29-16,0-1-31 0,0 0 3 0,-1-1 7 15,2 2 3-15,-1-1 27 0,1 1-32 0,-1-1 27 16,3 0-32-16,-2 0 28 0,1 2-27 0,-1-2 29 15,0-1-6-15,2 3 5 0,-2-4-9 0,0 2-3 16,1-1-4-16,-1 3 2 0,1-4 7 0,-4 1-8 16,3 1-23-16,-2 0 33 0,-2-2-31 0,2-3 28 15,-2 3-26-15,-1-4 6 0,-1 3 3 0,-2 2 5 16,2 1 1-16,-2-1 1 0,-1 3 25 0,1-3-13 0,-1 1 6 16,0 2-28-16,0 0 24 0,-1-2-25 15,1 2 27-15,0-2-4 0,-1 0-3 0,1 3 3 0,-1-1-3 16,1 0-22-16,-1 0 37 0,0-2-30 0,1 1 33 15,-1 0-21-15,1 1 33 0,-1-1-32 0,1 1-1 16,-3-3 5-16,2 4-1 0,0-3-1 16,-1 8 26-16,1-6-36 0,0 1 31 0,0 0-36 0,1-1 32 15,-1 2-34-15,3-1 31 0,-5 4-35 0,5-3 35 16,-2 0-35-16,-1-2 30 0,2 1-30 0,1-1 30 16,-1 1-27-16,0 0 30 0,2-1-33 0,-1 0 28 15,0 2-27-15,2-3 0 0,-2 2 5 0,2 0 5 16,-2-1 27-16,2 0-34 0,2 0 30 0,-2 1-29 15,0 1 27-15,2-1-29 0,-2 0 28 0,2 2-3 16,-1-2-4-16,0 1 0 0,-1-1-3 0,3-1-3 16,-2 2-25-16,0-1 32 0,-1-2-23 0,2 1 25 15,-1 0-27-15,0 0 27 0,-1-1-30 0,0 1 6 16,0-1 1-16,0-1 32 0,0 1-36 0,0 1 32 16,-1-2-30-16,0 2 26 0,1 0-3 0,-2-2 6 15,2 1-12-15,0 2 0 0,-1-3-2 0,0 3 1 16,1-4-4-16,-3 2 2 0,4 1 1 0,-2-1 0 15,1 0 0-15,0-2-31 0,-1 2 37 0,0 0-28 0,1 0 33 16,-2-2-30-16,2 2 10 0,0 1 50 16,2-2-35-16,-2 2 26 0,0-1-35 0,0 0 27 0,1 1-4 15,0-2-5-15,-1 4-4 0,1-1-2 16,1-2-5-16,0 2 1 0,0-1-3 0,0 1 0 0,1-1 5 16,2-1-8-16,-3 2-2 0,2-1 2 0,1-2-2 15,-1 3 1-15,3-4-28 0,-2 2 35 0,2 6-26 16,1-2 29-16,0 1-3 0,-2 0-3 0,4 0-4 15,-2 1 4-15,0-2 0 0,-1-1-5 0,2 2 0 16,0-2 35-16,-1 2-42 0,1-1 36 16,-3-4-40-16,2-2 6 0,-2 0 0 0,4 7 1 0,-3-6 4 15,0 0 14-15,1 0 9 0,1-1 10 0,-1 0-2 16,1 6-27-16,-2-1 30 0,2-4-7 0,0-1-2 16,-2-1-6-16,-1 2-4 0,4-1 32 0,-5 0-42 15,2 0 31-15,-1-1-43 0,-2 0 39 0,1 1-45 16,-1-1 37-16,-3-2-41 0,2-2 37 0,-3 3-37 15,1-2 37-15,-2 1-37 0,1-3 37 0,-3 3-40 16,3-1 39-16,-2 1-40 0,0-4 39 0,1 4-38 16,-3-2 4-16,3-1 4 0,-1 2 3 0,2-2 2 15,-2 2 1-15,2-1 36 0,0 1-44 0,0-1 38 0,0 2-38 16,2-3 38-16,-1 2-45 0,0 1 41 16,0-1-7-16,4 3-3 0,-3-4 1 0,1 4-3 15,3-2-3-15,-4 2-2 0,5-2-3 0,-2 1 0 16,2-1 2-16,0-1-3 0,-1 2 2 0,3-4-2 0,-1 2 0 15,-1 1 0-15,1-3-35 0,0 1 41 16,1-5-38-16,-3 3 44 0,0-3-34 0,1 0 36 0,-2 2-35 16,3 0 36-16,-3-1-39 0,0-1 41 0,-1 2-5 15,0-1-3-15,-1-1-2 0,1 1-3 16,1-1-1-16,-2 2 0 0,-2-2-1 0,2 0-4 0,-1 2 20 16,0-2-22-16,-1 2 17 0,0-2-19 0,-1-2 18 15,0 1-19-15,1-1 17 0,-1 2-18 0,-1 2 17 16,1 0-15-16,0-1 14 0,-2 1-16 0,0-1 18 15,-3-2-6-15,1 2 17 0,-1-1-10 0,0-1 26 16,-4 1-14-16,1-1 26 0,-3-1 2 0,-2 3 8 16,-6-2 5-16,-5 3 6 0,-6 1 1 0,-3-3-4 0,-6 0 9 15,-6-2-13-15,-10 0-10 0,-8-1-15 0,-1-1-7 16,-5-1-9-16,-2-4-14 0,-3 0-42 0,-2-2-50 16,2-4-96-16,4-1-50 0,12-5-134 0,1-2-157 15,4-2-193-15,3-3-93 0,3-3-777 0,-1-1-1236 16</inkml:trace>
  <inkml:trace contextRef="#ctx0" brushRef="#br0" timeOffset="174938.33">13160 10722 1275 0,'0'0'811'0,"0"0"-162"0,2 6-159 0,-2-6-83 0,0 0-98 0,0 0-54 15,0 0-68-15,0 0-49 0,0 0-106 0,0 0-122 16,0 0-152-16,0 0-160 0,-8 5-208 0,8-5-392 15,-9 6-604-15</inkml:trace>
  <inkml:trace contextRef="#ctx0" brushRef="#br0" timeOffset="179037.34">9762 10722 154 0,'-32'-27'553'0,"-1"2"-109"0,2-1-111 0,2 1-32 0,5 7-38 0,2 3-20 0,7 1-84 16,-2 3-12-16,5 1-47 0,2 3 1 0,1 2-41 15,9 5 70-15,0 0 6 0,2 8 24 0,8 6 27 16,9 13-6-16,13 16-18 0,6 7 3 0,3 10-15 0,13 20-18 15,2 5 15-15,0 4-29 0,2 6-1 0,1 8-26 16,-2 1-3-16,1 7-9 0,0-1-2 16,1 4-16-16,-1 1-5 0,-2 3 15 0,3 3-4 0,-2 0-10 15,2-3-18-15,-1-4-3 0,-2-6-9 0,-1-3 1 16,-3-4-17-16,-2-7-37 0,-4-7-53 0,-8-18-105 16,-6-6-102-16,-1-5-87 0,-4-10-120 0,-9-9-119 15,-4-10-452-15,-8-8-679 0</inkml:trace>
  <inkml:trace contextRef="#ctx0" brushRef="#br0" timeOffset="179340.49">8962 13091 954 0,'-36'14'689'0,"10"-4"-133"0,3-2-134 0,5-1-89 16,4 2-70-16,7-5-47 0,7-4-44 0,0 0-15 15,14 1-10-15,13-12 5 0,18-10-2 0,16-11-7 16,31-20 2-16,16-12-26 0,17-13-10 0,42-29-5 16,12-11-9-16,13-7-8 0,14-7-8 0,10-10-28 0,11-7 12 15,13-2-13-15,3 0 6 0,6 2-2 16,3 7-8-16,-4 2-1 0,-5 12 4 0,-9 8-4 16,-11 19 4-16,-19 10-16 0,-20 12-10 0,-48 22 5 0,-13 8-13 15,-17 5 3-15,-27 13-13 0,-14 5-11 16,-8 3-16-16,-20 6-36 0,-10 7-54 0,-13 2-75 15,-8 3-97-15,-6 4-87 0,-14 3-77 0,-9 4-119 16,-18 8-584-16,-22 5-764 0</inkml:trace>
  <inkml:trace contextRef="#ctx0" brushRef="#br0" timeOffset="180087.39">10914 11801 471 0,'-3'-7'469'0,"1"2"-40"0,-1-2-84 0,2 1-8 16,1 6-59-16,-3-11-38 0,3 11-40 0,-2-9-34 15,2 9-34-15,-3-6-22 0,3 6 19 0,0 0 17 0,0 0-6 16,8 6-14-16,-2 0 15 0,2 4 0 16,1 3-11-16,4 3-21 0,2 1-17 0,0 4-21 15,3-1-16-15,1 4-11 0,3 2-12 0,1-1-1 16,-5-2 2-16,1-4-26 0,1 2-28 0,-2-3-84 15,0-3-82-15,-4-2-91 0,3-1-107 0,-4-5-89 16,1-1-512-16,-4-3-581 0</inkml:trace>
  <inkml:trace contextRef="#ctx0" brushRef="#br0" timeOffset="180320.76">11586 11267 792 0,'5'-10'770'0,"3"4"-157"0,-3 2-143 0,-5 4-104 16,6-4-61-16,-6 4-56 0,9 1-43 0,-9-1-30 15,13 7-26-15,-8 1-33 0,1 1-6 0,2 1-33 16,2 2-2-16,3 4-28 0,-1 0 8 0,4 6-24 16,2 0 6-16,-1 2-21 0,6 4 4 0,-4 0-12 15,5 1 10-15,-3-1-20 0,0 3 1 0,0-1-9 16,-1-1-26-16,2 0-78 0,-5-5-91 0,-1-1-81 15,1-3-88-15,-2-3-105 0,-1-2-528 16,0-5-608-16</inkml:trace>
  <inkml:trace contextRef="#ctx0" brushRef="#br0" timeOffset="180557.33">12226 11024 409 0,'3'-10'729'0,"-2"2"-172"0,0 2-116 16,1-1-97-16,-2 7-74 0,3-6-24 0,-3 6-8 16,0 0-17-16,13 2-4 0,-5 1-11 0,1 2-21 15,2 4-26-15,1-1-29 0,3 6-28 0,-1 1-21 16,5 4-18-16,1 0-14 0,0 1-5 0,4 5-9 16,-3 2 4-16,2-2-21 0,-3 0 7 0,-2-2-48 15,1-2-73-15,2 0-116 0,-5 0-69 0,2-4-90 16,-4-1-123-16,3-3-544 0,-3-1-654 0</inkml:trace>
  <inkml:trace contextRef="#ctx0" brushRef="#br0" timeOffset="180774.68">12823 10724 794 0,'5'-12'716'0,"-2"1"-164"0,-1 4-111 15,1 1-116-15,1 0-32 0,-4 6-23 0,9-7 4 0,-9 7-32 16,16-1-4-16,-7 2-35 0,4 3-30 0,4 4-35 16,0 1-13-16,4 7-36 0,-1 0-2 0,3 5-33 15,-1 4-2-15,1 2-21 0,-1 0-24 0,1 2-48 0,-1-2-85 16,-1 3-110-16,-2-4-74 0,-2-2-96 16,1-4-94-16,-1-1-589 0,-4-5-706 0</inkml:trace>
  <inkml:trace contextRef="#ctx0" brushRef="#br0" timeOffset="180970.48">13541 10428 566 0,'9'-7'695'16,"-5"3"-176"-16,-4 4-103 0,9-3-40 0,-9 3-34 15,11 5-36-15,-5-2-30 0,-1 4-45 0,1 0-32 0,-1 1-28 16,3 1-30-16,0 3-26 0,-1-1-12 0,1 3-38 15,2 3 3-15,0 1-16 0,3 1-13 0,0 2-45 16,0 2-117-16,1 1-156 0,1-2-156 0,-1-2-234 16,2 0-321-16,-3-4-587 0</inkml:trace>
  <inkml:trace contextRef="#ctx0" brushRef="#br0" timeOffset="181686.53">10163 11822 222 0,'0'0'367'0,"0"0"-66"0,0 0-18 0,0 0-37 0,0 0-6 16,0 0-43-16,0 0 22 0,2-8-32 0,-2 8-13 15,4-7 27-15,0 1 7 0,-2 1-3 0,6-1-11 16,-3-2-15-16,1-2-11 0,3 0-15 0,2-2-15 16,4-1-25-16,1-2-14 0,2-2-20 0,5-1-15 0,0 0-12 15,6-4-10-15,2 1-8 0,0 1-9 0,1 1 9 16,0-1-18-16,0-2 9 0,2 2-20 16,-2-1-1-16,0 1-22 0,0-2-18 0,-1 2-24 15,-2 0-37-15,-6 2-41 0,-2 1-40 0,-3 2-43 0,-4 2-54 16,-3 1-86-16,-5 2-131 0,-2 1-329 0,-4 9-355 15</inkml:trace>
  <inkml:trace contextRef="#ctx0" brushRef="#br0" timeOffset="181905.53">9544 11810 275 0,'-26'5'717'0,"8"-4"-159"0,4-1-132 0,4-2-78 15,5-4-93-15,6-4-43 0,8-3-46 0,15-10-19 16,8-6-11-16,16-10 5 0,9-2-9 0,6-3 20 16,16-9-40-16,2-2-19 0,3 1-20 0,3 2-17 15,-2 0-8-15,-3 2-12 0,-17 11-8 0,-2 3-9 16,-4 2-20-16,-7 5-101 0,-3 0-129 0,-15 10-50 16,-6 3-137-16,-6 3-551 0,-5 3-558 0</inkml:trace>
  <inkml:trace contextRef="#ctx0" brushRef="#br0" timeOffset="182137.81">9406 11290 389 0,'-18'2'656'0,"1"-2"-162"0,8-3-107 16,-1 1-95-16,10 2-51 0,-6-9-53 0,8 3-19 0,3-1-4 15,7-5-15-15,6-6-23 0,6-5 22 0,7-2-32 16,3-3-20-16,8-6-17 0,3-1-14 0,1-2-12 16,3 1-10-16,-1-2-10 0,2 0-13 0,-4 0-12 15,-1 4-31-15,-4 1-67 0,-8 4-45 16,-4 4-57-16,-6 3-65 0,-5 5-72 0,-5 2-86 0,-7 4-377 16,-4 3-312-16</inkml:trace>
  <inkml:trace contextRef="#ctx0" brushRef="#br0" timeOffset="182356.05">9206 11032 15 0,'0'0'637'16,"0"0"-159"-16,0 0-131 0,0 0-54 0,11-8-76 0,1-2-12 16,6-1-66-16,10-10 11 0,6-4-25 15,1 0 9-15,13-8-4 0,0-2-6 0,3-1-12 16,4-1-18-16,-3-1-14 0,2 0-18 0,1-1-24 0,-1 0 3 15,-2 1-21-15,-2-3 9 0,-4 4-18 16,0 1 4-16,-6 4-14 0,-8 7 2 0,-5 1-68 16,-7 8-43-16,-3 2-115 0,-8 3-121 0,-4 5-525 15,-5 6-421-15</inkml:trace>
  <inkml:trace contextRef="#ctx0" brushRef="#br0" timeOffset="182554.13">8953 10949 513 0,'-12'2'448'0,"12"-2"-112"0,0 0-63 16,-7-4-71-16,14-3-20 0,6-7-50 0,9-5 24 15,9-6-9-15,11-6-17 0,4-3-10 0,8-2-20 16,1-2-24-16,5-2-43 0,1 0 25 0,4-1-41 16,-1 1 28-16,0 1-37 0,-1 2 22 0,-6 2-38 15,-4 2-38-15,-7 4-123 0,-12 5-111 0,-3 2-179 16,-8 3-185-16,-4 1-155 0</inkml:trace>
  <inkml:trace contextRef="#ctx0" brushRef="#br0" timeOffset="182736.87">9399 10759 271 0,'0'0'465'16,"8"-3"-128"-16,-2 0-128 0,1-1-138 0,-1-2-120 16,3-3-129-16,2 3-178 0,0-5 187 0</inkml:trace>
  <inkml:trace contextRef="#ctx0" brushRef="#br0" timeOffset="183053.95">9214 9893 490 0,'-32'-28'429'16,"-1"1"-62"-16,-2 3-62 0,2 1-48 0,0 1 13 0,1 2-58 15,1 2-34-15,4 2 18 0,4 2 15 0,3 5-29 16,3-4-19-16,2 6-37 0,3-1-22 0,1 1-17 16,1 1-21-16,2 2-13 0,8 4-11 15,0 0-3-15,0 0-1 0,0 0 37 0,14 7-13 0,3 1-9 16,7 5 2-16,8 4 24 0,2 1-7 0,4 2-14 15,1 4 22-15,7 4 50 0,3 5-35 16,-3 3-24-16,0 4-8 0,-3 4-15 0,1 3-3 0,-1 6-13 16,-2 2 4-16,1 4-14 0,-4-1 8 0,1 4-16 15,-1 1-5-15,-2 1 16 0,3 3-15 0,-1-2-2 16,-3 3-2-16,3-4-2 0,-4 1-1 0,2-3-2 16,-2-4-3-16,-2-3 0 0,3-2-3 0,-2-3-15 15,-2-7-53-15,-3-8-96 0,0-4-115 0,-1-3-109 16,-3-4-158-16,0-6-544 0,-1-3-711 0</inkml:trace>
  <inkml:trace contextRef="#ctx0" brushRef="#br0" timeOffset="183220.54">10087 11039 1003 0,'0'0'773'15,"0"0"-163"-15,-4-8-152 0,4 8-105 0,0 0-76 16,0 0-60-16,-3-5-42 0,3 5-38 0,0 0-30 15,0 0-70-15,0 0-105 0,0 0-124 0,0 0-131 0,0 0-197 16,9-2-433-16,-9 2-537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31:11.204"/>
    </inkml:context>
    <inkml:brush xml:id="br0">
      <inkml:brushProperty name="width" value="0.05292" units="cm"/>
      <inkml:brushProperty name="height" value="0.05292" units="cm"/>
      <inkml:brushProperty name="color" value="#FF0000"/>
    </inkml:brush>
  </inkml:definitions>
  <inkml:trace contextRef="#ctx0" brushRef="#br0">14821 15001 313 0,'5'-6'532'0,"2"-2"59"0,-3 5-129 0,-4 3-91 0,8-8-87 16,-8 8-57-16,6-8-44 0,-6 8-34 0,0 0-25 16,7-3-9-16,-7 3-12 0,0 0 32 0,5 8-11 15,-5-8-15-15,0 13-2 0,-2-4 0 0,0 1-16 16,2 1-19-16,-1 2-13 0,-1-2-15 0,1 3-5 15,1-2-9-15,-1 1-4 0,1-1-10 0,0 1 2 16,1-1-8-16,-1-1 3 0,0-1-6 0,3 1 2 16,-2-1-1-16,-1 0 22 0,4-3 5 0,-2 1 4 0,-2-8 4 15,3 11 4-15,-3-11-10 0,6 8-4 16,-6-8-6-16,10 3-1 0,-10-3-6 0,16-3-6 16,-7 1-5-16,1-2 4 0,1-2-5 0,2 2 2 15,1-1-5-15,0 1 2 0,2 1-2 0,-1 0-1 0,0 2-3 16,1 1 17-16,3 2 3 0,0 3 10 15,1-1-13-15,2 2 1 0,-1 5 5 0,-2-1 0 0,1 3-1 16,-3 0 12-16,-1 1-7 0,-1 1 32 0,-2 2-26 16,-1-1 14-16,-2 0-26 0,-1-1 51 0,-2 1-31 15,-2-1 33-15,-3-1-42 0,0 0 36 0,-5-1-45 16,2 3 54-16,-4-2-51 0,-4 3 50 0,-3-1-12 16,-2-1-13-16,-2-1-8 0,-1-1-2 0,-2-1-9 15,-2-2-6-15,2-1-15 0,-4-3-22 0,3 1-26 16,2-6-44-16,-1 1-88 0,2-5-122 0,-1-2-126 15,5-2-74-15,-5-3-121 0,6-5-642 0,0-3-861 16</inkml:trace>
  <inkml:trace contextRef="#ctx0" brushRef="#br0" timeOffset="234.23">14823 15072 276 0,'0'0'789'0,"-1"-10"-135"16,1 10-135-16,-1-6-126 0,1 6-71 0,0 0-45 0,0-9-21 0,0 9-20 16,5-6-19-16,-5 6-17 0,12-8-28 0,-1 2-30 15,3-3-24-15,4-1-19 0,6-2-2 0,3-1-7 16,6-4-19-16,0-2-17 0,4 1-18 0,0-3 3 16,3 1-18-16,-3 2 5 0,-4 0-13 0,-5 4 0 0,-2 3-31 15,-7 0-62-15,0 5-94 0,-3 0-105 0,-5-1-69 16,-2 4-59-16,-9 3-74 0,0 0-561 0,0 0-658 15</inkml:trace>
  <inkml:trace contextRef="#ctx0" brushRef="#br0" timeOffset="1832.75">15623 14873 128 0,'0'0'377'0,"0"0"-111"0,0 0-41 0,4-5-53 15,-4 5-18-15,1-6-30 0,-1 6 10 0,4-8-12 16,-4 8 4-16,1-11-4 0,-1 11-4 0,2-9 2 16,-2 9-11-16,2-11-19 0,-2 11-13 0,0-12-4 15,0 5-18-15,0 0 23 0,0 0-36 0,-1-2 19 16,-2 0-42-16,1 1 29 0,-3-1-27 0,0-3 33 0,-2 3-34 16,-2-3 29-16,-2 2-19 0,-1-1 19 15,-1-3-26-15,-2 3 22 0,-3-3-18 0,0 1 23 16,-3 0-14-16,-2-1 10 0,-1 0 5 0,-1 1-6 15,-2 1 9-15,-1-1-7 0,1 0 3 0,-1 2 12 0,-1 1-10 16,1 0-2-16,-3 0-12 0,8 4 1 16,-4-2-4-16,3 3 5 0,-2 1 12 0,1 0 9 15,0 1-8-15,0 1-9 0,2 2-4 0,-4 2-9 16,2 2 0-16,-1 0 10 0,-1 4 12 0,-1 4-13 0,0 2 6 16,-2 5 4-16,2 2-2 0,0 4-12 0,1 3-2 15,2 0-7-15,3 3 1 0,-1 3 11 0,1-1 2 16,1 1-6-16,1 1-2 0,0 3 12 0,3-2-10 15,-2 1-4-15,0 1-9 0,4-1 1 0,-2 0 6 16,2 3 19-16,-2-3-4 0,3 3-1 0,0 0-14 16,1-1 42-16,4 2-3 0,-1 1 38 0,5 1-21 15,1-2 47-15,2-3-3 0,2 2-8 0,3 3 5 16,5 2-3-16,2-1 6 0,2-2-12 0,4 0-47 16,2-1 39-16,5-3-54 0,9 8 27 0,0-5-44 15,4 1 32-15,0-5-12 0,5-2-14 0,0-2-7 16,-6-6-4-16,4-4-7 0,0 1-4 0,1-3 4 15,-2-2 3-15,2-5-3 0,-2 0-1 0,2-3-6 16,-7-5-5-16,0-1 0 0,-2-3 3 0,1-4-6 16,4-1 0-16,1-5-29 0,4-2 42 0,-2-5-36 15,1-2 36-15,1-4-32 0,-3-4 72 0,3-6-46 16,1-6 31-16,-5-3-47 0,-1-4 36 0,-1-5-45 16,-5-5 36-16,-4-1-37 0,1-5 34 0,-3-1-42 15,-5-2 2-15,2 1 6 0,-7-1-1 0,0-1 38 0,-5 0-46 16,-4 10 35-16,-4 2-41 0,3-1 40 0,-8 3-41 15,0 0 42-15,-1 2-41 0,-4 2 43 0,-1 3-43 16,-3 3 3-16,0 3 7 0,-5 2-1 0,2 6 4 16,-3 0-2-16,0 7-6 0,2-1-4 0,-2 5-28 15,-2 2-24-15,6 2-26 0,-3 4-35 16,1-1-45-16,2 5-29 0,0 2-30 0,-2 0-35 0,4 4-46 16,-2 1-59-16,2 5-64 0,-2 0-5 0,2 2-65 15,0 4-56-15,-2 1-440 0,5 1-613 0</inkml:trace>
  <inkml:trace contextRef="#ctx0" brushRef="#br0" timeOffset="2399.98">15715 15033 244 0,'-9'4'556'0,"9"-4"-135"0,-10 2-95 0,10-2-50 0,-11 4-38 0,11-4-37 0,0 0-15 16,-11 3-8-16,11-3 7 0,0 0 7 0,0 0-18 15,0 0-26-15,0 0-23 0,0 0-6 0,7-12 7 16,5 5-7-16,5-2 2 0,2-1-3 15,7-5-14-15,1 2-12 0,7-2 11 0,-1-3-20 0,3 1-3 16,4-2 16-16,-2-1-25 0,7-1 2 0,5-2-5 16,2-1 1-16,2 0-18 0,-1 2-5 0,1-1-11 15,2 2 2-15,1-1-14 0,-1 1-2 0,-1 2-4 16,-8 3-2-16,0 1 0 0,1 0-2 0,-4 2-2 16,0 0 9-16,-2 3-14 0,-3-2 2 0,-7 5-5 15,-1 1-1-15,-7-3-3 0,-2 5 5 0,-3-1-5 16,-2 0-4-16,-2 0 2 0,-2 3-1 0,-2-2-2 15,0 2-2-15,-2 0-9 0,-9 2-23 0,14-5-36 16,-14 5-46-16,6-5-46 0,-6 5-43 0,0 0-38 16,0 0-35-16,-5-6-50 0,5 6-44 0,-14-2-73 15,14 2-448-15,-18-6-462 0</inkml:trace>
  <inkml:trace contextRef="#ctx0" brushRef="#br0" timeOffset="2651.49">16730 14341 275 0,'4'-8'504'0,"2"3"-127"0,2 1-87 0,1 1-56 0,1 0-40 16,5 0 5-16,1 3-39 0,3 1 23 15,6 1-36-15,1 4 26 0,3 0-1 0,2 4 14 0,1 0-2 16,4 6 4-16,-2 1-1 0,-2 3-14 16,0 3-17-16,-4 4 1 0,0 1-23 0,-5 5-33 15,-2 0-17-15,-5 3-13 0,-1-3 2 0,-7 0-8 16,1 0-2-16,-5-1 10 0,-4-3 9 0,-2 0-32 0,-2 1-19 15,-3 1-3-15,-3-1-10 0,1-4 3 0,-4 0-11 16,-1-1 3-16,0-3-17 0,2-4-20 0,-1-2-70 16,0-1-106-16,1-5-97 0,2-1-129 0,0-3-161 15,1-2-482-15,9-4-685 0</inkml:trace>
  <inkml:trace contextRef="#ctx0" brushRef="#br0" timeOffset="3817.18">17851 14347 43 0,'0'0'742'15,"0"0"-149"-15,2-7-147 0,-2 7-78 0,0 0-98 16,0 0-44-16,0 0-43 0,0 0 5 0,8 7 4 16,-7-1 1-16,3 5-13 0,0-1-12 0,0 3-21 0,3 5 3 15,2 3-20-15,-1 0-7 0,1 4-17 0,5 2-19 16,-1 1 18-16,2-2-20 0,-1 5-8 15,5-1-20-15,-3 2-7 0,-2-7-9 0,0 1-7 0,0-1-8 16,-1 0-2-16,-1 0-9 0,-3-6-2 0,-2 1-4 16,-1-1-4-16,2-2-5 0,-5-1-6 0,1-2-13 15,0-1-35-15,-4-1-64 0,2-3-82 16,-2-1-101-16,-2 0-81 0,-3-5-98 0,5-3-137 0,-10 3-294 16,10-3-476-16</inkml:trace>
  <inkml:trace contextRef="#ctx0" brushRef="#br0" timeOffset="4433.17">17883 14418 301 0,'-8'-4'700'0,"4"-2"-129"0,4 6-116 16,-9-7-70-16,9 7-72 0,-9-8-36 0,9 8-34 15,-5-7-17-15,5 7-8 0,-6-4-16 0,6 4-29 16,-4-8-38-16,4 8-22 0,1-9-26 0,3 2-18 0,6-2-17 15,2 1-6-15,7-3-13 0,5-3 0 16,12-1-10-16,2-2 2 0,6 1-4 0,9-6-4 16,5 0-1-16,-2 0-6 0,3-2 25 0,-3 1 4 15,1-3-1-15,-3 0-9 0,-1 2 4 0,-12 3-7 16,0 0 4-16,-3 2 3 0,-4 0 1 0,-7 4 20 0,-2 1-8 16,-2-1-7-16,-4 3-8 0,-4 2 16 15,-1 1 23-15,-1 1-5 0,-2 0 9 0,-2 0-4 16,-1 4-13-16,0-3-4 0,1 1-2 0,-3 3-10 15,-6 3-6-15,10-3 5 0,-10 3-1 0,12 1 1 0,-7 4 2 16,1 2-3-16,1 3-8 0,-1 4-2 16,3-1 6-16,1 3 38 0,-2 2-57 0,2 0 47 0,-1 0-53 15,1 1 52-15,-2 1-47 0,5-1 39 0,-3 1-45 16,4 3 46-16,-3 0-40 0,4-1 24 0,0 1-32 16,-1 2 10-16,3-2 7 0,0 0 0 0,-1 1-3 15,4 4 12-15,1-1 1 0,-1 1-6 0,-1-4-3 16,-1-1-8-16,-1 1-4 0,-3 0-2 0,0-2 11 15,-4-3 8-15,-1 0 1 0,0 0-3 0,-4 0-3 16,-2-1 35-16,-1 0-48 0,-4 2 36 0,-2 1-33 16,-5-2 45-16,-3 6-46 0,-2-1 33 0,-5-2-47 15,-4 1 36-15,-5 2-41 0,-1-2 36 0,-4 1-37 16,-3-2 41-16,-1 2-34 0,-3-3 55 0,-10 6-30 16,-2-4 19-16,-1 2 41 0,-3-3-25 0,-1 0-5 15,-2-2-7-15,0 0-2 0,0-2 7 0,11-2 2 16,-1-1-1-16,6-2-9 0,-1-3 0 0,6 2-11 15,7-5-3-15,8 1-8 0,3-2-13 0,2-1-12 16,4-1-14-16,-3 0-13 0,7-1-17 0,0 0 5 0,2 2 4 16,8-5 7-16,-9 4-18 0,9-4-22 15,-3 6-39-15,3-6-58 0,0 0-64 0,0 0-65 16,3 6-90-16,-3-6-168 0,0 0-161 0,0 0-944 0,0 0-1325 16</inkml:trace>
  <inkml:trace contextRef="#ctx0" brushRef="#br0" timeOffset="5715.92">15761 16704 15 0,'0'0'538'0,"4"-6"-148"0,-4 6-85 15,0 0-72-15,3-7-43 0,-3 7-13 0,0 0-15 16,0 0 9-16,0 0-26 0,-2 8-9 16,2-8-38-16,-2 10 3 0,2-10-21 0,-4 11 4 0,1-7 4 15,1 2 20-15,-3 1 19 0,1-1 3 0,-1 1 11 16,0-1 2-16,-2 0 3 0,1 1-11 0,-3 0-9 15,0-2-16-15,-1 1-1 0,-2-1-6 0,1-1-2 16,-2-1-13-16,3-2 3 0,-3 0-19 0,13-1-11 16,-23-2 12-16,13 0-5 0,-2-3-13 0,3-3-8 15,0 0-1-15,3-4-14 0,1-1 4 0,4-1-18 16,1 0 12-16,1-3-11 0,4 1 12 0,4-2-6 16,1 0 21-16,2 1-24 0,4 2 26 0,1 1-38 15,1 2 11-15,2 3-16 0,1 2 39 0,-1 6-27 16,2-1 20-16,-3 4-29 0,7 2 23 0,-2 3-23 15,1 4 20-15,-1 2-32 0,-2 3 3 0,0 1 1 16,-3 1 3-16,-2 1 6 0,-4 1 7 0,-3-1-8 0,-2 1 3 16,-3 1 4-16,0 1 10 0,-4-2 15 0,-4 4 26 15,-3 0-43-15,-3 1 24 0,-1 2-32 0,-5-3 27 16,-1-2-34-16,-2 0 29 0,3-3-5 0,-2-6 24 16,3-1-26-16,-1-1 22 0,2-6-21 0,2-2 14 15,-1-1-35-15,2-4 15 0,-1-4-28 0,3 2 21 16,0-5-23-16,4 0 15 0,-1-1-25 0,4 1 7 15,1-1 4-15,5 0-3 0,-1 2-2 0,1 0 0 16,1 2 6-16,3 1 6 0,3 2-3 0,-1 0 3 0,3 3-1 16,2 1 0-16,0 3 21 0,2 1-25 15,3 2 24-15,0 1-30 0,-1 0 22 0,1 2-24 0,-2 2 4 16,1-2-28-16,0 0 4 0,-3 1-52 0,1-3 1 16,-4 0-70-16,0-1-44 0,-1 1-69 15,-1-3-82-15,-3-2-78 0,1 2-56 0,1-3-94 0,-11-2-519 16,14-2-710-16</inkml:trace>
  <inkml:trace contextRef="#ctx0" brushRef="#br0" timeOffset="6048.82">16109 16658 679 0,'-8'-7'720'0,"3"3"-148"0,5 4-107 0,-13-1-42 15,8 5-8-15,1 5 16 0,-1 3-17 0,1 3-52 0,-1 3-96 16,4 7 16-16,1 1-32 0,0 0-27 15,6 8-5-15,1-1-52 0,2 3-19 0,3-1-45 0,2-3 2 16,4 0-35-16,-4-9 32 0,4 1-24 0,0-4 12 16,0-2-2-16,-1-5 7 0,2-2-29 0,-1-3 7 15,-3-2-24-15,4-3 8 0,-5-3-27 0,4-4 13 16,-2-3-23-16,0-4 12 0,-2-2-21 0,0-5 14 16,-5-1-19-16,-2-3 2 0,-3-1 0 0,-3-3-37 15,-4-2 43-15,-2-2 0 0,-5 1-7 0,-5-5-2 16,-2 4 4-16,-5 1-2 0,-2 2-3 0,-3 5-4 15,-2 3 3-15,4 3-9 0,-3 4-2 0,-1 2-8 16,3 3 1-16,-1 3-32 0,3 2-11 0,0 2-45 16,5 2-26-16,-3 2-85 0,5 2-47 0,1-1-50 15,3 1-70-15,0 2-70 0,7-1-29 0,1 0-44 0,1 2-14 16,4-9-63-16,1 10-348 0,4-4-534 0</inkml:trace>
  <inkml:trace contextRef="#ctx0" brushRef="#br0" timeOffset="6532.89">16205 16631 82 0,'15'-22'557'0,"-2"-1"-129"16,-4 2-64-16,-1-1-70 0,0 2-25 0,-5-2-5 16,-2 2 16-16,-2 0 12 0,-2-4 9 0,-3 2-8 15,-6-3-12-15,0 1 1 0,-6-2-18 0,-3 1-44 16,-7 2 16-16,0-1-53 0,-4 5 13 0,-4 3-53 16,-2 1 21-16,-3 3-50 0,-2 4 41 0,-5 2-23 15,2 1 9-15,-5 7-2 0,-2 2-18 0,1 5-11 16,-1 2-18-16,-7 9-16 0,1 3-14 0,3 8 9 15,3 5-5-15,5 4 22 0,2 6-27 0,6 6 6 16,7 4 76-16,6 6-48 0,5 6 26 0,8 2-16 16,6 1-10-16,7 3 2 0,5 1-2 0,8 0-17 15,5-2-3-15,8-2-9 0,5-1-40 0,6 0 53 0,13 7-15 16,6-4-13-16,-7-17-8 0,6-2-4 16,2-4-8-16,6-2-31 0,0-4 0 0,2-8 0 15,1-3 0-15,3-7 0 0,-3-6 0 0,-1-4 0 0,-10-10 0 16,-2-4 0-16,-1-4 0 0,0-6 0 0,-6-5 0 15,2-4 0-15,1-7 0 0,-1-7 0 0,-5-2 0 16,-3-7 0-16,-5-3 0 0,2-7 0 0,-8-7 0 16,0-4 0-16,-5-5 0 0,-3-5 0 0,-4-1 0 15,-5-3 0-15,-4 1 0 0,-7-3 0 0,-6 2 0 16,-5 0 0-16,-2 4-31 0,-6 5 31 0,-6 1-48 16,-6 6 49-16,-2 2-58 0,-6 7 41 0,0 3-56 15,-6 7 48-15,2 2-51 0,-2 5 23 0,-4 3-64 0,11 6 61 16,-3 5-33-16,5 3 20 0,-1 1-47 15,6 5 29-15,5 0-20 0,3 3-48 0,5 2-53 0,1 0-45 16,3 5-20-16,1 0-28 0,3 5-42 16,1-1-80-16,5 3-57 0,-2 2-26 0,2 2-100 0,5 2-538 15,1 0-758-15</inkml:trace>
  <inkml:trace contextRef="#ctx0" brushRef="#br0" timeOffset="8033.76">16725 16704 379 0,'0'0'344'0,"-11"0"-92"0,11 0-32 0,-10 1-35 15,10-1 11-15,0 0-7 0,-10 3 12 0,10-3-26 16,0 0 10-16,0 0-23 0,-10 1-7 0,10-1 1 16,0 0-1-16,0 0-1 0,0 0-7 0,0 0 12 15,0 0-4-15,0 0 8 0,0 0-12 0,0 0-2 16,8-5-12-16,-8 5 0 0,0 0-16 0,0 0 5 16,7-2-10-16,-7 2 2 0,0 0-5 0,0 0 2 15,0 0-7-15,0 0-19 0,0 0-3 0,10-4-9 16,-10 4-3-16,0 0-4 0,0 0-5 0,0 0-15 15,0 0-6-15,0 0-6 0,0 0-8 0,0 0-5 16,0 0 0-16,0 0-3 0,0 0-11 0,0 0 0 16,0 0 1-16,7-3-4 0,-7 3 1 0,0 0-2 15,0 0-4-15,0 0 7 0,0 0-3 0,0 0-3 16,0 0 1-16,0 0 1 0,0 0-2 0,0 0 5 16,0 0 4-16,0 0 0 0,0 0 12 0,0 0 4 15,0 0-1-15,0 0-4 0,0 0 0 0,9-4-5 0,-9 4-4 16,9-5-3-16,-2 2 1 0,2-1 2 15,2-2 2-15,2-1 5 0,3 0 13 0,3-2 9 16,2 0 2-16,4-3-11 0,5-2 4 0,4-2 33 16,6 1-8-16,-1-1-5 0,1-4-10 0,3 1-3 0,-2 0-2 15,0-4-4-15,4 4 19 0,-3-1 14 0,-1 1-3 16,2 0-3-16,-2 0-3 0,1 1-6 16,-3 0-9-16,-1 0-44 0,-1 5 38 0,-2-3-43 0,-1 1 38 15,2 2-41-15,-5 1 42 0,-1 0-50 0,0 0 46 16,-3 2-42-16,-1 0 44 0,-1 2-44 0,-2-2 45 15,-2 3-44-15,-3 0 50 0,0 1-20 16,0-3 39-16,-4 3-36 0,0 2 44 0,0-1-45 0,-2-1 38 16,-3 1-51-16,2 2 38 0,-2-2-35 0,0 2-13 15,-1-1 39-15,-2 1-45 0,2 0 4 0,-2-1-4 16,-6 4 1-16,14-6-1 0,-14 6-6 0,9-8 8 16,-9 8-4-16,11-4 5 0,-11 4-3 0,8-6-11 15,-8 6-3-15,7-4-9 0,-7 4-12 0,6-5-9 16,-6 5 27-16,0 0-52 0,9-6 35 0,-9 6-41 15,0 0 40-15,9-4-53 0,-9 4 18 0,5-6-74 16,-5 6-2-16,4-4-102 0,-4 4-40 0,3-8-43 16,-3 8-43-16,-2-9-52 0,2 9-19 0,-5-10-45 15,1 1-64-15,-5 3-55 0,2 1-383 0,-5-3-593 16</inkml:trace>
  <inkml:trace contextRef="#ctx0" brushRef="#br0" timeOffset="8300.5">17824 15924 394 0,'0'0'587'0,"0"0"-132"0,-7-5-103 0,7 5-69 0,0 0-57 0,0 0-7 16,0 0 22-16,0 0 27 0,8-5 13 15,-8 5-21-15,17 2-11 0,-6 0-15 0,5 1-22 0,1 0-28 16,4 3-14-16,1 1-5 0,2 0-22 0,3 4 25 16,-2 0-54-16,-2 2-16 0,2 0 8 0,-6-1 34 15,-1 1-62-15,-2 1 63 0,-3 1-67 0,1 0 53 16,-5 1-13-16,0 0-9 0,-1 0-2 0,-6 1-23 15,1 0-10-15,-2-1-20 0,-4 2-10 0,0 1-8 16,-5 1-8-16,0-1-6 0,1 1-16 0,-4-2-33 16,1-1-43-16,1-1-64 0,0-4-75 0,2 1-81 15,0-4-101-15,2 0-88 0,1-3-53 0,-1-3-94 16,5-3-571-16,0 0-810 0</inkml:trace>
  <inkml:trace contextRef="#ctx0" brushRef="#br0" timeOffset="8599.56">18258 15793 397 0,'0'0'764'0,"-4"-7"-161"0,4 7-126 0,-1-6-112 16,1 6-74-16,0 0-42 0,0 0 27 0,0 0 22 15,0 0-2-15,7 3 17 0,-1 4-34 0,-1 1-49 0,5 3 52 16,1 3-77-16,1 5 59 0,5 1-48 0,-2 5 14 15,6 4-67-15,-1 3 39 0,1 1-22 0,-1 3 15 16,-1-1-63-16,1 0 36 0,-3 1-47 16,0 0 49-16,1 2-59 0,0-4 25 0,-3 0-66 0,2 0 31 15,-3-2-62-15,0-4 30 0,-1-1-54 16,-2-1 38-16,-1-1-52 0,1-3 44 0,-2-4-76 16,-1 1-15-16,-3-5-74 0,3-1-24 0,-4-1-41 15,1-3-34-15,-2 1-43 0,1-3-126 0,-4-7-175 0,3 7-112 16,-3-7-119-16,0 0-660 0,-8-9-1070 0</inkml:trace>
  <inkml:trace contextRef="#ctx0" brushRef="#br0" timeOffset="9317.27">18243 15737 595 0,'0'0'562'0,"-4"-6"-134"16,4 6-94-16,-2-8-63 0,2 8-52 0,-3-5-18 0,3 5 29 16,0 0 23-16,5-6 9 0,-5 6-4 15,12-3-19-15,-5 0-17 0,6 1-29 0,1-4-36 16,4-1-21-16,5 1 5 0,8-5-18 0,5-2 0 16,2-2-16-16,5-2 9 0,0-4-39 0,10-1 22 15,5-5-48-15,-1 1 53 0,3-1-65 0,0 0 2 16,0-1-5-16,-1 0-4 0,0 3-2 0,0 0-6 15,-3 1-5-15,-1 0-6 0,-4 3 0 0,-9 1-2 0,-1 2-4 16,-1 0 1-16,-5 2 6 0,-1 0-5 0,-6 4 5 16,-3-1 8-16,-5 5-5 0,0-1 2 15,-6 0 9-15,0 3-2 0,-1 1 41 0,-4-1-58 16,1 1 53-16,-1 1-65 0,-1 0 47 0,-1 2-54 0,-7 2 54 16,13-6-62-16,-13 6 46 0,9-5-49 0,-9 5 49 15,10-4-54-15,-10 4 53 0,7-3-56 0,-7 3 62 16,0 0-59-16,11 0 54 0,-11 0-25 15,12 6 27-15,-7 0 17 0,1 0 18 0,2 2-3 0,0 3-7 16,2 1 3-16,-1 4 28 0,2 0 20 0,3 4-2 16,0 4-7-16,3-2 16 0,-3 3-33 0,5 6 27 15,2 0-49-15,-3 2 42 0,1 0-28 0,-1 1 44 16,1 1-62-16,0 0 32 0,-2 1-58 0,-1 0 30 16,-2-2-49-16,-1 1 39 0,-3-4-51 0,-1-2 42 15,-2 0-46-15,-1-4 0 0,-2-1-2 16,-3 0 5-16,3-1 0 0,-3-4 3 0,-1 0 3 0,0 0-1 15,-2-2-1-15,-1 0 9 0,-1 1-5 0,2-4 12 16,-6 1 1-16,2 0 36 0,-5 1-45 0,-1 1 42 16,-1-1-46-16,-9 3 37 0,-2 3-50 0,-7 0 40 15,-2 2-40-15,-5 1 42 0,-12 3-41 0,-8 4 38 16,-3 0-46-16,-8-3 47 0,-4 3-51 0,-2 0 46 16,-6-2-56-16,2 0 64 0,2-1-41 0,4-1 44 15,3-2-33-15,6-1 49 0,4-1-53 0,8-2 0 0,10-4 0 16,3-1 0-16,11-4 0 0,3-1 0 15,4-1 0-15,2-3 0 0,1 3 0 0,4-3 0 16,0-1 0-16,2-1 0 0,3-1 0 0,2 0 0 0,-2 0 0 16,1-2 0-16,3 1 0 0,5-4 0 0,-11 7 0 15,11-7 0-15,-9 4-39 0,9-4 8 0,0 0-95 16,-8 2-40-16,8-2-86 0,-4-6-76 0,4-4-109 16,1 1-132-16,1-5-114 0,-4-4-59 0,1 1-786 15,0-2-1161-15</inkml:trace>
  <inkml:trace contextRef="#ctx0" brushRef="#br0" timeOffset="9500.33">18552 16437 1261 0,'0'0'976'0,"0"0"-240"0,9 2-157 0,-9-2-132 0,0 0-111 15,0 0-84-15,9 3-55 0,-9-3-34 0,0 0-49 16,0 0-50-16,0 0-77 0,0 0-119 0,0 0-155 15,0 0-139-15,0 0-245 0,10-3-456 0,-10 3-741 16</inkml:trace>
  <inkml:trace contextRef="#ctx0" brushRef="#br0" timeOffset="12865.7">18313 15139 175 0,'0'0'337'0,"0"0"-98"0,-10 1-29 16,10-1-17-16,0 0-20 0,-10 1-13 15,10-1-9-15,0 0-9 0,0 0-12 0,0 0-3 0,-12 2-5 16,12-2 4-16,0 0-35 0,0 0 18 15,0 0-32-15,0 0 25 0,0 0-36 0,0 0 14 0,-10 2-31 16,10-2 25-16,0 0-23 0,0 0 17 0,0 0-15 16,0 0 19-16,0 0-1 0,0 0 34 15,0 0 12-15,0 0 22 0,0 0 10 0,0 0 2 0,0 0 7 16,0 0-13-16,0 0 5 0,-5 4-20 0,5-4 3 16,0 0-14-16,0 0 6 0,0 0-21 0,0 0 31 15,0 0-45-15,0 0-18 0,0 0-16 0,-4-4-3 16,4 4 18-16,-2-8-13 0,2 8 36 0,-3-8-54 15,2 0 38-15,-2-1-56 0,2 1 57 0,-2-5-34 16,0 2 37-16,-1-3-48 0,1 0 38 0,-2-4-54 16,-1-1 40-16,-1-1-54 0,0-3 46 0,0 0-54 15,-2-4 48-15,-2 2-52 0,-1-4 46 0,2 2-48 16,-3 0 5-16,3-1 2 0,-2 0 7 0,1 3-3 16,1-3 1-16,1 5-17 0,0 1 18 0,1 2-7 15,2 1-15-15,1 3-25 0,0 1-36 0,-3 1-60 16,4 2-109-16,-1 1-89 0,1 1-74 0,-1 1-22 15,1 2-77-15,-3 1-59 0,0 1-501 0,-2 3-687 16</inkml:trace>
  <inkml:trace contextRef="#ctx0" brushRef="#br0" timeOffset="13749.16">15145 15115 701 0,'0'0'575'0,"0"0"-151"16,0 0-83-16,0 0-74 0,0-7-59 0,0 7-46 0,0 0-31 15,0 0-32-15,-3-6-18 0,3 6-15 0,0 0-21 16,0 0-25-16,0 0-51 0,0 0-59 0,0 0-82 15,12 2-102-15,-5 3-171 0,-1 1-221 0,4 3-175 16</inkml:trace>
  <inkml:trace contextRef="#ctx0" brushRef="#br0" timeOffset="13932.34">16290 17287 687 0,'1'11'711'0,"1"-3"-183"15,-4-2-225-15,2-6-198 0,-1 11-130 0,1-11-93 16,-4 8-69-16,4-8-77 0,0 0-279 0,-5-6-53 16</inkml:trace>
  <inkml:trace contextRef="#ctx0" brushRef="#br0" timeOffset="14149.1">15104 15132 75 0,'-10'-25'643'0,"1"3"-184"0,1 2-110 15,1 5-92-15,2 2-87 0,2 5-62 0,3 8-58 0,-3-7-42 16,3 7-41-16,3 8-20 0,2 1-49 0,-1 6-34 16,4 3-64-16,-2 6-301 0,3 6 8 15</inkml:trace>
  <inkml:trace contextRef="#ctx0" brushRef="#br0" timeOffset="14334.67">15798 16952 683 0,'0'0'555'0,"0"10"-138"0,0-10-105 16,0 0-145-16,-5 6-118 0,5-6-103 0,0 0-64 15,0 0-76-15,0 0-86 0,0 0-203 0,0 0 30 16</inkml:trace>
  <inkml:trace contextRef="#ctx0" brushRef="#br0" timeOffset="20799.05">20248 15595 1004 0,'-1'-6'771'0,"1"6"-130"0,0 0-144 0,0 0-89 0,-4-5-76 16,4 5-61-16,0 0-45 0,-4 9-31 0,4-9-40 16,-1 9-27-16,1-2-19 0,0 0-7 0,0 1-16 15,1-1-13-15,1 0 13 0,0-1 27 0,1 2 28 16,2 0-25-16,-2-3 58 0,3-1 18 0,-6-4 11 16,13 5-21-16,-13-5 29 0,20-5-68 0,-7-3 12 15,3-7-64-15,5-6 17 0,3-6-55 0,4-3 27 16,4-12-53-16,0-1-3 0,6-7-3 0,-2-3-5 0,4-4 31 15,1-5-30-15,11-16 16 0,0-3-42 16,2-3 34-16,4-3-34 0,2 1-23 0,1-3-31 0,6-1-29 16,1 1-67-16,4 3-10 0,4-2-120 15,0 6-148-15,0 2-112 0,-2 7-68 0,-4 4-149 16,-3 6-521-16,-15 14-890 0</inkml:trace>
  <inkml:trace contextRef="#ctx0" brushRef="#br0" timeOffset="23117.83">14865 17108 128 0,'-6'-4'342'0,"1"-1"-86"0,0 0-32 0,-2-1-28 0,2 1-38 16,-1 1-10-16,-2-1-3 0,2 0-4 0,-1 0-8 15,7 5-1-15,-14-8 3 0,9 6-17 0,5 2-23 16,-9-6-23-16,9 6-11 0,-9-5-12 0,9 5 5 15,0 0 52-15,-5 3 33 0,5-3-11 0,1 13-20 0,2-2-13 16,1 4-18-16,1 0-10 0,1 4-11 16,2 4-5-16,3-3 25 0,0-1 1 0,-1 0 37 15,4-1 35-15,-2-2 17 0,3-3 19 0,0-2 11 16,3-6-2-16,0-3-25 0,10-7-17 0,13-13-44 0,14-15 5 16,23-18-36-16,11-10 27 0,7-7-26 15,9-11-14-15,9-6-14 0,3-8-29 0,26-23-30 16,-5 1-32-16,-25 23-59 0,-7 1-53 0,-5 1-72 15,-3 3-71-15,-13-1-93 0,-7 7-127 0,-12 3-108 0,-8 3-362 16,-17 15-581-16</inkml:trace>
  <inkml:trace contextRef="#ctx0" brushRef="#br0" timeOffset="26183.76">19789 16090 264 0,'12'-10'232'0,"-2"1"-55"0,2 0-33 0,-1-1-11 0,-1 1 1 16,3-1-31-16,-3 0 7 0,2 1-26 0,-1-1 1 0,0 1-20 15,1-2 6-15,-3 3-17 0,0-2 14 0,-1 0-23 16,2 3 25-16,-3-1-5 0,-1 1 16 0,-1 0-13 16,1-1 7-16,-1 1-31 0,-1 1 15 0,0-1-14 15,0 0 15-15,-1-1-21 0,-1 1 10 0,1-2-20 16,-2 2 41-16,0-3-24 0,1 1 10 0,1-3-22 15,-3 1 5-15,0 1-15 0,2-2 27 0,-2-1-23 16,-2 1 11-16,2-4-15 0,-1 1 5 0,-1 0-14 16,-1-1 14-16,2-1-4 0,-2 3 15 0,-2-4 1 15,1 0 2-15,-1-1-9 0,-1-1-3 16,-2-1-6-16,-1 0 0 0,0 0 8 0,-1 2 0 0,-3-3 1 16,3 3 11-16,-3 0 7 0,0 0 26 0,1 2-20 15,-1 0-4-15,0-1-18 0,0 4-4 0,-1-2-9 16,0 1 0-16,1 0-13 0,-2 2 9 0,2 0-12 15,0-1 5-15,-2 2-12 0,2 1 8 0,-1 0-7 16,-1-2 0-16,1 4-1 0,-3-1-2 0,1 0 9 0,-1 3-7 16,-3-2-5-16,-1 1 8 0,1 3-6 0,-3-1-1 15,-3 1 1-15,1 1 1 0,-3 1 0 16,-2 1 1-16,1 0 26 0,-2 0 9 0,2 1-11 0,-1-1 3 16,3 1 2-16,-1 1 1 0,3 0 1 15,2-2-2-15,0 2 3 0,2-1 12 0,1 0-6 16,1-1-4-16,1 2-1 0,0-1-10 0,4-1 0 15,-1 2-2-15,0 0-4 0,1 0 0 0,2 0-1 0,-5 2 6 16,3 1-13-16,-4-1 0 0,0 1 0 0,0 2-6 16,-1 1 1-16,-3 1-5 0,1-1 6 15,1 2-6-15,-1 0 7 0,-2 1-6 0,1-1 7 16,3 3-6-16,-3-2 2 0,0 1-4 0,3-1 5 0,-1 1-3 16,-2-2 8-16,4 2-3 0,0 0 1 0,0-2-2 15,3 0 0-15,1-1-1 0,0 1-1 0,1-1 1 16,-1-1-2-16,1 1 0 0,3 1-3 15,-3 0 2-15,2-2 1 0,-2 3-2 0,1-1 1 0,1 0 2 16,-2 3-1-16,-1 0 0 0,-1 3 1 0,1 0-2 16,-2 1 3-16,4 1-5 0,-4-1 8 0,3 2-7 15,2 0 5-15,-2-1-9 0,4 1 8 0,-1 2-7 16,0-3 7-16,1 1-6 0,2 0 6 0,2-3-7 16,-1 1 8-16,1-1-8 0,0 0 8 0,2-1-7 15,-1-2 6-15,0-1-7 0,2-1 8 0,-1-1-7 16,2 1 6-16,-3-1-6 0,3-1 3 0,-1-1-4 15,2-6 8-15,-2 11-4 0,2-11 4 0,-4 9-7 16,4-9 5-16,-2 10-6 0,2-10 6 0,-3 11-3 16,3-11 4-16,-2 9-5 0,2-9 8 0,-4 8-7 15,4-8 1-15,-3 10-7 0,3-10-33 0,0 8-65 16,0-8-72-16,4 11-53 0,-4-11-26 0,8 10-83 16,0-4-75-16,0-2-467 0,1 2-441 0</inkml:trace>
  <inkml:trace contextRef="#ctx0" brushRef="#br0" timeOffset="83278.81">22830 15538 517 0,'-1'-9'792'0,"-1"1"-162"0,2-1-139 0,-1 3-115 16,1 6-74-16,-4-8-54 0,4 8-32 0,0 0-6 16,-4 12-21-16,3-1 11 0,-2 4-14 0,2 3-36 15,1 2-31-15,0 6 53 0,0-1-37 0,3 0-25 0,-1-1 5 16,1 0-4-16,-1-4 2 0,1-4 0 0,0 0 1 16,-2-2 18-16,0-1 21 0,2-3 32 15,-2 1 32-15,1-5-13 0,-2-6-64 0,0 0 11 16,0 0-34-16,0 0-21 0,-2-11-21 0,1-1-18 0,-2-7-20 15,1-6-8-15,-2-3-5 0,-1-5-55 0,-1-10 42 16,1-1-51-16,-2-4 10 0,0 0 6 0,1-2 39 16,-1-5-38-16,2-8 23 0,-2 11-37 0,4-2 40 15,2 5-31-15,2 5 38 0,2 8-39 0,1 4 34 16,4 7-36-16,3 4 38 0,5 10-29 0,0 3 49 16,5 8-12-16,11 5 55 0,7 9-36 0,2 4 41 15,8 10-42-15,1 4 31 0,0 4-40 0,-3 2-1 16,-2 4 27-16,-3 0-46 0,-2 3 37 0,-4-2-55 15,-3 0 18-15,-9-7-50 0,-1 0-51 0,-5-3-34 16,-4-1-45-16,-4-3-72 0,-4-6-75 0,-4-4-111 0,-3-1-107 16,-4 0-31-16,-4-3-72 0,-4-1-90 15,-4-3-355-15,-2-2-707 0</inkml:trace>
  <inkml:trace contextRef="#ctx0" brushRef="#br0" timeOffset="83446.13">22859 15505 375 0,'-9'-3'561'15,"9"3"-132"-15,-6-5-82 0,6 5-18 0,0 0 8 16,9-3-3-16,-9 3 6 0,19-1-12 0,-6-1-28 0,5 1-51 16,3-5-44-16,6 1-43 0,5-1-35 15,10-5-25-15,-1 3-21 0,5-3-17 0,-2 0-15 0,-1-1-42 16,-1 0-77-16,-1-2-107 0,-4 0-91 16,-2 0-76-16,-7 0-60 0,-3-1-37 0,0 2-39 0,-4-3-325 15,-8 1-331-15</inkml:trace>
  <inkml:trace contextRef="#ctx0" brushRef="#br0" timeOffset="83646.06">23535 15162 35 0,'0'-7'550'0,"0"7"-153"0,-4-6-56 16,4 6-29-16,0 0 1 0,-14 6 20 0,5-3 0 15,0 4 21-15,-1 2-15 0,-2 1-12 0,-1 4-13 16,-1 0-44-16,2 4-9 0,-1 0-50 0,2 2-22 16,2-1-50-16,0 5-3 0,3-2 16 0,2 0-19 15,1 2-2-15,5-5-6 0,0 4-3 0,4-1-12 16,5-3-16-16,0 0-17 0,6 0-10 0,4-3-15 15,3-3-16-15,-2-6-17 0,5-2-34 0,-1-5-62 16,2 0-88-16,3-6-86 0,-1-3-113 0,0-5-82 16,0-7-23-16,0-2-50 0,-3-4-51 0,-2-3-489 15,-2-2-677-15</inkml:trace>
  <inkml:trace contextRef="#ctx0" brushRef="#br0" timeOffset="83878.95">23796 14777 312 0,'-13'-18'572'0,"3"2"-103"15,-2 2-110-15,2 3-10 0,1 1-35 0,0 4-4 16,2 1-5-16,7 5-8 0,-12-2 9 0,12 2-16 16,-8 9 2-16,6 1-51 0,-1 2 6 0,3 5-39 15,2 4 0-15,0 5-71 0,3 3 12 0,4 4-63 16,0 4 26-16,3 3-60 0,1-3-11 0,3 2-5 0,0-1-4 16,0 1-10-16,1-3-2 0,1 1 37 15,-1-5-57-15,0 2 25 0,1-4-73 0,-3-4-21 16,-1-4-67-16,-2-3-90 0,-2-1-79 0,0-2-40 0,-1-5-15 15,0-1-23-15,-2-3-28 0,0-2 4 0,-7-5 3 16,0 0 5-16,16-5-349 0,-13-2-258 0</inkml:trace>
  <inkml:trace contextRef="#ctx0" brushRef="#br0" timeOffset="84700.14">24003 15233 638 0,'-4'-17'436'0,"0"5"-42"16,-1-2-2-16,1 4-50 0,2 0-59 0,-1 2-43 16,1 2 34-16,2 6 39 0,-2-7 15 15,2 7-40-15,0 0-28 0,0 0-17 0,0 10-48 0,2-3-8 16,0 1-52-16,3 1 10 0,0 4-22 0,3-3-27 15,1 3-11-15,0-2 33 0,1 0-69 0,2 2 46 16,-1-2-58-16,1-3 35 0,0 2-48 0,1-4 37 16,1 1-61-16,-3-4 33 0,0 0-66 0,1-1-5 15,-1-2-9-15,-2-3-7 0,1 0 5 0,-1-4 4 16,-1 0-13-16,-3-3 22 0,3 1-9 0,-5-5 21 16,1 0-8-16,-4 1 18 0,0 0 3 0,0 1 9 15,-1 0 13-15,0 0 18 0,-2 2-10 0,3 1 24 0,-1 1-31 16,1 8 23-16,-3-11-24 0,3 11 43 15,0 0-47-15,0 0 38 0,-6 6-40 0,6-6 33 16,3 13-44-16,0-3 1 0,2 3 1 0,3-1 9 16,4 3-3-16,4-2 0 0,-3 0 0 0,6-1 3 0,2-1 42 15,-1-3-49-15,3-1-2 0,3-1-2 0,-1-3 6 16,3-3-2-16,-1 0 7 0,1-3-9 16,1-2 2-16,-3 0 12 0,4-3-17 0,-6-1 2 15,-1 0-1-15,-4-2 3 0,2-2 44 0,-5 2-51 0,0-4 45 16,-5 2-52-16,-1-2 32 0,-3 1-25 0,-4 1 38 15,-1 0-43-15,-4 1 47 0,0 1-43 16,-6 0 41-16,-1 3-43 0,-2 0 48 0,-1 5-40 0,-3 3 42 16,-2 3-48-16,-2 2 43 0,-1 3-38 0,2 3 33 15,-1 2-47-15,3 0 10 0,2 2 15 0,0 0 10 16,4 1 12-16,4-1 6 0,2-2 44 0,1-1-52 16,3-1 43-16,1 0-42 0,3 0 35 0,2-3-50 15,2-2 35-15,1 0-38 0,2-2-8 0,1-1 3 16,0-3-3-16,-1 0 8 0,3-3-1 0,-1-1-7 15,1-2-1-15,0-1 0 0,-2-1 37 0,-1-3-48 16,0-2 43-16,-1 2-46 0,-3-3 43 0,0 0-40 16,-1-1 43-16,-3 2-40 0,1 3 45 0,-1 0-43 15,0 1 40-15,-2 0-5 0,2 3-18 0,-3 6-1 16,4-8-43-16,-4 8 49 0,0 0-45 0,5 7 47 16,-3 0-38-16,2 0 41 0,-1 2-41 0,3 1 6 15,-1-1 4-15,2 0 7 0,0 0 10 0,2 1 3 16,0-3 0-16,3-1 6 0,-2-2 0 0,3-2 0 15,-2 1 3-15,3-5 31 0,2-2-42 0,-1-2 35 16,2-3-44-16,0-4 35 0,-1 0-8 0,0-4-3 16,1-4-4-16,-2-2-4 0,-2-3-1 0,-2-2-4 15,-1-2-2-15,-3-3 1 0,-2-8-40 0,0 4 44 16,-3-1-35-16,-4-1 38 0,-1-5-30 0,-2 3 3 0,-1 7 2 16,1 2 33-16,-1 4-38 0,1 5 36 0,-2 2-43 15,4 4 35-15,0 5-40 0,-1 1 39 0,0 6-33 16,4 5 9-16,0 0 15 0,-7 7 6 0,5 6 29 15,2 6-41-15,3 3 33 0,2 9-1 0,0 0-8 16,4 6-1-16,4 0-2 0,-2 1-3 0,3-3-3 16,-1 1-35-16,3-3 38 0,0-1-51 0,-4-5 13 15,2-3-78-15,-3-1-3 0,2-5-109 0,-3-2-54 16,-3-3-65-16,-1-1-58 0,0-2-57 0,-3-3-29 16,-3-7-76-16,0 10-88 0,0-10-382 0,0 0-631 15</inkml:trace>
  <inkml:trace contextRef="#ctx0" brushRef="#br0" timeOffset="84884.36">23919 14947 665 0,'-37'-4'789'0,"10"2"-164"0,1-1-112 0,4 2-96 0,3-1-39 0,4 0-16 16,1-1-9-16,4 2-28 0,10 1-93 0,-4-7-16 15,9 1-75-15,8-2-1 0,7-1-52 0,11-3 4 0,10-3-40 16,7-2 14-16,11-2-52 0,1-1-32 15,0 1-107-15,-1 1-117 0,-14 3-130 0,-3 1-122 16,-5 1-288-16,-8 2-291 0,-7 3-688 0</inkml:trace>
  <inkml:trace contextRef="#ctx0" brushRef="#br0" timeOffset="85611.93">26429 14411 415 0,'0'0'698'0,"0"0"-164"16,-4 7-122-16,4-7-70 0,-1 6-73 16,1-6-27-16,1 9-41 0,-1-9 3 0,8 8-4 15,-1-4-7-15,3-1-12 0,2 1-34 0,6-1-14 0,1-2-21 16,5-1-14-16,4-1-22 0,0-2-9 0,7-2 18 15,-2-1 4-15,0-1-23 0,1-3-4 16,-5 1-14-16,2-2-6 0,-4-2-9 0,-3 1-6 16,-3-2-6-16,-4 1-3 0,-3 1-5 0,-4-1-3 0,-2 1-3 15,-4 2-1-15,-4-1-7 0,-4 1 4 0,-5-1-1 16,-2 3 1-16,-10 0-1 0,-2 3 0 16,-1 2 0-16,-2 5 1 0,-2 1 13 0,-4 5 17 15,2 3-19-15,-4 6 9 0,2 4-14 0,4 1 8 0,3 3-11 16,4 2 4-16,3 2-7 0,6-2 13 0,3 3-6 15,3-1 46-15,5-1-12 0,4-2 34 0,3 4-25 16,5-2 26-16,6 1-40 0,5-1 34 0,1-2-17 16,5-5-7-16,-1-4-11 0,1-7-13 0,2 2-6 15,0-5 3-15,-4-3-15 0,-6-2-32 0,1-2 44 16,-2-2-43-16,-4-2 41 0,-1-2-48 0,-4-1 52 16,-3-1-44-16,-4 0 48 0,-5-3-49 0,-4 3 42 15,-5-1-41-15,-4 1 4 0,-3 4 4 0,-3-3 52 16,-2 7-50-16,0 0 47 0,-2 5-54 0,0 0 43 15,0 3-44-15,4 2 42 0,0 3-35 0,3 1 35 16,4 3-44-16,4-3 54 0,4 3-51 0,3-1 55 0,6 2 7 16,3 2 9-16,4-2 2 0,3 4-8 15,6-3-7-15,2-2 1 0,2 0-4 0,2-2-2 16,3-3-10-16,2-1-3 0,-1-1-3 0,2-4-50 0,-2-1 51 16,-1-3-59-16,-1-2 17 0,-1-1-81 15,-1-2-40-15,1-4-62 0,-3 0-80 0,-4-4-93 16,5 0-55-16,-3-5-67 0,-5 2-107 0,0-2-490 15,-5-2-716-15</inkml:trace>
  <inkml:trace contextRef="#ctx0" brushRef="#br0" timeOffset="85962.19">27009 14612 753 0,'-9'-6'564'0,"9"6"-166"0,0 0-55 0,0 0-25 15,0 0-7-15,0 0 1 0,18 5-19 0,-7-2-27 16,5 2-15-16,0 0-26 0,7 0-29 0,0 0-27 15,3 2-37-15,-1-1-24 0,1-1-19 0,-2 2-14 16,-1-2-4-16,0-1 8 0,-4 0-15 0,-1 0-11 16,-1-1-10-16,-4 0-5 0,-2-1-1 0,1 0-1 15,-1 1-1-15,-11-3 20 0,17 2-27 16,-17-2 10-16,10-4-23 0,-10 4 13 0,3-7-25 0,-3 7 18 16,-4-15-25-16,-1 4 26 0,-2-2-26 0,0-1 0 15,-2-4 7-15,-2 0 1 0,1 0 1 0,1 0 23 16,-1 2-28-16,1-1 33 0,0 4-26 0,3 0 41 15,-1 0-40-15,2 5 29 0,1 1-40 0,-2 1 49 16,6 6-23-16,0 0 16 0,-10 6-4 0,6 3 0 16,-1 7-4-16,-2 5-10 0,0 6 39 0,-1 3-55 15,2 1 38-15,-1 3-52 0,0-2 48 0,0 4-9 16,1-3-6-16,-1 1-49 0,2-3 50 0,-2 1-58 16,0-3 14-16,2-5-80 0,1-3-53 0,-1 0-104 15,3-4-118-15,-2-3-68 0,0-3-70 0,3-2-122 16,1-9-470-16,-1 7-719 0</inkml:trace>
  <inkml:trace contextRef="#ctx0" brushRef="#br0" timeOffset="86383.38">27522 14481 476 0,'12'-1'769'0,"0"2"-107"0,-1 5-76 16,-1 4-68-16,4 5-72 0,-3 5-19 15,0 3-62-15,2 5-7 0,0 5-108 0,-2 3-1 0,3-2-43 16,-1 3-39-16,1-1-25 0,-1 1-28 0,1-3-20 15,-1 1-12-15,-2-7-12 0,-1-2-54 16,1-1 45-16,-5-4-49 0,4-3 42 0,-5-3-45 0,0-1 43 16,1-1-50-16,-2-2 48 0,-1-4-50 0,-1-1 41 15,-2-6-53-15,0 0 47 0,0 0-9 0,-8-3 0 16,0-6-12-16,-1-5-2 0,-2-4-4 0,-5-5 4 16,-3-8-7-16,0-4 2 0,0-1-4 0,0-4-42 15,5-1 50-15,0 0-46 0,7 1 10 0,2 4 36 16,5 3-43-16,5 0 41 0,4 6-6 0,3 0-8 15,3 2-6-15,4 6-2 0,2 3-2 0,-3 5-1 16,1 3-41-16,-3 3 54 0,2 4-45 0,-2 1 51 16,0 1-42-16,-2 4 7 0,0 2 8 0,-3 0 7 15,-3 4 43-15,-1-1-50 0,-3 1 52 0,-2 0-51 16,-4 1 56-16,-2 0-52 0,-5-2 52 0,-1 3-9 16,-6-1-3-16,-3-2-4 0,-1 0 1 0,-1-2-11 0,-4-4 12 15,-1 1-7-15,3-2-5 0,3-2-44 16,-1-1 52-16,2 0-63 0,4-3-9 0,2-1-131 15,3 1-120-15,5-2-88 0,5 5-56 0,0-11-14 0,5 5-60 16,2 0-57-16,9-3-409 0,-1 5-588 0</inkml:trace>
  <inkml:trace contextRef="#ctx0" brushRef="#br0" timeOffset="86712.27">27948 14568 695 0,'0'0'571'0,"9"4"-118"0,-9-4-76 0,0 0-43 0,10 2-33 16,-10-2 13-16,0 0 9 0,0 0-12 15,11 3-13-15,-11-3-48 0,0 0-46 0,15-3-53 0,-6 1-21 16,2-2-33-16,2 0-11 0,4-5-25 0,-3 3 3 16,4-3-28-16,0-1 13 0,-2-1-5 0,0 1 18 15,-1-2-23-15,-2 1 10 0,-1 0-12 0,-3 0-2 16,0-1-9-16,-2 1 9 0,-3 3 2 0,-1-3 13 16,-3 3 1-16,-1-2 1 0,-5 4-2 0,-1-1-1 15,-2 3-46-15,-2 3 49 0,-2 1-43 0,0 1 46 16,-3 5-34-16,2 2 41 0,-3 1-49 0,2 3 0 15,-1 2 2-15,3 2-6 0,2-2 48 0,2 3-42 16,5-1 68-16,0 1-38 0,4-1 49 0,4 0-46 16,3 4 37-16,4-4-52 0,3 2 29 0,7-2-16 15,-1-1-16-15,6-2-27 0,2-2-31 0,1-4-37 16,-3-3-49-16,2 0-97 0,0-4-86 0,-2-1-67 16,2-4-66-16,1-2-31 0,-1-3-50 0,-2-2-64 15,-1-3-52-15,-2-3-281 0,-2 0-474 0</inkml:trace>
  <inkml:trace contextRef="#ctx0" brushRef="#br0" timeOffset="86896.14">28582 14387 337 0,'1'-5'559'16,"-1"5"-138"-16,0-13-47 0,0 13-14 0,0-7 6 15,0 7 15-15,0 0-5 0,-6-4-18 0,6 4-26 0,-8 3-21 16,8-3-40-16,-11 8-53 0,4 1-33 0,2-1 8 16,1 2-75-16,-1 1 10 0,-1 3-55 0,2 1 20 15,3-1-39-15,1 0 8 0,1 2-42 0,3 0 25 16,4-2-39-16,1 2 31 0,2-3-41 0,7 1 36 15,2-3-50-15,0-3 13 0,4 0-43 0,1-4-20 16,0 1-63-16,-4-5-85 0,6-2-91 0,-2-2-78 16,-1-3-41-16,-2 1-84 0,-1-4-615 0,-2-2-741 15</inkml:trace>
  <inkml:trace contextRef="#ctx0" brushRef="#br0" timeOffset="87150.17">28784 13962 145 0,'-6'-16'793'0,"1"0"-104"0,1 2-88 15,1 3-109-15,1 2-102 0,-1-1-71 0,0 2-28 16,3 8 35-16,0-8-22 0,0 8 5 0,0 0-52 16,9 11 20-16,-2 2-22 0,2 5-31 0,2 6-30 15,1 5-26-15,2 5-31 0,1 3-20 0,0-1-26 0,1 2-16 16,0 0-6-16,0 0-45 0,0-2 28 15,-3 0-43-15,2-1 30 0,-4-6-61 0,0-1 5 16,-1 1-109-16,-1-4-45 0,-1-5-117 0,0-1-119 16,-3 0-108-16,0-4-34 0,0-1-65 0,-1-5-68 15,0 0-334-15,1-2-623 0</inkml:trace>
  <inkml:trace contextRef="#ctx0" brushRef="#br0" timeOffset="87782.33">29097 14397 21 0,'3'-11'759'0,"-3"11"-216"15,2-6-131-15,-2 6-22 0,3-6 8 0,-3 6 0 16,6-6-11-16,-6 6-35 0,10-4-53 0,-10 4-54 16,13-8-46-16,-4 5-46 0,1-1-30 0,-1 2-23 15,2-4-22-15,0 2-15 0,-1-2-15 0,3 2 2 0,0-2-17 16,-2-1 3-16,-2-1-14 0,1 1-1 0,-2 1-14 16,-1-1 11-16,-2-1-16 0,0 1 13 15,-3 0-16-15,-4 1 10 0,-1 0-14 0,-4 1 12 0,-2 2-5 16,-4 2 9-16,-4 1-15 0,-1 4 2 0,-1 3 4 15,-1 1 2-15,-1 3 2 0,5 2-1 16,-1-1 2-16,4 4 0 0,3-2 40 0,1 1-3 0,5 1 31 16,6-3-40-16,1 1 0 0,9 3 16 15,3-2-36-15,8 1 25 0,5-4-36 0,9 1 25 16,4-3-33-16,4-2 26 0,1-4-26 0,4-2 23 0,1-2-31 16,-1-2 7-16,2-2 23 0,-1-1-29 0,-1-3 28 15,-1-3-30-15,-4-2 28 0,-2-1-4 16,-4-1-7-16,-3 0 0 0,-9 1 0 0,-1-2-1 0,-5 0-5 15,-8 2 1-15,-4 2 1 0,-1 0 1 16,-8 2 4-16,-4 1 1 0,-4 2 6 0,-5 0-1 0,-4 5-1 16,-4 1-1-16,-3 2-1 0,-2 4-2 0,1 0 1 15,1 2-3-15,3 2-4 0,1 0 7 0,1 3-4 16,4 0 3-16,4-1-29 0,3 0 50 0,2-3-34 16,3 3 47-16,5-4-39 0,0 0 43 15,3 0-54-15,3-2 49 0,2-1-52 0,0-2 43 0,4-1-49 16,-1-3 45-16,4-1-8 0,-2-3-5 0,3-2 3 15,-1-1-7-15,-1-5-2 0,0-2-5 16,1-3 2-16,-4-5 4 0,1-3 9 0,-2-7-2 16,-4-4 2-16,0-3-4 0,-5-4 0 0,-3 1 3 15,-1 0-40-15,-7 1 52 0,2 2-33 0,-3 3 50 0,0 7-32 16,-3 6 40-16,1 1-45 0,-1 6 50 0,1 9-44 16,-1 4 50-16,12 5-29 0,-20 3 30 0,9 8-48 15,1 7 34-15,4 6 29 0,2 4-11 16,2 5-13-16,4 3-14 0,1 6-9 0,3 1-3 0,2 0-9 15,-1-3-6-15,2 1-62 0,0-5-25 0,0-3-114 16,0-5-65-16,0 0-127 0,-1-6-130 0,-1-2-56 16,-3-4-61-16,0-3-133 0,-4-2-315 0,0-4-690 15</inkml:trace>
  <inkml:trace contextRef="#ctx0" brushRef="#br0" timeOffset="87962.51">28394 14398 957 0,'-16'3'877'0,"5"-1"-192"16,11-2-130-16,0 0-64 0,0 0-84 0,12-5-14 15,8-2-75-15,10-1-42 0,8-6-52 0,8 1-45 16,1-2-37-16,13-4-30 0,3 0-31 0,2-1-63 16,0-2-106-16,-3 0-114 0,-9 1-129 0,-8 3-111 15,-8 1-110-15,-11 6-144 0,-10 1-366 0,-4 4-679 16</inkml:trace>
  <inkml:trace contextRef="#ctx0" brushRef="#br0" timeOffset="88295.96">26195 15318 41 0,'-19'5'490'16,"2"-3"-99"-16,2 0-45 0,-2 0-40 0,4-1-4 0,-1-1 8 15,0 1-3-15,14-1 15 0,-23 0-13 16,23 0-11-16,-19 0 2 0,19 0-21 0,-17-1-10 0,17 1-40 16,-14 0 6-16,14 0-54 0,-12 0-11 0,12 0-15 15,0 0 30-15,0 0-74 0,0 0 33 0,0 0-61 16,0 0 26-16,12 1-59 0,2-2 50 0,9-2-44 15,4-1 2-15,10-3-2 0,9-1 24 16,4-2-6-16,17-5-3 0,0 0 23 0,7-2-53 0,3 1 26 16,2-3-47-16,-2 2 23 0,1-1-67 0,-6-1-17 15,-3-2-167-15,-4 2-169 0,-8-2-202 0,-12 3-122 16,-7-3-807-16,-4 0-1135 0</inkml:trace>
  <inkml:trace contextRef="#ctx0" brushRef="#br0" timeOffset="89230.23">30426 14099 342 0,'22'-31'606'0,"-3"2"-84"15,-6 1-76-15,-4 0-47 0,-1-2-52 0,-6 1-36 16,-1 2-45-16,-3-6-16 0,-6 1-8 16,-5-7-26-16,-6 1 0 0,-10-8-43 0,-6 2-27 0,-6-2-34 15,-6 3-9-15,-7 0-3 0,-4 0-12 0,-4 2-19 16,-7 2-10-16,-19-6-10 0,-4 4-7 0,-4 1-6 15,-3 6-5-15,-1 0-8 0,-2 4-11 16,17 6 26-16,-19-4 13 0,-1 3 1 0,-5 1 7 0,-3 3 15 16,-3 1 17-16,-4 3-1 0,-3 1-19 15,-6 2-9-15,-9 6 21 0,-8-2-13 0,-6 6-9 0,-7 2 12 16,-10 2-9-16,-13 4-12 0,-4 3-8 0,-3 4-10 16,-9 3-8-16,-4 5-7 0,-42 6-3 0,49-1-2 15,-46 9-4-15,4 5 37 0,10 4-48 0,8 2 36 16,3 2-43-16,5 7 36 0,38-10-44 0,-31 15 43 15,38-6-41-15,-32 15 14 0,5 4-21 0,7 6 15 16,8 2 38-16,36-11-49 0,-1 3 47 0,-26 18-48 16,31-17 45-16,4 1-40 0,5 4 14 15,4 1 6-15,3 3-5 0,7 2 43 0,8 0-41 0,5 1 39 16,7-2-10-16,6 1-32 0,8-3 35 0,7 2-30 16,9 1 32-16,6 1-36 0,12 4 38 0,5-1-1 15,12-9-1-15,10 1-3 0,3 4-4 0,8 0-39 16,8 4 47-16,6 3-11 0,12 16-3 0,6-2 10 15,9-2-21-15,8-4 15 0,5-4-18 0,8-2 0 16,4-2-27-16,6-4 41 0,7-1 9 0,7-5 5 0,6-4-26 16,6-5 20-16,7-7-10 0,5-5 12 15,5-5-13-15,7-6 10 0,7-4-17 0,4-7 11 16,2-8-16-16,7-2 13 0,5-10-10 0,4-3 14 0,8-6-16 16,4-2 32-16,2-3 1 0,8-6 26 0,8 0 10 15,3-6-17-15,3 1 4 0,2-5-13 16,6-1-14-16,0-3 1 0,1-2-10 0,-2-2-7 0,2-1-1 15,-2-3-15-15,0-4 1 0,-3 2-3 0,-1-6-4 16,-2-2-47-16,-3-3 38 0,-2-1-32 0,-3-4 39 16,-4-6-46-16,-4-1 40 0,-2-5-7 0,30-16-3 15,-39 10-7-15,29-17-5 0,-38 11 0 0,-1-2-35 16,31-20 44-16,-34 16-28 0,31-17 42 0,-36 13-10 16,-1-2-9-16,-4-5-17 0,28-16-10 0,-35 19-3 0,-1-3 3 15,-6 1-20-15,-5 0 43 0,-9 0 6 16,-9-3 11-16,-9 1 1 0,-12-2 4 0,-9 2 12 15,-12 0 0-15,-17 14 1 0,-6-1-33 0,-13-1 36 16,-13-2-3-16,-11 1 1 0,-13-2-12 0,-22-12 3 0,-15 2-5 16,-15 4-5-16,-11 3 4 0,-16 5-33 0,-12 4-7 15,-20 9 25-15,-5 2-35 0,-9 6 23 0,-10 5-44 16,-8 6 0-16,-4 7 2 0,0 5-16 0,3 6-68 16,-1 9 21-16,1 5-50 0,7 9-44 0,8 7-77 15,9 10-72-15,8 11-61 0,7 10-23 0,8 9-113 16,5 12-625-16,7 5-813 0</inkml:trace>
  <inkml:trace contextRef="#ctx0" brushRef="#br0" timeOffset="89745.25">25540 16612 305 0,'-7'6'509'0,"0"-1"-140"0,0-1-67 0,7-4-32 0,-12 6 18 16,12-6-5-16,-9 4-2 0,9-4-10 0,-9 6 4 15,9-6 26-15,-2 6 10 0,2-6 11 0,2 10-47 0,3-4-35 16,2 1-33-16,2 0-31 0,2-1-27 0,2 1-16 16,2 0-10-16,-2-1-14 0,4-1 8 15,-3 0-19-15,2-2-15 0,0 0-8 0,-1-1-15 16,-1-4-12-16,3 1-8 0,-2-4-8 0,2-1-4 0,-3-1-4 16,2-4 18-16,-3-1-28 0,-3-4 12 15,1 0-23-15,-4 0 19 0,-3-1-25 0,-3 1 31 16,-1-3-16-16,-2 1 23 0,-3 0-29 0,-4-1 21 15,-3 1-17-15,-2 5 25 0,-4 1-27 0,0 2 3 16,-3 4 8-16,-1 3-5 0,-1 3 3 0,-1 6 21 0,-6 3-13 16,2 6 17-16,-3 6-15 0,5 2 12 15,0 3-19-15,4 4 12 0,7 1 31 0,4-3 4 0,4 4 17 16,6-5 0-16,2 0-6 0,9 4-8 0,2-3-11 16,8-1-16-16,5-2-24 0,4-5-19 0,7-5-70 15,-2-6-22-15,5-5-62 0,0-2-26 0,7-7-80 16,-2-2-56-16,-2-6-57 0,-3-5-111 0,-3-2-62 15,-4-5-59-15,-4-4-34 0,-5-2 12 0,-7-4-276 16,-2-1-467-16</inkml:trace>
  <inkml:trace contextRef="#ctx0" brushRef="#br0" timeOffset="90280.21">25949 16442 858 0,'-12'-25'435'0,"1"5"-12"0,2 2 0 0,2 4-72 16,0 0-80-16,2 3-33 0,1 4 49 0,4 7 35 16,2-7-12-16,-2 7 17 0,10 3-65 0,1 2 1 15,2 5-65-15,6 2-35 0,2 3-34 0,3 1-21 0,3 1 3 16,4 2-47-16,-1-2 5 0,1 2-2 15,-7-3-1-15,-1-2-11 0,0 1-8 0,-4-3-15 16,-4-3-4-16,-2 2-11 0,0-4 9 0,-5 4 13 0,1-5 8 16,-5 2 7-16,-3-2 12 0,-2 0 9 15,-4 1-13-15,-3-1-10 0,-2-1-11 0,-2-2-5 16,-2 0 16-16,-4-3-11 0,-1-3 28 0,1 0-27 0,-4-5 8 16,2-2-27-16,5 1 12 0,-2-4-19 0,6-2 6 15,3 1-19-15,4-3 13 0,7-1-19 0,4-3 13 16,5-4-17-16,6 1-1 0,4-3 1 0,4 2-7 15,1 1 8-15,3 1-8 0,-1 2 4 0,0 1 6 16,-2 6-10-16,-1 0-1 0,-2 1 2 0,-2 5 2 16,-2 0-5-16,-4 3-7 0,0 1-4 0,-3 2 3 15,0 2 2-15,-3 2 4 0,0 2 1 0,-2 1 3 16,-2 3 3-16,-1 0 0 0,-1 3 1 0,0-2 22 16,-3 5-21-16,2-4 20 0,-2 2-19 0,-1 1 21 15,0 1-25-15,0-3 22 0,0 3-19 0,0-2 17 16,0 0-16-16,0 1 16 0,0-2-24 0,1 1 25 15,1 0-20-15,-1-2 22 0,0 0-12 0,2 1 17 16,-3-4-16-16,2 0 20 0,-2 1-18 0,0-3 26 16,0-5-11-16,3 13 33 0,-3-13 4 0,0 8 13 15,0-8-23-15,0 0 6 0,0 0-25 0,0 0 14 16,-10-6-19-16,7-3 12 0,-1-2 31 0,2-1 5 16,-1-4-6-16,3-2-7 0,0-2-10 0,5-3-7 15,-1-2-9-15,5-3-41 0,1 0 38 0,1 1-37 0,2 0 34 16,4 0-38-16,0 4 36 0,2 1-40 15,1 3 37-15,2 1-43 0,-1 4 40 0,-1 1-47 16,-1 2 16-16,-1 4-73 0,-1 0-15 0,-2 3-109 16,0 1-26-16,-2 2-133 0,0 1-169 0,-3 2-123 0,-1 0-153 15,1 3-531-15,-5-1-951 0</inkml:trace>
  <inkml:trace contextRef="#ctx0" brushRef="#br0" timeOffset="90678.49">26983 16031 568 0,'0'0'604'0,"9"-8"-111"0,-9 8-40 0,9-5-52 15,-9 5-34-15,7-6-17 0,-7 6 10 0,0 0-2 16,0 0-42-16,0 0 7 0,9 2-71 0,-9-2 19 15,-2 10-71-15,2 0 24 0,-4 2-70 0,2-2 20 16,-1 6-33-16,-2-1-28 0,4 2-19 0,-2 2 8 16,1-2 3-16,-1 2-7 0,3 1-11 0,3-3-1 15,-1 0-12-15,1 0-8 0,1-3-3 0,1 1-6 16,1-1 8-16,1-6-8 0,0 1-6 0,2-4-5 16,0-2-9-16,-9-3-5 0,21 0-9 0,-10-5-2 15,1-1-6-15,-2-2 19 0,0-3-27 0,0 1 36 16,-3-4-31-16,-2 3 57 0,-3-3-41 0,0 1 33 15,-4 1-43-15,-1-1-2 0,-4 0-1 0,-6-1-6 16,-1 0 36-16,-5 3-46 0,-1-1 37 0,-5 4-50 16,1 3 13-16,1-2-91 0,0 3-37 0,3 3-134 15,3 1-65-15,3 1-125 0,-1 4-149 0,3-1-69 16,3 0-100-16,5 2-618 0,-1-1-990 16</inkml:trace>
  <inkml:trace contextRef="#ctx0" brushRef="#br0" timeOffset="90961.97">27119 15993 705 0,'14'-13'872'16,"2"2"-150"-16,0 1-136 0,0 0-52 0,2 2-25 16,1 1-43-16,4 2-52 0,-3 1-21 0,1 3 0 15,2 0-21-15,0 2-63 0,4 4-7 0,-3 1-66 16,1 2-6-16,-2 1-86 0,-3 1 9 0,1 7-64 16,-5-3 19-16,0 1-56 0,-5 0 27 0,-1 2-58 15,-1-1 35-15,-5 1-41 0,-1-2 23 0,-3-1-45 16,-2-3 42-16,0 3-46 0,-2-5 58 0,-3 1-37 15,1-2 46-15,-1-3-51 0,-1-2 47 0,8-3-39 16,-17 2 48-16,17-2-29 0,-11-9 39 0,8 0-42 16,1-3-29-16,4-6 0 0,5-5 0 0,7-4 0 15,4-9 0-15,6-1 0 0,6-8 0 0,5 1 0 16,0 2-15-16,-1 2-8 0,-3 8-71 0,-2 3-19 16,-3 2-117-16,-5 5-58 0,-3 5-175 0,-4 2-231 15,-2 4-176-15,-3 3-837 0,-3 2-1386 0</inkml:trace>
  <inkml:trace contextRef="#ctx0" brushRef="#br0" timeOffset="91113.33">27852 16204 1344 0,'13'-4'1044'0,"-8"1"-241"0,2-2-159 0,-2 0-165 0,-5 5-222 16,11-6-130-16,-3 2-130 0,-8 4-135 0,10-4-174 15,-10 4-224-15,12-5-628 0,-12 5-780 0</inkml:trace>
  <inkml:trace contextRef="#ctx0" brushRef="#br0" timeOffset="91263.55">27707 16748 1715 0,'5'-5'1003'0,"-5"5"-232"0,0 0-208 16,0 0-260-16,11 0-190 0,-11 0-150 0,9 5-179 16,-9-5-183-16,0 0-803 0,10 2-811 0</inkml:trace>
  <inkml:trace contextRef="#ctx0" brushRef="#br0" timeOffset="150492.34">6515 15183 108 0,'0'0'178'0,"0"0"-62"0,0 0-38 0,0-8-20 0,0 8-13 16,0 0-7-16,5-7 0 0,-5 7-6 15,4-6-14-15,-4 6-4 0,2-6-3 0,-2 6-5 16,3-9 3-16,-3 9-9 0,2-10 12 0,-2 10-4 15,2-10 0-15,-2 10-23 0,-2-12-56 0,1 6-148 0,1-1 69 16</inkml:trace>
  <inkml:trace contextRef="#ctx0" brushRef="#br0" timeOffset="151091.91">6563 15077 259 0,'0'0'495'0,"-11"-5"-60"0,11 5-106 0,-13-4 8 0,13 4-16 15,-9-6-10-15,9 6-39 0,-8-10-27 0,6 5-20 16,1-2-36-16,1 0-23 0,2-4-22 0,5 1-3 16,2-4-35-16,4 1-14 0,3-1-24 0,7 0-8 15,1 0-4-15,4 1 11 0,-2 4-8 0,6 0-12 16,-7 5 0-16,2 1-17 0,0 4 0 0,1 1-11 16,-4 5 1-16,3 2-11 0,-4 4 7 0,-1 2-10 15,-2 3 10-15,-3 1-10 0,-4 0 0 0,-4 2 1 16,-4-1-1-16,-1-1 3 0,-4-1 8 0,-1 3 21 15,-5-1 14-15,0 1 7 0,-4-1 17 0,-3-1-5 16,0-2 5-16,-1-2-2 0,0-1-5 0,1-4 28 16,2-2-34-16,-1-1 46 0,2-4-57 0,10-3-3 15,-15-1 1-15,7-5-8 0,3-2-10 0,1-4 34 0,4-4-50 16,0-3 32-16,3-6-12 0,3-6-9 16,2-1-9-16,1-7-7 0,1 1-5 0,0 0 3 15,-1 7-2-15,-1 0-3 0,1 3 0 0,-4 6-37 16,1 3 45-16,-2 2-40 0,-1 3 45 0,0-1-48 15,0 5 47-15,1 0-44 0,-3 4 43 0,-1 6-35 16,3-6 45-16,-3 6-4 0,0 7 2 0,-2 1-6 16,1 6-4-16,1 3-2 0,0 2-2 0,3 3 0 0,-1 4-2 15,1-2 1-15,1 1-2 0,1-1-45 16,1 0 55-16,2-1-48 0,-2 0 48 0,2-3-46 0,1 1 9 16,0-3-18-16,0-2-32 0,1 0-63 0,-1-4-88 15,0 0-111-15,-2-4-86 0,1-2-33 0,1-1-104 16,-9-5-86-16,13 2-310 0,-8-6-535 0</inkml:trace>
  <inkml:trace contextRef="#ctx0" brushRef="#br0" timeOffset="151275.51">7126 15008 46 0,'1'-4'771'0,"-1"4"-179"0,1-11-136 0,-1 11-76 0,4-8-46 16,-4 8 4-16,0 0-5 0,0 0-20 0,5 6-23 16,-5-6-9-16,4 11-35 0,-1-4-30 0,-1 2-25 0,1 0-28 15,1 1-13-15,-2 0-54 0,2 1 21 16,2 3-54-16,-1-1 22 0,0-1-48 0,1 0 21 15,-1-1-56-15,1 1-25 0,-1-3-9 0,2 1-54 16,-2-3-76-16,1 1-91 0,-2 0-59 0,1-1-21 16,-5-7-71-16,8 8-50 0,-8-8-53 0,0 0-431 15,0 0-515-15</inkml:trace>
  <inkml:trace contextRef="#ctx0" brushRef="#br0" timeOffset="151575.67">7080 14930 621 0,'-9'-9'535'0,"1"-1"-116"0,2 3-91 15,1 0-45-15,-2 0-31 0,3 3-5 0,4 4 29 0,-6-9 7 16,6 9 3-16,0 0-16 0,-4-6-28 0,4 6-18 16,0 0-31-16,10-3-26 0,-10 3-20 0,11-3-25 15,-11 3-22-15,14-3-12 0,-7-1-16 16,2 0-11-16,-2 1-8 0,-1-1-6 0,3-2-9 0,-4 0-4 16,0 0-5-16,-1-2 25 0,-1-1 5 15,-1 1 0-15,-2-2 0 0,-2 0 5 0,-1 1-37 16,-1-2 41-16,-2 3-46 0,-1-1 49 0,-1 2-55 15,0 0 46-15,-1 3-53 0,-1-1 41 0,-2 4-12 0,2 1-4 16,-2 4-11-16,1 3-5 0,1 2-4 0,-2 3-2 16,3 1-3-16,3 2-2 0,1 1-6 0,1 1-5 15,3 0-3-15,2-1-16 0,5 1-35 0,1 0-52 16,2-1-79-16,3-2-103 0,2 0-104 0,3-3-76 16,-3-2-106-16,3-2-148 0,-3-3-315 0,1-1-655 15</inkml:trace>
  <inkml:trace contextRef="#ctx0" brushRef="#br0" timeOffset="152328.99">7329 15771 666 0,'-3'-16'657'0,"2"4"-72"15,0 0-102-15,-2 2-107 0,2 1-83 0,1 1-47 0,-1 2-15 0,1 6 34 16,0 0-25-16,0 0 2 0,0 0-57 0,14 7-31 0,-8 2-35 16,4 3-4-16,1 3-26 0,0 3-20 0,6 4-12 15,-3 1-11-15,1 2-9 0,0-2-8 0,1 2-15 16,-2 0 8-16,1-2-19 0,-2 1-4 0,1 0-45 16,-1-2-88-16,-3-3-132 0,0-2-128 0,-1 4-107 15,0-5-129-15,-1-1-384 0,-2-4-622 0</inkml:trace>
  <inkml:trace contextRef="#ctx0" brushRef="#br0" timeOffset="152842.71">7648 16549 557 0,'-12'2'720'0,"0"-4"-145"15,-2 1-104-15,4 1-55 0,-3-4-28 0,4 2-52 16,0-2-64-16,3 0-25 0,-2-1-46 0,3-2-25 0,1 0-19 15,2-2-13-15,2 3-41 0,1-2 5 0,1-1-12 16,2 1 5-16,1 1-35 0,4 1 11 16,-2 0-20-16,2-1 14 0,0 4-37 0,2 0 18 15,-2 2-34-15,-9 1 18 0,22 1-27 0,-12 1 18 0,-1 1-27 16,1 3 23-16,-1-1-31 0,-1 1 25 0,1 2-24 16,-4-1 25-16,0 0-18 0,-1 4 26 0,-3-3-26 15,2 2 36-15,-3-2-32 0,0 2 33 16,-2-2-32-16,1-1 39 0,1 0-39 0,0-1 39 15,-1 2-36-15,1-8 28 0,-2 10-27 0,2-10 44 0,-1 9-3 16,1-9 37-16,0 6-24 0,0-6 9 0,0 0-25 16,0 0-1-16,8-6-29 0,-2-2 9 0,3 0-19 15,3-3 8-15,3 0-37 0,-1-4-1 0,6-3-59 16,1 0-16-16,2-1-64 0,0 0-31 0,0 2-50 16,-1 1-49-16,-2-2-43 0,2 4-57 0,-5 2-41 15,-2 1-71-15,-4 3-50 0,1 1-375 0,-2 4-503 16</inkml:trace>
  <inkml:trace contextRef="#ctx0" brushRef="#br0" timeOffset="153379.28">7825 17005 624 0,'-12'13'574'16,"0"-1"-124"-16,1-3-41 0,2 1-21 0,-1-3-3 15,2-1-2-15,2 0-10 0,1-1-38 0,5-5-56 16,-10 2-11-16,10-2-74 0,0 0 24 0,-5-7-57 16,5 7 6-16,6-12-48 0,0 5 30 0,2 0-45 15,1-2 3-15,4 2-35 0,-2-1 12 0,1 2-35 0,0 0 9 16,0 2-30-16,-2 0 14 0,2 2-32 0,-2-1 22 16,0 3-32-16,-10 0 22 0,18 0-14 0,-18 0 6 15,15 5-23-15,-7-1 26 0,-3 2-30 0,-1 0 23 16,1 3-22-16,-2-1 27 0,-2 1-30 0,-1 1 26 15,0 1-2-15,-1-2-4 0,-2 2-4 0,-2 2 4 16,-1-1-1-16,-1 0-1 0,-3 0 0 16,2 0-1-16,-1 0 2 0,-1-1-2 0,1-2 0 0,0 1 0 15,2-2 2-15,-1-1-4 0,2 0 1 0,-1-1 1 16,2 0-4-16,1-2 2 0,4-4 1 0,-5 8 3 16,5-8-4-16,0 0 0 0,5 4 1 0,-5-4-1 15,13-1 1-15,-3-1-2 0,3 1 2 0,-1-2 5 16,1 2-5-16,0-1-1 0,3 1 0 0,-2 0-2 15,1-1 0-15,-1 1 2 0,3 1 1 0,-3 0-4 16,0 3-2-16,1-2 4 0,-3 0 1 0,2 1-3 16,-4 1 2-16,3 1 2 0,-4-2-2 0,0 1 1 15,-3 1-3-15,3-1 1 0,-9-3 3 0,8 10 0 16,-6-5-1-16,-2-5 3 0,0 10 0 0,0-10-3 16,-5 11 1-16,1-5 2 0,-3-1-3 0,-1 1-4 0,2 0 1 15,-5-2-10-15,1 0-39 0,1 1-4 16,-1-2-68-16,-1 0-44 0,0 0-86 0,2 0-113 15,9-3-101-15,-18 4-105 0,18-4-170 0,-13 4-297 16,13-4-656-16</inkml:trace>
  <inkml:trace contextRef="#ctx0" brushRef="#br0" timeOffset="153559.06">8586 17774 740 0,'9'12'998'0,"-2"-3"-275"0,-3-2-127 0,-3 1-167 0,1-1-37 0,1 0-130 16,-2-1-3-16,0 1-112 0,2 2 19 15,0-1-92-15,-1-1-7 0,2 2-105 0,-1-2-61 0,1 2-126 16,-2-2-74-16,3 4-65 0,0-3-102 0,-1 0-96 16,1 1-319-16,2-2-437 0</inkml:trace>
  <inkml:trace contextRef="#ctx0" brushRef="#br0" timeOffset="153713.44">8850 18155 113 0,'1'7'985'0,"-1"-7"-300"0,0 9-116 0,0-9-169 16,0 6-56-16,0-6-127 0,0 0-71 0,-1 7-158 0,1-7-101 16,0 0-85-16,5 6-126 0,-5-6-142 15,0 0-280-15,0 0-253 0</inkml:trace>
  <inkml:trace contextRef="#ctx0" brushRef="#br0" timeOffset="155241.91">8015 14808 220 0,'-2'7'575'0,"-1"-1"-159"16,3-6-88-16,-4 9-78 0,4-9 1 16,-2 7-37-16,2-7-28 0,-3 6-19 0,3-6-14 15,0 0-34-15,0 0 1 0,-4-6-12 0,4 6-12 0,-2-10-8 16,-2-1-12-16,4 2 8 0,-4-7-11 0,2 0-12 15,-2-4-12-15,0-2-8 0,-3-3-10 0,1-4 9 16,-3-1-17-16,0-3-2 0,0-3-7 0,-2-1-1 16,2-1 4-16,-2 1 45 0,1 6-17 0,3-1-2 15,-2 3-12-15,1 2 9 0,-1 5-8 16,3 3 19-16,1 2-15 0,-1 2-3 0,3 3-14 0,-1 2 4 16,0 4-12-16,4 6 4 0,0 0-11 0,0 0 6 15,-9 7-4-15,9 6 19 0,3 3 11 0,0 6-5 16,4 2-5-16,2 7-4 0,1 7 6 0,5 2-2 15,2-2-5-15,1 1 4 0,1-2 33 0,4 0-1 16,0-3-18-16,1-1-1 0,1-5-13 0,0-1 5 16,-2-3-14-16,0-6 3 0,-2-4-7 0,-2-2 4 15,1-3-5-15,-4-4 4 0,0-2-9 0,0-3 3 16,-3 0-3-16,2-6-2 0,-1 0 0 0,-4-5-1 16,0-1 0-16,-1-1-3 0,-4-5 3 0,-1-1-2 15,-1 0-4-15,-3-1 13 0,-2-1-2 0,0-1 7 16,-5 3 6-16,1-1 6 0,2 3 4 0,-1 5 0 15,1-2-4-15,0 2-9 0,2 4-2 0,-1-2-6 16,3 10-3-16,-5-7-5 0,5 7 5 0,0 0-10 0,0 0 7 16,3 11-4-16,0 0 9 0,1-1-2 15,3 4 8-15,-1 1-11 0,3 2-4 0,0 2 3 16,0-3-1-16,2 0-1 0,0-1 0 0,-2-4 17 16,0 2-17-16,2-2-2 0,-1 0-2 0,2-4-9 15,-2 0-16-15,0-2-48 0,2-3-87 0,-3-1-76 0,-9-1-65 16,14-1-43-16,-7-1-27 0,-2-3-43 0,1-2-53 15,-4-2-401-15,1-1-422 0</inkml:trace>
  <inkml:trace contextRef="#ctx0" brushRef="#br0" timeOffset="156908.94">8229 14009 365 0,'2'-15'357'0,"-2"1"-74"0,3 3-31 0,-2 0-39 0,0 0-13 15,2 1-18-15,-2 1-13 0,0 2-22 0,1 1-22 0,-1-1-26 16,-1 7-19-16,1-11-16 0,-1 11-15 0,1-8 2 15,-1 8 26-15,0 0 4 0,0 0 1 0,0 0-3 16,8 4 17-16,-8-4-11 0,4 10-12 0,-4-2 26 16,3-1-11-16,-2 3-13 0,0 1-2 0,-1-3-1 15,1 3-20-15,1-1-7 0,-1-4-13 0,-1 2 1 16,0-1-13-16,1-1 11 0,2 1 38 0,-1-1-3 16,-1 0-19-16,2-1-1 0,1 1-9 0,1-1 2 15,2-1-8-15,-1 1 18 0,4-1-7 0,-1-1-4 16,3-2-10-16,0-1-5 0,1 0-5 0,1-1-3 15,-1-2-5-15,2-1 2 0,1 1-5 0,-1-2 1 16,-2 1-4-16,1-2 0 0,-1-1 1 0,-2 2 0 16,-1 1-1-16,1-2-2 0,-2 2-2 0,1 0 2 15,-4 0-2-15,2 1 1 0,-8 3 1 0,10-7-4 16,-10 7 3-16,10-4-3 0,-10 4-1 0,9-3 3 16,-9 3-2-16,8-4 0 0,-8 4 0 0,0 0 2 15,11-4 0-15,-11 4-4 0,0 0 3 0,0 0 1 16,12 0 1-16,-12 0-3 0,0 0 2 0,0 0-2 15,10 2 1-15,-10-2 0 0,0 0-2 0,0 0 3 16,4 7-1-16,-4-7 1 0,-1 9 1 0,-2 0-1 16,1-1 0-16,-2 3 2 0,0 1 1 0,0 1 1 15,-1 1-4-15,2 1 2 0,-3-2 0 0,3 2 1 16,2-3-8-16,-3 0 9 0,3-2-6 0,-2 3 4 0,2-5-5 16,0 2 6-16,0-3-2 0,-2 0 1 0,3 1-3 15,0-8 15-15,-4 12-14 0,4-12 6 0,-5 10-5 16,0-7 3-16,0 4-3 0,-3-2 1 15,2-3-2-15,-2 4 3 0,-2-1-3 0,2-2 1 0,-1 0-1 16,-1-1 0-16,2 0-3 0,8-2 2 0,-12 4-17 16,12-4-123-16,-12 0-141 0,12 0-113 15,-10-1-134-15,10 1-441 0,-8-8-557 0</inkml:trace>
  <inkml:trace contextRef="#ctx0" brushRef="#br0" timeOffset="157125.53">8355 13982 259 0,'-9'-5'708'0,"0"0"-149"0,2-1-110 15,0 0-46-15,-1 0-38 0,2 1-19 0,2-1-62 0,-2-1-55 16,5 1-46-16,-2-2-37 0,4 2-26 0,4-4-28 16,2 0-16-16,2-3-23 0,4 1-1 0,3-1-16 15,7-4-1-15,8-2-14 0,1 0 0 0,1 0-10 16,4 0 1-16,-1 1-4 0,0-1-12 0,1 2-54 15,-5-1-95-15,-7 5-78 0,0 1-33 0,-5 3-89 16,-6 2-102-16,0 1-471 0,-6 1-497 0</inkml:trace>
  <inkml:trace contextRef="#ctx0" brushRef="#br0" timeOffset="158192.29">8147 15577 145 0,'6'-4'569'0,"-6"4"-179"0,-5-7-101 0,5 7-140 16,-5-6-90-16,5 6-93 0,0 0-68 0,0 0-119 16,5-6-175-16,-5 6 149 0</inkml:trace>
  <inkml:trace contextRef="#ctx0" brushRef="#br0" timeOffset="158741.01">8558 15230 4 0,'-1'-9'741'0,"-2"-3"-125"0,2 3-70 0,-1 0-103 0,0 2-102 16,1 0-48-16,1 7-41 0,-4-9-13 0,4 9-10 15,0 0-8-15,0 0-28 0,0 0-17 0,0 0-25 16,-1 9-37-16,5 1-17 0,-3 2-19 0,4 1-7 16,-1 2-13-16,1 1 7 0,3-1 7 0,1 0 3 15,1-1 2-15,0 0 4 0,3-3 3 0,-2 0-11 16,4-3 9-16,1-2-24 0,3-2-11 0,1-2-33 0,1-4 26 16,3-2-39-16,3-2 5 0,-1-3-43 15,1-5-37-15,0 1-49 0,-3-3-62 0,-4-1-78 16,0-2-60-16,-4 0-19 0,-3 0-29 0,-3 1-6 15,-5-1 3-15,-1 2-26 0,-4 0-46 0,0 1-294 0,-4 2-242 16</inkml:trace>
  <inkml:trace contextRef="#ctx0" brushRef="#br0" timeOffset="158925.1">8709 15099 71 0,'0'12'727'0,"3"-2"-146"0,-1 2-83 0,2 2-45 16,4 4-62-16,2 1-40 0,0 1-47 0,3 3-39 15,4 2-32-15,2 5-31 0,0-1-39 0,5-1-22 16,-1 2-43-16,-1 2-12 0,2-1-24 0,-1-1-16 16,-1 1-47-16,-3-1-56 0,0-2-95 0,-5-3-96 15,2-1-64-15,-6-1-110 0,0-5-89 0,-2 1-420 16,-2-5-506-16</inkml:trace>
  <inkml:trace contextRef="#ctx0" brushRef="#br0" timeOffset="160408.43">8878 16047 239 0,'0'0'493'0,"-5"-5"-101"16,5 5-80-16,-5-5-43 0,5 5-21 0,0 0-35 16,-7-6-3-16,7 6-30 0,-4-5-18 0,4 5-18 15,0 0-9-15,-6-5-8 0,6 5-9 0,0 0-6 16,-4-4-21-16,4 4-12 0,0 0-11 0,0 0-11 15,0 0-9-15,-2-6-8 0,2 6-6 0,0 0-10 0,0 0-4 16,0 0-3-16,0 0-2 0,0 0-3 16,0 0-5-16,0 0 1 0,0 0-4 0,0 0 1 15,0 0 1-15,0 0-2 0,0 0-4 0,0 0 1 16,0 0-2-16,2-6 1 0,-2 6-2 0,0 0-4 0,0 0 3 16,0 0-5-16,0 0 2 0,0 0-5 15,0 0-3-15,0 0 0 0,0 0-6 0,0 0 6 16,0 0-2-16,0 0 2 0,0 0 1 0,0 0-1 15,0 0 7-15,0 0-2 0,0 0 1 0,0 0 3 0,0 0-1 16,0 0 3-16,0 0 1 0,0 0 1 0,-1-6 1 16,1 6 1-16,0 0-2 0,0 0-1 0,-3-7 1 15,3 7 1-15,0 0-2 0,-1-11 3 16,1 11-3-16,0 0 3 0,0-8-4 0,0 8 4 0,0 0-2 16,0-10 7-16,0 10-6 0,0 0 3 0,0 0-3 15,0-7 3-15,0 7-4 0,0 0 3 0,0 0-4 16,0-7 12-16,0 7-8 0,0 0 14 0,0 0-15 15,0 0 7-15,0 0-2 0,0-6 1 0,0 6-2 16,0 0 3-16,4-6-1 0,-4 6-3 0,0 0-7 16,4-6 6-16,-4 6-2 0,0 0 2 0,5-4-4 15,-5 4 8-15,0 0-7 0,0 0 2 0,0 0-5 16,4-5 5-16,-4 5-2 0,0 0 5 0,0 0-11 16,0 0 12-16,0 0-12 0,0 0 4 0,3-5-3 15,-3 5 4-15,0 0-4 0,0 0 5 0,0 0-5 16,0 0 6-16,0 0-6 0,0 0 5 0,0 0-5 15,0 0-6-15,0 0-20 0,-3 5-32 0,3-5-36 16,0 0-29-16,0 0-23 0,0 0-49 0,0 0-13 16,0 0-23-16,-7 5-28 0,7-5-82 0,0 0-288 15,0 0-146-15</inkml:trace>
  <inkml:trace contextRef="#ctx0" brushRef="#br0" timeOffset="161325.28">8873 16062 113 0,'-5'-6'491'0,"5"6"-129"15,1-6-68-15,-1 6-56 0,1-11-25 0,3 5-12 0,-1-1-15 16,2-1-18-16,2 1-25 0,-2-2-19 16,3 0-6-16,1-1 5 0,1 1-10 0,2 1 2 0,1-2 5 15,1 3-1-15,0 0-13 0,1 1 0 0,-1 1-23 16,0 1-12-16,-1 1-20 0,1 3-15 0,-3 1-2 16,1 3-6-16,-2 2 1 0,-1 0 2 15,-2 2 6-15,-1 2-3 0,-2 0-3 0,-3 4-5 0,-2 1-8 16,-3-1-3-16,0 4 1 0,-4 0-9 0,1 0 5 15,-2-1-9-15,-3-2 13 0,3-2 10 16,0-1 17-16,-1-1-2 0,1-2 6 0,0-3-8 0,2 1 2 16,-1-1-12-16,2-1 0 0,6-5-7 0,-11 3-1 15,11-3-10-15,0 0 3 0,-9-2-8 0,9 2 4 16,3-7-5-16,-3 7-3 0,10-7 1 16,-2 2 1-16,1 2-1 0,2 2 0 0,1 1-1 0,1 1-2 0,3 1 0 15,1 4 4-15,-2-1-5 0,4 4 2 0,-2 3-7 16,2 0 4-16,-2 1-6 0,-2 1 0 15,-1 2-17-15,0-2 9 0,-1 0-7 0,-4 2-2 16,1-2-3-16,-5-1 12 0,-1 2-6 0,-1-5 14 0,-3 3-7 16,-3-2 7-16,-1-1 8 0,-1-1-2 15,-5 1-3-15,1-2 3 0,-4 1 0 0,-1-4 0 16,1 0-4-16,-2-3-14 0,2 2-58 0,-1-3-63 0,1-1-67 16,2-1-11-16,-1-4-74 0,2 3-72 0,2-3-105 15,3-2-296-15,-2-1-280 0</inkml:trace>
  <inkml:trace contextRef="#ctx0" brushRef="#br0" timeOffset="161545.94">9268 15355 87 0,'-4'-18'635'0,"0"4"-155"0,1-1-142 0,0 5-50 15,3-1-87-15,0 11-23 0,5-8-74 0,-5 8-15 16,11-3-53-16,-2 7-21 0,4 3-55 0,1 7-43 16,5 5-75-16,2 8-71 0,-1 3-98 0,3 3-179 15,0 5-1-15</inkml:trace>
  <inkml:trace contextRef="#ctx0" brushRef="#br0" timeOffset="161711.62">10277 16879 164 0,'13'17'562'0,"-3"-1"-155"0,2-1-97 0,-3 0-67 16,-3-2-53-16,4 4-37 0,0-2-31 0,2 2-37 0,1-1-74 16,0 1-92-16,3 2-92 0,2 0-121 15,1-1-237-15,-2 0-36 0</inkml:trace>
  <inkml:trace contextRef="#ctx0" brushRef="#br0" timeOffset="161858.1">11017 17705 705 0,'0'0'631'0,"8"4"-150"0,-8-4-158 0,0 0-185 16,0 0-147-16,1-5-177 0,-1 5-472 15,-5-6-166-15</inkml:trace>
  <inkml:trace contextRef="#ctx0" brushRef="#br0" timeOffset="165644.84">9601 14074 196 0,'0'0'355'0,"0"0"-86"0,0 0-33 0,-4 6-22 0,4-6-3 0,0 0-29 0,0 0 3 16,-7 4-12-16,7-4-16 0,0 0-24 0,-14-2-10 15,14 2-7-15,-14-5-6 0,6 3 17 0,0-1 2 16,-1-3-22-16,-1 2-11 0,1-2-16 0,0 0-12 16,-1-1 8-16,4-2-7 0,-1 2 0 0,2-1-6 15,0-2-7-15,2 2-7 0,2-2-14 0,2 2-4 16,3-2-6-16,3 3-7 0,3-2-3 0,2 3-5 16,4-1 3-16,0 4-6 0,3 2-7 0,0 2 7 15,1 4-6-15,1 2 2 0,-1 4-2 0,2 2 0 16,-2 4 4-16,-2 3 4 0,0-1-5 0,-3 4 0 15,-1 1 3-15,-2 1 4 0,-3 0-2 16,-3 0 5-16,-2-3-5 0,-4 1-3 0,0-2 6 0,-1-2-3 16,-2 1 8-16,-2-3 9 0,0-1 5 0,-3-1 16 15,-2-5 9-15,1 2 14 0,-1-3 9 0,0-5-6 16,-1 0-12-16,11-4-11 0,-16-4-9 0,6-2-8 0,3-4-4 16,1-3-10-16,2-4 0 0,3-1-3 0,2-3-5 15,1-3 0-15,5-7-4 0,-1 3-1 16,2-2-1-16,3 3-1 0,0-1 0 0,-2 6-1 15,-1 3 1-15,0 1-6 0,-3 5 0 0,2 1 1 0,-3 1-1 16,2 5 1-16,-2 0 7 0,-4 6 3 0,10-1 5 16,-10 1 8-16,9 9 2 0,-4-1-7 0,0 7 1 15,-1-1-4-15,0 5 1 0,0 0 10 16,0 2-6-16,-1 2-4 0,0-1 0 0,3-1-3 0,-2 0-5 16,1-4 1-16,-2 1-3 0,2-3-3 0,-1 0-5 15,1-1-25-15,1-2-59 0,-3-1-50 0,1-1-37 16,1-3-69-16,1-1-47 0,-2-2-21 0,-4-4 7 15,13 3 14-15,-13-3 18 0,10-5 36 0,-5-2 35 16,3 2 36-16,-5-6 19 0,3 1 49 0,-2-3 30 16,-1-1 49-16,0 3 42 0,1-1 61 0,-3 2 22 15,3-1 24-15,0 1 17 0,-2 1-22 0,-2 1-12 16,3 2-9-16,-2 0 13 0,-1 6 22 0,4-7 2 16,-4 7 15-16,0 0 3 0,0 0-6 0,8 2-26 15,-8-2-22-15,4 11-18 0,-2-3-16 0,1 1-11 16,0 1-15-16,0 1-9 0,1 1-7 0,-2-1-6 15,2 0-6-15,0 0-7 0,-1-1-59 0,-1 1-77 16,2-3-45-16,2 0-47 0,-4-2-55 0,0-1-63 16,-2-5-107-16,4 6-359 0,-4-6-327 0</inkml:trace>
  <inkml:trace contextRef="#ctx0" brushRef="#br0" timeOffset="165941.71">9862 14005 551 0,'-8'-7'425'0,"2"2"-89"0,6 5-82 15,-10-4-32-15,10 4-7 0,-8-6-16 16,8 6-22-16,-6-4-18 0,6 4-7 0,0 0-4 16,-7-5 2-16,7 5-12 0,0 0-16 0,0 0-13 0,4-4-19 15,-4 4-17-15,5-6-4 0,-5 6 0 0,8-10 5 16,-3 3-4-16,0 0-15 0,-1 0-3 0,-2-2-10 16,2 0-2-16,-4-1-8 0,3 1-3 0,-3-1-7 15,-3 1-1-15,3-3-7 0,-4 5-2 0,0-3-4 16,1 3 2-16,-4 1-6 0,1 1 2 0,1 1-5 15,5 4 2-15,-17-2-1 0,10 5-2 0,-1 2-1 16,0 2 0-16,2-2 0 0,-2 4-1 0,3 0 1 16,2 2-1-16,2-1 3 0,1 4-3 0,4-3-1 15,1 2 3-15,3 0-5 0,2-1-53 0,4 0-86 16,3-1-119-16,1-3-128 0,2-1-183 0,0-2-279 16,1-4-401-16</inkml:trace>
  <inkml:trace contextRef="#ctx0" brushRef="#br0" timeOffset="166141.73">10137 14050 512 0,'-3'8'805'0,"3"-8"-156"0,-4 8-114 0,4-8-98 16,-1 9-55-16,1-9-40 0,0 0-49 0,0 8-55 0,0-8-44 15,0 0-46-15,14-6-27 0,-1 3-29 0,1-5-18 16,5 1-14-16,3-2-14 0,3-2-28 15,4-1-85-15,-3-1-72 0,1-2-73 0,-3 3-80 16,1-4-62-16,-7 4-60 0,-1-1-39 0,-2 0-54 0,-3 2-287 16,-1 1-319-16</inkml:trace>
  <inkml:trace contextRef="#ctx0" brushRef="#br0" timeOffset="166640.81">10532 14116 430 0,'0'0'792'16,"1"8"-139"-16,-1-8-89 0,0 0-98 0,1 9-68 0,-1-9-70 16,0 0-61-16,0 0-48 0,5-9-38 15,-5 9-39-15,3-12-29 0,-2 3-19 0,0-3-21 0,1 1-15 16,-1-3-11-16,-1-3-9 0,0-1-9 0,0-1-11 16,-1 0 3-16,-1-5-9 0,1-2 5 0,-1 1-8 15,-1 0 1-15,-1 0 2 0,0-2-9 0,-1 1 7 16,1 0-9-16,-2 2 11 0,2 0 1 0,2 4 2 15,-1 2 7-15,-1 4-4 0,3-1-5 0,-3 5 2 16,3 0 0-16,-2 3-8 0,3 7 18 0,-5-6-5 16,5 6 23-16,-5 8-9 0,4 1 1 0,-2 4 3 15,3 3-4-15,3 5 15 0,2 2 51 0,1 4-53 16,3 1 24-16,3 1-39 0,2-3 24 0,-1 1-10 0,3-4-4 16,0 1-10-16,0-4-6 0,2-1-3 15,-1-4-4-15,0-4-5 0,0 0-41 0,1-5 41 16,-1-2-38-16,-1-2 44 0,2-4-45 0,-1-2 45 15,-3-2-41-15,1-3 30 0,-3-2-43 0,-1-5 1 0,-2 1 2 16,-4-1 4-16,-1-2 7 0,-1 1 5 16,-3-2 2-16,-2 0 0 0,1 2 6 0,-2-1 1 15,1 4 1-15,-1 1 0 0,2 1 1 0,-2 1-1 0,2 3 2 16,0-1-1-16,1 9 1 0,-4-8 1 0,4 8-3 16,0 0 5-16,0 0 0 0,-6 9 8 0,7-1-6 15,0 2-2-15,4 0 2 0,0 5 36 16,3-1-48-16,1 2 44 0,4 1-42 0,-2-2 40 0,5 0-52 15,-2-2 16-15,2 1-111 0,0-3-89 0,2-1-105 16,-4-3-95-16,2 0-80 0,-3-3-153 16,-1-3-482-16,-12-1-734 0</inkml:trace>
  <inkml:trace contextRef="#ctx0" brushRef="#br0" timeOffset="167192.62">10785 13484 197 0,'2'-12'521'0,"-1"2"-78"0,2 1-97 0,-3 3-71 0,4 0-57 0,-4 6 4 0,5-7 11 15,-5 7-13-15,10 3-3 0,-1 0-4 0,2 6-9 16,4 1-8-16,1 5-22 0,6 2-26 0,5 8 7 15,1 2-7-15,0 1-33 0,1 3-20 0,1 2-18 16,2 6-23-16,0 2-7 0,-8-4-10 0,0 2-5 16,-4 0-10-16,-3 2-4 0,-2 0-5 0,-5 1-6 15,-4 0-1-15,-6-5-15 0,-4 5-39 0,-6-1-62 16,-3-1-83-16,-6-3-40 0,-3-2-37 0,-5-3-11 16,-3-1-25-16,-5-4-36 0,-4-2-56 0,-2-4-383 15,-4-5-300-15</inkml:trace>
  <inkml:trace contextRef="#ctx0" brushRef="#br0" timeOffset="167425.07">9273 13690 384 0,'-28'-14'514'16,"2"4"-104"-16,4 3-57 0,3 3-35 0,0 6 9 15,1 2-53-15,-1 6 4 0,0 5-40 0,0 8 1 0,1 8-16 16,2 6-42-16,6 4 2 0,3 5-13 15,4 5-28-15,6 2-22 0,7 7 7 0,1 1-1 0,10-3-26 16,0 0-5-16,9-3-26 0,2-3-5 16,2-2-21-16,7-5-4 0,0-4-20 0,6-3-12 15,4-8-57-15,4-3-109 0,3-6-117 0,-5-12-83 0,0-1-129 16,3-6-107-16,-1-8-380 0,9-5-565 0</inkml:trace>
  <inkml:trace contextRef="#ctx0" brushRef="#br0" timeOffset="167773.81">10805 13235 810 0,'5'-20'828'0,"-1"-1"-131"0,1 5-145 16,-2 2-112-16,2 0-88 0,-3 3-69 0,2 1-55 16,3 4-30-16,0 2-22 0,3 0-18 0,2 3-23 15,0 2-7-15,3 4-19 0,0 1-21 0,3 2-19 16,0 5-13-16,1 4 17 0,-1 2-41 0,-3 1 21 15,1 4-35-15,-5 0 19 0,-2 0-33 0,0-2 23 16,-4 0-30-16,-2-2 25 0,-1-2-28 0,1-3 31 16,-2 0-30-16,2-4 22 0,-2 1-27 0,2-2 32 15,-2-3-28-15,-1-7 29 0,1 12-26 0,-1-12 22 16,0 0-29-16,10-5 30 0,-3-1-30 0,2-3 26 16,6-6-30-16,4-4 33 0,7-4-28 0,4-3 34 15,6-1-36-15,11-5 1 0,3-2 2 0,4 3-4 16,-2 2-4-16,1-1-1 0,-3 3 6 0,-8 5 1 15,-4 2-27-15,-1 2-6 0,-5 4-50 0,-4 1-62 0,-7 5-93 16,-6 2-45-16,-2 3-37 0,-13 3-47 16,11 2-54-16,-11-2-63 0,-10 15-472 0,-12 1-554 0</inkml:trace>
  <inkml:trace contextRef="#ctx0" brushRef="#br0" timeOffset="168008.23">9962 14650 482 0,'-15'11'839'0,"5"-4"-190"0,0-2-132 15,10-5-122-15,-8 6-67 0,8-6-54 0,0 0-24 16,18-10-33-16,2 3-30 0,8-6-5 0,10-3-27 16,9-3-31-16,13-2-19 0,7-4-11 0,6-2-23 15,6-2-7-15,17-6-26 0,1-1 4 0,0-1-12 16,2-1-5-16,1 2-8 0,-5 1-7 0,-15 8-18 15,-3-1-23-15,-5 2-58 0,-5 3-38 0,-12 2-80 16,-10 7-77-16,-8 1-99 0,-11 6-103 0,-7 0-136 16,-9 4-276-16,-10 3-461 0</inkml:trace>
  <inkml:trace contextRef="#ctx0" brushRef="#br0" timeOffset="169741.73">10573 14808 379 0,'5'-9'320'0,"0"1"-87"0,-3 3-31 0,2-1-46 0,1 1-14 0,-5 5-39 0,5-9 0 0,-5 9-25 16,7-8-2-16,-7 8-22 0,7-6 22 0,-7 6 24 16,0 0-5-16,7-3-10 0,-7 3-5 15,0 0 11-15,10 1-5 0,-10-1 1 0,5 5-9 0,-5-5 4 16,8 4 10-16,-8-4-9 0,6 7 5 0,-6-7-9 16,5 6-11-16,-5-6 2 0,4 5 9 0,-4-5 6 15,0 0-6-15,5 7 4 0,-5-7 7 0,0 0-9 16,2 7-11-16,-2-7-10 0,0 0-10 0,0 8-11 15,0-8-10-15,-2 8-5 0,2-8-4 0,0 7-4 16,0-7-3-16,0 9-2 0,0-9-1 0,0 10 5 16,0-10-10-16,2 10 5 0,-2-10-6 0,1 8 5 15,-1-8-7-15,1 8 25 0,-1-8 34 0,0 0 17 16,1 9 4-16,-1-9 2 0,0 0 3 0,2 6 2 16,-2-6 0-16,0 0-3 0,2 7-1 0,-2-7-8 15,0 0-6-15,0 0-8 0,0 0-13 0,3 7-9 16,-3-7-6-16,0 0-8 0,0 0-2 0,0 0-8 15,0 0-6-15,0 0 1 0,0 0-4 0,0 0-1 16,0 0-1-16,1 5 12 0,-1-5 4 0,0 0 7 16,0 0 3-16,0 0 6 0,0 0 6 0,0 0 6 15,0 0 19-15,0 0 19 0,0 0 9 0,0 0-18 0,0 0-14 16,4-7-12-16,-3 1-11 0,2-3-8 16,-1 0-7-16,-2-2-6 0,3-2-4 0,-2 4-2 15,0-4-38-15,1 2 55 0,-2 0-43 0,1 1 42 0,0 0-46 16,-1 0 47-16,0 4-49 0,0 0 49 0,1-3-51 15,-1 9 49-15,2-10-55 0,-2 10 51 16,1-11-49-16,-1 11 46 0,0-8-46 0,0 8 49 0,0-7-56 16,0 7 52-16,0 0-47 0,1-9 47 0,-1 9-48 15,0 0 48-15,9-5-45 0,-9 5 57 0,9-2-58 16,-9 2 46-16,9-2-46 0,-9 2 48 0,11-3-48 16,-11 3 50-16,11-1-44 0,-11 1 50 0,0 0-39 15,10-2 54-15,-10 2-36 0,0 0 46 0,11-3-54 16,-11 3 48-16,0 0-55 0,0 0 46 0,11-3-50 15,-11 3 44-15,0 0-48 0,0 0 44 0,0 0-49 16,0 0 42-16,9-3-44 0,-9 3 40 0,0 0-46 16,0 0 49-16,6 6-43 0,-6-6 44 0,5 7-44 15,-1 1 43-15,-1-1-3 0,-1 2-5 0,2-2-5 16,1 2-3-16,-1 1-2 0,0 0 2 0,-1-1-6 0,0 1 0 16,2 1 3-16,-3-2-5 0,0 1-14 15,1-1-7-15,-1 2-14 0,0-1-34 0,-1-1-67 16,0-1-89-16,-1 0-91 0,3-1-125 0,-3 0-64 15,1-1-71-15,-1-6-82 0,0 10-458 0,0-10-732 16</inkml:trace>
  <inkml:trace contextRef="#ctx0" brushRef="#br0" timeOffset="170057.09">10905 14714 123 0,'0'0'685'0,"0"0"-180"0,0 0-121 0,0 0-79 0,0 0-22 0,0 0 1 15,0 0-17-15,14 0-8 0,-14 0-21 0,0 0-28 0,13 0-25 16,-13 0-29-16,12 0-29 0,-12 0-13 0,18-5-20 16,-9 1-18-16,0 1-15 0,0-3-12 0,0-1-9 15,0-2-8-15,1-2-11 0,-1 1 3 0,-1-3-6 16,-2-2 3-16,2 0-3 0,-4 1 25 0,0-2 12 16,-2 0 1-16,1-1 26 0,-2 4 16 0,-1 0-18 15,1 1 39-15,1 0-35 0,-2 2 17 0,1 0-41 16,-1 10-8-16,1-11 0 0,-1 11-3 0,0 0-9 15,0 0 8-15,9 5-5 0,-5 5-4 0,2 5-8 16,3 2-4-16,3 9 38 0,-1 0-54 0,2 0 31 16,4 6-59-16,-3-4 13 0,0-2-46 0,-1 0-43 15,-1 1-78-15,0-4-120 0,-3-1-103 0,1-3-80 16,-5 0-121-16,0-2-590 0,-2-2-796 0</inkml:trace>
  <inkml:trace contextRef="#ctx0" brushRef="#br0" timeOffset="170890.56">9268 15208 507 0,'0'0'512'0,"5"-6"-83"0,-5 6-106 0,2-6-41 16,-2 6-32-16,0 0-33 0,4-9-3 0,-4 9 5 15,0 0-14-15,11 0 0 0,-11 0 3 0,12 3-39 16,-3 0-18-16,1 2 12 0,4 2-18 0,3 0-33 16,2 3-15-16,2 0-30 0,3 1-7 0,0 1-9 15,-1-1-13-15,-2-1-8 0,0 0-7 0,-1-3-3 16,-1 1 9-16,-4-3 43 0,2 1 25 0,-5 0 3 16,1-2 7-16,-1-2-31 0,-12-2 4 0,20-1-34 15,-10-4 9-15,-1-1-29 0,1-2 0 0,-2-3 12 16,-3-3-28-16,-1-3 18 0,-4-4-6 0,0-4-5 15,-5-8 0-15,-4-9 5 0,-2-3-1 0,-5-14 1 16,-4 1-21-16,-1-3 36 0,-3-2-39 0,-3-1 5 16,2 0 5-16,-2-1 39 0,0-1-47 0,0-1 33 15,0 0-39-15,-1 0 35 0,3-1-41 0,0 2 44 16,2 4-49-16,4 2 4 0,0 0 3 0,1 6 8 16,4 9 0-16,1 2-1 0,2 3 0 0,1 2 2 15,0 6 35-15,2 2-33 0,0-1 29 0,4 8-45 16,-2 0 40-16,2 1-41 0,0 4 41 0,-1 2-43 15,1-1 40-15,4 4-40 0,-4 1 39 0,3 1-40 0,-2 0 41 16,2 2-41-16,0 1 40 0,0 0-41 0,-2 2 38 16,3-1-37-16,0 7 38 0,-3-10-2 15,3 10-2-15,-1-9-5 0,1 9-2 0,-1-9 3 16,1 9-6-16,-1-7 4 0,1 7 7 0,-3-6 1 0,3 6 2 16,-2-7-8-16,2 7-1 0,-3-9 3 0,3 9-1 15,-1-9 3-15,1 9-2 0,-1-12-1 0,-2 6-1 16,3-1 0-16,0 0-1 0,0-2 1 15,3-1-4-15,-1-2 2 0,3-3 1 0,4-3-4 0,3-5-37 16,4-2 53-16,7-5-35 0,8-1 4 16,11-6 12-16,12-1 4 0,8 3 7 0,9 0 6 0,23-6 2 15,5 2 8-15,5 4 0 0,5 1-2 0,3 3-7 16,5 2 37-16,-1 1-51 0,-1 5 38 0,-4-2-45 16,-18 7 0-16,-2-2-2 0,-5 4 40 0,-3-1-45 15,-4 1 39-15,-8 1-46 0,-6 3 41 0,-14 2-46 16,-6 1 41-16,-11 0-46 0,-2 4 25 0,-6-1-96 15,-6-1-106-15,-6 2-122 0,-6-1-61 0,-8 6-31 0,-4-9-9 16,-5 6-6-16,-9 1-15 0,-5 2-28 16,-13 1-83-16,-11 1-287 0,-8 5-384 0</inkml:trace>
  <inkml:trace contextRef="#ctx0" brushRef="#br0" timeOffset="171142.08">9426 14458 220 0,'0'0'226'0,"0"0"-77"0,0 0-43 0,0 0-48 0,0 0-28 15,0 0-28-15,0 0-19 0,0 0-17 0,9 1-5 16,-9-1 2-16,0 0-6 0,0 0-12 0,0 0-33 16,14 2 11-16,-14-2-56 0,0 0 41 0</inkml:trace>
  <inkml:trace contextRef="#ctx0" brushRef="#br0" timeOffset="171724.27">9467 14459 322 0,'0'0'158'0,"0"0"8"0,0 0-8 0,-1-6-9 15,1 6-13-15,0 0-12 0,0-10-15 0,0 10-10 16,5-9 6-16,-3 4 10 0,2-1-1 0,0 1-4 15,1-4 9-15,2 2-1 0,-1-2 2 0,1 2 4 16,1-1 2-16,-1-1 7 0,-1 2 16 0,2 0 14 16,-2-1 13-16,-1 2 13 0,2 1-4 0,-3 0-5 15,-4 5-7-15,7-9-16 0,-7 9-12 0,8-8-18 16,-8 8-19-16,4-6-26 0,-4 6-16 0,-4-6-12 16,4 6-9-16,-10-5-8 0,10 5 8 0,-17 0 42 0,5 2-16 15,1 1-8-15,-2 1-13 0,2-1-12 0,0 2-8 16,1 2-5-16,0-1-8 0,1 0-3 15,0 2-7-15,3 3 6 0,-2-2-6 0,3 1 2 16,1-1-7-16,1 1 13 0,2 1-15 0,1-1 0 0,1 0 8 16,2 2-12-16,2-2 12 0,4-1-8 0,1 1 9 15,3 0-10-15,1-2 9 0,2-1-15 16,0 0 14-16,3-2-10 0,-1 1 11 0,0-1-10 0,0-1 10 16,-3-2-11-16,2 1 10 0,-4 0-11 0,-2 1 17 15,1-2 3-15,-2-1 13 0,0 2-17 16,-10-3 11-16,13 3-18 0,-13-3 12 0,13 4-13 15,-13-4 19-15,4 8 1 0,-7-2 25 0,-2 3-27 0,-5 1 17 16,-2 4 9-16,-6-1 49 0,3 0-49 0,-4 2 35 16,2-1-48-16,-2-1 30 0,5-1-7 0,-4 1-15 15,5 1-7-15,1-3-11 0,1-1-4 0,2-1-5 16,-1 1-2-16,2 0 2 0,3-1 27 0,3 0-4 16,0-1-4-16,5 0-6 0,2 0-4 0,7 0-7 15,4-2-3-15,5 2-1 0,1-4-5 0,3 0-1 16,2-3 2-16,2 1-2 0,-2-2-1 0,1 0-3 15,0 0 6-15,-3 0-6 0,0-2 2 0,-2 2-1 16,-1-1-2-16,-4 0 1 0,-3-1-1 0,-1 1 1 16,-1 1 1-16,-2 0-3 0,1-1-1 0,-12 1 1 15,18-1-2-15,-18 1 0 0,14 0-1 0,-14 0 1 0,0 0-2 16,18 0 0-16,-18 0-3 0,0 0-9 16,10 1-2-16,-10-1-42 0,0 0-76 0,0 0-37 15,14 0-91-15,-14 0-79 0,0 0-71 0,0 0-41 16,0 0-86-16,0 0-113 0,12-2-378 0,-12 2-644 15</inkml:trace>
  <inkml:trace contextRef="#ctx0" brushRef="#br0" timeOffset="174925.24">11179 15630 122 0,'26'49'148'0,"1"3"-28"0,2 1-31 0,-1 5-18 15,3 0-21-15,0 3-28 0,1 1-26 0,1 1-25 16,0 0-24-16,2 0-30 0,-1-2-62 0,-2-3 39 16</inkml:trace>
  <inkml:trace contextRef="#ctx0" brushRef="#br0" timeOffset="175125.53">12178 17543 412 0,'0'0'538'0,"0"0"-138"15,0 0-83-15,0 0-92 0,8-2-104 0,-8 2-110 0,0 0-119 16,0 0-138-16,0 0-277 0,0 0-23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13T05:37:11.890"/>
    </inkml:context>
    <inkml:brush xml:id="br0">
      <inkml:brushProperty name="width" value="0.025" units="cm"/>
      <inkml:brushProperty name="height" value="0.025" units="cm"/>
    </inkml:brush>
  </inkml:definitions>
  <inkml:trace contextRef="#ctx0" brushRef="#br0">79 1 2940 0 0,'0'0'2613'0'0,"-18"4"951"0"0,1-3-1456 0 0,3 1-852 0 0,-5 2-1208 0 0,9 3-1352 0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38:24.398"/>
    </inkml:context>
    <inkml:brush xml:id="br0">
      <inkml:brushProperty name="width" value="0.05292" units="cm"/>
      <inkml:brushProperty name="height" value="0.05292" units="cm"/>
      <inkml:brushProperty name="color" value="#FF0000"/>
    </inkml:brush>
  </inkml:definitions>
  <inkml:trace contextRef="#ctx0" brushRef="#br0">14284 16475 50 0,'-50'-4'277'0,"1"1"-55"0,-2 3-52 0,10 0-10 0,-5 0-35 0,-2 0-2 16,-3 3-29-16,1 0-18 0,0-1-12 0,-1 2 2 15,1 0 2-15,0-1 9 0,-1 2 11 0,0 0 3 16,2-2 5-16,0-1-11 0,1 2-8 0,0-1-1 16,7-1 6-16,0 0 20 0,4 0-7 0,0 0-5 15,6-1 4-15,3 0 0 0,2 1-7 0,7-1-11 16,-1 0-7-16,6 0-9 0,-2-1-8 0,5 1-19 15,2 3-2-15,9-4-11 0,-9 2 2 0,9-2-6 16,0 0-2-16,8 7 4 0,2-3-5 0,4 2 0 16,5-3-1-16,5 1 2 0,3 1-4 0,10-2-4 15,0 2 4-15,11-2 15 0,4-1-19 0,4-2 25 16,6 0 0-16,13-2 2 0,4-2 3 0,4-3-1 16,3 1 1-16,2-5-4 0,4 2 9 0,3-3 19 15,3 0-8-15,21-4-4 0,1 2-5 0,-2-2-1 0,-1 1 4 16,-17 3 25-16,1 2 7 0,19-4 2 15,-18 6-3-15,3 0 8 0,0 1-14 0,2 1-4 0,-2 2 13 16,4 0-12-16,-2 2-7 0,2 2 13 16,1 1 0-16,2 1-9 0,18 1 7 0,-20 1-21 0,-1-2 3 15,1 0-8-15,2 1 12 0,-2-1-26 0,3-1 6 16,0-1-18-16,-1 2 6 0,0-4-13 0,-2 1 17 16,1-1-24-16,21-3 14 0,-22 3-18 15,-2-3 13-15,2 0-13 0,18-1 14 0,-22 1-17 0,-2-2 27 16,-1 2-30-16,3 0 18 0,-2-2-17 15,-2 1 19-15,4-1-17 0,-2-1 22 0,0 2-14 0,-1-2 13 16,0-3-19-16,20 1 18 0,-2-2-20 0,-2 0 23 16,1-3-21-16,0 2-1 0,-3-1 9 0,-18 1-3 15,20-4-2-15,1 0-2 0,0 1 5 0,-2-1-1 16,2 1-20-16,-4-1 27 0,-17 4-20 0,17-4 13 16,-19 5 1-16,3-1 3 0,1 1-2 0,0 1 2 15,-3-1 4-15,1 2 16 0,0 1-8 0,-3-3 3 16,0 2-2-16,1-1 12 0,-1 1-8 0,0-1 1 15,0 1-4-15,3 0 1 0,-3-3 0 0,0 3-3 16,-1-2-4-16,1-1 15 0,-1 2-21 0,3-2-4 16,0 1-2-16,2 1-2 0,-3-3 4 0,1 2-3 15,-2 0 2-15,1-1-4 0,-1 2-2 0,4-1 1 16,-1-3-2-16,18 1-1 0,-19 3 3 0,-1-2 4 16,0 0-3-16,1 0 2 0,-1 1-4 0,2-1 0 15,0 1 1-15,-1-1 0 0,3 2 0 0,1 1 5 16,-3-1-1-16,-1 2-1 0,2 0-41 0,2 2 44 15,-1 0 0-15,1 0-2 0,2 0 2 0,-2 0-3 0,0 1 0 16,2 0-38-16,-3-2 51 0,0 1-43 16,0 0 39-16,1-1 2 0,0-1-6 0,-1 3-38 0,1-1 45 15,-1-1-46-15,-2 1 50 0,-1-1-47 16,-1 0 45-16,2 2-44 0,-5-1 50 0,3 0-50 0,-5 2 47 16,-1-3-46-16,-3 3 49 0,-7-1-50 0,-1 0 56 15,-7 0-55-15,-13 2 46 0,-2 0-43 0,-3-2 52 16,-7 1-57-16,-6 2 83 0,-6 0-43 0,-8 0 58 15,-2 2-55-15,-6-2 42 0,1 2-53 0,-3-1 42 16,-4 2-49-16,0-2 42 0,-3 1-44 0,-11 1 37 16,23-2-48-16,-23 2 44 0,16-1-52 15,-16 1 57-15,14-3-60 0,-14 3 38 0,11 0-76 0,-11 0-15 16,0 0-81-16,7-4-56 0,-7 4-60 0,0 0-88 16,0 0-74-16,-16-2-59 0,16 2-102 0,-20 4-516 15,8-2-731-15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38:30.548"/>
    </inkml:context>
    <inkml:brush xml:id="br0">
      <inkml:brushProperty name="width" value="0.05292" units="cm"/>
      <inkml:brushProperty name="height" value="0.05292" units="cm"/>
      <inkml:brushProperty name="color" value="#FF0000"/>
    </inkml:brush>
  </inkml:definitions>
  <inkml:trace contextRef="#ctx0" brushRef="#br0">24751 3854 139 0,'-2'-19'398'0,"0"1"-94"0,-3 1-71 0,2-2-27 16,-1-3-47-16,-1 1-21 0,1-2-16 0,-2-1-11 16,-3-3-14-16,3 1 9 0,-3-3 7 0,0 1-14 0,-3-1-1 15,1 0-8-15,-1 0-13 0,-1 0-7 0,-1-2-13 16,-1-1-12-16,0 1 5 0,-3 2-25 0,-1-1 11 16,-1 0-20-16,-1 2 11 0,-5 0-16 15,-2 2 8-15,-3-1-1 0,-2 0 7 0,-4 2-3 0,-10-1 9 16,-4 1-20-16,-4 1 14 0,-1 3-18 0,-4 2 11 15,-6 1-11-15,0 3 22 0,-6 5-6 0,-1-1 5 16,-1 4 20-16,-2 6 10 0,-1-1 15 16,-2 4-3-16,3 6 3 0,-2 3-10 0,4 2-3 0,3 3-11 15,-1 5 30-15,7 4-20 0,2 4 15 0,2 5-1 16,3 4 17-16,6 5-4 0,1 5-6 0,4 4-3 16,3 5-4-16,6 3-13 0,3 6 0 0,6 4-13 15,6 5 2-15,5 3-15 0,8 4 1 0,7-1-13 16,11 2 6-16,7-1-9 0,15 15 28 0,8-1-6 15,8 1-3-15,8-4-5 0,10-1-5 0,8-6-5 16,5-3-4-16,13-7 0 0,3-3-1 0,5-6 0 16,3-7 0-16,3-6 15 0,1-5-4 0,3-6 7 15,2-5-10-15,1-7 11 0,0-4 2 0,-21-8-17 16,1-7-2-16,1-4-6 0,-2-3 0 0,4-7 8 16,-1-4-13-16,0-5 8 0,1-6-9 0,14-9-2 15,-2-5-1-15,-5-6-3 0,-2-7 2 0,-5-5 3 16,-2-5 8-16,-5-3-6 0,-6-5 9 0,-2-3-12 15,-9-1 13-15,-7-4 0 0,-8-3-5 0,-17 6-7 16,-10-5 16-16,-9-3-27 0,-15-3-3 0,-9-3-2 16,-15 0-1-16,-19-14 10 0,-12 1 8 0,-15 2-19 15,-15 7 12-15,-15-2-18 0,-8 7 13 0,-8 7-12 0,0 4 5 16,-8 9-37-16,-2 9-44 0,2 8-63 16,-1 8-75-16,5 8-68 0,21 12-53 0,3 7-14 15,3 8-24-15,0 8-20 0,6 7-26 0,3 3-374 16,2 6-340-16</inkml:trace>
  <inkml:trace contextRef="#ctx0" brushRef="#br0" timeOffset="1684.05">28502 4261 220 0,'-7'3'163'0,"7"-3"-91"0,0 0-74 16,-13 0-75-16,13 0-50 0,-16-3 42 0</inkml:trace>
  <inkml:trace contextRef="#ctx0" brushRef="#br0" timeOffset="28236.4">27167 16779 58 0,'25'-4'133'0,"-1"1"-28"0,1-1-31 0,0 0-19 16,0-1-10-16,2 2-10 0,1-2-10 0,0 2-4 16,-1-2-5-16,6 1-11 0,-1-1-6 0,2 0-20 15,-2 0-3-15,-1 1-141 0,-1 1 42 0</inkml:trace>
  <inkml:trace contextRef="#ctx0" brushRef="#br0" timeOffset="30364.94">31556 17027 172 0,'6'-9'245'0,"-6"9"-58"16,4-7-17-16,-4 7-13 0,1-10-11 0,-1 10-10 0,0-9-12 0,0 9-17 0,0-11-3 16,0 11-3-16,-1-9 11 0,1 9 7 0,0-11-20 15,0 11 2-15,0-11-15 0,0 11 11 0,0-12 0 16,0 12 1-16,0-11-3 0,0 4-8 16,0 7 22-16,0-14-33 0,0 7-4 0,0 0 18 0,1-2-3 15,1 0 23-15,-2 2-35 0,2-4 40 0,-2 3-37 16,2-2 36-16,-1 2-3 0,0-1 18 0,1 1-50 15,0 1 36-15,-1 1-16 0,1 0 18 16,1-1-42-16,-3 7 7 0,3-10-42 0,-3 10 22 0,6-8-40 16,-6 8 32-16,5-8-36 0,-5 8 26 0,7-6-33 15,-7 6 23-15,6-5-34 0,-6 5 35 0,0 0-40 16,0 0 35-16,14 0-7 0,-14 0 9 0,5 6 10 16,-5-6-1-16,7 8 4 0,-7-8 1 0,4 13-5 15,-3-4 10-15,-1 1-4 0,0 0 2 0,-1 3-4 16,-2 2 18-16,2 0-6 0,-2 3-7 0,-1-2 0 15,1 2 3-15,-3 3 2 0,1-1 38 0,0 0-42 16,0 1 29-16,1 0-49 0,-1-2 42 0,1-2-44 16,-1-1 32-16,1 2-40 0,-1-2 31 0,2-2-42 15,-1-1 28-15,2-1-37 0,-2-1 31 0,3-2-32 16,-1 0 40-16,0 0-25 0,0-3 39 0,-1 1-19 16,3-1 59-16,0-6-25 0,-4 6 27 0,4-6-53 15,0 0 25-15,0 0-47 0,-5-6 32 0,5-1-40 16,0-2 2-16,0-2-2 0,0 0-2 0,2-3 0 0,1-2-4 15,0-1 1-15,-2-1 0 0,4-3-4 0,0 1 7 16,1-4-7-16,1 4-15 0,0-4 20 0,-1 2-22 16,0 1 20-16,2-1 0 0,0 3-2 15,-1 0-2-15,1 2-2 0,-3 0 1 0,0 4 0 0,2 0-1 16,-4 3 4-16,1 1-6 0,0 0 1 16,-1 1-3-16,-1 2-3 0,2-1 5 0,-4 7-8 15,4-11 4-15,-4 11 1 0,3-5-2 0,-3 5 4 16,0 0-1-16,6 4 3 0,-6-4-14 0,2 12 1 0,0-2 20 15,-1-1-4-15,0 3-1 0,-1 1-3 0,2 4 0 16,0 0 1-16,-2 1 1 0,3 1 1 16,-1 2 33-16,0 0-41 0,0-2 34 0,-1 2-40 15,2-1 36-15,-2-1-40 0,2 0 38 0,-1-5-37 0,0 4 37 16,-1-5-41-16,1 0 42 0,-2-2-42 0,2 0 42 16,-1-2-35-16,-1-2 49 0,1 1-29 0,-1 0 41 15,0-8-44-15,0 6 36 0,0-6-42 0,0 0 32 16,0 0-40-16,-4-11 35 0,2 3-37 0,-1-4 2 15,-3-4 4-15,0-3 4 0,-1-2 2 0,1-1 0 16,-1 0-10-16,0 2 17 0,4-1-20 0,-3 3 18 16,3 3-14-16,-1-1 5 0,0 2-6 0,2 3 20 15,-1 1-18-15,0-1 16 0,0 3-20 0,2 2 13 16,-2-3-33-16,2 4-23 0,1 5-94 0,-3-10-81 16,3 10-129-16,-3-8-166 0,3 8-114 0,-11-7-133 15,2 4-562-15,-1 1-935 0</inkml:trace>
  <inkml:trace contextRef="#ctx0" brushRef="#br0" timeOffset="35682.37">20036 13308 78 0,'18'0'102'0,"1"0"-29"0,2 0-17 0,5 1-34 16,5 2-22-16,0-1-53 0,8-2-43 0,2 1 33 15</inkml:trace>
  <inkml:trace contextRef="#ctx0" brushRef="#br0" timeOffset="61098.18">26116 16923 212 0,'0'0'208'0,"0"-12"-53"0,0 12-22 0,1-12-23 0,-1 12-17 0,0-13 4 0,1 6-28 0,-1-2-4 0,-1 1-17 15,1 0 4-15,0-3-4 0,-1 2-7 0,1-2 1 16,-2 1 11-16,2-1 4 0,-1 1 10 0,0-1 14 16,-1 2 3-16,2-1 10 0,0 3 6 0,0-2 3 15,0 2 12-15,-1-1 7 0,1 8-29 0,0-11 5 16,0 11-26-16,0-10 2 0,0 10-11 0,0-8 20 15,0 8-5-15,0-7 7 0,0 7 11 0,1-7 10 0,-1 7 7 16,0 0-3-16,2-7 5 0,-2 7-13 16,0 0 6-16,2-6-18 0,-2 6 1 0,0 0 9 15,0 0 2-15,0 0 3 0,8-2 19 0,-8 2-2 16,0 0 9-16,11 6-15 0,-11-6-5 0,8 11-22 0,-3-3 16 16,-1 2 13-16,1 0-8 0,0 2-15 0,0 3-8 15,-2 2-17-15,-1 0-12 0,0 1-5 0,0 1 18 16,0 1-40-16,-1 2 26 0,-1 1-35 0,0 2 23 15,0-1-34-15,0 0 31 0,0-2-38 0,-1 1 31 16,-1 1-35-16,2-4 28 0,-1 1-29 0,0-2 23 16,-1 2-20-16,1-2 18 0,1 0-31 0,0-3 29 15,0 0-34-15,-1 2 36 0,1-5-45 0,-1-1-18 16,1 0-86-16,-2-3-77 0,2 1-140 0,-1-2-130 16,-3-1-103-16,0 1-110 0,4-8-382 0,-10 8-686 0</inkml:trace>
  <inkml:trace contextRef="#ctx0" brushRef="#br0" timeOffset="63329.83">27130 16781 275 0,'7'-9'223'0,"-3"4"-31"16,-4 5-27-16,6-11-13 0,-2 5-20 0,-2-1-7 0,3 0-15 15,-2 0-10-15,-2-2-4 0,2 0-1 0,-1 2-6 16,0-2-2-16,-1 1-3 0,-1 0 3 15,1-3 4-15,-2 2 16 0,1-1-19 0,-1-2 17 0,-1 4-28 16,2 1 30-16,0-3 5 0,-1 4 7 16,1-1-6-16,0 7 5 0,-1-12-4 0,1 12-8 0,-2-8-3 15,2 8-21-15,0 0-1 0,4-6-10 0,-4 6-2 16,6 6-7-16,-3 1 42 0,2 2 9 0,-1 5 42 16,0 4 19-16,0 6 5 0,0 8-20 0,0 3-18 15,-2 2 25-15,2 7-27 0,-3 2 19 0,3 2-53 16,-3-1 14-16,2 0-38 0,-1-1 11 0,-2 0-51 15,3-2 24-15,-2-8-36 0,1 0 20 0,-2-1-32 16,1-3 17-16,0-4-29 0,-1-1 24 0,0-4-31 16,1-1-24-16,-1-4-47 0,2-1-54 0,-2-3-70 15,0-1-126-15,0 0-108 0,1-2-37 0,0-1-122 0,-1-1-556 16,0-9-761-16</inkml:trace>
  <inkml:trace contextRef="#ctx0" brushRef="#br0" timeOffset="64880.02">29216 16809 15 0,'0'0'329'0,"-3"-8"-78"0,3 8-38 0,-3-7-20 0,3 7-15 0,-2-7-10 0,2 7-10 0,-3-7 0 0,3 7 6 16,-4-7-4-16,4 7-6 0,-6-9 3 0,6 9 14 16,-3-8-15-16,3 8 5 0,-4-8-3 0,4 8 6 15,-3-6 11-15,3 6 3 0,-2-6 6 0,2 6-16 16,-2-7-13-16,2 7-15 0,0 0-11 0,-3-6-24 16,3 6-16-16,0 0-18 0,0 0-9 0,-3-8-19 15,3 8 0-15,0 0-11 0,0 0 52 0,0 0 1 16,0 0 25-16,-4 8-22 0,4-8 33 0,0 13-30 15,0-4 3-15,2 2 2 0,-1 4 7 0,0 1 26 16,5 2-33-16,-2 3 16 0,1 2 0 0,2 4 20 16,-1 1-37-16,3-1 15 0,-1 3-3 0,-2 1-4 0,3-2 7 15,-1 0-12-15,-1 0-17 0,0 0-15 0,-1-1-21 16,-2-3 19-16,1 0-20 0,0-3 10 0,-2 1-27 16,1 0 5-16,-2-4-41 0,0-2-3 0,-1-1-55 15,-1-1-31-15,0 0-67 0,-1-2-44 0,1-1-123 16,-2-1-163-16,-2-2-122 0,-1 1-94 0,0-3-706 15,-1-1-1021-15</inkml:trace>
  <inkml:trace contextRef="#ctx0" brushRef="#br0" timeOffset="66312.35">30109 16733 113 0,'-1'-10'458'0,"0"-1"-126"0,-1 3-41 0,0 2-53 15,1-2 1-15,1 1-22 0,-2 1-17 0,2 6-23 0,0-11-34 16,0 11-16-16,2-12 25 0,-2 12 8 0,3-10 47 15,-3 10-26-15,0-10 29 0,0 10-42 0,2-7-23 16,-2 7-28-16,2-6-23 0,-2 6-14 0,0 0-18 16,0 0 22-16,0 0 32 0,0 0 14 0,0 0-5 15,7 4 1-15,-5 2-12 0,-2 5-12 0,3-2 8 16,-2 5-20-16,0 1 14 0,1 3-29 0,0 1 13 16,1 3-42-16,-1 1 18 0,3 3-36 0,-1 4 25 15,1 0-9-15,2 1-3 0,-1 2-9 0,2-1 1 16,-1 0-12-16,0 1-1 0,1 0-6 0,-1-2 3 15,1 0-6-15,0-1-8 0,-1-2-8 0,-2 0-26 16,3-3-33-16,-2-3-88 0,-2-1-95 0,1 0-167 16,-2-4-75-16,-1-1-82 0,2-1-116 0,-1-2-296 0,-1-3-575 15</inkml:trace>
  <inkml:trace contextRef="#ctx0" brushRef="#br0" timeOffset="68232.69">31330 16730 98 0,'0'0'144'0,"0"0"-25"16,0 0-18-16,0 0 9 0,0 0 1 0,0 0-7 15,0 0-4-15,0 0-7 0,0 0 11 0,0-7-3 16,0 7 0-16,0 0-15 0,-3-11-4 0,3 11 9 15,-2-4 6-15,2 4 9 0,0 0-24 0,-3-9 0 16,3 9-18-16,0 0 5 0,-4-7-12 0,4 7 0 16,0 0-22-16,-2-6 5 0,2 6-14 0,0 0 3 15,0 0-20-15,0 0 11 0,-3-7-10 0,3 7 4 16,0 0-15-16,0 0 10 0,0 0-7 0,0 0 6 16,0 0-15-16,0 0 15 0,0 0-6 0,0 0 7 15,1 7-13-15,-1-7 11 0,3 7-7 0,-3-7 12 16,4 9-12-16,-4-9 7 0,6 8-11 0,-6-8 13 15,7 8-10-15,-7-8 6 0,7 9-13 0,-7-9 16 16,5 6-13-16,-5-6 8 0,4 6-15 0,-4-6 8 16,5 4-8-16,-5-4 9 0,0 0-18 0,0 0 11 15,0 0-10-15,6 5 17 0,-6-5 1 0,0 0 2 16,0 0-17-16,0 0 18 0,0 0-9 0,0-9 13 16,0 9-6-16,0 0 26 0,0 0-8 0,0-8 16 15,0 8-7-15,0 0 15 0,0 0-1 0,0 0 3 0,0 0 2 16,0-5 1-16,0 5 4 0,0 0 0 15,0 0 10-15,0 0-9 0,0 0 17 0,0 0-15 16,0 0 7-16,0-8-26 0,0 8 15 0,0 0 2 16,0 0 48-16,1-8-43 0,-1 8 47 0,0 0-6 15,2-6 41-15,-2 6-37 0,0 0 52 0,0 0-37 0,0-11 22 16,0 11-24-16,0 0 8 0,0 0-46 0,2-6 48 16,-2 6-51-16,0 0 37 0,0 0-39 15,0 0-4-15,3-6-3 0,-3 6-3 0,0 0 4 0,0 0-1 16,0 0-8-16,0 0 8 0,0 0-1 0,0-6-8 15,0 6-4-15,0 0-4 0,0 0-8 16,0 0 1-16,0 0-3 0,0 0 1 0,0 0-5 0,0 0 1 16,0 0-3-16,0 0 38 0,0 0 0 0,9 4-6 15,-9-4 10-15,11 5-5 0,-4-2-18 0,2 2-7 16,-1-1 26-16,0 1-7 0,-1-1-11 0,2 0-7 16,-3-1-7-16,2 2-9 0,-8-5-5 0,12 6-19 15,-12-6 16-15,9 4-7 0,-9-4-4 0,7 4-11 16,-7-4 26-16,8 5 1 0,-8-5 5 0,0 0-21 0,9 3 22 15,-9-3-17-15,0 0 22 0,6 4-21 16,-6-4 20-16,0 0-15 0,0 0 18 0,8 3-18 16,-8-3 15-16,0 0-12 0,0 0 15 0,0 0-13 15,0 0 16-15,8 4-14 0,-8-4 11 0,0 0-23 0,0 0 21 16,0 0-25-16,0 0 13 0,0 0-20 0,0 0 16 16,0 0-20-16,7 2 16 0,-7-2-20 0,0 0 15 15,0 0-19-15,0 0 16 0,0 0-17 0,0 0 13 16,0 0-17-16,0 0 20 0,0 0-12 0,0 10 41 15,0-10-19-15,-5 13 14 0,3-4-21 0,-1 3 15 16,-1 1-24-16,0 2 18 0,1 2-14 0,-3 2 23 16,1 4-8-16,-4 3 0 0,4 5-4 0,-4-1-1 0,-1 8 0 15,0-1-5-15,0 3-4 0,1-1-14 16,-1-1-13-16,2 4-39 0,-1-4-47 0,-1 1-53 0,3 0-56 16,1-5-72-16,1-1-149 0,1 3-185 15,1-3-90-15,-2-2-158 0,5-2-374 0,0-3-854 0</inkml:trace>
  <inkml:trace contextRef="#ctx0" brushRef="#br0" timeOffset="69046.6">32112 17308 329 0,'0'0'371'0,"4"-6"-93"0,-4 6-57 15,0 0-55-15,5-6-36 0,-5 6-30 0,0 0-29 16,8-3-55-16,-8 3-46 0,0 0-61 0,0 0-40 16,0 0-79-16,10-1-179 0,-10 1 159 0</inkml:trace>
  <inkml:trace contextRef="#ctx0" brushRef="#br0" timeOffset="69236.35">32067 17350 20 0,'0'0'-8'0,"0"0"2"0</inkml:trace>
  <inkml:trace contextRef="#ctx0" brushRef="#br0" timeOffset="70012.82">31661 16798 69 0,'2'-22'155'0,"2"0"-35"16,0-2-45-16,1 3 9 0,-2-1-10 0,2 1 18 0,-1 1-17 15,-2 1 26-15,2 3 16 0,-1 1 6 0,-1-1-8 16,2 7-25-16,-3-2-27 0,4 2-7 0,-3 1-12 16,-2 8-7-16,7-6-5 0,-7 6-6 0,9 1 10 0,-1 5 31 15,1 4 13-15,-2 4 13 0,3 5-5 16,0 0 6-16,-1 9-1 0,0 3-17 0,-2 0-3 16,0 2-20-16,-2 3-9 0,-1-1-2 0,-2 1-13 0,1 1-7 15,-1-1-7-15,-2-1-1 0,0 0-34 0,-2-2-20 16,-1 0-43-16,1-1-67 0,-4-3-88 0,1 0-69 15,0-5-203-15,0-2-8 0</inkml:trace>
  <inkml:trace contextRef="#ctx0" brushRef="#br0" timeOffset="70181.2">31601 17075 608 0,'-8'-5'502'0,"2"3"-114"0,6 2-103 16,-10-2-47-16,10 2-97 0,-10 2-117 0,10-2-184 0,-9 7-479 15,9-7-147-15</inkml:trace>
  <inkml:trace contextRef="#ctx0" brushRef="#br0" timeOffset="87763.95">29397 3557 1 0,'0'0'725'0,"0"0"-208"15,-2-6-100-15,2 6-81 0,0 0-68 0,0 0-54 0,0 0-32 0,-1 8-24 16,1-1-1-16,3 3-5 0,0 2-3 0,1 1-26 15,2 1 43-15,1 0-7 0,5 2 11 0,-1-1 15 16,3-1 40-16,2-2-3 0,3-2 12 0,2-4-4 16,3-1-32-16,4-2-27 0,3-4-34 0,7-4-34 15,8-3-1-15,4-4-46 0,12-5 12 0,1-2-39 16,6-3 14-16,0-2-11 0,4-4-10 0,1-1-1 16,1-5-9-16,17-8-8 0,0-1-21 15,2-1-44-15,3 0-20 0,-1 0-65 0,0 2-58 16,0 3-79-16,-20 7-72 0,4 3-59 0,-5 4-48 0,-1 5-63 15,0 4-75-15,-1 2-293 0,-4 1-453 0</inkml:trace>
  <inkml:trace contextRef="#ctx0" brushRef="#br0" timeOffset="89429.4">3143 5495 223 0,'-15'-3'211'0,"1"3"-38"0,5-3-26 0,-2 2-8 0,11 1-5 0,-17-2-34 15,17 2-4-15,-15-2-22 0,15 2-13 0,0 0-20 16,-14 0 5-16,14 0 27 0,0 0 4 16,-6 8-9-16,6-8-6 0,3 6-7 0,-3-6 29 15,6 12-14-15,0-6-11 0,0 0-12 0,0 2-11 0,2-2 30 16,1 0 29-16,-1 2-25 0,3-1 13 0,-1 2-2 16,3-3-5-16,0 0 7 0,1-2 36 0,5 0-17 15,0-2 7-15,3-4-11 0,10-4 21 0,10-3-16 16,4-7-16-16,16-8-14 0,4-6-12 0,22-12-11 15,5-7-4-15,11-7-12 0,7-7-7 0,16-8-10 16,39-23-10-16,5-8-10 0,11-5-15 0,8-4-45 16,11-2-104-16,-1-2-87 0,6-2-147 0,0 1-472 15,1 3-429-15</inkml:trace>
  <inkml:trace contextRef="#ctx0" brushRef="#br0" timeOffset="91145.82">19299 13177 134 0,'-25'-2'380'0,"-5"2"-80"16,-2 2-22-16,-8-2-40 0,-3 1-26 0,-8 1 5 16,1-2-35-16,-1 1 12 0,2-1-44 0,4-1-2 0,3 1-22 15,0-2 25-15,1 1-30 0,4-4 9 0,1 2 1 16,7 0 21-16,3 1-1 0,3-1-11 16,5 0-26-16,3-2-24 0,7 0-17 0,8 5-18 15,-1-7-8-15,9 5-7 0,6-4-7 0,8 2-6 0,6 0 27 16,10 0-3-16,11 2-5 0,4 1-11 0,5-1-2 15,2 4-11-15,0-2 5 0,5 2-11 16,-1 0 3-16,10 1-1 0,4-1 1 0,-4 0-5 0,-1-1 6 16,-7 1-5-16,-2-2 9 0,0 0-2 0,-4-2 13 15,0 1 10-15,-6 0 3 0,-3-1-13 0,-10-1 1 16,-5 2-4-16,-4-1 22 0,-8 1 18 0,-1-3 6 16,-4 1-13-16,-1 1-14 0,-6-3-10 0,-5 1-9 15,-7 4-7-15,-5-10-6 0,-9 4-2 0,-11-1-7 16,-19 1 2-16,-7 0-8 0,-4 2 2 0,-20 0 1 15,-1 1 4-15,-7 1-8 0,0 2 0 0,5-1-4 16,13 1 12-16,4 0 9 0,4 1-5 0,14-1-1 16,5 0 0-16,8 0-5 0,2 0-1 0,6 0-1 15,3 0-4-15,3 0 4 0,4 2-1 0,12-2-3 16,0 0 2-16,0 0-4 0,0 0 4 0,19 4-6 16,3-4 2-16,6 2-1 0,2-1 3 0,2 1-3 15,3-1-1-15,2 0-12 0,0 1-20 0,-5-1-88 16,-4 2-135-16,-1-1-144 0,-4 3-133 0,-5 0-145 15,-1 0-347-15,-8-3-634 0</inkml:trace>
  <inkml:trace contextRef="#ctx0" brushRef="#br0" timeOffset="99611.15">6083 5425 357 0,'16'-8'294'0,"5"-4"-46"0,1-4-23 0,1-1-14 0,1-2-23 0,0-3-21 16,0-3-1-16,-2-1-31 0,0-1-4 0,-7 2-21 16,3-5 11-16,-5 3-34 0,0-2 15 0,-3-2-19 15,-2 1 4-15,-1-3-15 0,-3-2 7 0,0 0-14 16,-4-1 7-16,-3 3-10 0,-2-3-14 0,-6-3 1 15,-3 3-5-15,-5 1-12 0,-7 1 0 0,-3 4 1 16,-6 4 36-16,-3 1-8 0,-6 6-11 0,-13 0-2 0,-7 5-20 16,-6 6-1-16,-6 4 0 0,-4 6-4 15,-6 7 0-15,-5 3 5 0,-3 6 18 0,-21 10 2 16,0 5 19-16,0 7-12 0,2 4 6 0,1 3-11 0,7 4 20 16,8 3-18-16,9 0-8 0,10 1-6 15,22-4-5-15,9 3-5 0,10 8-6 0,10 3-3 16,11 6-3-16,12 4-1 0,11 1-5 0,12 4-2 15,16 14 1-15,14-2 2 0,6-1 2 0,11-2-3 0,6-7 0 16,10-9-1-16,6-5 0 0,10-13 2 16,7-8 2-16,6-13 22 0,4-13 5 0,-9-14 6 15,30-12-10-15,6-14-8 0,3-11-2 0,2-6-8 16,2-10 7-16,-1-6 26 0,-4-5 5 0,-4-3-9 0,-10-8-9 16,-7-4-4-16,-11-4-9 0,-11-3-6 0,-14-3-16 15,-10 0-1-15,-15 1 2 0,-17-1-9 0,-17 11-2 16,-15 2 7-16,-9-3-15 0,-18 4 9 0,-13 2-8 15,-15 3 2-15,-24-5 1 0,-11 8 1 0,-12 7 5 16,-9 9-3-16,-9 8 2 0,-12 8 1 0,-9 11 0 16,-5 5 2-16,-5 11 4 0,-4 8-3 0,-1 9 5 15,-3 9-13-15,6 6-12 0,8 6-17 0,7 6-1 16,10 3-46-16,13 3-40 0,12 4-72 0,11 1-64 16,26-5-36-16,10 6-37 0,9 1-47 0,8 4-87 15,11 3-357-15,8-11-364 0</inkml:trace>
  <inkml:trace contextRef="#ctx0" brushRef="#br0" timeOffset="101463.43">18353 15166 64 0,'0'0'82'0,"5"-4"9"15,-5 4-10-15,9-4-15 0,-9 4-13 0,19-3 4 16,-6 0-7-16,6 0 3 0,4 0-13 0,5 0-6 15,9-3-6-15,11 2-3 0,7 0-8 0,17-5-1 16,8 1-6-16,5 0 2 0,9 0 0 0,7-2 1 16,23-2 2-16,8 1-5 0,5 3-2 0,6-1 2 15,0 2-1-15,4 2 3 0,4 4-5 0,3-1-6 16,-1 4-14-16,-4 2-21 0,-2 2-30 0,-3 1-35 16,-3 1-113-16,-5 0 66 0</inkml:trace>
  <inkml:trace contextRef="#ctx0" brushRef="#br0" timeOffset="102179.24">22730 15036 106 0,'-9'-14'245'0,"-2"3"-57"0,-1-3-28 0,-1 0-16 0,1-1-15 0,-1 1 2 0,-1-2-7 16,2 0-16-16,-2 2-5 0,3-3-3 0,-1 2 31 15,2 3-24-15,2 0 3 0,1 0-22 0,-1 1 7 16,2 3-25-16,-1-1 9 0,2 2-31 0,1 1 9 15,0 0-34-15,4 6 9 0,-9-7-5 0,9 7 4 16,0 0 23-16,-14 3 7 0,9 2-14 0,-1 3 14 16,-2 5-16-16,-1 1 10 0,0 4 15 0,2 5 2 15,-3 4-10-15,2 3 5 0,3 0 7 0,2 2-1 16,2 2-10-16,3 4 5 0,1 6 11 0,2 5 6 16,2-1-4-16,3 4-16 0,0 8-10 0,0 3-7 15,4-1 17-15,-1 3 2 0,0-1-4 0,-2 2-12 16,2 1 8-16,0 3-6 0,0 1 1 0,1-1-14 0,-3 3-6 15,3-2-7-15,0 2-5 0,-2-4-5 0,0-4-2 16,1 2-3-16,-1-5-1 0,-2-3-7 16,-2-8 5-16,-2 1-4 0,2-5 3 0,-2 1 2 0,-2-1-2 15,1-1-1-15,-2-4 29 0,1 1-35 0,-2-8 22 16,1-1-27-16,0 0 26 0,0-8-28 16,-2 1 24-16,2-4-29 0,-1-2 29 0,0-2-30 0,-1-3 26 15,0-1-22-15,0-1 22 0,1-1-25 0,-1-4 28 16,-1 1-27-16,0-3 30 0,1 0-32 0,-1-7 19 15,2 11-83-15,-2-11-44 0,0 0-104 0,0 0-23 16,0 0-24-16,0 0-44 0,-11-6-32 0,7-3-52 16,1-3-386-16,-2-4-308 0</inkml:trace>
  <inkml:trace contextRef="#ctx0" brushRef="#br0" timeOffset="103377.97">22296 15394 58 0,'-16'-26'367'0,"5"1"-111"0,0 0-56 0,3 5-29 16,0-2-3-16,0 1-28 0,4 2-14 0,-1 1-22 16,3 2 21-16,0 0-36 0,2 2 18 0,0 1-34 15,0 1-1-15,2 2-25 0,0-1 6 0,5 1-18 16,-1 1 18-16,3-1 3 0,4 1 16 0,2 1-14 15,6 0 31-15,3 2-32 0,5-1 14 0,4 2-4 16,5-2 18-16,5 3-15 0,4-2 2 16,1 2 0-16,3-4-4 0,1 3-3 0,3-3 16 0,-1 1 8 15,3 1 13-15,-1 0-6 0,1-1-18 0,-4 3-14 16,0-2-13-16,-3 0-8 0,-1 2-10 0,-3-1-2 16,-1 2-11-16,-5-1 10 0,-2 1-8 0,-1-1 1 15,-1 3-8-15,2-2 2 0,-1 1-7 0,-2 1 8 16,-1-2-11-16,2 1 10 0,0 0-11 0,1-1 6 15,-1 0-5-15,0-2 8 0,1 1-9 0,1-2 5 16,5 0-8-16,2-1 46 0,-1-2 10 0,-1 2-3 16,2-3-18-16,-2 1 5 0,0 0-16 0,-1 0 1 0,-7 1-13 15,-1 2 4-15,-1-2-10 0,-2 2 4 16,-3 2-6-16,-3-1 3 0,3 1-7 0,-3-1 4 16,0 2-6-16,-2 3 3 0,4-3-4 0,-5 2 4 15,0-1-8-15,-1 2 9 0,2 0-7 0,-2 0 4 16,-1 0-7-16,3 0 8 0,-4 0-5 0,4 0 9 15,-2 0-9-15,0 0 9 0,1 0-9 0,1 0 6 16,4 0-8-16,-3-1 8 0,4 0-8 0,-3-2 7 16,0 1-6-16,1-1 6 0,-2 1-5 0,-5 0 5 15,2-1-5-15,-4 1 7 0,0-1-8 0,0 0 6 16,-4 1-5-16,1 0 6 0,-3-1-6 0,1 2 5 16,2-2-6-16,-3 0 4 0,3 1-3 0,-2-1 7 15,-2-1-5-15,4 4 3 0,-4-3-8 0,2 2 11 0,-2-2-9 16,-1 1 6-16,-9 2-4 0,15-3 3 15,-15 3-4-15,16-4 1 0,-16 4-1 0,14-4 10 16,-14 4-10-16,11-1 6 0,-11 1-7 0,12-2 4 0,-12 2-3 16,10-2 4-16,-10 2-6 0,10-3 9 0,-10 3-6 15,10-1 2-15,-10 1-3 0,14-2 4 0,-14 2-5 16,13 0 1-16,-13 0 1 0,14-1-2 16,-14 1 3-16,13 0-3 0,-13 0 4 0,0 0-5 15,15 0 3-15,-15 0 1 0,0 0 0 0,12 1-2 0,-12-1-2 16,0 0 1-16,10 4-1 0,-10-4 2 0,9 7-1 15,-5 0 2-15,1-1 14 0,0 1-16 0,0 2 5 16,2-2-5-16,-1 3 8 0,0-2-10 16,-2 2 9-16,3 0-8 0,-2 0 9 0,2-1-7 0,-2 2 9 15,2-1-11-15,-1 2 7 0,-1 1-9 0,4-3 8 16,-5 2-6-16,3 1 6 0,-1-2-5 0,-1 2 9 16,0-3-11-16,0 2 6 0,0-1-5 0,-1 1 8 15,-1-1-8-15,-1-1 8 0,2 4-7 0,-2-3 6 16,0 2 2-16,-1-1 0 0,1 3 3 0,1-2 22 15,-3 1 24-15,2 0-11 0,-2 1 4 0,1 0 22 16,0 2-1-16,-1 1-25 0,0-1 0 0,0 1-7 16,0 0-9-16,1 0-6 0,-1 1-4 0,0 1-4 15,0-2-4-15,2 2 9 0,-2 1 35 0,2 2 0 16,-2 0-19-16,4 2 0 0,-3 0-14 0,3 0 4 16,0 1-14-16,0-1 9 0,2 2-11 0,-2 1 9 15,1 1 17-15,-1 0 13 0,3-4-22 0,-4 0 11 0,4 1-21 16,-4 4 19-16,3-5 2 0,-1 5-3 15,0-1 1-15,0 0-4 0,1 2-24 0,-2 2 21 16,1-1 8-16,-1 3 3 0,1 1 19 0,1 3-36 16,-3 4 21-16,4 0-32 0,-2-1 21 0,1-1-29 15,-1 2 22-15,-1 0-26 0,4-2 19 0,-3 1-24 16,1 1 21-16,1-3-25 0,-1 1 27 0,4-2-26 16,-3 0 29-16,0-1-33 0,0-4 30 0,2-2-26 0,-2-1 53 15,0 0-27-15,-1 0 13 0,2-1-4 0,-4-5-7 16,1 0-1-16,-1 0 0 0,-2-3-3 15,3 1 0-15,-3-4 0 0,-1-1 0 0,0 0-1 0,-1-1-3 16,1-1-1-16,1-2-1 0,-2-1-2 0,0-1-1 16,1-1-1-16,-1 1-3 0,0-3 1 0,1 0 0 0,-1-2 2 15,0 0 1-15,0 0-5 0,0-7 3 16,0 11-1-16,0-11-4 0,0 10 0 0,0-10-9 16,0 8-16-16,0-8-22 0,0 7-49 0,0-7-95 0,0 0-95 15,0 7-119-15,0-7-67 0,0 0-62 0,0 0-80 16,5 6-23-16,-5-6-264 0,0 0-467 15</inkml:trace>
  <inkml:trace contextRef="#ctx0" brushRef="#br0" timeOffset="103511.92">25782 17167 480 0,'0'0'597'0,"-6"-6"-112"16,6 6-79-16,-6-7-14 0,6 7-113 0,-3-8-26 0,3 8-78 0,-7-8-3 15,7 8-65-15,-4-5 3 0,4 5-71 16,-5-7-115-16,5 7-166 0,-10-3-238 0,10 3-371 15,-22 0-394-15</inkml:trace>
  <inkml:trace contextRef="#ctx0" brushRef="#br0" timeOffset="111644.6">8350 6076 91 0,'-23'-6'285'0,"1"1"-82"0,-2-1-51 0,0-2-15 0,2 0-29 0,0 0 20 15,2 0-12-15,2-2-35 0,1-1 3 16,2 3-8-16,5-2-16 0,-2 1-4 0,2-1-19 0,2 2-6 15,3-2-10-15,-1 3 10 0,3-1-21 0,-3 1 6 16,3 1-8-16,1 0 6 0,2 6-11 16,-4-10 8-16,4 10-11 0,-1-10 12 0,1 10-13 0,0-7 8 15,0 7-1-15,0-6 17 0,0 6 11 0,0 0 35 16,-3-10 0-16,3 10 31 0,0 0-6 0,0-7 7 16,0 7-20-16,0 0 4 0,-1-7-19 0,1 7-12 15,0 0-13-15,-4-7-24 0,4 7 17 0,-4-5-21 16,4 5 8-16,-4-6-18 0,4 6 21 0,-6-7-24 15,6 7 11-15,-4-5-26 0,4 5 23 0,-5-8-8 16,5 8 13-16,-4-6-18 0,4 6 16 0,-5-5-15 16,5 5 11-16,-4-7-14 0,4 7 15 0,0 0-13 15,-5-6 13-15,5 6-18 0,0 0 20 0,0 0-15 16,0 0 7-16,0 0-10 0,0 0 13 0,0 0-10 16,0 0 14-16,8 5-16 0,-4 2 17 0,2-3-1 15,2 1-7-15,0 3 2 0,2-3 1 0,1 2-6 0,3 0 9 16,-1 0-2-16,2 0 7 0,3 0-4 0,1-1 14 15,3 0 5-15,-1 1-4 0,1-2-1 16,4 1 0-16,1 0 22 0,2 0 4 0,4-2-13 16,2 0-2-16,1 1-7 0,1 1-6 0,0-3 1 0,10 2-6 15,-2 1-6-15,2-3 3 0,-2 2 1 0,2 0-4 16,2 0 1-16,-3-1-2 0,0 1 6 0,0-1 21 16,-3 2-30-16,-2-3 19 0,-1 0-12 15,-1-2 12-15,2 2 14 0,0 0 8 0,0 0-16 0,2-2 3 16,0 1-8-16,-1-2 6 0,1 1-10 0,2-1 16 15,-2 0-10-15,9 0 5 0,-9 0 1 0,7 0 2 16,-4 0-11-16,-4 0-2 0,3-1-7 16,-3 1 2-16,-1 0-8 0,2-1 2 0,0 1-3 0,-3 0 1 15,0 0-6-15,0-1 0 0,-2 1-2 0,3 0 3 16,-3 0-4-16,-1 0-1 0,-3 0 6 0,-1 0-1 16,-1 0 0-16,0 0 4 0,0-1 3 0,0 1 7 15,1-2 8-15,-4 1 4 0,2 0-4 0,1-1-3 16,-4-1-8-16,3 3 3 0,-2-1-3 0,-1 0-2 15,-1-1-6-15,1 1 0 0,-2 0 0 0,-1 0-2 16,-3 0-3-16,1 0 1 0,1-1-3 0,-1 1 5 16,-1 1-6-16,1-1 6 0,1 1-5 0,-1 0 1 15,-1-1 0-15,1 1 4 0,1 0-4 0,-1 0 2 16,-2 0-1-16,2 0 1 0,-3 0 1 0,2 0 2 16,0 0-1-16,-1 0 3 0,1 0 0 0,-3 0 3 15,2 0-2-15,-1 0 1 0,-2 1 0 0,2-1 1 16,-2 0-1-16,1 1 0 0,1-1-2 0,-2 0 5 15,-1 0-5-15,1 1-2 0,0-1 3 0,-1 0-5 0,-2 2 2 16,4-2 0-16,-5-2 0 0,4 2 0 16,-2 0-1-16,1 0 3 0,2-1 11 0,-4 1 4 15,0-1-2-15,2 1-6 0,-3-1 2 0,1 1-8 16,-1-2 1-16,0 1-7 0,-1 1 10 0,1 0-12 0,-2-2 7 16,-1 2-8-16,-11 0 6 0,21 0-6 0,-21 0 4 15,17 0-4-15,-17 0 5 0,17-1-8 0,-17 1 10 16,18 0-7-16,-18 0 2 0,14-2-4 15,-14 2 10-15,15 0-12 0,-15 0 6 0,13 0-5 0,-13 0 7 16,10 0-7-16,-10 0 6 0,0 0-8 0,18 0 8 16,-18 0-1-16,0 0-1 0,12 0-3 0,-12 0 7 15,0 0-9-15,14 0 6 0,-14 0-13 0,0 0 13 0,15 0-3 16,-15 0 3-16,0 0-3 0,14 0 4 16,-14 0-8-16,0 0 8 0,16 0-6 0,-16 0 4 15,0 0-3-15,0 0 2 0,15 0 0 0,-15 0 2 16,0 0-3-16,0 0 4 0,0 0-4 0,13 0 11 15,-13 0 6-15,0 0 13 0,0 0-7 0,0 0 19 16,0 0-32-16,11 0 5 0,-11 0-8 0,0 0 3 16,0 0-6-16,0 0 3 0,0 0-4 0,0 0 3 15,0 0-5-15,0 0 3 0,0 0-4 0,0 0 3 16,0 0-4-16,14 0 6 0,-14 0-5 0,0 0 6 16,9-3-8-16,-9 3 5 0,10 0-1 0,-10 0-2 15,12-4 6-15,-12 4-8 0,13-4 2 0,-13 4 0 16,18-3 0-16,-8 0-1 0,1 3 1 0,-1-3 18 15,2 1-22-15,1-2-1 0,-2 2 4 0,3 0-1 16,-2-1 2-16,1 0-3 0,1 1 1 0,-3-1 4 0,2 0-5 16,-2 0 2-16,1 1 9 0,1 0-10 0,-3-1 2 15,1 2-6-15,0-4 8 0,-1 2 0 0,0-1-3 16,-1 0 3-16,1 1-1 0,2-1-2 0,-2 0 3 16,0-1-3-16,2-1 3 0,-1 0-6 0,2-2 4 15,0 3 0-15,-2-2 0 0,3-2 0 0,-3 3 0 16,0-2 0-16,2 0 0 0,-3 0-3 0,2 0 6 15,-2 2-1-15,-1-4 40 0,-1 3 5 0,-1-3-6 16,-2 2 8-16,-1-3-10 0,1 1-5 16,-4-2-4-16,1-1-9 0,-2 1-5 0,-3-3-1 0,1-2-5 15,-2 0-1-15,-3-1-2 0,-1-3 7 0,-3 2-12 16,2-2 2-16,-2-2-1 0,1 0-12 0,-2-1 10 16,-2 1-12-16,4-1 17 0,-3-1-10 0,0 1 10 15,2 1-12-15,-3-2 11 0,1 2-2 0,0-2-2 16,-1 0 0-16,0 0 3 0,0 0-5 0,-3 0 0 15,-1-5-2-15,-2 2 12 0,-2-1-14 0,-1-1 14 16,-2 2-17-16,-2-1 7 0,-3 1-4 0,-3-1-1 0,-7-4-3 16,-3 1 4-16,-2 1-3 0,-2 0 1 15,-3 0 4-15,-5 3-3 0,-1 1 1 0,-4 1-1 16,-1 0 3-16,-2 1-2 0,-1 1-7 0,2 2 10 16,-5 2-6-16,1 1 8 0,-3 0 1 0,-3 1-3 15,-1 4-2-15,-5-2-3 0,0 5-3 0,-4-1 5 16,-2 2 0-16,4 2-4 0,-5-1 6 0,0 4-3 15,-2-1-7-15,-1 3-12 0,-2-2 3 0,-1 3 4 16,2 2 0-16,-1 1 0 0,4 1-10 0,0 2 7 0,4 0 2 16,-1 4-3-16,5-3 9 0,1 3-1 0,2 1 4 15,2 2 2-15,3 1 1 0,0 0 3 16,1 2-1-16,2 2 1 0,3 1 1 0,-1 1 2 0,2 2-1 16,2 2 2-16,1 0 7 0,1 3-8 0,-1 1 5 15,4 1-7-15,0 3 4 0,3 1-3 0,0-1 2 16,2 5-7-16,3 0 12 0,1 0-7 0,6 2 8 15,0 2-6-15,5 0 1 0,4 4 4 0,11-6-6 16,0 2 6-16,5 0 4 0,4 3-4 0,3 0-1 16,5 2 6-16,4 2-6 0,3 1 3 0,3-3-5 15,6 3 7-15,3-2-6 0,8 7 0 0,3-3 3 16,6-2 0-16,5 0 0 0,2-3-4 0,6-2 4 16,6-2 0-16,8-3 3 0,5-2-3 0,7-6 1 15,9-3-4-15,5-6 3 0,5-3-4 0,4-3 5 16,5-6-7-16,7-1 1 0,5-3-49 0,21-4-96 15,-21 0-118-15,-4-3-119 0,-1-2-130 0,-4-1-617 16,-6 0-744-16</inkml:trace>
  <inkml:trace contextRef="#ctx0" brushRef="#br0" timeOffset="113165.07">25659 13030 278 0,'-9'3'330'0,"9"-3"-75"0,-16 3-33 0,16-3-20 15,-12 3-20-15,12-3-17 0,-10 2-4 0,10-2-24 16,-11 2-5-16,11-2-22 0,0 0 4 0,-13 1-35 15,13-1 15-15,0 0-35 0,0 0 28 0,-14 3-23 16,14-3 23-16,0 0-35 0,0 0 11 0,-12-1-37 0,12 1 14 16,-10-5-25-16,0 3 19 0,-2 0-26 15,-4 1 7-15,-2-2-17 0,-8 1 23 0,-1-1-22 16,-3 3 27-16,-1-3 19 0,0 2 16 0,1-1-1 16,3 0 31-16,6 1 9 0,0 0-3 0,3-1-13 0,2 2-12 15,4-1-17-15,12 1-10 0,-12-1-6 16,12 1-6-16,0 0-10 0,28 0-1 0,-2 2-7 15,10 0 1-15,10 2-4 0,7-1-3 0,5 2-4 16,2-1-1-16,13 1-1 0,3 0-2 0,-1 0 6 16,0-1 5-16,2-2 30 0,-1 1-4 0,4-2-4 15,3-1-9-15,3-1 0 0,5-1-8 0,1-1 19 16,3 0-5-16,1 0 4 0,-1-3-5 0,1 1 1 16,2-1-12-16,2-2 2 0,0 0-10 0,0 2 5 15,1-4-13-15,0 2 4 0,-4-1 8 0,-4 0 6 16,-2 1-11-16,-4 1 9 0,-3 0-3 0,-2-2 5 0,-3 2 0 15,-5-2 0-15,-2 3 1 0,-13-1 5 16,-2 0 0-16,-2 1-7 0,-5 0-3 0,-3-1-3 0,-1 1 0 16,-9 1-3-16,-5-1-1 0,-4 2-2 15,-5 1 1-15,-2-1-3 0,-2 2 0 0,-4-2 0 16,-1 2-3-16,-1 0 2 0,-3 1-1 0,2-1 0 16,-12 2-4-16,14-4 2 0,-14 4-1 0,5-2 0 15,-5 2-1-15,0 0-7 0,-5-6 5 0,5 6 0 16,-10-1-4-16,10 1-1 0,-16 0-1 0,16 0-5 15,-14 1-21-15,14-1-39 0,-19 4-62 0,8-2-74 16,-3 0-57-16,-2 1-40 0,-7 1-73 0,-2 1-67 16,-5 3-451-16,-4-3-460 0</inkml:trace>
  <inkml:trace contextRef="#ctx0" brushRef="#br0" timeOffset="113761.24">25797 13618 9 0,'-10'4'398'0,"10"-4"-110"0,-9 3-74 0,9-3-41 16,0 0-37-16,0 0-42 0,9-3-11 15,-9 3-24-15,14-6-7 0,-6 4-17 0,0-4 2 0,0 0-16 16,1 1 1-16,-1-3-6 0,0 2 1 0,1-2-8 15,-2-3 4-15,0 2-6 0,-1-2 11 0,-1 1-1 16,0-1 13-16,0-3-17 0,-1 2 17 0,-1-2-9 16,-2-3 0-16,2 1-2 0,-1-1 13 0,0 0-12 15,-1-1 25-15,0-2-15 0,0 1 8 0,1 0-9 16,-1-2 9-16,-1 0 16 0,0 1 13 0,-1 0 10 16,-2-2-18-16,1 1 11 0,-2-1-31 0,-1 1 9 15,-2 0-19-15,-2 2 17 0,0-1-21 0,-2 2 21 16,-1 2-27-16,1 2 27 0,-1-1-9 0,2 2 42 15,1 4-34-15,3-2 12 0,-1 3-30 0,0 0 17 16,2 2-31-16,-1 1 14 0,3-1-23 0,3 6 26 16,0 0 8-16,-11 1 21 0,6 6 20 0,0 2 0 15,1 6-5-15,-1 4 27 0,0 5-14 0,-1 7 33 16,-3 1-18-16,0 9-17 0,-3 0 30 0,0 4 9 16,-1 1-21-16,-4 9-10 0,-1 1 14 0,2 4 0 15,0 3 20-15,0 4-19 0,3 4-17 0,0 4 18 16,3 4-12-16,2 0 32 0,4 4-47 0,2 1-1 15,2 3 7-15,2 1 3 0,1 2 27 0,3 1-16 16,-1-2 2-16,3-3-17 0,2 0-18 0,1-5-55 16,-2-2 45-16,1 0-56 0,-1-4 49 0,-2-1-50 15,0-4 34-15,-1-2-7 0,-3-9-10 0,-3-4-7 16,0-3-12-16,-2 0-7 0,-4-4-24 0,1-1-21 16,-3-3-13-16,-1-4-36 0,-2-3-40 0,2-6-44 15,-3-4-35-15,2-5-43 0,2-2-41 0,1-4-32 16,-1-2-31-16,-1-4-57 0,4-3-79 0,5-7-512 0,-8 3-624 15</inkml:trace>
  <inkml:trace contextRef="#ctx0" brushRef="#br0" timeOffset="114761.37">28093 12946 250 0,'2'-9'271'0,"-2"3"-62"0,3-3-43 0,-1 3-28 0,0-2-17 0,3 3-28 16,-3-1-13-16,3-1-25 0,0 3 0 16,3-2-20-16,0 1 2 0,1-1-21 0,0 1 11 0,-3 0 3 15,4 1 33-15,-1-1-10 0,-2 0 15 0,0 0-18 16,2-2 20-16,-2 2-5 0,0-1 7 0,1-1-30 16,1 1 6-16,-1 0-13 0,-1-3 10 0,3 2-20 15,1-2 11-15,-2 2-13 0,2-2 19 0,-1 0-14 16,-1 2 50-16,0-3-28 0,3 2 2 0,-1-1-19 15,-2 2 30-15,0 1-3 0,-1-2 16 16,0 3-11-16,0 1 3 0,-3-3-16 0,3 3-3 0,-8 4-21 16,9-7 5-16,-9 7-18 0,18-3 8 15,-6 5-5-15,3 0 20 0,2 3 1 0,4 2-6 0,2 3 3 16,4 2 21-16,0 1-9 0,1 2-10 16,0 0-4-16,0 4-6 0,-3-1 19 0,-3 0-4 0,-1 1-5 15,-2 3-8-15,0 1 2 0,-5 2-3 16,0 3 45-16,-1 4-14 0,-4-1-3 0,0 7-6 0,-4 5 11 15,0-1 48-15,-3 1-30 0,0 4-10 16,-3-1-9-16,0 2 34 0,-2 1-8 0,-1 0-17 16,2 1-12-16,-3 2-10 0,1 2 3 0,1 1 2 15,-1 0-6-15,-1 11 28 0,1-1-16 0,-1-2 0 16,-2-7-20-16,0 8 1 0,1 0-15 0,-1-3 43 0,0 3-12 16,-2-4-21-16,0 2 7 0,0 1-11 0,-4-1-4 15,4 2-6-15,-4 0-3 0,-1 0 14 0,3 1-20 16,-1 2 7-16,2-2 7 0,4 0-6 0,-1 1 2 15,2 2-22-15,3 0 17 0,0-11-2 16,4 12-2-16,-1 2 25 0,0-4-30 0,-1-9 21 16,3 2-27-16,-3-1 29 0,-3-2-32 0,2 0 4 0,-3 3 3 15,2 5 5-15,-4 2 19 0,1-2 14 0,-2-2 13 16,-1 0-30-16,0 0 11 0,1-12-14 0,0 4 32 16,-3-4-17-16,1 1 13 15,1 0-18-15,-2-2 26 0,1 0-12 0,0-2 11 0,2 2-14 0,-2-1 35 16,2-1-18-16,0 1 24 0,0-1-24 0,-3-1 7 15,4 0-31-15,-1-1 7 0,1-1-2 0,-2-1 7 16,2-1-3-16,-2 0 2 0,4-4-6 0,-2-4 3 16,1-1-4-16,-3-1-5 0,3 0-16 0,0-2 14 15,0 0-16-15,0 1 14 0,0-1-22 0,1-2 14 0,1-1-26 16,1 2 15-16,0-3-24 0,2 3-8 0,0-4-24 16,0 1-21-16,3 1-40 0,0-3-55 0,-1 1-51 15,4-4-82-15,-2 1-80 0,1-1-112 0,2-3-58 16,-1-4-64-16,-1 0-101 0,3-3-449 15,-2-5-771-15</inkml:trace>
  <inkml:trace contextRef="#ctx0" brushRef="#br0" timeOffset="114911.17">28700 17490 692 0,'1'-20'727'0,"0"2"-127"0,-1-1-149 0,0 1-73 16,0 1-95-16,1 4-23 0,1 0-103 15,-2 2-76-15,2 0-162 0,2 3-115 0,1 3-124 0,0-1-110 16,-1 2-391-16,1 0-359 0</inkml:trace>
  <inkml:trace contextRef="#ctx0" brushRef="#br0" timeOffset="116332.6">13835 5936 222 0,'0'0'410'0,"-15"3"-106"0,15-3-59 15,-13 3-53-15,13-3-32 0,-9 2-32 0,9-2-2 0,0 0-7 16,-10 3-1-16,10-3-2 0,0 0 1 0,0 0-16 16,-9 3-30-16,9-3 9 0,0 0-18 0,0 0-5 0,0 7 23 15,0-7-5-15,6 7-13 0,-6-7-9 16,9 6 19-16,-9-6-17 0,11 9 19 0,-5-6-13 16,4 0 13-16,-1-2 1 0,3 1 11 0,2-1-2 15,0-2 3-15,4-1-18 0,3-4-11 0,4-2-7 16,3-3-7-16,6-6 2 0,3-2-12 0,-1-3 4 15,4-4-20-15,6-5 6 0,-2-4-13 0,6 0-1 16,-1-2 2-16,3-3-11 0,3 0 0 0,4-2 1 16,1 2-2-16,1-1-1 0,1 0-9 0,0 5-22 0,-2-2-52 15,-3 3-81-15,-1 3-39 0,-4 6-81 0,-1 1-91 16,-12 10-513-16,-1-1-449 0</inkml:trace>
  <inkml:trace contextRef="#ctx0" brushRef="#br0" timeOffset="116777.38">16610 6143 515 0,'0'0'627'0,"-12"1"-154"0,12-1-97 0,-9 3-75 0,9-3-78 0,0 0-37 15,-12 1-26-15,12-1-19 0,0 0-16 0,0 0-3 16,0 0-2-16,5-7 2 0,3 2-15 0,4 0-20 15,5-2-15-15,1 0-14 0,3-1-11 0,1-1-3 0,0 1-13 16,6-3-2-16,0 0-5 0,5 0 0 16,3-1-7-16,2 0 35 0,1-2-3 0,0-2-12 0,5-1-9 15,-2 1-5-15,0-3-2 0,10-5-2 0,1 1-11 16,-2-5 3-16,3-1-6 0,-2-3 2 16,4-1-8-16,-2-4 2 0,2-1-4 0,-1-2 0 0,5 0-2 15,-2 1 1-15,2-1-2 0,-2 1 0 0,3 3-6 16,-5 1-16-16,0 2-49 0,-1 4-69 0,-3 4-63 15,-8 4-46-15,-1 3-86 0,-4 2-96 16,-1 4-432-16,-7 3-420 0</inkml:trace>
  <inkml:trace contextRef="#ctx0" brushRef="#br0" timeOffset="117115.9">19644 5855 748 0,'-13'16'657'0,"4"-5"-166"0,1-1-92 16,2-1-107-16,1-1-53 0,-3 0-54 0,3 0-31 15,1-2-20-15,2-1 19 0,-2 1 22 0,4-6-22 16,-3 5-23-16,3-5-31 0,0 0-13 0,18-2-18 15,-3-2-12-15,7-5 0 0,15-6-10 0,4 1-9 16,6-4-5-16,7-4-8 0,6-3-1 0,-2 0-7 16,-1-3 2-16,2 2-11 0,-3-6-1 0,-1 1-2 15,0-2-2-15,3-2-3 0,-3 0 1 0,-2 2-2 16,0-1 1-16,-1 2-3 0,-1 2 2 0,-5 1-7 16,-5 5 2-16,-4 5-14 0,-4 0-143 15,-6 7-127-15,-5 2-118 0,0 3-100 0,-6 2-452 0,-5 4-547 16</inkml:trace>
  <inkml:trace contextRef="#ctx0" brushRef="#br0" timeOffset="118961.17">28430 11289 150 0,'1'-7'177'0,"-1"0"-38"0,3 0-27 0,-2-4-10 0,4 5-22 0,-1-3-11 16,0-1-9-16,0-1 12 0,0 2-12 0,-1-3-4 15,1 2-5-15,-1-2 23 0,1 2-10 16,-1-2-13-16,0 0 5 0,-2 1 33 0,3 0-5 15,-3 3-19-15,2-3 4 0,-2 2 26 0,0 0-15 16,1 2-10-16,0 0-21 0,-2 7-2 0,2-11-23 16,-2 11 7-16,2-11-18 0,-2 11 8 0,2-6-13 0,-2 6 8 15,1-10-16-15,-1 10 10 0,0 0-14 16,0 0 9-16,0 0-9 0,0 0 8 0,4 7-11 16,-1 1 7-16,-1 3-7 0,3 3 11 0,1 8 6 15,6 4 13-15,3 6 13 0,2 6 14 0,0 2 15 16,6 9-3-16,-1 3 0 0,0 3 0 0,-2 2-21 15,0 2 0-15,-4 2-12 0,2-3 22 0,-5 4 3 16,-3 0 1-16,1-1-11 0,-3 1 2 0,-4 4 40 0,-1 2-6 16,-2 1-10-16,-1 5 20 0,-1 1 0 15,-1 0-6-15,2 2 35 0,0 2-23 0,2-3-14 16,0 4-6-16,1 2-9 0,-2 0 6 0,5 4 6 16,-3-3-11-16,1 4 16 0,0-4-21 0,1 0-3 15,1-1-15-15,-1 0 6 0,4 1-14 0,-1 1-8 16,0 0-1-16,2 1-7 0,-3-1 0 0,1 2-10 15,0-1 2-15,-1-1-3 0,-3 1 7 0,-1-1-6 16,-1 1-7-16,-4-3-14 0,-1 1-64 0,-1-6 9 16,-2-4-67-16,1-9-55 0,0-12-3 0,1-6-29 15,-1-10 8-15,2-3 9 0,-2-9 32 0,3-7-53 16,-1-1-67-16,1-7-67 0,2-9-341 0,0 0-204 16</inkml:trace>
  <inkml:trace contextRef="#ctx0" brushRef="#br0" timeOffset="121631.83">28385 11420 97 0,'-4'-9'185'0,"1"1"-5"0,0 1-39 0,1 0-25 0,0 0-26 0,0 1-7 0,0-1-3 16,2 7-6-16,-3-9-13 0,3 9-5 0,-2-11-22 0,2 11 13 16,-2-9-7-16,2 9-4 0,0-10-9 15,0 10 13-15,2-8-2 0,-2 8-2 0,5-11-8 16,-1 7 5-16,1-2 0 0,4-1 1 0,3 2-13 16,4-1 3-16,0-1 33 0,7 2-16 0,3-1 18 15,8 0-14-15,2 3 6 0,3 0-7 0,3 1 2 16,8 1-14-16,3 1 15 0,0 0-2 15,2 1 12-15,3 2 14 0,-1 0-11 0,-1 2-16 0,2 0 4 16,-2-2-19-16,0 0 5 0,-2 0-18 0,2 3 12 16,1-2-7-16,-3-1-2 0,3 0-1 0,-1-1-4 15,2 1-3-15,2-3-16 0,2 3 18 0,2-3-17 16,13-3 10-16,-2 3-10 0,0-3 10 0,0 1-11 16,0-1 15-16,-15 1-17 0,3-2 12 15,-3 1-19-15,1-1 18 0,-3 0-12 0,2 3 0 0,-3-1 5 16,1 1-5-16,-1-2 5 0,-2 2-2 0,0 1-1 15,-4 0 2-15,0 0-2 0,-8 1 5 0,-2 1 4 16,-1-1-7-16,-1 0 0 0,-2 1 4 0,-1-2 0 16,-6 1 3-16,2-1-4 0,0 0 2 0,1 0 1 15,-4 0-7-15,1 0 5 0,0-1 3 0,-1 0-6 16,-1 0 3-16,0-1-3 0,0-1 3 0,-1 0-2 16,-3-1-3-16,3 3 2 0,-4-1 6 0,0-1-8 15,-1 0 7-15,-3 1-3 0,2-1 3 0,-2-1-4 16,-1 2-3-16,0-1 3 0,-4 1-3 0,0-1 4 15,-1 0-1-15,-2 2 5 0,-1-2-3 0,-1 0 3 0,-9 3-3 16,14-1 14-16,-14 1-11 0,14-3-5 16,-14 3 2-16,12-3 8 0,-12 3-3 0,9 0-6 0,-9 0-4 15,0 0 1-15,11-3 6 0,-11 3 1 0,0 0-3 16,12-2 0-16,-12 2 0 0,9-4-7 0,-9 4 7 16,14-3-2-16,-14 3 6 0,19-3-10 0,-9 3 6 15,3-3-4-15,-2 2 1 0,2-1 1 0,1 1 6 16,-2 0-7-16,-1-1 6 0,1-1-3 0,-12 3 2 15,18-2 0-15,-18 2-4 0,15-1-2 0,-15 1 4 16,13-3-4-16,-13 3 5 0,11 0-3 0,-11 0 3 16,0 0-3-16,13-2 1 0,-13 2-2 0,0 0 7 15,0 0-9-15,13-1 1 0,-13 1 1 0,0 0 5 0,0 0-4 16,0 0 5-16,6 3-8 0,-6-3 2 0,0 0 8 16,1 11-5-16,-1-11 6 0,-1 8-11 0,1 1 6 15,-1-3 0-15,0 1-1 0,-1 3 0 0,1 0 2 16,-3 1-5-16,4 0 7 0,-5 0 3 0,0 3 2 15,1 0 12-15,-1-2-15 0,0 1 11 0,-1-1-11 16,2-2 12-16,-1 0-14 0,1-1 11 0,0-2-16 16,0 2 7-16,2-4-9 0,0 2 17 0,2-7-8 15,-6 9 16-15,6-9-14 0,-3 9 14 0,3-9-16 16,-6 5 11-16,6-5-16 0,0 0 13 0,0 0-12 16,-13-2 12-16,13 2-16 0,-9-6 11 0,-1 1-17 15,0-1 20-15,-2 0-20 0,0-4 9 0,-3 1-6 16,0 0 2-16,-3-5 0 0,2 3 2 0,0-2 1 0,-3 1-5 15,6-1 5-15,-3 1-5 0,3 1 4 0,2 3 1 16,0-1 0-16,2 1-4 0,-1 2 3 0,4 1-1 16,-1-2 14-16,1 4-14 0,1-3-3 0,0 2-1 15,5 4 4-15,-8-6-6 0,8 6 1 0,-6-4 4 16,6 4-5-16,0 0 6 0,0 0-6 0,0 0-1 16,0 0 6-16,0 0 0 0,2 6 1 0,-2-6 0 15,8 11 3-15,-3-5-6 0,1 1 8 0,-1-1-6 16,1 2 3-16,-3 0-4 0,3 0 2 0,-4 0 8 15,3 1-6-15,0-1 13 0,-2-2-12 0,-1 0 9 16,1 1-10-16,-2-1 9 0,-1-6-10 0,5 9 7 16,-5-9-15-16,4 10 15 0,-4-10-11 0,2 6 15 0,-2-6-9 15,3 7 8-15,-3-7-12 0,0 0 13 0,2 8-10 16,-2-8 12-16,0 0-9 0,3 6 9 0,-3-6-8 16,0 0 13-16,0 0-14 0,0 0 13 0,3 5-11 15,-3-5 7-15,0 0-11 0,0 0 10 0,0 0-12 16,0 0 10-16,0 0-13 0,0 0 9 0,-6-5-8 15,6 5 10-15,-5-4-9 0,5 4-1 0,-6-7-4 0,6 7 2 16,-5-4 9-16,5 4-1 0,0 0-6 16,-4-7 2-16,4 7-1 0,-4-5 3 0,4 5-1 15,-3-9 0-15,3 9 0 0,-5-8 0 0,2 2 2 0,1-1-3 16,-2 1 1-16,0 0 1 0,1 0-10 16,-1 0 13-16,2 1-7 0,-1-1 2 0,3 6 1 15,-7-8-1-15,7 8 1 0,-5-9-2 0,5 9 0 0,-4-5 0 16,4 5-2-16,0 0 0 0,-5-6-3 0,5 6 3 15,0 0 1-15,0 0 0 0,-6 8 2 0,6-8-4 16,0 11-1-16,0-11 0 0,-1 13 11 0,2-4 3 16,-1-1-12-16,0 4 13 0,2 1-14 0,-2 0 28 15,1 3-17-15,-1 2 9 0,-1 0-18 0,-1 2 15 16,1 4-2-16,-1-2 7 0,-1 3 4 0,-1 0 1 16,1 0 5-16,0 1 10 0,0 1 2 0,-2 0-8 15,4 4 0-15,-2-4-4 0,2 2 8 0,-2-2-8 0,2 4 2 16,1-3-8-16,0 1 1 0,-1 0-6 0,0-2 4 15,1 3 4-15,-2-4 4 0,0 2-9 16,-1-2 3-16,2 1 4 0,-1 0 6 0,0-1-3 0,-2-1 1 16,2 0-7-16,-1 0-9 0,1-1-1 0,-2-1 4 15,1 1-3-15,-2 0 12 0,0-2-2 0,1 1-6 16,0 0-1-16,2-1-3 0,-2 1 6 0,1-2 14 16,0 0-10-16,0-2-2 0,-1 0-4 0,3 1-2 15,0-3-2-15,-2 2-3 0,3 0-3 0,-2 1 2 0,0-2-3 16,2 1-2-16,-2 0-1 0,2 0 1 15,-3-2 2-15,3 1-4 0,-2-1 1 0,0 2 1 0,2-2-1 16,-1-1-4-16,0 0 3 0,-2 0 4 16,3-2-7-16,-1 0 6 0,0-1-3 0,1-1 2 15,-2 1-4-15,2 2 9 0,0-2-5 0,0 0 3 0,2 1-3 16,-1 2 1-16,0 0-5 0,-1-1 5 0,3 1-6 16,-2 2 5-16,0-2-3 0,1 2-2 0,0 0 1 15,-2 0-1-15,0 1 0 0,1 1 8 0,1-1-10 16,-1 0-1-16,0 1 0 0,1 1 2 0,-1-2 0 15,0 3 29-15,1 0-35 0,-1-1 30 0,0-1-35 16,0 1 32-16,1-2-31 0,1 2 31 0,-1 1-32 16,0-3 33-16,-1 1-35 0,2 0 2 0,0-1 5 0,-1 1-1 15,1-1 3-15,-1 1 2 0,0-3 3 0,0 2-2 16,1 0 4-16,-1-1 1 0,2 2-3 0,-3-2 1 16,2 0-2-16,-1 1 5 0,-2-1-8 0,2-1 8 15,-1 2-5-15,0-1 4 0,-1 0-5 0,2 1 4 16,-2-1-2-16,1 1 7 0,1-2 45 0,-2 1-11 15,3 0-8-15,-2-1-6 0,1-2-5 0,0 2-7 16,-1-1 27-16,1-1-37 0,1 0 25 0,-1 0-33 16,0-3 28-16,-2-1-33 0,3 3 31 0,-2-1-34 15,0-1 31-15,1 0-34 0,-1 1 35 0,0-2-35 16,0 3 30-16,1-2-31 0,0-1 31 0,0 4-32 16,0-3 31-16,0 1-29 0,-1 0 34 0,1-1-29 15,2 2 27-15,-1-1-31 0,0 3 53 0,1-3-17 0,-1 1 26 16,1 0-41-16,-2 2 26 0,2-3-29 0,-1 0 22 15,-1 1-27-15,3 1 5 0,-3-2-6 0,0-1 3 16,-1 1-5-16,1-1 5 0,0 1 4 0,0 0-4 16,-1-1-1-16,-1-2 5 0,1 3 1 0,0-3 19 15,-1 3-4-15,0 0-5 0,2-1 4 0,-2 0-3 16,0 0 7-16,1 0-3 0,0 1-4 0,-1 2 0 16,0-2-7-16,2 3-3 0,-2 0 2 0,2 1-4 15,-2 0-1-15,3 1-1 0,-1 1 25 0,3 2-31 16,-2 1 25-16,1 0-31 0,-1 2 34 0,1-1-35 15,0 1 28-15,1 0-32 0,0 0 35 0,-2 1-36 0,1-2 30 16,-2 1-32-16,2-2 31 0,-4 1-29 16,3-2 33-16,-2-2-31 0,0 2 27 0,-1-1-31 0,0 1 3 15,2-2 6-15,-2 2-1 0,0 0 2 0,0-1 5 16,0 2-1-16,0 2 1 0,0-1-1 0,-2 2 5 16,2 0-3-16,0 1 30 0,-1 1-38 0,0 0 31 15,-1-1-32-15,1 2 27 0,1 5-31 0,-2-2 30 16,0-1-32-16,2 0 32 0,0-2-31 0,0 1 32 15,2-3-33-15,-1 0 31 0,0 1-30 0,3-2 32 16,0-1-39-16,-2 0 36 0,2-3-32 0,3 2 36 16,-4-3-36-16,4 1 36 0,-3-4-36 0,2 0 30 15,-1-2-26-15,0 1 27 0,0-2-27 0,-1 0 26 0,1-1-31 16,-1 1 35-16,-1-3-32 0,-1 0 29 0,3 1-30 16,-2 0 35-16,-2-1-37 0,2-2 4 0,-1 3 6 15,0-1 5-15,-2-2-3 0,2 2 0 0,-2-1 32 16,0 1-38-16,0-2 33 0,1 2-31 0,-1-2 31 15,2 1-34-15,-2-1 32 0,1 2-31 0,0 0 33 16,-1-2-32-16,2 1 30 0,-1 0-33 0,0 1 33 16,2 1-34-16,-1 0 32 0,0-1-34 0,1 3 34 15,0 0-34-15,-1-1 34 0,2 5-31 0,-1-2 32 16,1 0-36-16,0 2 36 0,-1 0-3 0,4 2-2 16,-2 2-4-16,-1-1-2 0,1 0-2 0,1 1-4 15,-2-1 5-15,4 3-31 0,-1-2 33 0,-3 0-36 0,3 0 40 16,-2 0-36-16,2 1 39 0,-2-1-38 0,-1 0 39 15,0-5-34-15,-1 1 33 0,-1 0-33 0,2 0 41 16,-3-1-41-16,2 1 35 0,-2-4-35 0,2 3 38 16,-2-1-34-16,-1-2 32 0,0 1-37 0,0-1 34 15,-1 0-35-15,1 0 37 0,-3 1-35 0,1 0 36 16,-1 0-33-16,1-1 33 0,-1 1-5 0,-1 0 2 16,2-2-8-16,-1 0-1 0,-1 1-2 0,0 0-8 15,-1-2-18-15,2 2-48 0,-1-1-99 0,0 1-141 0,-1-2-128 16,1 1-147-16,-3-1-444 0,-1-2-643 15</inkml:trace>
  <inkml:trace contextRef="#ctx0" brushRef="#br0" timeOffset="-103196.74">18228 15631 105 0,'0'0'222'0,"0"0"-124"0,-9 0-83 0,9 0-85 0,-12 3-55 16,6 3 41-16</inkml:trace>
  <inkml:trace contextRef="#ctx0" brushRef="#br0" timeOffset="-103146.02">18130 15706 331 0,'-12'14'155'0,"-1"3"-5"16,-1-2-20-16,2 2-28 0,1 1-16 0,1 0-23 0,1 0-11 16,1 2-47-16,2-2-40 0,1-2-86 0,1 0-166 15,3 0 257-15</inkml:trace>
  <inkml:trace contextRef="#ctx0" brushRef="#br0" timeOffset="-100513.21">25633 15705 345 0,'2'-10'416'0,"-1"1"-64"0,3 2-34 0,-3 0-59 0,1 0-15 0,-1 1-49 0,0-1-9 0,-1-1-29 0,3 2 21 16,-3 6-1-16,1-14-3 0,-1 6-14 0,-1 0-25 0,-2-2-11 15,2-1-7-15,-2 0-11 0,-3-4-23 0,1 0-13 16,-3-2-13-16,0-4-4 0,0-1 20 0,-4-5-13 16,-1 0-12-16,-2-7 0 0,0-2-11 0,-3-2-7 15,1 0-3-15,-1-7-4 0,-2-6-3 0,2-2-3 16,-1-2-6-16,3-2-1 0,2-2-1 0,3 1 0 15,1 5 1-15,5 2 2 0,-1-1-2 0,5-3-3 16,0 1 0-16,2 0 9 0,3-2-11 0,1-8 2 16,3-1-3-16,1 2 3 0,0-1 7 0,0 3 8 15,-2 9 6-15,0 0-11 0,-2 2 0 0,-1 0-2 16,-2 2 2-16,-2-1-9 0,0 2 4 0,-2 0-2 16,-2 1-4-16,1 1 1 0,-2 0-3 0,0 1-1 15,-1 0 15-15,2 2-15 0,0 1-2 0,1 4 0 16,1 1-4-16,-1 2 5 0,3-1 1 0,0 7-8 15,3-1 13-15,-1 4-1 0,0 0 5 0,2 1 5 16,-2 5 4-16,4 0-5 0,-2 3 2 0,1 1-4 16,0 1 2-16,2 1-1 0,-1 0-1 0,1 3-3 15,-2-1-2-15,0 4 1 0,0-1-2 0,0 1-1 16,-2 0-3-16,2 0-2 0,-3 3 1 0,3-1 2 16,-1 1-6-16,5 0 3 0,1-1-1 0,3 5 2 15,9-1-2-15,6 1 2 0,9 1-5 0,9 1 7 16,10 3-6-16,3 0 1 0,13 1-5 0,4-2 11 15,-1 1-10-15,1-2 4 0,2-2-4 0,3-1 4 16,0-2 1-16,0-2 0 0,1-2-6 0,-2 2 4 16,2-3-5-16,-3-1 8 0,-3 2-4 0,-1-2 5 15,-2 2-4-15,-1 0 2 0,2-1-6 0,0 3 6 16,2 3-5-16,1 1 6 0,0 0-7 0,-2 1 5 16,-2 3-2-16,-13 0 2 0,2 0-2 0,-4-1 2 15,-2-1-4-15,-1 1 4 0,-3 0 1 0,-1-3-1 16,-7 0 3-16,0 0-3 0,4-3-3 0,0 0 1 15,-2-2 2-15,-9 1-5 0,-1-4 9 0,-5 3-3 16,0-5 5-16,-3 2-6 0,-6-2 7 0,-3 2 0 16,-2-2-3-16,-4 2-3 0,-1-2-1 0,-5 3 0 15,-2 0 0-15,-4-2-2 0,-1 9-17 0,-4-10-33 16,-2 4-65-16,-7 4-84 0,0 1-87 0,-6 1-51 16,-6 3-110-16,-7 5-122 0,-3-2-308 0,-10 5-435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0:47.675"/>
    </inkml:context>
    <inkml:brush xml:id="br0">
      <inkml:brushProperty name="width" value="0.05292" units="cm"/>
      <inkml:brushProperty name="height" value="0.05292" units="cm"/>
      <inkml:brushProperty name="color" value="#FF0000"/>
    </inkml:brush>
  </inkml:definitions>
  <inkml:trace contextRef="#ctx0" brushRef="#br0">789 4822 157 0,'0'0'214'0,"-10"4"-37"0,10-4-17 0,-6 3-30 0,6-3-10 16,0 0-24-16,-9 5-12 0,9-5-11 0,0 0-6 15,-8 5-13-15,8-5 3 0,0 0 34 0,-2 9-13 16,2-9-13-16,5 7-11 0,0-3-5 0,1 1-7 15,2-2 1-15,4 1 6 0,3-3-5 0,5-2 6 16,6-3 8-16,7-3 6 0,6-7-2 0,5-4 10 0,11-7 0 16,1-5-24-16,3-4 5 0,0 0-16 0,-3-2 3 15,-1-1-12-15,0-2-1 0,0 3-14 0,-3-2 5 16,-1 1-15-16,-1 2 12 0,0-1-18 0,-4 1 6 16,0 3-9-16,-4 1 7 0,-6 4-6 0,0 2-29 15,-3 3-69-15,-2 2-73 0,-2 2-74 0,-3 2-89 16,-6 6-178-16,2 0-17 0</inkml:trace>
  <inkml:trace contextRef="#ctx0" brushRef="#br0" timeOffset="317.28">2102 4951 250 0,'-5'16'422'0,"-2"-3"-106"0,2 0-71 16,0-2-55-16,0-1-42 0,3-1-18 0,-2-1-29 15,0-1 5-15,1-2-14 0,3-5 19 0,-4 11-11 0,4-11 2 16,-2 9-12-16,2-9 0 0,4 4 15 0,-4-4 13 16,13-1-17-16,-1-4 25 0,4-2-40 0,4-4 9 15,7-3-39-15,5-5 24 0,1-3-39 0,3-5-5 16,6-2-11-16,5-5-1 0,-1 0-3 0,4-3-6 15,1-1-3-15,-1 2-1 0,1-3-3 0,4 1-1 16,-2-3-4-16,2 3-4 0,-1-2-4 0,0 2-14 16,1-2-23-16,-4 0-19 0,0 0-52 0,-2 2-51 15,-2 2-50-15,-2 1-34 0,-3 2-74 0,-7 8-401 16,-5-3-227-16</inkml:trace>
  <inkml:trace contextRef="#ctx0" brushRef="#br0" timeOffset="2835.63">2305 5778 406 0,'0'0'339'0,"0"0"-51"0,5-5-60 15,-5 5-24-15,0 0-24 0,0 0-21 0,0 0-9 0,3-6-15 16,-3 6-13-16,0 0-8 0,0 0-11 0,0 0-22 16,0 0-8-16,0 0-11 0,0 0-2 0,0 0-14 15,0 0 2-15,0 0-10 0,0 0-4 0,0 0-3 16,0 0 18-16,0 0-4 0,0 0-9 0,7 5 2 15,-7-5 1-15,9 6 51 0,-9-6 13 0,16 4 1 16,-6-2 7-16,4-2 7 0,8-5-10 0,7-2 3 16,12-6-14-16,14-12-17 0,6-9-15 0,7-5-14 15,19-18-19-15,4-5 1 0,3-2-9 0,3-7-54 16,4-2-69-16,3-5-122 0,-5 0-61 0,-1-2-139 16,-6-2-573-16,-7 5-593 0</inkml:trace>
  <inkml:trace contextRef="#ctx0" brushRef="#br0" timeOffset="12223.13">6051 7881 50 0,'-18'-7'-18'0,"-2"-6"6"0</inkml:trace>
  <inkml:trace contextRef="#ctx0" brushRef="#br0" timeOffset="13081.73">2130 6760 115 0,'-6'-7'262'0,"-1"1"-73"0,2 0-41 0,-1 1-33 0,6 5-20 16,-8-7-18-16,8 7-14 0,-4-7 1 0,4 7-11 15,-5-6 3-15,5 6-2 0,0 0-5 0,-4-5 9 16,4 5 5-16,0 0 5 0,0 0-5 0,-1-6-10 15,1 6-2-15,0 0 22 0,0 0 2 0,0 0-7 16,0 0-14-16,0 0-3 0,8 5-2 0,-8-5-7 16,5 5-7-16,-5-5-10 0,5 4 17 0,-5-4 36 15,10 6 5-15,-10-6-31 0,13 6 30 0,-13-6-13 16,16 3 4-16,-16-3-10 0,25-2 16 0,-7 0 6 0,2-5-15 16,2-1-13-16,5-4-10 0,6-6-5 15,0-3-9-15,3-1-8 0,9-9 8 0,-1-1-15 16,4-3 4-16,-2-3-8 0,2-3 4 0,2-2-4 15,0-1-1-15,1-2-4 0,-2 0 7 0,2 2-7 0,-3-1-5 16,-3 2-3-16,0 2-2 0,-4 4 3 0,-9 5-6 16,-3 5 15-16,-2 1-19 0,-8 7-12 15,0 2-53-15,-5 4-45 0,-1 0-58 0,-4 4-25 0,-1 3-50 16,-8 6-38-16,7-5-64 0,-7 5-221 0,0 0-89 16</inkml:trace>
  <inkml:trace contextRef="#ctx0" brushRef="#br0" timeOffset="15314.8">2484 10872 56 0,'0'0'325'0,"-10"-8"-86"0,10 8-35 0,-8-6-40 0,8 6-19 15,-5-5-39-15,5 5-15 0,0 0-18 0,-5-6 31 16,5 6-4-16,0 0 10 0,0 0-18 0,0 0 35 16,0 8-30-16,0-8 16 0,1 9-20 0,-1 1 9 15,1-6-28-15,1 7-2 0,-1-3-12 0,-1 1 18 16,1 0-5-16,0-3 6 0,1 2 0 0,-1-2 15 16,-1-6 25-16,4 12 27 0,-4-12 49 0,3 7 16 15,-3-7 3-15,0 0-22 0,12-3-27 0,-3-8-25 16,1-5-34-16,7-7-16 0,5-7-14 0,0-7-12 0,8-8-8 15,2-3-5-15,4-6-7 0,2-4-14 16,1-3-2-16,10-16-6 0,3-1-4 0,4-1-10 16,-1-2-9-16,2 4-36 0,2 2-66 0,0 2-97 15,-12 14-94-15,2 5-88 0,-3 4-88 0,-3 5-604 16,-6 4-689-16</inkml:trace>
  <inkml:trace contextRef="#ctx0" brushRef="#br0" timeOffset="19848.64">3675 4773 39 0,'-5'-6'231'0,"0"0"-59"0,0 1-42 0,5 5-25 0,-8-9-28 15,8 9-8-15,-6-11-11 0,6 11-11 0,-4-9-6 16,4 9-7-16,-3-11-6 0,3 11-7 0,0-9-7 15,0 9 3-15,2-6-1 0,-2 6-11 0,0 0 6 16,1-6-4-16,-1 6-2 0,0 0 0 0,0 0-10 16,0 0 10-16,6 4 1 0,-6-4-1 0,4 8 2 15,-4-8-3-15,0 0-1 0,2 8 10 0,-2-8 23 16,3 6 3-16,-3-6 4 0,4 5 8 0,-4-5 10 16,0 0 0-16,6 5 8 0,-6-5 4 0,0 0 11 15,14 0-10-15,-14 0-9 0,13-5 5 0,-5 0-5 16,5-3-14-16,-2-1 28 0,3-3-4 0,3-1 9 15,2-5-32-15,0-1 3 0,4 0 1 0,3-7-24 16,0-1 5-16,5-4-23 0,4-7-1 0,1-2-7 16,5-3 1-16,3-2-2 0,4-2-3 0,3-2-3 15,2-2 1-15,1 3-2 0,4-1-1 0,-5 4 11 16,2 3-46-16,-6 4-53 0,-5 5-61 0,-8 10-83 16,-5 3-97-16,-7 5-195 0,-6 3-28 0</inkml:trace>
  <inkml:trace contextRef="#ctx0" brushRef="#br0" timeOffset="22248.71">4550 11340 161 0,'-5'-8'208'0,"5"8"-52"0,0 0-22 0,-7-4-18 0,7 4-17 0,0 0-10 15,-8-4-13-15,8 4-23 0,0 0-7 0,0 0-7 16,0 0-9-16,0 0-4 0,-12 1-7 0,12-1-3 16,0 0-3-16,-2 5-18 0,2-5-27 0,0 0-38 0,0 9-40 15,0-9-57-15,0 0-114 0,1 5 266 16</inkml:trace>
  <inkml:trace contextRef="#ctx0" brushRef="#br0" timeOffset="23488.72">5812 5072 9 0,'-4'-8'354'0,"4"8"-109"0,-4-8-45 0,4 8-40 0,-5-6-26 0,5 6-29 0,-2-7-26 16,2 7-20-16,-4-5-11 0,4 5-7 0,0 0-9 16,-8-4-9-16,8 4-12 0,0 0-15 0,-9 6-32 15,4-1-38-15,0-2-42 0,1 5-69 0,0-1-157 16,-1-1 200-16</inkml:trace>
  <inkml:trace contextRef="#ctx0" brushRef="#br0" timeOffset="24531.22">7094 11458 45 0,'0'-8'152'0,"0"8"-30"0,0 0-34 0,0-8-17 0,0 8-16 0,0 0-5 0,1-9-11 0,-1 9-7 15,0 0-8-15,0-7-3 0,0 7-6 0,0 0-3 16,0 0-7-16,0 0-2 0,0-6-3 0,0 6-17 15,0 0-14-15,0 0-28 0,0 0-42 0,0 0-64 16,0 0 42-16</inkml:trace>
  <inkml:trace contextRef="#ctx0" brushRef="#br0" timeOffset="25432.34">8847 4367 39 0,'0'0'189'0,"0"0"-51"0,0 0-61 16,4 4-67-16,-4-4-44 0,0 0-103 0,0 0 40 15</inkml:trace>
  <inkml:trace contextRef="#ctx0" brushRef="#br0" timeOffset="28214.72">10378 17879 135 0,'-9'-12'303'0,"4"3"-27"0,-1 0-39 0,-1-1-7 0,2 2-53 0,0-1-13 16,-1 0-1-16,1 2 17 0,0 0-8 0,1 0-3 16,0 1-28-16,0 0-27 0,0 1-16 15,4 5-9-15,-4-10-10 0,4 10 4 0,-7-6-20 0,7 6 5 16,-5-4-18-16,5 4 14 0,0 0-14 0,-7 4 12 16,7-4-18-16,-1 11 29 0,1-4-19 0,-1 2 15 15,3 0-41-15,-2 2 31 0,4 0 20 16,1 1 5-16,3-4-10 0,-2 3 27 0,4-5 10 15,2-4 16-15,6-3-38 0,5-5 15 0,6-7-46 0,8-9 20 16,7-8-41-16,2-3-5 0,0-5 0 16,1-1-6-16,-1-5-4 0,0-5-2 0,-2-1-5 0,0-4 4 15,-3 0-7-15,0-3-5 0,-1-3-28 0,-5 1-55 16,1 1-110-16,-4 2-74 0,0 4-87 0,-3 2-116 16,-6 14-557-16,-2 0-627 0</inkml:trace>
  <inkml:trace contextRef="#ctx0" brushRef="#br0" timeOffset="52580.58">13624 4447 156 0,'-12'-7'221'15,"1"1"-55"-15,-3 0-60 0,4 2-34 0,-4 0-17 16,4 0-5-16,-2-1-17 0,1 3-2 0,0 0-14 16,1-2 0-16,10 4-5 0,-16-4 3 0,16 4-8 15,-13-3 1-15,13 3-7 0,0 0-6 0,-15 0-7 16,15 0-9-16,0 0-12 0,0 0 5 0,-7 6 6 15,7-6 5-15,0 0 2 0,0 0 9 0,3 7 0 16,-3-7 13-16,0 0 10 0,5 4 21 0,-5-4 14 16,0 0 7-16,4 7-1 0,-4-7 12 0,0 0 6 15,1 7 6-15,-1-7-7 0,4 7 16 0,-4-7 1 16,0 9 15-16,0-9-17 0,0 14 5 0,-3-6-17 16,3 0-14-16,-1 3-6 0,1 0-12 0,0-2 55 15,1 3 10-15,2-3-8 0,-1 0 9 0,0-1 41 16,0-2 38-16,3-1 26 0,-5-5-12 0,17 2-14 15,1-6-40-15,5-5-23 0,13-8-22 0,5-4-30 16,13-5-19-16,5-6-4 0,5-3-23 0,1-3 0 16,3-1-16-16,13-11-16 0,-16 8-35 0,1 0-85 15,-1-1-59-15,1-1-64 0,-5 2-93 0,-2 2-119 0,-4-1-395 16,-7-1-399-16</inkml:trace>
  <inkml:trace contextRef="#ctx0" brushRef="#br0" timeOffset="53079.06">11576 4448 58 0,'0'0'582'0,"2"-5"-171"0,-2 5-90 0,0 0-75 0,0 0-51 16,0 0-37-16,0 0-37 0,-8 8-19 0,8-8-18 15,-7 8-18-15,4-3-4 0,3-5-27 0,-6 11 10 16,6-11-23-16,-3 9 5 0,3-9-13 0,-1 10 19 16,1-10-17-16,0 7 33 0,0-7 4 0,3 6 45 15,-3-6 5-15,0 0 24 0,6 4-10 0,-6-4-2 16,10-4-11-16,-3 0-19 0,2-4-21 0,0-2-12 15,5-2-6-15,0-2-8 0,5-6-10 0,0 1-4 16,3-9-8-16,3 2-1 0,2-6-7 0,9-6-2 16,6-4-5-16,3-5 2 0,7-1-3 0,19-17-14 0,8 2-49 15,5-4-75-15,8-2-72 0,9-2-176 16,6-3-536-16,10-5-494 0</inkml:trace>
  <inkml:trace contextRef="#ctx0" brushRef="#br0" timeOffset="55178.97">29808 16775 458 0,'0'0'534'0,"7"-7"-88"0,-7 7-56 0,4-6-37 15,-4 6-33-15,5-6-25 0,-5 6-5 0,0 0-19 16,7-5-10-16,-7 5-9 0,0 0-27 0,3-5-6 0,-3 5-45 16,0 0-18-16,0 0-40 0,6-6-9 0,-6 6-31 15,0 0-4-15,0 0-26 0,0 0 20 0,0 0-9 16,11-1 19-16,-11 1-12 0,10 3 38 16,-10-3-31-16,16 1 33 0,-5-1-29 0,5-1 24 0,4-4-40 15,4-2 9-15,13-5-28 0,4-7 14 16,15-7-12-16,2-7-10 0,7-8-4 0,17-14-14 0,6-6-16 15,5-5 11-15,8-5-37 0,4-4-30 0,4-4-74 16,-2-4-90-16,2-3-87 0,-6-2-130 0,-2-1-75 16,-6-1-112-16,-4 6-567 0,-8-1-804 15</inkml:trace>
  <inkml:trace contextRef="#ctx0" brushRef="#br0" timeOffset="113275.65">12125 4517 149 0,'9'-1'200'0,"-1"-2"-46"0,1 1-17 0,0-2-17 0,-2 1-12 0,2 0 2 16,0 0-4-16,0 0-9 0,-1 0-9 0,-2-1-5 15,-6 4-8-15,14-4-13 0,-14 4-8 0,12-6-5 16,-12 6-11-16,11-6-8 0,-11 6-5 16,8-5 1-16,-8 5 4 0,8-3-1 0,-8 3-4 0,4-5-3 15,-4 5-5-15,1-6 1 0,-1 6-10 0,-4-10 43 16,3 5 11-16,-3-3 19 0,-1 1 10 0,0-3-8 15,-3-1-12-15,2-2-6 0,-1-1-26 0,-3-4 8 16,1 0-23-16,0-3 10 0,0 2 12 0,-1-2 10 16,1-3-13-16,-1-2-23 0,-3-1 10 0,3 1-7 15,-2-1 2-15,0 0-8 0,-1 0 6 0,0 2-1 16,0-2 1-16,0 2 0 0,-3 0-7 0,0 0 1 16,-3 0 19-16,0 3-29 0,-3-2 23 0,-5-1-36 15,-2 6 4-15,-2-1-2 0,-3 1 1 0,-4 2-1 16,-6 2 3-16,-1 1 1 0,-6 1 3 0,-10 0-1 15,-3 3-6-15,6 0 17 0,1 3 10 0,1 0 12 16,1 1 2-16,1 1 6 0,6 2-2 0,9 1-8 0,7 0 7 16,2 2 14-16,3 4 5 0,0 1-3 15,0 7 13-15,-2 9-4 0,3 2-5 0,2 8 7 16,2 3-3-16,0 6-8 0,6 4 2 0,-6 8-13 0,7 0 7 16,-3 1-14-16,6-6-4 0,0 2-1 15,0-2-2-15,3 2-4 0,-1-2-3 0,2 0-1 16,-1-1-6-16,3 2 0 0,1-3-5 0,1-1-1 15,3 0 2-15,1-7 4 0,1 1 22 0,3 5 20 0,3-2-4 16,2-1 10-16,4-2-7 0,4-1 13 0,2 0 12 16,3-2-12-16,3 0 3 0,6-3 6 0,6 3-10 15,5-3-5-15,3-1-7 0,1-4-3 0,5-2-4 16,4-2-1-16,-9-9-7 0,5-2-8 0,0-2 16 16,2-2-31-16,-1-5-4 0,4-3 2 0,-1-3 3 15,1-5-5-15,9-6-6 0,1-2 26 0,-1-4-24 16,-1-4 35-16,-3-3-37 0,-1-3 27 0,-2-2-42 15,-5-3 29-15,-3-3-33 0,-3-4 34 0,-4-1-41 16,-5-3 36-16,-5-3-36 0,-3-2 10 0,-6 2-7 16,-4-4 26-16,-8 6-30 0,-3-2 22 0,-3-2-5 15,-6 0-2-15,-2-2 6 0,-6 1-9 0,-3-10 0 16,-6 5 2-16,-2 4-4 0,-7 0 1 0,1 6-21 16,-2 3 13-16,0 8-18 0,1 4-12 0,-2 3-34 15,0 3-23-15,-1 5-41 0,-2 1-65 0,4 6-56 16,-1 2-47-16,-1 5-35 0,3 4-8 0,-2 3-18 15,4 0-26-15,-2 6-42 0,2 1-337 0,-4 5-294 16</inkml:trace>
  <inkml:trace contextRef="#ctx0" brushRef="#br0" timeOffset="114560.83">14371 4511 315 0,'5'-7'349'0,"-1"3"-60"0,-2-2-13 0,1 0-50 16,-2 0-11-16,2-3-34 0,-1 1-18 0,-2 2-22 0,-1-6 11 0,-2 1-43 16,1 1-22-16,-1-5-2 0,-2 0-9 15,-1 1-10-15,-3-7-29 0,-2 2 4 0,0-2-9 16,-4-4 4-16,-1 2-23 0,-4-6 13 0,-2 2-16 0,-5-2 5 16,2 3-19-16,-5-4 14 0,-5 5-14 0,-1-3 12 15,-10 0-8-15,-5 1 11 0,-4 4-2 16,-4 1 1-16,-2 3-4 0,-6 1-3 0,-6 5 4 0,-6 4 40 15,-4 5 17-15,-7 1-4 0,0 6-1 16,-4 4 13-16,1 4 6 0,2 3 1 0,3 8-9 0,1 3-8 16,8 3 14-16,5 6-19 0,8 3 1 0,5 7-14 15,9 2-2-15,11 6 0 0,5 5-5 0,11 3 0 16,6 5-7-16,10 1-5 0,7 4-1 0,10-1-3 16,6-3 1-16,8-1-2 0,6-2 0 0,10-4 1 15,5-6 9-15,6-3-3 0,8-5 1 0,4-3-5 16,9-6-3-16,3-7 3 0,5-3-3 0,0-7 0 15,6-7-3-15,3-5 0 0,3-5-6 0,2-7 3 16,0-3-2-16,2-6 14 0,-2-4-2 0,-5-4-5 16,-1-4-5-16,-7-5-1 0,-3-2-3 0,-9-4-3 15,-3-5-3-15,-8-3 0 0,-5-4-4 0,-8-2 5 16,-5-4 2-16,-9 1 3 0,-9-3 7 0,-6-1-2 16,-9 4 0-16,-8 0-8 0,-7-9 0 0,-8 1-7 15,-9-1 5-15,-6 5-8 0,-7 2 2 0,-8 3-5 16,-5 6 0-16,-4 3 1 0,1 5 2 0,-6 4 1 15,2 7 1-15,4 2-2 0,0 6-8 0,12 6 1 16,4 4-26-16,8 3-48 0,6 5-89 0,8 4-76 16,2 3-57-16,5 5-71 0,5 5-99 0,3 2-429 0,6 2-471 15</inkml:trace>
  <inkml:trace contextRef="#ctx0" brushRef="#br0" timeOffset="120559.42">12345 5913 233 0,'0'0'185'0,"4"-4"-49"16,-4 4-27-16,5-8-24 0,-5 8-16 0,5-6-4 0,-5 6 3 0,4-6-1 0,-4 6 6 0,4-8-1 15,-4 8-7-15,1-10 5 0,-1 10 8 0,1-12 9 16,-1 12-1-16,-2-12-9 0,-2 4 10 0,1 1-4 16,1-3-8-16,-3 2-4 0,0-3-7 0,-2 0 6 15,-3 0 0-15,1-1 5 0,0 2-5 0,-4-7-5 16,1 3-17-16,-5-3 0 0,-1 0-2 0,-4 0-6 15,-1-3 14-15,-4-2-28 0,-1 1 22 0,-4-1-19 16,-2 1 21-16,-2-1-20 0,2 2 30 0,-5 1-25 16,1 1 18-16,-5 2-21 0,0 1 17 0,-5 3-23 15,-1 3 15-15,-2 1-21 0,-4 3 15 16,3 2-27-16,-6 3 18 0,2 1-18 0,-3 3 17 0,0 3-12 16,-8 0 4-16,0 7-19 0,3-3 16 0,2 5-24 15,0 0 10-15,5 1 2 0,1 4-5 0,1 1 0 16,1 3 5-16,4 0 4 0,2 7 1 0,0-1 3 15,5 5 18-15,3 2-14 0,3 3 21 0,5 1 1 16,7 3 42-16,4-1-15 0,8 0-20 0,4 3 2 16,6 2-12-16,4-2-1 0,6 2-2 0,5 0 12 15,7 7-2-15,4-5-1 0,7-1-8 0,2-4-1 16,6-1-3-16,3-7-4 0,5 0 10 0,1-6 11 16,5-3-9-16,5-3-4 0,3-3-5 0,4-4-3 15,2-6-4-15,6-2 3 0,1-6 2 0,3 0 23 16,1-7 3-16,2-3-3 0,3-7-2 0,0-1 7 0,1-6-8 15,0-3 4-15,-3-3-2 0,2-2-11 16,-8-3 10-16,0-3-7 0,-6-1-5 0,-5-1-11 16,-6-2-1-16,-4-1-4 0,-7-4-6 0,-7 0 0 15,-2 2 9-15,-12 2-16 0,-2 1-1 0,-7-1 2 0,-3-2 7 16,-5 0-7-16,-4 5 3 0,-6 0-5 0,-3-6 10 16,-4 1-8-16,-7 1 2 0,-4 1-5 15,-4 2-1-15,-8-6-4 0,-5 4 5 0,-1 4-7 16,-4 1 1-16,3 9-1 0,1-2 5 0,-4 6-4 0,2 1 1 15,-1 2-5-15,0 3-9 0,3 1-46 0,6 4-69 16,1 2-80-16,6 3-55 0,3 4-64 0,-1 0-41 16,4 3-36-16,1 4-98 0,0 3-296 0,2 1-328 15</inkml:trace>
  <inkml:trace contextRef="#ctx0" brushRef="#br0" timeOffset="121459.16">14331 5929 237 0,'8'-6'489'0,"-5"-2"-122"16,3 2-53-16,-3-5-66 0,3 2-8 0,-4-2-57 15,0 1 22-15,0-2-60 0,-1 1 6 0,1-2-30 16,-4-2-5-16,0 1-34 0,-1-3 7 0,-3 3-3 16,-2-5 32-16,-3 1-16 0,-1 0-3 0,-3-3-17 15,-4 0-5-15,-6-3-14 0,-1 1-17 0,-4 1 6 16,-2-2 9-16,0 3-4 0,-4 2 7 0,2 0 25 15,-3 3 5-15,1 1-1 0,-3 1-4 0,7 4-8 16,-3 3-14-16,2 5-15 0,1 2-5 0,-3 2-12 0,-4 10 20 16,-1 4-6-16,2 8-1 0,-6 11-10 15,2 6 8-15,1 5 14 0,0 5 12 0,3 6 3 0,5 3 6 16,1 4 10-16,1 3-6 0,6-1 6 0,0-1 13 16,6 1 3-16,4-4-5 0,2 0-4 15,7-12-8-15,3 1-4 0,6-3-4 0,3-3-35 16,7-2 27-16,2 1-42 0,13 2 2 0,2-2-10 0,4-4-4 15,6-2-2-15,4-4 24 0,4-4-37 0,3-4 27 16,2-3-35-16,-4-9 28 0,2-3-37 0,0-3 34 16,1-6-30-16,0-2 29 0,0-5-28 0,1-4 13 15,-1-2-2-15,7-7-3 0,-2-5 28 0,-1-3-35 16,-3-2 27-16,-1-4-2 0,-3-4-3 0,-6-2-1 16,-3-3-5-16,-2-2-2 0,-6-4-3 0,-6-1-4 15,-4-2-7-15,-7 4-31 0,-6-1 31 0,-5 0-28 16,-6-1 10-16,-4-4 5 0,-8-5-7 0,-5-2-8 15,-7 3 1-15,-7-1 3 0,-5 2 2 0,-10 4-3 16,-4 1 4-16,-4 2 3 0,-6 5 5 0,0 3 3 16,-6 3 0-16,4 5-25 0,2 5-16 0,2 5-33 15,10 8-64-15,1 3-84 0,4 5-101 0,6 6-48 16,-1 6-58-16,-1 6-59 0,2 4-93 0,-1 7-412 16,-2 6-615-16</inkml:trace>
  <inkml:trace contextRef="#ctx0" brushRef="#br0" timeOffset="150759.81">16649 4356 311 0,'-6'-6'620'0,"2"-2"-128"0,-1 2-71 0,0 2-103 15,0 0-62-15,0-1-47 0,5 5-14 0,-14-5-4 0,14 5 7 16,-13 2-2-16,4 1 0 0,3 5-34 0,-2-3 3 15,0 4-23-15,3 2-18 0,-1 2 9 16,1-2-27-16,2 1-2 0,2 1 1 0,-1-2 9 0,4 1 5 16,-1-1 22-16,4-2 6 0,0 0-2 0,5-1 8 15,3-1-25-15,2-4 25 0,5-3-50 0,8-3 6 16,13-10-42-16,5-3 3 0,15-11-17 0,8-5-17 16,18-13 29-16,5-5-59 0,3-5 35 15,-1-6-89-15,1 1-15 0,-4-8-107 0,-1 0-38 0,-5 0-65 16,-4 0-73-16,-8 0-82 0,-4 2-55 0,-5 1-136 15,-13 11-528-15,-6-2-761 0</inkml:trace>
  <inkml:trace contextRef="#ctx0" brushRef="#br0" timeOffset="152475.34">18770 4239 530 0,'0'0'659'0,"-16"2"-146"0,16-2-115 0,-11 1-73 0,11-1-94 16,-12 0-42-16,12 0-38 0,-10 0-34 0,10 0-1 15,-8 3-2-15,8-3 4 0,-7 6 10 0,7-6-8 16,-3 8-4-16,3-8 0 0,3 11 7 0,-1-4-5 16,3 0-4-16,0 1 2 0,2 1-3 0,1 1-9 15,2 0 9-15,-1 1-13 0,2-2 5 0,1 0-11 16,-1-3 2-16,3 1-7 0,3-3-3 0,3-1-11 15,0-3-1-15,6-3-17 0,13-8-11 0,5-3 36 16,14-12-67-16,3-5 41 0,7-8-59 16,19-11 39-16,5-6-51 0,6-5 37 0,5-2-66 0,4-3-1 15,0 0-17-15,0-5-59 0,-4 3-44 0,-5 0-41 16,-3 4-68-16,-6 0-58 0,-7 3-18 0,-8 3-50 16,-19 8-46-16,-4 2-110 0,-5 1-312 0,-4 1-419 15</inkml:trace>
  <inkml:trace contextRef="#ctx0" brushRef="#br0" timeOffset="153258.15">16358 6009 1014 0,'-9'11'699'0,"0"-4"-135"0,-2 2-121 0,0-2-120 15,2 4-36-15,-3-1-74 0,3 1-20 0,1-2-20 16,-1-1 5-16,5-2-27 0,-2 2-2 0,2-1-23 15,0-3 6-15,4-4-21 0,-4 11 14 0,4-11-15 16,1 7-11-16,-1-7-5 0,11 5-15 0,-11-5 0 16,20 0-12-16,-4-4-7 0,7-1-16 0,5-7-6 15,8-3 9-15,3-7-25 0,12-7-12 0,4-8 6 16,5-6 15-16,14-17-30 0,7-8 0 0,7-7-12 16,5-9-5-16,7 1-5 0,6-9-39 0,0-1-41 15,4-5-70-15,-1 0-42 0,-1 3-68 0,0 3-47 16,-6 8-118-16,-6 7-170 0,-7 6-450 0,-6 6-682 15</inkml:trace>
  <inkml:trace contextRef="#ctx0" brushRef="#br0" timeOffset="154795.34">13486 7759 677 0,'-9'4'719'0,"-1"-1"-117"16,4-1-141-16,6-2-94 0,-12 7-91 0,12-7-38 16,-7 6-63-16,7-6-9 0,-3 5-7 0,3-5 16 0,1 9-28 15,-1-9 17-15,5 8-50 0,-5-8 9 16,4 8-23-16,-4-8 7 0,7 6-6 0,-7-6-1 16,10 5 7-16,-10-5-9 0,18-4-11 0,-5-3-12 15,7-1-11-15,8-13-15 0,8-2 2 0,9-11-22 16,7-3 10-16,4-7-26 0,17-14-5 0,6-3-5 15,1-4-6-15,0-4-5 0,3-3-56 0,-5 3-75 16,0 3-68-16,-6 6-81 0,-17 14-66 0,-7 2-118 0,-7 6-146 16,-13 6-457-16,-11 9-690 0</inkml:trace>
  <inkml:trace contextRef="#ctx0" brushRef="#br0" timeOffset="155178.84">11456 7997 993 0,'-23'9'711'0,"2"0"-137"0,-2 0-151 0,3-2-77 16,2 3-84-16,0-2-38 0,4 0-62 0,0 0-18 16,2-1-34-16,3-1 1 0,3 0-21 0,1 1 18 15,2-1-15-15,3-6 12 0,0 6-11 0,0-6 6 0,12 3-12 16,0-6 12-16,5-1-27 0,9-9 6 16,3-4-26-16,6-6-2 0,7-12-17 0,1-4 11 15,2-5-9-15,2-7-16 0,6-4 22 0,9-15-21 16,5-2-8-16,0-4-20 0,5-3 15 0,1-2-26 0,0 0 12 15,2 0-36-15,-3 3-5 0,-2 5-38 16,-2 3-21-16,-4 5-71 0,-12 14-56 0,-2 4-67 0,-5 5-56 16,-3 5-63-16,-10 10-57 0,-3 4-476 0,-8 8-536 15</inkml:trace>
  <inkml:trace contextRef="#ctx0" brushRef="#br0" timeOffset="155891.67">11507 9370 693 0,'-9'2'685'0,"9"-2"-102"15,-14 6-96-15,6-3-99 0,-1 1-65 0,1 3-53 16,3-2-43-16,-1-1-33 0,1 3-26 15,1-1-20-15,1 0 9 0,2 0-12 0,4 1 2 0,2 0-9 16,1 2-28-16,2-4 10 0,3 1-16 0,5 0-9 16,2-3-14-16,2 0-12 0,2-4-5 0,4-2-13 15,5-3-11-15,2-5-13 0,7-3 2 0,0-5 4 16,11-5-6-16,0-7-1 0,3-3-5 0,3-3-5 0,5-5 18 16,11-11-20-16,3-5-14 0,2-3 9 15,-3-5-12-15,6 0-2 0,-2-4-36 0,4 4-39 16,-1 2-19-16,-1 6-69 0,-5 7-65 0,-12 14-103 0,-7 8-86 15,-4 5-152-15,-11 8-609 0,-10 7-795 0</inkml:trace>
  <inkml:trace contextRef="#ctx0" brushRef="#br0" timeOffset="160708.04">16799 4638 20 0,'-15'0'228'0,"-1"-2"-57"0,16 2-37 0,-18-2-33 0,18 2-29 15,-18 0-13-15,18 0-23 0,0 0-51 0,0 0-26 16,0 0-56-16,0 0-116 0,21 0 67 16</inkml:trace>
  <inkml:trace contextRef="#ctx0" brushRef="#br0" timeOffset="161207.47">15916 6803 452 0,'0'0'411'0,"-10"-2"-106"15,10 2-128-15,0 0-125 0,0 0-79 0,0 0-75 0,-8 2-77 16,8-2-165-16,-4 6 200 0</inkml:trace>
  <inkml:trace contextRef="#ctx0" brushRef="#br0" timeOffset="161557.06">14012 7897 450 0,'-2'-7'641'0,"0"1"-141"0,-1 0-130 0,3 6-90 16,-6-10-189-16,6 10-139 0,0 0-103 0,-13 1-90 16,13-1-352-16,-9 10-105 0</inkml:trace>
  <inkml:trace contextRef="#ctx0" brushRef="#br0" timeOffset="161824.41">11577 9418 455 0,'-10'3'574'0,"-2"0"-116"15,5-1-91-15,7-2-137 0,-13 3-72 0,13-3-89 16,-10 4-59-16,10-4-23 0,-4 5-24 0,4-5-1 16,-2 9-26-16,2-9-20 0,3 6-27 0,-3-6-52 15,5 7-55-15,-5-7-282 0,8 5 8 0</inkml:trace>
  <inkml:trace contextRef="#ctx0" brushRef="#br0" timeOffset="162091.87">10865 8079 319 0,'-4'-5'544'15,"4"5"-159"-15,-7-9-70 0,7 9-106 0,-8-8-91 16,8 8-92-16,0 0-58 0,0 0-41 0,-8 2-50 16,8-2-82-16,3 7-263 0,-2-1 54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3:12.667"/>
    </inkml:context>
    <inkml:brush xml:id="br0">
      <inkml:brushProperty name="width" value="0.05292" units="cm"/>
      <inkml:brushProperty name="height" value="0.05292" units="cm"/>
      <inkml:brushProperty name="color" value="#FF0000"/>
    </inkml:brush>
  </inkml:definitions>
  <inkml:trace contextRef="#ctx0" brushRef="#br0">5563 13903 213 0,'0'0'281'0,"-3"-6"-67"0,3 6-47 15,-2-8-10-15,2 8-30 0,-3-6 7 0,3 6-22 0,-5-6 6 16,5 6-25-16,-5-5-4 0,5 5-26 0,-7-3 9 15,7 3-28-15,-7-5 11 0,7 5-21 0,-13-2 7 16,13 2-21-16,-13-1 11 0,13 1-20 0,-15 0 14 16,15 0-22-16,-18 1 24 0,7 1-2 0,0-2 17 15,0 2-18-15,-3 1 12 0,2-2-21 0,-2 1 19 16,0 3-16-16,0-4 30 0,1 2-13 0,-1-1 21 16,0 1-22-16,4 0 17 0,-2-2-28 0,3 0 18 15,9-1-16-15,-15 5 11 0,15-5-15 0,-14 1 8 16,14-1-17-16,0 0 9 0,-10 2-7 0,10-2 6 15,0 0 1-15,0 0-7 0,11-5-2 0,-3 1-3 16,2 3-2-16,3-2-6 0,0 0 5 0,2 0-6 16,2 0 6-16,-2-2-1 0,2 3-2 0,-2-2 0 15,0 2-1-15,-2 0-6 0,0-1 6 0,-2 2 2 16,0-2-2-16,-2 1-2 0,-9 2 6 0,16-2 0 0,-16 2 2 16,13-2 12-16,-13 2 1 0,11-2 3 15,-11 2 1-15,0 0-5 0,0 0-10 0,11-2 8 16,-11 2 6-16,0 0 19 0,0 0 2 0,-13 0-8 0,13 0-5 15,-13 0-4-15,13 0 6 0,-18-1 14 16,18 1-4-16,-23 0-8 0,10 1-4 0,-1-2-3 16,0 1-2-16,-1 1-1 0,0-1 1 0,-6 0-4 15,2 0-10-15,0 1 2 0,-3-1-1 0,2 1-4 0,-1 0-2 16,-3 0-3-16,-2 1 3 0,0-1 1 0,-1 0-7 16,-1 0 5-16,1 0 10 0,-4 2 26 15,2-2 7-15,-2-1-11 0,-1 3 6 0,0-3-13 16,3 2 7-16,-2-2-8 0,0 1 5 0,3 0-14 15,-1 1 8-15,2-1-15 0,4-1 9 0,1 0-16 0,3 1 13 16,0-1-9-16,5 0 10 0,-1 0-12 0,0 0 14 16,2 0-6-16,1 0 8 0,0 0-8 0,0 0 4 15,0 0-10-15,-1 0 6 0,2 0-10 0,-2 0 3 16,0 0-6-16,-1 0 2 0,0 0-5 0,0 1 6 16,-2-1-8-16,-1 1 6 0,-2 0-6 0,0 1 4 15,1 0-5-15,0-2 6 0,0 1-8 0,0 1 6 16,4-1-8-16,-1 1 11 0,2-2-8 0,-1 3 5 15,2-3-6-15,2 1 9 0,10-1-8 0,-18 2 6 16,18-2-5-16,-14 0 11 0,14 0-5 0,-14 1 6 16,14-1-3-16,0 0 5 0,-15 1-4 0,15-1 6 15,0 0-8-15,0 0 4 0,0 0-7 0,0 0 10 16,0 0-13-16,0 0 7 0,10-2-5 0,3 0 5 16,5 1-3-16,2-2-1 0,1 3-1 0,7-2 6 15,0-1-5-15,2 2 1 0,5 1-5 0,-3-4 6 0,5 4-3 16,-5-1 4-16,6 0 0 0,-6 1 3 15,4-1-3-15,-3 1 2 0,-1 0-4 0,0 0-1 16,0 1-1-16,5-1-2 0,-1 1 7 0,2 0-6 0,-2 1 3 16,1 0-5-16,0-2 6 0,0 1-5 0,3-1 4 15,-3 0-4-15,3 0 11 0,-1 0-13 0,1 0 5 16,-2-1-6-16,3 1 7 0,0-4-7 16,-2 2-1-16,1 1 8 0,-4-1-6 0,1-1 0 0,-7 2 1 15,1 1 0-15,-4-2 0 0,0 2 0 0,-4 0 0 16,0 0 3-16,-1 0-4 0,-3-1 2 0,0 1 0 15,3 0 0-15,-4 0-3 0,-1 0 2 16,-1 0 0-16,0 0 0 0,0 0 0 0,-1 0 0 0,-2-2 0 16,2 2 2-16,-2 0-4 0,1 0 2 0,0-1 1 15,-1 1 0-15,0 0-1 0,-2 0 1 16,-11 0-1-16,21 0 0 0,-21 0-1 0,15-3 3 0,-15 3 0 16,17 0-2-16,-17 0-1 0,10 0 4 0,-10 0 7 15,0 0 9-15,16 0 9 0,-16 0 3 0,0 0 3 16,12-1 3-16,-12 1-3 0,0 0-6 0,0 0-9 15,0 0-3-15,0 0 0 0,-5-5-4 0,5 5-5 16,-18-3 0-16,8 1-2 0,-7-1 2 0,-2 2-6 16,-7 0 1-16,-2-3 5 0,-4 3-6 0,-6 0 1 15,-4-2-1-15,-9 2 0 0,-4 1 1 0,-1-1-3 16,-2 0 5-16,3 1-4 0,0 0 8 0,0 2-3 0,0-1 0 16,4 1 3-16,1-1-4 0,8 1-1 15,1-1 1-15,4 3-2 0,0-1-1 0,6-2 5 0,2 2-7 16,1 1 6-16,2-1-8 0,2 1 11 15,5 0-12-15,-2-2 8 0,5 2-8 0,-1-1 8 16,4-1-8-16,1 2 4 0,0-3-4 0,2 1 12 0,10-2-14 16,-17 3 9-16,17-3-7 0,-15 3 7 15,15-3-6-15,-9 3 6 0,9-3-6 0,0 0 3 0,0 0 1 16,0 0 5-16,14 0-6 0,-2 0 7 16,5-2-10-16,4 1 1 0,3-2 4 0,3 1-2 15,2-1 2-15,2 2-3 0,0-1 1 0,-1-1-1 16,2 2 0-16,-1 0 2 0,1 1 8 0,-1-1-11 0,-1 1 0 15,1 0 0-15,0 0-1 0,-2 1 3 0,0-1-1 16,-1 1 2-16,-1-1-2 0,-5 1 1 0,0-1-1 16,-2 1 2-16,-6-1-1 0,2 0 0 15,-2 2-1-15,-14-2 6 0,23 0-5 0,-23 0 1 0,16 0 3 16,-16 0-5-16,12-2 0 0,-12 2 0 0,0 0 3 16,0 0-2-16,1-8-4 0,-1 8 3 0,-10-3-2 15,10 3 3-15,-13-4-1 0,13 4 0 0,-11-5 3 0,2 3-3 16,9 2 1-16,-17-5-5 0,17 5 4 15,-16-2 1-15,5 1-1 0,2-1 2 0,9 2 0 16,-21-2-2-16,21 2 0 0,-22-3 0 0,22 3 1 16,-21-1-1-16,21 1 1 0,-23 0 1 0,11 0-2 15,12 0 0-15,-23 0 0 0,23 0 0 0,-21 0 0 16,21 0 0-16,-19 0 6 0,19 0-5 0,-14 0 0 16,14 0 0-16,-12 0 0 0,12 0 0 0,0 0-3 15,-15-1 2-15,15 1 1 0,0 0-2 0,0 0 0 16,0 0 2-16,-13 0 1 0,13 0-2 0,0 0-1 15,0 0 4-15,0 0-4 0,0 0 1 0,0 0 0 16,0 0 2-16,0 0-2 0,0 0 0 0,0 0 0 16,0 0 4-16,0 0-3 0,0 0-1 0,0 0-1 0,0 0 2 15,0 0 1-15,0 0-3 0,0 0 7 0,0 0-5 16,0 0-1-16,0 0 2 0,0 0 1 0,13-1-2 16,-13 1 0-16,12-1 2 0,-12 1 0 0,12-2-2 15,-12 2 0-15,12-1 2 0,-12 1 0 0,10-2-2 16,-10 2-1-16,9-1 2 0,-9 1-2 0,9-3 1 15,-9 3-1-15,13-1 2 0,-13 1 0 16,10-4-1-16,-10 4-1 0,9-3 3 0,-9 3-1 0,13-4-3 16,-13 4 2-16,9-3 0 0,-9 3-3 0,7-3 3 15,-7 3 2-15,0 0-3 0,11-3 0 16,-11 3-2-16,0 0 2 0,8-5 1 0,-8 5-2 0,0 0 0 16,0 0 2-16,8-1-2 0,-8 1 0 0,0 0-1 15,0 0 0-15,0 0 3 0,0 0-1 0,0 0 0 16,7 5 2-16,-7-5-3 0,0 0 6 0,-2 7-6 15,2-7 1-15,-1 7 1 0,1-7-3 0,-1 7 6 16,1-7-5-16,-3 8 1 0,3-8 0 0,0 10 0 16,0-10 2-16,-1 11-4 0,0-4 11 0,1-7-8 15,0 13 4-15,0-6-5 0,0 2 6 0,0 0-6 16,0-2 3-16,0 5-7 0,1-3 11 0,0 2-11 16,-1 0 9-16,0 0-6 0,0 2 5 0,0-3-8 15,0 1 9-15,0 0-6 0,0 1 11 0,0-1-14 16,0 0 10-16,-1 0-10 0,0 0 6 0,1-3-3 15,0 5 6-15,-2-3-5 0,1 0 5 0,1-1-8 16,0 2 7-16,0-2-5 0,0 2 9 0,0-2-13 0,1 2 10 16,1-1-5-16,0 1 5 0,-2 0-9 15,3-2 9-15,-2 3-8 0,2-2 8 0,-2 2-7 16,1-2 10-16,1 1-12 0,1 2 7 0,-3-2-4 0,2 1 7 16,-2-1-8-16,0 1 1 0,-1 1 0 0,0-1 2 15,1-2-3-15,1 2 1 0,-2-2 0 16,0 1 2-16,0-2 0 0,0 2-1 0,0 1 1 15,0-4 1-15,0 0-1 0,0 2 0 0,1-2 0 0,-1 2 0 16,0-4 0-16,1 2 0 0,1 1 1 0,-1 1 0 16,0-2-1-16,2 2-1 0,-2-1 1 0,3 0 0 15,-3 0-1-15,2 2 8 0,-1-1-8 0,3 1 8 16,-5-2-10-16,3 3 9 0,-2-1-7 0,2 1 4 16,-2 0-7-16,2 0 11 0,-2-1-10 0,0 2 9 15,2-2-10-15,-2 2 8 0,0-1-7 0,1 0 8 16,0 2-8-16,1-2 5 0,-2 3-5 0,3 0 10 15,-2-2-4-15,2 3 31 0,-1 0-5 0,-1-1 5 16,1 1-19-16,-1 1 2 0,1-1-9 0,0 1 6 16,-2 1-10-16,1 1 8 0,2 0-10 0,-1-2 8 15,-1 3-8-15,2 1 9 0,-1 0-13 0,-1 1 3 16,2 2 14-16,1-2 13 0,-1 1 8 0,1 2 3 16,-1 0 9-16,0 0-4 0,0 0-9 0,-2 0 6 15,2 2 30-15,-3 0-43 0,2 1 24 0,-3-1-43 16,1 2 32-16,-1 0-43 0,0 0 32 0,-1 0-35 15,1 4 28-15,-1 0-30 0,1-5 28 0,-2 1-36 16,2 1 34-16,0-3-35 0,2 0 37 0,-1-1-27 16,0 2 27-16,2-3-36 0,0 2 3 0,1-4 3 0,-1 2 8 15,1-1 4-15,-2-1 28 0,2 1-12 0,1-1-7 16,-1-1 1-16,1-2 20 0,-1 2-31 16,-2-3 28-16,1 0-26 0,1 0 28 0,-2-2-31 15,1 1 27-15,1 1-35 0,-3-2 29 0,3 0-39 0,0-1 39 16,-2 0-35-16,1-5 30 0,-2 2-34 0,2-2 37 15,-2-2-36-15,0 1 35 0,1-3-33 16,-1 0 38-16,0-1-29 0,-1-6 33 0,1 11-22 0,-1-11 29 16,0 0-30-16,0 0 23 0,0 0-26 0,0 0 24 15,-1-10-17-15,1 2 22 0,-1-3-22 0,-2-1 2 16,1-4 4-16,-2-1-3 0,0-4-1 16,-1-1-3-16,1 0 15 0,-2-1-22 0,1-1 17 0,-2-1-25 15,-2-3 24-15,2 0-21 0,-1 2 17 16,-1-3-19-16,-2 2 20 0,2-1-20 0,-1 3 25 0,-1-1-23 15,2 0 24-15,3 5-23 0,-2-2 21 0,1 0-12 16,0-1 10-16,3 1-26 0,-2-2 26 0,3 0-21 16,-3-2-12-16,3-5 4 0,2 3-1 0,0-2 4 15,0-2-38-15,1-1 47 0,-2-1 3 0,2 0 1 16,-1-1-6-16,1 1 1 0,-1 1 18 0,-1-4-23 0,1 4 19 16,0 0-19-16,-3-1 16 0,1 2-20 15,1 1 17-15,-1 1-17 0,-3-1 5 0,2 3-1 16,-2 0 1-16,2 3 2 0,-3-1 7 0,2 2-5 15,-1 0 0-15,0 3 1 0,-1-1 0 0,1 1 1 16,-2-2 2-16,2 1-45 0,1 3 53 0,1-1-43 0,-1-1 50 16,2 2-47-16,-1 1 46 0,4 1-5 0,-1-2-1 15,0 2-2-15,1-1-2 0,0 1-2 16,1-1 0-16,0 0-8 0,-1 2 4 0,1-1-3 0,1 1 1 16,-1-1-3-16,-1 2-4 0,1 0 3 15,1 3 18-15,-2-1-19 0,1 1 20 0,-1 0-19 16,0 1 19-16,1 0-19 0,-1 2 17 0,0-1-22 0,1 2 21 15,-1-1-21-15,2 2 22 0,-2-1-20 0,1 2 18 16,-1 0-20-16,0 1 21 0,0 6-22 0,1-13 20 16,-1 13-20-16,2-8 23 0,-2 8-26 0,2-9 24 15,-2 9-21-15,7-8 17 0,-7 8-21 0,11-6 25 16,-11 6-23-16,13-7 24 0,-7 4-20 0,3 2 21 16,-9 1-25-16,17-6 24 0,-8 4-23 0,1-2 25 15,-2 1-20-15,1 0 18 0,1 0-21 0,-1 2 23 16,-1-4-24-16,0 3 23 0,-8 2-21 0,13-7 23 15,-5 3-25-15,-3 0 23 0,1-3-22 0,1 1 21 16,-3 2-21-16,-1-3 5 0,0 0 1 16,0 1 4-16,-1-2-3 0,-2 0 0 0,1-1 1 0,-1 1-4 15,-1-3 2-15,1 0 2 0,-2-2 6 0,-1 2-3 16,0-1 1-16,1 0-2 0,-2 1 1 0,3 0-2 16,-2 2 2-16,0-1 3 0,1 2-3 0,2 2 3 15,-4 0-4-15,4 6 1 0,-2-13 1 0,2 13-1 16,-2-10 0-16,2 10 1 0,2-10-2 0,-2 10-1 15,7-8 1-15,0 4-2 0,-1 0 3 0,3 1-1 16,4 0 5-16,-3 0-5 0,4 1 1 0,0 0-2 0,3 2 0 16,-2 0 0-16,3 0 2 0,-1 2 5 0,3 0-6 15,-2-2 1-15,2 1 0 0,2 1-41 16,-1 1 46-16,3-2 2 0,0 2-3 0,3-1 2 0,-3 0-3 16,3 1-2-16,-3 0 2 0,3-1-2 0,0 1-3 15,1 0 1-15,2 0 3 0,-1 0-4 0,5 1 5 16,1-3-5-16,2 2 2 0,1 0 2 0,-1 0-5 15,2-1 9-15,-1-1-7 0,-1 1 3 16,3-2-1-16,-3 2-1 0,0-2 1 0,0 0 2 0,3 0-2 16,-3-2 3-16,1 2-1 0,0-2-2 0,3 1-5 15,-5-1 4-15,4 1-2 0,-3-1 0 0,1 1 5 16,-1-2-3-16,0 1 0 0,-1 1-1 0,0 0 1 16,2-2 2-16,-2 0-2 0,0 0 2 0,-1 0 1 15,0 0 0-15,2 1-44 0,-1-1 51 0,-2-1-46 16,1 1 53-16,1-1-49 0,-2-1 54 0,1 2-45 15,-1-2 44-15,-1 0-49 0,3 2 49 0,-4-1-47 16,1-1 49-16,0 0-51 0,-3 2 55 0,-2 1-52 16,-2-2 49-16,1 0-49 0,-2 2 48 0,-2-1-49 15,-1 0 54-15,-3 0-53 0,0 2 53 0,-1-1-52 16,0-1 47-16,1 1-43 0,-2 1 43 0,-1-3-48 16,2 2 57-16,0 0-54 0,-1-1 44 0,2 1-50 15,-1-1 6-15,0 0 8 0,1 0 2 0,-1 0 1 16,1 0 6-16,1 1-1 0,-3 0 2 0,3-1 2 0,-2 0 2 15,1 1-3-15,-1-1 1 0,2 0 0 16,-4 0 11-16,2 3-9 0,-1-2-3 0,-2-3 0 16,2 4 2-16,-2-4 2 0,0 2-5 0,-2 2 8 15,1-2-7-15,-1 0 3 0,-1 0-1 0,1 0 1 0,-1-1 1 16,3 2-1-16,-2-2 4 0,4 0-6 16,-2 1 3-16,0-2-4 0,1 2 2 0,0-1 45 0,-3 0-53 15,0 1 54-15,-2-2-58 0,2 3 46 0,-3-1-55 16,1-1 52-16,-1 1-53 0,-1-1 53 0,-2 1-52 15,-7 3 53-15,14-5-53 0,-14 5 48 0,12-6-49 16,-12 6 48-16,10-5-47 0,-10 5 48 0,7-6-47 16,-7 6 46-16,7-3-52 0,-7 3 50 0,0 0-45 15,8-6 46-15,-8 6-46 0,0 0 48 0,5-5-50 16,-5 5 52-16,0 0-52 0,0 0 47 0,8-4-46 16,-8 4 46-16,0 0-46 0,0 0 46 0,0 0-45 15,7-3 45-15,-7 3-47 0,0 0 48 0,8-4-48 0,-8 4 48 16,9-3-42-16,-9 3 41 0,13-2-48 15,-13 2 49-15,11-3-47 0,-11 3 45 0,12-3-45 16,-12 3 46-16,12-3-47 0,-12 3 48 0,12 0-47 16,-12 0 44-16,15-2-45 0,-15 2 49 0,13-2-49 15,-13 2 47-15,14-1-48 0,-14 1 48 0,17 0-45 16,-17 0 45-16,13-2-45 0,-13 2 46 16,0 0-46-16,16 0 46 0,-16 0-48 0,0 0 47 0,13 0-48 15,-13 0 47-15,0 0-46 0,14 2 48 0,-14-2-47 16,0 0 47-16,0 0-45 0,10 0 40 0,-10 0-44 15,0 0 51-15,0 0-50 0,0 0 47 0,0 0-52 0,14 1 53 16,-14-1-48-16,0 0 46 0,0 0-46 0,0 0 49 16,7 2-47-16,-7-2 47 0,0 0-50 0,5 7 45 15,-5-7-46-15,4 6 51 0,-4-6-51 0,5 8 54 16,-5-8-51-16,4 8 3 0,-4-8-1 0,7 10 11 16,-7-10-1-16,4 9 4 0,-4-9 5 0,4 11-6 15,-3-4 3-15,0 0 2 0,1 0 4 0,-1 1 1 16,-1 2 7-16,1 0 40 0,-1 1-39 15,0 2 35-15,0-1-44 0,-1 1 43 0,2 1-51 0,-1-2 43 16,0 5-50-16,2-2 47 0,-2 2-8 0,0 1-4 16,2-2-2-16,-2 1 5 0,0 2-5 0,2-2-2 15,-2-1-3-15,0 1-1 0,0 0-2 0,1-2-3 16,-1 1 1-16,0-3-4 0,0 1 4 0,0 0-6 16,-1-1 3-16,1 2-3 0,-2 0-1 0,2 1 2 15,-2-1-2-15,2 1 15 0,-3 1-4 0,3 1 6 16,0-1-11-16,0 1-2 0,0 0-42 0,3-2 52 15,-3 3-45-15,2-3 48 0,0 1-43 0,-1 0 41 16,0-2-40-16,4 2 7 0,-4-1 5 0,2 1 8 16,-1-1 42-16,1 0-52 0,-2-1 44 0,2 0-47 0,-2 2 45 15,2-2-48-15,-2-1 45 0,-1-2-47 0,1 1 44 16,1 1-3-16,-2-1-3 0,0 1-4 0,0 1-4 16,2-1 0-16,-2 0-2 0,0 0 4 15,1-1-5-15,1 1 2 0,-1-1-3 0,0-1-5 0,3 1 4 16,-3 1-1-16,0-3 1 0,2 0-3 0,-2 0-4 15,2 2 6-15,-2-5-3 0,2 3 2 16,-2-1-1-16,2-1 1 0,-2 1 0 0,2 0 6 0,-1-2 6 16,-1 1-2-16,2 0-3 0,-1 0 1 0,0-3-5 15,0 3 5-15,-2-2-5 0,0 2 0 16,1-2 2-16,-1 0-3 0,0 2-3 0,-1-2 4 16,1 2-3-16,0-2 3 0,-2 2 2 0,0 0-1 0,0-1-6 15,-1 0 2-15,2 1-1 0,-1 0 0 0,-1-2-2 16,3 2 1-16,-1-1 0 0,-2 0 0 0,3 0 1 15,0 2 1-15,0-3-1 0,0 4 3 0,0-1-3 16,3 3 8-16,-2-3 2 0,2 3-42 0,-1 2 42 16,2-1-35-16,2 0 40 0,-2 3-36 0,1 0 37 15,-1-1-36-15,4 3 38 0,-1 0-39 0,1 0 48 16,0 0-4-16,-2-1-8 0,4 2-4 0,-2-3-3 0,-2 2 0 16,2 0-2-16,1-1 1 0,-4-2 2 15,0-1 0-15,2 0-5 0,-2 2-1 0,1-3 4 16,-1 2-3-16,-1-2 0 0,1 1 2 0,-1-1-2 15,1 3 3-15,-2-3 1 0,2 0 1 0,-3 1-5 16,2 0 2-16,-1 1 2 0,1-2-3 0,-2 2 4 0,1-1-5 16,-2-1 2-16,3 1-2 0,-3-2-1 15,0-1 0-15,2 2-2 0,-3-1 2 0,1-1-2 16,-1 1 1-16,3 0 2 0,-3-1-4 0,-3 1 2 16,2-3-2-16,1 3 1 0,-3 1-1 0,2-3-1 15,0 0 7-15,-2 2-7 0,2-2 1 0,-2 0 0 16,1 1-2-16,1-2 1 0,-2 5 0 0,2-5-33 0,-2 2 47 15,3 1-43-15,-1-1 39 0,0 0-2 0,-1 0 0 16,2 1-4-16,-1-1 0 0,2 2 2 0,-1-2-4 16,2 1-1-16,-1 2-1 0,0-1-8 0,-1-1 9 15,1 0-1-15,1 0 4 0,-1 2 1 0,-1-2 6 16,1 2 13-16,1-2-20 0,-2 1 13 0,0-2-17 16,-2 3 15-16,1 0-14 0,1-2 20 0,-1 0-19 15,-2 3 14-15,2-2-17 0,0 0 14 0,-3-2-16 16,0 3 19-16,0 0-14 0,0-2 15 0,-1 0-20 15,1 0 18-15,-1-1-20 0,0 0 19 0,-1 0-20 16,2-5 14-16,-1 3-16 0,1-2 18 0,0 0-19 16,0-2 18-16,-1 0-17 0,3 0 18 0,2-6-13 0,-5 9 11 15,5-9-17-15,-4 7 15 0,4-7-18 16,-4 6 2-16,4-6-72 0,0 0-41 0,0 0-86 16,-5-4-51-16,5 4-128 0,-3-11-105 0,3 5-65 15,-1-2-33-15,0-1-93 0,-1-1-505 0,0-1-800 0</inkml:trace>
  <inkml:trace contextRef="#ctx0" brushRef="#br0" timeOffset="1133.35">8877 16380 50 0,'0'0'302'0,"0"0"-69"0,5 4-68 0,-5-4-14 16,0 0-33-16,0 0 4 0,0 0-37 0,0 0 12 15,5 4-20-15,-5-4 9 0,0 0-23 0,0 0 12 16,0 0-22-16,0 0 5 0,0 0-23 0,0 0 9 0,0 0-18 16,0 0 10-16,5 5-4 0,-5-5 11 0,0 0-3 15,0 0 16-15,0 0-14 0,0 0 3 0,0 0-10 16,0 0 5-16,0 0-19 0,0 0 8 0,0 0-11 15,0 0 6-15,0 0-11 0,-12 1 14 0,12-1 7 16,0 0 8-16,0 0 18 0,-12 2-5 0,12-2-7 16,0 0-5-16,0 0-3 0,0 0-7 0,0 0-8 15,0 0-4-15,-13 0 0 0,13 0-7 16,0 0-8-16,0 0 8 0,0 0-5 0,1-6-5 0,-1 6-4 16,8-4-20-16,-8 4-47 0,10-6-54 0,-10 6-53 15,13-6-73-15,-6 4-39 0,1-2-308 0,1 1-106 16</inkml:trace>
  <inkml:trace contextRef="#ctx0" brushRef="#br0" timeOffset="2317.58">9362 16093 34 0,'-14'-2'233'0,"3"-1"-53"15,-1 1-47-15,1-1-20 0,-1 0-24 0,2 0-10 0,-3 0-15 16,-1 1-4-16,0-1-9 0,-1 1-1 15,-4 0-4-15,2-1 3 0,-2 3 2 0,1 0 3 16,-1 0-6-16,0 0-1 0,-1 0-9 0,1 3 6 0,0-2-9 16,4 0 14-16,-4 1-4 0,3 0 10 15,1-1-7-15,1 1 8 0,-2-2-7 0,5 1 22 0,-2 1-21 16,3 0 21-16,0-1-14 0,10-1 17 16,-18 1-16-16,18-1 19 0,-13 2-25 0,13-2 10 15,-13 1-25-15,13-1 19 0,-10 1-17 0,10-1 25 0,0 0 12 16,0 0-11-16,0 0 5 0,0 0-10 0,0 0-3 15,15 1-7-15,-15-1 0 0,16-1 2 0,-4 0 4 16,0 0 1-16,0 1 0 0,0-2-4 0,0 1 11 16,-1 1-4-16,2-1-3 0,-13 1-12 0,18-2-5 15,-18 2-4-15,18-2-13 0,-18 2 1 0,15 0-4 16,-15 0-2-16,14-1 5 0,-14 1 12 0,12 0 11 16,-12 0-2-16,14 0-1 0,-14 0 3 0,14 0-2 15,-14 0-4-15,16 0-5 0,-16 0-4 0,18 0-2 16,-18 0-4-16,22-1-2 0,-8 1 6 0,-1-1 23 15,1 1-2-15,3-1-4 0,-2-1-6 0,4 1-8 16,0 1-1-16,-1-1 22 0,1 1-12 0,2 0-6 16,-3 0-3-16,2 0-8 0,2 0-7 0,-3 0 1 15,5 0-1-15,-2 0 2 0,5 0 7 0,0 1 20 16,1-2-1-16,3 1-9 0,-1 0-4 0,1-1 6 16,0 1-9-16,2 0-6 0,5-1-4 0,-2-2-3 15,1 3 0-15,-1-1-7 0,1-1 1 0,0 2-2 16,0-3 0-16,-1 3-1 0,-1 0 0 0,3-1 4 15,-7 1-6-15,1-1-4 0,0 1 3 0,0-2 0 16,-1 2-2-16,1-2-1 0,-4 1 3 0,3 0-2 16,-3 0 1-16,-1 0 8 0,1-2 0 0,-1 2 1 0,-2-1 4 15,3-1 16-15,-2 3-7 0,-2-1-3 16,3-1 1-16,0 1-3 0,0-1-10 0,1 1-1 0,-3-2-1 16,3 2 0-16,-1-1 0 0,0 1-5 15,3-2 1-15,-4 1 10 0,2 1-13 0,1-1 2 0,-1 2-3 16,-2-1 2-16,3 1-1 0,-8 0 3 0,8 1 5 15,-3 2-1-15,1-3-2 0,1 2 0 16,0 1 6-16,0 1-3 0,0 0 3 0,1-1 0 0,-2 0 7 16,1-1 2-16,-1 2 1 0,1-4-1 0,-3 4 0 15,2-3 4-15,1 0 12 0,-2 0-17 0,-3-1 23 16,4 2-35-16,-3-4 28 0,3 2-35 0,-2 0 29 16,2-1-33-16,-3 0 35 0,1 1-42 0,-2-1 38 15,0 0-30-15,-3 1 38 0,3-3-36 0,0 3 42 16,1 0-49-16,-3-1 41 0,1-1-43 0,-1 2 37 15,1-1-4-15,0-1-1 0,1 2-5 0,-2-1 4 16,1 1-3-16,1-2 2 0,-1 1-1 0,0-1-4 16,2 2 1-16,3 0 4 0,0 0-8 0,-2-1-3 15,3 1-6-15,0 0 3 0,-1 0-2 0,0 0 0 16,1 0 1-16,-1 0 6 0,-4 1-1 0,1-1 1 0,-2 0-2 16,1 0-2-16,-1 0-2 0,-3 0 2 15,3 0-1-15,-2 0-4 0,-2 0 1 0,2-1-1 16,1 1-2-16,-3-1 1 0,1 1 0 0,-2-2 1 15,2 2 0-15,-1-1 0 0,-4-1 2 0,1 1 6 0,-2 1 1 16,2 0-3-16,-3-3-1 0,-1 1 0 0,2 2-5 16,-3 0 0-16,0-1 1 0,2-1-2 15,-12 2 0-15,17-3 3 0,-17 3-4 0,16 0 0 16,-16 0-2-16,16-3 2 0,-16 3-1 0,13-1 0 0,-13 1 1 16,12-2 1-16,-12 2 0 0,0 0-2 0,14 0 1 15,-14 0 0-15,0 0-2 0,10-1 1 16,-10 1 4-16,0 0-4 0,0 0 0 0,11-1 0 0,-11 1 0 15,0 0-4-15,0 0 4 0,0 0 0 0,0 0-1 16,0 0 0-16,0 0-17 0,0 0-59 0,0 0-71 16,0 0-98-16,0 0-127 0,-19 0-124 15,8 1-98-15,-3 2-193 0,0-2-323 0,-4-1-726 0</inkml:trace>
  <inkml:trace contextRef="#ctx0" brushRef="#br0" timeOffset="20382.74">8966 12935 24 0,'0'0'345'0,"3"-7"-70"0,-3 7-43 15,2-6-21-15,-2 6-23 0,1-6-33 0,-1 6-10 0,3-7-4 16,-3 7-5-16,5-6-31 0,-5 6-10 16,4-6-20-16,-4 6 2 0,6-6-27 0,-6 6 8 15,8-7-11-15,-8 7 15 0,13-6-18 0,-13 6 26 0,11-8-30 16,-11 8 27-16,9-6-22 0,-9 6 18 15,9-5-31-15,-9 5 30 0,8-4-32 0,-8 4 23 16,6-5-21-16,-6 5 18 0,0 0 4 0,0 0 29 16,0 0-21-16,0 0 13 0,-9 8-17 0,-1-4 1 0,-3 2 3 15,-2 0 19-15,1 1-13 0,-4-2 7 0,3 0 18 16,-3 1-4-16,0 0 2 0,-1-3-9 0,-4 0-17 16,0 2-3-16,-3-3-4 0,-1 0 4 0,-3 1-11 15,-1-3-10-15,-2 0-10 0,-6 0-7 0,1 0 1 16,-2 0 0-16,2-2-14 0,-3 2 8 0,0 0-9 15,2 0 1-15,-4 2-2 0,0-1-2 0,-6 1-5 16,-2 1 5-16,2 2-10 0,-3 0 9 0,1-1-7 16,0 5-2-16,1-3 7 0,0-1-7 0,3 3 6 15,-1-2-6-15,-1-2 2 0,3 1-3 16,0 1 6-16,5-3-6 0,-5 1 4 0,0 0-4 0,0 0 4 16,-3 0-3-16,1 1 4 0,2-3-6 0,-4 2 5 15,4 3-9-15,-1-3 10 0,-1-1-5 0,3 2 6 16,6-1-4-16,-1 0 4 0,1-2-6 0,2 1 6 15,1-2-9-15,4 1 9 0,3-2-6 0,-2 1 6 16,3-1-7-16,0 0 7 0,0 0-5 0,1 0 4 16,1-1-6-16,2 1 8 0,-2 0-2 0,4-2 2 15,-5 2-3-15,1 0 0 0,-1 0 0 0,-1 0-2 16,0-1 2-16,1 1 0 0,-2 0 1 0,-1 0-1 16,1 0-1-16,1 1-1 0,0-1 2 0,0 0 0 15,1 0-1-15,0 0 1 0,0 2-2 0,4-2 4 16,0 0-3-16,3 0 1 0,-2 0 0 0,2 0-5 15,-1-2 7-15,1 2-7 0,-1-1 8 0,3-2-6 16,-2 1 8-16,1 1-10 0,1-1 8 0,-1-1-5 16,2 1 5-16,-2-1-7 0,1 1 5 0,0 1-3 15,0-2 4-15,1 0-7 0,0 0 8 0,0-1-6 16,-2 0 6-16,1 2-6 0,-1-3 4 0,1 1-3 0,-5-3 5 16,4 2-9-16,-4-2 10 0,0-1-3 0,1 1 1 15,-4-2-1-15,2 3-4 0,-5-3 2 16,-2 2-3-16,-1 1 2 0,-1 1 0 0,0 1 1 0,-1 1-1 15,5 0 2-15,0 2 0 0,-1-1-3 0,2 1 3 16,1 0-4-16,2-1 6 0,2 1-8 0,1-1 9 16,-1 2-4-16,1-1 1 0,3 1 0 0,-1 0 0 15,-2-2 0-15,3 1-1 0,0 1 1 0,-1-2 3 16,0 1-6-16,1-2 1 0,0 1-1 0,-2 1 1 16,2-2 0-16,0-1-1 0,-2 4 3 0,1-3-3 15,-1 3 0-15,0-2 2 0,-1 1 0 0,0 1-2 16,1 0 3-16,-1 0 0 0,1 0 0 0,1 0-3 15,0 1 3-15,0 1 0 0,1-2 0 0,1 0 0 16,3 1-1-16,1-1 1 0,0 2-2 0,1-2-1 16,2 0 5-16,-1 0-3 0,12 0 3 0,-16 1-1 15,16-1-1-15,-16 0-1 0,16 0-1 0,-14 1-1 16,14-1 1-16,-10 2 1 0,10-2 1 0,0 0 0 16,-13 0 0-16,13 0-2 0,0 0 1 0,-13 1-3 15,13-1 4-15,0 0 1 0,0 0-1 0,-10 2 0 0,10-2-1 16,0 0 1-16,0 0-1 0,0 0 1 15,0 0 1-15,-10 1 10 0,10-1-1 0,0 0 2 0,0 0-5 16,0 0 2-16,7 2-1 0,-7-2 3 16,11 1-2-16,-11-1 4 0,16 3 0 0,-4-3-1 0,-1 2-4 15,5-2-1-15,-1 0 0 0,4 0 2 16,0 0-4-16,2 0 0 0,0-2 3 0,1 2-3 0,5-1-2 16,-4-1 0-16,0 1-34 0,0-1-15 0,-4 2-47 15,0-1-75-15,-1-1-64 0,-5-1-99 0,0 2-103 16,-3 0-155-16,-10 1-259 0,9-6-392 0</inkml:trace>
  <inkml:trace contextRef="#ctx0" brushRef="#br0" timeOffset="20832.79">4428 12558 10 0,'-5'-10'291'0,"-3"2"-48"0,4-1-16 16,-1 0-11-16,1-1-7 0,-1 2-39 0,1-2-6 0,-2 3-27 0,2-2 2 16,0 0-7-16,0 2 5 0,2-2 7 0,-2 3-7 15,0-1-25-15,4 7-12 0,-5-9-13 0,5 9-16 16,-5-10-11-16,5 10-14 0,-5-6-8 0,5 6 3 16,0 0 19-16,-5 4 50 0,2 2-19 0,1 3 28 15,-1 6-2-15,0 2-8 0,2 1 16 0,1 4-9 0,0 1-25 16,4 4-9-16,1 1-25 0,3 2-3 15,1-3-9-15,1 0-6 0,3 0-3 0,1-3-2 16,0 0 0-16,2-3-5 0,1-1-4 0,2-3-4 16,-2-4-3-16,2 0-3 0,0-3 0 0,1-2-2 15,0-1-1-15,-2-1-1 0,-2-6-1 0,1 0 0 16,-3 0-4-16,1-6-2 0,-2 1 1 0,-1-2-2 16,-1-2-3-16,-3-1 7 0,-3-1-6 0,-2 2 2 15,-2-3-5-15,-2 1 7 0,-2 1-5 0,-2 0 4 16,-3-1-4-16,-3 3 2 0,-1 2-6 0,-2 0 6 15,-3 1-8-15,1 3 7 0,1 3-6 0,-5 1 6 0,4 3-7 16,-2 0 7-16,0 2-5 0,0 5 0 0,4-2 1 16,1 0 0-16,3 4-10 0,4 0-74 0,-2 0-115 15,4 1-113-15,4 2-114 0,0 1-132 0,4-1-322 16,0-1-443-16</inkml:trace>
  <inkml:trace contextRef="#ctx0" brushRef="#br0" timeOffset="22081.52">4131 14166 56 0,'3'-11'349'0,"-2"-1"-77"16,2 3-47-16,-2 1-8 0,0 1-32 0,3-1-23 16,-4 1-32-16,3 0 25 0,-3 0-11 0,0 7 12 15,2-13-30-15,-2 13-7 0,1-9-18 0,-1 9-21 16,2-7-14-16,-2 7-14 0,0 0 29 0,0 0 45 16,4 7-15-16,-3 4 8 0,0 1-17 0,2 5-16 15,-2 1-19-15,4 4-9 0,3 0-9 0,-3 1-12 16,3-1-2-16,1-1 36 0,1-2 9 0,0-1-7 0,0-1-15 15,3-2 22-15,-3-4 13 0,-1 0-12 16,5-2-11-16,-2-2-11 0,-2-3-12 0,3-2-7 16,0-4-7-16,-1 1-1 0,1-5-13 0,0-3 5 15,-3-1-15-15,-1-3 4 0,0-2-9 0,-3-2 7 0,-2 0-10 16,-1-2 7-16,-3 0-5 0,-2 0 6 0,1 3 27 16,-3-1 15-16,2 1-9 0,-3 3 2 0,2 2-17 15,1 1-1-15,-1 3-10 0,3 7 2 16,0 0-9-16,-5 8 0 0,5 5-6 0,2 6 4 0,6 9-4 15,3 10 3-15,5 3 0 0,8 11 8 0,3 1-3 16,4-1 2-16,3-2 0 0,2 0-3 0,1-1-3 16,5-5 3-16,-2-3-24 0,0-4-33 0,-1-3-111 15,-7-6-151-15,0-5-101 0,-3-2-166 0,-4-5-438 16,-6-6-622-16</inkml:trace>
  <inkml:trace contextRef="#ctx0" brushRef="#br0" timeOffset="24135.18">8808 12939 187 0,'5'-10'370'0,"-1"2"-68"15,-1-1-36-15,4 0-34 0,-5 0-14 0,2 1-10 0,1 2-10 16,-4 0 7-16,2 0-65 0,-3 6-7 0,5-10-47 16,-5 10 3-16,3-6-30 0,-3 6 76 0,0 0-12 15,5 10-10-15,-4-2 16 0,2 5-10 0,-1 6 10 16,3 4-11-16,2 11-11 0,0 9 30 0,5 5-1 15,-2 11-26-15,3 1-24 0,1 4-11 0,-2 0-12 16,-1 3-6-16,-1 2 4 0,0 3-12 0,-1 1 19 16,-2 3-13-16,-2 3 3 0,-1-1 31 15,-3 1-39-15,2 1-11 0,-2-3-13 0,0-1 8 0,-1-2-9 16,3-1-2-16,0-3-3 0,1-14-8 0,0-4-4 16,1-3-20-16,-1-6-12 0,0-10-9 0,1-1-16 15,0-8-12-15,-1-4-13 0,1-5-34 0,-1-6-54 16,0-3-51-16,-4-6-13 0,10-2 20 0,-4-6 14 15,1-2 27-15,-1-6-2 0,1-5 14 0,-1-2-3 16,0-8-4-16,-2-4 12 0,0-7 29 0,-3-3 10 16,-1 0 33-16,0-3 11 0,0 0 30 0,-5-2 21 15,1 1 8-15,-3 1 38 0,-1-1 12 0,-1 2 20 16,-1 0-14-16,-3 4 35 0,0-2-20 0,-2 1 25 16,1 1-19-16,-1 0 4 0,-1-1-8 0,2 2-8 15,-1-1-3-15,0 0-9 0,2-1-11 0,-1 0-5 16,1 0-7-16,1 0-4 0,2-1 0 0,0 0 11 15,1 1-20-15,-1 1 15 0,1 1-24 0,1 2 18 16,2 1-21-16,-2 8 13 0,3 1-13 0,-1 1 18 16,0 7-24-16,1-1 21 0,3 7-23 0,-3 0 18 0,2 2-18 15,-1 2 22-15,3 1-30 0,-2 1 30 16,2 0-24-16,-1 2 23 0,0 1-27 0,1 0 24 0,0 1-18 16,1 6 20-16,-3-10-22 0,3 10 25 0,4-9-25 15,1 4 23-15,4-1-23 0,4 1 6 0,2-1 9 16,8-1 0-16,1 0 22 0,8-2 12 15,4 1 4-15,5-3 11 0,5 1 0 0,0-3 11 16,5 3-20-16,2-2-4 0,9-4-5 0,2 2-4 0,3 1-3 16,-1-1 24-16,3 1 4 0,1 1-10 0,-2 0-7 15,0 0-1-15,-3 1-5 0,3 0-7 0,-2 2-3 16,3-1-5-16,0 2-2 0,-1 0-7 16,1-1 2-16,4 0-1 0,-2 2 2 0,1 1-1 0,2-3 2 15,-2 2-3-15,-3-2 1 0,2 2-4 0,-2-2 4 16,-1 1-2-16,1-1 1 0,1 1 1 0,-2 0 13 15,-11-1 24-15,2 2 3 0,-5 0-14 0,1-1-3 16,-4 2-11-16,-2-2 1 0,-2 3-9 0,-5-3 3 16,-6 3-6-16,1 1 3 0,-4-1-4 0,2 0 1 15,-2 1-3-15,0 0-1 0,0 1-2 0,1 0-3 16,-5 0 8-16,7 1-7 0,-5-1 1 0,3 1-3 16,-3 1 3-16,-2-2-4 0,0 3 1 0,0-1-4 15,-6 1 5-15,-2-1-5 0,-3 1 6 0,1-1-6 16,-6 1 6-16,2 0-6 0,-3-1 4 0,-12 1-11 15,22 0 12-15,-22 0-5 0,15 0 5 0,-15 0-4 16,14-1 5-16,-14 1-7 0,14 0 7 0,-14 0-9 0,0 0 6 16,14 0-2-16,-14 0 2 0,0 0-3 15,13-2 3-15,-13 2-1 0,0 0 3 0,13 2-7 16,-13-2 6-16,11 2-2 0,-11-2 4 0,13 3-5 16,-3-1 3-16,-1 0-2 0,0 0 2 0,3 1-6 0,-3-1 4 15,-9-2-1-15,14 5 4 0,-14-5-6 16,14 1 4-16,-14-1-8 0,11 3 10 0,-11-3-4 0,13 3 3 15,-13-3-2-15,13 6 5 0,-7-2-8 0,4 1 4 16,-3-2-9-16,0 5 10 0,1-2-3 0,2-1 4 16,-1 5-6-16,0-1 9 0,1 1-8 0,-2 0 4 15,1 2-2-15,0 0 3 0,-1 1-3 0,-2 1 5 16,0 2-3-16,1 0 7 0,-3 1 1 0,1 4 4 16,-2 2 45-16,0 0-1 0,1 2-10 0,-1 1-8 15,-2 0-8-15,0 5 13 0,2 5-20 0,-2-1 1 16,2 0 38-16,-2 3-10 0,0-1-8 0,-1 1-12 15,0 2 9-15,1-2-21 0,-1 1 10 0,0 0-21 16,-1 5 9-16,-1 0-12 0,-1-1 15 0,-1 0 13 16,-1 0 0-16,0-2-1 0,0 0-10 0,0 0 0 15,0 0 17-15,1 1-2 0,0 2-3 0,0-8 7 16,3 1-13-16,-2 2-3 0,3 0 35 0,0-1-51 16,0 0 38-16,1 1-51 0,2-3 49 0,-2 3-57 15,3 5 51-15,-3-6-47 0,2 4 48 0,1-6-40 16,-3 0 11-16,2 0 5 0,-1-1 17 0,1 0-2 15,-1 1-19-15,-2-2 10 0,0 3 2 0,-2-2-4 16,-2 2 36-16,1-1-46 0,1 1 34 0,-3 3-55 16,1-3 45-16,-1-2-53 0,1-1 48 0,1 0-50 15,-2-1 47-15,3 0-50 0,1-1 49 0,-2-1-50 0,2-2 50 16,1-2-49-16,0 3 50 0,0-4-50 0,2 3 48 16,-2-2-47-16,3-1 8 0,1 5 3 0,1 0-1 15,-2-1 4-15,3 0 1 0,-1 0 4 0,1-1 41 16,-2 2-54-16,2 0 47 0,1 1-49 0,-2-1 51 15,0 0-7-15,-1 0 2 0,0 1-7 16,-3 1-1-16,3-1-5 0,-3 0-2 0,-1-3-1 0,1 4-1 16,-1-2-4-16,0-2-2 0,-2 3 4 0,2 3-44 15,0-2 45-15,0-3-41 0,-2-1 48 0,4-1-40 16,-2 2 38-16,0-2-40 0,0 0 42 0,2-1-46 16,-2 2 48-16,0-3-7 0,3 0-5 0,-2 1-1 15,-1 0 2-15,3-2-6 0,-1 0 1 0,-2 1-3 16,3-3 0-16,-2 1 2 0,-1 0-5 0,3-1 0 15,-3-1 2-15,0-1-2 0,0-1 1 0,0 2 1 16,0-3 0-16,-2 2-2 0,1-1 0 0,1 0 2 16,-1-1-1-16,-1-2-1 0,1 2 2 0,1-2-3 15,-1-3 3-15,0 1-2 0,-1-1-1 0,1-4-1 16,1 2-9-16,-1-2-4 0,1-2-5 0,-3-1-4 0,3 1-10 16,0 0-11-16,0-8-24 0,-2 8-80 15,2-8-108-15,0 0-85 0,0 0-61 0,-14-1-55 16,7-6 0-16,-2-2-51 0,2-5-29 0,-2-1-460 0,0-5-601 15</inkml:trace>
  <inkml:trace contextRef="#ctx0" brushRef="#br0" timeOffset="26251.82">12194 14166 32 0,'0'0'253'0,"4"-4"-64"0,-4 4-50 0,8-4-20 0,-8 4-15 16,9-6 3-16,-9 6-12 0,9-7-6 0,-4 3-11 15,-5 4 3-15,10-9-12 0,-4 3 22 0,-2 2-8 16,0-2-5-16,-4 6 6 0,8-11-2 0,-6 7-28 15,2-3-4-15,-1 0-17 0,-2 3 9 0,3-4-9 16,-3-1-4-16,0 1-6 0,-1-3-2 0,0 1-1 0,0-2-6 16,0-1-1-16,0-5-2 0,0 0 2 15,0-3 12-15,-1-6 7 0,1 1-4 0,-1-7 20 16,-2-2-18-16,2-2-4 0,-2-5 3 0,1-2-14 16,-3-2 2-16,0-1-1 0,-2 1 0 0,-2 0-4 15,2-2-3-15,-2 1 1 0,-2 0 14 0,1-3-17 16,1 3 5-16,-1-1 4 0,0-1-14 0,1 0 0 15,1-1-5-15,-1 0 13 0,4-1-16 0,-1-2 1 16,1 0 5-16,1-2-4 0,1-2 5 0,1 1 12 0,0-1-14 16,-1 0 12-16,3-1 2 0,-2-1-15 0,1 2 12 15,1 1-18-15,0-1 5 0,0 1 2 16,0 0-5-16,0 1-2 0,0 0 8 0,0 2 0 0,-1-1 0 16,0 1-4-16,-1 3 14 0,0-1-10 0,-1 2 13 15,-1 2-10-15,2 0 34 0,-2 2-20 0,1 1 11 16,-3 0-20-16,2 0 10 0,-1 0-20 0,0 1 2 15,0 0 0-15,-2 0 2 0,1-2 0 0,0 2-2 16,-1-1 0-16,2-1 6 0,0 1 17 0,0-1-22 16,0 2 18-16,2 0-14 0,-1 7 27 0,3 0 8 15,1 2-5-15,-1 6-17 0,2 0 26 0,-1 4-24 16,0-1 16-16,0 6-21 0,3 1 15 0,-3 3-29 16,0 0 25-16,1 2-31 0,0 3 25 0,-1-1-21 15,4 1 19-15,2 2-15 0,1 0 15 0,3-3-27 16,5 5 26-16,5-4-18 0,2 3 20 0,9-3-27 15,4 4 20-15,8-5-11 0,1 1 17 0,2 3-18 16,2-1 19-16,3 2-21 0,0-1 21 0,3 1-24 16,4 1 3-16,0 0-1 0,4 0-1 0,9 1-2 15,2-1 8-15,1 0-1 0,-1-1 3 0,0 1-4 0,-2 0 3 16,2-3 0-16,3-1 21 0,-1-1-28 0,7 0-3 16,2-3 6-16,6 0 4 0,-1-2-2 15,6 1 1-15,-1-1 17 0,2-1 6 0,1 2-1 16,2 1-9-16,17-4-5 0,-19 4 2 0,-4 1-3 0,-2 2-1 15,-1-1-4-15,-5 0 6 0,-5 0-4 16,-3 0-2-16,0 1-2 0,-3 1 3 0,-3-1-3 0,-1 1-2 16,-1 1 4-16,1 0-3 0,-3-3 0 15,-10 5 2-15,-1 0-1 0,-2-1 0 0,1 1 3 0,-4 0-2 16,-1 2 0-16,-3 0 14 0,-8-1-18 0,-4 1 14 16,-4 2-23-16,-3-2 24 0,-2 3-23 0,-5 0 22 15,-1-1-19-15,-1 1 14 0,-3-2-11 16,-2 3 13-16,2-1-16 0,-3-2 16 0,-2 1-7 0,3 0 27 15,-1-1-17-15,0 0 19 0,-2 0-10 0,-2 0 29 16,4-2-6-16,-3 3-6 0,2-2-6 0,-1 2-2 16,-2-1-8-16,0 0 5 0,1 3-9 0,-1-3 0 15,2 1-7-15,-11 2 3 0,21 0-2 0,-21 0-5 16,18 0-4-16,-18 0 5 0,17 2-9 0,-17-2 4 16,16 3 0-16,-16-3 7 0,13 5 3 0,-6-3 14 15,1 1 5-15,-3 1-2 0,3 2-1 0,-3 0 11 16,2 2-8-16,0 0-1 0,2 2-6 0,-2 1 0 15,2 2 4-15,1 3-4 0,-1 1 4 0,1 2-3 16,4 3-7-16,-1 3 3 0,1 2 7 0,0 6 3 16,4 2-6-16,-4 2 5 0,1 2-1 0,-2 6 23 15,2 2-10-15,-2 11 1 0,-1 5-2 0,-1 2-4 16,-3 0-7-16,-2 2-6 0,-2 0-2 0,0-1-13 16,1 1 5-16,-4-9-1 0,0 12 1 0,-1-10-1 15,-1 9-7-15,1 0 3 0,-6 1-3 0,2-1-4 16,0-2 4-16,-2 1-5 0,-2-3-2 0,2-1-2 15,-2 0 5-15,0-3-2 0,3-7-1 0,-1 0-2 16,2 1 7-16,-1 0-7 0,1-1 5 0,2-1-9 0,-1 1 10 16,2-2-4-16,-2 2-1 0,2-3-4 0,-3 2 7 15,0-3-4-15,-2 0 5 0,1 0-8 0,-3 0 8 16,0 3-2-16,-3 8 10 0,-2 1 9 16,0 1-5-16,-2 3 3 0,0 1-2 0,-2 1 5 0,-2 2-4 15,4-1 6-15,-5 2-12 0,4 3 10 0,-3 0-6 16,3 3 3-16,-3 1-13 0,5 1 6 0,-1-1-4 15,4-2-5-15,3 1 6 0,3-1-15 0,3-2 1 16,2 4 10-16,2-2-4 0,0 2 7 0,4 1-5 16,-2 2 2-16,1-2-6 0,-1 0 2 15,3-1-3-15,-4 0-10 0,4 1 19 0,-2 0-13 0,0-1 9 16,-1 1 8-16,-3 0-11 0,3-2-3 0,-3-1-1 16,1-4 1-16,-2 0-1 0,0-4 0 0,0-10 5 15,1-1-5-15,-1 0-2 0,0-2 5 0,0-1-1 16,1 0 1-16,-1-1 11 0,0-1-12 0,-1-2 12 15,1-2-16-15,-1-2 10 0,-1-7-10 0,2-2 12 16,-1-2-10-16,-3-2 8 0,4-8-7 0,0-2 7 16,-1-4-10-16,0-1 13 0,1-2-12 0,-2-3 11 15,2-1-10-15,0-1 14 0,0-4-14 0,0-7 4 0,0 0-48 16,0 0-22-16,-5-9-37 0,5-5-36 16,-1-2-23-16,-2-9-6 0,3-3-9 0,-2-7-8 15,-2-3 15-15,3-10-18 0,-2-2 6 0,1-6 1 16,-1-11 0-16,2-4 32 0,-2-3-1 0,3-4 46 15,-1-3 23-15,0-4 26 0,-1-3 13 0,2-6 9 0,-4-24-1 16,1-5 3-16,-4-3 7 0,0-2 3 0,-5-5-23 16,-4-4-47-16,-6-6-35 0,-8-1-29 15,-5 3-2-15,-8-2-40 0,-4-1-29 0,-5 0 0 0,-3 0 53 16,1-2 115-16,4 4 70 0,2-3-6 16,7-1-8-16,6 3-22 0,6 2-7 0,5 8 5 15,5 2-56-15,6 3-140 0,0 3 72 0</inkml:trace>
  <inkml:trace contextRef="#ctx0" brushRef="#br0" timeOffset="26481.71">15812 7575 89 0,'51'-46'23'0,"6"-1"-61"0,14-10 11 0</inkml:trace>
  <inkml:trace contextRef="#ctx0" brushRef="#br0" timeOffset="34163.82">4563 15168 30 0,'-13'6'307'0,"1"0"-56"0,0-3-16 0,1 1-12 0,-2-2-17 0,0-1-30 0,0-1-9 15,2 0-30-15,-2-1-4 0,0-1-19 0,2 1 23 16,-2-2-28-16,2-1 14 0,-1-3-39 0,-2 1 5 16,1 1-22-16,2-4 23 0,-1 0-43 0,1 0 17 15,-2-2-30-15,0-2 16 0,0-1-24 0,3-2 10 16,-3-2-33-16,3-1 34 0,0-4-29 0,0-2 22 15,1-2-16-15,1 0 40 0,2-2-26 0,2 5 22 16,1-2 1-16,1-1 6 0,2 2-13 0,2-2 3 16,-2 2-9-16,4 0 10 0,1 0 1 0,2 1-11 15,0-1-10-15,5-1 3 0,-2 1-14 0,4 1 7 16,-1 0-12-16,1 0 5 0,4 0-10 0,0 1 1 16,1-4 9-16,4-1 5 0,0 2 10 0,1 1 5 15,-2-2 2-15,3 1 0 0,1-1 2 0,-1 0 3 16,1 2-5-16,1-1-1 0,0 3 7 0,0-1-3 15,1 4-7-15,-4 1 0 0,0 2-8 0,1 2-3 16,0 1-3-16,1 1-6 0,-2-1-3 0,1 4 2 16,1 1-7-16,0-2 10 0,2 2-8 0,-1-3 8 15,1 3-8-15,0-1 22 0,0 1 13 0,0-2 14 0,1 0-6 16,1 0-4-16,-1-2-14 0,2 0 1 16,-2 1-8-16,2 1 6 0,0-1 1 0,-2-1 1 15,2 2-9-15,-2 0-4 0,-1-1-2 0,3 2-4 0,-2 0 0 16,2 0-4-16,0-1 1 0,-2 3 0 0,2-2-3 15,-2 1 0-15,1 2-1 0,-1-2 9 0,3 0 18 16,-1 2 0-16,-1-2-2 0,2 0-6 0,0 0-5 16,0-2-1-16,6-1-4 0,-2 0 3 0,2-1 13 15,0 0-11-15,-1-1 17 0,2 1-20 0,-3-2 12 16,1 4-17-16,-1-4 15 0,1 2-21 0,-1 0 19 16,-4 2-24-16,0 1 29 0,-1-1-22 15,0 0 30-15,1 0-30 0,0 1-6 0,0-1 6 0,5-1 2 16,-1-1 1-16,1 1 6 0,0-1 19 0,1-3-4 15,1 2 4-15,-1-2-1 0,2-1-1 16,-2-1-8-16,2 0-1 0,-2 0-10 0,2 1 4 0,-2 1-2 16,-1-1-3-16,0 2-4 0,-1-1 8 0,2 2 27 15,-3-1 2-15,-3 5-14 0,2-3-6 0,-2 2-2 16,0-1-5-16,0 2 9 0,-1 0 7 0,1-2-30 16,0 3 22-16,3-5-27 0,4 1 23 0,-2 0-25 0,0 0 24 15,0-1-25-15,0 0 30 0,1 1-25 16,2-2 22-16,-3 2-27 0,3 0 29 0,0-1-5 15,3-2 8-15,0 0 25 0,1 1-5 0,-1-2-8 16,3 2-6-16,-1-2-4 0,2-1 7 0,8-3-5 16,-1 0-4-16,2 1-1 0,1-2 5 0,2 2 5 15,0-2-17-15,1 1-1 0,0-1-6 0,0-1-2 16,0-1-5-16,0 0 0 0,-1 1 0 0,-4-1-4 0,0 0-1 16,-1 1-1-16,-2 1-24 0,-10 2 27 15,-1 0-25-15,0 1 34 0,-3 2-34 0,-2-1 34 0,-1 1-31 16,-2 0 29-16,-5 3-29 0,-1-3 30 15,-3 3-27-15,-2-1 26 0,1 0-25 0,-3 1 25 0,-3 1-25 16,0-3 28-16,-2 2-32 0,2-3 33 0,-3 3-27 16,1-2 41-16,-1 0 7 0,4-3-4 0,-3 0-5 15,3 1-3-15,1-2-5 0,-2 0 5 0,2-2 5 16,5-2 4-16,-2-1 9 0,5-1-9 0,-2 2-4 16,1-1-4-16,1 3-2 0,0-1-10 0,-7 3 1 15,2 2-4-15,-1-1-3 0,0 0 1 0,-1 0-32 16,1 3 34-16,-2 0-31 0,0 0 30 0,-2 2-27 15,3-4 29-15,2 3-29 0,-5 3 31 0,1-1-34 16,1-2 40-16,-1 2-37 0,-1 1 27 0,2-1-27 16,-2 1 29-16,1-1-28 0,0 0 28 0,1 1-23 0,-1 1 26 15,5-5-33-15,-1 0 2 0,0 2 6 16,2-1 0-16,4-1 59 0,3-2-37 0,1-1 25 16,1 2-26-16,0-1 29 0,-1 0-36 0,3 0 34 15,0 0-45-15,-2-2 38 0,2 2-42 0,0-1 33 16,-2 1-35-16,0-2 32 0,-1 1-33 0,3 1 34 15,-3-2-33-15,-2 2 33 0,-4 2-40 0,-1 2 42 16,1-3-42-16,-1 2 36 0,-2-2-35 0,3 0 37 16,2-3-37-16,0-1 35 0,3-2-37 0,-2 3 40 15,3-1-40-15,0-1 36 0,0 1-36 0,-1-1 39 16,2 0-42-16,-1 0 40 0,1 2-40 0,-1 1 9 16,-1 0 3-16,1 0 3 0,-2 1 3 0,1 0-3 0,0 0 2 15,-4 3-1-15,-1 1 11 0,1-3 5 0,5-1-1 16,-6 1 1-16,-1 2-6 0,1-1 38 0,0 0-47 15,-2 3 35-15,1-3-39 0,-1 1 37 0,0-1-38 16,0 2 32-16,-1 0-39 0,0-1 39 0,0 0-41 16,0 2 39-16,0 0-37 0,-2-2 36 0,1 0-38 15,0 2 40-15,1-1-42 0,1-2 36 0,-2 1-33 16,4-2 44-16,-1 1-47 0,-1-1 43 0,6-2-46 16,-2-2 43-16,1 0-40 0,-2 1 40 0,3 0-39 15,-2 0 41-15,-1-1-41 0,-3 4 38 0,0-1-38 16,-1 1 1-16,1-1 5 0,1 0 1 0,0 1 3 15,-2 0 5-15,-1 0-1 0,1 2 1 0,-1-1 13 0,1 0-13 16,-1 0 3-16,0 0 1 0,1 1 1 16,2-2-3-16,-1 1 39 0,4-3-45 0,4 0 38 15,-2-2-45-15,0 1 53 0,2 0-57 0,-1-1 41 16,1 1-42-16,-3 1 42 0,2-2-6 0,-7 4 0 16,2 1 0-16,-2-1-2 0,-1 0 3 0,0 0-15 15,-1 0 5-15,1 0-2 0,-3 1-41 0,1-2 48 16,0 0-42-16,0 0 43 0,0 0-39 0,1-2 41 0,0 3-39 15,6-4 47-15,-1-1-45 0,1 2 49 0,0-1-27 16,3-2 34-16,-2 2-48 0,2 0 45 16,-2-1-47-16,2 2 43 0,1-1-42 0,-2 1 0 15,1 0 5-15,1-1 1 0,0 0 2 0,0 0 2 0,-1-1 41 16,-1 2-47-16,1-2 46 0,-2 1-43 16,1 0 36-16,-1-2-50 0,-1 1 46 0,0 0-41 0,-1-1 44 15,0 1-50-15,-1-1 45 0,-6 4-44 0,3 0 44 16,-2-2-45-16,0 0 47 0,1 1-51 0,0 0 58 15,-2 0-52-15,1-1 42 0,0 0-46 0,0 0 46 16,-1-1-44-16,1 2 44 0,-2 1-44 0,0-2 43 16,0 1-44-16,2 0 49 0,-1-1-50 0,-2 2 48 15,1 0-40-15,3-2 43 0,-3 2-46 0,0 0 6 16,-2-1 3-16,2 2 2 0,1-1 2 0,-2 1 47 16,3-1-53-16,-2 1 44 0,0-1-46 0,-1 0 41 15,0 0-47-15,2 1 43 0,1-1-44 0,-3 3 46 16,2-3-3-16,-1 0-9 0,-2 0-12 0,5 1 0 15,-4 1 0-15,2-3 0 0,-1 2 0 0,-1 0 0 16,1 0 0-16,-2 0 0 0,1 0 0 0,-2 3 0 0,-3-2 0 16,1 1 0-16,4-3 0 0,-1 0 0 15,-2-3 0-15,3 2 0 0,-4 2 0 0,1 0 0 16,-3 2 0-16,1 0-16 0,-1-3 32 0,1 1-28 16,-1 1 24-16,-1 0-26 0,1-2 28 0,0 1-31 15,0 1-1-15,1-2 4 0,0 1 0 0,-2 1 6 16,3 2 1-16,0-4 40 0,0 2-48 0,2-2 43 15,0 1-46-15,2 1 44 0,1-1-49 0,0 1 45 0,-1-1-5 16,1 3-9-16,1-2-8 0,0 0 0 0,2 1 0 16,0 1 0-16,1-1 0 0,0 0 0 0,1 0 0 15,1-1 0-15,-3 1 0 0,4 0 0 16,-1 1 0-16,1 0 0 0,-1-2 0 0,1 0 0 0,0 1 0 16,0-1 0-16,5-1 0 0,-4 3 0 0,0 1 0 15,1-1 0-15,-1-1 0 0,4 0 0 0,-2 0 0 16,4 0 0-16,-1 1 0 0,1-2 0 0,2 0 0 15,-1-1-4-15,2 1 2 0,0-1-5 0,2 0-2 16,-2 0 2-16,0 2-35 0,-2 0 45 0,1-1-40 16,-2 1 49-16,-4 4-38 0,-1-1 32 0,2 0-33 15,-2 1 43-15,1-1-40 0,-2 1 42 0,0 0-39 16,-3 1 43-16,2 0-42 0,-3 1 39 0,-2-1-48 16,0 2 48-16,3-1-3 0,-1 0-9 0,3 0-2 15,-1-2-3-15,1 3-7 0,0-1 4 0,0-2-6 16,1 1 2-16,1 0-1 0,-1 2 1 0,1-2-2 15,0 1 29-15,0 1-35 0,-1-1 37 0,-2 1-35 16,0 4 30-16,-1-4-41 0,1 2 45 0,-1 1-43 16,-1 0 38-16,1 0-39 0,-2 1 30 0,-1-1-49 15,0 2 48-15,1-1-41 0,-4 1 44 0,1-1-37 16,0 3 44-16,-1-1-51 0,1 0 49 0,-1 2-39 16,1-2 39-16,3 1-40 0,-3 1 42 0,3-2-44 15,1 2 42-15,-3 0-40 0,2 1 39 0,1-1-41 16,-1 2 35-16,-2-1-40 0,1 0 45 0,0 1-40 15,-4 0 42-15,3-1-45 0,-2 3 46 0,3-1-44 16,-2 0 47-16,0 0-45 0,2 2 44 0,0-1-43 0,1 2 47 16,1-1-48-16,1 2 46 0,-1-1-43 15,2 2 46-15,0-2-43 0,5 4 4 0,0-1 3 16,2-1 3-16,-1 2 3 0,1-2 2 0,0 0-4 16,0 1 5-16,-2-1 2 0,1 0-1 0,0-1 0 15,-6 0 2-15,1 1-4 0,-1-2 1 0,0 2-2 16,-2 0 4-16,1-1-3 0,-1 0 3 0,0 2-29 0,-2 1 38 15,1-1-32-15,0 3 33 0,2-3-30 16,0 3 35-16,0 2-5 0,1-1 2 0,1 1-4 16,-1-1-3-16,-2 2-2 0,3-1-2 0,-2 1 0 0,0 1 2 15,0-3 1-15,-1 2-3 0,0-1 2 0,-4 1-3 16,-1-1 39-16,1 0-43 0,-4 1 36 0,2 0-46 16,-2 0 44-16,0 2-46 0,0-2 44 0,-2 4-45 15,0-4 42-15,1 3-39 0,-1-1 38 16,-1 0-43-16,-1 1 44 0,2-2-44 0,-2 2 45 0,1-1-46 15,-2-1 46-15,2-1-46 0,-2 1 43 0,0-1-31 16,3 2 2-16,-3-4 0 0,0 4 5 0,3-2-1 16,-1 1 1-16,2-3 6 0,-3 2-4 15,2 1 3-15,2-2-2 0,-2-1-2 0,4 2 1 0,-4-1 3 16,2-1-36-16,-2 1 42 0,1-1-31 0,-3 1 36 16,2-1-33-16,1 2 48 0,-2-1-41 15,-1-1 40-15,-1 1-42 0,-1-2 38 0,4 3-39 16,-3-2 37-16,2 3 0 0,2-1-9 0,-1 0 6 0,0 2-10 15,2 0-2-15,1 0 1 0,2-1 2 0,1 3-3 16,2-1 5-16,-1-1-3 0,2 1-3 0,0 2-4 16,-2-3 5-16,3 3-6 0,-1-2 1 0,1 1 3 15,-1 0 3-15,-1 0 4 0,2 1-2 0,-3-2 3 16,1 1-8-16,-2 1 1 0,1-3-6 0,0 2 4 16,0 0-1-16,-3-1 2 0,0-3 1 0,-1 2-4 15,-1-2 2-15,2 1 0 0,-3-2 3 0,3 0-42 16,-2 3 47-16,1-2-38 0,0-1 40 0,0 1-39 15,0 2 45-15,-2-4-45 0,3 3 47 0,-3-1-42 16,1 0 40-16,1 0-39 0,-1 1 3 0,0 1 44 16,4 3-27-16,-2-2 44 0,2 1-39 0,0 1 37 15,1-1-57-15,1-1 51 0,1 2-48 0,0 0 24 16,1-1-13-16,1 0 0 0,4 2 0 0,-4-2 0 16,4 4 0-16,1-3 0 0,-1 0 0 0,-3-1 0 15,1-2 0-15,3 3 0 0,-5 0 0 0,2-2 0 16,-3-1 0-16,1 1 0 0,2 2 0 0,-3-2 0 15,2 0 0-15,-3 1 0 0,1-2 0 0,0 3 0 16,-1-2 0-16,0 1 0 0,1-2 0 0,-2 1 0 16,-1 1 0-16,0-3 0 0,0 1 0 0,-3 1 0 15,1-2 0-15,0 1 0 0,-2 0 0 0,0-3 0 16,2 3 0-16,-2 0 0 0,2 0 0 0,0 3 0 16,-4-5 0-16,5 4 0 0,-3-2 0 0,3 1 0 15,-3 0 0-15,2 0 0 0,0 1 0 0,0 1 0 16,1-1 0-16,-1 1 0 0,1 0 0 0,-1 0 0 15,1 1 0-15,2-1 0 0,-3 1 0 0,2-1 0 16,1 2 0-16,-2-2 0 0,3 1 0 0,-1-1 0 16,0 0 0-16,4 4 0 0,0-4 0 0,1 2 0 15,1-1 0-15,1 2 0 0,0-2 0 0,-2 0 0 16,3 1 0-16,-2-5 0 0,0 4 0 0,0-5 0 16,2 5 0-16,-3-4 0 0,-1 0 0 0,0 0 0 15,0 0 0-15,0 0 0 0,-1-1 0 0,1 1 0 16,-2 1 0-16,4 0 0 0,1 2 0 0,2 1 0 15,-1 0 0-15,2 0 0 0,1 1 0 0,-2-1 0 16,4 1 0-16,0 1 0 0,-1-1 0 0,3 1 0 16,1-2 0-16,-1 2 0 0,1 0 0 0,0-1 0 15,0 1 0-15,0 0 0 0,2-1 0 0,-2-2 0 16,-1 1 0-16,2-1 0 0,-1 1 0 0,-1-1 0 0,1 0 0 16,0 0 0-16,-1-1 0 0,2-1 0 0,-2 1 0 15,-2-2 0-15,3 2 0 0,-2-1 0 16,-1 0 0-16,3-1 0 0,-4 1 0 0,1 0 0 15,0-1 0-15,-2 0 0 0,0 0 0 0,-4 0 0 0,4-1 0 16,0 2 0-16,0 0 0 0,-4-3 0 0,0 1 0 16,-1 1 0-16,1-2 0 0,0 0 0 15,-2 1 0-15,2-1 0 0,2 0 0 0,-2-2 0 0,0 3 0 16,1-2 0-16,-1 0 0 0,0 0 0 0,0 0 0 16,1-1 0-16,-1 1 0 0,-3-1 0 0,2-2 0 15,0 3 0-15,-1-2 0 0,-5 0 0 0,1-1 0 16,0-2 0-16,-2 3 0 0,1-3 0 15,0 3 0-15,0-2 0 0,-1 1 0 0,1-1 0 0,0 1 0 16,-1-1 0-16,1 1 0 0,0-3 0 0,-2 4 0 16,0-4 0-16,1 2 0 0,0-1 0 0,0-1 0 15,-1 0 0-15,1 0 0 0,-1 1 0 0,1-1 0 16,-3-3 0-16,-1 2 0 0,1 1 0 0,1-3 0 16,-3 4 0-16,3-3 0 0,-3-1 0 0,3 2 0 15,-2 0 0-15,0-2 0 0,0 2 0 0,0 1 0 16,1-2 0-16,-2-2 0 0,2 3 0 0,-3 0 0 15,2 0 0-15,0-1 0 0,0 1 0 16,-3-1 0-16,4 0 0 0,-3 2 0 0,-1-3 0 0,3 2 0 16,-3-1 0-16,2 3 0 0,-2-3 0 0,1 0 0 15,0 3 0-15,0-2 0 0,0-2 0 0,2 3 0 16,-1-1 0-16,0 1 0 0,-1-1 0 0,3 0 0 16,-3 0 0-16,3 2 0 0,-1-2 0 0,1 1 0 15,0 2 0-15,2-2 0 0,-1 2 0 0,-1-3 0 16,3 4 0-16,-2-1 0 0,-1-2 0 0,0 2 0 15,2 0 0-15,0 0 0 0,-1 0 0 0,0 1 0 16,0-1 0-16,1 2 0 0,2-3 0 0,-3 3 0 16,2-1 0-16,-1 0 0 0,0 0 0 0,2 1 0 15,-2 0 0-15,5 2 0 0,1-1 0 0,-3 3 0 16,4-1 0-16,-3-1 0 0,4 2 0 0,-1 0 0 16,0 0 0-16,1 1 0 0,5 2 0 0,-1-2 0 15,1 1 0-15,0 1 0 0,0-2 0 0,0 0 0 16,0 1 0-16,0-1 0 0,-3-3 0 0,-1 2 0 15,1-2 0-15,-2 2 0 0,3-4 0 0,-2 4 0 16,-3-2 0-16,4 1 0 0,-3-1 0 0,1 1 0 16,1-1 0-16,-2 1 0 0,1 1 0 0,-2-3 0 15,2 3 0-15,1-3 0 0,-1 3 0 0,0-2 0 16,0 2 0-16,1-1 0 0,-1 0 0 0,-2 0 0 16,1 0 0-16,-1-2 0 0,0 4 0 0,0-3 0 15,-1 0 0-15,-2 2 0 0,1 0 0 0,0-1 0 16,-1 2 0-16,2-2 0 0,-1 1 0 0,-1 1 0 15,0 0 0-15,1-1 0 0,-2 1 0 0,2-1 0 16,0 1 0-16,0 0 0 0,0-1 0 0,2 0 0 16,-2 2 0-16,1-1 0 0,0 1 0 0,2-2 0 15,-1 3 0-15,5 0 0 0,-6 0 0 0,6 1 0 16,-4-3 0-16,4 3 0 0,-5-3 0 0,5 3 0 0,-1 1 0 16,2-1 0-16,-2-2 0 0,0 2 0 15,1 1 0-15,0 0 0 0,1-3 0 0,-2 3 0 0,2-1 0 16,0-1 0-16,-2 1 0 0,2-2 0 15,-5 1 0-15,4 0 0 0,0 0 0 0,-3-3 0 16,3 3 0-16,2 1 0 0,-2-1 0 0,-1 1 0 0,-4-3 0 16,2 0 0-16,-3 3 0 0,2-2 0 15,-3 0 0-15,0 1 0 0,-1-2 0 0,0 3 0 16,-1 0 0-16,1 1 0 0,-3 2 0 0,3-2 0 16,2 5 0-16,-2 0 0 0,1 0 0 0,0 0 0 15,0 1 0-15,-1-1 0 0,-1 2 0 0,1 0 0 0,2-2 0 16,-7-3 0-16,7 5 0 0,-1-3 0 15,-1 3 0-15,0-2 0 0,2-1 0 0,0 2 0 16,-1-2 0-16,-1 2 0 0,4-1 0 0,-1 2 0 16,-1-1 0-16,2 2 0 0,-3-2 0 0,3 3 0 15,-1-2 0-15,1 3 0 0,-1-2 0 0,0 1 0 16,0 2 0-16,-2-4 0 0,3 4 0 0,-1-1 0 0,-2 1 0 16,0 0 0-16,0-4 0 0,-1 5 0 15,-3-2 0-15,3 0 0 0,-2 1 0 0,-2-2 0 16,3 2 0-16,-3-1 0 0,1 2 0 0,1-2 0 15,-2 3 0-15,1 0 0 0,0 0 0 0,-1-1 0 0,-1 3 0 16,-2-2 0-16,2 1 0 0,-2 1 0 0,-1 0 0 16,2 0 0-16,-2 0 0 0,-3 0 0 15,3-1 0-15,-1 1 0 0,-1 1 0 0,0-2 0 16,-3-4 0-16,0 1 0 0,3 0 0 0,-2 0 0 16,0-2 0-16,4 6 0 0,-4-6 0 0,4 4 0 15,0-2 0-15,4 1 0 0,-4 0 0 0,3-6 0 16,0 3 0-16,-1-4 0 0,2-1 0 0,-1 0 0 15,1-1 0-15,1-1 0 0,0 2 0 0,-1-4 0 16,2 3 0-16,-2-4 0 0,0 2 0 0,1-1 0 16,1-1 0-16,-1 1 0 0,-1-1 0 0,2 0 0 0,0 1 0 15,0-1 0-15,0-1 0 0,0 2 0 16,2-2 0-16,-1 1 0 0,2-3 0 0,-2 1 0 0,1-1 0 16,-1 0 0-16,0-2 0 0,-3 0 0 15,1-1 0-15,-2-2 0 0,2 0 0 0,-1 0 0 0,-1 1 0 16,0 0 0-16,2-2 0 0,-2 0 0 0,0 1 0 15,1-1 0-15,-3 0 0 0,4 0 0 0,-2-2 0 16,0 0 0-16,0 2 0 0,0-2 0 0,1 3 0 16,-1-4 0-16,0 2 0 0,3 0 0 0,-2-2 0 15,-1 0 0-15,1 2 0 0,0-1 0 0,-2-2 0 16,0-1 0-16,1 2 0 0,-2-1 0 0,2-1 0 16,-3 1 0-16,2-1 0 0,-2 0 0 0,3 0 0 15,-3 1 0-15,5-2 0 0,-3-1 0 0,1 2 0 16,3-1 0-16,0-1 0 0,2 1 0 0,1-1 0 15,1 2 0-15,0-1 0 0,3-1 0 0,-1 0 0 16,1 0 0-16,-2-2 0 0,3 4 0 0,1-4 0 16,-3 2 0-16,2 0 0 0,1-2 0 0,0 1 0 15,-2-1 0-15,0 2 0 0,1-3 0 0,-3 0 0 16,4 0 0-16,-3 2 0 0,2 1 0 0,0-3 0 0,1 0 0 16,-3 4 0-16,1-4 0 0,-4 0 0 15,-1 2 0-15,-2-1 0 0,-3-1 0 0,-2 1 0 0,-2-1 0 16,1 0 0-16,-5-2 0 0,0-2 0 0,-4-3 0 15,-3 1 0-15,-2-2-265 0,-7-4-619 0,-4-4-30 16,-10-5-108-16,-7-7-595 0,-10-7-1271 0</inkml:trace>
  <inkml:trace contextRef="#ctx0" brushRef="#br0" timeOffset="35963.65">9228 12689 113 0,'-10'-6'287'0,"1"2"-74"0,0 2-43 0,-1 0-42 16,1-1-20-16,-2 2-24 0,0-2-10 0,-1 1-24 15,0 0-3-15,-2-1-16 0,1 2 10 0,-5-1 11 16,3-2 16-16,-3 2 7 0,-1-3 19 0,-2 2-17 15,2 0-1-15,0 2-19 0,-3-3 20 0,2 2-8 16,-2 1 3-16,1-2-13 0,0 1-9 0,-1 2-10 16,0 0-6-16,1 0 3 0,-5 0-4 0,-1 3 0 15,-1 1-5-15,0 0-3 0,-4 0-3 0,-1 2 2 16,-2 1 3-16,1-1 6 0,-1 3 19 0,-6-1-14 16,-2 3-4-16,1-1-3 0,-3-1 9 0,3 2 2 15,-2 2 4-15,1-2-5 0,-2 3 1 0,2 0 8 16,-1 1-8-16,3 2 9 0,-2 0-26 0,3 1 13 15,2 1-18-15,-3 3 15 0,4 1-25 0,1 1 20 0,0 1-28 16,3-1 0-16,0 1 9 0,2 2 5 0,-1-2 8 16,0 0 16-16,2 1-2 0,-5 0-5 0,2 2-7 15,1-3-5-15,-2 1 0 0,-1 0-4 0,0 0-3 16,1-1 3-16,1 0 1 0,-1 0 10 0,1 0 6 16,0 0-9-16,1 1-2 0,-2 1-6 0,2-2-2 15,1 0-1-15,-1 2-4 0,3 0 5 0,-2 0-2 16,2 2 0-16,-2-1 2 0,3 4-12 0,-9 6 1 15,1 1-2-15,0 0-1 0,-1 0 1 0,1 0-2 16,-2 1 4-16,1-1-5 0,-1-2 3 0,-2 0-1 16,-2 0-2-16,2-1 3 0,-2-1 6 0,-1-3 9 15,2 2 8-15,-4-2-10 0,4-1 0 0,0-1-8 16,4-4 2-16,0 2-2 0,0-3 3 0,1 2-3 16,-1-1-5-16,1 2 0 0,-7 3-4 0,8-4-2 15,1 0 0-15,-6 8 7 0,-1-1-7 0,3 0 0 16,-2 0-2-16,3 0 2 0,-1 0 1 0,6-2 1 15,-5 4-4-15,5-6 2 0,1 3 4 0,1-3-7 16,-1 1 10-16,0 1-7 0,2-2 4 0,0 1-4 16,-1-3 0-16,2 1 5 0,0-3 2 0,2 1-2 0,-1 1 6 15,2-4-1-15,-2 0-1 0,2-2-2 16,4-1 0-16,-2-3 2 0,0 1 3 0,1 0-9 16,1-3 12-16,-2 2-9 0,-2-2 4 0,1 1-5 15,0-2 3-15,-2 1 2 0,-2 0-5 0,-4 1-2 0,0 2 3 16,0-3 1-16,-5 2-6 0,1-2 1 0,-2 2 0 15,0 0 0-15,-2-1-1 0,-1-1 2 16,0 1-2-16,-2-1-3 0,2 0 6 0,0 0 1 0,-1 0-1 16,1-1-1-16,0-1 0 0,-1 0-3 0,1 1-4 15,-1-1 7-15,-3 0-2 0,3 0 4 0,-4-2-4 16,1 1 4-16,-3-1-2 0,-1-1 1 0,-2 2-2 16,-1-1 4-16,-11 1-2 0,3 1 2 15,-4 1-2-15,1 0 1 0,0 2-3 0,-4-1 1 0,-1 2 2 16,-1 1-1-16,-6 0-2 0,-1 3 9 0,-1-1-10 15,-2 3 0-15,0-1-1 0,3-1 1 0,-2 1 15 16,0 0 28-16,-2 0-42 0,0 1 31 0,2-4-37 16,-1 2 30-16,-2-2-37 0,3-1 33 0,2-2-34 15,0-2 33-15,5 0-32 0,-1-2 30 0,2-3 11 0,2 3 9 16,2-4-1-16,-1 1-11 0,10-4 3 0,-1 3 16 16,1-3-10-16,-2-1-8 0,0 2-4 0,3-3-3 15,-3 1-2-15,0 0-3 0,3 0 0 0,-2-1-1 16,1 1 3-16,-2 1-14 0,2-2 14 0,2 1-24 15,-3-2 22-15,3 2-20 0,2 0 20 0,0-1-22 16,5-1 20-16,-1 0-21 0,9-1 23 0,2 2-23 16,1-3 22-16,8 1-21 0,-1 1 19 0,5-2-21 15,3-1 20-15,4 2-104 0,3-1-167 0,3 1-137 0,2-1-128 16,10-1-407-16,-10 6-510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4:19.429"/>
    </inkml:context>
    <inkml:brush xml:id="br0">
      <inkml:brushProperty name="width" value="0.05292" units="cm"/>
      <inkml:brushProperty name="height" value="0.05292" units="cm"/>
      <inkml:brushProperty name="color" value="#FF0000"/>
    </inkml:brush>
  </inkml:definitions>
  <inkml:trace contextRef="#ctx0" brushRef="#br0">16229 11373 345 0,'-8'-4'297'0,"8"4"-37"0,-11-5-19 15,11 5-29-15,-9-7-23 0,9 7-36 0,-9-4-15 16,9 4-37-16,-9-4-4 0,9 4-26 0,0 0 4 16,-10-2-3-16,10 2 37 0,-9 6-33 0,3-2 3 15,-1 1-23-15,3 2 15 0,-2 3-7 0,1 0-13 16,-1 2-17-16,4 1 14 0,1-1-28 0,-1 1 23 16,2 1 1-16,4 1 41 0,1-2-27 0,2 2 10 15,7 1-3-15,1-3 9 0,8 1 6 0,5-3 12 16,8-3-8-16,10-2 7 0,9-6-4 0,5-3-15 15,18-7-7-15,3-4-16 0,7-5-11 0,20-6 2 16,6-6-9-16,4-3-19 0,-1-5 13 0,1-4-12 0,-1-6-1 16,2-4-5-16,4-8 0 0,6-1-4 15,-4-6-6-15,0 2 7 0,-2-3 1 0,-3 2-5 0,-3 0-6 16,-5-2-5-16,-2 5-25 0,-8 2-21 16,-6 2-21-16,-8 6-21 0,-24 11-36 0,-4 6-18 0,-6 4-24 15,-16 8-42-15,-5 4-84 0,-7 8-55 16,-9 4-92-16,-6 3-189 0,-11 6-149 0</inkml:trace>
  <inkml:trace contextRef="#ctx0" brushRef="#br0" timeOffset="1117.48">12051 14027 76 0,'-27'-5'131'0,"2"1"-22"16,-5-3-29-16,-2-1-18 0,2 1-15 0,-1 0-2 15,-1 0-10-15,-2-2 2 0,0 4-8 0,1-3-5 16,-1 3-3-16,-2 1 17 0,0-1-2 0,0 0-2 16,2 1-5-16,-2 2 10 0,5 1-9 0,2-1-1 0,2 0-10 15,0 2 18-15,4-2-1 0,2 2 0 16,1 0-9-16,4 0 3 0,0 2-3 0,2-4 8 0,3 4 10 16,11-2 20-16,-19 2-3 0,19-2 12 15,-12 2-13-15,12-2 8 0,0 0-2 0,0 0 23 0,13 2-27 16,1-2 5-16,8-1 21 0,11-2 1 0,15-2-29 15,6-3 23-15,18-2 1 0,9-2-4 16,14-1-9-16,29-3-4 0,8-3 9 0,8 2-29 0,11-1 20 16,10 1-12-16,9 0 10 0,5 2-32 0,5 0 17 15,8 4-20-15,3 0 10 0,-1 3-8 0,4 2 3 16,3 0-25-16,6 2 20 0,-6 1-24 0,1-1 21 16,3 2-25-16,-2 1 25 0,1 0-25 0,-5-1 21 15,1 1-15-15,-1 0 14 0,0-2-23 0,-5 1 37 16,-5 1-12-16,2-3 11 0,-2 2-17 0,-6-1 14 15,-4 1-17-15,-10-1 16 0,-3 0-8 0,-7 3 11 16,-7-1-15-16,-6 1 8 0,-28-1-12 0,-7 1 10 16,-5-2-16-16,-8 2 9 0,-7-1-6 0,-7 0 6 15,-16 0-14-15,-4-1 13 0,-4 0-12 0,-8 0 7 16,-9-1-12-16,-8 2 0 0,-4-1 4 0,-7 1 2 16,-1-1-37-16,-6-1 3 0,-3 2-55 0,-10 1-14 15,0 0-47-15,-2-6-37 0,-15 5-44 0,-10-1-66 16,-16 1-103-16,-19 1-297 0,-22 0-198 0</inkml:trace>
  <inkml:trace contextRef="#ctx0" brushRef="#br0" timeOffset="1551.07">12662 14514 312 0,'-93'4'404'0,"-1"-1"-100"15,4 2-63-15,3-1-59 0,5 2-39 0,4 1-29 0,8 3-41 16,12-1-6-16,7-1-4 0,4 1-31 0,6 1 10 16,9-6-24-16,9 5 2 0,1-3 2 0,7 0 15 15,9-1 7-15,6-5 27 0,0 0-19 16,12 8 17-16,13-11-12 0,24-3-1 0,31-4-1 0,15-5 13 16,38-7 15-16,21-2-35 0,19-2 0 0,14-4 1 15,56-3 8-15,10-2-16 0,0 1 10 0,3 4-3 16,6 1-1-16,-3 2 18 0,-3 3 8 0,-3 5 7 15,-3 3 4-15,-50 6-6 0,1 3-1 0,4 2 3 16,-3 2 10-16,-3 5 3 0,-6 1-3 0,-2 2-15 16,-5 2 19-16,-3 1-22 0,-5 1-5 0,-11-1-8 15,-2 1-8-15,-7-2-6 0,-2-1-6 0,-6-2-7 16,-8-2-4-16,-7-2-4 0,-26-2-2 0,-4-2-5 16,-7-1-3-16,-5 0-3 0,-6-2-5 0,-7-1 3 15,-8 1-2-15,-15-1 0 0,-6 1 2 0,-7 0 1 16,-9 0-5-16,-8 1-7 0,-7-1-25 0,-6-2-30 15,-7 3-35-15,-9-1-58 0,-7-2-31 0,-10 1-35 16,-14-1-28-16,-19-3-44 0,-23 2-52 0,-11 0-60 16,-13 2-402-16,-24-2-329 0</inkml:trace>
  <inkml:trace contextRef="#ctx0" brushRef="#br0" timeOffset="1934.36">11969 15093 183 0,'-38'3'390'0,"6"-2"-104"16,4-1-63-16,2 2-48 0,-1 0-43 0,7 1-31 0,1 0-19 16,4-1-14-16,3 1-6 0,2 1 6 0,10-4-8 15,-4 7 35-15,4-7-3 0,22 4 51 0,6-4-1 16,24-3 3-16,29-5-11 0,16-3 24 0,32-7-23 15,19-4 11-15,18-3 7 0,13-1-25 16,54-9-18-16,7-1 6 0,7 2-10 0,3 1-11 16,5 3-2-16,5 0-10 0,-4 3-20 0,2 2-11 0,3 1-9 15,-7 2 8-15,-3 3-8 0,-44 6 1 0,2 3-4 16,-7 0-6-16,-1 3 2 0,-8 0-2 0,-7 4-8 16,-8 1-2-16,-14 1-1 0,-12-1-5 0,-12 2-4 15,-30 0-2-15,-5 0-2 0,-9-3 0 0,-6 3-2 16,-6-4 0-16,-6 0-2 0,-16 1 1 0,-7-2-4 15,-1 1 1-15,-8-3 2 0,-10 4-16 0,-4-2-27 16,-8 1-66-16,-6-2-53 0,-8 3-38 0,-10 3-41 16,0-7-3-16,-12 4-58 0,-15 0-54 0,-13 0-64 15,-20-1-375-15,-24 3-311 0</inkml:trace>
  <inkml:trace contextRef="#ctx0" brushRef="#br0" timeOffset="2269.51">12613 15349 21 0,'-98'10'631'0,"-3"-3"-184"0,5 0-95 15,0 0-80-15,8 1-70 0,9 2-34 0,13-3-41 16,18 1-17-16,16 0-37 0,13-2 2 0,15-1-32 16,13-3 4-16,21 0-19 0,32-5 10 0,33-4-23 0,41-7 11 15,24-2-3-15,22-5 2 0,13-2 1 0,61-5 34 16,8 0-18-16,2 0 11 0,8 1 21 0,-2 2 3 15,0 2-8-15,-1 1-6 0,1 0 4 16,-7 3-5-16,1 0-7 0,-3 2-10 0,-7 2-2 0,-48 2-3 16,44-1-8-16,-47 3-5 0,-5 1-4 0,-6 0 9 15,-4 1-19-15,-7 1 1 0,-6 1 0 0,-11-1 1 16,-12 3-5-16,-14 0-1 0,-12-3-5 0,-29 3 1 16,-9 2-4-16,-10-1 2 0,-7 0-1 0,-17 1 2 15,-7 0-3-15,-12 1-25 0,-8-1-58 16,-8 0-61-16,-5 2 4 0,-16 1-71 0,7-3-32 0,-7 3-99 15,-23-3-460-15,-8 0-324 0</inkml:trace>
  <inkml:trace contextRef="#ctx0" brushRef="#br0" timeOffset="3944.95">24955 12593 128 0,'114'-22'102'0,"3"2"-182"0,5 0 28 0</inkml:trace>
  <inkml:trace contextRef="#ctx0" brushRef="#br0" timeOffset="5733.55">7039 14904 180 0,'-77'1'147'0,"2"2"-19"0,1 1-6 0,-1 0-8 0,3 1-22 15,9-1 27-15,5 0 2 0,1-2-12 0,2 2-1 16,4-2-2-16,10 1-2 0,3-2-12 0,3 1 11 15,6-1-6-15,2 1-16 0,5-1-7 0,2-1-11 16,3 0-14-16,1 2-14 0,3-2-3 0,-1 2-6 16,14-2-3-16,-21 0-3 0,21 0 5 0,-19 1 0 15,19-1 2-15,-13 0 0 0,13 0 7 0,0 0-4 16,0 0 1-16,0 0 23 0,14-6-9 0,18 0 1 16,18-5 23-16,22-5 1 0,15-1-20 0,34-6 18 15,17-1-7-15,14 1 5 0,9-1-17 0,9 2 4 0,10 3-15 16,3-1 0-16,1 2-11 0,-4 3 3 0,-3 0-7 15,-5 1-5-15,-9 1-3 0,-11 2 1 0,-12-1-5 16,-11 2-2-16,-26 1-2 0,-9 1 1 0,-3 0-1 16,-8 2-9-16,-5-3 5 0,-19 5 1 0,-4-1-2 15,-4 2 1-15,-14-1-3 0,-3 0 1 0,-7 4-10 16,-4-1-10-16,-9 1 2 0,-2 1-21 0,-12-1-42 16,1 8-69-16,-14 0-76 0,-14 2-83 0,-15 5-76 15,-24 2-247-15,-15 1-141 0</inkml:trace>
  <inkml:trace contextRef="#ctx0" brushRef="#br0" timeOffset="6000.35">5201 15486 49 0,'-82'7'446'0,"4"-1"-133"0,4-3-47 0,18 0-7 16,6 0 9-16,14-3-10 0,8 0-46 0,9-3-39 15,13 0-38-15,6 3-16 0,16-15-25 0,21 3 6 16,26-7-16-16,16 0-1 0,39-7-14 0,12 1 3 15,17 0 2-15,18-2-9 0,18 1-8 0,8 0 2 16,53-5-6-16,7 3 12 0,-2 1-12 0,4 1-1 0,4 3-9 16,0 2-16-16,-5 0 0 0,-3 3-6 0,-46 3 2 15,-1 2-8-15,-4 1-1 0,-5-1 1 16,-2 1-10-16,-11 2 4 0,-11 0-1 0,-15-1-1 16,-10 3-1-16,-12-1-1 0,-32 1 1 0,-9 4-3 15,-11-1 2-15,-19 0-6 0,-7 2-46 0,-16 1-76 16,-8 2-46-16,-10 0-27 0,-11 4-116 0,-9-4-161 15,-6 10-288-15,-16-3-273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4:53.544"/>
    </inkml:context>
    <inkml:brush xml:id="br0">
      <inkml:brushProperty name="width" value="0.05292" units="cm"/>
      <inkml:brushProperty name="height" value="0.05292" units="cm"/>
      <inkml:brushProperty name="color" value="#FF0000"/>
    </inkml:brush>
  </inkml:definitions>
  <inkml:trace contextRef="#ctx0" brushRef="#br0">14942 5727 68 0,'1'-16'392'15,"-2"3"-90"-15,1 0-33 0,-1 0-27 0,-1 2-12 16,1 0-40-16,0 2 3 0,0 0-34 0,-1 3-23 16,1 0-20-16,1 6-30 0,-4-7-14 15,4 7-4-15,0 0 3 0,0 0-9 0,-10 7-3 0,9 1 1 16,-1 0-3-16,1 4-7 0,4 1-1 0,-2 3 0 15,4-2-2-15,-1 0 5 0,2 1 2 0,1-3 25 16,0-2 6-16,5 1 14 0,1-5 17 16,3-1-9-16,2-4-10 0,10-2-15 0,14-7-15 15,7-8-14-15,16-7-10 0,12-6-10 0,21-11-8 16,6-4-3-16,6-4-5 0,3-2-6 0,9-2 3 0,3 0-5 16,4-5-7-16,3 1-12 0,-2-5-31 0,3 0-80 15,-4 0-85-15,0 0-69 0,-5 2-92 0,-8 7-143 16,-7-1-300-16,-13 6-343 0</inkml:trace>
  <inkml:trace contextRef="#ctx0" brushRef="#br0" timeOffset="699.65">14433 8304 908 0,'0'-7'413'0,"0"7"-132"0,0-9-153 0,0 9-239 16,3-7-396-16,-3 7-4 0</inkml:trace>
  <inkml:trace contextRef="#ctx0" brushRef="#br0" timeOffset="2185.27">26086 6359 4 0,'0'0'260'0,"0"0"-74"16,0 0-41-16,0 0-33 0,0 0-28 0,0 0-14 15,0 0-16-15,0 0-9 0,0 0-11 0,0 7-6 16,0-7-9-16,0 0-10 0,3 9-49 0,-3-9-105 16,2 10-126-16,-2-3 83 0</inkml:trace>
  <inkml:trace contextRef="#ctx0" brushRef="#br0" timeOffset="3135.85">25901 7899 548 0,'0'0'479'0,"-7"-6"-116"16,7 6-77-16,-5-11-73 0,5 11-89 0,-10-4-57 15,10 4-49-15,-10-3-13 0,10 3-37 0,-13 2-15 16,13-2-47-16,-18 3-15 0,9 1-74 0,-1 0-330 15,0-1-11-15</inkml:trace>
  <inkml:trace contextRef="#ctx0" brushRef="#br0" timeOffset="4219.37">15633 10535 31 0,'0'0'559'0,"0"0"-170"0,7-4-86 0,-7 4-71 0,0 0-51 0,4-5-32 0,-4 5-36 0,0 0-33 0,0 0-26 0,0 0-12 15,0 0-13-15,7-4-14 0,-7 4-21 0,0 0-41 16,14 4-45-16,-14-4-69 0,12 5-86 0,-12-5-262 16,11 4-5-16</inkml:trace>
  <inkml:trace contextRef="#ctx0" brushRef="#br0" timeOffset="4749.01">12621 11689 12 0,'0'0'578'0,"3"-7"-153"0,-3 7-108 0,-3-11-61 0,3 11-71 0,-3-9-19 16,3 9-50-16,-2-11-5 0,2 11-43 0,-4-8 1 16,4 8-47-16,0 0-19 0,0-8-41 0,0 8-58 15,0 0-79-15,14-3-120 0,-14 3-243 0,21-1-47 0</inkml:trace>
  <inkml:trace contextRef="#ctx0" brushRef="#br0" timeOffset="5665.9">25725 10401 329 0,'2'12'267'0,"6"0"-72"0,-3-3-33 0,1 3-43 0,2-3-12 16,1 2-30-16,-3-2-12 0,3 1-37 0,-1-1 18 15,1-2-16-15,-2 1 2 0,-1-1-55 0,0-1-64 16,-2 0-56-16,-2 0-240 0,-2-6 163 0</inkml:trace>
  <inkml:trace contextRef="#ctx0" brushRef="#br0" timeOffset="6620.68">20547 15508 698 0,'0'0'578'0,"0"0"-120"0,-14-2-84 0,14 2-75 0,0 0-70 0,-11-2-48 16,11 2-56-16,0 0-101 0,0 0-81 0,-12 1-91 15,12-1-162-15,-8 7-468 0,3-3-294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5:14.643"/>
    </inkml:context>
    <inkml:brush xml:id="br0">
      <inkml:brushProperty name="width" value="0.05292" units="cm"/>
      <inkml:brushProperty name="height" value="0.05292" units="cm"/>
      <inkml:brushProperty name="color" value="#FF0000"/>
    </inkml:brush>
  </inkml:definitions>
  <inkml:trace contextRef="#ctx0" brushRef="#br0">5942 7449 316 0,'-4'-13'267'16,"2"4"-56"-16,-1-1-30 0,-1 1 3 0,1 1-26 0,0 0 6 16,1 2-26-16,-1-1-3 0,3 7-29 15,-4-9-24-15,4 9-11 0,-2-9-13 0,2 9-16 16,0 0-6-16,0 0-9 0,0 0-4 0,1 9 0 16,1-1-7-16,2 0 4 0,1 5-3 0,3-1 1 0,-2 2-2 15,2-3 2-15,1 3 42 0,4-1-2 0,-2-4 39 16,6 1 8-16,2-2 26 0,2-1-9 0,4-5 13 15,7-4-21-15,14-5-19 0,5-5-20 0,17-9-10 16,7-5-12-16,21-10-9 0,8-6-9 0,8-4-8 16,6-3-5-16,3-2-5 0,3-3-5 0,3-2 12 15,3-1-8-15,3-1 1 0,4-2-15 16,-2 3-1-16,-2-4-2 0,0 3-19 0,-5 1-23 0,-4 6-86 16,-7 2-78-16,-12 7-135 0,-10 4-572 0,-25 10-483 15</inkml:trace>
  <inkml:trace contextRef="#ctx0" brushRef="#br0" timeOffset="1898.77">14479 4797 369 0,'0'0'436'0,"5"-8"-125"0,-5 8-72 0,7-5-100 0,-7 5-57 0,0 0-44 0,0 0-10 16,0 0-37-16,7 2-1 0,-7-2-27 0,4 8-3 16,-1-2-18-16,-1 0-22 0,1 1-47 0,0 2-99 15,-1 0-106-15,-2 2 210 0</inkml:trace>
  <inkml:trace contextRef="#ctx0" brushRef="#br0" timeOffset="4399.85">20951 5529 506 0,'1'-16'427'0,"-2"1"-92"0,1 2-79 0,-1 1-49 16,0-1-50-16,-1 2-32 0,-2 1-19 0,3-1-29 0,-1 3-8 16,0-1-41-16,0 2-50 0,-1 2-38 0,3 5-34 15,-2-8-22-15,2 8-24 0,0 0-83 0,-12 3-290 16,3 4-11-16</inkml:trace>
  <inkml:trace contextRef="#ctx0" brushRef="#br0" timeOffset="5615.64">19522 6731 293 0,'-4'-7'281'0,"1"1"-71"0,-1-1-45 0,0 2-31 0,0-1-32 0,4 6-17 16,-5-12-6-16,1 6-12 0,4 0-14 0,0-1-9 15,0-1 4-15,1 3 4 0,2-4-11 0,2 0-4 16,5-1-7-16,-1-1-3 0,4 0-4 0,2-1 1 16,2 0-13-16,5 1 8 0,3-1-18 0,1 0 15 15,2 0-13-15,1 2 13 0,-2-2-9 0,4 2 21 16,0-1-14-16,-2 3 8 0,2-1-11 0,-2 1 11 16,-5 1-16-16,2 1 16 0,-2 2-11 0,0 0 30 15,0 0-8-15,-2 1-5 0,0 0-3 0,-3 1-2 16,3 2-3-16,-2-2 13 0,1 2 9 0,1 2 0 15,-2-2-10-15,1 2-2 0,2 2-3 0,1-1 4 16,-1 3 1-16,0-1-3 0,1 1 4 0,-1 0-3 16,1 1 10-16,1-1-7 0,-2 3-6 15,2-3-1-15,1 0 6 0,-2 3 1 0,3-4 2 16,-4 1-1-16,4 2 26 0,2-2-8 0,-3 1-5 0,1-1-10 16,-2-1-10-16,7 2 3 0,-3-2-3 0,2 2 6 15,0 0-1-15,-2-1-3 0,2 1-2 0,-2 1-1 16,-1 0-4-16,1 0-5 0,-1 0 0 0,-1 1 10 15,1 1-20-15,-3 1 16 0,-1-4-19 16,3 3 17-16,-6 1-25 0,-1 0 18 0,3-1-11 0,-5-1 12 16,4 3-12-16,-2 0 13 0,-2 0-16 0,1 0 18 15,-2 1-17-15,1-1 18 0,1 1-5 0,-2 0 25 16,-1 2-11-16,5 1 12 0,-1 0-5 0,2 2-5 16,-3 1-8-16,4 0 2 0,1 6 0 0,3-2-4 15,0 2-4-15,1 2 6 0,-1-2-1 0,2 3-2 16,1-2-3-16,-1 4-3 0,-1-3-1 0,-1-1-3 15,1 2 2-15,-2-2-2 0,-2 0-2 0,-2-2-4 16,-2-3 9-16,-1 0-9 0,-3-1 6 16,0-2-4-16,-2-1 0 0,0-2-1 0,-1 0-1 15,-1-2 1-15,0 0 1 0,-1-1-2 0,-1-1 1 0,1 0 2 16,0-1-1-16,0 0 35 0,1 1 1 0,-1-2-1 16,1 2-5-16,-1-3 4 0,-2 2-4 0,4-3-2 15,-3 3-5-15,2-2-7 0,-1-1-9 0,-2 1 10 16,3-2-1-16,-1 3 3 0,-2-3-8 0,0-2 0 15,1 2-5-15,-1 1 4 0,0-4-2 0,1 3-2 16,1 0-2-16,-2-2-3 0,-1 0-4 16,1 1 6-16,-1 1-2 0,1-2-1 0,-1-1-5 0,-1 2 3 15,1 0-1-15,-2 0 2 0,3-2-3 0,-5 1 2 16,-4-4-3-16,12 9 5 0,-6-6-8 0,-6-3 10 16,10 6-5-16,-10-6 5 0,9 6-4 0,-9-6 2 15,9 6-1-15,-9-6 5 0,7 4 5 16,-7-4 7-16,8 4-3 0,-8-4 3 0,8 4-6 0,-8-4 1 15,9 6-6-15,-9-6-1 0,10 1-1 0,-10-1 0 16,0 0-4-16,11 4 0 0,-11-4-4 16,0 0 1-16,9 2-1 0,-9-2 5 0,0 0-13 0,0 0-28 15,11 4-56-15,-11-4-83 0,0 0-73 16,0 0-86-16,0 0-97 0,0 0-610 0,0 0-655 16</inkml:trace>
  <inkml:trace contextRef="#ctx0" brushRef="#br0" timeOffset="7548.69">29052 5234 27 0,'0'0'218'0,"0"0"-69"0,-10 2-59 0,10-2-30 16,-6 5-48-16,6-5-45 0,-5 4-53 0,5-4-55 0,-7 7 39 15</inkml:trace>
  <inkml:trace contextRef="#ctx0" brushRef="#br0" timeOffset="13033.96">6581 11372 309 0,'-11'6'288'0,"2"-2"-79"0,-2-1-48 0,1-1-29 0,3 1-23 0,7-3-29 0,-14 5-15 0,14-5-18 0,-12 3-5 16,12-3-8-16,-9 3-5 0,9-3-11 0,0 0 3 15,0 0-10-15,0 0-15 0,0 0-41 0,7 5-46 0,-7-5-91 16,17 0-211-16,-5 0 154 0</inkml:trace>
  <inkml:trace contextRef="#ctx0" brushRef="#br0" timeOffset="14864.88">13697 10275 573 0,'0'0'398'0,"-20"0"-60"0,20 0-81 0,-17-3-11 0,17 3-62 0,-15-2-17 15,15 2-54-15,-12-2-6 0,12 2-57 16,0 0 17-16,-14-1-29 0,14 1 9 0,0 0-25 0,0 0 7 16,0 0-33-16,0 0-6 0,0 0-38 0,0 0-14 15,3 7-53-15,-3-7-46 0,11 5-64 0,-11-5-118 16,9 5-179-16,-9-5-23 0</inkml:trace>
  <inkml:trace contextRef="#ctx0" brushRef="#br0" timeOffset="19166.87">19210 10793 150 0,'7'6'173'16,"-7"-6"-53"-16,13 4-22 0,-13-4-24 0,16 4-18 0,-16-4-36 0,21 2-10 15,-21-2-33-15,21-2 5 0,-8 1-30 0,3-2 26 16,0-1-29-16,1-2 26 0,3-2-16 0,3-2 45 16,4 0-3-16,-1-5 21 0,2 2-15 0,5-4 22 15,3-2-3-15,-2-3 15 0,1 0-13 0,1-1-9 16,-2-3-7-16,2-1-11 0,5-7-28 0,-3-1-24 0,-2-2-134 15,-3-2 53-15</inkml:trace>
  <inkml:trace contextRef="#ctx0" brushRef="#br0" timeOffset="19382.56">20439 9763 127 0,'20'-10'143'16,"2"0"-38"-16,-2 0-39 0,1 1-16 15,-2 2-34-15,-1 1-17 0,-3 2-9 0,2 0 4 0,-3 1-13 16,-1 2 18-16,1 1-5 0,-2 1 8 0,2 0 4 16,2 2-7-16,-1 3 10 0,2-2 5 15,3 4-1-15,2 1 10 0,2 3-10 0,3 1 4 16,9 5-4-16,-2 1-19 0,3 5 7 0,-1-1-26 0,11 6 8 16,-2 1-57-16,4 0-71 0,1 1 39 0</inkml:trace>
  <inkml:trace contextRef="#ctx0" brushRef="#br0" timeOffset="19432.72">21750 10242 183 0,'47'20'106'0,"-7"-1"-26"0,-2 0-41 0,0 0-105 16,-2 2-50-16,-1-1 38 0</inkml:trace>
  <inkml:trace contextRef="#ctx0" brushRef="#br0" timeOffset="23332.08">6419 14251 91 0,'0'0'120'0,"-15"0"-5"0,15 0-1 0,-18-2-6 0,18 2 15 0,-17-3 2 0,17 3-10 15,-15-5-16-15,15 5-12 0,-13-4-6 0,13 4-10 16,-13-2-16-16,13 2-12 0,-10-3-9 0,10 3-6 15,0 0-9-15,-8-5-11 0,8 5 8 16,0 0-9-16,0 0-25 0,0 0-43 0,0 0-56 0,13 0-103 16,-13 0-108-16,5 3 214 0</inkml:trace>
  <inkml:trace contextRef="#ctx0" brushRef="#br0" timeOffset="24231.44">12374 13199 208 0,'0'0'328'0,"0"0"-73"0,7-6-45 0,-7 6-26 0,0 0-19 0,0-7-14 0,0 7-18 15,0 0-22-15,0 0-20 0,-1-8-15 0,1 8-15 16,0 0-19-16,0 0-7 0,0 0 0 16,0-6-6-16,0 6-12 0,0 0 3 0,0 0-11 0,0 0-8 15,0 0-46-15,9-3-44 0,-9 3-47 0,8 3-54 16,-8-3-65-16,11 5-201 0,-11-5 67 0</inkml:trace>
  <inkml:trace contextRef="#ctx0" brushRef="#br0" timeOffset="24664.97">12295 13749 344 0,'-14'-3'450'0,"4"-4"-93"0,4-1-104 15,0 0-51-15,5 0-39 0,4 1-32 0,3-4-28 16,11-1-21-16,6-1-17 0,11-2-10 15,7-2-17-15,8 2 5 0,12-2-10 0,4-1-6 16,8 3 13-16,2-1-2 0,3 3 5 0,4 2 33 0,0-1-18 16,4 3-13-16,-1-1-3 0,5 0 26 0,4 2-33 15,2-1 3-15,6 0-10 0,21 0-5 16,-17 2 0-16,19-4-10 0,2 3 2 0,1-2-1 0,1 1-12 16,1-2 3-16,-2 2-14 0,-4-1 20 0,-23 1 0 15,-1 0 23-15,-3 1-45 0,-5 2-37 0,-5-2-48 16,-7 3-48-16,-6-1-65 0,-16 3-69 0,-6 0-99 15,-3-3-197-15,-5 0-87 0</inkml:trace>
  <inkml:trace contextRef="#ctx0" brushRef="#br0" timeOffset="25431.47">19646 13509 512 0,'-25'3'432'0,"3"0"-77"15,5-2-83-15,1 1-55 0,3 1-44 0,3-1-31 16,2 2-31-16,3 1-17 0,5-5-23 0,-1 5-1 16,1-5 23-16,10 6-26 0,1-4 14 0,4 0-6 15,6-1 8-15,6-1-7 0,9-1-16 0,5-1-5 0,11 0 12 16,8-2-4-16,2 0 3 0,9 1 1 15,6-2-11-15,-2 0-7 0,3-1-12 0,1 1-10 16,1-1-4-16,-2 0-4 0,0 1-3 0,-7-2-7 0,-9 3 3 16,-4-2 0-16,-3 1-7 0,-4-1 0 15,-2 4 0-15,-12-3 0 0,1 2-1 0,-10-1-3 16,-3 2 3-16,-4 1-1 0,0-2-6 0,-3 2 5 16,-3-1 2-16,-2 0-2 0,0 2-4 0,-3-1 5 0,0 0 0 15,-10 1-8-15,15 0-9 0,-15 0-32 0,0 0-51 16,11-2-39-16,-11 2-52 0,0 0-26 15,0 0-35-15,-9 4-41 0,9-4-127 0,-13 4-194 0,13-4-124 16</inkml:trace>
  <inkml:trace contextRef="#ctx0" brushRef="#br0" timeOffset="36647.87">30251 6135 89 0,'-22'-12'370'0,"3"0"-108"0,1-2-48 0,4 1-37 0,-1-1-26 0,2 0-47 16,2-1 0-16,1 1-9 0,0 1-18 0,4-1 11 15,1 0-11-15,-1 0 3 0,3 2-15 0,3-1-14 16,4-2-2-16,2 2-9 0,1 0-1 0,4-1-1 16,2 3-6-16,2 0-10 0,2 1 1 0,1 2-10 15,0 4 2-15,2-1-8 0,-1 4 1 0,2 1 0 16,3 4-7-16,-1 2-2 0,1-1 3 0,3 8 0 16,1 1 8-16,4 2 11 0,-2 3-23 0,0 4 18 15,-2 2-4-15,0 4-13 0,-1 0 25 0,-5 6-21 16,2 2 9-16,-6 2 4 0,-2 7 4 0,-5 0 17 15,-5 6 7-15,-6 2 8 0,-3 9 11 16,-7 6 3-16,-7 3 10 0,-6 6-9 0,-9 17-8 0,-8 1 13 16,-2 1-10-16,-5 1-6 0,-2-3-9 0,1 1-1 15,-1 1 3-15,3-1 2 0,1 0-9 0,4 0-2 16,4-2 27-16,5-5 3 0,9-14-2 0,2 2-12 16,5-4 0-16,6 4 4 0,4-1-7 15,4 0 8-15,6-2-7 0,5-1-14 0,8-5 4 0,3-1-19 16,3-3 4-16,8-4-10 0,2-6 4 0,7-3-10 15,2-2 2-15,5-6-10 0,1-4 0 0,5-3 2 16,2-3-4-16,3-6 0 0,-1-1-4 0,2-5 1 16,1-3-2-16,-9-4 1 0,-2-2-4 0,-6 0 5 15,-3-3-9-15,-9 1 3 0,-7-4-1 0,-3 0 2 16,-4 0 7-16,-4 0-6 0,-5 1 7 0,-7 0-5 16,-4 2 7-16,-6 4-8 0,-11 6 10 0,-8 3-9 15,-5 5 9-15,-10 5-7 0,-3 4 15 0,0 1 5 16,-2 5 16-16,-1 1-6 0,-1 2 9 15,3 4 23-15,-2 1-5 0,4 1-15 0,0 4-4 0,3 6 2 16,3 3 1-16,5 1-6 0,3 3 1 0,4 3-13 16,2 1 20-16,5 1-10 0,5 0 8 0,2 2-9 15,3 3-3-15,4 0 1 0,3 4-2 0,3-1-4 16,3 3 10-16,3-3-3 0,4 2 14 0,1-1-10 16,4-2-9-16,0 4 0 0,3 0 4 0,0 1-11 15,5 15-4-15,-4-16-4 0,-1 0 0 0,-4-2-3 16,2 3 16-16,-2-3-1 0,-3 2 6 0,-3 2 50 15,-2 2-24-15,-1-2 51 0,-5 0-5 0,0 1-1 16,-5-2 10-16,-2 1 9 0,-4 1-49 16,-1 1 15-16,-6 18 40 0,-3 0-5 0,1-4-17 0,-5-2-17 15,1 0 9-15,4-15 1 0,-2 14-45 16,3-12-1-16,2-2 33 0,4 5-19 0,3-3 5 0,5 1-12 16,1-1-14-16,6 0-7 0,5-3-43 0,3 1 42 15,6 1-44-15,2-3 33 0,7 15-9 0,5-2-6 16,-4-19-2-16,4-1-5 0,-1-2 3 15,3-1-4-15,1-5-1 0,-1 1-32 0,3-4 43 0,-3-2-35 16,-1-2 35-16,-1-3-4 0,0-2-1 0,-2-4 13 16,-3-1-20-16,-2-3 14 0,-5-9-19 0,-1 0 18 15,-3 1-18-15,-1-2 23 0,-3 1-10 0,-3-2 18 16,-3-1-6-16,-1-1 15 0,-4 2-17 0,-1 7 11 16,-4 0 18-16,-2 0-2 0,-4 4 3 0,-1-3-9 15,-5 10-4-15,-3 0-10 0,0-2 8 0,-2 0-18 16,-3-1 7-16,3-1-14 0,-4-2 8 0,2-2-10 15,-1-1 9-15,3-8-14 0,3-2 5 0,-1-2-9 16,1-3-1-16,2-1-4 0,3-7 1 0,4-4-3 16,-1-3-6-16,1 1 0 0,4-5 7 0,0-1 6 15,-3 0 13-15,5-3 1 0,-3-4 4 0,2 0-14 16,6-4-8-16,-18-6-2 0,6-2-36 0,-5-7-3 0,-3-5-45 16,-8-6-20-16,-2-4-49 0,-12-8-24 15,-3 1-95-15,-6-1-93 0,-7 0-168 0,-6 2-156 16,-11 3-922-16,-21-3-1279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7:14.654"/>
    </inkml:context>
    <inkml:brush xml:id="br0">
      <inkml:brushProperty name="width" value="0.05292" units="cm"/>
      <inkml:brushProperty name="height" value="0.05292" units="cm"/>
      <inkml:brushProperty name="color" value="#FF0000"/>
    </inkml:brush>
  </inkml:definitions>
  <inkml:trace contextRef="#ctx0" brushRef="#br0">19306 16229 165 0,'0'0'263'0,"-11"-5"-51"0,11 5-31 15,-14-5-3-15,14 5 0 0,-16-3-23 0,6 0-33 16,-1 1-20-16,-2-1-10 0,3 1-4 0,-2 1-13 16,-2 0 4-16,1 1-2 0,-2-2-1 0,2 2-1 15,-1 0 0-15,1 2-10 0,2-2 0 0,11 0-2 16,-22 1-10-16,22-1 14 0,-18 0-23 15,18 0 16-15,-11 1-4 0,11-1 35 0,0 0 7 0,0 0 5 16,9 6-2-16,7-5-9 0,7-1-9 16,9 0-12-16,9-1-4 0,17-2 6 0,15-1 21 0,10-3-9 15,6-1 22-15,6-1-12 0,2 1 12 0,3-3 4 16,0 3-7-16,-4-3-15 0,0 3-11 0,-4 0-13 16,-10 2-13-16,-7 1-9 0,-19 1-10 0,-7 3-10 0,-9 0-10 15,-12 0-5-15,-6 2-2 0,-8-1 5 0,-14 0-7 16,7 3 2-16,-13 1-3 0,-8 2 2 15,-10 0-4-15,-11-1 4 0,-12 4-9 0,-9-4 6 0,-15 2-5 16,-8 0 5-16,-4-2-6 0,-1-4 5 0,-3 1-1 16,-3-2 2-16,2 0-4 0,-1-2 6 15,3 2 5-15,3 0 16 0,4-3-9 0,15 2 7 0,6-1-1 16,6 2 18-16,12 0 0 0,7-1 0 16,6 1-12-16,9 0 1 0,4 0-11 0,14 0 7 0,0 0-12 15,0 0 5-15,24 3-8 0,6-2 4 0,10-2-8 16,16-1 9-16,15-1-10 0,11-1 12 0,6-2-12 15,-1 3 8-15,5-1-13 0,-1-1 2 16,-7 4 1-16,-3 1-1 0,-19 0 0 0,-4 3-10 0,-8-2-26 16,-12 2-29-16,-9-1 8 0,-3 1-3 15,-11 0-21-15,-4 0-31 0,-11-3-23 0,1 8-40 0,-9-3-31 16,-6 1-2-16,-9 0-16 0,-9-1 18 0,-5 1-21 16,-9 1 1-16,-1 0-5 0,0-2 2 0,3 3-7 15,8-3-56-15,4-1-357 0,5 0-158 0</inkml:trace>
  <inkml:trace contextRef="#ctx0" brushRef="#br0" timeOffset="865.22">21660 16230 219 0,'-23'-3'511'0,"2"0"-115"0,0 2-61 15,3-1-81-15,4 0-20 0,-1 0-51 0,2 1-17 16,3-2-44-16,10 3 21 0,-12-1-7 0,12 1 1 16,0 0-17-16,16-1-19 0,2-1-16 0,6-1-17 15,13 2-9-15,9-2-2 0,5-1-12 0,7-1 1 16,0-1 10-16,15-1 1 0,3-5 11 0,2 3 6 0,0-2 4 15,1-2-5-15,-4 1 19 0,1-2 12 16,-7-1-6-16,-3 4-23 0,-15-1-9 0,-2 3-11 16,-8 1-10-16,-9 1-11 0,-7 2-6 0,-2 0 6 15,-5 1-17-15,-3 0-5 0,-6 1-1 0,-9 3-4 0,3-6-1 16,-3 6-3-16,-27-2 2 0,0 2-3 16,-14 2-2-16,-14 1 1 0,-5-2 1 0,-4 2-1 0,-12 0 6 15,-2 0-4-15,4 1 1 0,0-2 1 0,12 2-2 16,5 0 0-16,4-1 1 0,5 2 2 0,9-2-1 15,5 1-6-15,7 1 8 0,1 1-11 16,6 1 9-16,6-1-7 0,4 1 5 0,2 2-7 0,9-2 6 16,7 0-4-16,5 0 5 0,7 0-8 0,11 0 10 15,5-1-9-15,2-3 4 0,13-1-8 0,5-2 5 16,-1 0-1-16,6-5 3 0,-3 1-1 0,1-4 8 16,-3 1-1-16,-1 0 3 0,-7 1 2 0,-4-1 3 15,-12 2 0-15,-4 2-6 0,-6-1 3 0,-3 2-5 16,-2-2 0-16,-8 3 1 0,-9 1 4 0,0 0-2 15,-7-4-2-15,-12 4 1 0,-9 2 3 0,-8-1-2 16,-6 1-1-16,-8-1-1 0,-1 2-1 0,4-1-1 16,6-1 7-16,3 3-10 0,3-1 4 0,6 1-5 15,1 1-6-15,2-1-42 0,4 3-62 0,2-1-88 16,2-1-98-16,5 3-35 0,0-1-62 0,1 1-65 16,5 0-447-16,1-2-471 0</inkml:trace>
  <inkml:trace contextRef="#ctx0" brushRef="#br0" timeOffset="16913.27">22007 16088 226 0,'0'0'323'0,"-12"-1"-72"16,12 1-61-16,0 0-18 0,-14 0-42 0,14 0 8 15,0 0-18-15,0 0 17 0,-15 0-20 0,15 0 18 16,0 0-20-16,0 0 5 0,0 0-21 16,-13 0 7-16,13 0-8 0,0 0-11 0,0 0 0 0,0 0-3 15,0 0 3-15,0 0 0 0,-11-1 0 0,11 1-17 16,0 0-8-16,0 0 0 0,11-3-8 0,-11 3-5 16,17-4 0-16,-3 2-12 0,1-1 4 15,6 1-1-15,1-2-8 0,5 1-4 0,0-3-2 0,6 2 15 16,1-1 19-16,-3-2 9 0,0 1 11 0,1 0 2 15,-1-1-4-15,-1 0-15 0,0-2-3 0,-1-1-17 16,-2 0 12-16,0 1-8 0,1-3 1 0,-2 0-14 16,-2 0 4-16,-1-1-10 0,-2-1 14 0,0-2-8 15,0-1 0-15,-3-2-14 0,1-2 4 0,-4-3-9 16,4-5 2-16,-2-5-8 0,-4 1 3 0,-2-3-5 16,2-3 2-16,-5-3-3 0,-1 1-2 0,0-2 5 15,0-2-1-15,-4-2-4 0,1 0 6 0,-2 0-6 16,-2-2 3-16,1 0-7 0,-1-2 7 0,-1 3-8 15,1 0 6-15,-2 0-3 0,-1 1-1 0,-1 0 0 16,-3 3 1-16,0 1-1 0,-3-1 1 0,-3 6-5 16,-1-2 7-16,-4 4-4 0,-2-2 5 0,-6 3-3 15,-2 3-2-15,-8-5 3 0,-5 1-2 0,-2 1-1 16,-2 5-2-16,-1-2 4 0,0 2 0 0,-2 3 0 16,2-1-2-16,-4 2 0 0,9 4 1 0,-9-2 3 15,9 3-7-15,-1 0 8 0,0 1-7 0,0 1 7 16,-2 0-11-16,3 2 5 0,-2 1 1 0,1-1-3 15,1 2 2-15,-4 2 1 0,4 2 0 0,-1-1 1 16,-3 3-1-16,2 2-2 0,-3-1 0 0,-2 4 1 16,-1 0-1-16,-5 2-2 0,1 2 0 0,-3 0 1 15,-4 2 2-15,-4-1-1 0,-8 3-6 0,1 1 7 16,0-1 2-16,2 4-3 0,9-3 3 0,-1 1-3 0,4 1 1 16,-2 0 0-16,2 1-4 0,1 1 1 0,-1 0 2 15,4 1-1-15,-2 0 1 0,0 1 0 0,-8 2 0 16,3 1 0-16,-1 3 0 0,1-2-1 15,1 5-3-15,-1 2 4 0,-3 2-6 0,3 1 6 0,-1 4-9 16,-2-1 8-16,-1 7-5 0,-1 2 8 0,1 2-7 16,1 2 6-16,1 2-2 0,2 1 4 0,1-2-5 15,3 3-3-15,3-3 3 0,2 1 1 0,3-4 0 16,6 1 3-16,1-3 2 0,9-6-2 0,2 1 6 16,2-2 1-16,1 1-1 0,2 1 1 0,2-2-8 15,2 4 12-15,0-1-9 0,2 3 4 0,2 0 1 16,0 3-2-16,0 0-3 0,2 1 5 0,2 2-7 15,1 0 7-15,0 2-8 0,2-1 8 0,0 1 2 16,2 0 4-16,2 0 3 0,-1-1 8 0,1 0-7 16,5-6 16-16,-1 0-9 0,4 1 0 0,-1-1-3 15,6 7-7-15,1-3 7 0,3 0 1 0,1-1 12 16,4 2-15-16,3-3 26 0,0 1-8 0,9 5-2 16,2 0-13-16,1-1 15 0,3-2-4 0,4 0 1 15,0-1-10-15,1 0 9 0,5 0-10 0,0-3 7 0,3 0-12 16,2-1 18-16,3 0-22 0,3-2-5 0,0-2 4 15,4-1 8-15,2-1-4 0,3-2-1 16,6-3-18-16,2-3 15 0,2 0-14 0,3-4 19 0,-2 0-23 16,4-1 24-16,-5-4-13 0,2 2 21 0,-2-3-25 15,0-1 17-15,-2-4-12 0,-1-2 33 0,1 2-21 16,-11-5 30-16,-1-1-33 0,3 0 34 0,-1-2-18 16,2-2 19-16,-2-2-39 0,11-3 37 0,-2-2-19 15,3-1 24-15,-1-4-22 0,1 0 14 0,2 0-28 16,-2-1 36-16,0 1-24 0,-1-1 16 0,1-1-23 0,-3 2 15 15,-2-1-10-15,-1 1 16 0,-4 1-20 16,-10 1 12-16,-2 3-22 0,-3-1 13 0,-1 2-23 16,-3-2 22-16,2 3-17 0,-5-3 19 0,3 1-24 15,-4 2 18-15,-5 0-23 0,0-1 18 0,-1-1-19 16,6 1 18-16,-2-4-22 0,0 0 20 0,2 0-19 16,0-2 17-16,-1-3-18 0,0-2 18 0,0 0-19 15,0-1 21-15,-1-3-22 0,-3 0 19 0,1-4-18 0,-2 0 18 16,-2-4-18-16,-1 1 28 0,-1-2-30 0,-3 0 4 15,-3-1 3-15,-2-1 6 0,-2 2 9 0,-3-1-41 16,-3-2 48-16,-4 6-6 0,-2 0-4 0,-1-2-2 16,-3 0 2-16,1 0 12 0,-3-1-23 0,1 1 21 15,-1-1-22-15,-1-3 17 0,1 5-20 0,1-3 17 16,1 1-16-16,2 0-6 0,2-1-12 0,0-1 11 16,3 2 2-16,-2 2-1 0,0 2 9 0,3-1-12 15,-4 4-21-15,-1 3-43 0,-3-1-97 0,0 5-61 16,-7 0-84-16,-3 2-104 0,-5-1-71 0,-8 3-74 15,-7 3-125-15,-16 0-420 0,-7 3-728 16</inkml:trace>
  <inkml:trace contextRef="#ctx0" brushRef="#br0" timeOffset="19280.82">17871 14372 9 0,'0'0'276'0,"0"0"-69"0,0 0-12 0,0 0-28 0,0 0-25 16,0 0-4-16,0 11-15 0,0-11-17 0,0 6-11 15,0-6-4-15,1 9 15 0,-1-9 10 0,-1 10-15 16,1-10 4-16,0 10 0 0,0-10 19 0,-2 8-12 16,2-8 16-16,-6 7-36 0,6-7 18 0,-6 6-19 15,6-6 23-15,-11 2-16 0,11-2 6 0,-12 2-17 16,12-2 6-16,-12-4-12 0,7 1-4 0,-3-3-5 16,1 0-1-16,1 0-11 0,0-4-13 0,0-1-9 15,1-1-13-15,3-4 2 0,-1 3-2 0,2-2-6 16,1-1-2-16,1-1 0 0,0 0 1 0,3 0 3 15,-1 3 7-15,-1 0 8 0,3 0 5 0,0 0-7 16,2 4-8-16,1-1-4 0,0 3-6 0,0-1-3 16,1 4-3-16,0 0-2 0,4 1-3 0,-2 3-2 0,3 1 7 15,-2 3-2-15,2 1 0 0,1 2 14 16,3 2 4-16,-1 0-5 0,1 3-7 0,-2 0 0 16,1 0 1-16,-2 1-6 0,2 0 0 0,-3-1-3 15,-1 0 0-15,-3-1 0 0,0 0-2 0,0-2 2 0,-3 0-3 16,-1-2 0-16,1 1 8 0,-1-1 6 0,0-1 26 15,-6-5 14-15,4 8-3 0,-4-8-8 16,0 0-8-16,-4 6-4 0,4-6-9 0,-11 2-6 16,11-2 0-16,-16-6-1 0,6 0 23 0,3-1-6 0,-2-5-5 15,1 2-8-15,-1-5-5 0,4 0 0 16,0-2-3-16,2 0-4 0,3 0-2 0,1-2 0 0,3-2-2 16,3 0 0-16,2 1-2 0,1 3 2 15,0 0-2-15,5 2 2 0,1 2 1 0,2 1-2 0,2 2-3 16,-2 1 0-16,4 3 2 0,-3 3 0 0,0 0-2 15,0 2 0-15,-1 2-2 0,-1 2 1 0,-2 0-2 16,-1 3 1-16,0 3 2 0,0 0-2 0,-4 0 0 16,1 2 1-16,-2 2-2 0,-2 1 2 0,0-2-3 15,-2 3 2-15,-1-1 2 0,1 2-4 0,-2-2 1 16,0-1 1-16,2 1 0 0,-3-1-2 0,0-1 1 16,2 0 0-16,-1-1-7 0,-1-2-24 0,2 1-39 15,1 0-49-15,-1-4-40 0,2 1-70 0,-1-2-77 16,-5-5-60-16,16 3-82 0,-16-3-94 0,15-5-288 15,-6-1-371-15</inkml:trace>
  <inkml:trace contextRef="#ctx0" brushRef="#br0" timeOffset="19648.05">18614 13861 111 0,'-9'-9'674'0,"0"2"-166"0,2 1-88 16,-2 1-86-16,3 0-33 0,1-1-66 0,5 6-21 0,-9-7-36 15,9 7-13-15,-6-4-23 0,6 4-14 0,0 0-24 16,0 0-12-16,16-1-16 0,-4 2 27 0,3 1-6 16,3-1-25-16,2-1-8 0,3 0-18 15,4 0-3-15,1-1-12 0,0-2-3 0,-3 1-9 16,0-2 1-16,0 2-6 0,-4-2 1 0,-3 2-8 0,-1-4 4 16,-2 2-5-16,-1 1 6 0,-2-3-6 0,-3 2 11 15,-1-2-1-15,0 3 7 0,-4-3-12 0,-4 6 3 16,5-6-9-16,-5 6 4 0,0 0-6 0,0 0 4 15,-6 5-4-15,1 3 4 0,-2 3-12 0,-3 5 11 16,1 3 1-16,-2 5-3 0,-2 4 4 0,1-1-4 16,-3 7 4-16,2-1 7 0,-1 0 0 0,3-4-4 15,-1 0-1-15,-2-1-5 0,4-2 1 0,-2-1-1 16,1 0-1-16,1-4 1 0,2-1-2 0,-2 0-1 16,2-2-6-16,4-4-70 0,-1 0-100 0,1-2-73 15,-2-1-19-15,3-3-50 0,2 0-44 0,1-8-93 16,-2 9-371-16,2-9-361 0</inkml:trace>
  <inkml:trace contextRef="#ctx0" brushRef="#br0" timeOffset="19864.57">19265 13877 349 0,'17'-5'601'16,"-3"4"-170"-16,-14 1-64 0,18 1-22 0,-18-1-8 15,13 6-24-15,-11 0-54 0,1 1-43 0,-3 4 11 16,-3 2-41-16,-3 2-37 0,-2 6-29 0,-1 1-23 0,-6 3-18 15,2 2-15-15,-2-2-14 0,1 2-10 16,0-1-7-16,-3 0-8 0,4 3-3 0,-1-4-7 0,1 2-1 16,1-1-2-16,0 0-2 0,2-1-9 15,1-4 5-15,0-1-5 0,3-1 3 0,1-2-11 0,1-3-86 16,-1-2-70-16,2 0-69 0,1-3-51 0,2-9-109 16,0 12-163-16,0-12-281 0,0 0-375 0</inkml:trace>
  <inkml:trace contextRef="#ctx0" brushRef="#br0" timeOffset="20348.29">19411 13861 163 0,'9'-17'669'0,"-4"2"-170"0,2 1-50 0,0 1-43 0,0-3-80 16,3-1-74-16,0 1-39 0,5 0-35 0,1 0-11 15,4-1-18-15,1 2-30 0,2-1-23 0,1 2-16 16,0 2-14-16,-5 2-15 0,2 3-12 0,-1-1-6 15,-4 2-9-15,-1 4-3 0,-1-1-6 0,-1 1-1 16,-13 2-2-16,20 3 0 0,-20-3 0 0,10 7 1 16,-8 1-8-16,-4 0 6 0,-5 4-3 0,-3 5 2 15,-7 2-1-15,-2 1-2 0,-6 5 2 0,1-3-11 16,1-1 4-16,5-3 0 0,-1-3-3 0,6-3-1 16,-2 2 1-16,5-4 1 0,1-1 0 0,0 0-1 15,3-3 2-15,-1 0 6 0,7-6-3 0,-1 10 2 16,1-10 0-16,10 3-1 0,3-5-2 0,1 1 3 15,4-2 0-15,5-3-2 0,-3 1 1 0,5 1 4 16,-4-3 0-16,2 3 6 0,2-2 1 0,-2 4 9 0,-2-1-8 16,-3 2 2-16,3 1-12 0,0 1 8 15,-3 2-6-15,0 2 1 0,1 2-3 0,-1 3 0 16,1 2-4-16,-6 0 1 0,0 1-1 0,0 3 1 16,-4-1-2-16,-3-2-1 0,2 0 3 0,-5 0 3 0,0 0 4 15,-3-1 3-15,-1 2 1 0,-2-1 2 16,-7 2 13-16,0-2-9 0,-7 1 0 0,-2 3-6 15,-5-2-1-15,-3-2-3 0,-2-2-4 0,-2 0 1 16,-2-1-3-16,-2-4-1 0,3 1-2 0,-2-2 2 0,4-2-2 16,2-3 0-16,5 2-3 0,5-3 0 0,-2 0-18 15,3-4-106-15,6-2-115 0,2-2-53 0,5-1-66 16,3-2-71-16,3-4-544 0,5-2-566 0</inkml:trace>
  <inkml:trace contextRef="#ctx0" brushRef="#br0" timeOffset="20718.22">20019 13733 486 0,'-3'-5'607'0,"-4"1"-129"0,2 1-36 0,5 3-65 0,-11-7-59 0,11 7-34 0,-11-5-16 16,11 5 4-16,0 0-21 0,-12 5-41 0,8 1-37 15,1 4-9-15,2 0-2 0,1 3-58 0,1 5-14 16,2 0-21-16,4 4-9 0,-2 0-12 0,6 3-11 15,-1-3-3-15,5 0-11 0,-2 0-3 0,1-5-4 16,0-3-1-16,0 1 1 0,2-3-6 0,-2-4-1 16,1-3 8-16,2-2 24 0,-2-3 3 0,3-3 3 15,1-3-16-15,4-6 6 0,1-1-26 0,-1-5 18 16,-2-1-19-16,-1-3-1 0,-1 0 1 0,-5-2 0 16,-2 0-2-16,1 0 1 0,-7 2 16 0,-2-1-22 15,-3 4 14-15,-3 0-15 0,-3-1 14 0,-4 1-21 16,-7 2 15-16,-7 0-19 0,-2 5 15 0,-7 3-14 0,-5 2 13 15,-7 1-16-15,3 4 12 0,-1 4-16 16,1 1 4-16,4 3-31 0,3 1-34 0,4 3-53 16,2 1-85-16,9 2-57 0,5 1-77 0,3 3-93 0,4-1-78 15,7-1-523-15,3 1-657 0</inkml:trace>
  <inkml:trace contextRef="#ctx0" brushRef="#br0" timeOffset="20881.53">20757 13908 261 0,'10'-6'814'0,"-5"3"-192"0,0-2-120 0,-5 5-72 15,1-8-57-15,-1 8-44 0,0-9-59 0,0 9-45 16,0-7-51-16,0 7-31 0,0 0-44 0,3-8-32 16,-3 8-97-16,0 0-114 0,10 3-130 0,-3 1-182 15,0 0-606-15,-2 1-680 0</inkml:trace>
  <inkml:trace contextRef="#ctx0" brushRef="#br0" timeOffset="23147.29">18030 15237 78 0,'-13'-4'318'0,"1"1"-82"0,1 0-62 0,1 0-14 15,-1 1-20-15,1-1-2 0,1 0-29 0,9 3-1 16,-13-3-22-16,13 3 3 0,-12-2-18 0,12 2-6 0,-12-3-10 16,12 3-11-16,-9-2-5 0,9 2-7 0,0 0-4 15,-10-4-6-15,10 4-5 0,0 0 3 0,-8-2 2 16,8 2-3-16,0 0-3 0,0 0 0 16,-9-2-4-16,9 2-2 0,0 0-14 0,0 0 19 0,-10-2 7 15,10 2 12-15,0 0 5 0,0 0 2 0,0 0 2 16,0 0 2-16,0 0 2 0,0 0-7 15,-5-5 11-15,5 5 7 0,9-2 0 0,-9 2-7 0,18-5-8 16,-5 4-6-16,3-3-5 0,7-1-2 0,5-1 4 16,4 0-2-16,1-1-8 0,10-3-12 0,1 2 11 15,1-2 19-15,0-1 24 0,5-1-12 0,-2-1-2 16,2 1-9-16,9-5-5 0,1-1-1 0,0 3-10 16,0-3 8-16,3 0 10 0,-2-2-8 0,3 2 1 15,0-1-1-15,-1 1-2 0,-1-1-4 0,2 1 4 16,-1-1-3-16,-2 0-2 0,0 0-2 0,2 0-5 15,-3 1 2-15,1 0 5 0,1 1-6 0,-1-1 6 16,-1 2 3-16,2-1 8 0,-4 1 0 0,-5 2 1 0,-2 1-11 16,-3-1-5-16,2 0-5 0,-1 2 3 15,-1-1 3-15,-4-1 12 0,2 0-5 0,-1 2-1 16,-1-1-7-16,0-2-6 0,0 2-2 0,-1-1-3 16,0 0-4-16,2-2 0 0,-2 0-4 0,2 0 2 15,-3 1-2-15,0 0 1 0,2-1-4 0,-5 0 4 16,1 1 0-16,-2 0 0 0,-2 0 1 0,-8 2-2 0,0-1 40 15,-3 2-2-15,-2 0 24 0,-4 1 13 0,-2 0-14 16,-1-2-12-16,-2 1-11 0,-1 1-10 0,0-5-4 16,-4 6-8-16,1-3-5 0,-4-2-3 15,3 1-3-15,-2-1-4 0,-1 0 0 0,0-1 4 0,-2-1-6 16,3-2-2-16,-2-2 0 0,2 0-2 0,-4-1-7 16,1-1 6-16,-2 0-3 0,0-2 9 0,-1 3-8 15,-1-1 0-15,0-1 5 0,-3 1-6 0,-2 0 4 16,1-1-6-16,-3 2 9 0,0 0-3 0,-2-1-1 15,0 3 0-15,-6-3-1 0,2 2 1 0,-5 1-4 16,2 0 1-16,-3 2 6 0,-2 1-7 0,2 1 3 16,-3 1-1-16,1 1 0 0,1 1 1 0,0 2-1 15,-2 0 0-15,-2-2 3 0,0 1-3 0,-1 2-2 16,-3 0 4-16,5 1-2 0,-5-1 0 0,0 1 1 16,2 0 2-16,-7 2-1 0,4-1-1 0,-4 1-1 15,1 1 2-15,-3-1-2 0,1 2-1 0,-1-1 0 16,-1 1 1-16,-1 1-1 0,-2-1-1 0,-1 2 1 15,0-2 0-15,1 5 0 0,-10-4-2 0,8 2 2 16,-1 2-3-16,-1 0 0 0,-2 0 0 0,-4 0 1 16,-2 2-1-16,1 1-1 0,-1-2 2 0,-1 4-3 15,-3 1 0-15,1-2-2 0,-1 3-4 0,-12 1-1 16,-2 2-5-16,0 0 2 0,1 1 5 0,1 2-1 16,2 0 5-16,1 0-1 0,0 1 3 0,-1 2-1 15,5-2-1-15,1 2 3 0,7-3-1 0,-7 3-1 0,-1 0-7 16,3 1 6-16,-1 0-7 0,8-3 10 15,0 1-4-15,2 0 1 0,1 1 2 0,-2-2-1 16,4 2 7-16,-3-2-5 0,4 1 6 0,-2 2-9 16,4-2 9-16,0 1-11 0,-1 2 10 0,0 0 0 15,1 0-2-15,-3 1-5 0,2 0-3 0,-7 7 0 16,-1-4-1-16,1 3 4 0,3 2-3 0,6-4-2 0,1-2 5 16,0 4 0-16,1-2 2 0,3 1 1 0,-1-2-1 15,4 2 2-15,0-3 0 0,2 3 0 0,2-4 0 16,-1 1 0-16,7-3 8 0,2 1-6 0,1-1-1 15,1 0-6-15,4-1 8 0,2-3-8 16,2 4 10-16,2-2-8 0,1 0 8 0,4 1-8 0,4 2 11 16,0 2-8-16,1 3 8 0,3 3-7 15,3 4 7-15,2 3-3 0,1 4 0 0,0 1-4 0,4 1 9 16,-1-1-8-16,2-1 13 0,-2 0-13 0,5-3 4 16,-4-1-5-16,5-3 6 0,-2 0-3 0,1-6 4 15,0-1-5-15,1-2 0 0,1-4 0 0,2 1 0 16,4-2 1-16,2-3 1 0,6 1 2 0,-2-5-1 15,10 0-1-15,-1-4 1 0,8-3 0 0,-1-1 1 16,7-4 0-16,1-1-1 0,3-2 1 0,13-4-3 16,-1 0 7-16,2-2-7 0,0-2 7 0,-1 1-9 15,-1-3 5-15,-2 0-1 0,-1 1-1 0,-3 0 0 16,-2 1 2-16,-11 1-4 0,-1-1 1 0,-3 2-1 16,-4-2-4-16,-3 3-4 0,0-2-81 0,-3-1-104 15,-6 3-58-15,-1-2-34 0,-2-2-65 0,1 3-72 16,2-6-110-16,0-2-255 0,-8 5-310 0</inkml:trace>
  <inkml:trace contextRef="#ctx0" brushRef="#br0" timeOffset="23683.88">20961 14022 391 0,'-20'-1'431'0,"2"0"-67"0,1 0-85 0,2 0-25 0,2-1-20 0,-2 1-13 15,5 0-29-15,10 1-33 0,-17 0-12 0,17 0-9 16,0 0-12-16,0 0-24 0,0 0-16 0,8-6-14 0,7 3-1 15,11-3-8-15,4 2-7 0,6-1-4 0,10-2 21 16,4-3 3-16,5 1-8 0,11-3-12 0,6-4-4 16,1 2-4-16,2-3 2 0,2-1 20 15,-3 0-7-15,1-2-12 0,-2 0-1 0,0 1-26 0,-4 0 10 16,-2 0-10-16,-2 2 2 0,-4 1-3 0,-1-1-5 16,-9 4-2-16,-1 0-2 0,-1 3-2 0,-5-2-3 15,1 4-3-15,-10 1 0 0,-3 2-2 0,-7 0 0 16,-1 3-2-16,-4-1 0 0,-1 0-3 0,-5 3-4 15,0 0-17-15,-4 2-84 0,0 1-106 16,-10-3-45-16,9 6-63 0,-9-6-73 0,-2 9-110 16,-6-5-289-16,0-1-315 0</inkml:trace>
  <inkml:trace contextRef="#ctx0" brushRef="#br0" timeOffset="23930.31">22200 13502 547 0,'-7'-11'446'0,"1"4"-73"0,2 0-57 0,2 2-39 16,2 5-47-16,-7-8-39 0,7 8-27 0,3-6-23 16,-3 6 7-16,14-2-6 0,-3 4 18 0,8 4-19 15,3 2-21-15,8 4-4 0,4 6 7 0,4 1-16 16,-3 3-17-16,-2 0-14 0,-2 3-21 0,-4 1 0 16,-6 2-14-16,-3-3-4 0,-5 0-11 0,-3 1-5 15,-7-2-4-15,-6 0-2 0,-7 5-3 0,-8 3-3 0,-7 0-4 16,-14 4-6-16,-7-1-12 0,-4-3-19 15,-6-3-65-15,0 0-49 0,-3-2-32 0,2-2-40 16,-1 0-91-16,6-2-75 0,8-2-504 0,3-5-446 16</inkml:trace>
  <inkml:trace contextRef="#ctx0" brushRef="#br0" timeOffset="25865.02">20538 15879 355 0,'-15'2'406'0,"15"-2"-128"0,-10 2-94 15,10-2-104-15,-12 4-36 0,12-4-30 0,-10 5-19 0,10-5-30 16,-4 7-34-16,4-7-48 0,0 7-92 0,0-7-80 16,3 6 253-16</inkml:trace>
  <inkml:trace contextRef="#ctx0" brushRef="#br0" timeOffset="29364.53">21467 16510 200 0,'-7'-19'436'0,"-1"-1"-104"16,-1 0-63-16,0 0-56 0,3 2-8 0,-1 4 12 16,1 1-28-16,0 1-7 0,2 1-37 0,0 2-16 15,0 1-39-15,0-1 2 0,2 3-26 0,2 6 29 16,-8-5 51-16,8 5 23 0,-6 7-14 0,2 3 6 16,-3 3 13-16,2 8-11 0,-4 7-36 0,3 4-11 15,-2 6-10-15,-1 2 1 0,1 0 26 0,-2 3-14 0,3 0-11 16,-2 0-36-16,1-1-3 0,-1 1-18 15,1-2 6-15,0 1 13 0,0-2-15 0,0-2-8 16,1-7-5-16,-1 1-10 0,3-2-6 0,0-7-3 0,0 1-15 16,1-1-10-16,1-5-25 0,-1 0-42 0,2-5-63 15,-1 0-61-15,2-1-41 0,1 0-30 0,0-4-57 16,1-2-55-16,-1-6-85 0,3 7-49 0,-3-7-313 16,0 0-360-16</inkml:trace>
  <inkml:trace contextRef="#ctx0" brushRef="#br0" timeOffset="29698.76">21057 16608 618 0,'-10'-7'550'0,"2"2"-99"15,1 1-68-15,0-1-90 0,7 5-65 0,-10-7-58 0,10 7-24 16,0 0 27-16,0 0 9 0,0 0-12 0,3 12 9 15,4-5-32-15,2 3-13 0,1 3-33 0,3 1-5 16,3 1-17-16,3 3-4 0,-3 0 15 0,3 1-7 16,1 1-14-16,-2-1-17 0,-1 0-8 0,-1-3-11 15,-2 0-1-15,-1-2-15 0,-2-3 3 0,-2-1-9 16,-1 0 3-16,-2-2-6 0,3-1 17 0,-4-1 22 16,0 2 22-16,0-4-2 0,-1 1 16 0,-4-5-9 15,10 8 8-15,-10-8-27 0,11 0 3 0,-4-3-32 16,4-2-3-16,1-3-6 0,1-1-21 0,4-1-26 15,-4 1-30-15,0 1-44 0,-1 0-69 0,0 2-69 16,-2 0-51-16,-3 1-60 0,1 1-20 0,-8 4-2 16,12-4 6-16,-12 4-10 0,0 0-419 0,6 4-322 15</inkml:trace>
  <inkml:trace contextRef="#ctx0" brushRef="#br0" timeOffset="29964.79">21011 16845 622 0,'-14'-10'552'0,"1"1"-72"0,3 0-78 15,1 1-64-15,4 0-73 0,-1 1-51 0,3 0-31 16,3 7-32-16,9-12 6 0,-1 6 6 0,6-1 14 16,4 1-32-16,3 0-6 0,5 1-10 0,7-1-1 15,3 0-19-15,7 0-1 0,3 0 1 0,2-3 12 16,1 3-9-16,0-2 0 0,4-2-30 0,-2 1-4 15,-1-3-22-15,-1-1 44 0,2-4-39 0,-3 4 16 16,0-5-40-16,-4 1 17 0,-2 1-39 0,-3-1 0 16,-3 3-70-16,-9 3-78 0,-5 2-114 0,-3 2-117 15,-2 1-65-15,-7 2-91 0,-10 4-27 0,10-1-452 16,-10 1-597-16</inkml:trace>
  <inkml:trace contextRef="#ctx0" brushRef="#br0" timeOffset="30647.36">21227 16981 148 0,'-20'7'699'0,"1"1"-127"0,1-5-117 15,4 2-58-15,1-3-74 0,0 3-49 0,4-4-31 16,-2 1-36-16,11-2-35 0,-12-2-31 0,12 2-26 16,-4-6-23-16,6-1-17 0,0 0-3 15,2-4 15-15,1-1 2 0,3-1-16 0,-1 1 0 16,1-1-18-16,0 0 3 0,-1 0 10 0,1 1 8 0,-3 3-8 15,0 1-10-15,-1 0-11 0,1 2-9 0,0-2-8 16,-2 3-2-16,1-1-5 0,-4 6-5 0,2-9-3 16,-2 9-5-16,0-8-2 0,0 8-5 0,-5-10 1 15,5 10 3-15,-11-8 2 0,4 2-10 0,-2 2 3 16,0-1 0-16,-5-1 8 0,0 0-13 0,0 0 12 16,-4 0-16-16,-1-1 12 0,-1 0-5 0,-2-2 5 15,-1 2-8-15,-1-2 11 0,1 2-8 0,0-2 12 16,0 1 8-16,2 3 52 0,6-1 10 0,-2 1-19 15,4 0-29-15,2 1 11 0,1 2-26 0,3-2 17 16,7 4-15-16,0 0 25 0,0 0-28 0,8-4 18 16,7 4-28-16,5 2 32 0,5 4-12 0,10-2 5 15,-1 4 1-15,8 2-4 0,-2 1-5 0,0 3-6 16,0 0 4-16,-4 2-4 0,1 1-5 0,-4 1-8 16,1 0 4-16,-5-1 23 0,-1-2-41 0,-2 0 31 0,-1 2-30 15,-3-3 31-15,1-1-38 0,-1-1 31 16,-3-2-35-16,0-1 20 0,3-2-46 0,-3 0 6 0,0-3-44 15,0-1-17-15,-2-1-52 0,-2-4-39 16,3 0-55-16,-1-1-28 0,-2-4-36 0,-2-2-22 0,1-4-35 16,-1-3 11-16,-4-2-18 0,-2-4 12 0,0-3 25 15,-1-3 43-15,-1-4 74 0,-5 5 103 0,0-2 51 16,0 1 82-16,-5-3 37 0,0 0 22 0,-1 5 3 16,-3-2 26-16,0 5 22 0,-3 2 17 0,1 1 10 15,-3 5 15-15,-2 0 1 0,-1 3 13 0,-3 3 11 16,0 5 11-16,0 2 25 0,-1 4 2 0,-3 4 12 15,-3 4-28-15,1 3 14 0,2 5-35 0,1 6-5 16,0 1-41-16,3 4-18 0,3 0-12 0,2 5-12 16,2 3-22-16,3 1-19 0,1 2-15 0,2 0-15 15,1 1 0-15,1 1-46 0,0-7-10 0,0 2-21 16,1-3 0-16,1-1-49 0,-1-1-46 0,-1-6-40 0,3-1-44 16,-5-2-43-16,4-3-28 0,-4-2-13 0,2-4-19 15,-3-3-37-15,-3-1-11 0,2-4-37 16,-3-3-34-16,1-6-206 0,-6-1-157 0</inkml:trace>
  <inkml:trace contextRef="#ctx0" brushRef="#br0" timeOffset="30829.66">20887 17049 313 0,'-34'-18'412'0,"0"2"-17"0,8 3-15 0,0 3-14 0,6-1-4 0,-1 3-50 0,8 1-69 0,-2 1-40 0,5 1-49 16,1 1-5-16,9 4 45 0,0 0 17 16,4-4-23-16,6 1-25 0,7 2-20 0,8-2-14 0,10-3-33 15,11-1-6-15,2-1-6 0,6-5 23 0,10-3-11 16,5-3-15-16,0-3-11 0,2-1 5 0,2-4-17 15,3-1 1-15,-1-3-19 0,2-1 2 0,-2-3-23 16,-1-1 5-16,-2-2-30 0,-4 4-25 0,-6 0-107 16,-7 4-107-16,-14 8-99 0,-3 2-118 0,-12 6-172 15,-7 3-426-15,-7 4-677 0</inkml:trace>
  <inkml:trace contextRef="#ctx0" brushRef="#br0" timeOffset="33233.9">25871 14283 537 0,'0'0'520'0,"-1"-7"-116"0,1 7-82 16,0 0-71-16,0-7-47 0,0 7-32 0,0 0-20 16,3 5-23-16,-3-5-9 0,6 13-4 0,-1-6-23 15,0 4 5-15,4-2-5 0,2 4-15 0,4-1 11 0,0-1-1 16,3 1-20-16,1-2-6 0,3-2-15 0,1-1 6 16,0-1 9-16,1-2 15 0,3-3 4 0,-1-2-17 15,-1-3 12-15,6-3-6 0,-2-2-13 0,6-7-8 16,-2-4-8-16,0-3-12 0,2-4-6 15,7-10-8-15,-1-6 0 0,1-4-8 0,3-5 2 16,1-5-6-16,10-13 2 0,0-4-3 0,4-3-1 0,-2-5-5 16,2-4-6-16,0 0-6 0,1-1-5 15,0 3-25-15,2 3-17 0,2 7-40 0,-1 7-38 16,-13 17-40-16,-1 4-38 0,-4 8-85 0,-9 13-87 16,-5 5-109-16,-6 6-257 0,-8 7-268 0</inkml:trace>
  <inkml:trace contextRef="#ctx0" brushRef="#br0" timeOffset="35530.54">25553 17236 128 0,'-4'7'584'0,"4"-7"-155"0,-10 9-60 0,10-9-34 0,-5 4-7 15,5-4-8-15,-8 4-7 0,8-4-4 0,0 0-30 16,0 0-20-16,-12-1-31 0,12 1-29 0,-5-5-11 16,5 5-26-16,-2-13-26 0,2 2-34 0,3-2 2 15,1-4-24-15,2-6-3 0,4-6-23 0,2-6-1 16,3-3-23-16,2-3-2 0,6-9 7 0,2-4-4 16,1-3-19-16,2-5 14 0,1-1-4 0,-2-2 22 15,-4-1-4-15,3 3 13 0,-6 0 2 0,-4 3-10 16,-5 14-26-16,-3 1 31 0,-3 3-40 0,-3 6 26 15,-2 9-32-15,-5-2 25 0,1 7-31 0,-5 0 28 0,-6 5-33 16,0 2 31-16,-6 5-40 0,-2 2 32 16,-3 6-31-16,-1 4 30 0,-5 4-30 0,0 5 29 15,-3 6-6-15,3 5-7 0,2 3-2 0,2 4-4 16,6 1 1-16,4 3 26 0,6 0-28 0,5 0 24 0,5-4-30 16,9 3 8-16,4 5-3 0,7-3 1 15,7 0 1-15,5-3-1 0,2-2 3 0,11 2 3 16,-4-6-5-16,1-2 4 0,0 0 0 0,-1-4 0 0,-1-2 2 15,-1-2 3-15,-7-2-6 0,-2-1 3 0,-3-2-2 16,-4-1 1-16,-3-2-3 0,-3-1 3 0,-2 1 0 16,-1-1 11-16,-1-1 17 0,-4 2 2 0,-3 0-6 15,-2 3-7-15,-4-1-4 0,-4 4 28 0,-3-2-35 16,-5 6 18-16,-4 0-28 0,-4-1 23 16,1 2-34-16,-3-4 30 0,0 1-41 0,0-2 14 0,2-1-38 15,2-3-12-15,1 0-67 0,1-3-66 0,4-2-104 16,1 1-109-16,1-4-68 0,12-1-102 0,-19-1-71 15,12-4-277-15,1-1-499 0</inkml:trace>
  <inkml:trace contextRef="#ctx0" brushRef="#br0" timeOffset="39166.87">29709 14272 128 0,'7'-11'403'15,"-2"2"-113"-15,-1-2-72 0,0 3-30 0,1-3-16 16,0 0-16-16,-3-3-28 0,3 0-9 0,-1-1 15 16,0-1-33-16,0 0 3 0,-3-2-29 0,3-1 11 15,-3 2-32-15,2-3 13 0,-2-1-5 0,-1 1-12 16,-4-2-11-16,-1-1 0 0,0 0-1 0,-3-3 25 15,-4-1-27-15,0 0-8 0,-1 2 8 0,-5-5 13 16,-1 1-1-16,-1 1 9 0,-2 0-3 0,-1 2-9 16,0-1 4-16,-3 2 10 0,1 0-3 0,-2 3 2 15,0 0-4-15,-1 0 0 0,6 6 2 0,-3 0-6 16,1 0-9-16,-1 2-4 0,0 2-7 0,0-1-6 16,0 2-2-16,1 3-1 0,-1 2-6 0,1 0 4 15,0 0-7-15,-1 3 3 0,-1-1-4 0,0 4 3 0,-1-2-6 16,-1 4 1-16,1-2-7 0,0 4 11 0,-6 2-9 15,1 0 5-15,-2 3-9 0,-1-2 5 16,-3 5-4-16,-2 2 4 0,-2 0 2 0,1 2 4 0,1 0-11 16,0 0 0-16,1 1-4 0,1 0 8 0,1 1 3 15,0-2 2-15,1 3 9 0,3-1-2 0,0 1 6 16,-1 2-8-16,2 1 2 0,0 1 0 0,2 0-3 16,-1 2 0-16,0 0 0 0,2 2-1 0,0 1 2 15,-1 1-9-15,2 1 10 0,0 1 8 0,0 1 14 16,2 2-6-16,-2-3 2 0,0 4-3 0,0-1 2 15,-5 7-6-15,1 0 19 0,1 1 16 0,-1 0 0 16,0 5 5-16,2-1-5 0,-1 4 6 0,0 0 2 16,-1 1-12-16,3 3 1 0,1 1-5 0,0 0 2 15,1 0-4-15,1-1 13 0,1 1-8 16,4-2-22-16,0 0 6 0,0-1-15 0,8-4 3 0,1-3 14 16,1 3-9-16,4 0 9 0,1 0-2 0,4 0-15 15,-2 2-4-15,4-1-3 0,3-1 0 0,-1 1-2 16,3-2 12-16,-1 2 2 0,3-2 1 0,-1-1-28 15,2-2 26-15,-1 3-25 0,0-1 36 0,-1-2-34 0,2 1 27 16,-2-1-10-16,1 1 0 0,0 1 0 0,-2-2-11 16,3 1 1-16,-2-1 21 0,0-1-31 15,-1 1 28-15,1-1-32 0,2-2 25 0,-1 0-28 16,2 0 7-16,0-2 3 0,4-2 7 0,-1-1 6 16,3-1 4-16,0-1 0 0,0-1-3 0,2-3 2 15,2 1-8-15,-1-3 21 0,3 0-25 0,-4-5 24 0,2-1-15 16,-2-1 19-16,1 1-13 0,0-2 18 15,1-3-22-15,-1 1 14 0,-3-3-15 0,1-1 29 16,-1-1-25-16,1 0 20 0,0 1-25 0,-2-4 19 0,3 2-22 16,-2 1 20-16,2-4-17 0,-1 1 18 0,4 1-26 15,-1-3 21-15,1 2-22 0,1-2 18 0,2-1-24 16,-3 0 19-16,4 0-19 0,2-2 17 0,-2 1 3 16,2-1 22-16,-2 0-17 0,3-2 21 0,-3 1-21 15,2-1 19-15,-1 0-24 0,-4-2 17 0,2 0-20 0,-2 2 9 16,1-2-17-16,-1-1 11 0,2 0-19 0,-2 0 18 15,1-1-20-15,4 0 22 0,-1-1-17 0,2 0 21 16,0-1-10-16,-2 0 20 0,1-2-18 0,2 2 18 16,-2-2-26-16,-1 0 14 0,2 0-20 0,-1-1 18 15,-2-1-21-15,4 0 10 0,0-3-15 0,0 1 17 16,0-2-20-16,2 0 19 0,-1-2-17 0,-1-1 15 16,4 0-10-16,0-4 27 0,0 1-8 0,-1-1-4 15,-2 0-2-15,2 0 2 0,-6 2 3 0,5-6 5 0,-2 2 9 16,0-2 0-16,-2-1-4 0,2 1 2 15,-1-1-3-15,-2-2-2 0,3-2-7 0,-4 1 8 16,3-2-7-16,-4-1-4 0,2-1 2 0,0-1-3 16,-3-3-2-16,0-1-5 0,1-3-3 0,-2-2 1 0,4-6-43 15,-2-2 39-15,0-3-34 0,-2 1 42 16,-1-5-38-16,1 3 44 0,-3-5-4 0,0 0-5 16,-3-2-3-16,1-3-3 0,-1 0-1 0,-3-2-1 0,0-1-41 15,-3-1 50-15,0 0-49 0,-4-1 39 0,3-1-40 16,-4-3 45-16,0 2-6 0,-2-2 1 0,0-2-3 15,-1 0-4-15,-2 2-39 0,-1-2 40 16,0 3-33-16,0 1 40 0,-4 0-48 0,-3 1 34 0,1 2-11 16,-2 0-2-16,-4 2-48 0,-1 1 1 0,-4 4-38 15,-3 3 14-15,-2 2 4 0,-3 4-13 0,-4 3-2 16,-2 3-3-16,-2 6-48 0,-3 0 46 16,6 10-50-16,0 2 34 0,-2 3-39 0,-1 4-10 0,2 3-33 15,4 4-29-15,0 4-61 0,5 3-69 0,0 2-23 16,3 4-63-16,-3 1-49 0,1 5-115 0,1 0-260 15,-1 2-435-15</inkml:trace>
  <inkml:trace contextRef="#ctx0" brushRef="#br0" timeOffset="39347.21">28724 14251 337 0,'-5'-5'554'0,"-2"0"-124"0,4 1-124 15,3 4-131-15,-8-4-123 0,8 4-73 0,0 0-49 16,-10 6-68-16,8-1-62 0,-1 3-249 0,0 0 74 16</inkml:trace>
  <inkml:trace contextRef="#ctx0" brushRef="#br0" timeOffset="39846.75">29224 16293 618 0,'0'0'468'0,"-4"-6"-109"0,4 6-61 0,0 0-77 16,-5-6-32-16,5 6-56 0,0 0-30 16,-5-4-8-16,5 4-39 0,0 0-31 0,0 0-41 0,-3-4-43 15,3 4-50-15,0 0-78 0,0 0-83 0,0 0-334 16,0 0-115-16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8:04.150"/>
    </inkml:context>
    <inkml:brush xml:id="br0">
      <inkml:brushProperty name="width" value="0.05292" units="cm"/>
      <inkml:brushProperty name="height" value="0.05292" units="cm"/>
      <inkml:brushProperty name="color" value="#FF0000"/>
    </inkml:brush>
  </inkml:definitions>
  <inkml:trace contextRef="#ctx0" brushRef="#br0">12289 9772 15 0,'-3'9'529'0,"2"0"-132"16,0-2-51-16,-2 3-79 0,3 1-29 0,0 0-28 15,-1 2-35-15,2-1-15 0,-1 2-51 0,3 1 5 0,-1 2-29 16,2 1 20-16,1-2-38 0,4 1 39 0,-1 0-7 16,2-1 20-16,0-1 11 0,4-2 14 15,0-1-1-15,4-1 11 0,3-5 16 0,1 0-7 16,4-4-18-16,9-7-26 0,8-2-23 0,7-6-13 0,11-8-4 15,10-4-1-15,3-2-5 0,6-3 0 0,16-10-12 16,3-4 12-16,0-5-34 0,5-1 19 0,1-2-20 16,2-5 18-16,5 2-32 0,5-4 9 0,-6 1-22 15,4 1-12-15,-1 1 7 0,2 4-37 0,-1 2-43 16,0 2-80-16,-4 5-85 0,-7 3-109 0,-24 10-109 16,-7 3-150-16,-6 2-416 0,-13 4-632 0</inkml:trace>
  <inkml:trace contextRef="#ctx0" brushRef="#br0" timeOffset="12938.43">15751 12982 425 0,'0'0'406'0,"-14"0"-103"0,14 0-150 0,0 0-135 16,-12 1-129-16,12-1-269 0,-10 6 167 0</inkml:trace>
  <inkml:trace contextRef="#ctx0" brushRef="#br0" timeOffset="21266.64">17085 13001 120 0,'0'0'409'0,"-20"1"-70"16,8-1-44-16,1 1-7 0,-1-1 1 0,12 0 21 0,-19 0-37 0,19 0-53 15,-14 0-36-15,14 0-32 0,-14 2-29 16,14-2-28-16,-12-2-17 0,12 2-18 0,0 0-14 0,0 0-5 15,0 0-10-15,0 0-4 0,0 0-4 0,8-6-4 16,5 3-2-16,2-1-5 0,4 1-7 0,4-2 0 16,2 0-2-16,2 0-12 0,5 1 9 0,-2-3-19 15,2 3-7-15,-2-1-80 0,-5-1-4 0,1 1-40 16,-6 4-21-16,-3-3-40 0,-2 2-8 0,-5 2 6 16,-10 0 10-16,13 0 18 0,-13 0 20 0,0 0 19 15,-1 7 29-15,-7-2 8 0,-1 2 30 0,-5 0 15 16,1 1 18-16,-6 1 17 0,1 0 11 0,-2 0 25 15,-1 2 15-15,2-2 12 0,0 1 15 0,0-1 16 16,0 1-2-16,3-1-3 0,2-3-7 0,3 1-7 16,-1-1-6-16,3-3 2 0,3 4 53 0,1-2 31 15,5-5-8-15,-5 7-16 0,5-7-8 0,10 8-34 16,0-6 6-16,5-1-22 0,5-1 8 0,6-1-29 0,4-1 8 16,6 0-20-16,1-4 4 0,9 1-45 15,-3-1-89-15,0-3-117 0,0 1-394 0,-5 0-141 0</inkml:trace>
  <inkml:trace contextRef="#ctx0" brushRef="#br0" timeOffset="21767.14">17830 12802 228 0,'-5'-9'610'0,"0"2"-181"15,-1-1-68-15,2 1-64 0,1-2-20 0,-2 0-59 16,4 0-49-16,1 1-32 0,0-1-28 0,2-3-21 15,4 3-18-15,2-3-16 0,0 0-5 0,4 1-13 16,3-1-6-16,-1-1-6 0,5 4-2 0,0 0-4 16,3 3-3-16,0 0 8 0,-3 2-3 0,3 3-7 15,-2 2 0-15,-2 2-1 0,1 0-3 0,3 3 0 16,-5 4 1-16,-1-1 0 0,0 4 5 0,-4-1-3 16,0 3 2-16,-3-1 0 0,-2 1 9 0,-3 1-16 15,1-3 14-15,-3 4-13 0,0-3 8 0,-2 0-8 16,0 0 8-16,0-3-10 0,0 0 14 0,0-1-8 15,0-2 44-15,0 0 38 0,0-1 21 0,0-7-16 16,-4 9-14-16,4-9-24 0,0 0-5 0,-9-2-18 0,4-5-2 16,2-2-17-16,-3-5 6 0,1-2-8 15,3-6-2-15,-1 0-5 0,0-6-2 0,2-4-2 0,-1-2 0 16,0 0-2-16,0 2-4 0,1 4 4 16,-2 2-4-16,3 1 3 0,-1 4-4 0,0 3 4 0,-1 2-8 15,2 4 9-15,-1 1-6 0,0 3 4 16,1 8-2-16,-3-6 2 0,3 6-6 0,-4 8 5 15,2 1-1-15,-2 5-1 0,1 4 1 0,3 1-2 0,0 3 2 16,0 3 2-16,4 0-4 0,3 3-1 16,0 2 4-16,5-4-4 0,-1 0 4 0,2-3-2 15,5 0 2-15,1-2-2 0,0-4 1 0,4-1-8 0,-1-1-1 16,-3-6-37-16,3 1-58 0,-4-6-71 0,-2-1-71 16,0-2-6-16,-4-2-54 0,0-2-18 0,-1-1-40 15,-3-3-85-15,-1-4-186 0,-4-3-147 0</inkml:trace>
  <inkml:trace contextRef="#ctx0" brushRef="#br0" timeOffset="22169.44">18559 12679 577 0,'-8'-3'475'0,"8"3"-49"0,-4-4-52 0,4 4-11 0,-6-6-32 0,6 6-32 0,0 0-37 15,-7-5-38-15,7 5-39 0,0 0-38 0,-5-3-29 16,5 3-23-16,0 0-23 0,5-9-11 0,3 4-13 16,1 0-10-16,6-1-5 0,6-5-14 0,1 3 1 15,6-3-4-15,1-3-7 0,8 3-1 0,1-3-21 16,-3 0-40-16,-4 3-73 0,-1-1-62 0,-2 1-47 15,-2 1-77-15,-2 0-72 0,-3 3-99 0,-5-4-280 16,1 5-279-16</inkml:trace>
  <inkml:trace contextRef="#ctx0" brushRef="#br0" timeOffset="22783.25">19403 12652 662 0,'0'0'489'0,"0"0"-109"0,-6-5-15 0,6 5-18 0,0 0-35 15,-4-6-28-15,4 6-36 0,0 0-22 0,-4-4-26 16,4 4-39-16,-1-6-31 0,1 6-22 15,-2-9-20-15,0 2-19 0,1 0-11 0,1-4-14 0,0 0-9 16,-1-3-7-16,0-1-3 0,-1-3-12 0,-3-6 6 16,1-1-11-16,-4-6 5 0,0 0-10 15,-3-6 8-15,0 2-4 0,-2-5-4 0,0 1 5 16,-2-1-4-16,2 0-4 0,-3-1 2 0,2 0 0 0,-3 0-5 16,2 0 5-16,-2 2-2 0,4 2 1 0,0 2 1 15,1 9 8-15,4 4 3 0,0 3-6 0,1 3 0 16,2 3-3-16,2 5-1 0,3 8-2 15,-4-6 2-15,4 6-3 0,0 8 2 0,4 5 0 0,1 4 5 16,0 7 13-16,4 7 11 0,3 5 3 0,2 5 5 16,0-1 17-16,4 2-11 0,-2 1-6 0,5-3-12 15,-2-1 5-15,0-3-13 0,3 0-1 0,-4-4-8 16,2-3 8-16,-1-7-12 0,-3-1 2 0,3-2-6 16,-3-5 9-16,4-3-7 0,-1-3 3 0,-4-6-2 15,4-2-5-15,-2-1 6 0,-1-3-9 0,1-6 9 16,2-2-7-16,-3-2 5 0,0-7-8 15,-3 0 8-15,1-4-1 0,-4 0-1 0,-3 2 3 0,0 0-8 16,-4 1 7-16,1 4-5 0,-2-1 6 0,0 5-5 16,0 2 3-16,-2-1-10 0,3 2 7 0,-2 3-8 15,-1 8 10-15,0 0-5 0,0 0 6 0,0 0-1 16,0 0-1-16,3 17 4 0,0-1-3 0,6 3 1 16,-1 2 4-16,4 7-7 0,1-2 6 0,4 5-3 15,4-1 0-15,0 1-10 0,0-4-27 0,0 2-79 16,2-4-97-16,-3-2-90 0,-2-2-76 0,-1-4-114 15,-6-1-558-15,-4-3-666 0</inkml:trace>
  <inkml:trace contextRef="#ctx0" brushRef="#br0" timeOffset="23065.57">17961 13257 307 0,'-43'13'668'0,"10"-4"-146"0,8 1-107 0,2-2-81 0,3 0-71 15,4-2-45-15,2-1-29 0,2 1-4 0,6-1 11 16,6-5 22-16,4 7-23 0,10-5-35 16,11-4-24-16,25-5-20 0,22-6-23 0,12-5-11 15,27-9 6-15,9-7 2 0,8-2-20 0,12-5-11 16,4-6-1-16,2 1-20 0,-1-5 2 0,5-2-14 0,-2 1-2 16,-2 1-3-16,-7 2-6 0,-11 4-3 15,-12 1 0-15,-12 7-2 0,-29 10-9 0,-8 4 6 16,-10 2-2-16,-15 6-7 0,-4 2-11 0,-8 4-39 0,-11 2-10 15,-2 4-29-15,-17 3-67 0,11 3-75 0,-15 2-77 16,-8 8-73-16,-18 6-72 0,-9 4-519 0,-16 6-565 16</inkml:trace>
  <inkml:trace contextRef="#ctx0" brushRef="#br0" timeOffset="23716.15">18885 13695 625 0,'0'0'607'0,"5"-5"-72"16,-5 5-110-16,6-4-92 0,-6 4-82 16,0 0-42-16,5-3-49 0,-5 3-27 0,0 0-22 15,14 3-3-15,-14-3-17 0,8 8-9 0,1-3-13 16,-3 3-11-16,-2-1-11 0,3 2-7 0,-1 1-9 0,0 3-7 15,-3-3-1-15,-1 0-4 0,0 2 0 16,-4 1 0-16,-2 0-1 0,-1-1-6 0,-7 4 2 0,-4-4-4 16,-3 2 3-16,-6-4 0 0,-5-1-2 0,-2 0 0 15,-5-5 11-15,0-3 1 0,-5-2 6 16,-3-6 2-16,-1-1-10 0,4-6 9 0,1-2-5 0,5-3 6 16,6 0 11-16,5 1 10 0,8-3-15 15,8 3 1-15,7 1-15 0,5-2 2 0,7-1-1 0,10-1-5 16,9-2 1-16,5 3-4 0,6-1-8 0,3 5 5 15,5-1-1-15,1 3-3 0,2 2 2 0,-2-1-3 16,1 2 0-16,-3 1-2 0,-1 1 3 0,-4-1-3 16,-2 2-4-16,-4 0 5 0,-6-1-3 0,1 1 0 15,-4-4-1-15,-1-1 2 0,-2 0-1 0,-4-4-1 16,-2 1 1-16,-1-5-1 0,-4-2-6 0,-2-1 0 16,-5-3 5-16,-2 2-4 0,0-2 6 0,-4 0-2 15,1-1-6-15,1 2 9 0,-2 0-1 0,0 1 6 16,0 5 37-16,0 1 14 0,0 3-18 0,-2 3 0 15,2 0-13-15,0 0-3 0,0 4-11 0,0-1 4 16,2 4-14-16,-2 6 1 0,1-8-5 0,-1 8 6 16,0 0 2-16,1 10-2 0,2 1 19 0,-2 6 18 15,3 5 7-15,-2 3 23 0,2 10-36 0,0 1 20 16,1 7-37-16,2 0 22 0,-1 3-29 0,4 0 22 0,-2 1-29 16,1 0-1-16,2 3 10 0,1 10-7 15,-2-1 2-15,3 3-2 0,-3-1 0 0,0 0 27 16,-1 0-37-16,-1-9 24 0,-2-1-29 0,-1-1 29 15,0-4-34-15,-1-2 33 0,-1-8-37 0,-2-1 7 0,2-6-7 16,-3-4 5-16,1-1-17 0,0-5-17 0,-1-1-19 16,0-3-32-16,0-1-87 0,0-5-185 15,0-2-141-15,0-7-188 0,0 0-455 0,0 0-764 16</inkml:trace>
  <inkml:trace contextRef="#ctx0" brushRef="#br0" timeOffset="24183.97">19898 13790 24 0,'0'0'694'0,"9"-1"-182"0,-9 1-99 0,10-3-83 0,-10 3-37 0,0 0-25 0,0 0 8 0,14 3 29 15,-14-3-46-15,7 7-26 0,-2-2-18 0,-3 1-21 0,3 1-38 16,1 1-22-16,-3 2-34 0,3-1-15 16,-4-1-19-16,4 2 0 0,-2-1 10 0,0-2-9 15,1 1 13-15,-4-2 3 0,2-1 41 0,-3-5 2 16,5 8 76-16,-5-8-30 0,4 6 31 0,-4-6-82 15,0 0 19-15,0 0-65 0,-1-9 21 0,-3-1-55 16,-4-4-5-16,0-3-3 0,-5-8-9 0,-4-5-8 0,-4-4-11 16,0-2 40-16,-4-10-48 0,-3-1 39 0,4-4-46 15,1-1 41-15,3-2-45 0,7 5 44 0,4 0-43 16,4 0 5-16,5 2 8 0,5-1 4 16,5 3-8-16,7 2-6 0,3 1-3 0,10-1 39 15,3 3-51-15,-4 8 44 0,3 5-54 0,1 1 30 0,1 5-57 16,-1 4 28-16,-8 3-93 0,4 6-51 0,-8 0-47 15,2 2-74-15,-5 3-58 0,0 3-17 0,-5 3-38 16,-1 2-52-16,-3 1-20 0,-1 1-68 16,-5 3-336-16,-2 1-449 0</inkml:trace>
  <inkml:trace contextRef="#ctx0" brushRef="#br0" timeOffset="24633.42">20202 13512 473 0,'0'17'613'0,"1"-2"-113"0,1-4-34 15,-1-1-42-15,-1 1-42 0,0-4-11 0,0 1-30 16,0-8-28-16,3 11-59 0,-3-11-46 0,0 0-50 16,0 0-26-16,0 0-7 0,0 0-19 0,0 0-6 15,-3-12-33-15,0 3 1 0,1-2-29 0,-1-2 8 16,-1-3-23-16,3 0 12 0,-1-1-18 0,0-1 6 16,2 2-11-16,0 0 24 0,0 3-13 0,0 1 13 0,0 0-26 15,2 3 25-15,-1-1-35 0,3 2 24 0,1 3-28 16,0 1 22-16,-5 4-23 0,18-2 22 15,-18 2-27-15,19 4 30 0,-6 2-26 0,-3 2 27 16,2 0-29-16,-1 2 22 0,1 1-24 0,-1-1 26 0,-2 0-29 16,-1 1 30-16,-1-1-36 0,1-1 9 15,-3-2 1-15,0 0 3 0,-1-1 29 0,1-1-31 16,-2 1 37-16,-3-6-33 0,5 7-1 0,-5-7 2 16,0 0 1-16,0 0 25 0,0 0-33 0,-5-9 27 0,5 2-25 15,0-4 36-15,1 0-43 0,5-5 28 0,2-4-30 16,1-2 31-16,3-2-35 0,2 2 40 15,-3 3-36-15,1 2 28 0,-3-1-29 0,0 7 28 0,-2-2-28 16,2 5 29-16,-1 1-28 0,1 3 30 0,2 3-26 16,-2 2 34-16,1 3-27 0,3 2 44 0,0 3-38 15,1 5 36-15,-2 1-45 0,0 2 42 0,4 5-47 16,-3 1 40-16,0 0-46 0,0-1 3 0,-5 0-76 16,2-1-91-16,-2-1-81 0,-2-1-75 0,-2-2-47 15,-1 0-109-15,-3-3-123 0,-3 2-411 0,-2-5-639 16</inkml:trace>
  <inkml:trace contextRef="#ctx0" brushRef="#br0" timeOffset="24982.53">19777 13905 82 0,'0'0'305'0,"-8"-3"-84"0,8 3-55 0,-8-5-35 16,8 5-33-16,-7-8-3 0,7 8 7 0,-7-8 0 15,7 8 9-15,-6-8 11 0,6 8 6 0,-8-8 18 16,8 8-6-16,-4-6 25 0,4 6-19 0,-7-6 26 16,7 6-11-16,-5-6 41 0,5 6 11 15,-6-4-10-15,6 4 8 0,-3-4-6 0,3 4-10 16,-4-6-21-16,4 6-20 0,0 0-23 0,-4-6-28 0,4 6-24 15,0 0-17-15,0 0-13 0,0 0-7 0,0 0-6 16,9-4-8-16,-9 4-4 0,14 6-10 0,-3-2 1 16,2 2-7-16,1 0 4 0,-1 1-7 0,2 2-2 15,-2-2-34-15,0 2-111 0,2-3-129 0,-2 2-136 16,1 0-239-16,-1-2-372 0,-2-3-627 0</inkml:trace>
  <inkml:trace contextRef="#ctx0" brushRef="#br0" timeOffset="25633.06">18868 13877 46 0,'0'0'374'0,"0"-12"-73"0,0 12-20 0,-1-11-35 0,1 11-52 0,-2-11-33 0,2 11-11 0,-1-14-30 16,-1 8-13-16,2 6-28 0,0-14 14 0,0 14-16 16,2-13-8-16,-1 6-22 0,1-1 3 15,0 2 1-15,1-1 35 0,-1 1-14 0,0 0 23 0,-2 6-16 16,2-9 22-16,-2 9-19 0,4-8 21 0,-4 8 0 15,3-8 18-15,-3 8 2 0,0 0-11 0,-2-10-21 16,2 10-17-16,-7-6-8 0,7 6-12 0,-17-3-10 16,4 2-12-16,-1-1-4 0,-4 1-3 0,-1 0-4 15,0 1-6-15,-3 0-4 0,2 0-2 0,-1 1-4 16,2 0-4-16,-2 1-31 0,1 1-65 0,1-2-86 16,-1 3-87-16,2 0-109 0,0 1-164 0,1-2-253 0,-1 0-318 15</inkml:trace>
  <inkml:trace contextRef="#ctx0" brushRef="#br0" timeOffset="27349.62">16234 12485 175 0,'5'-8'261'0,"-1"-3"-58"0,2 3-39 0,-3-3-38 0,1-3-3 0,0 0 19 0,-3-2-31 0,0 2-5 16,0-3-15-16,-1-1 2 0,-1 1-5 0,-1-1-12 15,-4-2-18-15,1-1 3 0,-5 2-14 0,-1 0 1 16,-3-3-7-16,-2 1-6 0,-4 1 16 0,-1-1-6 15,0 2 13-15,-6-2 15 0,-1 1-16 0,-3 1-7 16,-1 1-5-16,-4 0-9 0,2 2 12 0,-3 0-13 16,-3 3-6-16,0 1 1 0,-1 0-11 0,-2 4 11 15,1 0-13-15,-4 0-2 0,4 3-3 0,2 2-4 0,2 0-3 16,-3 3 2-16,1 0 4 0,1 3-6 16,-1 0 0-16,-3 2-2 0,0 4 2 0,1 2 1 15,1 2-4-15,2 1-1 0,-1 3 22 0,2 4-23 16,1-1 20-16,1 6-20 0,1 2 21 0,-3 6-24 15,4 6 25-15,2 0-19 0,5-4 21 0,5 1-28 0,0 2 4 16,3 0 3-16,4 1-1 0,2-2 0 16,3 2 24-16,2-1-21 0,4-4 17 0,2 0-21 0,2 0 21 15,0-1-26-15,2 1 26 0,2 1 2 0,5 3-22 16,0 2 22-16,5-2-17 0,0-3 17 16,5 1-20-16,2-3 24 0,-1 2-16 0,3-1 0 0,5-3 4 15,0 0-6-15,3-3 4 0,4 0-2 0,-1-3-7 16,5-1 11-16,9 1 1 0,-6-6-9 0,4 0 2 15,0-4-1-15,4-1 0 0,0-5-3 0,1 1 0 16,0-5 1-16,-1-2 1 0,1-1 1 0,0-6-5 16,-2-1 2-16,1-4 3 0,-3-3 9 0,0-1 11 15,-2-4 15-15,0-2-14 0,-2-3 8 0,4-4-14 16,-7 0 8-16,2-6-13 0,-5 5 6 0,-5-4 0 16,0-1-15-16,-4-1 9 0,-1-4-12 0,-4-3-2 15,-4-1-7-15,-3-5 0 0,-4 1 2 0,-4-6 0 16,-3 1 0-16,-5-1 0 0,-5-3 10 0,-4 5-11 15,-6-10 11-15,-3 6 3 0,-5 2-4 0,-4 0-12 16,0 7 5-16,-1 6-15 0,0 2-1 0,2 4 1 0,-7 3-4 16,1 2 5-16,-1 5-8 0,-4 3-61 15,-3 5-61-15,-4 4-57 0,3 8-78 0,-10 3-82 16,-1 6-432-16,-9 5-313 0</inkml:trace>
  <inkml:trace contextRef="#ctx0" brushRef="#br0" timeOffset="28583.37">14556 12108 165 0,'8'-7'175'0,"-2"1"-61"0,2-2 3 0,-1 0-17 0,0 1 0 0,-1-3-12 0,3 1 5 0,-1-3-15 16,-3-1-13-16,1 0 32 0,-3 1-13 0,-2-2-25 15,2 1 3-15,-5-1-18 0,1-1 8 0,-3-1-9 16,-1 0 4-16,-4-2-16 0,0 2 19 0,-2 0-16 16,-3 1 19-16,-3 1-2 0,1-1 2 0,-4 3-3 15,1 0-7-15,-3 2 2 0,2 1-8 0,-2 2-10 16,-2 1 4-16,-2 0-4 0,3 5-6 0,-5 2-3 15,0 4-1-15,-4 2-3 0,-6 4 0 0,0 3-16 16,-1 2 15-16,1 5-1 0,1 2-3 0,-3 2-1 16,-1 6 4-16,7-3 0 0,2 1 7 0,1 3-3 15,3 0 13-15,1 1-2 0,4 3-10 0,5 1 8 0,-1 2-11 16,6 1 12-16,1 2-13 0,5 3 18 0,2-1 9 16,4 4-3-16,2-1 12 0,4 0-26 0,2 3 12 15,5-2-24-15,4 9 5 0,4-2 16 16,3 0-7-16,1-1-18 0,5 0 18 0,1-4-18 0,4-4 15 15,-1-1-21-15,4-4 1 0,-3-4 0 0,-1-10 1 16,1-3 2-16,0-2 0 0,-2-6 21 0,0-5-18 16,3-5 13-16,-5-5 0 0,7-5 20 0,8-7-31 15,-3-6 22-15,11-11-23 0,-5-1 23 0,2-8-27 16,-3-5 20-16,-6-2-25 0,-1-6 2 0,-7-1-9 16,-2-5 6-16,-7-3-4 0,-4-1 4 15,-5 1 19-15,-8 6-20 0,-2 3 11 0,-6 1 10 0,-5-1-29 16,-6 4 25-16,1 1-26 0,-7 1 2 0,-4 4 2 15,0 3-1-15,-1 4-7 0,-2 3 8 0,-1 3-9 16,6 6 1-16,1 3-3 0,2 5-41 0,4 4-15 16,4 3-45-16,9 6-42 0,-14-1-58 0,14 1-98 15,0 10-325-15,3 0-154 0</inkml:trace>
  <inkml:trace contextRef="#ctx0" brushRef="#br0" timeOffset="29116.43">17975 13080 409 0,'2'-8'332'0,"-2"8"-72"0,4-6-53 0,-4 6-50 0,0 0-46 0,0 0-10 16,5-2-34-16,-5 2-104 0,0 0-112 0,0 8-311 0,-2-2 63 16</inkml:trace>
  <inkml:trace contextRef="#ctx0" brushRef="#br0" timeOffset="30619.93">16137 13668 102 0,'0'-7'359'0,"0"-1"-101"0,0 1-19 0,-3-3-42 0,2 1-39 16,-3-2-22-16,2 3 13 0,-2-3-28 15,-4-3-22-15,2 2-21 0,-2-2-5 0,-3-2-13 0,-1 0 13 16,2-2 3-16,-7-2-5 0,2-1-9 0,-4-1-16 16,-2 0-9-16,-2-4-1 0,0-1-14 0,-4 2 15 15,1-1 35-15,-2 1-32 0,-2 0 13 0,-2-2-27 16,-1 4 14-16,-3 1-27 0,-1 1 19 0,-5 1-11 16,1-1-10-16,-3 5 7 0,-3 0-1 0,1 1-5 15,-1 2-1-15,-2 3-7 0,0-1 8 0,-2 4-5 16,-1-2 2-16,1 5-1 0,0-1 1 0,1 2-3 15,-1 0-20-15,1 3 23 0,8 0-21 0,0 0 22 16,-5 5-20-16,1-1 22 0,0 2-22 0,2 1 16 16,0 2-22-16,3 3 25 0,0 0-15 0,1 2 16 15,3 3-23-15,1 0 22 0,-1 1-23 0,3 3 8 16,0-1-13-16,0 4 12 0,6 1 1 0,-2 0 0 16,2 3 4-16,3 0 1 0,-1 1-3 0,3 0 2 15,4 2 3-15,1 0 6 0,3 1-9 0,2-4 20 16,5 1-24-16,2 2 27 0,3 1-20 0,3-4 25 15,3 5-21-15,3 3 3 0,2 3 8 0,7 1 5 0,1 1 11 16,3-1-5-16,6 6-2 0,2 0 0 16,4-3-3-16,3 0 0 0,2 0-2 0,5-3 10 15,4-1 12-15,1-1-1 0,5-3-6 0,1 0-7 16,2-4-3-16,3-2 4 0,2-3-6 0,1-3 11 0,3-3 26 16,0-3-5-16,-1-4-10 0,6-3-3 0,-8-7-11 15,5 0 1-15,12-6-15 0,1-2-5 16,0-3 1-16,0-4 1 0,1-2-6 0,-4-4 3 15,1-2-5-15,-6-4 2 0,0-1-3 0,-1-1 1 0,-6-6 0 16,-2-1 1-16,-4-4-4 0,-4-2 5 0,-3-2 0 16,-6-2 1-16,-6-4 2 0,-2 1 5 15,-8-2 1-15,-5-3-10 0,-8 5 4 0,-3-3 3 0,-6-3 10 16,-3-2 2-16,-6-4-3 0,-1-11-5 0,-6 1 2 16,-7 0 1-16,-2 2-4 0,-4 2 2 0,-5 1-4 15,-4 5-1-15,-5 2-5 0,-6 4-2 0,-5 3-4 16,-8 7-3-16,-5 5 1 0,-7 4-1 0,-7 7-2 15,-2 4-3-15,-5 6 7 0,2 3-3 0,-5 6-4 16,0 4 1-16,-1 4-2 0,0 4 0 0,1 2-1 16,-1 5 2-16,3 2-1 0,5 4-2 0,5 1 1 15,7 5 3-15,5-1-14 0,8 7-14 0,4 4-62 16,8 4-42-16,5 1-70 0,5 5-60 0,5 6-72 16,5 2-76-16,0 0-388 0,3 1-329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49:29.613"/>
    </inkml:context>
    <inkml:brush xml:id="br0">
      <inkml:brushProperty name="width" value="0.05292" units="cm"/>
      <inkml:brushProperty name="height" value="0.05292" units="cm"/>
      <inkml:brushProperty name="color" value="#FF0000"/>
    </inkml:brush>
  </inkml:definitions>
  <inkml:trace contextRef="#ctx0" brushRef="#br0">23034 10056 603 0,'-2'-9'818'0,"-1"-1"-154"16,-1 2-139-16,-1 0-72 0,0 0-71 0,0 2-64 16,1 0-43-16,4 6-43 0,-8-7-39 0,8 7-35 15,0 0-25-15,0 0-22 0,-10 6 7 0,10 2-9 16,3 3 1-16,-1 5-24 0,2 2-7 0,4 4 0 16,1 4-17-16,2 2-8 0,2 5-18 0,4 1-1 15,-2-2-11-15,2 2 4 0,-2 1-16 0,0-2 10 16,1-1-12-16,-4-4-4 0,1 0-2 0,-1 0 1 15,-1-3-17-15,-2 0-35 0,0-5-42 0,-1-2-55 16,-3-2-70-16,1-3-35 0,-3-1-53 0,1-5-37 16,-2 0-82-16,-2-7-82 0,0 0-43 0,0 0-358 15,0 0-469-15</inkml:trace>
  <inkml:trace contextRef="#ctx0" brushRef="#br0" timeOffset="234.63">22975 10149 64 0,'-11'-25'703'0,"-2"1"-150"0,5 2-115 15,3 1-51-15,0 5-85 0,5-1-27 0,0 1-19 16,5 1 10-16,2 0-38 0,1 2-2 0,4 4-39 16,2-1-15-16,3 4-33 0,2 1 15 0,3 2-31 15,1 5 5-15,4 1-39 0,3 4 9 0,-2 2-34 16,-2 3 1-16,2 1-27 0,-5 3-8 0,-4 1-3 16,1 2-3-16,-8 0-6 0,-3 0-4 0,-4 0-3 15,-5 1 2-15,-2 3-4 0,-5 0-2 0,-5 3 1 16,-3-2-5-16,-2-1 4 0,-1 0-3 0,-3-4-4 15,0-3 18-15,1-1-17 0,3-6 12 0,0-1-20 0,2-5 14 16,2-1-56-16,0-5-79 0,4-2-113 16,1-5-87-16,4-5-105 0,3-5-128 0,6-4-507 0,2-8-685 15</inkml:trace>
  <inkml:trace contextRef="#ctx0" brushRef="#br0" timeOffset="483.98">23843 9622 688 0,'0'0'673'0,"0"0"-127"0,2 6-61 0,-11 3-49 16,-7 5-20-16,-2 5-15 0,-10 5-26 0,-2 4-32 15,-2 3-23-15,-7 7-37 0,2 4 7 0,0 3-48 0,5 1-4 16,3 1-35-16,3 0-23 0,8-5-11 0,3 1-23 16,6 1-18-16,4-4-26 0,5-1 6 0,5 2-34 15,4-2 19-15,8-1-39 0,2-3-3 0,4-1-12 16,4-3-6-16,3-4-14 0,4-5-29 15,3-3-32-15,2-3-33 0,2-4-46 0,0-3-58 0,-1-5-53 16,-3-4-84-16,0-2-116 0,-1-3-99 16,2-6-126-16,0-4-785 0,-5-4-1055 0</inkml:trace>
  <inkml:trace contextRef="#ctx0" brushRef="#br0" timeOffset="1550.95">24696 9862 41 0,'1'-6'690'0,"-1"6"-187"16,-1-12-117-16,1 12-72 0,-4-12-41 0,4 12-25 15,-7-11-17-15,1 4-11 0,1 2-14 0,-1 0-21 16,-4 0-11-16,2 1-15 0,-3 0-10 0,1 0-8 16,-4 2 2-16,1 1 1 0,-3 1 2 0,-1 1-9 0,-3 1 20 15,-5 2-18-15,4 1-5 0,-4 3-22 16,2 1-3-16,2 2-4 0,-2 2-17 0,2 1-19 16,3 0-11-16,4 2-6 0,3 0 10 0,1 0-1 15,3-1 5-15,5 1-9 0,2-3 3 0,2 2-28 16,3 0 14-16,2-3-26 0,4 1 32 0,1-3-40 15,3-2 21-15,0-1-31 0,2-3 25 0,1-1-28 0,1-4 22 16,1-1-26-16,1-2 22 0,1-3-27 16,-1-2 1-16,-3-3 5 0,1 0 0 0,-2-3-2 15,-2 0 6-15,-2-2 1 0,-1-2 18 0,-5 0-25 16,-2 0 20-16,-1 2-22 0,-1 0 24 0,-3 1-23 0,0 1 23 16,-1 1-4-16,-1 1 17 0,2 2-24 15,-2 0 23-15,0 3-30 0,1 0 20 0,1 8-27 16,-1-6 35-16,1 6-20 0,1 6 34 0,-1 2-26 15,3 2 6-15,1 4 24 0,-1 3 11 0,4 4-8 16,-1 2-1-16,1 4 34 0,0 2-41 0,3 2 23 0,-2-2-38 16,-2 2 34-16,2-1-46 0,2 0 23 15,-3 0-31-15,-1-3 25 0,1-3-33 0,-1 0 31 0,0-5-46 16,1 1-10-16,-2-3-77 0,0-2-23 16,0-3-55-16,-1-1-66 0,2-2-68 0,-1-1-102 15,-5-8-94-15,11 3-163 0,-11-3-650 0,16-10-931 16</inkml:trace>
  <inkml:trace contextRef="#ctx0" brushRef="#br0" timeOffset="1866.89">25125 9699 1146 0,'0'0'875'0,"0"0"-183"0,-4 6-112 0,0 2-73 0,-3 3-47 0,-1 0-88 15,2 4-10-15,-3 1-63 0,-1 3-21 16,3-1-28-16,1 3-3 0,-1-1-67 0,6 1 26 0,0 0-62 15,2 0 3-15,0 1-54 0,3 0 23 0,3-2-36 16,0-1 19-16,0-1-38 0,4-2 21 0,-2-5-40 16,5 0 19-16,0-6-36 0,0 0 17 15,0-4-34-15,3-4 27 0,0-1-37 0,0-5 28 16,0-2-30-16,-2-4 1 0,-3 1-1 0,-2-3 3 16,0 0-1-16,-5 1 0 0,-2-3 30 0,-3 2-34 0,-3 1 24 15,-2-1-31-15,-2 2 30 0,-5 1-26 16,1 0 24-16,-5 3-30 0,0 1 30 0,-2 4-32 15,1 1 22-15,-1 1-43 0,-2 2-2 0,1 1-67 16,-1 2-31-16,3-1-102 0,1 5-50 0,0-2-42 16,4 0-125-16,3 2-91 0,-1 0-111 0,6-1-827 0,4-4-1113 15</inkml:trace>
  <inkml:trace contextRef="#ctx0" brushRef="#br0" timeOffset="2182.61">25847 9440 744 0,'13'-1'935'0,"-13"1"-212"0,15 0-177 0,-15 0-98 15,7 4-63-15,-7-4-54 0,2 6-29 16,-2-6-30-16,0 8-13 0,-2 0-30 0,-1-1-41 0,-1 2-36 16,-2 0-29-16,-1 2-20 0,2 3-16 0,-5 3-12 15,1 2 4-15,0-1-4 0,-1 1-7 0,1-1-14 16,1 0-33-16,1-4 24 0,-1 1-30 0,4-1 34 15,-2-3-35-15,2 1 28 0,0-2-28 0,2 0 31 16,-1-2-31-16,2 0 30 0,3-1-34 0,0 1 31 16,3 0-30-16,2-3 25 0,6 0-34 0,3 1 25 15,1-2-34-15,5 1 31 0,1-3-34 0,5 3 33 16,0-2-35-16,-1 0 29 0,1 0-33 0,2-2 2 16,-5 1-70-16,2 1-9 0,-1 0-62 0,-5-2-78 15,2 0-73-15,-5-1-118 0,1 0-96 0,-3 0-152 16,-1-1-636-16,1-2-909 0</inkml:trace>
  <inkml:trace contextRef="#ctx0" brushRef="#br0" timeOffset="2666.49">26660 9438 1457 0,'-8'-12'951'15,"3"1"-221"-15,-1-1-142 0,2 3-123 0,0-3-81 16,0 5-79-16,4-3-48 0,-1 2-15 0,2 1-22 16,2-2-20-16,2 2-26 0,1 1-29 0,5 2-29 15,1 1-19-15,2 3-21 0,6 1-15 0,2 3-12 16,0 7-10-16,5 2-8 0,-1 2-4 0,-3 4-5 16,2 5-5-16,-7-2-2 0,0 1-3 0,-4 0-2 15,-4 2-2-15,-1-1-4 0,-4-3 4 0,-1 0-1 0,-2-2-2 16,-4-1-1-16,1-1 3 0,-3-1-1 15,0-4 0-15,-1-2-2 0,0-1 5 0,-3-3-3 16,3-2-1-16,5-4 1 0,0 0-4 0,-18-4 8 16,13-3 5-16,2-3 4 0,1-4 1 0,1-3-5 15,2-3-2-15,3-5-8 0,5-6-2 0,1-6-2 16,2 0-1-16,2 1 1 0,0-1-30 0,1 3 32 0,-3 6-24 16,0 3 31-16,-4 5-29 0,0 0 31 15,-2 6-30-15,2-1 26 0,-3 2-29 0,-1 5 32 0,-4 8-29 16,5-5 34-16,-5 5-23 0,0 0 33 15,-1 10-3-15,-2-1 13 0,-1 2 1 0,2 5-2 16,-1 0 3-16,-1 2-1 0,4 0-6 0,0 3-4 0,0-2-6 16,4 3-8-16,-1-2 6 0,0 1-8 0,4 0-1 15,1-2-5-15,4-2-30 0,-3-2-49 0,4 0-69 16,4-4-87-16,-2-3-67 0,3-4-127 0,0 1-121 16,1-4-53-16,1-4-143 0,2-4-557 0,2-6-901 15</inkml:trace>
  <inkml:trace contextRef="#ctx0" brushRef="#br0" timeOffset="2966.74">27714 8918 1154 0,'4'-5'867'0,"-4"5"-198"0,0 0-107 0,0 0-107 16,3 8-45-16,-6-1-65 0,-1 3-32 0,-3 1-22 16,-2 2-31-16,1 0-30 0,-2 3 1 0,-2 0-51 15,2 3 6-15,-3 4-59 0,-3-1 2 0,0 1-27 16,-3-1-20-16,1 0-14 0,2 0-12 0,-2-2-13 15,2-1-10-15,1-3-5 0,5-2-4 0,0-1-5 0,0-4-1 16,2 1-4-16,1-3-2 0,2 1 11 16,-1-2 13-16,2-1 0 0,4-5 1 0,6 12 9 15,2-8-6-15,6-1-3 0,9 2-9 0,5-1-3 16,7-1-7-16,3 0 1 0,4-2-2 0,8 1 8 0,1-4 6 16,0 2-1-16,-2-3-6 0,1 2-7 0,-9-1-2 15,-3-1-5-15,0 0-2 0,-7 0-6 0,-5 1-29 16,-2 0-36-16,-4-1-65 0,-4 0-120 15,-4-2-68-15,-4 1-87 0,-8 4-116 0,3-6-40 0,-3 6-84 16,-13-7-183-16,-2 2-335 0,-3 2-777 0</inkml:trace>
  <inkml:trace contextRef="#ctx0" brushRef="#br0" timeOffset="5748.85">24228 6669 235 0,'-19'3'321'0,"-3"0"-67"0,-2 1-43 0,-8 1-17 0,-5 2-20 0,-4 0-16 16,-3 0 7-16,2 1-5 0,4-2-5 0,3 0-5 16,1 0-3-16,2-1-39 0,6 0 12 0,2-2-38 15,5 1 26-15,2 1-27 0,1-4 23 0,3 2-24 16,3-1 6-16,-2 0-32 0,3 2 6 0,3-1-16 16,6-3 16-16,-7 10-24 0,7-10 8 0,2 13-22 15,3-7 10-15,2 6-14 0,5-4 3 0,7 6-8 16,7 1 14-16,7 0-12 0,5 3-3 15,8-3-3-15,16 4-2 0,4-3 0 0,6 0 3 0,7-2-1 16,3-3 5-16,7-2 6 0,7-2 2 0,9-1 9 16,2-2 0-16,4-1 3 0,22-3 6 0,-19 0-3 15,23 0-6-15,3 0-4 0,-3 0-9 0,2 0-4 16,-6 0 3-16,-20 0-1 0,-1 0-2 0,-2 1-4 16,1 2-4-16,-5 0 1 0,-2 1-1 0,-3-1 2 15,-5 1-4-15,-6 1 2 0,-3 0-1 0,-5 0 0 0,-3-2-2 16,-4 2-1-16,-3-1 2 0,-12 1 0 0,-5-1-3 15,0-1-4-15,-4 0-6 0,-3 1-16 0,-9-2-28 16,-3 0-27-16,-8 1-37 0,-2-1-29 16,-7-2-29-16,-4 0-51 0,-15 0-65 0,16 0-54 15,-16 0-58-15,0 0-280 0,-17-5-190 0</inkml:trace>
  <inkml:trace contextRef="#ctx0" brushRef="#br0" timeOffset="6049.01">24777 7324 237 0,'-66'11'403'16,"2"3"-114"-16,2 0-40 0,10-2-58 0,1 2-42 15,9-3-27-15,3 0-11 0,9 2-6 0,11-6-4 16,5 2 1-16,7-2 12 0,7-7 8 0,8 12-25 16,10-8 17-16,13 2-35 0,12-1 24 0,15 0-23 15,18-3 14-15,9-1-38 0,8-4 21 0,7 0-9 16,3-2-7-16,26-3 7 0,5-1 2 0,3-1 1 15,0-2-5-15,2 4-11 0,-5-3-3 0,3 2-2 16,-3-1-10-16,-5 1-13 0,-1-1-2 0,-23 4-5 16,-3-3-2-16,-6 3-3 0,-4 1-7 0,-2-3-1 15,-9 2 2-15,-6 2-3 0,-17-2 5 0,-4 3-8 16,-14 0 0-16,-5 1-14 0,-6 0-3 0,-8 2-5 16,-2-2-27-16,-7 2-54 0,-12 0-50 0,0 0-51 15,0 0-74-15,-9-6-101 0,-9 5-432 0,-11-1-339 16</inkml:trace>
  <inkml:trace contextRef="#ctx0" brushRef="#br0" timeOffset="6283.21">24600 7694 824 0,'-13'9'557'15,"9"-4"-134"-15,4-5-86 0,2 11-76 0,8-5-46 0,6-2-52 16,11 0-32-16,14-1-25 0,15-1-18 0,20-5 9 15,7-3 2-15,8-1 3 0,6-4-17 16,24-1-4-16,6-2-18 0,4-1-9 0,1-1-14 16,-2 0-1-16,2 2-15 0,-2-1-2 0,-1-1-10 15,0 1-6-15,-5-2-1 0,-5 3-5 0,-20 2-8 16,-7-1-37-16,-7 2-71 0,-6 3-71 0,-21 4-92 16,-6-1-110-16,-16 2-494 0,-10 3-443 0</inkml:trace>
  <inkml:trace contextRef="#ctx0" brushRef="#br0" timeOffset="7098.72">26357 9062 71 0,'0'0'238'0,"-5"3"-52"0,5-3-3 0,0 0-6 0,0 0-1 0,0 0-9 0,11 1-19 15,-11-1-2-15,16-3-7 0,-5 0 11 0,1 0-1 16,4 2 25-16,1-5-23 0,7 0 23 0,3 2-39 15,4-2 25-15,3-2-29 0,2 1 13 0,-1 0-19 16,7-1-3-16,-6 3-10 0,5-5 2 16,-6 3-20-16,2 0-4 0,-5 0 12 0,0 1-9 0,-5 0-13 15,-4 1-15-15,-4 1 0 0,0 1 1 0,-6-1-4 16,1 2 17-16,-5-2-1 0,-9 4-9 0,0 0-11 16,0 0-9-16,0 0-10 0,-9 6-8 0,-11 0-3 15,-7-1 6-15,-8 5 13 0,-7-1 12 0,-2 2-2 16,-4-3 0-16,5 3-12 0,-1-1-7 0,0-1-7 15,3-2-4-15,6 2-5 0,3-3-2 0,5-1-2 16,3 0-3-16,6 1 1 0,2-4 4 0,-1 2 1 16,7-1-1-16,10-3-1 0,-12 5 7 0,12-5-14 15,0 0 10-15,9 3-19 0,-9-3 3 0,24-3-5 16,-7 0 1-16,7-2-4 0,2 1 0 16,1-1-3-16,5-3 19 0,1 0-16 0,0-1 12 15,-1 1-14-15,0-1 11 0,-1 1-13 0,-6 3 15 16,-2-3-18-16,-6 3 11 0,-2 0-38 0,-2 0-46 15,-4 0-77-15,-9 5-60 0,8-5-67 0,-8 5-36 16,-12-5-93-16,1 4-96 0,-6-2-500 0,-2 3-617 0</inkml:trace>
  <inkml:trace contextRef="#ctx0" brushRef="#br0" timeOffset="10448.81">793 5896 27 0,'0'0'185'0,"9"-6"-92"0,-9 6-86 15,13-1-114-15,-13 1 37 0</inkml:trace>
  <inkml:trace contextRef="#ctx0" brushRef="#br0" timeOffset="11199.8">2397 5534 93 0,'8'-18'452'15,"-3"3"-106"-15,0 0-91 0,-1 2-41 0,-3-1-64 16,-1 1-11-16,-1 2-36 0,-4-3 4 0,0 0-25 16,-2 1 18-16,-3 1-31 0,-4-3 43 0,0 2-11 15,-5 3 3-15,-4-5-41 0,-3 2 17 0,-3 3-1 0,-2-3-13 16,-10 1-2-16,-1 2 15 0,-3-1-14 15,-2 2 16-15,-3 0-38 0,0 2 3 0,-5 0-1 0,-1 2 10 16,0-1-8-16,1 3-9 0,-3 0 6 16,2 2 44-16,-1 1-49 0,-1 1 29 0,2 4-20 0,1-2 28 15,4 4-47-15,-3 3-4 0,3 2-4 0,4 1 1 16,-8 7-6-16,4 5 26 0,5 1-40 0,0 3 32 16,5 4-40-16,2 4 36 0,4 3-46 0,0 3 39 0,4 4-38 15,2 2 38-15,2 2-38 0,4 2 53 0,3-2-6 16,3 4 28-16,7-7 2 0,4 0 22 0,2 2-43 15,4 0 39-15,5-3-44 0,1 1 27 0,7 0-41 16,4 3 26-16,7 0-35 0,4-3 35 0,8-4-28 16,6-3 50-16,7-4-41 0,4-2-3 0,7-4-1 15,7-6-2-15,2-3 0 0,5-6-1 0,4-7 7 16,5-4 37-16,2-6-11 0,4-6 1 0,-2-6-19 0,1-5 10 16,0-6-21-16,9-9 13 0,-2-5-17 15,-7-4-5-15,-14 7-3 0,-6-5 4 0,-3 1-8 16,-4-3 3-16,-5 0-4 0,-7-1-3 0,-4 0 1 15,-8-1 12-15,-7-1-19 0,-8 6 17 0,-8 0-22 16,-5-4 14-16,-5 0-16 0,-9-2 12 0,-4 1-15 16,-6-3 20-16,-11-5-20 0,-3 4 2 0,-7 0 2 0,-6 3-5 15,-4 3 7-15,-8 4 15 0,-2 4-19 0,-3 2 8 16,-2 7-12-16,-3 3 14 0,0 3-13 16,4 3 12-16,10 5-11 0,0 6 16 0,4-2-18 0,8 5 8 15,6 2-40-15,4 2-25 0,1 3-92 0,5 2-83 16,2 4-89-16,4 2-42 0,4 4-89 0,4 3-101 0,3 2-346 15,3 4-476-15</inkml:trace>
  <inkml:trace contextRef="#ctx0" brushRef="#br0" timeOffset="11366.17">2057 5803 535 0,'8'8'674'0,"-3"-2"-167"0,-1-1-106 0,0 1-86 15,-1 0-90-15,-3-6-67 0,5 9-72 0,-2-2-85 16,0-1-47-16,-1 2-81 0,-2 0-74 0,1-1-100 16,2 2-405-16,-3-4-214 0</inkml:trace>
  <inkml:trace contextRef="#ctx0" brushRef="#br0" timeOffset="18349.1">28306 8588 436 0,'1'-13'500'0,"1"4"-95"0,-1-2-43 0,0 3-55 0,-1 0 12 16,0 1-46-16,0 0-10 0,0 7-18 0,0-11-29 15,0 11-30-15,0-11-30 0,0 11-24 0,0-9-23 16,0 9-19-16,0-6-15 0,0 6-15 0,0 0-11 16,0 0-2-16,0 0 0 0,0 0 12 0,13 9-1 15,-8-2-5-15,1 7 7 0,2 0-3 0,2 4 8 16,1 3-11-16,0 1-6 0,0 3-3 0,1 2-15 16,-2-1-5-16,2 2-3 0,-3-3 10 0,0 2-8 15,-1 0-5-15,0-4 0 0,-4 0-6 0,1-1-6 16,-1 1-6-16,0-1-7 0,1-1-23 0,-4-2-67 15,4-3-85-15,-3 1-105 0,0-1-39 0,2-3-94 16,-1-1-76-16,2-3-484 0,-1-1-572 0</inkml:trace>
  <inkml:trace contextRef="#ctx0" brushRef="#br0" timeOffset="18682.55">28764 8626 565 0,'-2'-13'501'0,"1"3"-109"15,-2 1-41-15,-2 5-24 0,5 4-27 0,-10-7-10 0,10 7-6 16,-13 3-8-16,4 2-16 0,-1 1-22 0,1 3-37 16,0 3-9-16,-1 2-25 0,2 3-33 0,1 0-20 15,3-1-22-15,1 1-16 0,2 1-16 16,2-2-11-16,2 1-11 0,3-1-2 0,2 0 4 0,3 1-22 16,2-3-4-16,1-3 0 0,4 0-3 0,0-5-3 15,0-2 0-15,2 0-2 0,0-4 0 0,1-4-1 16,2-2-2-16,-1-1 0 0,-3-3-3 0,2-2 0 15,-1-4 0-15,-5-3 0 0,-2 1-1 0,-3-3-1 16,-3 1 1-16,-3-3 5 0,-3 4-5 0,-4-2 0 16,0 0 0-16,-5 1-8 0,-5 1 5 0,-1 0-2 15,-5 0 9-15,-2 5-7 0,0 4 8 0,-4 1-11 16,1 3 10-16,-3 3 1 0,4 3 3 16,0 3-16-16,0 0-39 0,3 3-77 0,3 1-71 15,4 2-78-15,3 1-70 0,6 0-94 0,2 0-105 0,6-1-424 16,2 2-555-16</inkml:trace>
  <inkml:trace contextRef="#ctx0" brushRef="#br0" timeOffset="18999.84">29284 8478 301 0,'5'-7'631'0,"-5"-1"-109"0,-3 4-37 0,-5-2-36 0,0 2-42 15,-4 1-21-15,1 0-36 0,-3 3-10 0,2 0-46 16,-2 1-25-16,1 4-59 0,2 1 13 15,-1 2-65-15,3 3 20 0,2 2-73 0,0 1 16 0,5 2-26 16,0 2-17-16,6-2-16 0,3 2-11 16,3 0-8-16,1-1-8 0,7-3-5 0,3 0-8 0,2 1-4 15,0-6 0-15,2-2-7 0,1-3-2 0,1-1 1 16,-4-4 0-16,2-1-2 0,1-5 7 16,2-2 1-16,-3-4-9 0,0-3 5 0,-5-2-6 15,-2-1-41-15,-4-4 47 0,-2 3-44 0,-7-2 10 0,-1 1 44 16,-4 1-44-16,-6-2 42 0,-4 2-50 0,-4-1 51 15,-6-1-7-15,-2 4-2 0,-5 4-4 0,-2 1 5 16,-2 2-12-16,0 4-42 0,5 1 37 0,0 5-60 16,3-1-17-16,4 4-69 0,2-1-68 0,3 5-112 15,3-2-109-15,4 4-150 0,5-1-692 0,2-7-888 16</inkml:trace>
  <inkml:trace contextRef="#ctx0" brushRef="#br0" timeOffset="19265.32">29759 8003 946 0,'-1'-10'824'0,"0"3"-158"16,3-1-169-16,-2 8-101 0,5-10-75 0,-5 10-54 16,19-1-54-16,-1 6 18 0,7 4-28 15,10 9-5-15,1 7-6 0,8 7-16 0,0 5-13 0,-2 6-18 16,-2 3-53-16,0 6 15 0,-7 5-23 15,-5-1-17-15,-5 3-11 0,-6 3-9 0,-6-4-7 0,-7-6-3 16,-5-1-4-16,-7 1-5 0,-10 5-46 0,-5-1 33 16,-10-1-79-16,-9-4-70 0,-4 0-85 0,-7 1-140 15,-18 5-146-15,-6-1-198 0,-4-4-575 16,-3-4-885-16</inkml:trace>
  <inkml:trace contextRef="#ctx0" brushRef="#br0" timeOffset="20366.49">22534 13022 1405 0,'-16'5'747'0,"2"-2"-165"0,1 0-135 0,4 0-74 0,9-3-91 15,-9 1-43-15,9-1-63 0,7-4-21 0,2-1-49 16,10-4-5-16,7-2-30 0,10-4 6 0,4-2-32 15,3-1 3-15,10-4-24 0,-1 1 9 0,-6 3-31 16,-1 2-35-16,-3 0-85 0,-2 2-95 0,-10 4-87 16,-5 0-111-16,-5 4-125 0,-3 1-493 0,-7 1-643 15</inkml:trace>
  <inkml:trace contextRef="#ctx0" brushRef="#br0" timeOffset="20549.09">22483 13458 687 0,'-3'14'702'0,"1"-3"-161"0,4-4-114 0,0 0-106 16,6-2-62-16,3-2-51 0,3-1-50 0,8-5-20 15,5-2-23-15,11-7-12 0,3-1-14 0,5-5-11 0,10-5-14 16,2-2-21-16,1 0-7 0,0-1-28 16,-1 0-79-16,-3 3-108 0,-2-5-133 0,-5 5-170 15,-11 0-438-15,0 0-492 0</inkml:trace>
  <inkml:trace contextRef="#ctx0" brushRef="#br0" timeOffset="20749.09">23342 12706 1017 0,'0'0'820'0,"-6"-6"-181"16,6 6-133-16,-5 6-80 0,0 2-68 0,2 8-40 15,3 1-38-15,-1 8-37 0,2 9-23 0,3 1-23 0,2 8-27 16,3 4-21-16,2-1 2 0,6 10-34 0,0-3-26 15,2 1-18-15,4-3-14 0,1-1-11 0,-2-1-33 16,-1-8-4-16,-2-3-43 0,-1-2-42 0,1-1-54 16,-4-3-107-16,-2-5-68 0,-4-5-75 0,-1-3-46 15,-3-5-83-15,1 0-68 0,-3-6-439 0,-3-8-623 16</inkml:trace>
  <inkml:trace contextRef="#ctx0" brushRef="#br0" timeOffset="20982.48">23234 12800 414 0,'-13'-35'792'16,"3"4"-119"-16,-1 5-123 0,6 3-130 0,4 6-63 0,2 1-37 16,3 3-38-16,6 2-30 0,2 2-29 15,3 4-35-15,4-1-27 0,4 6-18 0,3 0-26 16,2 6-24-16,3 1-17 0,-1 2-5 0,0 2-20 16,-3 4-4-16,0 0-16 0,-3 3 2 0,-3-4-14 15,-1 3 2-15,-1 2-9 0,-6-3 6 0,-2 1-11 16,-3 0 6-16,-3-2-6 0,-4 0-21 0,-1-1-20 15,-2 1-58-15,-5 1-32 0,-2 0-56 0,-3 0-32 16,1-4-64-16,-3-2-45 0,5-1-78 0,0-3-111 0,9-6-498 16,-15 1-612-16</inkml:trace>
  <inkml:trace contextRef="#ctx0" brushRef="#br0" timeOffset="21233.22">24294 12011 1357 0,'7'-3'824'0,"-7"3"-147"0,0 0-120 16,-11 4-88-16,-4 6-74 0,-14 11-53 0,-6 8-70 15,-8 11-12-15,-4 6 7 0,-1 8-38 0,1 5 42 16,-5 14-62-16,11-5 12 0,6-2-9 0,3 6 30 16,9 0-59-16,8 1 5 0,5 1-21 0,7-2-28 15,11 1-6-15,6-5-21 0,6-3 30 0,8-1-72 16,7-4 12-16,5-5-74 0,3-4 2 0,7-6-84 15,3-2-18-15,5-7-65 0,1-7-10 0,3-4-65 16,2-8-19-16,1-5-46 0,-6-7-61 0,-4-7-100 16,2-2-100-16,3-13-106 0,-6-4-837 0,-2-10-1127 15</inkml:trace>
  <inkml:trace contextRef="#ctx0" brushRef="#br0" timeOffset="21681.73">24955 12090 424 0,'-22'-26'660'0,"-3"1"-126"0,3 4-101 0,2 3-57 15,-1 0-65-15,-1 2-2 0,2 6 2 0,1-2-23 16,-3 5-15-16,2-1-22 0,-1 5-23 0,1 2-26 16,-2 4-25-16,-1 2-29 0,-5 3-17 0,0 7 0 15,-2 2-20-15,2 5-21 0,3 4-23 0,6-6-3 16,3 5-16-16,3 0 7 0,3 2 5 0,4-5 11 15,3 3-23-15,3-4 38 0,3 2-21 0,3-3-33 16,1-1 26-16,4-2-31 0,1-1 22 0,2-4-36 16,-2-3 25-16,6-5-37 0,-2-2 23 0,3-2-26 15,0-5 16-15,3-3-28 0,3-4 4 0,-2-5 5 0,0-5 22 16,0-6-28-16,-1-1 17 0,-4-2 2 0,-3-3-6 16,-3 5-5-16,-3 0 5 0,-2-1-4 15,-3 7 9-15,-1 1 7 0,-1 3 4 0,1 2 12 0,-2 1 2 16,1 4-13-16,-1 1-1 0,0 2-2 15,2 1-4-15,-3 8 22 0,0 0 8 0,5 9 2 16,-4 1-5-16,1 7-4 0,2 6-22 0,0 5 37 16,4 3-25-16,2 7 32 0,0 0-35 0,-1 4 29 0,5-3 8 15,-2 3-10-15,1-3-10 0,1 2-6 16,-2-4-4-16,4-2-9 0,-2-1-17 0,-3-7-22 0,2-1-40 16,-3-2-56-16,2-7-79 0,-2 1-51 15,-1-4-81-15,1-3-114 0,-1-2-112 0,0-4-81 0,1-2-773 16,-10-3-1010-16</inkml:trace>
  <inkml:trace contextRef="#ctx0" brushRef="#br0" timeOffset="21998.38">25241 11847 804 0,'0'0'814'0,"-2"-8"-142"0,2 8-123 0,0 0-66 0,-12 6-36 15,7 0-53-15,-3 7-47 0,1-1-47 0,1 3-33 16,-2 4-34-16,3 0-42 0,1 2-51 0,1-2 11 15,3 2-37-15,3 3 29 0,1 1-51 0,2-2 19 16,2-1-33-16,3 0 16 0,-2-3-32 0,4-3 19 16,2 1-36-16,-2-3 25 0,4-3-35 0,-4-5 15 15,3-4-34-15,-2-2 25 0,1 0-29 0,2-8-6 16,2-3 23-16,0-5-33 0,-3-4 27 0,0-2-3 16,-4-7-6-16,-2 2-5 0,-5-5 0 0,0 2 0 15,-5 2-3-15,-5-3 2 0,-1 3-2 0,-4 0-1 16,-7 3-2-16,2 5 4 0,-6 0-5 0,1 5-2 15,-6 4 0-15,1 4-6 0,-1 3-5 0,3 3-21 16,1 4-44-16,-1 3-53 0,2 3-92 0,4 2-77 16,2 3-114-16,4 2-159 0,6 0-147 0,3 0-716 15,3-1-1045-15</inkml:trace>
  <inkml:trace contextRef="#ctx0" brushRef="#br0" timeOffset="22198.5">25915 11937 1418 0,'6'-4'930'15,"-6"4"-204"-15,0-9-116 0,0 9-102 0,-2-8-83 16,2 8-72-16,-2-4-42 0,2 4-41 0,0-9-46 16,0 9-45-16,9-12-41 0,0 4-34 0,7-1-42 15,3-1-58-15,6-3-84 0,9-2-90 0,0-3-126 0,3 0-152 16,0 0-87-16,-1-2-167 0,-3 1-572 15,-1-3-882-15</inkml:trace>
  <inkml:trace contextRef="#ctx0" brushRef="#br0" timeOffset="22714.94">26490 11774 200 0,'1'9'707'0,"2"-1"-123"0,-3-8-49 0,1 10-45 0,-1-10-45 16,0 0-22-16,-1 7-38 0,1-7-36 0,-3-5-31 15,1-1-53-15,-2-2-12 0,0-7-34 16,-1-1-10-16,-3-5-32 0,3-2-41 0,-4-6 20 16,3 0-52-16,-2-2 6 0,-1-2-36 0,0-5 12 15,0 0-47-15,-2-2 18 0,2 0-12 0,0-2-13 0,-1-3-3 16,1 3-6-16,0-1-8 0,-1 2 0 0,3 2-2 16,-2 10-3-16,5 0 2 0,-1 7 4 0,1 3-1 15,-2 2-5-15,4 2-6 0,-1 5-3 0,-1-2-3 16,4 12 7-16,-2-7 4 0,2 7 36 0,-6 9-34 15,6 5 35-15,-1 5-33 0,2 5 4 0,1 8-5 16,3 4 5-16,3 5-14 0,4 4 26 0,4 0-33 16,1-2 26-16,8 7-4 0,-5-10-2 0,3-1-6 15,1-3 0-15,3-5 1 0,-2-3 0 0,0-3 18 16,-2-9 12-16,1-1 17 0,-2-5-5 16,0-4-2-16,-2-6-5 0,0 0-12 0,1-6-8 15,2-4-4-15,0-5-5 0,-3 1-28 0,-1-5 29 0,-3-5-29 16,-2 0 29-16,-2-1-8 0,-2-2 2 15,-5 2-6-15,-2 1-1 0,-3-1-3 0,-2 4 13 16,0-1 5-16,-2 5 5 0,-2 1 12 0,-1 2-5 16,1 3-5-16,-2-2-7 0,-1 8-2 0,0 3-6 15,9 2 5-15,-18 1-9 0,8 5 0 0,1 4-3 0,1 1-26 16,2 3 31-16,5 3-25 0,2 2 29 16,4 2-31-16,5 6 33 0,5-1-9 0,6 2-4 0,4 1-14 15,3-6-30-15,2 2-44 0,1-5-55 16,1-1-55-16,-5-6-51 0,1-2-34 0,0-3-45 0,-5 0-64 15,1-4-57-15,-6-2-14 0,0-1-46 0,-1-2-92 16,-3-2-92-16,-3 0-284 0,0-1-566 0</inkml:trace>
  <inkml:trace contextRef="#ctx0" brushRef="#br0" timeOffset="23018.08">25213 12875 1405 0,'-33'16'993'0,"5"-4"-209"0,6-1-155 0,3-4-126 0,6-1-124 15,4 1-72-15,2-1-57 0,4-2-3 0,7 4-41 16,5-3 12-16,4-1-44 0,12-1 46 0,6-3-10 16,17-3-31-16,9-2-30 0,19-10-24 0,11 1 5 15,24-11-50-15,8-7 14 0,0-5-49 0,5-6 14 16,5-8-9-16,4-5-11 0,-1-3-11 0,-1-1-4 15,-4 0-36-15,-7 3 34 0,-8 3-29 0,-9 4 24 0,-14 9-31 16,-22 8 27-16,-10 7-4 0,-16 5-31 16,-1 5-44-16,-12 1-57 0,-4 4-61 0,-7 3-66 15,-7 2-65-15,-10 6-106 0,0 0-117 0,0 0-93 16,-26 5-165-16,-4 2-539 0,-14 6-938 0</inkml:trace>
  <inkml:trace contextRef="#ctx0" brushRef="#br0" timeOffset="23484.86">26091 13039 1237 0,'0'0'909'0,"0"0"-200"16,0 0-161-16,0 0-106 0,0 0-93 0,7 8-68 15,-5 3-72-15,3 3-23 0,0 3 3 0,1 3-27 0,-1 1-28 16,1 5 6-16,0 2-10 0,1 2-11 0,-1-1-16 16,-1 3-2-16,2-1-15 0,-1 0-19 15,-1 0-4-15,0-1-13 0,-3-6-32 0,0 0 22 0,-2-4-31 16,0 0 24-16,0-2-34 0,-2-3 29 0,-4 0-30 16,0-3 25-16,-3-1-31 0,-2-4 35 0,-1-1-33 15,-3-3 29-15,1-3-8 0,-5-3-1 0,-4-5-3 16,-3-4-2-16,-3-8-2 0,-1-3-3 0,3-4-1 15,-1-3 0-15,1-2 7 0,3-1 21 0,4 1 20 16,2 3 9-16,4 5-23 0,4 3 37 0,2 2-43 16,0 4 45-16,6-1-43 0,0 3 20 0,6 0-33 15,4 0 24-15,5 0-37 0,3 0 25 0,7 0-32 16,4 1 28-16,8-2-35 0,4 0 33 0,2 1-29 16,1 1 49-16,4-2-31 0,2 2 3 0,0-1 3 15,2-1 8-15,-1 0-8 0,0 0 20 0,-4 0-33 16,-3 2 28-16,-3-1-37 0,-9 4 27 0,-4-1-32 15,-7 2 11-15,0 0-69 0,-6-1-32 0,-2 1-105 16,-4 0-67-16,-6 1-68 0,-1-1-127 0,-4 3-75 16,-5 0-54-16,-5 2-85 0,1 0-619 0,-4 2-898 0</inkml:trace>
  <inkml:trace contextRef="#ctx0" brushRef="#br0" timeOffset="24582.34">26504 12758 16 0,'0'-19'659'0,"0"5"-96"0,-1 0-116 0,-2-1-14 0,-1 2-46 15,3 2-36-15,-3 0-30 0,2 3-50 0,-2-1-32 16,4 9-14-16,-5-7 6 0,5 7-9 0,-5 6-26 16,3 4-10-16,2 3 11 0,0 7-44 0,2 6-21 15,0 8 0-15,6 9-13 0,2 2-13 0,1 5-23 16,4 7-16-16,1 3-14 0,0 0 5 0,0-1 38 16,-2-1-62-16,0-2-7 0,-2-7-1 0,-2 1-4 15,0-1-4-15,-1-1-22 0,-2-1 9 0,-1 1-45 16,2-3-61-16,-1-1-87 0,0-5-118 0,-1-6-130 15,3-3-116-15,-3-2-259 0,2-7-330 0,-1-8-754 16</inkml:trace>
  <inkml:trace contextRef="#ctx0" brushRef="#br0" timeOffset="24931.68">27045 13471 831 0,'4'6'783'0,"-2"0"-130"15,1 1-113-15,0 2-53 0,0 0-76 0,-2 2-59 0,3 2-52 16,-1-2-68-16,-1 3-38 0,3-1-27 16,-1 0-38-16,1-1-13 0,0 1-8 0,-1-5 0 0,1 3-17 15,-1-3 13-15,0-2-27 0,-1 2 22 0,-1-2 1 16,1-1 58-16,-3-5-37 0,5 5 6 16,-5-5-51-16,2-6 9 0,-4-1-17 0,-1-5-11 0,-2-4-11 15,-1-6 5-15,-3-4-6 0,-5-7-6 0,0-5-2 16,-4-2-10-16,1-3-5 0,-6-8-6 15,0-2 7-15,3 1-9 0,-1 1-23 0,6 7 32 0,2 0 13 16,7 1-12-16,3 0-4 0,4 5-5 0,5-4-8 16,4 3-5-16,6 4 29 0,0 3-39 0,4 4-10 15,-1 5-13-15,3 5-26 0,-2 3-39 0,1 3-43 16,-2 6-33-16,0 2-25 0,-5 4-27 16,4 4-67-16,-5 1-87 0,2 9-83 0,-3 1-3 0,-2 5-94 15,-2 6-60-15,-2 3-420 0,-2 3-654 0</inkml:trace>
  <inkml:trace contextRef="#ctx0" brushRef="#br0" timeOffset="25315.58">27226 13328 462 0,'5'6'782'15,"-5"-6"-175"-15,0 0-100 0,4-6-57 0,-4 6-25 16,1-12-41-16,1 4-28 0,1-2-43 0,-3-1-63 16,2-3-16-16,-1-1-28 0,0-2-12 0,2 0-19 15,-1-1-43-15,1 2-7 0,-1-2-15 0,2 4 7 16,0 0-44-16,0-1 10 0,2 6-45 0,-1-1 12 15,3 3-31-15,0 1 16 0,3 3-7 0,-11 3-9 16,21 2 0-16,-7 5-6 0,-1 1-7 0,2 7-5 16,-2 2 51-16,1 1-51 0,-3 1 44 0,-2 0-50 15,0 0 36-15,1 0-46 0,-4-3 46 0,-1-1-43 16,-1-3 45-16,-2 1-21 0,2-4 60 0,0 0-30 0,-4-9 28 16,-2 10-45-16,2-10 40 0,0 0-32 0,-10-5 43 15,5-3-43-15,1-4 49 0,-2-5-38 0,1-2-7 16,-3-4-8-16,6-3-6 0,0-1-30 0,1-1 29 15,1-6-5-15,1 1-4 0,3-1-6 0,0 3-4 16,3 3 1-16,3 1-4 0,0 2 33 0,1 6-41 16,2 2 31-16,2 6-36 0,1 0 33 0,0 5-39 15,2 3 5-15,-1 1 2 0,1 5-3 0,0 2-1 16,3 1-8-16,-4 4-17 0,1 3-31 0,-3 0 6 16,2 3-33-16,-4 0-26 0,1-1-18 0,-4 0-66 15,0-4-76-15,-2 2-86 0,-1-4-73 16,-3 1-56-16,-2-4-76 0,-2-6-130 0,0 0-353 0,0 0-675 15</inkml:trace>
  <inkml:trace contextRef="#ctx0" brushRef="#br0" timeOffset="25648.2">28020 11196 929 0,'2'-15'765'0,"1"5"-133"0,-2-2-137 0,2 4-83 0,-1 0-72 0,1 2-38 16,-3 6-30-16,2-7-6 0,-2 7-43 0,0 0-36 16,-1 9-52-16,-1-1-6 0,-2 7-46 0,-3 4 5 15,0 4-38-15,-5 5-7 0,1 8-9 0,-5 1-5 16,3 2-4-16,1 1 1 0,-5 1 24 0,6 0-32 16,-5-1 40-16,5-4-43 0,-2-2 33 15,4-5-40-15,1-8 35 0,3 0-41 0,-1-3 37 0,2-2-44 16,2-2 52-16,2-3-45 0,2 0 49 0,6-3-55 15,3 0 46-15,3-2-48 0,4-2 43 0,6-3-48 16,3 1 53-16,4-1-50 0,7-2 39 0,3-1-47 16,10 1 45-16,0-2-45 0,-1 2 39 0,1-1-53 15,-2 1 36-15,-7-1-64 0,-2 1-44 0,-2-4-129 16,0 3-135-16,-6-2-108 0,-5 1-114 0,-1-2-724 16,-3-3-916-16</inkml:trace>
  <inkml:trace contextRef="#ctx0" brushRef="#br0" timeOffset="26081.81">28822 11117 455 0,'-4'-21'717'16,"2"3"-124"-16,-1 2-42 0,0-3-80 0,0 2-58 16,1 0-74-16,0 2-50 0,2 0-40 0,0 3-52 15,0-1-34-15,4 0-43 0,2 4-15 0,1 1-29 16,4 2-6-16,3 3-19 0,0 3 10 0,7 3 8 15,3 5-11-15,2 5-13 0,6 4-8 0,-2 2-6 16,0 2-4-16,-3 2-9 0,-6-3-4 0,0 0-3 16,-3 0 3-16,-3-1 4 0,-2-2-13 0,-2-2-2 15,-3-2 1-15,0-1-4 0,-3-3 4 0,-3-1 17 16,-2-2-21-16,0-6 1 0,-6 11 1 16,6-11 1-16,-14 0 0 0,4-6 6 0,-2-1-7 0,-1-4 0 15,0-1 2-15,3-7-1 0,-1-1 0 0,1-7-1 16,2 2 0-16,0-6-11 0,6 0 11 0,-1 2-12 15,3-1 14-15,3 3-10 0,-1-1 3 0,3 3 7 16,-1 3 18-16,-1 1-20 0,-1 4 19 0,1 1-22 16,-1 5 13-16,1 1-16 0,0 3 35 0,-3 7-2 15,8-4 4-15,-8 4 8 0,12 9 39 0,-6-2-54 16,2 6 40-16,2 2-49 0,2 2 34 0,-1 1-10 16,3-1-4-16,-2-1-10 0,6 3-5 0,-2 0-1 15,1-4-9-15,-2-1-3 0,4-1-5 0,0-4-12 16,1 1-49-16,0-4-123 0,-1-2-124 15,-2-2-120-15,1-3-48 0,-1-2-106 0,-2-2-138 0,-2-5-277 16,-1-4-590-16</inkml:trace>
  <inkml:trace contextRef="#ctx0" brushRef="#br0" timeOffset="26315.14">28838 10449 274 0,'-30'-3'783'0,"3"1"-144"0,3 1-84 0,2 0-101 0,3-1-54 0,3 1-49 16,2 0-28-16,3-3-53 0,2 1-60 16,4 0-44-16,5 3-38 0,3-15-24 0,3 5-22 0,6 0-19 15,4-5-13-15,7-1-8 0,7-3-10 0,2 0-7 16,1-4-6-16,3 3-1 0,-2 0-6 0,2 1-8 16,-3 1-3-16,-1 1-3 0,-4 4-44 0,-3 1-77 15,-4 2-94-15,-1 2-98 0,-3 3-77 0,-1 1-113 16,-2 2-557-16,-3 2-680 0</inkml:trace>
  <inkml:trace contextRef="#ctx0" brushRef="#br0" timeOffset="26548.04">29624 10656 369 0,'0'0'687'0,"6"3"-136"0,-6-3-109 16,0 0-81-16,9-6-82 0,-3 0-29 0,1-1-32 0,2-1-10 16,2-5-34-16,3 0-34 0,0 0-26 0,4-2-24 15,1-4-23-15,1 3-7 0,-1-1-17 0,0 0-4 16,1 1-21-16,-3 2-6 0,0 0-73 16,0-1-106-16,-2 3-76 0,0 2-126 0,-4 0-161 15,2 1-336-15,-3 1-419 0</inkml:trace>
  <inkml:trace contextRef="#ctx0" brushRef="#br0" timeOffset="27082.21">30164 10654 744 0,'-5'8'593'0,"1"-2"-81"0,4-6-32 15,-9 2-89-15,9-2-47 0,-7-5-35 0,2-3-38 0,1 0-21 16,0-6-51-16,-1-3-36 0,0-4-34 0,-1-4-21 15,1-5-30-15,-3-5-11 0,-1-4-21 16,-2-5 0-16,-3-4-18 0,-1-6-7 0,-2-3 6 16,-1 1 1-16,2 1-6 0,-1 1-1 0,4 7 9 15,2 0 6-15,-2 1 36 0,2 4-18 0,0 2-3 16,0 2 9-16,3 10 6 0,2 4-4 0,-2 4-12 16,3 2-8-16,1 3-10 0,0 5-1 0,1 3-2 15,3 7-9-15,0 0 1 0,0 0-4 0,-11 11 19 16,10 1-30-16,2 4 43 0,1 8-41 0,3 5 7 15,1 4 42-15,4 5-49 0,4 2 38 0,1-2-6 16,2 2-16-16,1-1-2 0,0-1-6 0,4-2 4 0,-3-1-11 16,4-3-2-16,0-4-11 0,0 2 12 15,-1-8 7-15,-2-2-11 0,2-3 4 0,-3-5-1 16,0-2-3-16,-5-4 2 0,3-2 0 0,-4-3-3 16,-1-4 0-16,1-1-1 0,-1-5-1 0,-3-3-2 15,-3-1 6-15,2-6-1 0,-4 1 0 0,-2-1-2 16,1-1 2-16,-3 1-3 0,0 0 2 0,-3 2-39 15,2 2 58-15,0 2-57 0,-1-1 50 0,1 3-46 16,1 2 47-16,0 1-37 0,0 8 56 0,-4-6-50 16,4 6 47-16,0 0-2 0,-1 9-10 0,2 1-5 15,3 3 1-15,1 3-7 0,5 2 2 0,3 1 0 16,4 2-1-16,1 1-5 0,7 1 2 0,3 1-3 16,2-2 0-16,2-1-3 0,4-2-3 0,1-2-5 15,3-1-38-15,1-1-56 0,0-3-49 0,1 0-103 16,-2-2-121-16,-7-3-96 0,-3-5-61 0,-2 1-138 15,-5-3-432-15,-3-1-718 0</inkml:trace>
  <inkml:trace contextRef="#ctx0" brushRef="#br0" timeOffset="27365.83">29327 11820 1352 0,'0'0'851'0,"9"6"-173"16,-9-6-114-16,24-4-116 0,1-3-25 0,14-7-118 15,6-4 2-15,12-6-65 0,7-2 16 0,7-2-80 16,5-2 15-16,19-8-69 0,3 1 14 0,-2 1-62 16,3 0 19-16,-2 1-58 0,0 1 29 0,-15 8-14 15,1 0-16-15,-3 3-6 0,1-1-7 0,-5 3-8 16,-3 0-3-16,-4 2-1 0,-6 2-8 0,-13 3 1 15,-7 0-3-15,-4 4-3 0,-9 0-11 0,-5 2-49 16,-5 0-91-16,-7 2-55 0,-6 0-62 0,-7 6-83 16,-1-10-83-16,-10 7-28 0,-7 0-113 15,-10 4-146-15,-9 1-294 0,-9 2-626 0</inkml:trace>
  <inkml:trace contextRef="#ctx0" brushRef="#br0" timeOffset="27953.49">29780 12120 671 0,'-10'13'739'0,"4"-7"-157"0,1 3-101 0,4-1-61 16,1 1-36-16,1 1-24 0,2 4-60 0,4-1-1 16,-2 1-46-16,1 2-2 0,1 3-66 0,0 0-2 15,0 1-71-15,-2 4 13 0,2-4-54 0,-2 4 16 16,-1-3-49-16,0 1 29 0,-1-4-53 0,-1 0 35 15,-2 0-42-15,1-4 35 0,-2 0-47 0,-1-4 45 16,-3 3-46-16,0-4 44 0,-4 1-32 0,-2-4 48 16,-3-2-41-16,-2-2 53 0,-3-3-9 0,-5-3-5 15,-5-3 8-15,-1-6 0 0,-4-3 2 0,0-5-54 16,1-1 48-16,4-3-50 0,3-1 64 0,4 1-39 16,5 2 11-16,5 0-7 0,3 1-9 0,8 6 30 15,2-2-47-15,9 0 30 0,3 1-39 0,9 2 31 16,3 0-31-16,7 2 23 0,7 3-38 0,4 1 39 15,4 3-40-15,1-1 39 0,2 3-38 0,-2-1 36 16,-3 2-37-16,0-4 39 0,-7 1-41 0,-2 2 40 16,-2-5-41-16,-1 0 40 0,-1-2-43 0,-2-3 48 15,-5 0-12-15,-2-3-6 0,-3-4-4 0,-3-2-6 16,-4-4-4-16,-3 0-1 0,-6-4-4 0,-1-2 1 16,-6-1-7-16,1 0-29 0,-7-7 47 0,0 3-36 15,-3-1 46-15,2 9-41 0,1 2 9 0,0 0 3 16,0 9 0-16,4 3 2 0,0 1-5 0,1 4 6 15,-1 2 3-15,5 9 5 0,-8-4 37 0,8 4-49 16,-10 15 48-16,6 0-45 0,2 9 51 0,-1 9 3 16,1 2 15-16,0 11 18 0,2 4-29 0,2 0 28 15,0 3-10-15,2 4 13 0,3 8 30 16,0 2-44-16,2-2 25 0,1 0-53 0,2 0 27 0,-1-2-44 16,2-4 32-16,-2-10-44 0,0-2 33 0,0-3-43 15,-2-3 26-15,0-3-102 0,-1-8-74 0,-2-2-135 16,1-7-69-16,-4 0-139 0,1-5-114 0,-1-4-122 15,-1-1-721-15,0-4-1075 0</inkml:trace>
  <inkml:trace contextRef="#ctx0" brushRef="#br0" timeOffset="28302.06">30661 12316 562 0,'0'0'831'0,"8"6"-162"0,-8-6-106 0,5 11-74 0,0-7-59 15,-2 2-55-15,-1 1-57 0,2 0-61 16,0-2-12-16,-2 2-76 0,2 0-1 0,0 0-20 0,-1-1-6 16,-1 0-14-16,2-1 3 0,-1 1 1 0,-3-6 5 15,7 8 20-15,-7-8-10 0,0 0-27 0,9 2-22 16,-9-2-14-16,7-5-12 0,-5-3-14 0,0-1-12 16,-1-3-40-16,-1-2 30 0,-3-5-37 0,-2-2 9 15,0-7 54-15,-3-2-29 0,-6-6 31 16,0-1-22-16,0-2 34 0,-2 1-37 0,-1 0 57 0,3 0-34 15,-1 2 32-15,4 7-52 0,1 0 30 0,5 5-51 16,1 1 29-16,2 1-45 0,4 2 33 0,1-2-45 16,6 2 37-16,2 2-41 0,2 1 39 15,4 2-48-15,-1 2 37 0,2 1-45 0,1 4 34 16,1 0-81-16,-3 1-21 0,-1 3-92 0,0 1-72 16,-4 0-70-16,1 1-118 0,-13 2-133 0,16 5-24 0,-16-5-65 15,8 7-690-15,-7-2-962 0</inkml:trace>
  <inkml:trace contextRef="#ctx0" brushRef="#br0" timeOffset="28697.56">30817 12114 365 0,'0'8'647'0,"1"3"-106"0,1-5-16 0,-2-6-41 16,2 8-38-16,-2-8-35 0,0 0-54 0,0 0-36 16,0 0-56-16,13-3-40 0,-8-2-54 15,2-1-15-15,-2-1-5 0,0-1-27 0,0 0-20 16,0-1-16-16,3 1-11 0,-3 0 1 0,0 2 0 15,-1-1-24-15,1 3-12 0,0 1-12 0,-5 3-7 0,13-3-4 16,-13 3 14-16,14 7 11 0,-6 1-8 0,0 0-41 16,0 4 51-16,0 1-43 0,-2 0 49 0,1 3-43 15,-2-2 43-15,0-1-10 0,-1-1-4 16,0 1-8-16,-2-4 0 0,1 1 5 0,-1-2 7 16,2 0 10-16,-3-3 24 0,-1-5-11 0,0 0-14 15,0 6-11-15,0-6-34 0,-7-6 35 0,3-3-33 0,-1 1 38 16,1-6-8-16,1-2-11 0,-1 0-4 0,2-5-4 15,2 1 0-15,2-4-5 0,1 0-2 16,1 1 11-16,2 1-16 0,-2 3 13 0,4 2-15 16,-2 3 10-16,1 1-18 0,0 4-3 0,3 1-1 15,-1 4 1-15,-9 4 0 0,22 1 7 0,-9 5 7 16,0 2 7-16,3 5 18 0,2 4-4 0,1 2-2 0,-2 1-41 16,-2 2 35-16,1 0-35 0,-6-3 31 0,0 0-48 15,0 1 18-15,-3-3-104 0,-3-2-44 16,1-2-89-16,-3-3-82 0,-2-1-134 0,-2-1-91 0,-2-4-90 15,4-4-751-15,-12 4-1000 0</inkml:trace>
  <inkml:trace contextRef="#ctx0" brushRef="#br0" timeOffset="29534.32">31543 9959 159 0,'5'-24'510'0,"0"1"-84"0,-1 2-17 0,1 4-31 0,-1 2-18 16,-1 1-52-16,-1 1-52 0,2 3-52 0,-2 0-40 16,0 4-30-16,-2 6 77 0,0 0 16 0,-2-6-15 15,2 6-17-15,-8 9-4 0,-1 2-32 0,-1 1-18 0,-1 5-15 16,-3 5-20-16,-1 0-17 0,1 3-11 0,-1 1-11 16,-1 4-7-16,0 1 8 0,0 1-29 15,2-4 12-15,1-1-30 0,2-1 21 0,1-1-34 0,1-6 25 16,2 0-30-16,0-4 46 0,2-4-18 0,-2 3 16 15,5-4 6-15,0-1-12 0,4-3-9 0,3 1-5 16,3-2-6-16,3-1-4 0,6-2 2 0,3-1 34 16,3 2-28-16,6-1 19 0,2 0-27 0,5 1 21 15,2 1-24-15,1-1 16 0,5 3-34 0,-3 0 15 16,-4-1-54-16,-1 0 8 0,-3-1-82 0,-6 0-77 16,0 0-125-16,-7-4-160 0,-4 0-120 0,-2-1-738 15,-5-3-939-15</inkml:trace>
  <inkml:trace contextRef="#ctx0" brushRef="#br0" timeOffset="30030.66">31498 9095 17 0,'-5'-6'722'0,"0"-1"-156"0,0 1-80 0,3-1-33 0,-2 1-69 15,4 6-48-15,-7-6-49 0,7 6-28 0,-5-8 0 16,5 8-5-16,0 0-16 0,0 0-30 0,5 11-15 0,-1-2-23 15,4 4-38-15,2 5 5 0,0 1-25 0,3 5-16 16,2 2 3-16,2 4-48 0,0 2 17 0,-3 0-42 16,0-6 23-16,-1 3-39 0,-1-4 20 15,1-2-39-15,-1 1-14 0,-2-4-87 0,-3-2-78 0,1-6-94 16,-3 3-76-16,3-2-33 0,-4-6-44 0,0 0-69 16,-4-7-538-16,5 6-657 0</inkml:trace>
  <inkml:trace contextRef="#ctx0" brushRef="#br0" timeOffset="30347.75">31740 8989 170 0,'-1'-9'695'15,"-2"0"-169"-15,3 9-113 0,-2-7-23 0,2 7-45 0,0 0-18 16,-7 7-26-16,6-2-23 0,-2 5-16 0,1-1-15 16,1 2-28-16,-1 2-39 0,0 3-38 15,2 0-17-15,1 1-33 0,0 2-13 0,1-2-19 0,1 0-8 16,3-1-18-16,-1 0 4 0,2-1-15 0,2-3 15 15,0-1-10-15,3-1 5 0,-1-2-19 0,1-2 9 16,0-1-13-16,1-4 17 0,1-1-31 0,-2-3 10 16,-1 0-12-16,2-5 11 0,-3 0-11 0,1-3 10 15,-1-3-12-15,-1-3 7 0,-3 2-5 0,-3-2 9 16,-1 0 0-16,-2 0-2 0,-1-2 0 0,-3 3 1 16,-2 0-5-16,-5-2 6 0,0 3-4 0,-2 3-1 15,-3 2 3-15,0 1-2 0,0 3-2 0,0 3-6 16,0 2 2-16,2 2-45 0,-2 1-47 0,5 1-78 15,-1 1-85-15,5 3-43 0,0-2-47 0,5 2-41 0,2-7-66 16,4 11-494-16,2-6-537 0</inkml:trace>
  <inkml:trace contextRef="#ctx0" brushRef="#br0" timeOffset="30664.38">32059 8862 148 0,'-1'-9'635'0,"1"2"-130"0,-2-1-75 0,0 3-26 0,2 5-52 15,-5-11-24-15,5 11-16 0,-6-4-10 16,6 4-10-16,0 0-27 0,-6 6-27 0,4 0-52 0,2 1-42 16,0 5-27-16,0-1-20 0,2 1-17 15,0 4-20-15,3 0-13 0,0-2-3 0,3 2-19 0,0-1 7 16,-1-1-16-16,2-2 14 0,1 0-13 0,1 0 13 16,0-5-9-16,-1 0 16 0,1-1-22 0,-1-3 11 15,1-1-12-15,-11-2 5 0,21-2-11 0,-12-2 11 16,0-3-17-16,1-1 12 0,-1-2-4 0,-3-1 4 15,1-2-2-15,-1 0-10 0,-4 0 2 0,0-2-4 0,-2 0 3 16,-3 3 1-16,1-1-5 0,-6-1-1 16,2 1 3-16,-3 2-3 0,-3 0-3 0,-1 3 6 15,1-1 1-15,-4 5-2 0,1 0 0 0,-2 0-6 0,3 3-34 16,0 1-60-16,1 1-92 0,1 1-78 0,3 2-68 16,0-2-72-16,1 2-121 0,4 0-552 15,4-4-700-15</inkml:trace>
  <inkml:trace contextRef="#ctx0" brushRef="#br0" timeOffset="30866.39">32302 8878 304 0,'0'0'654'0,"0"0"-162"0,0 0-99 16,8-6-77-16,-8 6-42 0,5-9-92 0,0 2-10 15,3 0-55-15,0-4 4 0,2-1-48 0,1 0 6 0,5-2-35 16,-1 1 9-16,2-2-33 0,0 0 18 15,1-1-27-15,4 0 14 0,0 1-35 0,-2 0-25 16,-2 3-66-16,1-1-64 0,-1 3-44 0,-1 0-104 0,-2 3-136 16,0-1-210-16,-2 1-167 0</inkml:trace>
  <inkml:trace contextRef="#ctx0" brushRef="#br0" timeOffset="31382.12">32849 8738 108 0,'0'0'692'0,"5"6"-136"0,-5-6-83 0,4 7 42 0,-4-7-56 16,0 0 4-16,0 0-107 0,5 6-1 0,-5-6-88 15,0 0 2-15,4-8-97 0,-4 8 15 16,3-11-78-16,-1 1 26 0,-2-1-70 0,3-1 60 0,-1-4-78 16,-2-2-4-16,0 0-6 0,-2-3-8 0,-1-2-4 15,1-3-5-15,-3-2-3 0,-2-2-1 0,-2-2-3 16,-5-2-6-16,1-1 0 0,-4-2-2 0,0 1-2 15,-2 1 2-15,0 0 1 0,1 4-4 0,-1-1 11 16,2 7-5-16,2 4 1 0,-1-1 5 0,6 8-2 16,2 0-9-16,1 2-2 0,0 3-2 0,0 5 8 15,7 4 9-15,0 0-2 0,-12 4 1 0,8 6 0 16,4 4 18-16,2 3-2 0,0 4-1 0,5 4-31 0,5 3 30 16,2 6 1-16,2-1-5 0,0-1-4 0,3-1-4 15,-2-3-2-15,2-5 0 0,-3-1-5 0,2-2 33 16,-6-4-46-16,4-3 39 0,-1 1-43 0,0-3 38 15,-1-5-39-15,3-4 35 0,0 0-36 16,-1-4 3-16,3 0 3 0,-1-4-2 0,0-5 1 0,-1 1 5 16,-1-5-2-16,-1 1 8 0,-2-4-12 0,-4 0 2 15,-1-2-2-15,0 0 37 0,-4 0-40 0,-3 1 30 0,0 1-29 16,-1 1 10-16,-2 0-15 0,0 2 33 16,0 3-33-16,-1 0 28 0,2 1-38 0,-2 5 44 15,3 6-38-15,-5-5 40 0,5 5-34 0,-5 4 37 0,5-4-38 16,0 13 18-16,3-2 4 0,3 4 8 15,3 3-7-15,1 2 1 0,6 2-2 0,2 1 1 0,1-1-3 16,4 3 29-16,2 1-40 0,2-2 26 16,1 0-52-16,-1-4 2 0,-3-2-107 0,-2-2-92 0,4-1-153 15,-7-4-133-15,-1 1-84 0,0-2-134 0,-7 0-417 16,-1-4-760-16</inkml:trace>
  <inkml:trace contextRef="#ctx0" brushRef="#br0" timeOffset="31664.96">31815 9839 1742 0,'0'0'788'0,"0"0"-186"0,0 0-122 16,0 0-96-16,0 0-73 0,0 0-68 0,21-2-38 15,-8-3-6-15,4-1-27 0,5-1 8 0,10-5-57 16,10-4 5-16,3-1-54 0,15-7 12 0,4-2-36 15,8-3 11-15,2-4-10 0,20-10-5 0,4-2-4 16,4-3 15-16,1 0-16 0,-2-2-7 0,5-3-11 16,-5 2-2-16,0 1-7 0,-9 2 25 0,-7 2-52 15,-22 12 30-15,-5 0-49 0,-11 4 13 0,-10 5-107 0,-5 2-54 16,-14 5-106-16,-4 3-62 0,-9 2-42 0,-5 5-12 16,-6 0-26-16,-8 3-36 0,-5 2-24 0,-8 2-463 15,-3 2-534-15</inkml:trace>
  <inkml:trace contextRef="#ctx0" brushRef="#br0" timeOffset="32280.59">32417 10087 387 0,'5'6'694'0,"1"-2"-167"0,-3 0-76 0,3 2-131 16,-3 0-25-16,5 2-27 0,-2 1 26 0,1 1-55 0,1 1-14 16,0 1-61-16,-1 0-1 0,0 0-57 0,1 2 14 15,-3 1-49-15,2-2 18 0,-1 2-46 0,-2-2 27 16,0-1-33-16,-2-1 36 0,0 1-43 0,-1-4 31 16,-2 1-40-16,-1 0-1 0,-2-2 4 0,1-1 0 15,-4 0 6-15,-2-3 4 0,-1-2-3 0,-2 1-3 0,-1-5 7 16,-2-2-6-16,-2-1 6 0,-1-4-4 0,-3-2-6 15,0-3 2-15,-1-3 15 0,1 0-2 16,2-1-13-16,4-2 13 0,1 4-12 0,3-1 22 16,6 3-28-16,0-2 15 0,5 4-25 0,3-3 39 15,3 2-49-15,6-4 21 0,4 4-31 0,7-3 25 0,-1 4-26 16,6 0 26-16,2 0-14 0,0 2 31 0,-2-1-35 16,2 1 29-16,-2 1-31 0,0-2 31 0,-4 1-36 15,-1-2 30-15,-2 1-33 0,-2-1 27 0,-2 0-6 16,-1-3-4-16,-2 1-2 0,-1-1 0 0,-3-2 1 15,-1-2 7-15,-1 1-7 0,-3-1-7 0,-3 1 2 16,0 0-1-16,-2 0 8 0,-2 1-7 0,0-1-1 16,-1 2 14-16,-2 1 14 0,3 2 25 0,-1 1-6 15,2 3-6-15,-2-1-12 0,2 3-4 0,0 0-1 0,1 8-7 16,-3-6 8-16,3 6-2 0,0 0-1 0,0 14 30 16,1 2-1-16,3 1-3 0,0 8-6 0,1 7-17 15,4 9 45-15,0 3-16 0,0 1 15 0,4 3-8 16,-2 0-17-16,0 2-8 0,0 0-6 0,-1 0-8 15,-2 0 2-15,0-3-8 0,-1 0-2 0,-3-4 1 16,1-2-5-16,-1-7-1 0,-1-1-19 0,-1-8 22 16,1 2-42-16,-2-4-13 0,0-3-56 0,-1-3-11 15,0-2-79-15,0-3-41 0,0-2-70 0,0-3-100 16,0-7-70-16,0 10-7 0,0-10-57 0,0 0 7 0,3-8-488 16,-1-3-624-16</inkml:trace>
  <inkml:trace contextRef="#ctx0" brushRef="#br0" timeOffset="32549.28">32998 10212 372 0,'8'-5'472'0,"-8"5"-68"0,15 0-73 0,-5 3-10 0,-1 2-31 0,0-1-6 0,2 3-51 0,-1 1 34 0,-1 0-37 15,0-1 27-15,0 0-60 0,-2-1 30 0,0 0-60 16,-2 0 14-16,3-1-41 0,-4-1 45 0,-4-4-41 16,9 7 73-16,-9-7-65 0,0 0-32 0,0 0-26 15,10-1-18-15,-10 1-15 0,0-13-8 0,-2 2-12 0,-2-3-6 16,-3 0-1-16,0-5-5 0,-5-6-4 15,-1 0 0-15,-4-9-1 0,0 3-11 0,-2-1 59 16,1-2-30-16,0 1 34 0,1 0 19 0,3 5-12 0,4 0-12 16,0 0-17-16,3 5-8 0,4-1-11 15,3 4-6-15,1-4 24 0,5 4-44 0,3-1 29 0,6 1-41 16,3-1 32-16,2 4-43 0,1 2 28 0,-3 4-52 16,1 0-1-16,2 4-102 0,-2-2-86 0,-1 5-189 15,-3 1-104-15,1 1-63 0,-16 2-125 0,21 2-474 16,-21-2-793-16</inkml:trace>
  <inkml:trace contextRef="#ctx0" brushRef="#br0" timeOffset="32965.08">33106 9971 61 0,'-1'11'523'0,"0"0"-137"16,1-4-17-16,0 0 8 0,0-7 58 0,2 11-18 16,-2-11 7-16,7 4-76 0,-7-4-39 0,0 0-94 15,15-1-5-15,-15 1-72 0,13-7 41 0,-7 1-45 16,4-1-18-16,-3 1-5 0,0-2 10 0,-1-1 8 15,2 1 2-15,-4 0-15 0,3 0 6 0,-2 1-17 16,0 1-16-16,-2 2-20 0,0-2-16 0,-3 6-23 16,8-7 5-16,-8 7 0 0,8-3-1 0,-8 3-2 15,9 4 4-15,-9-4 3 0,12 9-3 0,-5-3 5 0,-2 0-14 16,1 2-2-16,-2-2-5 0,2 2 3 16,-2-1 27-16,1-1-48 0,-1 0 33 0,0-1-34 15,-4-5 33-15,5 8-38 0,-5-8 39 0,5 7-40 0,-5-7 36 16,0 0-39-16,0 0-1 0,0 0 3 0,-2-7 0 15,-1 1 6-15,1-4-1 0,-1 2 1 16,-1-5 1-16,4 1 0 0,-1-4-3 0,1 2 7 0,1-3 24 16,-1 0-42-16,3 4 42 0,1-2-46 0,0 3 36 15,1 4-39-15,2-2 44 0,1 5-48 0,0-1 38 16,3 3-31-16,1 2 53 0,-1 4-39 0,4 1 38 16,-2 1-37-16,1 5 4 0,2 3-1 0,-1 2-2 15,-2 0 34-15,-2 2-48 0,1-1 18 0,-3 1-58 16,-2 0 16-16,1-3-102 0,-4 1-50 0,-2-4-152 15,0 0-106-15,-4-3-95 0,0 0-118 0,-3-3-582 0,5-5-854 16</inkml:trace>
  <inkml:trace contextRef="#ctx0" brushRef="#br0" timeOffset="33332.9">32715 7604 477 0,'-6'-7'764'0,"2"2"-149"0,4 5-136 0,0 0-86 16,0 0-48-16,9 11-49 0,10 7-24 0,10 10 22 15,16 9-40-15,11 5 3 0,21 14-58 0,7 4 34 16,11 5-53-16,5 4 13 0,3 4-59 0,6 12 46 16,-4 5-40-16,-4 10 27 0,-9 7-23 0,-12 5 41 15,-22 9-57-15,-58 9 0 0,0 3 4 0,0 6-33 16,0 0 24-16,0 4-22 0,0 4 4 0,0-1 5 16,-30-2-52-16,-20-5-1 0,-5-3-41 0,-1-5-27 15,-1-6-37-15,-2-9-44 0,1-5-75 0,1-5 13 0,-2-8 20 16,0-10-50-16,2-7-110 0,-2-6-123 15,0-6-149-15,7-16-88 0,-2-4-787 0,-1-3-1054 0</inkml:trace>
  <inkml:trace contextRef="#ctx0" brushRef="#br0" timeOffset="34249.04">22384 16748 1455 0,'-28'-5'846'0,"3"4"-179"0,6-2-157 0,3 1-85 0,3 1-103 0,0-4-71 16,13 5-38-16,-10-5-56 0,10 5-9 0,10-12-54 15,5 2-4-15,7-4-33 0,11-4 6 0,7 0-30 16,2-2 13-16,14-5-28 0,3 0 14 0,2 0-44 16,5-3-6-16,-1-1-73 0,1 2-127 0,-2 0-136 15,-4 5-81-15,-14 4-133 0,-5 3-605 0,-4 3-784 16</inkml:trace>
  <inkml:trace contextRef="#ctx0" brushRef="#br0" timeOffset="34448.43">22224 17074 448 0,'-20'13'834'0,"3"-1"-241"16,5-3-95-16,3-1-147 0,4-1-41 0,4-1-62 15,1-6 29-15,10 5-44 0,2-5-37 0,8-3-30 16,10-2-29-16,11-6-31 0,6-3-22 0,12-6-15 0,6 0-15 16,1-7-6-16,5-3-18 0,4-2-1 0,14-10-14 15,1-1-43-15,-2-1-123 0,-14 10-121 16,-2-2-81-16,-6 3-117 0,-7 5-608 0,-7 2-695 0</inkml:trace>
  <inkml:trace contextRef="#ctx0" brushRef="#br0" timeOffset="41197.85">23787 16012 735 0,'-5'-4'784'0,"5"4"-164"0,0 0-135 0,0 0-85 16,0 0-52-16,-4 9-42 0,5 0-30 0,5 4-33 16,2 4-37-16,0 6-30 0,4 3-24 0,3 5-38 15,3 3-2-15,0 2-35 0,2 0-3 0,-1 1-11 16,3 1-14-16,-3-1-22 0,2 1 7 0,-1-1-23 16,-3-1 9-16,-1-1-22 0,-2-1-5 0,-1-7-77 15,-4 1-92-15,-1-6-117 0,-1-2-75 0,-3-1-39 16,-1-3-59-16,-1-3-63 0,-2-4-405 0,-2-1-511 15</inkml:trace>
  <inkml:trace contextRef="#ctx0" brushRef="#br0" timeOffset="41448.42">23834 16106 566 0,'-7'-38'638'0,"0"6"-146"0,2 2-72 0,3 4-72 15,2 4-21-15,0 2-21 0,2 1-12 0,3 0-24 0,4 0-30 16,0 2-46-16,6 2 6 0,-1 2-46 0,6 1-18 15,0 4-29-15,2 2-9 0,-2 4-31 16,2 3 1-16,2 1-24 0,-3 5-6 0,-1 4-14 16,-2 2 2-16,-1 0-15 0,-6 5 0 0,0 1-4 0,-3 1 1 15,-5 4-1-15,-4-2-3 0,-2 1-1 0,-6 7 8 16,-2-4-11-16,-3-1 7 0,-2 1-11 0,-2-3 12 16,3-1-16-16,-3-4 11 0,4-2-16 0,-1-3-8 15,5-6-56-15,-1 2-111 0,1-6-144 0,10-3-93 16,-9-2-114-16,9 2-565 0,0-14-721 0</inkml:trace>
  <inkml:trace contextRef="#ctx0" brushRef="#br0" timeOffset="41698.08">24610 15490 691 0,'9'-6'796'0,"-9"6"-140"16,10-4-110-16,-10 4-89 0,-5 6-40 0,-5 2-51 15,-4 8-27-15,-5 4-51 0,-7 9-25 0,-2 5-33 16,-6 9-23-16,-2 6-13 0,1 5-38 0,-1 6-26 16,3 3-27-16,2 6-19 0,5 4 5 0,5 0-34 15,3-1 10-15,8 1-2 0,6-3 11 0,6-12-21 16,3 10 11-16,6-6-27 0,3-1-5 0,1-4-7 16,5-6 14-16,3-2-27 0,-3-10 5 0,6-4-40 0,-2-6-2 15,4-1-51-15,2-5-18 0,2-5-85 16,-2-7-46-16,2-3-87 0,0-4-97 0,-1-4-84 0,3-4-83 15,-1-4-112-15,3-5-389 0,-1-7-693 0</inkml:trace>
  <inkml:trace contextRef="#ctx0" brushRef="#br0" timeOffset="43097.51">24794 15802 108 0,'0'0'336'0,"0"0"-89"0,-10 2-53 0,10-2-30 15,0 0 35-15,0 0 5 0,0 0 35 0,-10-2-40 0,10 2-8 16,0 0-32-16,0 0-9 0,0 0-27 0,0 0-3 0,0 0 10 16,0 0 7-16,0 0 8 0,-12-2 25 15,12 2 26-15,0 0 2 0,0 0-1 0,-8 4-21 16,8-4-11-16,0 0-9 0,-7 4 4 0,7-4-16 15,0 0-6-15,0 0 9 0,-9 2-29 0,9-2 0 0,0 0 3 16,0 0-8-16,0 0-1 0,-8 2-14 0,8-2-9 16,0 0-12-16,0 0-20 0,0 0-7 0,0 0-9 15,0 0-9-15,0 0-5 0,0 0-5 0,0 0 0 16,-8 3-2-16,8-3 0 0,0 0-7 0,0 0-2 16,0 0-2-16,0 0 3 0,0 0-5 0,0 0 11 15,0 0-4-15,0 0-3 0,0 0 0 0,8-7-5 16,1 1-1-16,4-3-3 0,2-3 23 0,4 2-23 15,1-5 16-15,4-2-19 0,0 1 17 16,7-5-20-16,1-1 0 0,2 1 4 0,2-4 3 0,2 2-1 16,1-2-3-16,-2 1 6 0,0 3-3 0,-4 2-42 15,-1 1 50-15,-5 5-39 0,-7 2 42 0,-2-1-43 16,-2 6 44-16,-4-2-45 0,2 2 51 0,-3 1-52 16,-2 5 51-16,-9 0-38 0,16 3 64 0,-9 2-5 15,-2 3-1-15,-3 4 17 0,3 3-6 0,-5 1-1 16,0 4-4-16,-5 3 6 0,1 0-17 0,-1 7 13 15,-4-3-26-15,0 3-6 0,-7 2 0 0,0-1-1 16,-3 1-4-16,-2-2 0 0,-1-1 4 0,-5-2-5 16,-4-1-3-16,2-1 3 0,-3-1-1 0,0-4-2 15,1 1 0-15,3-7 0 0,5 0-1 0,3-2 3 16,4-5 2-16,1 2 1 0,2-2 2 0,2 1 21 16,-1-4 20-16,5 0-32 0,7-4 29 0,-11 0-38 0,11 0 29 15,0-8-42-15,5-1 30 0,6-1-7 0,3-2-4 16,1-1-5-16,4 1-6 0,2 0-2 15,4 0-1-15,-3 3 4 0,2 0-8 0,-2 3 0 16,4 1-2-16,-1 2-2 0,1 1 1 0,-1 4 1 0,3 3-1 16,-3 1 2-16,3 3-2 0,-3 3-31 0,2 1 38 15,-5 4-34-15,-3 0 36 0,0 2 1 0,-6-2 0 16,-2 3-5-16,-3-4 3 0,-3 6-2 0,-1-4-6 16,-5 1 1-16,-4 3 0 0,-2-3 15 0,-4 0-21 15,-3 2 16-15,-4-1-18 0,-1-4 15 0,0-2-16 16,1-5 19-16,-3 1-15 0,0-4 15 0,4-3-17 15,-2 0 19-15,1-2-16 0,1-4 14 0,1 1-20 16,2-3 8-16,2-1-23 0,1-1 3 0,3-2 3 16,3 0 1-16,2 0 3 0,3-1 3 0,5 2 0 15,0-2 0-15,3 6 3 0,6-2-2 0,0 0 1 16,5 3 2-16,1 3 2 0,1 3 0 0,4 1 4 16,1 2-1-16,2 0-2 0,2 6 6 0,-1 0 6 15,1 0-18-15,-3 1 11 0,1 2-24 0,-3-2 9 16,0 2-39-16,-6-4-3 0,-1 0-47 0,-2 0 3 15,-2-3-73-15,0 1-48 0,-3-2-72 0,-2-1-103 0,-1-2-103 16,-3-1-51-16,-5-3-77 0,11 3-535 16,-11-3-780-16</inkml:trace>
  <inkml:trace contextRef="#ctx0" brushRef="#br0" timeOffset="45696.82">26096 15743 363 0,'8'-19'691'0,"-3"5"-109"0,0 0-73 0,-1 1-121 0,0 3-66 0,0-1-57 0,-2 3-42 15,3 0-50-15,-3 2-14 0,-2 6 23 16,6-6 6-16,-6 6-23 0,5 6-23 0,0 1-44 16,-1 4-5-16,4 3-28 0,-2 4-3 0,3 2 27 0,0 6 4 15,1 0-29-15,3 3-10 0,-1-2 0 0,2 6-1 16,-1 2-22-16,0-3 4 0,-1-2-9 0,-2-1-4 16,0-1-7-16,-1 1-3 0,-1-1-8 15,0-4-1-15,-3-1-41 0,1-2-46 0,-1-2-99 0,-1 0-81 16,0-4-58-16,2-1-62 0,-3-5-71 0,1 1-82 15,-4-10-391-15,6 7-501 0</inkml:trace>
  <inkml:trace contextRef="#ctx0" brushRef="#br0" timeOffset="46146.71">26758 15018 344 0,'18'-29'623'0,"-2"6"-68"15,-2 3-91-15,-2 4-88 0,-1 1-83 0,-2 4-54 16,1 0 40-16,-4 6-7 0,3 1-25 0,-9 4 19 16,15 2-38-16,-8 2-13 0,-1 3-42 0,-2 4-34 0,-4 2-16 15,0 1-32-15,-1 3-18 0,-4 4-15 16,-2 2-8-16,-5 2-13 0,-1 1-10 0,-3 4-13 0,-5 1 9 15,-1-2-15-15,-2 2 9 0,-1-3-2 16,0-2-4-16,-1-1-4 0,6-6 0 0,2-2 0 0,3-2-3 16,3-4 3-16,1 0 20 0,0-2 47 15,4-1-1-15,0-2 20 0,2-1-14 0,5-5-14 0,0 0-15 16,9 4-1-16,3-4-18 0,8-3-45 16,6 0 65-16,2 0-46 0,7 1 47 0,3 2-36 0,1 0 40 15,3 0-46-15,6 2 45 0,0 1-58 0,2 1 45 16,0 1-6-16,-3 1-2 0,1-1-13 0,-6 2-3 15,-5-1-5-15,-5 0-7 0,-7-3-12 0,0 2-20 16,-5-2-20-16,-3 0-55 0,-1 0-72 0,-3 0-43 16,-3 0-61-16,-10-3-84 0,9 4-59 0,-9-4-50 15,-4 6-66-15,-3-3-64 0,-5-1-341 0,-1 1-516 16</inkml:trace>
  <inkml:trace contextRef="#ctx0" brushRef="#br0" timeOffset="47996.63">28004 14496 559 0,'-14'-7'678'0,"-1"1"-157"0,2 0-54 0,3 1-89 16,-1 1-54-16,2 0-31 0,1 1-28 0,0 0-26 0,8 3-24 16,-13-6-13-16,13 6-36 0,-9-7-32 15,9 7-30-15,-1-6-22 0,6 0-14 0,2-4-15 0,4 2-14 16,6-4-6-16,7-4-1 0,2 1-10 15,6-4 3-15,1 2-11 0,1-4 6 0,2 1-10 0,-1 1 4 16,1-2-8-16,-1 1 9 0,1 0-13 0,-4-1 10 16,-1 1-4-16,-2 1 11 0,-7 3-12 0,-1-1 8 15,-3 3-12-15,-2 2 14 0,-1 0 17 0,-5 2 11 16,2 1-19-16,-1 2-3 0,-3-1-6 0,-2 2 7 16,1 1-13-16,0 0-7 0,-7 5 11 0,0 0-16 15,0 0 10-15,3 7-4 0,-7 4 11 0,-5 3-17 16,0 4 26-16,-6 6-31 0,1 1 17 0,-3 6-16 15,-1-1 1-15,-1 1 1 0,2 1 4 0,-2 0 2 16,0-3-16-16,1 2 18 0,-2 0-15 0,1-1 17 16,-3-1-3-16,0 0-1 0,3-3-3 0,1-4 17 15,0-2-17-15,4-3-1 0,1-2 0 0,1-2-2 16,1-3 2-16,4 1 6 0,-2-4 4 0,1 0-6 16,4 1 5-16,4-8-5 0,-5 5 6 0,5-5-5 15,12-7-1-15,2-1 0 0,9-4-14 0,11-6 16 16,5 2-14-16,0 0 16 0,5-1 12 0,2 1 3 15,-3 4 0-15,4-2 1 0,-2 2 1 0,2 3-4 16,-3 1-1-16,-6 3-4 0,-1 2-21 0,-5 3 24 16,-1 2-28-16,-2 1 26 0,1 4-27 0,-5 2 24 15,-2 5-22-15,-2 2 18 0,-7-1 1 0,-3 3-2 16,-2 4 2-16,-5 0-8 0,-3 2-1 0,-6 2 1 16,-3 6 5-16,-5 3-6 0,-7 0 3 0,-4-2 3 15,-5 0 1-15,-7 1-1 0,-5 0 7 0,5-7-3 0,-3-3 3 16,-1-4 5-16,-1 0 12 0,3-4-6 15,2-4 3-15,7-4-2 0,4-1 1 0,2-3 0 0,5-3 8 16,2-2-16-16,4-3-10 0,3-1 0 16,2-3-2-16,4-4-7 0,8-2 1 0,3-4 3 15,6-4-6-15,6 1-3 0,5-4 2 0,5 1 1 0,1 4-1 16,2 1 2-16,2 2 3 0,0 5-1 16,-3 2 9-16,0 4-5 0,-2 1 3 0,-1 5 2 0,-1 2 1 15,0 2-2-15,2 4 0 0,-1 3-3 0,-1 3 17 16,0 0-25-16,-4 3 22 0,0 1-29 0,-1 0 2 15,-3 0 0-15,1 0-12 0,-2 1-8 0,-4-5-23 16,-1 0-54-16,0-1-68 0,-2-2-94 0,-1-1-101 16,0-1-75-16,0-2-81 0,-1-1-146 0,1-5-375 15,-11-1-658-15</inkml:trace>
  <inkml:trace contextRef="#ctx0" brushRef="#br0" timeOffset="48430.12">29791 13780 1004 0,'10'-16'812'0,"-3"2"-150"0,0 3-153 0,-1-2-101 16,1 5-86-16,-2 2-25 0,-5 6-51 0,9-4-31 16,-9 4-53-16,9 6 0 0,-5 2-36 0,0 6-10 15,-4 2-23-15,0 3-19 0,-4 6-16 0,-1 5-7 16,-3 2-3-16,-1 4-20 0,-3 0-6 0,-3 2-3 15,-1-3-4-15,-1 1-3 0,-3-3 0 0,-1 0 0 0,-1-2-2 16,0-3 4-16,-3 1-6 0,0-6-2 16,0 1 1-16,2-6-1 0,3-3 2 0,3-1 3 15,1-3 15-15,3-1 20 0,0-4 12 16,4 2 7-16,0-2 2 0,-1-1-6 0,5 1-12 0,5-6-8 16,-5 5-14-16,5-5-6 0,10 3-8 0,3-3-1 15,2 0-3-15,6 2-1 0,2-2 7 0,5 3-6 16,2-3 6-16,2 1-7 0,4 1 0 0,2-1-4 15,3 1-2-15,4-2 0 0,4 0 4 0,3-2-6 0,-1-1-1 16,-2 2-1-16,1-2 0 0,-1 1 0 16,-4-4 0-16,-6 4 4 0,0-4-2 0,-4 3-2 15,-2-2 0-15,-6 2 0 0,-4-3-1 0,0 2-3 0,-4 0-2 16,-2-2-26-16,-2-1-26 0,-4 1-58 16,0-3-57-16,-3 2-74 0,-2-1-83 0,-3-2-68 0,0 2-48 15,-2 0-60-15,-3-2-61 0,-1 0-432 0,-1 1-601 16</inkml:trace>
  <inkml:trace contextRef="#ctx0" brushRef="#br0" timeOffset="49848.25">30514 13559 131 0,'0'0'469'0,"0"0"-131"0,-15-1-51 16,15 1-14-16,0 0-24 0,-13 0 5 0,13 0-6 0,0 0 2 15,-11-1-7-15,11 1-3 0,0 0 0 0,0 0-17 16,-12 0-8-16,12 0-45 0,0 0-24 0,3-6-36 16,3 1-17-16,4 0-25 0,3-2-9 0,1-1-16 15,6-2-6-15,1-1-5 0,3-3-5 0,3 0-9 16,-2 1-2-16,5-5-3 0,2-1-4 0,4 0 0 15,-3 0-2-15,2-1 35 0,-1 3 7 0,-2-2-8 16,-6 4-7-16,-1 3-7 0,-7 1 0 0,0 0-12 16,-4 4 6-16,-1 0 1 0,-2 1-15 0,-2 0 7 15,1 1-10-15,-2 0 6 0,-8 5-4 0,9-5-1 16,-9 5-9-16,0 0 12 0,-7 8 1 16,-3-1-1-16,-2 3-4 0,-4 1-3 0,-1 3 3 0,1-1-1 15,-5 3 0-15,0 2 1 0,3-1-8 0,-2 1 7 16,1 0-8-16,1-1 10 0,-1 1-8 0,1 0 11 15,2-3-10-15,1-2 6 0,2-1-6 0,2-1 8 16,2-3-8-16,-1 1 7 0,3-2-6 0,-1-2 9 16,3 2-10-16,-1-3 12 0,1 2-7 15,5-6 15-15,-8 7-11 0,8-7 3 0,0 0-9 0,0 0 7 16,14-2-11-16,-1-1 7 0,1-1-10 0,5-1 11 16,0 2 2-16,3-3 10 0,1 2 10 0,4 0-18 15,0 1 11-15,3 1-5 0,-2 2 0 0,3 0 21 16,4 2-16-16,-1 1 13 0,-1 3-12 15,-1 2 3-15,-1 2-15 0,-3 0 12 0,-2 2-13 0,-2 3 6 16,-6-2-9-16,-2 2 8 0,-1-1-13 0,-3 3 0 16,-1 1 15-16,-4-1-13 0,-4 3 7 0,-2 0-9 15,-5 2 10-15,-3 4-10 0,-7 2 15 0,-6 3-16 16,-4 1 12-16,-1-2-15 0,-5-1 15 16,1-1-14-16,-2-2 12 0,-1-2-10 0,2-3 12 15,4-5-12-15,2-3 15 0,1-3-16 0,2-2 18 16,1-1-15-16,2-4 17 0,1-2-14 0,3-1 11 0,1-3-17 15,-1 2 14-15,5-6-17 0,-2-4 18 0,5 1-21 16,2-3 16-16,1 0-18 0,6-4 19 0,1 2-19 16,1 2 17-16,2 0-15 0,4 1 14 0,1 3-18 15,2 1 18-15,0 0-17 0,4 6 16 0,3-1-14 16,-1 1 23-16,6 4-6 0,-1 3 14 16,2 0-18-16,1 2 26 0,2 4-18 0,-5 1 13 15,1 1-25-15,-1 0 16 0,-2 1-20 0,-2 1 18 0,-3-1-20 16,-2-1 16-16,0 1-32 0,-2-2-3 0,-2 1-43 15,-1-1-56-15,0-2-83 0,-2 1-84 16,0-1-77-16,-4-2-51 0,3-1-63 0,-2 0-101 16,1-3-347-16,-1-1-505 0</inkml:trace>
  <inkml:trace contextRef="#ctx0" brushRef="#br0" timeOffset="50214.25">31582 13765 575 0,'6'-10'528'0,"-2"2"-90"0,-2 1-63 0,1 0-11 16,1 2-40-16,-4 5-21 0,4-9-26 0,-4 9-48 16,7-7-12-16,-7 7-31 0,10-4-28 0,-10 4-36 15,11 1-20-15,-11-1-23 0,14 6-10 16,-9 1-21-16,0 1-7 0,-3 1-6 0,1 2-3 16,-3 3-3-16,-4 2-10 0,0 5 3 0,-1-1-4 0,-6 5 2 15,-1 0 0-15,1 0-3 0,-1-3 1 0,2-4-4 16,2 0-3-16,-2-3 3 0,4-4 37 0,1 2 43 15,-2-4 26-15,3 0 28 0,-1-1 74 16,2-3-30-16,3-5-23 0,0 0-50 0,0 0-2 16,0 0-44-16,3-9 0 0,6 0-28 0,0-3 8 15,5-2-26-15,5-2 7 0,4-1-21 0,4 2 14 0,5-5-21 16,3 1 14-16,2 1-22 0,2 1 21 16,2 2-25-16,0 0 19 0,0 2-18 0,-1 1 15 15,-8 2-17-15,-2 1 18 0,-3 0-23 0,-2 2 17 16,-4 1-24-16,-2 2-2 0,-3-2-83 0,-1 3-86 15,-3 0-152-15,-2-2-141 0,1 3-94 0,-4-3-145 16,-7 5-500-16,5-10-830 0</inkml:trace>
  <inkml:trace contextRef="#ctx0" brushRef="#br0" timeOffset="50497.5">31267 12614 786 0,'-9'-17'735'0,"3"3"-154"16,3 1-137-16,4 7-86 0,5 1-75 0,-6 5-24 15,24 5-10-15,0 6-11 0,11 10-26 0,8 8 9 16,6 7-49-16,3 5 9 0,2 9-51 0,10 14-15 0,-4 7-11 16,-3 6-31-16,-4 6 2 0,-7 2-10 15,-5 4-4-15,-4 1-28 0,-7 3 28 0,-10-11 2 0,-3 4 26 16,-4 0-8-16,-3 2-3 0,-5-5-9 0,-3 2-14 15,-5-5-34-15,-6-2 6 0,-4 1-55 0,-6-3 5 16,-4-5-76-16,-9 0-41 0,-14 10-57 0,-5-7-103 16,4-14-84-16,-17 5-47 0,-5-2-83 0,-4-6-88 15,-5-5-398-15,12-10-600 0</inkml:trace>
  <inkml:trace contextRef="#ctx0" brushRef="#br0" timeOffset="51931.17">23898 17856 544 0,'-9'4'528'0,"-1"0"-99"0,2-1-89 0,8-3-9 0,-13 4-43 16,13-4 5-16,-11 2-58 0,11-2 21 16,-9 4-70-16,9-4 7 0,0 0-51 0,0 0 5 15,-1-7-52-15,9-1 11 0,4 0-47 0,6-7 11 0,10-6-36 16,4 0 20-16,4-4-36 0,7-5-13 0,2-2-33 16,0 2-51-16,-8 5-53 0,-1 1-63 15,-2 2-60-15,-3 2-72 0,-7 4-87 0,-3 5-63 16,-7 4-299-16,-4 1-293 0</inkml:trace>
  <inkml:trace contextRef="#ctx0" brushRef="#br0" timeOffset="52131.03">23887 18190 389 0,'-16'15'556'0,"5"-4"-113"15,-1-2-109-15,3 1-42 0,4-3-50 0,0-2-1 16,5-5-59-16,0 0 7 0,0 0-62 0,0 0 3 15,18-9-52-15,0-2 13 0,5-4-16 0,6-5-16 16,6-4-8-16,2-1-1 0,8-6-7 0,3-2-50 16,1 0-10-16,-5 1-77 0,0 1-47 0,-6 4-62 15,-1 2-98-15,-5 0-66 0,2-2-408 0,-4 2-291 16</inkml:trace>
  <inkml:trace contextRef="#ctx0" brushRef="#br0" timeOffset="53579.62">2670 12584 80 0,'2'15'559'0,"-2"-2"-196"0,0-3-141 0,1 1-113 15,-1-1-91-15,3 1-121 0,-1-1-293 0,1-1 145 16</inkml:trace>
  <inkml:trace contextRef="#ctx0" brushRef="#br0" timeOffset="54012.84">4756 12740 244 0,'0'0'606'0,"0"0"-155"0,8-3-108 0,-8 3-71 16,0 0-56-16,0 0-46 0,6-4-47 16,-6 4-37-16,0 0-55 0,0 0-57 0,8 3-75 15,-8-3-54-15,3 4-85 0,-3-4-105 0,-3 10-179 16,-1-4-26-16</inkml:trace>
  <inkml:trace contextRef="#ctx0" brushRef="#br0" timeOffset="58966.54">8263 12866 109 0,'10'-11'451'0,"-2"0"-130"0,0-1-80 0,-2 0-29 0,3-1-32 0,-4-1-11 0,0-1-28 16,-1 2-29-16,1-3-3 0,-2 0 12 0,-2-1-1 16,0-1-5-16,-1 1-25 0,-1-3-14 0,-3-1 13 15,-1-1-40-15,0-2 15 0,-4-2-31 0,-4-1 31 16,0 0-19-16,-4-2 21 0,-3-1-31 0,-3 0 17 15,-2 1-20-15,-2-1 18 0,-4 3-8 0,-2-1 10 16,0 1-22-16,-3 1 12 0,0 0-20 0,-3 2 6 16,-1-1-7-16,0 1-2 0,1 4 1 0,-6-1-1 15,4 1-1-15,-5 1-4 0,1 2 1 0,-2 2-5 0,-2 2-3 16,-2 1 3-16,-2 4-5 0,-1 0 0 16,-2 2 1-16,0 2-3 0,-3 2-1 0,1 2-1 15,2 1-2-15,-3 1 3 0,3 4 1 0,0-1-1 16,1 2-2-16,0 0-1 0,0 4 4 0,1-1-3 15,2 2 1-15,0 1-1 0,3 1 1 0,-1 1 12 16,4 2-16-16,1 0 15 0,3 4-14 0,0-1 14 16,4 4-12-16,1 2 2 0,-6 4 2 0,3 5 3 15,4 0 47-15,5 0-1 0,-1 5-10 0,4 2-7 0,5-3-3 16,2 4-6-16,2 0-5 0,4-1 1 0,0 5 1 16,3-2 14-16,2 6 22 0,5 0-12 0,1 0-7 15,4 1-3-15,4 2-3 0,1-2-3 0,6 10 44 16,4-4-3-16,4 0-8 0,1-2-14 0,7-1-8 15,5-1-5-15,4-2-4 0,2 0 4 0,4-3 21 16,4-1-3-16,2-1-12 0,1-1-11 0,0-3-4 16,2-2-5-16,0-2 2 0,-1-1 1 0,2-4-2 15,2-4-4-15,1-1 0 0,0-5 8 0,5-5-3 16,3-3 12-16,2-4-15 0,-6-6-3 0,2-1 2 16,-1-4-5-16,4-4-2 0,9-1-3 0,-3-3-4 15,1-4 0-15,-1-1 0 0,-4-4-1 0,1-2-1 16,-3-3-7-16,-2 0 16 0,-2-4-10 0,-2-4 0 15,-2-2 13-15,-5-2-13 0,0-5 15 0,-2-3-5 16,-6-2-3-16,-2-4 0 0,-1-4 0 0,-5-4-16 16,-1-4 15-16,-4-2-16 0,-2-1-2 0,-2-1 21 15,-7-3-4-15,-1 2-1 0,-9-2 17 0,-4 0-25 16,-6 8 17-16,-8-9-22 0,-8 0 17 0,-4 4-22 16,-11 1 23-16,-8 3-22 0,-7 4-3 0,-8 5 0 0,-7 4 8 15,-3 4-2-15,-3 5-4 0,-3 4 1 16,1 7-1-16,-1 4-11 0,4 5-34 0,4 4-64 15,11 8-85-15,8 4-78 0,5 2-39 0,-4 8-70 16,5 3-62-16,1 5-85 0,5 3-400 0,3 5-512 0</inkml:trace>
  <inkml:trace contextRef="#ctx0" brushRef="#br0" timeOffset="63596.56">1670 13243 345 0,'0'0'267'0,"5"-8"-1"0,-5 8 3 0,4-8-1 0,-4 8-27 0,1-11-21 0,-1 11 24 0,3-7 5 16,-3 7-13-16,0-7-31 0,0 7-27 0,0 0-32 16,1-9-33-16,-1 9-12 0,0 0 46 0,0 0-2 15,0 0 16-15,4 4-12 0,-4-4-8 0,2 15 0 16,2-5-31-16,-1 2-25 0,1 1-15 0,-1 1-14 16,4 2-6-16,-2 1-15 0,0 0-5 0,0 2-4 0,2 0-7 15,-1 1-4-15,0 1-4 0,1 1-1 16,-2-1-2-16,-1-1-4 0,0 4-2 0,-2-4-6 15,-2 1-64-15,0 1-161 0,0-1-115 0,0 1-144 16,-2 3-166-16,-2-2-279 0,-2-1-509 0</inkml:trace>
  <inkml:trace contextRef="#ctx0" brushRef="#br0" timeOffset="64847.15">12210 13499 488 0,'0'0'544'0,"0"0"-151"0,0 0-50 15,-3-6-58-15,3 6-28 0,0 0-8 0,-12 4-26 16,12-4 6-16,-14 5-21 0,3 0-22 0,3-2-18 0,-3 2-2 16,-3-1-25-16,1 2-23 0,-1-2 12 0,0 1-23 15,-1 0-12-15,-1-1-26 0,0 0-1 0,0 0-10 16,0-1-1-16,0 0-2 0,-2-1 2 16,4 0-14-16,-1-2-3 0,1-2-11 0,1 1-4 0,-1-2-3 15,3 0-1-15,0-3-3 0,4 1-3 0,0-2-8 16,1-1 5-16,5-2-10 0,1-1 6 0,5 2-5 15,0-4 3-15,2 2-5 0,4 1 2 16,1 0-5-16,1 3 4 0,4 1 0 0,0 0 4 0,0 3-7 16,1 3 2-16,3 1 0 0,-2 2 1 0,0 4-1 15,2 4-2-15,-4 1-2 0,-1 2-5 0,-1 4 6 16,-3 1-1-16,-5 1 8 0,0 3 3 16,-5 0 13-16,-3 4-5 0,-3 1 9 0,-5 2-9 0,-9 5 14 15,-2 0 4-15,-4-5 27 0,-5 3-23 0,0-3 31 16,-3-1-19-16,-2-6 32 0,-1 2-42 0,-1-6 40 15,3-3-48-15,2-3 35 0,3-2-48 0,4-5 37 16,1-1-51-16,6-4 37 0,1 0-54 0,5-3 38 16,4-2-56-16,3-3 35 0,7-1-32 0,5-2 6 15,4-1 10-15,7 0-8 0,4 0-1 0,7-1 1 16,-1 6 2-16,7-1 4 0,-2 4 1 0,2 0 8 16,0 6-2-16,0 0 32 0,-2 2-36 0,1 3 28 15,-3 2-31-15,-2 0 23 0,0 4-28 0,-2 1 0 16,-1-1-33-16,-2 0-21 0,-2 1-56 15,-2-1-93-15,-3-1-109 0,-2-1-78 0,-2-2-137 0,-1-1-142 0,-2-2-287 16,-3 0-564-16</inkml:trace>
  <inkml:trace contextRef="#ctx0" brushRef="#br0" timeOffset="73816.17">17276 13897 796 0,'-26'-4'683'0,"3"0"-138"0,5 1-112 15,2 0-107-15,3 1-65 0,-1-1-53 16,2 2-52-16,3-1-13 0,9 2-21 0,-15-3-13 0,15 3-19 15,0 0-15-15,0 0-19 0,8-7-6 0,8 6-10 16,3-1 7-16,9-1-10 0,7 2-6 0,3-4-8 16,1 3 2-16,8-2-7 0,0 1-2 0,2-1-4 15,-2-1 0-15,4-1-5 0,0 0 2 0,-3-1-9 16,0 2 3-16,-2-1-6 0,-3 0-26 0,-7 0-36 16,-2 2-40-16,-8 0-19 0,0 0-45 0,-7 0-10 15,-2 2-53-15,-6-1-20 0,-11 3-7 0,12 0-17 16,-12 0 4-16,0 0-23 0,-19 5-26 0,-2 1-226 15,-9 2-57-15</inkml:trace>
  <inkml:trace contextRef="#ctx0" brushRef="#br0" timeOffset="74012.4">17304 14059 159 0,'-21'10'431'0,"5"0"-23"0,-1-3-17 0,5 0-33 16,4-2-20-16,8-5-29 0,-7 4-38 0,7-4-38 16,14-1-19-16,4-3-33 0,8 0-25 0,8-2 7 15,10-1-28-15,2-1-22 0,5 2-22 0,0-4-18 16,5 1-16-16,11-4-2 0,3 1-15 0,-1-1-5 15,3-1-12-15,0-1 0 0,-1 1-6 0,-2 0-7 0,-3-1 6 16,-2 2-11-16,-13 3 2 0,-4-2-21 16,-6 3-17-16,-9 2-47 0,-5 1-103 0,-4 1-66 0,-6 1-95 15,-5 1-69-15,-4 0-85 0,-8 3-299 16,0 0-321-16</inkml:trace>
  <inkml:trace contextRef="#ctx0" brushRef="#br0" timeOffset="75579.64">25056 17626 814 0,'-8'-6'732'0,"3"0"-140"16,0 3-137-16,5 3-101 0,-6-7-72 0,6 7-56 15,0 0-47-15,0 0-34 0,-3 7-4 0,6-1-53 0,3 2 10 16,1 3-52-16,5 3 19 0,0 3-40 16,7 3 25-16,0 3-44 0,4 3 9 0,0 0-33 15,0-1-58-15,0 1-74 0,-5-4-68 0,-1-2-61 16,-3-2-56-16,-1-2-50 0,-2-1-5 0,-3-2-39 15,-2-4-212-15,-1-1-150 0</inkml:trace>
  <inkml:trace contextRef="#ctx0" brushRef="#br0" timeOffset="75812.78">24993 17709 488 0,'-15'-26'365'0,"6"-1"-48"0,0 4-47 0,4 1-21 0,5 1-12 15,3 2-25-15,3-1 12 0,2 0-18 16,3 1 20-16,6 0-39 0,2 2 1 0,5 2-35 0,1 2 33 15,1 2-34-15,-1 4 6 0,0 1-49 0,0 3 5 16,-2 2-45-16,-2 1 9 0,-2 1-37 0,1 1 17 16,-4 1-40-16,1 0 23 0,-3 1-33 15,-3 0 21-15,-2 2-24 0,-1-1 2 0,-2 3 3 0,-4-2-2 16,-4 3 10-16,-3 1-15 0,-1 1 0 0,-4 1-5 16,-4 2-1-16,0-1 8 0,-2-1-88 0,2 0-60 15,3 0-127-15,-1-3-77 0,2-2-67 16,2 0-111-16,8-7-312 0,-7 5-380 0</inkml:trace>
  <inkml:trace contextRef="#ctx0" brushRef="#br0" timeOffset="76047.57">25901 16944 590 0,'5'-6'818'0,"-5"6"-128"0,0 0-139 0,-4-4-78 16,-4 8-54-16,-6 6-77 0,-5 7-30 0,-4 6-38 15,-5 7-27-15,1 3-27 0,-6 11-40 0,2 3-36 16,3 0-27-16,3 4-18 0,9-8-45 0,1 3 19 16,9 1-16-16,4 0 12 0,6-2-1 0,6 0-7 0,3-3 33 15,6-2-44-15,3-4 17 0,5-3-38 16,4-3 23-16,3-6-40 0,6-2 20 0,-1-6-50 16,4-5 19-16,0-3-86 0,-6-6-40 0,-5-2-178 0,1-3-122 15,0-4-116-15,-2-4-138 0,-3-3-591 16,-2-4-878-16</inkml:trace>
  <inkml:trace contextRef="#ctx0" brushRef="#br0" timeOffset="77034.34">26082 17048 622 0,'-14'4'675'16,"5"0"-144"-16,0-1-103 0,9-3-75 0,-15 5-96 0,15-5-19 15,-9 4-19-15,9-4 4 0,0 0-24 0,0 0-11 16,5-6-17-16,5 2-22 0,3-3-15 0,8-2-27 16,3-4-26-16,3-4-9 0,7 0-20 15,1-2-4-15,-1-1-16 0,3 1-7 0,-1 0-5 0,1 0-20 16,-2 1-29-16,-1-1-88 0,-1 0-111 0,-2 3-105 16,-7 0-92-16,-1 2-105 0,0-2-458 0,-7 3-585 15</inkml:trace>
  <inkml:trace contextRef="#ctx0" brushRef="#br0" timeOffset="77544.92">26829 16559 165 0,'0'0'776'0,"0"0"-174"0,0 0-119 0,0 0-73 0,0 0-68 15,-3 6-22-15,3-6-28 0,0 0-19 0,0 0-26 16,0 0-32-16,0 0-24 0,0 0-49 0,0 0-20 15,-8 3-34-15,8-3-8 0,0 0-24 0,0 0-1 16,-15-1-19-16,15 1 4 0,-9-6-18 0,9 6 14 16,-9-6-18-16,9 6 11 0,-10-11-14 0,6 4 9 0,0 0-13 15,2-2 6-15,0-2-7 0,4-1 7 0,0 0-14 16,2-1 12-16,4-2-12 0,1 0 8 0,4 1-10 16,2 0 10-16,0 3-9 0,2 1 6 15,-2 7-13-15,4 0 13 0,-3 5-11 0,2 2 11 16,1 6-13-16,-1 4 36 0,1 5-13 0,-3 2 10 15,2 2-18-15,-5 6 11 0,0-1-17 0,-3 2 10 0,-2 1-10 16,-2 3-1-16,-2-1 12 0,-3-1-14 0,-1-4 16 16,-2 0-13-16,-5-1 30 0,2 3-11 0,-4-4 19 15,-2-1-21-15,-2-3 30 0,0-4-29 0,-1-1 21 16,1-3-29-16,-2-3 21 0,2-3-34 0,-2-1 17 16,2-4-26-16,0-2 24 0,3-3-33 0,-1-3 19 15,2 0-22-15,2-3 28 0,2-4-27 0,3 3 3 16,2-2 7-16,2-1 0 0,3 0 2 0,3 1 1 15,0 2 2-15,1 1-2 0,3 1 11 0,1 3 9 16,-1-1 3-16,3 5 7 0,-2 0-2 0,2 2 1 16,-1 2-2-16,3 1-3 0,-2 1 0 0,0 2-5 0,-2 1-5 15,4 1-4-15,-2 2 14 0,-1-2-40 0,-2 0-10 16,2 1-86-16,-3-3-86 0,-2 2-112 0,3-2-90 16,-2-2-67-16,-1-1-124 0,2-2-533 0,-11-3-746 15</inkml:trace>
  <inkml:trace contextRef="#ctx0" brushRef="#br0" timeOffset="77678.8">27330 16779 613 0,'0'0'679'0,"2"-10"-136"0,-2 10-81 0,0-8-81 16,0 8-57-16,3-6-31 0,-3 6-54 0,2-7-42 16,-2 7-42-16,0 0-29 0,0-6-36 0,0 6-38 15,0 0-114-15,5-5-118 0,-5 5-97 0,4-6-178 16,-4 6-539-16,5-4-591 0</inkml:trace>
  <inkml:trace contextRef="#ctx0" brushRef="#br0" timeOffset="78062.28">27521 16355 485 0,'0'-12'806'0,"0"0"-176"0,1-1-126 0,2 1-51 16,0 1-51-16,2-4-31 0,3 3-40 0,4-2-49 15,2 2-55-15,4 1-40 0,1 3-38 0,3 2-25 16,4 2-26-16,-5 6-19 0,1 1-18 16,1 4 5-16,4 5-29 0,-4 5 7 0,-2 0-25 0,-4 4 10 15,-1 1-20-15,-2 1 13 0,-5 6-18 0,-5-4 9 16,-3 1-16-16,-6 3 15 0,-3 1-17 0,-7 0 17 16,-3 2-21-16,-3-2 25 0,-3-5-18 15,1-1 15-15,0-5-18 0,-1-4 17 0,0 0-19 0,4-6 22 16,-1 1-19-16,3-4 21 0,2-2-26 0,1-1 21 15,15-3-26-15,-17-2 16 0,12-2-21 0,5 4 18 16,0-12-7-16,7 4 9 0,0-2-14 0,7 2 15 16,-1 0-17-16,6-2 16 0,-1 3-15 0,1 2 13 15,-2-1-18-15,2 5 15 0,-2-2-19 0,-1 1 13 16,2 2-18-16,-2 2 3 0,0 1-23 0,2-2-25 16,-4 4-64-16,2-2-64 0,-1 2-76 0,-1-2-53 0,-1 0-23 15,-2 3-52-15,0-3-66 0,0-1-473 16,-1-2-525-16</inkml:trace>
  <inkml:trace contextRef="#ctx0" brushRef="#br0" timeOffset="78428.9">28109 16143 536 0,'0'-13'685'0,"0"4"-163"0,0 0-79 15,0 2-71-15,0 7-45 0,-1-12-25 0,1 12-44 16,-3-6-31-16,3 6-35 0,0 0-31 0,-10 1-30 15,5 4-22-15,0 1-24 0,0 1-17 0,0 3-17 16,-3 0-4-16,4 0-15 0,0 2-1 0,1-2-14 0,-1 0 4 16,2 1-12-16,0-3 6 0,-1 3-5 0,3-4 2 15,0 0-11-15,0-7 8 0,3 12-2 0,1-9-4 16,-4-3-7-16,11 7 11 0,-1-5-9 0,-10-2 4 16,20 4-2-16,-8-3 2 0,1-1 3 0,1 2-4 15,4-1-1-15,0 2 3 0,-3 2-3 0,2-1-1 16,-2 2 2-16,1 2-1 0,-2 1-1 15,-2 1 2-15,1 0 0 0,-2 3-5 0,-1-1 2 0,-1 1 4 16,-2-1-4-16,0 1 2 0,-1-1 0 0,-2-1 1 16,-2-2 7-16,0 3 1 0,-4-1 4 0,1-1 0 15,-3 0-1-15,-1 1 0 0,-2-3-2 0,-2 3-2 16,0-3 2-16,-3 0-3 0,-1-2-13 0,-2 1-25 16,5-4-49-16,-2 0-103 0,-2 0-86 0,4-2-83 15,10-1-83-15,-22-1-99 0,11-3-378 0,-1-1-480 16</inkml:trace>
  <inkml:trace contextRef="#ctx0" brushRef="#br0" timeOffset="78596.25">28063 16216 673 0,'0'-12'550'0,"0"1"-132"0,3 1-74 16,-2 0-14-16,5 1-20 0,-1-4-6 0,3 2-16 16,1 0-31-16,6-5-32 0,2 3-34 0,6-2-40 15,1-1-27-15,3 2-29 0,0 1-15 0,-1 1-23 16,-1 0-29-16,1-1-52 0,-5 4-63 0,-1-1-84 15,-1 3-85-15,0-4-60 0,-4 2-123 0,1 0-540 0,-5 0-573 16</inkml:trace>
  <inkml:trace contextRef="#ctx0" brushRef="#br0" timeOffset="78915.86">28853 15629 471 0,'0'0'797'0,"8"4"-190"16,-8-4-125-16,0 0-114 0,4 8-47 0,-3-1-15 16,0 0-32-16,-1 1-31 0,0 6-29 0,-1-1-30 15,-2 3-47-15,1 2-23 0,-2 4-28 0,1 1-12 16,-2-1-17-16,0 3-4 0,-4 2-11 0,3 3-1 16,-1-3-3-16,0-2 5 0,-2 4-12 0,1-9 8 15,0 1-10-15,1-2 7 0,-1-3-6 0,4-3 2 16,-2 0-18-16,2-1 14 0,0-3-5 0,0 1 15 15,2-3-13-15,-1 1 8 0,3-8-21 0,3 10 15 16,-1-5-21-16,6-1 18 0,1 2-24 0,4-2 18 16,1 2-19-16,4 0 16 0,2 0-2 0,3 0 24 15,3 1-24-15,-1-1 18 0,3-1-28 0,-2-1 22 16,2 0-27-16,1-1 19 0,2 0-18 0,-3-3-41 16,2 0-108-16,-2 0-170 0,-1 0-140 0,-3-3-150 15,1 0-642-15,-7-1-860 0</inkml:trace>
  <inkml:trace contextRef="#ctx0" brushRef="#br0" timeOffset="79680.5">29391 15658 485 0,'-6'-9'830'15,"-1"1"-186"-15,1 3-97 0,-2-1-89 0,3 0-68 0,5 6-47 16,-6-9-63-16,6 9-41 0,-7-9-53 0,7 9-37 15,-2-8-36-15,2 8-15 0,5-12-27 0,1 5-7 16,2 1-19-16,3-3-1 0,-2 2-18 16,5-1 7-16,-3 0-18 0,2 2 6 0,-1 0-13 0,0-1 9 15,-2 1-12-15,0 2 9 0,-1 0-13 0,0 0 15 16,0 0-18-16,-3 1 11 0,-6 3-11 0,13-6 10 16,-13 6-14-16,12-4 12 0,-12 4 1 0,11-3 22 15,-11 3 6-15,9-1-13 0,-9 1-9 0,0 0 15 16,12-2-11-16,-12 2 9 0,0 0-7 15,9-2 9-15,-9 2-16 0,0 0 16 0,0 0-19 0,9-2 11 16,-9 2-14-16,0 0 20 0,0 0-24 0,0 0 27 16,0 0-10-16,5 4 23 0,-5-4-26 0,-7 12 26 15,2-5-37-15,-3 4 23 0,-2 2-28 0,-1 1 21 16,-2 2-25-16,0 0 23 0,0 1-26 0,-2 0 23 16,4-2-24-16,-1 0 25 0,-1 0-28 0,4-3 23 15,2 0-19-15,-2-4 25 0,2 2-23 0,2-3 31 16,-1 0-36-16,1 0 30 0,5-7-16 0,-5 11 37 15,5-11-21-15,7 6 16 0,-7-6-25 0,14 1 17 16,-1-1-33-16,0-1 29 0,2-2-33 0,3 0 29 16,1 3-18-16,-1-5 14 0,3 5-27 0,0-3 25 15,-1 0-23-15,1 3 27 0,1-2-27 0,-3 2 33 16,3 0-28-16,-2 2 23 0,0-2-29 0,-1 4 31 16,-1 0-27-16,-1 2 26 0,1 1-24 0,-1 1 22 15,-2 1-22-15,-3 2 23 0,-1 0-22 0,-1 0 22 16,-2 4-19-16,-1-1 19 0,-5 1-19 0,1 1 17 15,-3-1-20-15,-3 1 1 0,-1 2 0 0,-3 1 5 0,-4 0 0 16,-4 3 0-16,-2-1-3 0,-6-1 1 0,-3 1 17 16,-4-2-24-16,5-2 24 0,-1-2-23 0,-1-3 24 15,5-2-19-15,2-3 19 0,0 1-20 0,4-4 22 16,5 0-21-16,-2-3 18 0,3-3-12 0,3-2-4 16,2-1 3-16,3-2 0 0,4-1-3 0,3-2-2 15,-1 0 16-15,5-1-20 0,0 0 20 0,1 1-21 16,1 0 16-16,-2 2-21 0,3 1 20 15,-3 1-18-15,0 2 18 0,4 1-19 0,-3 1 20 0,-10 2-19 16,26 0-2-16,-15 5 5 0,3-2-4 0,0 4 8 16,0 2-3-16,-1-2-2 0,1 3 3 0,-1 2-2 15,1-2 17-15,-3 1-21 0,2-1 13 0,-2 1-32 16,0 0 10-16,-1-1-50 0,1-1-8 0,-1 0-103 16,-1-1-94-16,-2 0-114 0,2-3-80 15,-2 1-59-15,-1-1-98 0,-6-5-493 0,10 6-733 0</inkml:trace>
  <inkml:trace contextRef="#ctx0" brushRef="#br0" timeOffset="80229.52">30610 15266 838 0,'2'-9'791'0,"-1"0"-112"0,0 2-174 0,0 0-96 16,1 0-85-16,-2 7-46 0,2-8-41 0,-2 8-13 16,0 0-45-16,0 0-32 0,-9 6-17 0,4 4-19 15,-5 3-22-15,-2 5-7 0,-2 5-33 0,-5 6 4 16,-2 2-18-16,1 2 3 0,-3 0-16 0,2 0 6 15,-2 0-5-15,3-2-4 0,1 0 1 0,2-6-17 16,2 0 17-16,1-3-17 0,2-4 11 0,1-2-16 16,2-3 23-16,2-1-8 0,0-1 31 0,1-1-5 15,1-1 42-15,3-4-28 0,2-5 17 0,3 9-35 16,-3-9 18-16,20 2-37 0,-4-2 29 0,4 0-14 16,8-2 24-16,0 2-30 0,4-2 16 0,3 1-32 15,3 0 20-15,3 1-7 0,1-2-6 0,-1 2 2 16,1 2-11-16,2-2 2 0,-6 1-5 0,2 2-7 15,-4-3-7-15,-6 2-20 0,-3-1-34 0,1 1-53 0,-5-2-87 16,-2 1-81-16,-3 1-137 0,-1-2-83 0,-4 0-112 16,-1-2-589-16,-3 1-814 0</inkml:trace>
  <inkml:trace contextRef="#ctx0" brushRef="#br0" timeOffset="80528.72">31153 15071 124 0,'-1'-19'741'0,"-1"3"-97"0,2 2-31 0,0 1-104 0,0 2-79 15,0-1-62-15,-2 5-68 0,2-1-23 0,0 8-10 16,2-6-12-16,-2 6-34 0,3 5-2 0,0 4-33 15,2 3 6-15,0 5-54 0,2 5-6 0,3 6-46 16,1 7 8-16,2 2-43 0,0 1 9 0,1 3-30 16,1 1 6-16,-2 0-21 0,1 1 17 0,-1 0-7 15,-3-4-11-15,3 1-64 0,-2-4-127 0,-4-3-167 16,0-3-153-16,-3-7-102 0,1 2-178 0,-3-6-356 16,0-3-748-16</inkml:trace>
  <inkml:trace contextRef="#ctx0" brushRef="#br0" timeOffset="80679.4">31479 15354 176 0,'-1'-10'820'0,"-2"2"-186"0,2 1-79 0,0 0-119 16,0-1-61-16,-1 2-70 0,2 6-48 0,-2-10-53 0,2 10-36 16,-2-11-55-16,2 11-56 0,-1-5-75 15,1 5-103-15,0 0-105 0,0 0-122 0,0 0-137 16,7-5-426-16,-7 5-479 0</inkml:trace>
  <inkml:trace contextRef="#ctx0" brushRef="#br0" timeOffset="81111.2">31789 14952 46 0,'2'-6'843'0,"1"1"-235"16,-3 5-101-16,5-11-112 0,-5 11-18 0,4-8-45 0,-4 8 15 15,0 0-46-15,0 0-4 0,0 0-66 16,-7-3-36-16,7 3-36 0,-9 6-27 0,3-1-25 15,-2 0-25-15,1 1-17 0,-4 2-10 0,2 2-11 0,-1-3-6 16,0 4-10-16,0-2-6 0,1 1-3 16,0-1-4-16,1-2-4 0,3 1 3 0,0-1-9 0,-1-1 1 15,6-6-2-15,-2 10-1 0,2-10 0 0,8 6-2 16,-8-6 1-16,17 1-1 0,-3-2-5 0,2-1 5 16,3-2 0-16,-1 0-2 0,4-1 1 0,0 1 43 15,1-3-53-15,-3 2 47 0,3 2-54 0,-4 0 47 16,-1-1-48-16,1 1 54 0,-4 3-58 0,-2 0 44 0,2 3-48 15,-1-2 54-15,-3 2-48 0,-1 3 38 16,3-1-38-16,-4 5-1 0,0-2 4 0,-4 1 5 16,3 2 5-16,-3 0-1 0,-3 0-1 0,2-1 5 0,-2 1 1 15,-1 0 2-15,-1 1 4 0,-1-2-2 16,-1 0-4-16,-3-1-1 0,1 0 6 0,-1-2 0 0,-5 1-8 16,1-1 8-16,-2-1-11 0,-3 0 15 0,-1-3-14 15,0 1 12-15,2-2-8 0,-1 1 8 0,3-2-10 16,-1 0 1-16,12-1-42 0,-19 2-43 0,19-2-44 15,-16 0-63-15,16 0-53 0,-7-4-47 0,7 4-26 16,0-9-45-16,5 4-45 0,3-3-79 0,2-1-347 16,2-3-380-16</inkml:trace>
  <inkml:trace contextRef="#ctx0" brushRef="#br0" timeOffset="81318.23">31834 14858 175 0,'-15'-3'735'0,"5"2"-102"0,0-2-107 0,10 3 15 0,-17-5-40 0,17 5-13 16,-11-5-67-16,11 5-85 0,-3-8-59 0,6 4-55 15,3-4-47-15,4 2-28 0,6 0-25 0,2-4-32 16,5 2-18-16,5 1-12 0,2-5-16 0,2 4-9 16,0-2-7-16,-1-1-4 0,0 2-8 0,-1-1-15 0,-2 2-74 15,-5-1-44-15,-1 1-120 0,-1-1-131 0,-4 1-88 16,-4-1-101-16,-1 1-128 0,-3-2-307 15,-4 1-591-15</inkml:trace>
  <inkml:trace contextRef="#ctx0" brushRef="#br0" timeOffset="81529.45">32117 14385 122 0,'3'-9'591'0,"-3"9"-108"0,0 0-49 0,11 1 57 15,-1 4-49-15,3 3-17 0,4 5-8 0,3 6-40 16,4 9-23-16,5 3-59 0,2 10-18 0,3 5-45 15,-1 0-2-15,-1 6-72 0,-1 0 15 0,-1 2-61 16,-2 1 9-16,-3 1-48 0,-2 2-14 0,-5 0-5 16,-6 2-15-16,-3-7-17 0,-7 1 7 0,-5 2-88 15,-6 9-49-15,-8-3-136 0,-4-1-81 0,-7 1-104 16,-7-5-68-16,-6 0-106 0,-5-5-87 0,-6-3-266 16,-6-2-542-16</inkml:trace>
  <inkml:trace contextRef="#ctx0" brushRef="#br0" timeOffset="83062.93">27089 18264 327 0,'0'0'613'0,"-15"3"-108"0,15-3-71 16,-10 2-57-16,10-2-44 0,0 0-29 0,-12 2-36 16,12-2-31-16,0 0-24 0,0 0-30 0,2-9-31 15,5 3-28-15,0 0-22 0,4-2-23 0,3-1-14 16,2-1-15-16,4-1-5 0,4-2-15 0,4-2-3 0,-1 1-6 16,6-2-16-16,1-1-43 0,-6 4-41 0,-1 1-85 15,-6 2-99-15,1 2-56 0,-8 1-86 16,1 3-48-16,-6 2-10 0,-9 2-272 0,9 2-239 0</inkml:trace>
  <inkml:trace contextRef="#ctx0" brushRef="#br0" timeOffset="83227.75">27066 18520 491 0,'-9'11'459'0,"1"-4"-65"0,2 0-75 0,6-7-5 0,-4 9-20 15,4-9-15-15,0 0-53 0,12 0-20 16,-1-5-54-16,5-3-30 0,8-4-22 0,6-1-19 0,7-5-15 15,2 0-11-15,3-1-25 0,1 0-103 0,-4 0-118 16,-1-2-107-16,0 0-115 0,-6 2-412 0,-2-3-362 16</inkml:trace>
  <inkml:trace contextRef="#ctx0" brushRef="#br0" timeOffset="83463.78">27665 17787 700 0,'0'-8'627'0,"0"1"-118"16,0 7-116-16,-2-11-19 0,2 11-31 0,0 0 33 16,0 0-45-16,0 0 14 0,7 7-81 0,-2 2 12 15,-3 1-82-15,5 5 17 0,0 2-52 0,0 3 12 16,2 2-49-16,2 4 16 0,-1 1-55 0,4 1 17 16,1 4-50-16,0 0 21 0,0 1-43 0,0 0 23 15,0-1-44-15,-3-5 32 0,0 3-39 0,-1-4 0 0,2 1 23 16,-3 0-60-16,1-4-12 0,-1-2-133 0,-1-2-66 15,0-3-120-15,-2-3-119 0,1-1-103 16,-3-2-118-16,0-4-326 0,-5-6-647 0</inkml:trace>
  <inkml:trace contextRef="#ctx0" brushRef="#br0" timeOffset="83696.61">27575 18012 793 0,'-18'-3'740'0,"2"0"-164"0,3 1-121 0,-1 0-82 0,5-2-46 16,4-2-46-16,3 0-38 0,5-3-29 16,3-4-66-16,8-3 11 0,6-6-64 0,8-4 11 0,5-1-53 15,10-9 22-15,2 1-45 0,3 0-2 0,1-1-2 16,0 3-2-16,-3-1-4 0,-2 4-3 0,-10 5-7 16,-4 3 17-16,-7 6-37 0,-2 0-34 0,-5 4-118 15,-3 3-69-15,-3 0-88 0,-3 6-32 0,-7 3-21 16,0 0-62-16,0 0-42 0,-7 5-292 0,-3 4-284 15</inkml:trace>
  <inkml:trace contextRef="#ctx0" brushRef="#br0" timeOffset="83864.6">27626 18039 311 0,'-8'9'560'0,"5"-5"-74"16,3-4-36-16,0 0-45 0,0 0-81 0,14-3-50 15,2-6-44-15,5-4-37 0,11-6-24 0,5-2-35 16,9-6-21-16,5-3-50 0,1-2 17 0,5-1-44 15,-1 1 24-15,1 1-46 0,-6 3 1 0,-3 2-129 16,-10 2-116-16,-2 5-87 0,-4 0-106 0,-8 2-83 16,0 2-235-16,-2-2-244 0</inkml:trace>
  <inkml:trace contextRef="#ctx0" brushRef="#br0" timeOffset="84127.9">28668 17069 456 0,'-9'-13'809'0,"-1"6"-118"16,1 0-90-16,0 1-79 0,-3 1-49 0,1 5-40 0,0 5-49 15,-3 1-36-15,-2 6-54 0,-3 7-37 0,-4 7-36 16,0 5-28-16,-1 4-28 0,2 4-31 16,0 1-30-16,3 1-15 0,-1 1-20 0,6 3-25 0,0-1-1 15,7 2-10-15,0-2 27 0,2 2-52 0,8-8 36 16,0 3-47-16,5 0 59 0,4-3-48 15,4-5 34-15,5 0-46 0,1-4 33 0,4-4-41 16,4-1 19-16,3-7-53 0,0-2 9 0,-1-8-67 0,0 0-19 16,0-6-125-16,0-4-71 0,1-5-131 0,-1-3-116 15,3-7-111-15,-2-4-596 0,-4-3-881 0</inkml:trace>
  <inkml:trace contextRef="#ctx0" brushRef="#br0" timeOffset="84345.02">28734 17266 443 0,'-15'-11'788'16,"1"1"-107"-16,2 2-142 0,0 1-90 0,3 1-109 15,1 0-34-15,0 3-11 0,8 3 40 0,-7-4-76 16,7 4-29-16,0 0-25 0,1 9-30 0,3 0-27 16,3 2-35-16,2 3-20 0,2 3-20 0,2 4-13 0,0 2-16 15,3 2 3-15,-4 0-18 0,4 1-33 16,-3 1 18-16,2 6-14 0,0-1 19 0,-3-3-6 15,0 0-2-15,-1-2-17 0,0 0-66 0,-1-1-94 16,-2-4-192-16,0-2-134 0,-1 1-156 0,-2-7-603 16,1-1-860-16</inkml:trace>
  <inkml:trace contextRef="#ctx0" brushRef="#br0" timeOffset="84527.82">29056 17365 859 0,'-9'-9'856'0,"9"9"-129"16,-9-7-182-16,9 7-89 0,-9-7-75 0,9 7-73 16,-9-5-62-16,9 5-57 0,-5-6-35 0,5 6-37 15,0 0-24-15,0 0-42 0,0 0-93 16,0 0-140-16,0 0-224 0,14 5-223 0,-14-5-541 0,13 0-782 16</inkml:trace>
  <inkml:trace contextRef="#ctx0" brushRef="#br0" timeOffset="84911.95">29222 17081 248 0,'0'0'933'0,"-5"-4"-222"0,5 4-105 0,0 0-130 0,-4-5-55 16,4 5-43-16,0 0-33 0,0 0-50 0,-8-4-54 16,8 4-49-16,-8 1-28 0,8-1-37 0,-13 8-12 15,3-2-32-15,0 1-15 0,-1 1-14 0,1 2-14 16,1-1-7-16,-1 3-8 0,2-3-7 0,-1 2 3 15,4 1-7-15,0-3-2 0,1 1-1 0,0-3-4 16,4 1-2-16,0-8 0 0,4 10 0 0,-4-10-2 16,12 4 1-16,-12-4-5 0,19 0 2 0,-8 0 3 15,1-3-3-15,1 3-3 0,-2-1 3 0,3 0-1 16,-4-1 5-16,3 4-5 0,-13-2 6 0,23 1-10 0,-10 0 1 16,-3 2 0-16,1 0 2 0,1 3 3 15,-3-1-2-15,2 3-2 0,0-1 2 0,-2 2 0 16,-1 0 3-16,-1 2-3 0,1-2-4 0,-3-1 7 15,0 1-5-15,-1-1 0 0,0 2 4 0,-3-3-4 0,2 1 1 16,-2-1 4-16,-2 0-2 0,-1 0 4 16,0 0-5-16,-3-2 11 0,0 2-10 0,-2-3-4 15,1 1 3-15,-3-3 1 0,1 2-3 0,8-4-15 0,-18 3-41 16,18-3-85-16,-14-1-92 0,5-2-137 0,0-2-106 16,4-1-151-16,0-2-549 0,1-3-789 15</inkml:trace>
  <inkml:trace contextRef="#ctx0" brushRef="#br0" timeOffset="85096.3">29220 17123 119 0,'0'0'736'0,"-5"-10"-112"0,5 10-82 0,-2-8-17 16,2 8-84-16,0-12-50 0,2 5-34 0,0-2-53 16,3 0-55-16,4-3-49 0,0 1-45 0,7-3-33 15,4-2-23-15,1 0-18 0,0 1-29 16,2-1-2-16,0 2-45 0,2-2-66 0,-4 1-92 0,2 0-93 15,-1 0-102-15,-4 3-69 0,-2-1-60 0,-3 0-74 16,-2 3-330-16,-3 0-436 0</inkml:trace>
  <inkml:trace contextRef="#ctx0" brushRef="#br0" timeOffset="85328.35">29406 16701 122 0,'-4'-6'527'15,"4"6"-139"-15,-1-8-75 0,1 8 4 0,0 0 0 16,8-6 14-16,-8 6-29 0,13 3 16 0,-2 0 13 15,2 5 3-15,1 1-29 0,0 2-35 0,6 5 3 16,0 4-60-16,0 2-9 0,-1 1-56 0,1 4 31 16,0 2-46-16,-3 2-1 0,0 1-19 0,-1 2-16 0,-3 0-3 15,-2 1-21-15,-1-4-16 0,-5 0-13 0,1 0-8 16,-3 0-5-16,1 0-10 0,-4-3-2 0,0 0-5 16,-2-2-7-16,-1-1-20 0,-1-1-18 0,-1-1-38 15,0-1-73-15,-3-3-58 0,3-2-87 0,-1-1-75 16,-1-4-98-16,2 1-116 0,-2-5-107 0,2-3-328 15,5-5-617-15</inkml:trace>
  <inkml:trace contextRef="#ctx0" brushRef="#br0" timeOffset="85544.7">29938 16999 754 0,'-6'-3'917'0,"-1"-1"-179"15,0-2-154-15,3 1-107 0,-1 0-64 0,5 5-96 16,-4-10-47-16,3 3-78 0,4-1-22 16,1 0-49-16,6-2 5 0,1 0-43 0,5-2 0 0,7-3-35 15,0 0 9-15,4 2-29 0,0-1 10 0,1 1-37 16,-2 1-18-16,2-4-65 0,-1 3-62 0,-3 0-93 16,1 0-78-16,-2-2-86 0,-5 2-97 0,0 0-74 15,-2-2-413-15,-1 1-580 0</inkml:trace>
  <inkml:trace contextRef="#ctx0" brushRef="#br0" timeOffset="85761.66">30445 16565 361 0,'-5'8'618'16,"3"-2"-139"-16,-1 2-27 0,1 0-21 0,-1 2-11 15,0 0-35-15,2 4-31 0,1-1-34 0,0 3-60 16,1 1-11-16,3 4-53 0,2 1-17 0,2 6-12 15,1 1-11-15,0 2-30 0,5 3-27 0,-1 2-18 0,1-1-17 16,0-1-10-16,0 1-8 0,-2-6-14 0,-2-1-6 16,0 1-5-16,2-3-11 0,-2-1-12 0,-2-5-82 15,-1-1-107-15,0-2-177 0,-2-3-108 0,-1-1-121 16,-2-1-106-16,0-5-286 0,-2-7-586 0</inkml:trace>
  <inkml:trace contextRef="#ctx0" brushRef="#br0" timeOffset="85977.78">30314 16784 263 0,'0'-16'548'0,"1"2"-95"0,5-3-83 0,3 1 10 16,0-1-34-16,8-4 3 0,-2-1-30 0,6-2 6 16,2 1-56-16,2-2-29 0,1 1-28 0,1 0-37 15,1 2-38-15,-5 4-29 0,1 0-21 0,-1 2-18 16,-1 0-13-16,-3 4-12 0,-1 2-10 0,-2-1-13 15,-1 3-48-15,-3 2-68 0,-1 1-124 0,-11 5-80 16,12-2-52-16,-12 2-80 0,5 7-55 0,-10 0-424 0,-1 3-476 16</inkml:trace>
  <inkml:trace contextRef="#ctx0" brushRef="#br0" timeOffset="86127.7">30392 16769 375 0,'-9'12'431'15,"1"-2"-8"-15,4-3-4 0,2 0 6 0,2-7-17 16,2 8-38-16,-2-8-46 0,13 4-52 0,-13-4-49 15,22-1-42-15,-2-3-33 0,2-2-23 0,7 0-29 16,3-3-17-16,5-3-16 0,2-2-17 0,-2 0 12 16,2 0-46-16,-2-3-80 0,-1-1-184 0,-1-1-112 15,-3-2-124-15,0-4-543 0,-4 3-643 0</inkml:trace>
  <inkml:trace contextRef="#ctx0" brushRef="#br0" timeOffset="86379.33">31022 16097 735 0,'-3'-6'586'0,"3"6"-79"0,-9-6-24 15,9 6-41-15,-14 1-13 0,7 3 7 0,-4 3-31 16,-3 1-21-16,-1 5-87 0,-5 6-3 0,-2 6-52 16,-3 2-28-16,1 5-34 0,1 1-17 0,3 0-34 15,-1 3-27-15,5 0-16 0,3 2-15 0,4 1-15 16,3-7-9-16,4 2-24 0,4 0 10 0,4 0-20 15,3 2 14-15,4 1-20 0,3-1 12 0,6-5-2 0,0 1-10 16,5-5-2-16,3 0-10 0,1-4-42 0,2-4-46 16,0-2-57-16,-2-5-76 0,1-5-54 15,-4-2-144-15,0-3-85 0,-1-4-95 0,0-1-160 0,2-6-276 16,-2-4-656-16</inkml:trace>
  <inkml:trace contextRef="#ctx0" brushRef="#br0" timeOffset="86678.68">31207 16608 679 0,'0'0'605'0,"-14"4"-76"15,14-4-62-15,-13 0 0 0,13 0-53 0,0 0 25 16,-13 3-79-16,13-3-25 0,0 0-62 0,-9-3-57 16,9 3-43-16,3-6-32 0,1 1-15 0,2-1-22 15,3-2-21-15,5-2-13 0,2 0-21 0,2-3-10 16,1 1-4-16,0 0-12 0,3-2-19 0,-1-2-58 16,1 0-104-16,0 0-67 0,-2 0-131 0,-1 1-73 0,-1-1-86 15,-4 1-92-15,2 1-418 0,-3-1-636 16</inkml:trace>
  <inkml:trace contextRef="#ctx0" brushRef="#br0" timeOffset="87096.49">31564 16206 506 0,'0'0'551'0,"-16"-4"-68"0,16 4-18 15,-15-4 27-15,7 0-62 0,-2 0-33 0,2 1-51 16,1-3-22-16,-1 2-38 0,-1-3-60 0,3 2-16 15,1-1-52-15,-2-2-6 0,5 2-49 0,0-3 4 16,2 2-39-16,3-4 13 0,1 2-35 0,2-1 16 16,2 1-32-16,2-1 19 0,0 2-32 0,3 1 20 0,2 0-34 15,-2 4 24-15,4 0-6 0,-4 0-24 16,2 3 25-16,0 1-34 0,-1 1 28 0,2 2-25 0,-2 6 24 16,-3-2-4-16,1 4-1 0,-2 4-4 15,-2 0 5-15,-2 3-2 0,-3 0 2 0,-3 4 37 0,-2 0-43 16,-3 2 33-16,-1 3-40 0,-2 0 30 0,-3-2-40 15,-1-2 4-15,-2-1-1 0,1-2 8 0,-1-4 1 16,1-1-3-16,1-2 4 0,-4-1 0 0,5-5 4 16,-1 1 8-16,2-5-3 0,2 0 0 0,8-4-5 15,-12 0 8-15,12 0-12 0,0 0 2 0,-3-7 2 16,8 1-1-16,3 0-3 0,1 2-5 0,2-1 38 16,3 0-42-16,1 2 39 0,1 0-48 0,1 1 39 15,1-1-37-15,-1 3 35 0,-1 0-31 0,3 0 24 0,-2 2-45 16,0-1 25-16,0 1-67 0,-2-2-19 0,-2 3-133 15,1-2-93-15,-2 1-145 0,-1-2-114 0,-11 0-161 16,21 0-340-16,-21 0-694 0</inkml:trace>
  <inkml:trace contextRef="#ctx0" brushRef="#br0" timeOffset="87245.65">31932 16237 340 0,'-7'-7'892'0,"2"0"-199"0,0 2-64 0,5 5-113 0,-4-10-2 15,-1 7-95-15,5 3-49 0,-4-8-80 16,4 8-54-16,-4-7-46 0,4 7-37 0,-3-6-45 0,3 6-82 16,0 0-148-16,-2-7-167 0,2 7-192 0,2-7-207 15,-2 7-507-15,5-8-805 0</inkml:trace>
  <inkml:trace contextRef="#ctx0" brushRef="#br0" timeOffset="87578.85">32039 15956 168 0,'0'0'884'0,"-4"-8"-215"0,4 8-57 0,-2-7-106 16,2 7 37-16,-2-7-90 0,2 7-33 0,8-9-63 15,-3 6-57-15,7-1-30 0,-1 0 4 0,3 2-73 16,3 1-3-16,-2-1-70 0,-1-1 6 0,0 3-58 16,0 0 18-16,0 3-56 0,-1-1-8 0,-2-1-8 0,1 3-1 15,-3-1-4-15,-2 2-3 0,-1 2-2 0,-2 0-3 16,-3 2-2-16,-5 2 4 0,-1 2 1 0,-1 1-4 15,-3 3-2-15,-1-1-4 0,1 2-1 0,0-2-2 16,1-2-1-16,0-1 1 0,1-1-1 0,2-1 36 16,-1-2-42-16,1 0 40 0,0-2-43 0,3 0 42 15,2-7-41-15,2 9 35 0,-2-9-38 0,13 5 5 16,-13-5 1-16,20-3 0 0,-4 0 4 0,0-3-5 16,0 0 5-16,5-1-7 0,-1-3-33 0,1 2-51 15,1-3-55-15,2 0-92 0,-3 0-57 0,-1 0-116 16,2 0-55-16,-3-2-62 0,-2 5-65 0,-2-3-62 0,0 1-291 15,-4 0-533-15</inkml:trace>
  <inkml:trace contextRef="#ctx0" brushRef="#br0" timeOffset="87961.61">32499 15831 16 0,'-2'-7'558'0,"0"-1"-147"0,2 8-70 0,-2-10-46 16,2 10-17-16,-3-7-2 0,3 7 14 0,0-8-1 15,0 8-3-15,0 0-21 0,0 0-20 0,0 0-23 16,0 0-13-16,0 0-17 0,0 0-3 0,0 0-23 15,-4 9-51-15,4-9 22 0,-5 9-61 0,5-9 25 0,-2 10-59 16,2-10 31-16,-7 11-50 0,6-5 34 16,-1 1-49-16,2-7 36 0,-2 11-49 0,2-11 43 0,0 8-54 15,0-8 53-15,5 11-46 0,-5-11 37 0,12 7-45 16,-6-6 40-16,3 4-40 0,3-4 36 0,-2 2-38 16,0-1 37-16,3-1-35 0,-2 1 39 0,1 1-40 15,-1-2 39-15,1 2-42 0,-1-1 47 0,0 0-46 16,-1 1 43-16,1 0-38 0,-2 2 40 0,0-1-36 15,0-1 44-15,1 2-37 0,-2 0 49 0,-1-1-43 16,1 1 39-16,-3 0-38 0,1 1 29 0,-1 0-47 16,-1 0 45-16,-2-1-49 0,1 1 44 0,-1 0-49 0,-2-1 52 15,0-5-48-15,0 13 42 0,-4-6-39 16,4-7 40-16,-5 10-51 0,-1-4 43 0,-1 1-49 0,2-1 44 16,-3-3-44-16,1 3 40 0,1-3-43 15,6-3 36-15,-14 5-58 0,14-5 11 0,-11 1-74 16,11-1 3-16,-10-1-73 0,10 1-27 0,-11-5-106 0,11 5-53 15,-5-10-58-15,5 10-53 0,-2-13-450 0,2 5-515 16</inkml:trace>
  <inkml:trace contextRef="#ctx0" brushRef="#br0" timeOffset="88149.17">32522 15861 41 0,'5'-7'478'0,"-1"-2"-132"0,6 1-23 0,-1 0-38 0,3 0-25 16,4-3-22-16,2 0-18 0,3 0-13 0,4 0-50 0,1-1 17 16,2 2-40-16,1-2-13 0,-2 0-39 0,4 4-6 15,-2-1-22-15,-2 0-3 0,-3 2-21 0,-3 0-4 16,-4 1-76-16,-2 1-91 0,-4 2-129 16,-2-1-125-16,-2 0-381 0,-7 4-294 0</inkml:trace>
  <inkml:trace contextRef="#ctx0" brushRef="#br0" timeOffset="88411.38">32638 15418 639 0,'0'0'613'0,"8"-6"-82"0,-8 6 1 0,12 4-17 15,-2 0-43-15,3 5 52 0,3 5-86 0,2 2-31 16,4 5-96-16,2 4-22 0,0 3-38 0,1 1-34 15,0 4-40-15,0 1-34 0,1 0-71 0,0 4 28 16,5 4-60-16,-1 3 34 0,-2 0-48 0,-6-5 25 16,1-1-47-16,-4 1 36 0,-1 0-60 0,-5-1 1 15,-4-1-25-15,-5-3-23 0,-3-3-31 0,-5 0-86 16,-2-1-64-16,-6-1-56 0,-3 1-64 0,-7-2-43 16,-3-3-24-16,-6-4-41 0,-2 2-22 0,-4-6-61 15,-2-3-303-15,-5-1-410 0</inkml:trace>
  <inkml:trace contextRef="#ctx0" brushRef="#br0" timeOffset="90494.26">28356 18454 458 0,'-5'-6'580'0,"-2"0"-137"0,4 1-76 0,-1 1-69 0,4 4-60 0,-4-10-60 0,4 10-30 0,1-13-32 16,4 7-22-16,2-3-14 0,5-1-21 0,3-1-5 15,4-2-15-15,5 0-8 0,3-4-7 0,5 3-2 16,1-4-20-16,-4 5-33 0,-3 0-100 0,0 1-98 16,-5 2-101-16,-2 3-89 0,-6 0-241 0,-1 1-170 15</inkml:trace>
  <inkml:trace contextRef="#ctx0" brushRef="#br0" timeOffset="90678.27">28319 18585 358 0,'0'0'535'0,"0"0"-119"15,0 0-88-15,0-8 3 0,5 4-41 0,3-2-17 16,3-1-50-16,8-2-35 0,0-1-22 0,7-4-34 16,2 3-33-16,0-3-20 0,3 2-11 0,-2 2-20 15,1-1-36-15,-2 1-140 0,-5 3-108 0,-3 0-163 16,-2 2-476-16,-1-2-432 0</inkml:trace>
  <inkml:trace contextRef="#ctx0" brushRef="#br0" timeOffset="105532.29">15653 15797 575 0,'0'-11'627'0,"0"2"-129"16,0 3-99-16,0 6-81 0,0-15-69 0,0 15-45 15,0-8-39-15,0 8-24 0,0 0 54 0,2-7 24 16,-2 7 7-16,6 7-14 0,1-1-41 0,-1 2-22 15,3 4-41-15,1 0-9 0,3 4-27 0,-1 0-8 16,0 1-15-16,1 2-8 0,1-2-8 0,-2 2-7 0,1 3-2 16,-2-3-7-16,-2 2-2 0,0 0-3 0,1-2-8 15,-3 0-8-15,-1-1-25 0,-1-1-88 0,-1-4-138 16,0 1-102-16,-2-2-103 0,-2-1-98 16,0-3-421-16,0-1-573 0</inkml:trace>
  <inkml:trace contextRef="#ctx0" brushRef="#br0" timeOffset="105727.33">15725 15931 289 0,'-2'-8'846'0,"-2"1"-193"0,4 0-126 0,-1 0-126 16,-2 0-69-16,4-1-36 0,1 0-11 0,0-3-31 16,6-2-18-16,0 1-61 0,3-5-31 0,6-4-39 15,2 0-8-15,5-2-30 0,3-1-12 0,0 2-11 16,0 2-11-16,-4 2-6 0,-3 2-12 0,-2 4-11 15,-4 0-84-15,0 2-132 0,-2 4-84 0,-5-1-28 16,-7 7-23-16,9-3-35 0,-9 3-22 0,0 0-64 16,-5 11-286-16,-6-2-263 0</inkml:trace>
  <inkml:trace contextRef="#ctx0" brushRef="#br0" timeOffset="105878.35">15736 15909 79 0,'-4'8'604'0,"4"-8"-145"0,-3 8-71 0,3-8-42 16,0 0-14-16,9 5-22 0,-9-5-38 0,17-3-42 15,-6-1-34-15,2-2-34 0,6-5-24 0,3 3-32 0,2-6-16 16,3 0-21-16,1-1-14 0,2-3-26 16,-5 2-80-16,2 0-127 0,-3-1-85 0,-1 1-131 0,0 0-540 15,0-3-510-15</inkml:trace>
  <inkml:trace contextRef="#ctx0" brushRef="#br0" timeOffset="106144.34">16401 15323 43 0,'-2'-11'855'0,"-1"3"-146"16,1 0-106-16,-1 2-101 0,-2 2-50 0,5 4-54 15,-13-7-29-15,13 7-40 0,-19 1-48 16,9 3-27-16,-4 5-24 0,-4 3-17 0,-4 6-22 0,-1 5 23 16,-1 5-79-16,1 3 15 0,1 1-23 0,1 5-22 15,4 0-15-15,2 0-7 0,3 1-13 0,4-5-12 16,1 0-8-16,4-2-12 0,3-2-2 0,4 2-37 15,4 0 48-15,1-3-41 0,2-1 33 0,6-1-36 16,2 0 30-16,3-5-40 0,1-2 35 0,2-4-39 16,3-2 27-16,3-3-54 0,0-3 10 0,-2-4-92 15,-2 1-21-15,1-6-109 0,0-1-151 0,4-4-132 16,-4 0-68-16,-1-6-144 0,0-4-479 0,-4-1-832 16</inkml:trace>
  <inkml:trace contextRef="#ctx0" brushRef="#br0" timeOffset="106344.31">16524 15471 668 0,'-9'-9'816'0,"3"5"-169"0,1 0-146 0,5 4-108 0,-9-8-73 16,9 8-46-16,-8-3-8 0,8 3-1 0,0 0-14 16,3 5-16-16,2 2-40 0,0 0-11 15,1 4-33-15,3 2-14 0,3 3-24 0,-1 0-20 0,-1 3-25 16,3-1-11-16,1 6-17 0,0-3-36 15,-5-2-47-15,4 3-79 0,0-4-126 0,-4 0-146 0,0 0-88 16,0-4-145-16,-2 0-556 0,-3-1-795 0</inkml:trace>
  <inkml:trace contextRef="#ctx0" brushRef="#br0" timeOffset="106528.1">16838 15555 922 0,'0'0'890'0,"-1"-10"-179"16,1 10-141-16,0-10-94 0,0 10-98 0,-1-6-46 0,1 6-89 16,-1-8-29-16,1 8-63 0,0 0-16 0,-2-9-59 15,2 9-22-15,0 0-41 0,0 0-106 0,0 0-160 16,0 0-133-16,0 0-142 0,9-1-185 0,-9 1-285 16,9-1-595-16</inkml:trace>
  <inkml:trace contextRef="#ctx0" brushRef="#br0" timeOffset="106911.17">17066 15254 1266 0,'5'-7'727'0,"-1"1"-143"0,-4 6-123 0,6-8-65 15,-6 8-56-15,0 0-27 0,0 0-50 16,0 0-39-16,0 0-25 0,-6 5-29 0,2 0-28 16,0 1-15-16,-1 2-26 0,-3 0-14 0,1 1-14 15,-2 3-16-15,-1-2-3 0,2 0 28 0,-2 0-64 16,2 1 38-16,2-2-52 0,-1-2 41 0,2 0-49 15,0 1 42-15,3-4-45 0,2-4 37 0,-2 9-43 16,2-9 34-16,0 0-48 0,8 3 7 0,-8-3 3 0,18-3 9 16,-8-2-5-16,5 1 8 0,1 2-3 0,0-3-2 15,-2 2 6-15,4-2 1 0,-2 1 1 16,3 0 2-16,-1 2-1 0,0 1 1 0,-2-1 4 16,1 2-4-16,-2 2-3 0,1 1 1 0,-1 1 45 0,-2 1-50 15,1 1 42-15,-4 0-50 0,0 2 43 0,0-1-47 16,-5 2 51-16,2-2-8 0,-3 3-8 0,-2-2-5 15,1 1-3-15,-3 0-5 0,0-2 6 0,-3 2 6 16,1-1-14-16,-3 0 4 0,-2-1-1 0,-3 1 2 16,2-3-3-16,1 0-2 0,-4-2 4 0,1 1-9 15,1-1-13-15,-1-1-43 0,10-2-70 0,-18 0-63 16,18 0-115-16,-15-5-96 0,6 1-38 0,4-2-79 16,0-2-70-16,1-3-431 0,1 1-628 0</inkml:trace>
  <inkml:trace contextRef="#ctx0" brushRef="#br0" timeOffset="107094.93">17116 15263 75 0,'-4'-4'770'15,"4"4"-160"-15,-9-10-117 0,9 10-27 0,-4-8-42 0,4 8-36 16,-5-6-44-16,5 6-48 0,-1-10-41 16,2 4-54-16,3-1-38 0,1-1-37 0,5-3-19 15,4 1-27-15,3-5-9 0,0 3-15 0,2-1-13 16,0-3-11-16,3 0-27 0,-1 2-43 0,-4 0-77 0,1 0-105 15,0 1-78-15,-4 0-71 0,-4 3-98 0,3 0-142 16,-7 2-298-16,-2 1-474 0</inkml:trace>
  <inkml:trace contextRef="#ctx0" brushRef="#br0" timeOffset="107394.57">17501 14829 1231 0,'10'-11'807'0,"-1"3"-157"0,0 0-155 0,0 3-108 16,2 1-66-16,1 2-65 0,0 2-24 0,2 3-47 16,4 0 0-16,0 7-20 0,0-1 22 0,0 4-58 15,6 3 17-15,-2 2-56 0,0 2 25 0,1 5-64 16,0 2 34-16,-2-1-60 0,-1 2 35 0,-4-3-56 15,0 1 0-15,-2 0 0 0,-3-1 0 0,-1 2-4 16,-5-4 7-16,1 1 9 0,-4-2 26 16,-1 3-54-16,-2-5 46 0,1 0-60 0,-2 1 31 0,-2-5-90 15,0 3-46-15,0-4-81 0,-2-1-114 0,1-1-103 16,-1-3-76-16,1-2-163 0,1-2-436 0,4-6-719 16</inkml:trace>
  <inkml:trace contextRef="#ctx0" brushRef="#br0" timeOffset="107694.36">18187 15008 1207 0,'0'0'878'0,"0"0"-201"0,-8-6-101 0,8 6-123 16,0 0-37-16,-6-4-79 0,6 4 14 0,0 0-57 15,0 0 37-15,-5-5-54 0,5 5-12 0,5-6-81 16,1 2-7-16,8-2-68 0,0-1 12 0,7-2-54 16,4-3 18-16,3 1-47 0,-2-2 23 0,3 0-46 15,5-3 34-15,-6 3-42 0,-1-2 31 0,-3 2-39 16,-4 4 30-16,-1-1-32 0,-1 1 27 16,-5 1-41-16,0 3 11 0,-4-1-79 0,-3 0-31 0,-6 6-110 15,7-6-66-15,-7 6-102 0,0 0-115 0,-13 1-61 16,1 2-109-16,0 4-642 0,-6 1-925 0</inkml:trace>
  <inkml:trace contextRef="#ctx0" brushRef="#br0" timeOffset="108510.43">19225 14034 226 0,'-4'-7'708'0,"-1"-1"-131"16,-3 3-84-16,-4-1-56 0,2 3-55 0,-4 1-21 0,-4 5-34 15,-1 0-20-15,-1 6-42 0,-5 3 4 0,1 5-28 16,-1 8 2-16,0 4-62 0,3 4-35 16,2 3-24-16,5 3-23 0,-1 1 15 0,7 4-14 15,4 3-17-15,5-2-15 0,0 3-14 0,8-3 36 0,2 1-61 16,4 0 37-16,7 5-58 0,-1-11 42 15,8 4-50-15,-2-6 42 0,2-4-52 0,1-2 52 0,2-5-53 16,0 0 43-16,2-4-50 0,0-4 48 0,0-5-53 16,-1-3 42-16,-1-5-80 0,-4-2-53 0,1-4-79 15,-1-3-117-15,-3-1-117 0,2-4-68 0,-1-4-101 16,-2-1-652-16,-4-4-856 0</inkml:trace>
  <inkml:trace contextRef="#ctx0" brushRef="#br0" timeOffset="108744.61">19402 14333 437 0,'-9'-11'683'0,"2"3"-150"0,0 2-102 15,2-1-101-15,1 2-52 0,4 5 32 0,0 0-3 16,0 0-7-16,0 0-16 0,0 0 11 0,9 9-36 16,-2-2-48-16,3 5-17 0,1 1-31 0,3 2-20 0,-1 1-32 15,6 5-16-15,-3 0-25 0,1 2-11 0,0-3-13 16,1 2-6-16,-4 0-13 0,4-1-4 15,-5 0-6-15,1-3 0 0,-3-1-10 0,3-1-11 16,-5 0-47-16,2-4-71 0,-1 0-111 0,-4-2-124 0,2-1-62 16,-2-1-126-16,1-4-143 0,-7-4-326 0,11 5-622 15</inkml:trace>
  <inkml:trace contextRef="#ctx0" brushRef="#br0" timeOffset="108960.62">19783 14424 873 0,'0'0'830'0,"0"0"-184"16,0 0-127-16,0 0-75 0,-2-6-40 0,2 6-42 15,0 0-49-15,0 0-46 0,1-10-40 0,-1 10-43 16,11-11-37-16,-2 1-31 0,5 1-19 0,4-3-21 16,5-4-11-16,4 2-19 0,-3 0-16 0,3 0 0 15,-1-1-4-15,-1 2-12 0,-3 4-10 0,-3-2-15 16,0 2-38-16,-5 1-64 0,2 1-100 0,-5 0-117 15,-1 0-95-15,-3 1-87 0,-3 1-104 0,-4 5-462 16,2-9-694-16</inkml:trace>
  <inkml:trace contextRef="#ctx0" brushRef="#br0" timeOffset="109578.14">20398 13869 312 0,'0'0'835'16,"1"-10"-138"-16,-1 10-124 0,0-8-118 0,0 8-69 16,1-6-52-16,-1 6-29 0,0 0-28 0,0 0-27 0,5 6-30 15,-3 1-18-15,0 0-41 0,3 6-19 0,2 2-15 16,2 3-3-16,3 5-4 0,3 0-17 16,2 0-27-16,3 5-13 0,1-3 30 0,2 3-61 0,-6-6 37 15,2 0-56-15,-2-1-5 0,-2 1-8 0,0-2-22 16,-2-2-42-16,-4-2-80 0,1-2-112 0,-1 2-149 15,-5-4-100-15,1-1-141 0,-3-1-596 0,-2-3-850 16</inkml:trace>
  <inkml:trace contextRef="#ctx0" brushRef="#br0" timeOffset="109794.55">20425 14030 603 0,'-6'-11'678'16,"3"1"-151"-16,-1 2-86 0,1 0-92 0,2-1-58 15,0 1-23-15,1 0-26 0,2-3-11 0,2 1-21 16,1-3-33-16,3 0-32 0,3-2-19 0,2 0-19 16,4 1-28-16,2-4-20 0,4 2 1 0,1 0-5 15,3 0-3-15,-1 2-12 0,-1 0-8 0,1 0-14 16,-5 4-12-16,-1 0-29 0,-4 2-94 0,-3 3-93 16,-3 0-58-16,-1 2-43 0,-9 3-13 0,0 0-31 15,7 5-43-15,-11 1-480 0,-5 4-433 0</inkml:trace>
  <inkml:trace contextRef="#ctx0" brushRef="#br0" timeOffset="109960.4">20439 14110 287 0,'0'0'698'0,"1"8"-137"0,-1-8-122 0,0 0-83 16,15-4-87-16,-6-2-9 0,3 0-30 0,3-5-27 0,4-1-25 16,5-3-31-16,6-5-29 0,0-2-23 0,5-1-18 15,1-2-15-15,0 2-15 0,1-3-22 16,0 1-59-16,-3 2-100 0,-2-1-97 0,-4 3-122 15,-5 3-133-15,-1 0-399 0,-5 3-443 0</inkml:trace>
  <inkml:trace contextRef="#ctx0" brushRef="#br0" timeOffset="110176.62">20965 13561 640 0,'-9'-9'566'0,"3"2"-124"15,-2 2-31-15,0 1-47 0,0 1-19 0,8 3-6 16,-16-1-9-16,6 3-19 0,-3 3-19 0,2 2-21 15,-3 2-42-15,1 5-17 0,1 3-22 0,0 2-5 16,1 1-32-16,2 5-16 0,2 2-28 0,2-1 3 16,3 1-8-16,4 1-15 0,2 1-17 0,4 2-19 15,3-1-8-15,1 3 32 0,4-6-61 0,-1-1 43 16,3-3-71-16,-1-1-10 0,0-2-41 0,4-3-51 16,-6-3-82-16,3-1-121 0,-2-4-102 0,-1 0-80 15,-2-4-108-15,-1-3-625 0,1-1-839 0</inkml:trace>
  <inkml:trace contextRef="#ctx0" brushRef="#br0" timeOffset="110476.62">21034 13772 553 0,'-11'-11'808'0,"1"2"-165"0,0 0-106 16,4 0-89-16,0 3-70 0,-2-1-36 16,4 1-36-16,0 0-42 0,4 6-35 0,-1-12-41 15,6 6-26-15,-1 0-27 0,6 1-21 0,3-2-25 0,-1 5-18 16,2-3-16-16,-2 5-12 0,4 0-8 15,-3 0-6-15,2 3-8 0,0 2 3 0,-1 3-8 0,-2 0 13 16,-2 3-4-16,-1 0-7 0,-3 3 4 0,-2 1-4 16,-3 2 0-16,-2 2-8 0,-3 1-2 0,-2 1 0 15,-3 0-6-15,-1-1 0 0,-2-1 6 0,2 0-6 16,1-4-1-16,3-3 1 0,-1 0-1 16,0-2 2-16,2-1-1 0,1 0 3 0,0-3 2 15,4-6 2-15,0 7 3 0,0-7 0 0,9 2-4 0,-9-2 5 16,20-6-10-16,-8 3-2 0,4-3 0 0,-2-3-9 15,6 1-11-15,-1-2-22 0,-3 1-57 16,2-1-102-16,0 0-138 0,-3 1-118 0,-2-1-157 0,0 1-639 16,-4-1-862-16</inkml:trace>
  <inkml:trace contextRef="#ctx0" brushRef="#br0" timeOffset="110660.72">21280 13830 1074 0,'0'0'917'0,"-11"-3"-185"0,11 3-130 0,0 0-100 0,-10-4-64 16,10 4-85-16,0 0-46 0,-9-2-76 0,9 2-28 15,0 0-63-15,0 0-2 0,-6-5-59 16,6 5-52-16,0 0-104 0,0 0-177 0,2-9-159 0,-2 9-130 16,5-8-216-16,-5 8-401 0,8-9-776 15</inkml:trace>
  <inkml:trace contextRef="#ctx0" brushRef="#br0" timeOffset="110976.69">21331 13583 665 0,'1'-7'733'0,"-1"7"-130"0,0-11-85 0,0 11-63 0,1-8-42 16,-1 8-22-16,0-9-50 0,0 9-38 0,3-7-48 16,-3 7-28-16,6-6-15 0,-6 6-36 0,9-5-23 15,1 3-9-15,-10 2-22 0,16-1-24 0,-16 1-16 16,16 0-12-16,-16 0-22 0,18 1-10 0,-9 1-4 15,-1 1-13-15,-1 1 1 0,1 2 13 0,-4-2 5 16,2 3-3-16,-4 1-4 0,-1 1-4 0,-4 1-5 16,1 2-27-16,-5 1 27 0,1-1-27 0,0 1 25 15,-1-1-34-15,3-2 29 0,-3-2-27 0,4 0 26 16,-2 0-29-16,1-1 30 0,2-1-26 0,-2-1 27 16,4-5-28-16,-3 8 27 0,3-8-30 0,0 0 31 15,11 5-31-15,-11-5 27 0,14-3-32 0,-3 0 30 16,1-1-7-16,2 0-13 0,0-3-33 0,2 0-53 15,1-2-86-15,1-1-123 0,-1-1-110 0,0-2-52 16,-1 1-59-16,0-1-90 0,-3-2-567 0,2-1-793 16</inkml:trace>
  <inkml:trace contextRef="#ctx0" brushRef="#br0" timeOffset="111328.93">21651 13416 211 0,'-5'-7'560'15,"5"7"-124"-15,-6-5-119 0,6 5-20 0,-9-2-37 0,9 2 23 16,0 0-28-16,0 0-17 0,-10-1-19 0,10 1-11 15,0 0-25-15,-8 4 3 0,8-4-12 0,-6 7-11 16,6-7 2-16,-8 8-14 0,6-2-22 0,-2-1-27 16,0 3-13-16,1-3-20 0,-1 1-7 0,-1 2-17 15,3-4-3-15,2-4-15 0,-5 12-2 0,5-12-8 16,-3 10 1-16,3-10-5 0,-2 12 1 0,2-12-5 16,1 9 3-16,-1-9-10 0,5 9 10 15,-5-9-11-15,15 7 6 0,-6-5-4 0,3 1 4 0,-1-1-5 16,2 2 3-16,1-2-8 0,0 0 12 0,3 1-11 15,-2 1 8-15,4-2-3 0,-3 1 9 0,0 1-7 16,2-1 0-16,-4 3 14 0,0-3 7 0,2 2-3 16,-5-2 11-16,-1 2-4 0,0 1 2 0,0 0 0 15,-2 0-4-15,-4 1 1 0,1-1-4 0,-2 0-4 16,-2 1-2-16,-2-1 4 0,-2 2-15 0,-2-2 2 16,1 0-1-16,-4 1 4 0,0-2-13 0,-1 1 6 15,-1-2-9-15,-2 0 2 0,2-1-32 0,-3-1-23 16,0-2-81-16,2-1-79 0,-3 0-70 0,2-2-65 15,-2-4-48-15,3 2-75 0,-1-3-123 0,2-2-310 16,1 0-472-16</inkml:trace>
  <inkml:trace contextRef="#ctx0" brushRef="#br0" timeOffset="111510.7">21570 13481 257 0,'0'0'713'16,"-7"-9"-161"-16,7 9-123 0,-4-7-41 0,4 7-33 15,-1-7 9-15,1 7 0 0,3-9-30 0,-1 4-37 16,5 0-66-16,1-3-39 0,4 0-50 0,3 0-19 15,1 0-34-15,4-2-9 0,-2 0-26 0,4 1 1 16,-2-1-20-16,1 0 4 0,-1 1-18 0,2-1 2 0,-3-1-20 16,0 1-10-16,-3 1-71 0,-2 0-116 0,-3 2-103 15,-2-2-90-15,-4 3-104 0,-4-1-128 0,-1 7-341 16,-2-12-546-16</inkml:trace>
  <inkml:trace contextRef="#ctx0" brushRef="#br0" timeOffset="111744.37">21713 13159 196 0,'0'0'672'16,"0"0"-153"-16,1-8-105 0,-1 8-4 0,0 0-25 16,15-1-4-16,-15 1-2 0,17 5-29 0,-3 1-7 15,0-1-23-15,9 7-32 0,3-1-27 0,1 3-14 16,8 5-41-16,1 0-37 0,0 1-3 0,0 2-22 16,-2 1-27-16,-2-1-19 0,0 2-23 0,-2 1-15 15,-5 0-10-15,-1 0-10 0,-8-3-9 0,0 1-14 16,-4 2-3-16,-3-3-30 0,-4 0-4 0,-3 2-56 15,-2 1-14-15,-5-1-40 0,-2-2-66 0,-4 4-58 16,-2-1-45-16,-3 0-31 0,-1-4-7 0,-3-1-30 16,-2-1-17-16,-1-2-50 0,1-3-78 0,1-5-400 15,-2-1-482-15</inkml:trace>
  <inkml:trace contextRef="#ctx0" brushRef="#br0" timeOffset="111994.18">21660 12914 731 0,'7'-15'868'0,"-2"3"-189"15,1 5-145-15,1 2-56 0,4 4-51 0,3 4-49 0,7 3-29 16,7 7-57-16,6 6 1 0,3 5-74 0,8 8-16 16,4 5-46-16,-2 4-35 0,3 3-25 15,-3 7-23-15,-3 1-6 0,-3-1-24 0,-7 4-3 16,-3-2-15-16,-6 2-7 0,-8-1-32 0,-8-7-21 0,-7-1-61 15,-3 0-73-15,-7 1-72 0,-4-2-64 0,-8 7-40 16,-4-2-32-16,-5-4 19 0,-6-2-30 0,-1-4-7 16,-3-2-33-16,-3-5-99 0,-2-1-246 0,5-10-289 15</inkml:trace>
  <inkml:trace contextRef="#ctx0" brushRef="#br0" timeOffset="112759.76">21323 13890 104 0,'-10'1'562'0,"10"-1"-136"0,0 0-117 0,0 0-39 0,-9 5 0 0,9-5 31 0,0 0-47 15,0 0 0-15,-3 6-29 0,3-6-30 0,0 0-38 16,3 9-20-16,-3-9-27 0,2 5-19 0,-2-5-19 15,4 6-12-15,-4-6-8 0,7 6-7 0,-7-6-13 16,0 0 2-16,6 7 21 0,-6-7 18 0,0 0 12 16,6 5 6-16,-6-5 0 0,0 0-23 0,0 0-10 15,0 0-10-15,8-3-10 0,-8 3-10 0,0 0 0 16,5-7-6-16,-5 7 1 0,0-8-6 0,0 8-1 0,3-8 7 16,-3 8 26-16,0-8 5 0,0 8-8 0,0-7-4 15,0 7 1-15,0 0-6 0,-2-10 4 0,2 10-8 16,0 0-4-16,-1-6-4 0,1 6-10 15,0 0 2-15,0 0-4 0,0 0-3 0,0 0 4 16,0 0-4-16,0 0-3 0,0 0 1 0,0 0-6 0,0 0 4 16,0 0-3-16,0 0 2 0,0 0-1 15,0 0 4-15,0 0 9 0,0 0 1 0,0 0 1 16,0 0 7-16,9-3-12 0,-9 3-8 0,12-3-1 0,-5-2 3 16,-2 2-2-16,3-2-2 0,0-1 3 0,-3 1-6 15,1 0 4-15,-2 0 14 0,-4 5-19 16,7-10 1-16,-7 10 0 0,2-10 4 0,-2 10 9 15,-1-8-11-15,1 8 11 0,-8-7-12 0,8 7 9 0,-9-4-13 16,9 4 10-16,-14 0-6 0,14 0-5 0,-13 3 4 16,13-3-4-16,-16 7-4 0,9-5-29 0,1 5-49 15,-2-2-124-15,3 2-171 0,-2-1-142 0,0 1-815 16,3 0-940-16</inkml:trace>
  <inkml:trace contextRef="#ctx0" brushRef="#br0" timeOffset="113626.57">15863 17270 769 0,'-10'9'909'0,"-1"-2"-168"0,2-1-181 16,0 0-111-16,2 0-85 0,-2-4-31 0,3 3-20 15,6-5-57-15,-8 6-15 0,8-6-57 0,0 0-10 16,0 0-31-16,13-6-27 0,1-1-20 15,4-4-15-15,9-3-41 0,6-5 16 0,2-4-37 0,11-5 13 16,-3-2-55-16,3-1-32 0,-1 2-78 0,-9 4-80 16,-3 1-117-16,-2 3-100 0,-7 3-43 0,-6 4-98 15,-4 2-44-15,-4 5-335 0,-6 2-532 16</inkml:trace>
  <inkml:trace contextRef="#ctx0" brushRef="#br0" timeOffset="113794.46">15849 17556 458 0,'-10'12'912'0,"2"-1"-195"0,3-6-159 0,5-5-114 16,-1 8-74-16,1-8-54 0,13-5-31 0,1-2-58 15,9-6-38-15,10-7-49 0,4-4-14 0,13-7-25 16,5-5-20-16,5 0-23 0,3-1-39 0,-1-1-93 16,0 2-163-16,-5 1-167 0,-6 3-206 0,-3 2-544 15,-14 7-767-15</inkml:trace>
  <inkml:trace contextRef="#ctx0" brushRef="#br0" timeOffset="123259.22">12594 18024 401 0,'-9'-7'403'0,"-1"2"-89"0,5-1-63 0,0 2-26 16,-2-2-31-16,4-1 0 0,-1 2-23 0,0 0 2 0,3-2-25 15,-2 1 7-15,3 6-26 0,-1-12-2 0,1 12-40 16,-3-10-3-16,3 10-32 0,-1-6 26 0,1 6-13 15,0 0 13-15,3 6 24 0,-2 0-14 0,1 5 2 16,2 4 38-16,4 4-20 0,-2 3 13 0,3 3-14 16,3 0-14-16,-1 0-29 0,2 0 59 0,4-3-17 15,-1 1 27-15,5-4-54 0,0-2 34 0,4-4-23 16,2-5 40-16,-1-3-31 0,5-6 32 0,14-6-55 16,1-8 25-16,11-7-51 0,3-9 23 0,3-6-45 15,2-7 37-15,16-17-30 0,-2-2 7 0,4-3-2 16,5-5-19-16,-1-4 40 0,4-1-12 0,1-5 22 15,0-1-13-15,0-4-12 0,-2-3-19 0,3 2 14 16,-1 0-22-16,-2 3 4 0,-4 5-30 0,-3 5 2 16,-10 9-63-16,-17 16-35 0,-7 5-106 0,-8 8-105 15,-12 10-129-15,-10 7-84 0,-6 6-120 0,-8 6-37 16,-5 7-301-16,0 0-582 0</inkml:trace>
  <inkml:trace contextRef="#ctx0" brushRef="#br0" timeOffset="136693.07">26085 18248 826 0,'-12'-1'684'0,"12"1"-90"0,-19-2-152 0,19 2-63 15,-16 0-86-15,16 0-3 0,0 0-56 0,-16 0 35 16,16 0-54-16,0 0 19 0,-13 2-55 0,13-2 41 16,-8 4-72-16,8-4 0 0,-6 7 8 0,6-7 2 0,-1 10-15 15,1-10-14-15,0 12 18 0,3-6-13 16,-1 0 5-16,-2-6 17 0,4 12 16 0,0-7 27 0,-4-5 19 15,6 9 2-15,-6-9 13 0,9 6 39 0,-9-6-31 16,16 0 15-16,-5-4-193 0,2-4-63 0,7-8 0 16,3-7 0-16,5-6 0 0,-2-3 0 0,7-12 0 15,3-5 0-15,0-3 0 0,0-6 0 16,2-3 0-16,0-3 0 0,2-2 0 0,7-12 0 0,0-1 0 16,-2-1 0-16,-8 13 0 0,3 1 0 15,-3 2 0-15,-1 3-298 0,-2 5-70 0,-2 6-67 16,0 6-89-16,-9 11-109 0,1 4-51 0,-7 10-44 15,-3 7-708-15,-4 1-1048 0</inkml:trace>
  <inkml:trace contextRef="#ctx0" brushRef="#br0" timeOffset="137509.64">21754 18190 267 0,'-12'-7'420'0,"3"1"-75"0,-1 2-32 0,1-2-27 0,3 1-8 15,-1 1 7-15,1 0-47 0,6 4 5 0,-10-6-56 16,10 6 17-16,-9-6-17 0,9 6 13 0,0 0-36 15,-5 4 45-15,5-4-33 0,0 12 38 0,2-3-53 16,3 1 9-16,-1 2-55 0,3 1 57 0,0-1-54 16,2 1 9-16,0 2-1 0,0-3-8 0,1 0 2 0,-1-1-23 15,0-1 6-15,1 1 4 0,-1-4 15 16,0 0 18-16,-1-1 20 0,2-1 8 0,-1-2 1 16,0-3 17-16,1-3 13 0,3-3-21 0,5-6-3 15,1-6-29-15,4-9-11 0,1-7-4 0,7-13-16 16,-2-8-15-16,2-7-20 0,2-2-15 0,-1-8-19 15,4-15-59-15,4-1 27 0,-1-3-40 0,-2-6-16 16,-1-1-70-16,1 1-28 0,-2 0-59 0,3 3-31 16,-2 3-74-16,2 3-77 0,-5 17-79 0,3 3-106 0,3 2-52 15,0 3-68-15,2 5-681 0,0 1-967 0</inkml:trace>
  <inkml:trace contextRef="#ctx0" brushRef="#br0" timeOffset="138443.04">28707 18274 606 0,'0'0'582'0,"-5"5"-55"0,5-5-85 0,0 0-15 15,-4 4-60-15,4-4 19 0,0 0-61 0,-5 5 14 16,5-5-68-16,0 0 18 0,0 0-62 0,0 0-10 16,0 0-13-16,-1 7-19 0,1-7 23 0,0 0-45 15,0 0 11-15,-1 9-6 0,1-9-22 0,0 7-3 16,0-7 11-16,1 7 11 0,-1-7 11 0,1 9 2 16,-1-9-6-16,3 9 4 0,-3-9 5 0,2 6 13 15,-2-6 6-15,2 6-1 0,-2-6-199 0,0 0 0 16,2 6 0-16,-2-6 0 0,0 0 0 0,9-9 0 0,0 1 0 15,0-6 0-15,1-1 0 0,4-1 0 0,0-7 0 16,4 1 0-16,-4-3 0 0,7-5 0 16,-1-4 0-16,1 0 0 0,0-3 0 0,6-8 0 0,1-2 0 15,-1-3 0-15,4 0 0 0,3 0 0 0,-2-3 0 16,4 0 0-16,1 0 0 0,0-2 0 0,2 3 0 16,3 2 0-16,-1 0 0 0,-2 5 0 15,-2 3 0-15,0 5-458 0,-7 8-260 0,-5 4-124 0,-3 7-159 16,-4 5-636-16,-3 2-1297 0</inkml:trace>
  <inkml:trace contextRef="#ctx0" brushRef="#br0" timeOffset="139343.31">22830 14762 124 0,'0'0'318'0,"-20"-1"-92"16,20 1-36-16,-20 0-28 0,20 0-12 0,-19 0-39 0,19 0-17 16,-15 1-28-16,15-1-1 0,-14 2-25 0,14-2 3 15,-12 2-18-15,12-2 4 0,-8 5-18 0,8-5 5 16,-5 3-10-16,5-3 2 0,0 0-15 0,0 0-11 15,0 0-30-15,0 0-25 0,0 0-59 0,11 0-58 16,-5-5-197-16,-1-2 159 0</inkml:trace>
  <inkml:trace contextRef="#ctx0" brushRef="#br0" timeOffset="139541.65">22610 14655 176 0,'-3'-6'437'0,"3"6"-126"0,-1-13-58 16,6 6-60-16,-1-1-43 0,7-4-29 0,6 0-19 15,10-2-19-15,10-5-13 0,18-6-22 0,10 0-12 16,11-3-14-16,25-8-46 0,10-4-42 0,5-2-73 16,11-4-37-16,9-4-60 0,11-4-194 0,5 0 100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52:14.754"/>
    </inkml:context>
    <inkml:brush xml:id="br0">
      <inkml:brushProperty name="width" value="0.05292" units="cm"/>
      <inkml:brushProperty name="height" value="0.05292" units="cm"/>
      <inkml:brushProperty name="color" value="#FF0000"/>
    </inkml:brush>
  </inkml:definitions>
  <inkml:trace contextRef="#ctx0" brushRef="#br0">15334 10728 798 0,'-9'-21'687'0,"-1"1"-82"16,1 1-101-16,0 1-82 0,0 3-57 0,3 1-52 16,-2 3-53-16,3 0-56 0,1 1-34 0,0 2-41 15,-1 2-24-15,5 6 19 0,0 0 35 0,0 0 1 16,8 5-9-16,0 8-1 0,3 4 1 0,4 8-18 15,5 8-10-15,0 2 3 0,-1 6-47 0,1 0 8 16,1 11-44-16,-3-9 19 0,-4 3-39 0,3-1 21 16,-6-2-39-16,1 2 6 0,-1-4-72 0,-2-2-48 15,-4-7-39-15,2-3-85 0,-1-3-137 0,-2-2-100 16,0-3-125-16,-2-3-173 0,1-6-306 0,-3-2-690 16</inkml:trace>
  <inkml:trace contextRef="#ctx0" brushRef="#br0" timeOffset="250.91">15297 10801 715 0,'-4'-46'713'0,"1"0"-110"0,6 9-127 0,0 0-74 0,3-1-54 15,2 5-42-15,5 4-17 0,0 1-9 16,6 5-26-16,0 2-11 0,5 5-44 0,0 2-43 16,2 9 15-16,-2 1-40 0,3 5-10 0,0 3-33 15,1 5-5-15,0 4-28 0,-4 4 11 0,-3 2-30 0,-1 3-3 16,-2 3-4-16,-6 0-4 0,-3 2-11 0,-3-1-8 15,-5-1 27-15,-1 0-27 0,-7 0 14 16,-1 2-24-16,-5 0 13 0,-3-2-24 0,-6 2 7 0,3-6-29 16,-4-3-17-16,0-4-16 0,2-2-36 0,1-3-23 15,2-2-57-15,3-7-51 0,2 0-53 0,3-5-61 16,3-3-97-16,2-3-156 0,5-6-447 0,5-4-668 16</inkml:trace>
  <inkml:trace contextRef="#ctx0" brushRef="#br0" timeOffset="467.47">16228 10280 858 0,'7'4'693'0,"-4"5"-111"0,-6-1-89 15,-3 7-46-15,-6 1-50 0,-7 6-26 0,-6 6-60 16,-2 3-22-16,-9 6-45 0,2 4-19 0,0 2-34 0,0 1-17 16,2 2-10-16,2 0-48 0,6 1-2 15,4-4-39-15,4 0 6 0,5-2-38 0,5 2 21 16,4-6-27-16,2-2 19 0,7 5-31 0,4-3 23 15,5-2-34-15,4-3-6 0,4-2-18 0,3-4-26 0,4-2-61 16,2-3-75-16,3-3-112 0,1-3-126 0,1-4-86 16,-6-5-117-16,3-3-651 0,-7-3-873 15</inkml:trace>
  <inkml:trace contextRef="#ctx0" brushRef="#br0" timeOffset="899.75">16298 10826 631 0,'-8'-17'703'0,"3"1"-144"0,1 1-126 0,0 1-91 0,2-1-45 16,4 3 8-16,2-1-6 0,3 0 18 16,0 1-30-16,6 2-23 0,1 0-49 0,4 2-21 15,3 0-33-15,2 4-24 0,1 2-19 0,0 2-19 0,2 3 8 16,1 4-6-16,1 2-24 0,0 4-11 0,-3 1-7 16,-2 3-12-16,-3 2 11 0,-3 2-27 0,-3 1 19 15,-1 3-36-15,-5-4 17 0,-2 1-24 0,-4 0 17 16,-1-3-18-16,-2-1 13 0,-1-1-21 0,-3-3 20 15,1 0-24-15,-2-3 26 0,-2-4-7 0,2-1 31 16,-2-2-34-16,8-4 27 0,-19-3-30 0,10-2 29 16,0-5-32-16,1-4 28 0,1-4-35 0,4-4 27 15,1-4-34-15,3-1 0 0,2-5-1 0,3-2 5 16,4-4 23-16,-1 0-34 0,0 9 29 0,2-1-32 16,-3 8 37-16,-1 1-34 0,-1 5 26 0,0 1-29 15,-2 7 33-15,3 1-20 0,-7 7 32 0,0 0-27 16,10 2 29-16,-9 5-27 0,2 5 11 0,-3 3-6 15,1 6 3-15,-1-1 32 0,0 6-36 0,1-2 30 16,3 4-32-16,0-3 34 0,2 2-31 0,1 0 37 16,4-2-30-16,-2-5 28 0,5 3-29 0,0-8 24 0,2 0-39 15,0-2 16-15,3-4-67 0,3-4-36 16,-3-2-70-16,2-3-77 0,-1-1-68 0,3-5-104 0,-2 0-60 16,-2-5-78-16,-1 0-153 0,-3-5-429 0,-1-1-744 15</inkml:trace>
  <inkml:trace contextRef="#ctx0" brushRef="#br0" timeOffset="1650.39">17715 10393 982 0,'-10'-8'755'16,"1"1"-94"-16,0 3-126 0,1-2-99 0,3 1-81 0,-1 1-68 0,1 1-52 15,5 3-37-15,-8-5-9 0,8 5-8 0,0 0-23 16,9-7-13-16,-9 7-20 0,18-1-29 0,-3 1 20 16,5 0-37-16,4 0 4 0,5-2-23 0,2 1 0 0,7-2-25 15,-1 0 6-15,3-2-21 0,-2 0 20 16,-2-3-14-16,-1 1 17 0,-5 2-29 0,-6 0 18 16,-2 0-11-16,-4 1 17 0,0 1-23 0,-4-1 28 15,-1 2-25-15,-4 0 17 0,-9 2-32 0,10-1 30 16,-10 1-10-16,0 0 1 0,-6 11-32 0,-2 1 31 15,-4 5-16-15,-3 6 34 0,0 8 13 0,-2 1 18 16,2 4-14-16,1 5 21 0,1 0 9 0,2 1-11 16,0 1-12-16,5 0 14 0,-1-1-21 0,0-2 29 0,4-4-41 15,-2-3 24-15,4 0-42 0,0-6-15 0,1-1-83 16,0-4-23-16,0-2-113 0,0-2-70 16,1-1-61-16,-1-6-128 0,1 0-100 0,0-5-169 0,-1-6-675 15,0 0-1012-15</inkml:trace>
  <inkml:trace contextRef="#ctx0" brushRef="#br0" timeOffset="2480.89">18891 10401 496 0,'13'-7'524'16,"-2"0"-124"-16,1-4-117 0,-2 3-19 0,-1-3 19 0,2 3-36 16,-3-4 20-16,0-1-10 0,0 0-23 0,-1-1-17 15,-2-2-17-15,0 0-12 0,-2 1 3 0,-2-1-7 16,0 0-21-16,-2 2-24 0,0-2-8 0,-4 2-29 15,-2-1 11-15,-1 1-11 0,-4 0-8 0,-3 1-20 16,-1 1-6-16,-3 2-23 0,1 1-6 0,-4 4-11 16,2-1-1-16,1 6-12 0,-3 0 8 0,3 0-14 15,2 6 3-15,-2-1-6 0,4 1 6 0,1 1-5 16,4 2 3-16,0 1-5 0,7 0 9 0,-1 1-1 16,5 2 5-16,5 2-3 0,4 1 3 0,2 1 0 15,7 3-2-15,3-1-1 0,6 3 0 0,2 0 17 16,0 0-10-16,4 0 10 0,-1-1-15 0,0-2 5 15,2 1-8-15,-2 0 3 0,-4 1-21 0,1-1 4 16,-9-3-3-16,-1-1 3 0,-5 2-3 0,-4-3 3 16,0-1 3-16,-5 1-4 0,-4 0 8 0,-2-3 5 15,-2 0-11-15,-4 2 3 0,-2-4 28 0,-4 1 20 0,-3-1-4 16,1-3 23-16,-4-2 3 0,-1-1-7 16,-3-2-10-16,-1-4-9 0,-1 1-6 0,1-5-3 0,1 0 13 15,1-4-6-15,1 1-11 0,6-4-12 0,0-5 15 16,5 0-44-16,4-2 4 0,5 1-36 0,3-4 15 15,3 1-43-15,0-2 1 0,6 0-43 0,1 1-23 16,-2 3-32-16,0 2-24 0,1-1-44 0,0 3-57 16,-1 0-63-16,3 3-73 0,-5 1-130 0,3 1-663 15,-3 0-825-15</inkml:trace>
  <inkml:trace contextRef="#ctx0" brushRef="#br0" timeOffset="2833.76">19276 10090 1449 0,'-13'-3'930'0,"0"0"-197"0,4 1-103 0,-1-2-127 0,2 2-72 0,8 2-92 0,-14-4-1 16,14 4-93-16,-10-6-16 0,10 6-71 0,0-10 3 0,6 3-59 15,1-2 3-15,3 1-47 0,4 0-7 16,3-3-15-16,2 1-6 0,-1 1-8 0,2-1-2 15,2 2-6-15,-3-1 0 0,3-1-5 0,-3 4-2 0,-4-1-1 16,1 0 0-16,-4 2-4 0,-1 1 0 0,0 0 0 16,-2 1 6-16,0 0 13 0,-9 3 27 15,15 0 15-15,-11 4 8 0,3 2-4 0,-2 4 4 0,-3 3 21 16,3 3-33-16,-3 3 17 0,-1 3-32 0,0 3 19 16,2 1-35-16,-2 2 21 0,0 3-36 15,2-2 27-15,-2 2-33 0,4-2 32 0,-3 1-40 16,0-4 26-16,2 0-43 0,2 0-23 0,-3-1-30 0,2-2-56 15,0 1-72-15,0-4-79 0,-1 1-83 16,4-5-141-16,-3-1-88 0,0 0-118 0,-1-5-759 0,-2-1-1085 16</inkml:trace>
  <inkml:trace contextRef="#ctx0" brushRef="#br0" timeOffset="3099.4">19641 9701 1304 0,'3'-6'908'0,"-1"0"-216"0,-2 6-143 0,8-8-112 15,-8 8-46-15,18 1-23 0,-1 5-7 0,5 2-13 16,14 7-42-16,3 3 15 0,12 7-5 0,2 8-3 16,2 4 15-16,-1 6-15 0,0 6-36 0,-3 6-43 15,-4 5-15-15,-5 2-28 0,-5 2-176 0,-5 1-15 16,-9-1 0-16,-5 1 0 0,-4-1 0 0,-5 2 0 15,-9-13-138-15,-4 12-86 0,-10-2-18 0,-2 1-112 16,-9-3-55-16,-3-3-104 0,-9 0-130 0,-4-4-92 16,-2-2-162-16,-5-4-379 0,-1-4-883 0</inkml:trace>
  <inkml:trace contextRef="#ctx0" brushRef="#br0" timeOffset="4600.7">18427 10583 218 0,'-2'-5'420'0,"-1"-3"-62"0,-1 0-33 16,0 2-65-16,-1-1 0 0,0 1-21 0,-1 0-20 16,1 1-19-16,1-1-32 0,-1 4-11 0,5 2-23 15,-8-4 19-15,8 4 39 0,-10 6 32 0,5 3-12 16,-2 7 27-16,1 11-5 0,-3 13-14 0,0 7-50 15,-3 14-33-15,1 6 3 0,1 2-15 0,-2 4-21 16,1 1-16-16,-1 2-14 0,1 0-21 0,-1 0-40 16,1-4-70-16,2 0-171 0,-3-6-165 0,6-14-261 15,-2-3-611-15,-1-5-873 0</inkml:trace>
  <inkml:trace contextRef="#ctx0" brushRef="#br0" timeOffset="7816.46">17977 12566 93 0,'0'0'561'0,"-14"-4"-153"0,14 4-25 0,-9-6-46 0,9 6-54 16,-9-6-45-16,9 6-28 0,0 0 10 0,0 0 16 16,-7 7 8-16,12 0 14 0,-2 1-2 0,5 6-22 15,4 2-33-15,4 4-19 0,0 5-31 0,4 6-8 16,3 0 15-16,0 3-30 0,-1-2-11 0,1 4-21 16,-2 1-27-16,0 1-9 0,2-2-20 0,-3 2 2 15,0-2-19-15,0 1-5 0,-1-4-25 0,-3-2-29 16,-1-5-48-16,-2-2-95 0,-4-5-107 0,2-1-83 15,-4-3-112-15,-1-4-131 0,-2-3-428 0,-4-8-654 16</inkml:trace>
  <inkml:trace contextRef="#ctx0" brushRef="#br0" timeOffset="8052.77">17957 12771 999 0,'-16'-40'692'15,"1"3"-138"-15,9 4-131 0,2 2-90 0,2 4-60 0,5 1-21 16,3-3 6-16,5 2-21 0,4 2-4 0,3 3-46 15,2 3-25-15,5 3-43 0,0 4-17 0,0 4-27 16,0 4 5-16,-2 4-24 0,3 1-1 0,-2 5-19 16,-2 5-8-16,3 1-9 0,-4 2 0 0,-1 5 0 15,-5 0-9-15,-3 0-2 0,-2 2-5 0,-5 3 0 16,-2-2 10-16,-4 1-23 0,-3 1 6 0,-3-1-32 16,-5 1-43-16,-1-3-51 0,0-3-30 0,0-1-59 15,-3-6-22-15,3-2-29 0,1-4-45 0,1-4-81 16,11-1-73-16,-16-6-447 0,13-3-486 0</inkml:trace>
  <inkml:trace contextRef="#ctx0" brushRef="#br0" timeOffset="8266.4">18649 11960 1227 0,'0'0'795'0,"0"8"-157"0,-12 3-104 16,-5 11-103-16,-5 5-57 0,-3 10-59 0,-3 12-66 15,2 2-37-15,4 5-38 0,2 1-22 0,3 2-26 0,8-7-22 16,4-2-28-16,5 2 6 0,4-2-9 16,6-2-9-16,8 7-9 0,3-3-7 0,3-5-3 15,4-3-2-15,4-3-12 0,-3-10-12 0,5-3-21 16,1-4-41-16,1-3-47 0,1-9-86 0,-2-2-131 0,-1-6-154 16,-2-4-200-16,0-5-647 0,0-4-910 0</inkml:trace>
  <inkml:trace contextRef="#ctx0" brushRef="#br0" timeOffset="8902.54">18772 12174 696 0,'-15'-10'814'0,"2"-1"-134"0,0 2-151 0,2 1-80 16,2 0-82-16,1 1-37 0,-1 1-52 0,3 1-17 15,-1 1-45-15,1-1-22 0,6 5-19 0,-6-10-23 16,6 10-17-16,2-8-27 0,3 3-16 0,7-4-24 15,3-2-1-15,8-4-21 0,9-3 1 0,4-1-21 16,1-1 1-16,1-2-22 0,2-1 16 0,-2 0-11 16,-2 2 12-16,-3 0-20 0,0 3 12 0,-11 4-16 15,-3 3 11-15,-2 0-12 0,-3 4 10 0,-2 0-11 16,0 0 15-16,-3 3-9 0,-9 4 12 0,11 0 2 16,-11 0 0-16,1 10-2 0,-4-2 3 0,-2 5-11 15,-4 0-10-15,0 5 10 0,-4 1-13 0,1 2 17 16,-4 1-20-16,2-2 18 0,0 3-16 0,3-5 21 15,0 1-18-15,-1-2-2 0,0-1 8 0,2 0-9 16,2-4 6-16,1 0 2 0,0-2-2 0,3-3 4 16,-2 2 0-16,4-2-1 0,2-7-1 0,3 7 5 0,-3-7-3 15,18 0 15-15,-1-4-10 0,-1 0 4 16,7-2-17-16,2-1 16 0,-1 1-22 0,3 0 27 0,-3-1-23 16,4 2 18-16,-4 2-17 0,2-1 16 0,-5 4-17 15,0 2 19-15,1 0-19 0,-2 4 20 0,2 3-25 16,-3 1 8-16,-1 1 1 0,-3 5 7 0,0 2-8 15,-1 4 8-15,-4 1-3 0,-2 4 19 0,-5-2-21 16,0 4 23-16,-4-2-20 0,-2 6 20 0,-3 2-7 16,-5 2 49-16,-4-1-7 0,0-2-23 0,-6-1 36 15,-2-3-35-15,0-4 21 0,-5-1-36 0,-1-4 33 16,3-5-22-16,-3-7 32 0,3-2-31 0,2-3 23 0,2-5-41 16,1-6 34-16,0-4-43 0,3-6 25 15,4-4-37-15,5-5 29 0,4 2-31 16,6-1 29-16,4 0-33 0,6-1 4 0,3 1 0 0,1 4 1 15,3 2 1-15,-1 7-1 0,2 1 1 0,1 5 0 16,-2 4 2-16,3 2 31 0,0 3-33 0,0 2 30 16,2 4-30-16,2 3 27 0,-2 3-32 0,-1 0 36 15,1 3-36-15,0-2 22 0,-4 1-43 0,2 0 16 16,-2-4-42-16,-2 0-26 0,0-4-74 0,0 1-56 16,1-6-64-16,-4-3-114 0,1-2-93 0,1-3-100 0,0-3-199 15,-2-4-334-15,0-3-735 0</inkml:trace>
  <inkml:trace contextRef="#ctx0" brushRef="#br0" timeOffset="9833.35">19599 11543 1099 0,'-10'-8'761'0,"-1"5"-132"0,1-3-155 0,3 3-79 16,0 0-91-16,7 3-48 0,-15-5-60 0,15 5-18 16,-6-3-5-16,6 3 1 0,0 0-22 0,0 0-24 15,10-3-17-15,-10 3-21 0,22-2-8 0,-3 1-14 16,2-2-14-16,5 1 1 0,10-3-25 0,-2 0-1 0,3-2-4 16,-1 1-21-16,1-1 12 0,-4-2-2 15,-1 2-2-15,-1-4-3 0,-3 3-1 0,-6 0-1 16,-2-2 6-16,0 0 10 0,-5 0 11 0,-2-1-13 15,-1 2 21-15,-3-1 4 0,-2 1 32 0,-1 0-7 0,0 2 32 16,-2 1-47-16,0 0 17 0,-4 6-41 16,4-6 19-16,-4 6-34 0,0 0 23 0,-3 14-30 15,2-3 25-15,0 7-23 0,-1 9 35 0,4 6-22 0,-1 7 36 16,0 6 36-16,3 1-5 0,-1 1-8 0,1 3 3 16,1-3-18-16,-1 2 15 0,1-5-32 15,0 2 33-15,0-4-37 0,-1-1-7 0,0-6-9 16,-1-2-6-16,0 0-19 0,3-5-28 0,-3-4-20 0,-2-2-83 15,2-3-43-15,-1-3-72 0,1-2-33 0,-2-2-26 16,-1-3-108-16,1-1-112 0,-1-9-124 0,-1 10-787 16,1-10-1040-16</inkml:trace>
  <inkml:trace contextRef="#ctx0" brushRef="#br0" timeOffset="12633.21">20739 10733 363 0,'0'0'626'0,"-1"-9"-128"0,-1 2-111 0,2 7-59 15,-1-12-83-15,-1 4-33 0,0 3-31 0,0-3 17 16,-1 0-25-16,3 1 4 0,-2-3-45 0,0 2-22 15,-2-3-25-15,3 3-11 0,-1-3 17 0,0 2 0 0,-3 0-2 16,3 0 20-16,-1-1 1 0,-2 2-20 16,1 1-6-16,-5-1-6 0,2 3-8 0,-2 0-9 15,-3 0-14-15,-2 3-7 0,-1 1 6 0,-4 3-21 0,-1 0 9 16,-4 6-22-16,0-2 12 0,-3 4-21 16,4 0 10-16,5 2 9 0,0-2-10 0,5 2-1 15,3-2-1-15,5 0 1 0,5 1-18 0,4-1 19 16,5 1-22-16,4-3 23 0,6 1-22 0,4-1 22 0,6 0-23 15,6-1 16-15,-1-2-14 0,3 0 18 0,0 0-23 16,1-1 21-16,0 0-18 0,-4-1 22 0,-2 2-22 16,-2 0 22-16,-6 1-21 0,0-2 17 0,-2 3-15 15,-5 1 17-15,-2 0-20 0,-5 3 8 16,0 2-3-16,-6-1 3 0,0 2 1 0,-5 4-1 0,-3-1 6 16,-5 0 2-16,0 4 11 0,-4-4 17 0,-1-1 13 15,0-2 19-15,-2-1 18 0,0-2-3 16,2-5 1-16,1 0 5 0,2-2-26 0,-2-4 3 0,3-2-9 15,0-4 7-15,3 0-26 0,1-2 12 16,3-5-34-16,3-1 12 0,2-5-23 0,1 0-7 0,5-5-2 16,1 2-6-16,1-5-3 0,-1 8-8 0,3-1-18 15,-3 1-30-15,-2 2-48 0,0 3-47 0,0 2-99 16,-2-1-75-16,1 4-73 0,-3-2-127 0,3 3-664 16,-3 0-814-16</inkml:trace>
  <inkml:trace contextRef="#ctx0" brushRef="#br0" timeOffset="13383.53">21161 10462 165 0,'0'0'595'0,"-3"-9"-164"0,3 9-108 0,0-7-68 0,0 7-53 0,0-9-36 0,0 9-38 0,3-8-33 15,-3 8-11-15,0-7-5 0,0 7-1 0,1-7 0 0,-1 7 5 16,0 0-1-16,1-8 11 0,-1 8 14 0,0 0 10 15,2-6 20-15,-2 6 10 0,0 0 11 0,0 0 15 16,0-8 9-16,0 8 7 0,0 0-3 0,0 0-12 16,0 0-8-16,0 0-5 0,0-8-23 0,0 8-6 15,0 0-11-15,0 0-16 0,0 0 3 0,0 0-31 16,0 0 2-16,0 0-27 0,0 0 5 0,-2-6-20 16,2 6 9-16,0 0-17 0,0 0 15 15,0 0-20-15,0 0 19 0,0 0-19 0,0 0 24 0,0 0-32 16,-5 3 18-16,5-3-28 0,-9 10 20 0,5-5-26 15,-6 2 24-15,4 1-29 0,-2 1 24 0,-1 0-26 16,-1-1 31-16,2 0-24 0,-1-1 23 0,2-1-23 16,0 0 33-16,1-2-13 0,1 2 48 0,5-6-21 15,-9 9 44-15,9-9-23 0,-9 4 41 0,9-4-28 16,-7 6 25-16,7-6-44 0,0 0 14 0,0 0-42 16,4-6 16-16,-4 6-36 0,12-9 20 0,-5 2-34 15,1 0 23-15,2-2-31 0,2 2 28 0,-2-3-30 16,-1 0 26-16,4 0-32 0,-2-1 30 0,5-1-37 15,-2-2 30-15,1 2-3 0,-1-4-2 0,1 3 2 16,-2 0-5-16,0 0 4 0,0 1 3 0,-3 2 7 16,-2 0-1-16,0 3 1 0,0-1 0 0,-3 2 1 0,2 1-1 15,0-1 1-15,-3 1 5 0,-4 5-10 16,8-7-2-16,-8 7-1 0,5-5-1 0,-5 5 2 16,0 0-3-16,9 8 0 0,-6-1 5 0,0 3-6 15,0 1 4-15,1 3-31 0,0 3 34 0,1 0-30 16,0 2 33-16,0 1-30 0,5 1 30 0,-3-2-25 0,0 2 27 15,2-1-30-15,-1-1 28 0,1 0-25 16,0 1 5-16,0-1 2 0,-2-2 1 0,1 2-2 16,0-1-5-16,-1-5-35 0,-2 2-62 0,2-2-43 0,-1-2-61 15,-1 0-26-15,4-5-94 0,-2 3-120 16,-1-5-134-16,3-1-201 0,-9-3-573 0,19-1-962 16</inkml:trace>
  <inkml:trace contextRef="#ctx0" brushRef="#br0" timeOffset="13583.3">21663 10466 1416 0,'0'0'893'0,"0"0"-223"0,0 0-135 0,0 0-101 0,0 0-86 0,0 0-76 16,8-7-60-16,-3 3-37 0,2-2-34 0,6-4-28 15,5 0-20-15,6-6-21 0,2 0-16 0,7-5-10 16,0 2-13-16,1-3-9 0,-1 0-31 0,-4-1-43 15,2 0-91-15,-4 0-101 0,-7 3-122 0,-1-1-116 16,-2 0-173-16,-6 3-474 0,0 3-741 16</inkml:trace>
  <inkml:trace contextRef="#ctx0" brushRef="#br0" timeOffset="14716.51">22114 9851 9 0,'5'-4'719'0,"-2"-1"-186"0,1-1-144 0,-4 6-63 16,6-11-60-16,-5 4-38 0,2 1-32 0,-3 6-18 16,2-12-16-16,0 5-3 0,-2 1-14 0,-2-2-18 15,2 1-12-15,-2 0-9 0,-1-2-11 0,-1 2-4 16,-3 1-10-16,2-2-6 0,-3 2 1 0,0-1-11 16,-2 2-14-16,0 0-2 0,-2 1-8 0,0 0-6 15,-1 1-6-15,-1 1-5 0,1 2-5 0,-2 0-1 16,-1 1-5-16,-3 3-1 0,5 0 1 0,-2 2 2 15,1 1 1-15,3 0 0 0,0 0 0 0,3 1 1 16,4 0-1-16,-1 0 0 0,3 1 7 0,4-1-7 16,2 1 20-16,3 1-18 0,1 1 14 0,2-2-21 15,3 1 8-15,1 0-15 0,3 0 17 0,0 0-25 16,3 0 15-16,-1 0-11 0,1-1 14 0,1 3-15 16,1-4 13-16,0 3-18 0,-1 0 3 0,-2 0 0 15,2-1 3-15,-1 0-6 0,-2 3 6 0,-4-2 1 16,1 0-1-16,-2-2-4 0,0 2 4 0,-3 1 0 15,-1-3 0-15,0 2 3 0,-1-1-5 0,-4-1 2 16,1 0 8-16,-4 0-7 0,0-2 2 0,-3 0 8 16,1 1-3-16,-3-2 4 0,-2 0 5 0,-1-1 13 15,1 0 8-15,-3-4-2 0,10-1 0 0,-16 3 17 16,16-3 3-16,-15-5 3 0,10 0-19 0,1-2 2 16,1-2-16-16,3-2 2 0,3-3-11 0,2-2 4 15,3-2-16-15,-1-1 12 0,4 1-17 0,-2-1 12 16,2 1-16-16,-2 1 7 0,-1 4-17 0,1-1 5 15,-3 3-40-15,-1-1-60 0,3 0-69 0,-3 1-78 16,0 0-65-16,-1 1-91 0,-2 0-127 0,2 1-534 16,-2 0-690-16</inkml:trace>
  <inkml:trace contextRef="#ctx0" brushRef="#br0" timeOffset="15081.94">22459 9593 673 0,'12'-5'757'0,"-12"5"-166"0,7-3-117 0,-7 3-85 0,0 0-52 16,9-4-38-16,-9 4-30 0,0 0-20 0,0 0-30 0,0 0-11 15,0 0-47-15,12 4-24 0,-12-4-28 16,-5 8-19-16,2-1-19 0,-1 0-15 0,-1 4-9 16,-1-4-10-16,1 3-7 0,0-2-3 0,0 2-5 15,2-3-8-15,0 0-2 0,3 0-2 0,0-7 1 0,6 11-7 16,-1-6 2-16,3 0 1 0,3-1-4 0,0 0 1 15,2-2-6-15,1 1 2 0,5 0 0 0,-3-1 0 16,3-1 0-16,0 0-4 0,-1 2 0 16,0 1 9-16,0-2-5 0,-1 3-1 0,1-2 1 0,-2 1-1 15,-1 1 1-15,-3 1 9 0,-1 1-13 0,-1-1 8 16,-1 2-5-16,-5-2 9 0,1 4-6 0,-2-1 7 16,-3 2-8-16,-1-1 9 0,-2 2-16 15,-2 1 13-15,-2-1-13 0,-2 2 10 0,-3 0-15 16,0 0 2-16,-2-1-36 0,-1-1-35 0,-2-1-60 0,0-2-59 15,0 2-65-15,1-4-54 0,-2-4-73 0,2 1-83 16,-1-3-142-16,1-1-266 0,0-4-441 0</inkml:trace>
  <inkml:trace contextRef="#ctx0" brushRef="#br0" timeOffset="15249.79">22478 9660 695 0,'9'-11'572'0,"-2"0"-152"0,3-1-55 16,0 2-56-16,3-3-27 0,2-1-27 0,-1 1-25 15,7-3-21-15,-1-1-37 0,3-1-33 0,2 0-30 16,4-2-18-16,0 1-27 0,1-2-6 0,-2 2-16 16,-3 3-11-16,-1 0-32 0,0 1-69 0,-1 0-68 15,-6 6-43-15,0-4-46 0,-4 7-91 0,-3-1-89 16,-2 0-445-16,-8 7-396 0</inkml:trace>
  <inkml:trace contextRef="#ctx0" brushRef="#br0" timeOffset="15633.18">21190 11257 458 0,'-25'18'756'0,"0"-1"-144"0,2-3-128 16,2 1-91-16,3-6-67 0,2 4 7 0,6-7 0 0,1 2-11 15,9-8-19-15,-2 9-46 0,2-9-19 16,16-2-49-16,5-5-13 0,14-7-31 0,15-10-27 0,12-6 0 16,5-6-20-16,24-14 21 0,1-3-28 15,4-7 38-15,2-4-46 0,3-2-11 0,2-3-7 16,4-2-20-16,2-2 18 0,0-3-41 0,0-1 22 15,0 1-8-15,-2 0-34 0,-1 0 25 0,-2 6-35 0,-2 0 31 16,-4 10-30-16,-5 3 0 0,-7 8 29 0,-21 13-37 16,-11 5 22-16,-3 3-58 0,-16 8-62 15,-5 3-67-15,-7 5-36 0,-8 3-12 0,-5 2-82 0,-10 7-66 16,0 0-43-16,0 0-107 0,-12-1-127 0,-6 6-408 16,-3 3-677-16</inkml:trace>
  <inkml:trace contextRef="#ctx0" brushRef="#br0" timeOffset="16650">21913 11200 589 0,'0'0'431'15,"0"0"-95"-15,0 0-58 0,0 0-25 0,13-3-30 16,-13 3-14-16,8-4-17 0,-4-2-14 0,0-3-6 0,2 3 2 15,-2-2-6-15,0-1 10 0,-2-1 6 16,1 1-14-16,-1-4-13 0,-2 4-25 0,0-4 20 16,-1 3 10-16,-2 1-25 0,0-2-29 0,-4 2-12 15,0 0-13-15,-4 2-13 0,0 1-12 0,-4-1-11 16,-1 4-9-16,-2 1 9 0,0 4-23 0,-3 0 3 16,-2 5 3-16,2 0 0 0,1 0-3 0,1 6 1 15,3-1 11-15,2 3 2 0,5-2 18 0,3 1 8 0,3 0-4 16,2-1 9-16,2 1 11 0,3 0-12 0,4 0 0 15,1-3-9-15,5 1-9 0,1-3-12 16,-1-1-6-16,4-3-10 0,-1-2-4 0,-1 0 0 16,2-3-4-16,-5 0 5 0,5-3 10 0,-4 0-35 0,1-3 2 15,-3-1 24-15,-1-2-29 0,-2 0 24 0,0-1-33 16,-5-3 30-16,2 2-25 0,-4-1 24 0,-1 0-32 16,-2 1 35-16,-1 0-31 0,-1 2 25 0,0-1-23 15,-1 3 23-15,2 1-25 0,2 6 22 0,-7-7-27 16,7 7 34-16,0 0-30 0,-4 10 30 0,4-3-22 15,2 6 22-15,1-1-27 0,4 7 35 0,-2 1-27 16,5 4 9-16,2 1-10 0,-2 0 5 0,5 1-2 16,-3 1 7-16,2 0-8 0,-3 1 2 0,3-2 4 15,-3 1-6-15,0-4-2 0,-2-2-9 0,-1-1-31 16,-2-4-51-16,1 0-34 0,-2-4-41 0,1-2-76 16,-2 0-57-16,-2-3-86 0,2 0-118 0,-4-7-129 15,0 0-481-15,0 0-733 0</inkml:trace>
  <inkml:trace contextRef="#ctx0" brushRef="#br0" timeOffset="16866.09">22257 10826 878 0,'7'-4'818'16,"-7"4"-105"-16,11 2-149 0,-7 6-70 0,4 4-75 15,-1 5-60-15,2 8-27 0,0 4-52 0,5 7 16 16,-1 2-32-16,2-1 21 0,1 3-58 0,0-2-24 15,0 3-34-15,2-2-34 0,-1 3-34 0,0 0-9 0,1-2-21 16,-3 2-19-16,3 1-51 0,-4-2-66 16,0 0-64-16,0-1-92 0,0-4-124 0,-1 2-119 0,-4-8-116 15,3-2-197-15,-3 0-546 0,0-8-925 0</inkml:trace>
  <inkml:trace contextRef="#ctx0" brushRef="#br0" timeOffset="17200.39">22895 11401 1697 0,'0'0'911'0,"0"0"-203"16,0 0-153-16,0 0-110 0,0 0-114 0,10 2-65 16,-10-2-48-16,8 3-43 0,-8-3-25 0,10 1-9 15,-10-1-24-15,0 0 3 0,11 1-24 0,-11-1-10 16,0 0-8-16,0 0-7 0,12-1-5 0,-12 1-15 15,5-6-12-15,-5 6-7 0,0-14-1 0,0 5 7 16,-5-4 8-16,1-5 13 0,-5-1 4 0,-1-6 38 16,-8-6-26-16,2-1 15 0,-2-1-43 0,-3-5 18 15,-2 0-38-15,-5-8 20 0,3 0-28 0,3 6 13 0,0-2 6 16,4 3-8-16,4 1-1 0,3 0-10 16,2 5-5-16,6 2 21 0,3 3-28 0,3 2 10 15,6-2-41-15,2 3 24 0,6 3-35 0,-1 1-3 16,3 3-74-16,-2 5-16 0,2 0-80 0,-3 5-24 0,0 2-31 15,-3 3-66-15,1 1-65 0,-4 5-63 0,-1 0-55 16,0 4-95-16,-4-1-637 0,-1 6-854 0</inkml:trace>
  <inkml:trace contextRef="#ctx0" brushRef="#br0" timeOffset="17566.25">22850 10891 680 0,'0'0'815'0,"4"8"-160"0,-4-8-173 15,5 8-86-15,-2-1-81 0,1 0 14 0,2 1-24 16,-2 2-6-16,2 1-54 0,3-1-27 0,-1 2-33 16,-2 2-30-16,3-3-10 0,0 3-6 15,0-1-40-15,-3 0 0 0,2-1-31 0,0 1 16 0,-1-3-37 16,0 2 19-16,-1-5-17 0,-1 3 26 0,0-4-29 16,2 2 32-16,-1-3-34 0,-6-5 14 0,12 5-37 15,-12-5 24-15,16-3-38 0,-5 0 27 0,0-7-37 16,2-2 35-16,0-3-39 0,1-3 28 0,-3-5-37 15,2-3 36-15,-3 3-32 0,-2 0 38 0,-2 0-17 16,-1 1 12-16,0 4 29 0,-1 2 34 0,-1 0 3 16,-1 3-1-16,1 2-18 0,-2 0-14 0,2 1-16 15,-2 3-6-15,-1 7-9 0,0 0-2 16,0 0 23-16,0 0-35 0,7 10 27 0,-6 1-36 0,-1 2 29 16,1 5-31-16,2-2 23 0,0 3-29 0,1-2 32 15,-1 2-35-15,1 0 18 0,1-4-79 0,-1 2-15 16,2-1-107-16,0-2-44 0,2-1-63 0,-2-3-129 15,2-2-100-15,0-3-89 0,-1-1-175 0,-7-4-403 16,16-4-806-16</inkml:trace>
  <inkml:trace contextRef="#ctx0" brushRef="#br0" timeOffset="17849.79">23336 10753 817 0,'-3'-4'907'0,"3"4"-184"0,0-11-170 15,0 11-94-15,0 0-61 0,0 0-50 0,0 0-43 16,0 11-42-16,3-5 0 0,-2 3-36 0,4 1 2 0,-1 0-63 15,1 2 2-15,2-1-59 0,1 2 15 0,1-2-56 16,1 0 18-16,0 0-49 0,-1-3 28 0,0 2-42 16,-2-5 34-16,2 0-32 0,0 0 23 0,-1-1-34 15,-8-4 24-15,15-1-36 0,-15 1 27 0,13-8-32 16,-9 2 27-16,0-4-33 0,-1 2 33 0,-3-3-35 16,-1 2 4-16,-4-3 1 0,-1 1 3 0,-5-2-1 15,-1 3 3-15,-4 1 1 0,-3 1-3 16,-3 0 0-16,-1 4-1 0,-1 1 1 0,1 3 1 0,-1 1-5 15,-2 4-12-15,2 1-27 0,0 4-31 0,2-1-53 16,3 2-42-16,2 0-68 0,3 2-70 0,0-1-127 16,5-3-73-16,4 1-146 0,0-2-586 0,2-1-851 15</inkml:trace>
  <inkml:trace contextRef="#ctx0" brushRef="#br0" timeOffset="18150.75">23234 9357 1370 0,'-4'-19'881'16,"0"5"-218"-16,1 3-130 0,2 3-114 0,1 8-86 16,9-2-42-16,6 6-1 0,10 13 3 0,9 8-5 15,15 13 6-15,3 8 42 0,16 14 4 0,2 7-53 16,3 4-18-16,1 8-9 0,0 2-2 0,0 7-26 15,-3 1-32-15,-4-1-35 0,-8-1-29 0,-8-4-83 16,-6-1-53-16,-16-14 0 0,-7-1 0 0,-8-1 0 16,-5-1 0-16,-9-10 0 0,-6-2 0 0,-9 8 0 15,-5-1 0-15,-8-4 0 0,-1-3-93 0,-6-1-30 16,-4-7-11-16,-1-1-25 0,-1-3-38 0,-1-9-42 0,9-3-43 16,2-8-52-16,7-4-103 0,-2-6-140 15,7-3-161-15,6-6-808 0,1-4-1185 0</inkml:trace>
  <inkml:trace contextRef="#ctx0" brushRef="#br0" timeOffset="18753.5">25047 9872 1786 0,'-17'-7'950'0,"4"1"-222"0,2 4-148 16,2 0-121-16,9 2-107 0,-9-2-70 0,9 2-57 15,0 0-39-15,0 0-27 0,8-9-33 0,1 4 1 16,5-3-54-16,10-3 12 0,10-6-45 0,6-2 13 16,9-8-59-16,3 0 17 0,3-2-49 0,-1 0-20 15,0 1-42-15,-6 3-65 0,-9 6-92 0,-5 2-105 16,-6 4-119-16,-7 5-51 0,-6 2-76 0,-5 1-525 16,-10 5-748-16</inkml:trace>
  <inkml:trace contextRef="#ctx0" brushRef="#br0" timeOffset="18933.04">25097 10088 406 0,'-8'13'768'0,"7"-2"-199"0,0-4-110 0,1-7-105 15,9 7-58-15,-9-7-12 0,25-4-7 0,-2-4-20 0,5-5-18 16,12-6-36-16,7-9-19 0,4-4-35 16,4-4-47-16,5-4-8 0,3-2-37 0,1 1-23 0,-3-2-29 15,0 1-97-15,-5 1-174 0,-3 1-121 16,-6 3-166-16,-4 1-73 0,-5-1-258 0,-7 8-444 15</inkml:trace>
  <inkml:trace contextRef="#ctx0" brushRef="#br0" timeOffset="19367.24">26057 9038 1146 0,'0'-12'866'16,"0"12"-194"-16,2-5-149 0,-2 5-104 0,0 0-56 0,0 0-34 15,9 8-52-15,-2 1-18 0,0 2-39 16,2 6-29-16,5 2-50 0,-1 6-11 0,7 3-42 16,0 3-2-16,1 1-34 0,2 1 8 0,0 1-31 15,-1-1 10-15,1 1-37 0,1-1-43 0,-4-2-42 16,-1 0-64-16,-3-6-43 0,-3-1-43 0,-4-3-43 16,1-3-33-16,-5-1-6 0,-1-3 4 0,-2-2 21 0,-2-3 38 15,-2 0 40-15,2-9 27 0,-7 7 53 16,7-7 18-16,-17-3 42 0,4-4 2 0,-1-6 37 15,-4-5-6-15,-5-9 34 0,0-3-13 0,-3-7 23 16,-4-8-3-16,1-2 55 0,3-1 32 0,-1 1 15 16,7 7 17-16,1-2 48 0,3 3 17 0,2 2-17 0,7 6-10 15,1 0 1-15,5 8-7 0,1-1-16 16,5 3-3-16,2 2-15 0,4 5-21 0,1 0-17 16,3 7-3-16,-1 1-17 0,5 3-7 0,-1 5-15 15,3 1-6-15,0 5-6 0,1 0-4 0,-2 4-7 16,1 4 0-16,-6-3 11 0,-1 4-22 0,-2-1 18 15,-7 4-19-15,-2-1 10 0,-2 0-11 0,-4 6 1 16,-4-3 0-16,-5 4-4 0,-6 4 2 0,-3-2-2 16,-3 0-10-16,0-6-13 0,1-2-26 0,1-2-51 15,4-4-70-15,1-6-92 0,1 0-66 0,2-4-128 16,3-2-653-16,2-5-724 0</inkml:trace>
  <inkml:trace contextRef="#ctx0" brushRef="#br0" timeOffset="19632.64">26937 8563 992 0,'0'0'854'0,"0"0"-158"16,-12 6-137-16,-1 1-82 0,-5 8-73 0,-8 7-58 0,-1 3-56 0,-3 6-18 15,-5 8-10-15,2 4 18 0,4 2 3 0,4 0-35 16,5-3-4-16,5 3-64 0,6 1 13 0,6 2-63 15,4-1-2-15,6 2-9 0,4 1-18 0,7 4-19 16,5-2-19-16,4-2-15 0,2-3-27 0,3-4-25 16,3-4-36-16,-5-8-77 0,2-5-36 0,0-4-82 15,0-3-50-15,-2-3-71 0,-2-5-137 0,-1-6-82 16,-6-3-159-16,1-5-625 0,1-3-961 0</inkml:trace>
  <inkml:trace contextRef="#ctx0" brushRef="#br0" timeOffset="20265.99">27186 8857 1125 0,'-21'-3'835'16,"3"2"-180"-16,1-3-155 0,2 4-64 0,2-4-80 16,2 2-33-16,-1 0-47 0,4-1-54 0,8 3-32 15,-7-8-29-15,7 8-10 0,5-12-35 0,1 4-17 16,7-1-27-16,1-2-15 0,5-1-11 0,6 0-7 15,3 0-6-15,1-1-12 0,2 2 5 0,1 0-6 16,-3 0-8-16,-1 2-1 0,-4 1 2 0,-2 2 0 16,-5 0-5-16,-2 1 7 0,1 0-3 0,-4 2 1 15,-1 0 3-15,-2 0 23 0,-9 3 26 0,12 3 46 16,-12-3-48-16,0 11 24 0,-2 0-49 0,-7 4 28 16,-1 2-45-16,-6 4-5 0,1 3-3 0,-2-2-2 15,-1 3 5-15,1-2-5 0,-2 0-1 0,-2 2-25 0,2-2 28 16,-1-1-27-16,1-2 30 0,3-2-31 0,-1-2 32 15,4-3-25-15,3-2 25 0,0-1-30 0,2-1 44 16,1-2-16-16,3-1 40 0,4-6-42 16,2 6 25-16,-2-6-35 0,17 2 42 0,-2-4-51 15,6 1 25-15,4-2-4 0,7-4-5 0,5 2-1 0,-1 1-5 16,9-3 3-16,-8 1-4 0,0 2-2 0,-4-1 2 16,-3 1 2-16,-4 1-4 0,0 0-2 0,-6 1 1 15,-2 0 1-15,0 0 0 0,-4 1-3 16,-1 0 6-16,-13 1 0 0,18 2 14 0,-18-2 14 0,11 5 4 15,-11-5-10-15,0 13-3 0,-7-6-1 0,-2 4-31 16,-4 0 34-16,-4 2-26 0,1 1 36 16,-7 1-9-16,0 0 27 0,0-1-27 0,0 2 30 0,0-2-34 15,2-3 25-15,3 0-32 0,-1-2 26 0,8 0-11 16,-3-4 54-16,3 3-9 0,4-4 54 0,7-4-62 16,-14 3 12-16,14-3-58 0,-5-4 20 0,5 4-42 15,2-8-1-15,3 3-3 0,4 2 2 0,1-3-3 16,1 2 36-16,4 1-43 0,-1 3 4 0,4 0 34 15,1 4-34-15,4 2 32 0,1 1-37 0,3 5 35 16,-1 0-37-16,-2 2 36 0,2 1-33 0,-3 2 29 16,0-1-6-16,-5 1-1 0,-1-5-30 0,-2 1-50 15,-3-3-58-15,-2 1-63 0,1-3-46 0,-2-2-52 16,-2-1-53-16,-7-5-89 0,9 1-108 0,-9-1-25 16,4-6-71-16,-1 0-134 0,-1-4-348 0,1-1-733 15</inkml:trace>
  <inkml:trace contextRef="#ctx0" brushRef="#br0" timeOffset="20665.56">27898 8443 699 0,'-7'-7'896'0,"0"0"-168"16,2 2-167-16,5 5-99 0,-8-8-74 0,8 8-54 15,-5-8-45-15,5 8-50 0,-5-4-28 0,5 4 4 16,0 0-22-16,0 0 12 0,0 0-34 0,5-5 2 15,-5 5-28-15,20 2-22 0,-6-2-22 0,2 4-22 0,2-2-13 16,2-1-12-16,1 2-10 0,1-2 3 16,1 0 4-16,1-1-8 0,-2 0-2 0,5-1-12 0,-2 0-6 15,-1 0-1-15,1-2 3 0,-5 1 3 0,1-2 22 16,-2 4 20-16,-4-1 20 0,0 0 1 16,-2-1-3-16,-1 0-5 0,-1 1-10 0,-2 0-11 15,-9 1-6-15,17-1 0 0,-17 1 4 0,11 7 9 16,-8 0 9-16,-2 5 2 0,-1 3-7 0,-1 5-6 15,-4 5 7-15,-2 7 39 0,-3 8 35 0,1 1-123 0,-1 0-25 16,-3 3 0-16,2-1 0 0,-3 1 0 0,2-4 0 16,-1 2 0-16,-1-2 0 0,0-1 0 0,2-2 0 15,0-1 0-15,0-8 0 0,2 0 0 0,0-3 0 16,2-4 0-16,-2-2 0 0,6-4 0 0,-2 1 0 16,1-5-93-16,1 0-244 0,0-6-85 0,-1 1-80 15,5-6-90-15,-8 6-83 0,8-6-99 0,-5-4-747 16,3-2-1153-16</inkml:trace>
  <inkml:trace contextRef="#ctx0" brushRef="#br0" timeOffset="21799.81">15741 14433 120 0,'-12'10'771'0,"2"0"-186"0,4-1-133 0,-1-2-88 0,2-1-82 0,1-1-36 15,4-5-1-15,0 0 14 0,4 7 8 0,-4-7 2 0,15-6-4 16,1-1-41-16,3-3-28 0,7-6-37 0,5-5-17 16,4-2-13-16,10-7-6 0,1-3-11 15,2-2-23-15,6-5-17 0,1-4-12 0,2 0-13 16,4-1-9-16,0-2-3 0,0 4-5 0,-1-1-9 16,-4 5-3-16,-2 3-10 0,-5 3-20 0,-10 7-36 15,-4 5-46-15,-5 3-68 0,-5 4-74 0,-7 5-103 16,-3 3-54-16,-5 5-94 0,-10 1-103 0,9 3-429 15,-6 3-628-15</inkml:trace>
  <inkml:trace contextRef="#ctx0" brushRef="#br0" timeOffset="22014.81">15935 14797 521 0,'-24'21'894'0,"-2"-3"-181"15,6-2-163-15,-2-2-121 0,5-3-85 0,2 0-73 16,5-3-36-16,2-2-35 0,8-6-10 0,-4 6-34 15,4-6 5-15,13-11-37 0,9-5-2 0,7-10-21 16,15-11-14-16,4-6-15 0,11-5-12 0,15-13 5 16,5-1-11-16,4-5-2 0,3 2-8 0,2-3-11 15,-2 1-1-15,1 0-5 0,-3 3 8 0,-1 3-22 0,-4 3-10 16,-15 15-47-16,-2 2-117 0,-10 6-158 16,-2 3-159-16,-16 8-241 0,-4 2-500 0,-11 5-828 15</inkml:trace>
  <inkml:trace contextRef="#ctx0" brushRef="#br0" timeOffset="22966.22">28735 7992 1172 0,'-7'-6'781'0,"0"3"-139"0,0 0-144 0,7 3-98 0,-12-5-79 16,12 5-55-16,-6 5-25 0,6-5-48 0,-3 12-13 16,6-3-23-16,1 3 8 0,1 3-51 0,2 4-10 15,6 3-9-15,3 3-16 0,3 3-11 0,0 3-12 16,3-2-17-16,-1 4-3 0,2-1-9 0,-3 0-2 15,1 1-10-15,-2-2-3 0,-2 0-26 0,-2-4-28 16,-4-2-65-16,0 2-103 0,-2-6-136 0,-3-2-127 16,0-2-136-16,-1-3-616 0,-3-2-834 0</inkml:trace>
  <inkml:trace contextRef="#ctx0" brushRef="#br0" timeOffset="23132.37">29010 8268 1042 0,'0'-11'711'0,"0"3"-127"0,0 1-142 0,0 7-82 16,0-11-79-16,0 11-48 0,0-11-47 0,0 11-33 16,0-9-31-16,0 9-26 0,0-7-27 0,0 7-9 15,0 0-21-15,7-7-40 0,-7 7-108 0,7-4-152 16,-7 4-76-16,16-9-166 0,-9 4-487 0,5-2-586 16</inkml:trace>
  <inkml:trace contextRef="#ctx0" brushRef="#br0" timeOffset="23466.68">29107 7854 841 0,'-1'-5'843'0,"1"5"-183"16,-3-11-161-16,3 11-95 0,0 0-43 0,0 0-46 15,0 0-8-15,-3 9-62 0,3 0 8 0,0 1-58 16,1 2 34-16,0 3-77 0,4 2 25 0,1 1-73 16,2 1 39-16,3 1-64 0,0-1 43 0,2-2-43 15,2-1 50-15,-1 0-52 0,2-2 31 0,0 0-55 16,-2-5 25-16,2 0-57 0,-2-5 26 0,1-1-66 0,-2-3 29 15,0-3-63-15,2-1 49 0,-4-5-45 0,2 0 54 16,-4-5-45-16,0-1 43 0,1-1-37 16,-5-2 53-16,-1 0-48 0,-2 0 51 0,-2 1-33 15,0 2 62-15,0 1-31 0,0 2 58 0,-2 0-41 16,2 2 27-16,0 1-39 0,0 2 16 0,0 7-33 16,0 0 50-16,0 0-30 0,4 6 30 0,0 4-42 15,1 6 31-15,5 6-42 0,-1 3 34 0,5 0-40 16,2 8 33-16,0-2-37 0,1-1 34 0,-1-3-38 0,-3-1 0 15,3-2-22-15,0-1-47 0,-2-1-72 0,-2-4-78 16,-1-2-61-16,-2-4-92 0,1 1-119 16,-4-7-110-16,-3-1-201 0,-3-5-411 0,0 0-830 15</inkml:trace>
  <inkml:trace contextRef="#ctx0" brushRef="#br0" timeOffset="23671.36">29380 7579 662 0,'9'-12'786'0,"1"2"-146"16,2 2-106-16,6 3-59 0,0 3-56 16,4 2-19-16,6 5-47 0,7 3-47 0,6 4-49 0,3 3-7 15,6 10-24-15,4 2 33 0,-5 7-86 0,-1 2 20 16,-5 3-40-16,-6 0-30 0,-5 4-25 0,-9-5-24 16,-6 2-71-16,-7 1 15 0,-4 1-94 0,-6-4-70 15,-7 6-54-15,-6 2-73 0,-10 6-109 0,-6 1-98 16,-7-2-73-16,-4 1-163 0,-8-2-404 0,-2-3-735 15</inkml:trace>
  <inkml:trace contextRef="#ctx0" brushRef="#br0" timeOffset="24285.67">26413 11464 1770 0,'-9'-6'1011'0,"9"6"-229"0,-7-5-159 0,7 5-140 0,0 0-108 16,0 0-69-16,0 0-48 0,0 0-35 0,0 0-41 16,2-9-27-16,5 5-37 0,3-2-25 0,3-2-21 15,12-4-14-15,7-6-15 0,7-2-11 0,10-5 9 16,5 2-60-16,-3-2-14 0,3 0-72 0,-11 4-59 16,-1 3-92-16,-3 1-146 0,-3 2-118 0,-10 4-131 15,-3 2-772-15,-7 2-1028 0</inkml:trace>
  <inkml:trace contextRef="#ctx0" brushRef="#br0" timeOffset="24449.77">26600 11701 975 0,'-10'14'989'0,"3"-3"-221"16,1-3-174-16,3-2-126 0,3-6-96 0,0 0-77 15,0 0-68-15,14-1-33 0,4-10-33 0,5-3-38 16,10-10-27-16,12-4-30 0,2-6-46 0,5-4-67 15,3-1-117-15,-2-2-164 0,2-1-150 0,-1-4-240 16,-2-3-414-16,-1-2-748 0</inkml:trace>
  <inkml:trace contextRef="#ctx0" brushRef="#br0" timeOffset="25532.08">27778 10472 1333 0,'0'0'843'0,"0"0"-189"0,0 0-153 0,0 0-98 16,0 0-80-16,0 0-58 0,3 12-56 0,3-3 2 15,3 1 17-15,0 3-28 0,3 3-17 0,0 1-18 16,4 4-14-16,0 2-6 0,2-3-11 0,-1 4-53 16,1-2 13-16,0 1-44 0,1 1 17 0,-1-2-40 15,-1 1 21-15,0 0-39 0,0-3 25 0,-2 0-31 16,0-3 13-16,-4-3-59 0,1 0-20 0,-3-1-62 16,0-4-60-16,-2 3-85 0,0-6-140 0,0-2-117 15,-7-4-239-15,9 4-494 0,-9-4-867 0</inkml:trace>
  <inkml:trace contextRef="#ctx0" brushRef="#br0" timeOffset="25899.02">28394 10421 579 0,'0'0'852'0,"-9"5"-177"0,9-5-144 0,-10 3-110 0,10-3-26 16,-8 2-20-16,8-2 6 0,0 0-15 0,0 0-9 15,0 0-19-15,0 0-41 0,0 0-13 16,0 0-47-16,8-12 2 0,6 2-49 0,3 0-33 15,7-7-32-15,7-2-25 0,-1-1-18 0,4-4-17 0,-1 4-15 16,-2-1-6-16,-1 0-11 0,-7 4-6 0,1 2-7 16,-8 3-4-16,0 2-3 0,-3 0-17 0,0 2-33 15,-3 1-47-15,-1 1-80 0,-1 2-60 0,-8 4-64 16,7-9-88-16,-7 9-90 0,0 0-80 16,0 0-44-16,-15 3-117 0,7 1-477 0,-2 1-794 15</inkml:trace>
  <inkml:trace contextRef="#ctx0" brushRef="#br0" timeOffset="26782.03">29153 9753 357 0,'-5'-10'679'15,"1"-2"-135"-15,1 2-77 0,-1 0-65 0,0 2-75 0,1 0-50 0,-2 0-41 16,4 2-37-16,-2 1-25 0,3 5 32 0,0 0 23 16,0 0-17-16,0 0-4 0,0 0-35 0,3 14 3 15,3-5-18-15,-1 3-24 0,3 1 4 16,5 1-31-16,-3 2 18 0,3-2-23 0,0 0 3 0,-2 0-40 16,-1-1 14-16,-1-2-16 0,0-2-10 0,-1 1-8 15,0-2-10-15,-2 0 1 0,-1-1-8 16,0-1 0-16,-1 0 15 0,1-1 27 0,-5-5-8 15,8 7-5-15,-8-7-11 0,6 8-11 0,-6-8 0 0,5 9-6 16,-5-9-3-16,7 9-5 0,-7-9 0 0,5 7-6 16,-5-7-2-16,6 9 2 0,-6-9 40 15,7 10 4-15,-7-10-10 0,5 9-4 0,-1-5-12 0,-4-4-6 16,3 8-2-16,-3-8-8 0,7 6-2 0,-7-6-5 16,5 6 0-16,-5-6-4 0,0 0 0 0,4 7-1 15,-4-7-1-15,0 0-3 0,2 8 0 0,-2-8 2 16,2 7 0-16,-2-7-4 0,1 7 3 0,-1-7 9 15,1 11-12-15,-1-11-2 0,4 13 2 0,-3-7 4 16,3 1-4-16,-3 3 34 0,3 0-37 0,1 1 32 16,0 0-38-16,1 2 36 0,0-1-37 0,-1 1 33 15,1 0-40-15,1 0 41 0,-2-1-39 0,0 1 33 16,0-2-38-16,-1-3 3 0,1 2-94 0,-2-3-38 16,-1 1-110-16,2-2-77 0,-4-6-156 0,4 7-104 15,-4-7-186-15,0 0-602 0,0 0-986 0</inkml:trace>
  <inkml:trace contextRef="#ctx0" brushRef="#br0" timeOffset="27068.3">29194 9810 910 0,'-9'-4'851'0,"-1"-1"-186"0,4 0-160 0,-1 2-97 0,7 3-72 0,-9-6-24 15,9 6-34-15,-6-8-51 0,6 8-16 0,1-10-37 16,4 3-29-16,2 0-27 0,-1 1-25 0,4-3-20 15,3 0 7-15,0 0-3 0,1 1-10 0,3-1 11 16,-1 1 31-16,1 0-60 0,-1 1 50 0,0 1-65 16,0 4 41-16,0-1-62 0,-2 3 42 0,1 1-54 15,0 3-1-15,-2 3-1 0,1 3 7 0,0 1-2 16,-3 3-2-16,-1 3 1 0,-4-3 0 0,1 3-16 16,-5-1 20-16,-2 2-1 0,0-1-2 0,-2-2-7 15,-5 2-24-15,1-2-38 0,-4-1-39 0,-1-4-52 16,0 1-54-16,-3-3-62 0,2-2-70 0,1-1-25 15,-1-5-68-15,12 0-83 0,-18-5-118 0,9-1-283 16,6-2-490-16</inkml:trace>
  <inkml:trace contextRef="#ctx0" brushRef="#br0" timeOffset="27315.55">29913 9191 846 0,'17'-12'934'16,"-6"2"-170"-16,0 1-154 0,-5 3-100 0,-6 6-60 15,4-4-59-15,-4 4-62 0,-2 7 14 0,-3 4 4 16,-7 5-18-16,1 7 0 0,-7 10-15 0,-2 5-8 0,0 2-4 16,-3 11 5-16,4 0-68 0,1 3 24 0,5-8-84 15,1-1-80-15,4 2-99 0,3 0 0 16,2-2 0-16,4 0 0 0,3-3 0 0,5-2 0 0,1-2 0 16,4-3 0-16,4-5 0 0,2-2 0 0,1-9 0 15,2-3-224-15,2-2-123 0,5-7-76 16,-3-3-68-16,1-2-149 0,0-7-60 0,2-3-123 0,-1-6-620 15,-1-5-1056-15</inkml:trace>
  <inkml:trace contextRef="#ctx0" brushRef="#br0" timeOffset="27898.41">30134 9324 733 0,'-13'-13'816'0,"4"1"-154"15,-3 0-121-15,3 1-75 0,2 0-33 0,0 4-24 16,0-1-31-16,2 1-39 0,1-2-37 0,2 1-44 15,4 0-23-15,2-1-40 0,3-1-41 0,7 2-30 16,2-2-25-16,4 1-20 0,3 2-5 0,1-1-14 16,2 4-7-16,1 0-12 0,0 2-8 0,-2-1-6 15,-1 5-7-15,2 1-2 0,-4 1-6 0,-2 1-2 16,-1 6-4-16,-3 2 34 0,-4 4-40 0,-4 2 36 16,-3 2-43-16,-5 1 36 0,-5 2-38 0,-3 6 36 15,-8 4-5-15,-3-2-38 0,-2 1 40 0,-2-3-38 16,-2 0 35-16,-1-3-36 0,4-2 40 0,2-6-40 15,3-3 36-15,3-2-26 0,0-2 42 0,4 0-28 16,1-5 46-16,3-1-43 0,6-6 29 0,-7 4-41 16,7-4 27-16,8-6-44 0,1 0 31 0,5-4-41 15,6-1 35-15,3-2-36 0,3 1 36 0,1 1-36 16,-3 2 42-16,2 2-39 0,-2 2 37 0,-1 3-37 16,-3 2 39-16,3 1-34 0,0 3 36 0,0 4-36 0,-3 2 37 15,3 5-37-15,-3 2 43 0,-3 3-40 0,-1 0 37 16,-6-1-35-16,-1 2 35 0,0-1-34 15,-4 2 6-15,-3 1 5 0,-2-4 0 0,-4 3 1 0,-4 0 1 16,1-2 1-16,-4-1 0 0,-3-2 0 16,-1-2 0-16,-3-1 11 0,1-2 23 0,-2-2-40 0,3-4 4 15,-2-2 3-15,4-1 2 0,-2-3-3 16,5-1 4-16,-2-4-3 0,5 0-1 0,1-5-6 0,3 0-7 16,2-2-1-16,4-2 36 0,3-1-39 0,1 0 34 15,6-1-38-15,2 0 38 0,1 4-40 16,3 1 38-16,1 1-35 0,1 4 36 0,3-2-35 15,1 4 33-15,1 3-37 0,1 1 40 0,2 2-40 0,0 3 38 16,4 2-36-16,-1 0 38 0,-2 4-48 0,1-3 8 16,-7 1-89-16,-2-1-40 0,0 0-31 15,-5-2-25-15,-2 0-15 0,0-1-36 0,-3-1-65 0,-2-2-77 16,-9-2-39-16,14-2-147 0,-9-2-632 0,-1-4-829 16</inkml:trace>
  <inkml:trace contextRef="#ctx0" brushRef="#br0" timeOffset="28198.62">30976 8906 649 0,'2'-18'887'15,"-2"4"-213"-15,3 2-151 0,-2 5-95 0,-1 7-25 0,0 0-44 16,0 0-20-16,7 6-40 0,-6 4-34 0,-1 0-44 16,0 3-32-16,-1 6-64 0,-1 0 29 0,-3 3-75 15,1 3-12-15,-2 3 33 0,-4 2-61 0,-2-2 38 16,-3 6-57-16,-2-1 41 0,-4 0-8 0,-1-5-9 15,-1 1-7-15,0-4-51 0,4-4 50 0,3-6-48 16,2 1 83-16,0-4-23 0,5-1 61 0,0-2-29 16,2-2 26-16,1-4-47 0,6-3 28 0,0 0-50 15,4 8 22-15,-4-8-10 0,22 2-14 0,-3 0-3 16,7 1-10-16,3-2-2 0,8 2-5 0,3 0-5 16,5 3 0-16,2-1-4 0,-2-3 0 0,-6 1-1 15,1 0 1-15,-4 0-15 0,-2 0-26 0,-2-2-50 16,-4-2-69-16,0 0-68 0,-4-4-65 0,0 2-101 0,-3-2-100 15,-4-3-37-15,-4 1-66 0,1-2-80 0,-4-3-429 16,-2-1-718-16</inkml:trace>
  <inkml:trace contextRef="#ctx0" brushRef="#br0" timeOffset="28432.56">31265 8610 434 0,'-8'-11'883'0,"0"5"-211"15,4-1-146-15,-2 2-108 0,6 5-23 0,0 0-3 16,0 0-5-16,-6 9-20 0,8 0-39 0,1 4-8 16,4 3-21-16,0 7-33 0,3 4-16 0,5 7-26 15,-1 3 4-15,4 2-12 0,0 1-75 0,1 1 15 16,6 8-66-16,-4-1 21 0,1-8-56 0,-3 0 24 0,1-1-16 16,-1 0-16-16,-3-3-15 0,0-3-58 15,-5-5-69-15,-1-3-94 0,-1-4-103 0,-1-2-101 16,-4-2-157-16,0-4-96 0,-1-3-164 0,-3-1-582 0,0-9-993 15</inkml:trace>
  <inkml:trace contextRef="#ctx0" brushRef="#br0" timeOffset="28599.41">31548 8904 959 0,'0'-7'869'0,"0"7"-182"0,-1-10-132 0,1 10-118 16,-1-12-64-16,1 12-55 0,0-7-60 0,0 7-76 15,0-8-18-15,0 8-54 0,0 0 2 0,0-9-55 0,0 9-41 16,0 0-119-16,1-9-204 0,-1 9-158 16,3-6-240-16,-3 6-395 0,5-11-716 0</inkml:trace>
  <inkml:trace contextRef="#ctx0" brushRef="#br0" timeOffset="28964.64">31638 8460 936 0,'0'0'845'0,"-7"-7"-152"0,7 7-135 0,-7-4-76 16,7 4-52-16,-7 4-28 0,7-4-59 0,-10 10-32 16,6-1-28-16,2 1-11 0,2 5-49 0,0-2-40 15,2 3-18-15,2 5-43 0,6 1-9 0,2 2-38 16,4-1 5-16,0-1-24 0,2-1 10 0,1-1-25 0,1-3 11 16,2-2-25-16,-3-2 1 0,0-4-30 15,-1-1 1-15,0-5-37 0,0 0 23 0,-5-3-23 0,3-4 14 16,-3-1-13-16,-2-4 24 0,0-1-18 0,-3-4 27 15,-1-4-18-15,-3-2 23 0,1-1-10 16,-5-3 17-16,0 1 8 0,-5-2 18 0,3 4 21 0,-4-1 16 16,1 1 24-16,1 5 17 0,-1 1-5 0,2 1-16 15,0 4-17-15,-1 1-4 0,4 9-12 0,-2-5 63 16,2 5-56-16,0 8 50 0,2 2-9 0,1 6-13 0,4 6-1 16,2 3-6-16,2 4-16 0,4 6-12 0,0 0-17 15,3 0-41-15,-2 0 0 0,0-2 0 16,-2 0 0-16,1-6 0 0,-3 1 0 0,1-4-92 0,-2 0-91 15,-2-5-85-15,0-1-85 0,-4-3-73 16,3-1-96-16,-4-3-149 0,0-3-80 0,-2-2-810 0,-2-6-1202 16</inkml:trace>
  <inkml:trace contextRef="#ctx0" brushRef="#br0" timeOffset="29199.91">31977 8194 872 0,'-6'-6'854'0,"1"2"-189"0,5 4-163 0,-4-5-94 16,4 5-71-16,0 0-57 0,15 3-34 0,-2 1 10 0,7 4-34 15,5 4 7-15,9 4-31 0,1 1-24 16,7 6 6-16,6 8-27 0,3 4 3 0,1 4-24 0,-2 2-1 16,1 5-19-16,-6 0-15 0,-2 1-16 0,-7 0-25 15,-4 0-23-15,-10-6-22 0,-7-1-27 0,-3 0-70 16,-9-5-33-16,-4 0-83 0,-8 4-50 0,-5-1-75 15,-6-1-53-15,-3-1-30 0,-5-2-21 0,-11 3-34 16,1-3-33-16,2-7-80 0,2-3-250 0,-1-2-364 0</inkml:trace>
  <inkml:trace contextRef="#ctx0" brushRef="#br0" timeOffset="31082.14">27489 12547 1393 0,'-11'4'963'0,"11"-4"-210"0,0 0-165 16,-17-1-102-16,17 1-120 0,0 0-41 0,-12-2-59 0,12 2-17 15,-4-4-59-15,4 4 18 0,4-11-60 0,4 4-2 16,3-5-58-16,7-2 10 0,7-2-50 0,10-6 18 16,4-1-41-16,7-2 21 0,5-4-36 0,-1 3-4 15,1-2 2-15,0 2 2 0,-1-1-3 16,-8 5 17-16,-1 0-39 0,-5 4-8 0,-4 2-89 15,-4 3-79-15,-9 4-142 0,-6 2-143 0,-1 1-70 0,-12 6-128 16,0 0-640-16,0 0-918 0</inkml:trace>
  <inkml:trace contextRef="#ctx0" brushRef="#br0" timeOffset="31247.69">27509 12803 1160 0,'5'7'869'0,"2"-3"-190"0,0 0-159 0,-7-4-97 0,23-2-96 16,-5-2-49-16,10-4-72 0,10-5-27 0,3-4-38 16,2-2-13-16,11-3-37 0,2-3-9 0,-1-2-29 15,3-1-16-15,-1-3-74 0,1 2-143 0,-1-2-158 16,-4-2-148-16,-3-2-268 0,-2-1-299 0,-4-3-671 16</inkml:trace>
  <inkml:trace contextRef="#ctx0" brushRef="#br0" timeOffset="31469.06">28700 11622 1347 0,'2'9'854'0,"-2"-9"-200"0,4 12-137 16,-1-4-101-16,0 7-68 0,6 3-46 0,-2 3-38 15,4 4-18-15,3 3-1 0,0 3-18 0,4 0-14 16,-2 0-28-16,3 1-31 0,-3 0-62 0,4-1 14 0,-1 1-53 15,-3-1 21-15,1 1-44 0,-4-7 9 0,1 0-72 16,-1 2-44-16,-2-2-81 0,2-3-101 16,-4-1-137-16,-1-1-116 0,0-4-174 0,-1-3-661 15,-1 0-950-15</inkml:trace>
  <inkml:trace contextRef="#ctx0" brushRef="#br0" timeOffset="31715.07">29400 11872 1733 0,'4'-17'1001'15,"1"3"-219"-15,0 4-155 0,2-2-140 0,4 1-105 0,4-3-75 16,3 2-50-16,1-2 6 0,7-1 30 0,7-4-15 16,4 0-46-16,4-1-45 0,1-2-37 0,11 0-26 15,0-1-31-15,-7 4-17 0,0 2-17 0,-2 1-9 16,-2 1-14-16,-4 2-33 0,-6 4 28 0,-4-2-54 15,-6 3-33-15,-3 2-84 0,-5 1-106 0,0-1-55 16,-5 0-102-16,-9 6-134 0,7-6-94 0,-7 6-164 16,-7-4-578-16,-3 2-972 0</inkml:trace>
  <inkml:trace contextRef="#ctx0" brushRef="#br0" timeOffset="62996.59">8179 16043 45 0,'-7'-6'679'0,"7"6"-162"0,-7-7-123 16,7 7-78-16,-8-7-74 0,8 7-42 0,0 0-35 15,0 0 0-15,0 0 8 0,0 8 2 0,5 1 2 16,0 3 1-16,3 4-32 0,2 2 5 0,0 2-41 15,4 4-13-15,0 2-17 0,4 5-16 0,-1 0-13 16,2 2-8-16,-1-3-11 0,1 3-6 0,2 0-3 0,-5-3-11 16,2 2-2-16,-1-2-14 0,-2-4-33 0,-2 0-128 15,1-2-100-15,-4-2-88 0,0-3-138 16,1-2-436-16,-5-3-501 0</inkml:trace>
  <inkml:trace contextRef="#ctx0" brushRef="#br0" timeOffset="63280.65">8157 16129 486 0,'-8'-19'697'0,"2"2"-152"0,1 1-110 0,1 1-89 16,1 1-76-16,5 0 14 0,-1-2-46 0,4 2-27 0,5 2-26 16,2-4-17-16,1 1-18 0,3 3-16 0,2 1-28 15,-1 3-15-15,3 1-25 0,-2 3-10 0,0 3-17 16,4 2 0-16,-4 3-10 0,2 2 3 0,-2 3 1 15,1 2 10-15,-4 3 1 0,-2 4-7 0,-5 2-4 16,-4 2-5-16,-3-2 0 0,-6 5-12 0,-5 4-1 16,-7 3-7-16,-5 0 0 0,-3-3-9 0,-3 0 11 15,-3-2-7-15,2-2 1 0,-1-3-3 16,3-4-1-16,3-4-7 0,6-2-29 0,2-1-47 0,4-4-133 16,3-4-124-16,9-3-103 0,0 0-98 0,0 0-473 15,-2-9-622-15</inkml:trace>
  <inkml:trace contextRef="#ctx0" brushRef="#br0" timeOffset="63479.55">8837 15686 108 0,'-4'10'811'0,"-4"2"-121"0,-4 3-89 0,-5 10-95 16,-7 4-56-16,-2 6-70 0,-6 9-30 15,3 4-66-15,-1 2-48 0,4 0-12 0,3 1-46 16,2 0-5-16,7-6-53 0,5 1-4 0,4-2-45 0,4 2 12 15,3-2-45-15,6-1 24 0,5 0-32 0,2-4 25 16,8 1-41-16,3-3-5 0,4-3-18 0,6-2-29 16,1-4-65-16,-1-5-102 0,4-4-155 0,2-4-108 15,0-6-128-15,-5-1-604 0,1-8-809 0</inkml:trace>
  <inkml:trace contextRef="#ctx0" brushRef="#br0" timeOffset="64079.68">9064 16077 366 0,'-33'-9'825'0,"0"0"-142"0,4 2-125 15,3-2-106-15,4 3-69 0,3 2-69 0,1 0-63 16,4-2-49-16,5 1-36 0,3-1-19 0,2 0-17 16,4-1-14-16,5 0-15 0,3-5-25 0,5-1-10 15,7-2-17-15,2-2-5 0,7-2-16 0,2-2 2 16,3 2-7-16,-2-2-4 0,4 3-8 0,-3 0 5 15,2 3-8-15,-8 2 4 0,-6 3-12 0,0 2 13 16,-3 1-15-16,-3 3 27 0,-2 1 11 0,-13 3 28 16,18 5-2-16,-12 3 2 0,-5 0-11 0,-1 5-6 0,-6 3-12 15,-2 4-9-15,-3 2-4 0,-6 3-25 16,-1 4 21-16,-2-3-3 0,2-1 1 0,3-1-11 16,-2-2 0-16,3-1 0 0,2-4-4 0,1-1 0 15,3-4 2-15,-1 0-3 0,2-2 4 0,2-2-4 0,2-1 2 16,3-7 3-16,5 6 1 0,-5-6-2 15,18-1 4-15,-4-3 1 0,6-3-25 0,3 0 29 16,5-2-28-16,3-2 23 0,0 1-20 0,1 2 15 0,1 0 4 16,-1 1 4-16,3 4-8 0,-5 1 6 0,0 4-28 15,0 4 29-15,2 2-22 0,-5 4 18 16,-3 3 7-16,-2 4 2 0,-4 2 0 0,-4 5 1 0,-3-1 25 16,-3 4-37-16,-8-4 27 0,0 1-37 0,-5 5 34 15,-5-4-35-15,0 1 33 0,-6-1-26 0,-4 0 39 16,-3-2-28-16,0-4 25 0,-3 0-28 0,1-6 26 15,-1-1-31-15,-3-2 27 0,1-4-21 0,2-6 24 16,1 2-20-16,4-3 24 0,1-6-30 0,2 4 17 16,1-6-39-16,4-4 17 0,3 1-45 0,5-3 29 15,2-2-32-15,5 0 9 0,4 1 6 0,6-2 9 16,-1 0 3-16,8 3 6 0,1 4-12 0,1 2 10 0,3 3-4 16,3 3 4-16,-1 2 28 0,2 3-31 15,4 4 36-15,0 1-33 0,0 3 29 0,4 4-45 16,-5-2 20-16,-2-1-32 0,-4 2-5 0,2-2-32 15,-1 1-45-15,-5-6-109 0,1 3-117 0,-1-3-93 16,-5-3-135-16,2-1-629 0,-3-3-818 0</inkml:trace>
  <inkml:trace contextRef="#ctx0" brushRef="#br0" timeOffset="64913.18">9848 15593 580 0,'-14'-6'773'0,"4"2"-123"0,-1 0-89 0,1 1-103 0,1-2-65 0,3 2-58 0,6 3-51 16,-14-4-41-16,14 4-45 0,-12-5-39 0,12 5-29 15,0 0-17-15,0 0 3 0,0 0-16 0,0 0-15 16,10 7-13-16,7-3-16 0,5 3-13 16,1-1-6-16,4-2-5 0,5 2-10 0,0-1 1 0,-2-3-7 15,2 0-1-15,-2-2-7 0,-1-2 2 0,3 0-2 16,0-3-2-16,-4-1 0 0,-4 2-1 0,2-2 5 16,-3-1-9-16,-5 1 2 0,-2-1-2 0,-2-2 2 15,-1 1-1-15,-3 0 4 0,-2 0-3 0,0 0 15 16,-1 3 14-16,-2-1-1 0,1 1 2 0,-6 5-3 15,6-4-8-15,-6 4 6 0,0 0-6 0,0 14-7 16,-1-3-1-16,-2 4-6 0,-1 8 0 16,2 1-3-16,-1 4 2 0,2 4-5 0,0 4 0 15,1-3 3-15,-2 4 0 0,4-2-38 0,-1 2 45 0,0-2-37 16,-1 2 34-16,3-3-2 0,-2 1-7 0,2-2-3 16,-2-5-29-16,0-1-64 0,3-2-119 0,-3-1-180 15,2-3-137-15,-2-4-169 0,-1-3-512 0,1-3-822 16</inkml:trace>
  <inkml:trace contextRef="#ctx0" brushRef="#br0" timeOffset="65129.86">10541 15399 1442 0,'0'0'788'0,"0"0"-166"0,0 0-104 16,0 0-56-16,10 10-84 0,-8-1-38 0,-1 3-56 0,2 3-44 15,0 2-40-15,-1 4-36 0,2 2-29 0,1 1-27 16,-1 1-23-16,4 4-17 0,-2 1-17 0,2 0-7 16,-1 2-10-16,4-3-6 0,-1 2-7 15,0-2-45-15,1-1-73 0,1-2-74 0,2 0-151 16,-1-3-156-16,0 1-119 0,-2-8-777 0,2 0-974 16</inkml:trace>
  <inkml:trace contextRef="#ctx0" brushRef="#br0" timeOffset="65297.42">10938 15677 1198 0,'-5'-5'871'15,"5"5"-160"-15,-8-6-120 0,8 6-92 0,-6-6-71 16,6 6-77-16,-8-5-55 0,8 5-49 0,0 0-42 16,-8-6-44-16,8 6-29 0,0 0-29 0,-5-6-54 15,5 6-123-15,4-5-145 0,-4 5-204 0,8-7-154 16,-3 1-267-16,4 0-319 0,0-2-778 0</inkml:trace>
  <inkml:trace contextRef="#ctx0" brushRef="#br0" timeOffset="65663.81">11110 15248 1003 0,'0'0'833'0,"-7"4"-148"15,7-4-124-15,-8 9-83 0,7-2-51 0,-2-2-71 16,2 2-53-16,0 2 10 0,1 0-79 0,0 1 2 0,1 2-90 15,2 1 19-15,-1 0-74 0,2 1 22 0,4-1-21 16,-2 1-17-16,3 0-18 0,0 1-7 16,5-1-2-16,-2-1-2 0,0 0-2 0,1-3-3 15,1-1-4-15,-1 0-1 0,0-2-6 0,-1-1-8 0,0-1-1 16,1-5-3-16,-13 0-11 0,23-2-7 0,-12-2-7 16,1-5-7-16,-2 1 2 0,3-7-37 0,-4-1 54 15,-2-2-43-15,2-1 12 0,-6 2 6 0,1 2 43 16,-3-3-43-16,-1 1 44 0,0 4-42 0,-1 0 54 15,-2 1-37-15,3 2 46 0,-1 1-39 0,-2 2 40 16,3 7-38-16,0 0 48 0,0 0-46 0,-10 3 0 16,9 5 29-16,-2 2-45 0,3 3 38 0,2 4-9 15,0 2-2-15,2 3-7 0,3 0-5 0,3 4-1 16,0 0-1-16,1 0-6 0,1-4-10 0,2 2-39 16,-4-5-56-16,2-2-83 0,0-1-94 0,0 0-156 15,-2-6-137-15,0 0-99 0,-2-4-747 0,-8-6-1026 16</inkml:trace>
  <inkml:trace contextRef="#ctx0" brushRef="#br0" timeOffset="65879.48">11306 14995 409 0,'-9'-13'781'0,"1"1"-163"0,3 3-103 16,5 9-86-16,4-7-25 0,-4 7-13 0,18 1-26 0,4 5-42 15,6 6-16-15,5 2-64 0,5 7-1 0,1 0-61 16,8 8 11-16,-2-1-79 0,1 2-18 0,-1 5-12 15,-1 0-19-15,-4 2 28 0,-3 0-64 16,-1 2 32-16,-8-4-10 0,-5 3-7 0,-3 0-15 0,-7 1-6 16,-4 2-22-16,-1-1-23 0,-8-2-63 15,-3 5-75-15,-6 0-75 0,-1-1-92 0,-7-1-82 0,1-3-31 16,-3 0-70-16,-2-3-61 0,2-3-460 0,-1-6-645 16</inkml:trace>
  <inkml:trace contextRef="#ctx0" brushRef="#br0" timeOffset="66150.75">12314 15293 1039 0,'-7'-6'876'0,"-1"3"-156"0,2-2-134 0,1 0-103 15,-2 1-81-15,7 4-81 0,-4-9-72 0,4 9-50 0,3-14 7 16,2 5-75-16,5-2 17 0,4-3-61 16,7-1 21-16,3 0-61 0,7-6 34 0,3 2-54 15,2 0 22-15,2 0-60 0,3 1-3 0,-2 0-66 16,0 3-69-16,-3 0-97 0,-8 6-128 0,-6 0-110 16,-3 4-136-16,-5 1-570 0,-14 4-800 0</inkml:trace>
  <inkml:trace contextRef="#ctx0" brushRef="#br0" timeOffset="66314.1">12355 15443 723 0,'-6'3'784'0,"6"-3"-182"0,0 0-135 16,0 0-87-16,0 0-31 0,23-3-24 0,-6-3-23 0,4-1-45 16,6-3-47-16,4-1-26 0,6-5-41 0,1 2-9 15,7-5-41-15,0 0-19 0,8-2-8 16,1-1-58-16,-12 4-85 0,-1 0-171 0,-1 0-167 0,-12 6-265 15,-5-2-476-15,-7 4-768 0</inkml:trace>
  <inkml:trace contextRef="#ctx0" brushRef="#br0" timeOffset="66983.45">11080 16794 619 0,'-10'-10'770'0,"2"2"-178"0,2 1-118 0,-1 2-127 16,7 5-62-16,-6-5-59 0,6 5-25 0,2 6-29 15,2 2 2-15,4 2-15 0,2 6-19 0,9 4 5 0,2 7-18 16,3 3-22-16,2 2-23 0,2 2-13 0,6 5-11 15,-2 3-12-15,0-1-11 0,0 1-9 0,0 0-2 16,-6-9-6-16,-1 4 10 0,-1-1-19 0,-1-4-1 16,-1 2-13-16,0-4-21 0,-2 0-80 0,-4-5-165 15,0-3-138-15,-3-1-132 0,1-4-581 0,-4-6-736 16</inkml:trace>
  <inkml:trace contextRef="#ctx0" brushRef="#br0" timeOffset="67197.2">11698 17056 804 0,'4'-4'867'0,"-4"4"-146"0,3-7-176 0,-3 7-98 16,1-8-96-16,3 2-52 0,1-2-11 0,4-3-29 0,1-3-65 16,8-5-34-16,5-8-16 0,7 2-16 0,3-2-22 15,4 0-25-15,4-5-14 0,-3 7 14 0,-1 0-48 16,1 2 19-16,-2 0-44 0,0 1-19 0,-3 0-99 15,-1 1-137-15,-6 4-156 0,-2 1-92 0,-5-1-157 16,-2 4-516-16,-6-3-780 0</inkml:trace>
  <inkml:trace contextRef="#ctx0" brushRef="#br0" timeOffset="67713.53">12744 16284 644 0,'-2'-13'533'16,"1"2"-101"-16,-1 2-58 0,0 0-27 0,-3 2-46 16,3 1-16-16,-2 0-24 0,4 6-14 0,-10-6-17 15,10 6-15-15,-13 1-16 0,4 4-9 0,1 2-42 16,-1 3 10-16,0 4-34 0,2 0-10 0,-1 5-30 16,2 0 0-16,2 2-24 0,0 0-6 0,4-1-16 0,1 2 2 15,4 0 9-15,2 2 31 0,2-4-10 16,2 3 31-16,3-5-28 0,2 1 19 0,0-5-39 0,3-2 21 15,-1-3-10-15,4-4 19 0,-4-1-30 16,4-5 9-16,3-4-30 0,-2-1 14 0,3-6-25 0,-4-2 14 16,-1-4-23-16,0-3 15 0,-6-3-20 0,0-1 17 15,-4-3-28-15,-4 1 22 0,-4-1-20 0,-4 2 5 16,-2-1-2-16,-3-1-1 0,-5 1-40 0,-4 2 48 16,0 4-1-16,-6 1-4 0,0 4-46 0,-4 3 52 15,1 1-35-15,0 6 40 0,-2 5-50 0,2 1 46 16,1 2-28-16,-3 7-43 0,4 0-35 0,1 4-38 15,5 2-43-15,4 2-79 0,3 1-101 0,6 0-88 16,3-1-92-16,3 1-136 0,3 1-384 0,7-4-673 16</inkml:trace>
  <inkml:trace contextRef="#ctx0" brushRef="#br0" timeOffset="68046">13364 16242 539 0,'0'0'771'0,"0"0"-167"0,2-6-138 0,-2 6-102 0,0 0-72 0,4-6-40 16,-4 6-50-16,0 0-5 0,0 0-41 15,0 0-14-15,5-4 19 0,-5 4-24 0,0 0-34 0,10 7-15 16,-10-7-23-16,7 7-4 0,-7-7-17 0,6 7-1 15,-6-7-13-15,8 7 2 0,-8-7-11 0,7 6 33 16,-7-6 5-16,4 5 34 0,-4-5 1 0,0 0 37 16,7 6-18-16,-7-6 42 0,0 0-32 0,0 0-5 15,0 0-43-15,0 0 5 0,0 0-35 0,0-8 11 16,0 8-32-16,-7-7 24 0,1 3-38 0,2-1 1 16,0 0-7-16,-1 0-1 0,5 5-8 0,-9-8-23 15,9 8-90-15,-9-7-113 0,9 7-137 0,-9-5-113 16,9 5-86-16,0 0-105 0,-14 2-455 0,14-2-741 15</inkml:trace>
  <inkml:trace contextRef="#ctx0" brushRef="#br0" timeOffset="68696.92">13831 15887 139 0,'7'-10'670'0,"-3"1"-143"0,-2-1-72 16,2 0-45-16,-4 0-62 0,0 2-38 0,-1-1-42 16,-4-1-13-16,1 1-31 0,-4 1 5 0,-1 1-30 0,-2 1-19 15,-2 0-27-15,1 4-1 0,-4 1-24 0,2 2 2 16,-4 3-23-16,-1 0 2 0,1 6-19 0,-1 1-14 15,2-1-19-15,-1 4-6 0,5 0-14 0,2 0-10 16,3 0 0-16,2 1-4 0,3 0-4 0,2-2-16 16,2 0 23-16,3 0 6 0,1 0 23 0,2-2-20 15,3 1 44-15,1-5-2 0,0 1-12 0,4-3-11 16,0 0-9-16,-1-5-47 0,2 0 41 0,0-3-5 0,1-2-7 16,-1-2-13-16,1-3-4 0,1-2-5 15,-4-2-4-15,0-3 2 0,-2-1-2 0,-2-1-6 16,-4-3-1-16,-1 0 14 0,-1 2-14 0,-4 1 5 15,0 0 4-15,0 2 2 0,-3 1-11 0,2 4 8 16,0 0-4-16,0 1-2 0,-1 2-5 0,2 9 2 16,-1-9 2-16,1 9 5 0,0 0 1 0,5 11 24 15,-1 0-22-15,2 3 22 0,3 4-21 0,0 4 10 0,2 2-1 16,2 1-3-16,2 3 5 0,1 1-8 16,2 3 2-16,0-1-6 0,0-1-1 0,0-6 1 15,-2 2-4-15,0-4 0 0,0 0 15 0,0-3-54 16,-6-2-36-16,3-3-132 0,-4-2-97 0,0 0-112 0,-2-4-74 15,-3-2-102-15,1 0-112 0,-5-6-318 16,5 5-634-16</inkml:trace>
  <inkml:trace contextRef="#ctx0" brushRef="#br0" timeOffset="75280.42">14022 15706 46 0,'0'-7'315'0,"-1"-1"-76"0,-1 2-35 0,0 0-7 0,-1-2-17 0,3 0 9 0,-2 3-26 16,0-3 22-16,2 8-20 0,-2-10 13 16,2 10-32-16,-3-10 3 0,3 10-42 0,-1-8 8 15,1 8-13-15,-3-8 1 0,3 8-13 0,0-8-3 16,0 8-12-16,0 0-15 0,0 0 52 0,0 0 34 0,0 0 25 15,5 6 29-15,1 4 9 0,1 1-22 0,3 6-9 16,1 2-32-16,2 5 3 0,2 1-12 0,1 7-10 16,4-1-21-16,-1 1-18 0,0 1-13 0,0 0-26 15,3-1 1-15,-4 0-10 0,-1-2-10 0,0-4-6 16,-3-2-8-16,2 1-12 0,-2-4-43 0,-3-3-102 16,2-1-156-16,-2-3-111 0,0-2-78 0,-2 0-86 15,1-5-487-15,-4 0-677 0</inkml:trace>
  <inkml:trace contextRef="#ctx0" brushRef="#br0" timeOffset="75695.6">14545 15765 472 0,'0'-16'564'16,"-2"1"-107"-16,1-1-40 0,-3 2 5 0,0 0-60 15,-1 0-44-15,1-1-23 0,-5 2-31 0,2-1-33 16,-1 3-39-16,-2-1-25 0,-2 3-26 0,2-2-24 15,-4 3-10-15,4 1-15 0,-2 4-6 0,2 0-10 16,10 3-7-16,-22 3-1 0,12 0-13 0,1 3 2 0,0 2-21 16,-1 4 9-16,5-2-21 0,0 2 4 15,2 0-15-15,1 0 9 0,2 0-13 0,1 0 11 16,0-1-18-16,3-1 12 0,1 1-14 0,-1-3 12 0,5-2-14 16,-1 0 13-16,1 1-14 0,1-5 12 0,0 1-10 15,-10-3 7-15,22 0-11 0,-11-5 14 0,-2 1-17 16,3-3 15-16,-3-1-16 0,-2-5 14 15,1 1-11-15,-2-2 9 0,-2-3-9 0,-1 1 1 16,-3-2 2-16,0 0-1 0,-2 0 1 0,1 0 5 0,-1 4-2 16,0 1 0-16,2 2 0 0,-2 0-2 15,-1 2 2-15,3 9 6 0,-1-8 16 0,1 8 0 0,0 0 7 16,5 7-1-16,-2 0 8 0,2 6 0 0,1 3-8 16,3 3-3-16,1 1 23 0,3 4-42 0,0 1 26 15,3 1-31-15,2-2 1 0,0 5-3 0,0-5 0 16,-1-4-8-16,1 3-24 0,-3-3-108 0,0-3-150 15,-2-2-125-15,1 0-95 0,-5-5-106 0,0 1-494 16,1-5-727-16</inkml:trace>
  <inkml:trace contextRef="#ctx0" brushRef="#br0" timeOffset="75978.95">14818 15477 293 0,'5'-15'785'0,"-2"5"-158"16,-2 1-130-16,4 0-82 0,-4 4 16 0,3-1-33 0,-4 6-29 15,7-8-37-15,-7 8-59 0,9-3-43 16,-9 3-39-16,10 6-22 0,-4-1-14 0,-1 1-45 16,2 2-18-16,-1 3-17 0,3 3-20 0,-1-1-8 15,-2 2-13-15,2 1-9 0,-1-1-3 0,2-1-6 16,-4 0-1-16,2-1-5 0,-2-1-2 0,1-2 6 16,-2-1 66-16,1 0 17 0,-2-3 76 0,1 0 24 15,-4-6-36-15,11 1-32 0,-2-5-19 0,5-7-22 16,7-6-11-16,4-6 10 0,6-5-39 0,7-7 31 0,4-4-47 15,4 1-6-15,0-2 25 0,4 1-48 0,-3 2 11 16,1-1-60-16,-5 4-18 0,-6 8-63 16,-5 3-73-16,-3 1-115 0,-8 6-244 0,-2 4-162 0,-10 3-896 15,-4 3-1273-15</inkml:trace>
  <inkml:trace contextRef="#ctx0" brushRef="#br0" timeOffset="76934.62">13209 17409 402 0,'-13'2'843'0,"13"-2"-131"0,-16 1-171 0,16-1-125 0,-13 1-54 15,13-1-100-15,0 0-23 0,-8-4-47 0,8 4-15 16,8-10-21-16,-2 3-34 0,7-2-24 0,5-4-20 16,0 1-15-16,6-2-10 0,8-4-13 0,1 0-6 15,3-3-5-15,2 0-8 0,3-2-5 0,9-3-12 16,-9 2 0-16,-1 4-39 0,-3 1-50 0,-4 0-55 16,-5 5-55-16,-6 3-79 0,-3 1-30 0,-9 3-22 15,-1 5-22-15,-9 2-22 0,0 0-9 0,0 0-385 16,-9 13-279-16</inkml:trace>
  <inkml:trace contextRef="#ctx0" brushRef="#br0" timeOffset="77063.09">13238 17534 153 0,'-15'15'412'0,"2"-2"-97"15,4-1 11-15,0-2-23 0,6-2-14 0,0-2-2 16,3-6-31-16,8 7 3 0,-8-7-52 0,21 0-22 16,-3-3-21-16,8-3-27 0,3-3-27 0,11-2-20 0,2-5-18 15,5-1-18-15,11-7-10 0,1-1-10 16,2-2-116-16,0-3-132 0,-1-2-150 0,-1 0-587 15,-4-4-534-15</inkml:trace>
  <inkml:trace contextRef="#ctx0" brushRef="#br0" timeOffset="77429.43">14312 16856 1365 0,'-13'-2'929'0,"3"-1"-206"16,1 0-142-16,9 3-122 0,-15 0-96 0,8 3-81 15,1 2-27-15,-1 4-78 0,0 2-6 0,2 2-61 16,0 2 3-16,1 0-52 0,0 2 14 0,1-1-16 16,4 4-4-16,1-2-16 0,2 0-2 0,2 3-1 15,2-4-3-15,3 3 6 0,-2-5-10 0,4 1 3 16,0-2-3-16,-2-2-1 0,3-4 3 0,-2 1-4 15,1-3-2-15,-2-3-2 0,1 0-5 0,-12-3 1 16,21-3-12-16,-10-1-8 0,-4-3-20 0,2-1-29 16,-2-3 15-16,-4-3-30 0,0 0 38 0,-2-4-35 15,-2 0 7-15,-3-6-24 0,0 2 10 16,-3-1 17-16,-5-2 10 0,2 1 8 0,-3 1 4 0,-2 2 31 0,2 5-26 16,-2 1 26-16,-1 2-24 0,1 5 1 15,2 1-61-15,-2 2-35 0,1 3-65 0,0 4-64 16,0 0-80-16,-2 3-57 0,5 4-73 0,2 2-84 0,0 1-458 15,5 1-601-15</inkml:trace>
  <inkml:trace contextRef="#ctx0" brushRef="#br0" timeOffset="77763.5">14773 16843 1122 0,'0'0'886'0,"-4"-10"-162"16,4 10-177-16,-6-7-97 0,6 7-119 0,0 0-52 15,-4-7-83-15,4 7-21 0,0 0-51 0,0 0-5 16,-2 10-38-16,2-10-9 0,0 7-25 0,0-7 2 16,1 12-21-16,-1-12 7 0,1 10-21 0,-1-10 10 15,3 10-16-15,-3-10 13 0,1 9-18 0,-1-9 14 16,3 7-16-16,-3-7 17 0,0 0 0 0,2 9 25 15,-2-9-29-15,0 0 18 0,0 0-27 0,0 0 27 0,-5-9-17 16,4 4 9-16,1 5-27 0,-5-12 0 16,2 3 0-16,-1 2-2 0,-1-1 20 0,1 1-33 0,0 1-23 15,-2-1-59-15,2 0-62 0,0 2-76 0,2 0-71 16,2 5-53-16,-7-8-96 0,7 8-49 0,-3-6-79 16,3 6-288-16,0 0-425 0</inkml:trace>
  <inkml:trace contextRef="#ctx0" brushRef="#br0" timeOffset="79096.25">16364 16121 170 0,'8'-4'595'0,"-4"-1"-129"15,-4 5-66-15,8-8-50 0,-8 8-48 0,7-10-19 0,-3 6 2 16,-1-1-16-16,0-1-33 0,0 0-39 0,-2 0-27 15,3-2 3-15,-4 1-3 0,3 1-15 0,-3-3-24 16,1 1-30-16,-1-1-15 0,-1 0-12 0,-2-3-22 16,2 3-1-16,-2-1-10 0,1-1 1 0,-3 2-16 15,0-1 7-15,-2 0-18 0,-1 0 6 0,-2 1-1 16,1-1-6-16,-2 1-11 0,-3 2 5 0,0 1-7 16,-3 1 10-16,2 2-9 0,-3 1-1 0,0 0 1 15,-3 2 8-15,4 2-7 0,-1 0 17 0,1 3-9 16,2-1 3-16,1 2-3 0,1 2 0 0,3 0 0 0,-2 1-4 15,4 1-1-15,5 0-1 0,0 1 6 16,3-1-8-16,3 2 0 0,3 1 3 0,3-1-1 16,4 4-3-16,2-1 1 0,8 1 0 0,3-1 8 15,2-2-11-15,4 4 7 0,2-3-7 0,1 1 12 0,1-2-6 16,-2 0 17-16,-2-1-11 0,-1-2 4 0,-2 3-13 16,-2-2 7-16,-3 1-9 0,-2-1 10 15,-5-2-12-15,-1 2 9 0,-3-2 1 0,-2 3-3 0,-3-1-12 16,-3-1 16-16,-4 0-9 0,1 1 12 0,-5-3-7 15,-2 1 28-15,0 0-8 0,-4-2 26 0,-1-1-7 16,-4-1 29-16,-3-1-24 0,2-3 34 0,-4-1-44 16,-2-3 24-16,-3-2-36 0,2-1 21 0,-1-3-33 15,-2-3 3-15,2-1 4 0,5 1 9 0,1-2-2 16,0 0 2-16,5-2-9 0,0 0-1 0,4-3-1 16,3 0-48-16,4 0 48 0,2-2-8 0,2-2-9 15,3-6-22-15,3 1-3 0,4-2-6 0,1-1-17 16,-1 2-25-16,1 4-22 0,-2-2-17 0,0 4-25 15,-3 3-62-15,0 4-62 0,-1 2-59 0,-2 0-47 16,-1 3-43-16,-2 1-51 0,-2 4-25 0,-1 6-53 16,-1-8-260-16,1 8-321 0</inkml:trace>
  <inkml:trace contextRef="#ctx0" brushRef="#br0" timeOffset="79578.86">15944 16413 105 0,'1'-15'568'0,"-1"2"-139"0,-1 0-61 0,0-3-43 0,-1 3-1 0,-4 0-3 0,2-2-14 16,0 2 14-16,-1 1-28 0,0 1-30 0,0 0-33 16,-3 2-24-16,3 2-28 0,0-2-15 0,1 3-36 15,-1 2-5-15,5 4-24 0,-10-4-4 16,10 4-7-16,-6 6 2 0,3 0-27 0,0 4 33 16,2 0-35-16,4 2 1 0,-1 4-28 0,3 0 12 0,4 2-26 15,0 1 16-15,3-3-27 0,0 2 12 0,0-1-11 16,5-2 13-16,-3 0-25 0,2-2 21 15,2-3-22-15,0 0 21 0,-1-2-19 0,-1-4 44 0,1 2-28 16,0-4 28-16,-3-2-19 0,1-1 41 0,-1-3-35 16,1-3 20-16,-2-1-38 0,1-2 31 0,0-3-35 15,-2 0 23-15,-3-3-29 0,-3-3 28 0,-1 2-32 16,-3-1 3-16,-1-1 1 0,-2 0 3 0,-3 2 0 16,-2-2 0-16,-1 1 1 0,-3 2-42 0,-2-1 50 15,0 4-47-15,-3 3 40 0,0 0-4 0,0 2-18 16,-1 3-28-16,0 1-41 0,0 2-46 0,1 2-79 15,2 2-98-15,-3 2-73 0,0 0-48 0,2 5-74 16,-1 1-65-16,0 1-428 0,2 0-593 0</inkml:trace>
  <inkml:trace contextRef="#ctx0" brushRef="#br0" timeOffset="81129.7">15574 16533 201 0,'0'0'349'0,"3"-9"-60"0,-3 9-37 16,5-7-14-16,-5 7-20 0,4-12-15 0,-1 6-11 0,-1 0-12 15,-2-1-20-15,3-2-1 0,-2 0-23 0,0 0-2 16,1 1-7-16,-2 0 20 0,0-1-7 0,0-1-14 15,-3-1-20-15,2 2-18 0,-2-2-20 0,-2 2-2 16,-1-1-6-16,-2 1-2 0,-3 0-5 0,0 2-10 16,-4 1-2-16,2 0-8 0,2 3-6 0,-5 2 3 15,2 2 16-15,2 2 12 0,-4 2 5 0,2 3-1 16,-1 3-9-16,-1 1-4 0,4 1-5 0,0 3-4 16,1 0-8-16,2-3-2 0,2 4 26 0,0-3-2 15,2 0-5-15,2-1-16 0,0-1 32 0,2-1-5 16,1 1 3-16,0-2 1 0,0-1 12 0,4 0-18 15,0-3 20-15,0-1-22 0,3 0-3 0,0 0-19 16,-7-5 8-16,15 0-20 0,-5 0 12 0,2-5-20 16,-2 0 11-16,3 0-19 0,-3-4 12 0,3 0-13 15,-2-2 14-15,0-2-20 0,0-2 15 0,-2 1-12 16,-1 3 10-16,-2-3 1 0,2 4 47 0,-3 1-29 16,0 0 21-16,-1 2-32 0,0 0 22 0,-1 0-37 15,-3 7 30-15,8-5-22 0,-8 5 44 0,6 4-32 16,0 4 36-16,-3 2-24 0,4 5 20 0,2 2-27 0,0 5 18 15,2 4-4-15,1 0 13 0,-1 0-28 16,2 2 11-16,0-1-19 0,-2-1-10 0,1-1-3 0,-1-1 19 16,-3-4-30-16,0-1 1 0,-1 1-89 15,-3-3-62-15,1-4-123 0,-1 3-110 0,-1-5-86 16,-1 0-32-16,-3-1-78 0,-2-3-74 0,1-1-317 0,-2 0-563 16</inkml:trace>
  <inkml:trace contextRef="#ctx0" brushRef="#br0" timeOffset="82729.07">15253 16593 58 0,'0'0'772'0,"-7"-4"-183"0,7 4-110 0,-8-2-65 0,8 2-73 0,0 0-36 0,-12 3-38 0,12-3-21 0,-8 8-27 16,7-1-31-16,-2 0-34 0,3-1-34 0,0 5-13 16,0-3-27-16,4 4-13 0,0 0-11 0,1 0 4 0,2 0-3 15,1 1-4-15,1-2-13 0,-1 0 0 0,2-1-17 16,-1 2 3-16,-1-4-11 0,1 1 5 0,-3-1-10 15,-1-2 9-15,2 0 11 0,-2-1 31 0,0 1 8 16,-5-6 46-16,7 7-24 0,-7-7-19 0,0 0-13 16,11-3-8-16,-9-3-13 0,1-1 11 0,-2 0-27 15,2-5 19-15,-2 0-32 0,-2-1 23 0,1 0-22 16,-3-2 50-16,1-1-48 0,-2 2 26 0,-1 1-30 16,1-1 39-16,-1 3-29 0,-3 1 23 15,2 2-31-15,-1 0 21 0,-3 4-34 0,-3 1 31 0,2 3-38 16,-3 3 30-16,0 1-28 0,-3 4 28 0,2 2-33 15,-2 3 24-15,5 1-30 0,2 0-13 0,3 0-22 16,2 2-23-16,1-2-30 0,4-3-49 0,2 2-108 0,1-4-143 16,4-1-90-16,1 0-186 0,4-6-441 15,0 0-739-15</inkml:trace>
  <inkml:trace contextRef="#ctx0" brushRef="#br0" timeOffset="83962.77">14526 17443 186 0,'-63'15'565'0,"-5"2"-109"0,0 2-87 0,-3 4-48 0,0 1-9 0,1 2-28 15,5-1 2-15,6-2-63 0,16-2-7 0,4-3-75 16,9 0 8-16,9-3-21 0,10-1 34 16,8-4-51-16,8-1 27 0,9-3-48 0,12-3 20 15,14-5-44-15,16-5 10 0,17-8-44 0,10-4 0 0,23-9-2 16,2-4-3-16,6-4-3 0,2-5 7 16,-2-3 16-16,4-5 9 0,-1-2-5 0,-2-4 12 15,0-2 26-15,-1 2 4 0,-3-2-7 0,-6 5 29 0,-4 2 3 16,-9 2-4-16,-4 4-6 0,-21 12 11 0,-6 2-11 15,-5 4-8-15,-12 6-16 0,-10 3-10 0,-6 3 4 16,-2 2-4-16,-8 5-4 0,-8 2-7 0,-10 5-12 16,0 0-13-16,0 0-8 0,-18 13-6 0,-17 5 9 15,-17 8-26-15,-10 5 14 0,-9 2-27 0,-23 8 16 16,-6 4-16-16,-5-1 8 0,-6 0-8 0,-3-1-5 16,-1 1 3-16,-1-1 2 0,1-2-5 0,8-2-9 15,2-2 19-15,5-4-13 0,27-6 23 0,4-4-18 16,8-1 15-16,15-6-19 0,8 1 18 0,11-4-15 15,8-4 22-15,11 1-12 0,5-3 19 0,9-2-24 0,6-2 23 16,9-2-23-16,16-4 21 0,10-3-20 0,21-4 17 16,4-5-20-16,7-1 18 0,2-5-1 0,4 1-13 15,0-4 15-15,19-4 1 0,-4-2 11 0,-16 3 0 16,-2 1-3-16,-2-2-3 0,-1-2-2 0,-4 2-23 16,-4 0 25-16,-7 2-21 0,-4 1 20 0,-6 1-14 15,-16 8 12-15,-2 0-19 0,-9 4 14 0,-6 2-37 16,-3 1-16-16,-7 1-68 0,-4 0-31 0,-5 2-100 15,-6 2-79-15,-5-1-94 0,-8 4-74 0,-11-1-30 0,-8 4-86 16,-11 1-68-16,-7 1-283 0,-2 2-542 0</inkml:trace>
  <inkml:trace contextRef="#ctx0" brushRef="#br0" timeOffset="85678.89">11293 17209 394 0,'0'0'482'0,"-9"-3"-106"0,9 3-120 0,0 0-117 16,0 0-137-16,-13 0-88 0,13 0-106 0,0 0-242 0,0 0 98 15</inkml:trace>
  <inkml:trace contextRef="#ctx0" brushRef="#br0" timeOffset="85895.32">14401 15909 460 0,'11'-9'539'16,"-1"1"-193"-16,-1 2-171 0,-2 0-224 0,1 0-205 16,0 2-133-16,1 2 158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56:33.313"/>
    </inkml:context>
    <inkml:brush xml:id="br0">
      <inkml:brushProperty name="width" value="0.05292" units="cm"/>
      <inkml:brushProperty name="height" value="0.05292" units="cm"/>
      <inkml:brushProperty name="color" value="#FF0000"/>
    </inkml:brush>
  </inkml:definitions>
  <inkml:trace contextRef="#ctx0" brushRef="#br0">26503 6484 213 0,'2'-8'240'0,"-2"8"-72"0,5-5-50 0,-5 5-74 0,0 0-75 16,4-7-101-16,-4 7-65 0,3-7 59 0</inkml:trace>
  <inkml:trace contextRef="#ctx0" brushRef="#br0" timeOffset="993.82">26504 6419 298 0,'0'0'262'16,"-9"-3"-29"-16,9 3-40 0,0 0 6 0,-10-5-32 0,10 5 5 15,0 0-7-15,-13-1-7 0,13 1-7 16,-13-4-8-16,13 4-6 0,-15-2-1 0,4 0-1 15,0 0-2-15,2-1-4 0,-3 3-5 0,0-3-9 16,-1 1-7-16,2 1-15 0,-2-2-16 0,0 1-11 16,0 1-7-16,-2 0-11 0,2-2 3 0,-5 1-4 15,3 1-4-15,-3-1-4 0,3 1-8 0,-4-2-7 0,3 1 2 16,-3 1-4-16,4-1 8 0,-4 1 20 16,1-1-2-16,0 1 10 0,-1-2 9 0,-2 2-8 0,3-1-6 15,-3-1 14-15,1 2-1 0,-5-4-8 16,1 4-6-16,-2-2 4 0,-1 0 1 0,2 1-12 15,-1-1-3-15,-2 1 11 0,1 0 24 0,0-1-4 16,-1 2-5-16,3 1 0 0,0 0-10 0,2 0-13 0,2 0-11 16,-2 1-7-16,3 2-6 0,-3-1-2 0,-1 2-6 15,1-2-4-15,3 3 6 0,-3 0-8 0,2 1 2 16,2-3-4-16,0 2 2 0,0 0 0 0,-2 1-1 16,2 0 0-16,-3-1 0 0,3 3-1 0,-1 0-1 15,-2 0-1-15,0-1 20 0,-1 1-23 0,0 1 1 16,2-2 0-16,1 1 1 0,-1 0 11 0,3-1-15 15,-3 1 2-15,6-1-1 0,0 2 2 0,-2-2-2 16,4 2 1-16,-1 0 7 0,1 0-7 0,2 0 4 16,0 2 36-16,0 0-22 0,2 0 16 0,-1 0-27 15,1 0 23-15,3 2-18 0,-1-1 11 0,-3 0-22 16,5 3 21-16,-1-3-27 0,0 1 1 0,1 0-1 16,-1 0 6-16,2 1 1 0,0-1 2 0,-1 1 0 15,3-2-3-15,-2 0 3 0,1 0-3 0,2 0 3 16,0 1 7-16,-1-1 0 0,2-1 3 0,2 3-3 15,0-1 1-15,2 0 1 0,1 1 38 0,0 2-47 0,2-2 39 16,3 1-46-16,-1 3 38 0,1-2-41 16,1 0 37-16,0 1-39 0,-1 0 62 0,1-1-47 0,0 2 40 15,-1-5-53-15,0 3 48 0,2-1-50 16,-3-2 45-16,1-1-51 0,-1-1 50 0,0 3-50 0,2-3 51 16,1 0-43-16,-1-1 55 0,6 1-52 0,-2 0 56 15,2-2-56-15,2 0 51 0,-1 0-55 16,2-2 56-16,3 2-53 0,-2-3 47 0,2 1-46 15,2-1 51-15,0-3-48 0,0 2 49 0,2 0-56 0,1-2 46 16,0 0-51-16,2 0 49 0,-1 0-54 0,2-2 52 16,3 4-51-16,-2-3 43 0,-1-2-49 0,1 0 49 15,-1 0-46-15,1 0 58 0,-2 0-43 16,2 0 36-16,0-2-47 0,4-1 48 0,-2 1-44 0,1-1 39 16,-6 0-39-16,2 2 42 0,-2-2-42 0,2 1 42 15,-2-2-45-15,3 0 42 0,0-1-44 0,3 1 41 16,-3-2-37-16,2 0 39 0,-2 2-28 15,0-5 38-15,1 2-40 0,-2 0 36 0,0-2-45 0,-1 1 41 16,-2-2-41-16,2 1 40 0,-1 0-42 0,-1-2 39 16,2 0-41-16,-4 1 42 0,3-2-45 0,-5 1 44 15,2 0-27-15,-5 1 45 0,0-1-33 0,-1 0 33 16,-1 1-40-16,-3-2 39 0,2 2-11 0,-4-3 30 16,1 1-38-16,-3-1-3 0,0 1-1 0,-3-1 7 15,-1-1 2-15,-2-1-2 0,1 0-3 0,-2-1-3 16,-3-1-5-16,0-1 28 0,-2-1-41 0,-2-3 30 15,-3-2-41-15,-2 1 37 0,-2-2-45 0,-2-3 42 16,-4 3-41-16,0 1 37 0,-6-4-2 0,3 6-7 16,-7-2-2-16,-1 1 1 0,3 4-39 0,-5 0 37 15,3 1-36-15,0 4 41 0,0-1-39 0,-2 2 36 16,-1 1-36-16,1 3 36 0,-1 1-37 0,2 0 36 16,2 4-41-16,-3 0 13 0,0 2-48 0,-2 0-64 15,-1 1-56-15,1 2-89 0,2 1-109 0,-1 0-137 16,0 2-95-16,4 2-170 0,-2 0-516 0,1-1-905 15</inkml:trace>
  <inkml:trace contextRef="#ctx0" brushRef="#br0" timeOffset="25325.17">15502 17656 69 0,'-8'-7'321'0,"8"7"-50"0,-4-7-64 0,4 7 16 0,-5-8-29 0,5 8-9 0,-5-7-31 0,5 7-10 0,-8-7-4 0,8 7-24 16,-5-8-7-16,5 8-3 0,-7-7-12 0,7 7-22 16,-8-7-12-16,4 1 10 0,-2 3-29 0,-2-2 0 15,2 1-2-15,-3 0-2 0,-2-1 0 0,1 1-2 16,0-1 2-16,-4 1-2 0,-2 0 10 0,1-2-7 0,-1 1 4 15,-2-1 10-15,-4 2 42 0,3-4-28 16,-3 2 15-16,-1-1-34 0,3 0 36 0,-2 0-18 0,0-1 28 16,-1-1-36-16,4 2 28 0,-3-2-42 0,3 0 24 15,-1 1-40-15,-2 0 42 0,5 1-29 0,-3-2 29 16,0 1-40-16,0 0 25 0,1 1-41 0,-1-1 28 16,-1 1-39-16,1 0 30 0,-2 1-37 0,1-1 30 15,0 2-24-15,-1-1 19 0,0 1-32 0,3 2 34 16,-1-2-38-16,1 0 34 0,-1 2-33 0,1 0 36 15,1 2-36-15,1-3 32 0,0 1-31 0,-1 1 30 16,1 1-30-16,-2-2 32 0,1 3-32 0,2-5 34 16,-3 5-26-16,1-1 69 0,-3-1-35 0,2 1 24 15,0 1-34-15,-3-2 18 0,3 2-30 0,-2 0 30 16,1 0-38-16,-2 2 26 0,2-1-27 0,-2-1 25 16,1 3-27-16,0-3 31 0,-1 2 2 0,1 1 27 15,3-3-35-15,-3 3 29 0,2-2-39 0,1 1 29 16,-1 0-39-16,4 0 38 0,-3 0-35 0,2 0 34 15,-2-2-33-15,4 3 33 0,-1 0-37 0,0 0 43 16,-2 1-37-16,4 0 35 0,-3 0-43 0,0 2 36 16,0 2-44-16,2-1 42 0,-4 3-46 0,0-1 6 15,3 1-2-15,-2 0 7 0,2 1 6 0,-2 0 0 16,3 1 21-16,-3-2-3 0,2 1-5 0,1 1 0 0,-3-2-5 16,5 0-6-16,0-3 7 0,2 3-2 15,-3-2 2-15,3 1-1 0,2-3 9 0,-2 0-18 16,1 1 1-16,3-3 0 0,-2 2 3 0,-1-1-4 15,4 1 1-15,-1 0-3 0,0-4 2 0,1 4-2 0,-1-1 1 16,2-1-1-16,-1 2 1 0,1 0 6 0,0 3-7 16,0-2-4-16,2 2 8 0,-1 1 5 0,1-1-2 15,-2 2 47-15,4 0-55 0,-1 0 44 0,1 0-50 16,0-1 46-16,0 2-50 0,1 0 45 0,-1 0-50 16,4 0 47-16,0-1-47 0,-2 3 48 15,3-1-49-15,-1-1 43 0,0 0-44 0,2 1 43 0,2-3-34 16,-3 3 66-16,4-4-40 0,-2 3 32 0,3-4-47 15,-1 1 41-15,0-1-46 0,0 0 35 0,2 0-37 16,1 0 36-16,0-1-38 0,0-2 32 0,-1 2-39 16,2-1 39-16,1-1-40 0,0 2 41 0,-1-2-41 15,2 0 39-15,-2 2-39 0,4-3 35 0,-3 2-38 16,1-1 47-16,-1 0-40 0,3 0 36 0,-2-1-29 16,2 1 34-16,-3 0-42 0,2 0 36 0,1-2-34 15,0 3 30-15,-1-4-31 0,2 3 38 0,0-2-43 16,1 0 40-16,0-2-37 0,-1 4 35 0,1-3-40 15,1 0 42-15,-1 0-41 0,0 0 40 0,0-2-40 16,-1 2 33-16,-1-1-35 0,1 1 41 0,-1-1-40 16,-1-1 40-16,0 0-37 0,1 2 37 0,1-1-40 0,-3-1 42 15,2 2-34-15,-2-2 39 0,2 1-42 16,-2-1 36-16,2 1-36 0,1-1 31 0,-1 0-33 16,3 0 36-16,-2 0-37 0,1 0 33 0,-1 0-28 15,1-1 27-15,1 0-34 0,-2 1 35 0,3-3-32 0,0 1 28 16,-3 2-28-16,3-3 40 0,-1 0-42 0,-1 3 36 15,2-2-39-15,-2-1 41 0,1 1-37 16,1-2 35-16,-3 1-37 0,2 0 39 0,-1 1-35 0,1-2 37 16,-3 0-43-16,1 1 37 0,1 0-36 0,0-3 36 15,0 3-30-15,-3-2 33 0,2 1-40 0,1 0 39 16,-2-1-38-16,-2 1 45 0,4-1-48 0,-3 1 41 16,0 0-39-16,0-2 37 0,0 2-37 15,0-1 43-15,-1 2-46 0,0 0 43 0,-1-1-39 0,0 0 40 16,0 1-41-16,-2-1 39 0,-1 0-40 0,2 2 41 15,1-2-32-15,0 1 35 0,-2-1-38 0,-1 1 39 16,3-1-39-16,-1-1 37 0,1 0-42 0,0 1 46 16,0-1-45-16,-1 0 38 0,2-1-35 0,-2 1 38 15,0 0-37-15,0-3 38 0,0 2-45 0,-1-1 44 16,-1-2-32-16,-1 1 9 0,1-3 16 0,-2 0-9 16,0 1 9-16,1-2-3 0,-3 1 15 0,-2-1 7 15,0-1 2-15,-2 1-1 0,-1 0-6 0,-2 2-4 16,0-4-17-16,-2 3 15 0,-1-4-21 0,-3 2 16 15,-1 0-19-15,-3 0 16 0,1-1-18 0,0 3 17 16,-5-1-26-16,1 0 22 0,-2 2-19 0,2 0 16 16,2 4-14-16,-3-3 11 0,2 4-35 0,3 0-22 15,-2 2-80-15,0 1-59 0,0 1-102 0,2 2-145 16,-1 1-76-16,1 1-122 0,0 2-593 0,1 0-838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21:01.279"/>
    </inkml:context>
    <inkml:brush xml:id="br0">
      <inkml:brushProperty name="width" value="0.05292" units="cm"/>
      <inkml:brushProperty name="height" value="0.05292" units="cm"/>
      <inkml:brushProperty name="color" value="#FF0000"/>
    </inkml:brush>
  </inkml:definitions>
  <inkml:trace contextRef="#ctx0" brushRef="#br0">26833 15784 91 0,'0'0'287'0,"0"0"-68"0,0 0-59 16,0 0-15-16,6-3-32 0,-6 3-18 0,0 0-20 15,0 0-19-15,5-7-40 0,-5 7 0 0,0 0-11 16,1-8-7-16,-1 8 6 0,0 0 15 0,0-10 7 16,0 10-4-16,0 0 11 0,0-6 5 0,0 6-7 15,0 0-9-15,-2-7-3 0,2 7-3 0,0 0-6 16,-2-6 0-16,2 6-4 0,0 0 2 0,0 0 5 16,0-6 8-16,0 6 12 0,0 0 10 0,0 0 4 15,-3-8 10-15,3 8 13 0,0 0 14 0,0 0 1 16,-3-5 11-16,3 5-7 0,0 0-4 0,-1-9-24 15,1 9 25-15,0 0-25 0,-1-8 2 0,1 8-1 16,-2-6 33-16,2 6-45 0,-2-8 34 0,2 8-40 16,-3-8 28-16,3 8-44 0,-1-11 32 0,1 11-34 15,-1-12 25-15,-1 5-25 0,1 1 34 0,0-1-22 16,-1 0 18-16,1-1-26 0,-2-1 19 0,2-1-20 16,-1 1 14-16,-1 0-24 0,-2-1 31 0,3 1-11 0,-4-1 17 15,3 3-12-15,-4-3 0 0,3 2 5 0,-5 0 4 16,3-1-2-16,-2 2 5 0,1 0 3 0,-5-1-5 15,3 1-5-15,-1 0 5 0,-1 1-3 16,0-1 1-16,2 1 2 0,-1 2 0 0,1-2-2 0,0-1-1 16,-1 3-6-16,2-3-11 0,-1 3-4 0,0-2-9 15,-1-1-2-15,1 2-8 0,0-1 1 0,-1 0 14 16,0 0-23-16,1 0 15 0,-1 1-21 0,2-3 23 16,0 0-24-16,-1 3 24 0,-1-1-21 0,3 0 19 15,0-1-22-15,-2 1 19 0,2 0-22 0,0 2 18 16,1-3-17-16,-1 2 22 0,-3-1-23 0,5 0 22 15,-1 2-15-15,-1 0 22 0,3 0-12 0,-3 0 17 16,2 0-24-16,0-1 16 0,-1 1-22 0,1 2 17 16,5 2-20-16,-10-8 23 0,4 5-22 0,6 3 21 15,-9-6-22-15,9 6 18 0,-12-3-21 0,12 3 23 16,-13-2-25-16,13 2 24 0,-12-2-17 0,12 2 20 16,-13-1-16-16,13 1 16 0,-12 0-19 0,12 0 11 15,-15-2-11-15,15 2 17 0,-10 0-20 0,10 0 20 16,-12 0-21-16,12 0 18 0,-14 0-18 0,14 0 15 15,-13 0-13-15,13 0 17 0,-13 0-16 0,13 0 16 0,-15 0-18 16,15 0 35-16,-15 2-24 0,15-2 20 16,-15 1-18-16,15-1 19 0,-16 2-21 0,16-2 22 15,-14 1-18-15,14-1 8 0,-16 2-9 0,16-2 20 0,-16 2-25 16,16-2 21-16,-16 3-19 0,16-3 9 0,-16 3-14 16,16-3 18-16,-17 3-21 0,8-2 19 15,9-1-19-15,-18 4 16 0,9-3-17 0,0 1 14 16,-1 0-14-16,1 1 15 0,-2-2-19 0,2 1 19 0,-2 1-17 15,-1-3 15-15,2 1-20 0,-1 2 19 0,-1-2-16 16,1 1 17-16,-1-1-15 0,2-1 15 0,-1 2-13 16,0-1 15-16,11-1-15 0,-19 3 19 0,19-3-4 15,-15 0 17-15,15 0-18 0,-17 2 13 0,17-2-17 16,-15 1 11-16,15-1-11 0,-15 2 5 0,15-2-14 16,-13 1 11-16,13-1-11 0,-14 2 9 0,14-2-14 15,-13 1 19-15,13-1-17 0,-13 3 14 0,13-3-14 16,-15 1 15-16,15-1-15 0,-16 3 11 0,16-3-13 15,-16 3 9-15,7 0-9 0,-1-2 17 0,-2 1-15 16,3 2 9-16,-2-2-12 0,-1 1 14 0,1-1-9 16,-1 0 17-16,3 0-9 0,-2 2 22 0,1-2-4 15,-1 0 9-15,2 1-14 0,-1 0 6 0,0-1 5 16,1 1-15-16,0-1-11 0,9-2 8 0,-15 4-8 16,15-4 5-16,-14 3-8 0,14-3 4 0,-13 4 1 15,13-4-1-15,-14 3-3 0,14-3 2 0,-13 4-4 16,13-4 2-16,-13 3 0 0,7 1 1 0,-2-1-2 15,-1 0 2-15,0 2-2 0,-1-2 5 0,1 2-8 16,-1-2 11-16,0 1-6 0,-2 1 4 0,0-2-9 0,-1 2 9 16,0 0-8-16,-4 1 6 0,3-2 4 15,-2-1 1-15,1-2 9 0,-1 5 6 0,0-3 17 16,1 0-16-16,0 3 10 0,0-3-10 0,0 1 16 16,3-1-6-16,0 0-7 0,2 2 0 0,0-3-11 0,1 2 2 15,0 0-1-15,9-4-9 0,-14 3-2 16,14-3 0-16,-12 5-6 0,12-5 3 0,-9 2-1 0,9-2 0 15,-10 4-4-15,10-4 1 0,0 0 0 0,-10 3 2 16,10-3 2-16,0 0 0 0,-8 4 1 0,8-4 0 16,0 0-4-16,0 0 0 0,-10 5 3 0,10-5-3 15,-8 7 3-15,4-2 14 0,1 0 21 0,-1 1 3 16,0-1 2-16,4-5-6 0,-9 11-4 0,9-11-8 16,-5 7-4-16,5-7-2 0,-7 7-8 0,7-7-4 15,-5 8 2-15,0-2-2 0,1-2-2 0,-2 3 1 16,2-1 2-16,-2-1-4 0,1 1 3 0,-2-4-1 15,2 4 4-15,5-6 7 0,-9 9 4 0,9-9-6 16,-9 6 1-16,9-6-3 0,-7 7-4 0,7-7-2 16,-8 7-1-16,8-7 1 0,-5 3 6 0,5-3-11 15,-5 5 0-15,5-5 0 0,0 0-3 0,-7 6 3 16,7-6 6-16,0 0-5 0,-5 5-5 0,5-5-1 16,-4 5 2-16,4-5-2 0,-7 6 3 0,7-6-1 15,-7 6 3-15,7-6-2 0,-5 8 6 0,5-8 15 16,-8 8-3-16,8-8-3 0,-7 11 7 0,3-6 15 15,4-5-4-15,-4 9-3 0,4-9-6 0,-2 11-9 16,2-11-7-16,-3 8-10 0,3-8-2 0,0 9 2 16,0-9-5-16,0 10 1 0,0-10 2 0,3 9 1 0,-3-9-3 15,2 12-1-15,2-8-8 0,-4-4-4 0,5 12-1 16,-1-7 0-16,-4-5 4 0,6 12 4 0,-2-6 5 16,-1 1 4-16,1 0-3 0,0 0 4 15,-1 1-2-15,2-2 1 0,-1 2 2 0,1-2-3 0,-1 0 5 16,-1 0-4-16,-1 0 3 0,2-2-1 0,-1 2 1 15,-1 1 1-15,3-1 7 0,-2 0-8 0,-1-1 1 16,2 1 1-16,-1-2-3 0,-1 3 3 0,2-3-31 16,-4-4 32-16,4 10-28 0,-4-10 31 0,5 8-29 15,-5-8 32-15,6 7-32 0,-2-2 45 0,0 1-38 16,-1-1 30-16,1 0-31 0,0 1 32 0,-1-1-23 16,-3-5 20-16,9 9-29 0,-5-4 32 15,-4-5-4-15,8 9 0 0,-4-4-3 16,0-1-1-16,-4-4 1 0,8 9-6 0,-8-9 2 0,9 7-1 0,-5-2-3 15,-4-5 10-15,9 8-11 0,-1-5-4 0,-8-3 4 16,10 9-1-16,-5-5-2 0,-5-4 0 0,9 7 3 16,-1-2 1-16,-2-2-3 0,-1 1 2 0,2-1-2 15,-1 2-2-15,3 0 0 0,-3-1 2 0,2-1-4 16,-2 2-1-16,5-1 5 0,-4-1 0 0,2 1-2 0,0-1 7 16,1 1 1-16,1-1-7 0,1 0 3 0,-3 0-1 15,4-1 0-15,-1 1 0 0,-1-2 0 16,1 1 0-16,2 1 10 0,-3-2-10 0,3 0-2 15,-1 1-1-15,-1-1 1 0,2 1 1 0,-2-1 0 0,4-1 3 16,-3 2-5-16,2-1-2 0,-2 1 1 0,2-1-11 16,0-1 1-16,-1 0-4 0,2 0 8 15,0 2-3-15,2-2 9 0,1 0-7 0,-2 0 2 0,3 0-1 16,1 0 7-16,-2-2-5 0,3 2-4 0,-1 0 4 16,1 0-14-16,-1-1-5 0,0-1 1 0,2 1 6 15,-3-1 5-15,1 2 2 0,0-3 5 0,-1 2-1 16,-1-1-8-16,2 1 0 0,-3 0 0 0,1 1 3 15,-1-3 9-15,0 1 0 0,-3 1-3 0,4 1-2 16,-2-2-1-16,-2-1 4 0,3 2 0 0,-3-2 2 16,2 0 0-16,-2 1 16 0,1-1-18 0,-2 2 4 15,0 0 0-15,0-2-1 0,-1 0-12 0,1 1 18 16,-2-1-12-16,1 1 16 0,1-1-18 0,0 1 16 16,-2 0-15-16,1-1 20 0,1 1-22 0,-3 0 26 15,3-1-15-15,-1 1 10 0,0-1-15 0,-2 1 17 16,2 0-17-16,-2-1 15 0,1 1-13 0,-2 0 12 15,2-1-19-15,-1 0 15 0,-2 0-15 0,3 2 14 16,-3-1-16-16,0-1 20 0,1 0-16 0,-1 0 7 16,0 0-8-16,1 0 12 0,-2 1-12 0,1-2 12 15,1 1-9-15,-4-1 18 0,3 1-14 0,0 0 7 0,0 0-7 16,-1 0 11-16,-2-1-11 0,2 0 16 16,-1 1-12-16,-2 0 5 0,-5 3-9 0,13-6 13 0,-13 6-15 15,11-7 16-15,-5 2-20 0,-6 5 27 0,9-6-9 16,-9 6 3-16,10-7-8 0,-10 7 0 15,10-7 3-15,-5 1-1 0,-1 0-2 0,1 0-2 16,2 0 1-16,-2 0 0 0,1 0-2 0,-1 0 4 0,0 0-4 16,1 0 2-16,-1 2 7 0,1-3-5 0,-1 2-5 15,0 0 2-15,-1 0-1 0,1-1 1 0,-1 0 1 16,0 3 11-16,2-1-14 0,-6 4 1 0,7-10 4 16,-3 7-2-16,-4 3 1 0,6-9 1 0,-6 9 5 15,5-10-7-15,-5 10 0 0,5-11 0 0,0 4 2 16,-4 1 0-16,2 0-1 0,-2-1 0 0,2 1 3 15,-2-1-3-15,2 0-1 0,-3 7 1 0,2-12-4 16,0 6 9-16,0-2-5 0,-2-1 6 0,2 5-1 16,-1-5 1-16,0 3 9 0,-1 0 7 0,0 6 10 15,0-13 18-15,0 13-2 0,0-14-5 0,-1 8 10 16,0-2 11-16,-1-1-11 0,-2 2-13 0,-1-1 15 16,1 1 0-16,-3-2-8 0,-1 0 1 0,-1-1-2 15,1 2-5-15,-2-3 1 0,1 3-8 0,0-3-6 16,-1 1-3-16,-1 0-6 0,0-2-3 0,-1 0-3 15,1 0-1-15,2 1 2 0,-3-2-31 0,3 2 28 16,-3 0-31-16,2-1 23 0,0 1-49 0,-2-2-14 16,-2-1-103-16,1 2-68 0,-2-1-71 0,-3 1-157 15,-4-1-193-15,0-1-898 0,-8 2-1188 0</inkml:trace>
  <inkml:trace contextRef="#ctx0" brushRef="#br0" timeOffset="82328.17">18694 16958 167 0,'0'0'359'16,"-9"-3"-90"-16,9 3-33 0,-11-4-37 0,11 4-15 0,-12-8-43 15,4 3 3-15,0-2-19 0,0 2 27 0,-2-3-46 0,-3-1 17 16,1 0 1-16,1 1-8 0,-2-3-5 0,-2 0-6 15,0-1-23-15,-1-1-6 0,0 1-14 0,0-2-16 16,-3 1 4-16,4-1-6 0,-6 1 0 0,1-2-14 16,-1-1-1-16,-2 2-5 0,-2-2 0 0,1 2 3 15,-5 0 0-15,1-1-7 0,-5 0 6 0,0-1 11 16,-3 2-5-16,0 1 0 0,-1 0 4 0,1 1-1 16,1 1 8-16,1 3 4 0,1 2-6 0,-4-2 10 15,3 1-5-15,-2 1-5 0,1 0-9 0,-3 1-3 16,4 0 3-16,-1 0 16 0,-1 2-12 0,0-1 5 15,-1 1-10-15,-1-1 9 0,2-1-10 0,-1 4 2 16,3-3-15-16,-4 2 9 0,4 1-14 0,-3-1 4 16,5 2-9-16,0-2 5 0,0 2-9 0,-5 0 4 15,1 2-8-15,-1-2 8 0,1 1-10 0,-2 1 6 16,4 0-8-16,-2 1 11 0,0-1-13 0,0 1 5 16,2 1-5-16,-2 0 12 0,0 1-11 0,2 2 4 15,-2-1-7-15,3 1 10 0,-2 0-6 0,3 2 6 16,3 0-6-16,1-2 9 0,2 0-8 0,3 4 8 15,3-2-9-15,-3 1 7 0,2 2-3 0,1-2 5 0,1 3-7 16,-2-3 6-16,3 3-6 0,-1-2 0 16,4 1 4-16,-3 0 0 0,0 1 1 0,3-1-4 0,-2 1 5 15,2 0-2-15,-2-1-1 0,0 2 1 0,2-1-1 16,-2-1 6-16,2 3-9 0,0-3 8 0,-2 0-9 16,3 1 7-16,0-1-9 0,1-1 11 0,-2 1-11 15,3-1 8-15,2-1-5 0,-2 1 7 0,1 0 1 16,2-2-2-16,-3 2 0 0,1 1-2 0,2-1-1 15,-1 2 1-15,0-3 0 0,1 0 0 0,-1 2-2 16,2 1 0-16,2-1 0 0,-1 0 0 0,0 0 3 16,2 1-3-16,1 0 3 0,0 0 2 0,1 1-5 15,1-3 1-15,0 3 0 0,1-3 1 0,1 3 2 0,3-1-2 16,-1 0 2-16,0 2-4 0,1-1 3 0,3 0 4 16,0 0-1-16,1 0 1 0,1-1 0 15,4 2 1-15,-1-1 2 0,2 1 45 0,4-3 1 0,-2 2-17 16,4-1 0-16,-1 1-8 0,5-3-4 0,4 1-3 15,0 0-3-15,1-1 1 0,1-1 14 0,3-1-3 16,-1-1 1-16,1-2-12 0,0 0 5 0,0 1-10 16,0-2 3-16,1-2-10 0,-4 0 8 0,2-2-8 15,-2 1 8-15,3-2-8 0,-2 1 6 0,0-1-10 16,2-1 7-16,0-1-9 0,-1 2 7 0,1-1 2 16,2-1 13-16,-3-1-14 0,6 3 7 0,-6-1-10 0,0-2 8 15,-1 2-13-15,2 0 10 0,-1-1-13 0,-1 0 10 16,1-1-1-16,4 2-2 0,0-4-2 15,-2 4 0-15,2-4 14 0,-2 3-4 0,-3-3 1 0,-1 2-5 16,3-1-3-16,1-1-1 0,-1 2-4 0,0-2 3 16,-4 0-2-16,2 2 1 0,-2-1-9 0,-1 2 11 15,1-1-13-15,-3 1 17 0,2 1-14 0,0-2 10 16,0 2-7-16,-7 0 11 0,8 1-10 0,-4-2 6 16,1 1-10-16,1-2 13 0,-1 2-4 0,1-1 3 15,-2 0-4-15,2 0 4 0,-1-2 0 0,1 1 0 16,-1-1-5-16,1-2 2 0,-2 0-1 0,0 0 1 0,2-2 1 15,1-1-2-15,1 0 10 0,-1-1-16 0,-3-1 3 16,0 1-2-16,-1 1 4 0,-1-1 5 0,1-2-6 16,0 3 1-16,-3-2-12 0,1-1 13 0,-1 1-10 15,1-1 20-15,-2-1-22 0,0 0 15 0,0 1 9 16,-1-1-17-16,-1-1-5 0,-1 0 10 0,2 0-12 16,-4-1 14-16,3-1-12 0,-4 0 14 0,3-1-16 15,-4 0 5-15,1 1 0 0,-2-2 2 0,-2 0-1 16,1-1 4-16,-1 0-3 0,-5 0 1 0,1 2-1 15,-2-2 4-15,-3 2 6 0,0-1 12 0,-3 1 2 0,-3-5-3 16,-3 1-4-16,-4-4 29 0,-2 1-27 16,-7-3 44-16,-2 0-36 0,-4 0 20 0,-6 2-33 15,-1 1 19-15,-4 3-26 0,-12-5 34 0,-1 3-38 0,-6 4-2 16,-2 1 1-16,-1 4 2 0,6 6-4 16,-1-2-2-16,-2 9-6 0,6-1-3 0,-1 4 13 15,5 3-74-15,4 1-84 0,11 2-135 0,2 3-136 16,6 2-118-16,3 2-140 0,4 3-383 0,6-1-685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54:01.915"/>
    </inkml:context>
    <inkml:brush xml:id="br0">
      <inkml:brushProperty name="width" value="0.05292" units="cm"/>
      <inkml:brushProperty name="height" value="0.05292" units="cm"/>
      <inkml:brushProperty name="color" value="#FF0000"/>
    </inkml:brush>
  </inkml:definitions>
  <inkml:trace contextRef="#ctx0" brushRef="#br0">7568 13832 440 0,'-9'-24'452'0,"1"-3"-92"0,1-1-71 0,-1 1-46 0,-1-1-41 0,0 1-22 15,3 0-21-15,-3-1-21 0,1 5-13 0,2 0 10 16,-1-1 10-16,2 4 19 0,1-1 25 0,-2 6 19 16,2 0-32-16,2 2-40 0,-2 1-26 0,1 2-25 15,2 1-15-15,-2 3-15 0,3 6-10 0,0 0 18 16,0 0 41-16,0 0-17 0,5 11-22 0,-1-1-10 15,1 3 36-15,3 5-13 0,0 1-11 0,1 3-1 16,2 4-10-16,1 2-7 0,3 8 42 0,0-1-16 0,2 4 28 16,2 2-24-16,4 10 43 0,3 3-12 15,-2 4 14-15,4 3-18 0,0 3-18 0,3 2-12 16,0 2-54-16,8 20 43 0,1 1 33 0,-2 0 4 16,3 2 28-16,1 0-21 0,-2-1-20 0,-1-1 11 15,2 0-33-15,-2-1 53 0,-2 0-42 0,-7-14 21 16,1 1-26-16,0-2-17 0,-2 1-12 0,-1-3-7 15,3 0-7-15,-3 0-2 0,0-2-34 0,0-3 34 16,-1 3-35-16,0-3 35 0,-1 1-3 0,-1-2-9 0,-1-1-4 16,-1-3-3-16,-2-4 13 0,-1-4-22 0,-4-7 14 15,-1-4-16-15,-2-4 14 0,-1-1-23 16,-3-10-16-16,-1-6-18 0,1-2-44 0,-4-2-8 0,0-1-56 16,-1-3-31-16,0-4-175 0,-1-3-247 0,-3-6-153 15,0 0-833-15,2-9-1244 0</inkml:trace>
  <inkml:trace contextRef="#ctx0" brushRef="#br0" timeOffset="450.7">5522 16533 435 0,'-10'-2'450'0,"10"2"-78"0,-17-2-94 0,17 2-35 0,-12 0-17 0,12 0 21 15,0 0-13-15,-6-5 4 0,6 5 5 0,4-5 7 16,1 2 4-16,4-1-4 0,8-3-13 0,3 0-11 15,8-4-18-15,12-5-18 0,15-6-14 0,10-1 22 16,9-5-46-16,28-11 14 0,11-2-50 0,7-4-8 16,9-3-39-16,10-4-1 0,11-3 33 0,39-15-3 15,0-5-16-15,4-3-6 0,5-5-13 0,3-2-10 0,-1-2-2 16,1-2-45-16,1 0 9 0,-4 1 37 0,-4 1-9 16,-7 2-7-16,-4-1-43 0,-39 22 40 0,-1-4-43 15,-6 5 55-15,-7 3-32 0,-7 3 2 0,-11 7 2 16,-8 3 2-16,-11 5-4 0,-20 10-5 0,-9 3-8 15,-7 2-3-15,-14 7-15 0,-7 2-36 0,-11 1-51 16,-6 4-58-16,-10 1-58 0,-5 1-57 0,-8 2-61 16,-5-2-67-16,-10 3-27 0,-13-3-92 0,-10 4-86 15,-12 3-429-15,-6-2-653 0</inkml:trace>
  <inkml:trace contextRef="#ctx0" brushRef="#br0" timeOffset="2565.55">5491 16110 437 0,'-6'-8'346'0,"-2"0"-81"0,3 2 4 0,-1 2-47 0,1-1-4 16,1 0-36-16,4 5-12 0,-8-8-29 0,8 8-34 15,-7-7-20-15,7 7-13 0,-7-4-1 0,7 4-11 16,0 0 12-16,-5-5 15 0,5 5 23 0,0 0 0 16,0 0-1-16,0 0-2 0,0 0 10 0,11 4 9 15,-11-4 3-15,9 2-7 0,-9-2-7 0,12 3-19 16,-12-3-7-16,18 2-15 0,-18-2-5 0,25-2 5 15,-12-1-5-15,6 1-10 0,2-3-7 0,2-2-3 16,2-1 2-16,2-2-2 0,2-2-9 0,2 1-4 16,-3-2-1-16,3 2-14 0,-3-4 1 0,0 3-10 15,-1-1 5-15,1 0-11 0,-1-2 7 0,-2 2-9 16,1-2 5-16,-2 1-6 0,-1-2 10 0,2 0-13 16,-2 0 15-16,-2-1 4 0,1 1 22 0,1-2-6 0,-1-1 11 15,1-1-16-15,0-4 15 0,1-1-25 0,-1 3 12 16,-3-2-7-16,1-1-12 0,-2 3-1 0,-1-1-2 15,0 0 2-15,0 1-3 0,-4 1-2 0,0 0-1 16,1 0-1-16,-3 2-10 0,-1 0 14 0,1 0-14 16,-2 0 14-16,0 0-15 0,2-1 14 0,-3 2-1 15,2-1-1-15,-2-2 1 0,0 1-1 16,1-2 6-16,2 0-8 0,-2-3 1 0,4 1 0 0,-2-3-3 16,0 0 2-16,0-1 6 0,3-4 19 0,-1-2 1 15,-2-1-10-15,2 2-1 0,-1-2 0 0,-2 6-24 16,-2 0 28-16,0-2-27 0,0 1 39 0,1 2-38 15,-1 1 3-15,-1 0-1 0,-1 4 15 0,0 1 0 16,-2-2-3-16,0 4-1 0,0-1 8 0,-1 0 27 16,1-1-46-16,-4 4 43 0,2-1-51 0,-2 1 53 15,2-1-46-15,-2 0 39 0,2-1-6 0,-2 1-7 16,0 0-6-16,0-4-3 0,2 0-5 0,-2 2 1 0,2-4-3 16,-2 2-3-16,2 0 2 0,-2-1-2 15,4 0-3-15,-4-2 5 0,3 4-3 0,-1 0-1 16,-1-2 0-16,2 2-33 0,0 1 47 0,-1 2-43 0,0 2 48 15,1-1-48-15,1 1 47 0,-1 0-45 0,1 1 45 16,-1-1-46-16,2 1 49 0,1 1-39 0,-1 0 2 16,-2-1 6-16,2 2-3 0,1 1 0 15,-2 0 2-15,2-1 4 0,1 1 1 0,-1 1-1 16,0-1 4-16,2 1-6 0,0 1 44 0,1-1-50 16,2 0 45-16,-2 2-50 0,0 0 49 0,3 0-49 15,-1-1 42-15,0 2-48 0,1 1 49 0,0-2-45 0,1 2 43 16,0-1-44-16,-1 1 44 0,0 0-39 0,1 1 37 15,-3 0-48-15,2 0 46 0,1 0-44 16,-2 1 49-16,2-1-48 0,-3 1 48 0,1 1-48 0,-1 0 45 16,-1 0-44-16,1-1 44 0,0 3-48 0,1-3 52 15,-1 4-8-15,-1-4-5 0,3 3 0 0,-2-1-2 16,1 0 0-16,1 2-1 0,0-2 1 0,-2 2-3 16,3 0 1-16,-1-1-4 0,1 2-40 0,-1 0 58 15,0-1-45-15,1 1 52 0,0 0-50 0,0 1 48 16,0-1-46-16,0 1 47 0,0-1-46 0,1 0 45 15,1 1-47-15,-1-2 46 0,-2 2-50 0,2-1 48 16,-2 1-51-16,1-1 49 0,0 2-47 0,-1-1 47 16,1 1-48-16,-1 1 51 0,1-1-48 0,-2 1 53 15,4-1-49-15,-3 2 46 0,2 1-42 0,0-1 45 16,1-2-54-16,0 4 47 0,1-2-43 0,-3 1 41 16,2-1-46-16,1 1 45 0,0 1-46 0,-1-1 54 15,2 0-51-15,0 1 46 0,0 1-50 0,1-2 49 16,-1 0-44-16,1 2 58 0,-1-1-45 0,3 2 37 15,-4-2-42-15,0 0 42 0,2 0-45 0,-1 0 3 0,0 1 2 16,-1 0 6-16,-1-1-1 0,2 0 5 0,-1 1-1 16,-1-1 2-16,0 1-3 0,0-1 0 15,0 1 1-15,0-1 1 0,1 1 0 0,-2 0-2 0,2 0 0 16,-2 0 5-16,2 0-1 0,1 1 6 0,-3-1 4 16,3 0-4-16,0 0 36 0,-3-1-39 0,3 3 30 15,0-1-43-15,0-2 37 0,0 3-42 0,1-1 39 16,0 0-43-16,-4 0 42 0,3-1-46 0,-2 2 42 15,0-1-40-15,2-2 42 0,-1 2-43 0,-2 0 44 16,3-1-42-16,-4 0 42 0,5 1-2 0,-5-1-3 16,3 0-3-16,-3 1-1 0,1-3-7 0,1 4-2 15,-1-2 0-15,-1-2-4 0,0 3 1 0,0-2-39 16,0 1 48-16,-1-1-5 0,1 1-1 0,0 0 1 16,0 0-1-16,0 0-3 0,-1-1-2 0,2 1 2 15,-2 0-4-15,4-1 2 0,-4 1 1 0,2-2 1 16,0 2-4-16,-1-1 1 0,2 1-1 0,-1-1 3 15,-1 0-5-15,1-1 2 0,-2 1 6 0,2 1-7 16,-4-2 0-16,0 0 1 0,0-1 1 0,1 2 0 16,-2-1 0-16,2 1 2 0,-2-3-7 0,-1 3 3 0,2-2 0 15,0 0 3-15,-2 3-38 0,1-4 43 0,0 2-39 16,-1-2 50-16,4 3-8 0,-3-2-3 0,-1 1-1 16,4-2-5-16,-3 1-34 0,0 0 45 15,3 0 2-15,-1-1-8 0,0 1-2 0,0-1 5 16,-1 0-5-16,2-1-5 0,1 1 1 0,-1 0 3 0,-2 0-3 15,1 1 2-15,3-2-4 0,-3 2 4 16,0-1-3-16,0-2 0 0,2 2 3 0,-2 0-1 16,-1-1-1-16,3 0 0 0,-1 0 1 0,2 1 2 0,-2-1-3 15,2 1 2-15,-1-2 4 0,2 1-6 16,-1-1-1-16,0 0 1 0,1 1 1 0,3-1-2 16,-2 0 0-16,2 0 3 0,-1 2-3 0,1-2 1 0,0 0 3 15,-2 0-3-15,2 0-1 0,-4 0 1 16,2 0 3-16,-2 1-4 0,2-1 0 0,-3 0-1 0,1 0 3 15,-1 0 1-15,0 2-37 0,2-2 41 0,-3 0-34 16,0 0 39-16,3 0-36 0,-4 0 39 0,4 0-35 16,-2 0 39-16,0 0-39 0,1-2 42 0,1 1-42 15,0-1 38-15,3 1-37 0,-2 0 41 0,2-1-6 16,0 0-3-16,3 0-1 0,0 0-7 0,1 0 1 16,0 0 3-16,2 0-4 0,2-1 3 0,-1 1-3 15,-1-1 3-15,2 0 4 0,-1-1 11 0,1 2 3 16,1-3-36-16,-2 1 40 0,3-2-38 0,3 2 38 15,-2-1-33-15,2-2 37 0,1 1-37 0,1 0 36 16,-2-3-28-16,1 3 33 0,0-1-38 0,-1-1 38 0,0 1-40 16,4 0 33-16,-4 1-37 0,1-2 34 15,0 0-32-15,-1 0 33 0,1-1-34 0,1 2 34 16,-4-3-36-16,2 3 47 0,-2-2-21 0,-2 1 47 16,-3 1-46-16,-3 0-3 0,1 1 1 0,0-2 1 15,-3 1-7-15,-3 4-1 0,0-4 2 0,-3 2-5 16,-3 2 1-16,2 0 1 0,-4-1-5 0,0 1 0 0,1 2-3 15,-10 1-1-15,13-6-7 0,-13 6-22 0,9-6-54 16,-9 6-89-16,-4-7-109 0,4 7-93 16,-13-5-143-16,4 4-99 0,-7 1-129 0,-2 1-698 15,-4 3-1055-15</inkml:trace>
  <inkml:trace contextRef="#ctx0" brushRef="#br0" timeOffset="3300.03">9822 14691 312 0,'-9'-4'309'15,"9"4"-43"-15,0 0-52 0,0 0-17 0,0 0-25 0,0 0-12 0,-6-4-14 16,6 4-13-16,0 0-13 0,0 0-11 0,-4-6 1 15,4 6 2-15,0 0-8 0,0 0 1 16,-4-6-6-16,4 6 10 0,0 0-1 0,0 0 10 16,-6-5 2-16,6 5 3 0,0 0 6 0,0 0 10 0,-5-4 7 15,5 4 2-15,0 0-1 0,0 0-4 0,0 0-2 16,0 0-6-16,-8-3-6 0,8 3 12 0,0 0 0 16,0 0-11-16,0 0 30 0,10-4-45 15,-1 1-9-15,5 0-17 0,-1 0-9 0,7-2 5 0,2-3-2 16,8 0 5-16,-1-3 9 0,3 2 7 15,6-3-10-15,1-1-9 0,-1-1-12 0,3 1-11 0,2 0-12 16,2-1-10-16,0 0-6 0,0-1-7 16,2 2 35-16,-2 1-39 0,2-2 43 0,-1-1-43 0,0 2 30 15,0-1-41-15,1 0 34 0,-1-2-40 0,-1 2 38 16,1-2-41-16,0 1 36 0,-1 1-40 0,2-2 31 16,-2 0-33-16,1 1 38 0,-2 0-28 0,2 1 55 15,-2-1-33-15,-2 0 59 0,3 2-47 0,-4-2 32 16,-3 2-54-16,2-1 43 0,-3 1-36 0,-5 3 56 15,-3-1-45-15,2 0 40 0,-2 1-46 0,0 0 33 16,1-1-50-16,-1 3-2 0,-2-2-1 0,-4 3 1 16,1 0 18-16,1-2-1 0,-1 1-2 0,-2 0-4 15,1 2-4-15,0-2-2 0,0 1 5 0,-3-2 2 16,1 1-2-16,0 2-1 0,-4-3-6 0,1 2-3 0,-3 0 1 16,-1 1-1-16,-2 0-4 0,-2 1-3 15,0 0 5-15,-1 1-5 0,0 0-1 0,-1 2-4 16,-8 2 3-16,11-7-10 0,-11 7-1 0,8-6-21 15,-8 6-49-15,0 0-84 0,-1-9-106 0,1 9-95 16,-11-4-101-16,11 4-158 0,-20 0-104 0,7 1-184 16,-3 1-441-16,-4-1-953 0</inkml:trace>
  <inkml:trace contextRef="#ctx0" brushRef="#br0" timeOffset="5870.5">12564 14083 855 0,'-17'-4'846'0,"4"0"-152"0,-1 0-142 0,1-1-87 0,3 4-66 0,0-3-72 0,1 1-20 15,9 3-59-15,-13-6-29 0,7 3-2 0,-2-3-83 16,6-1-16-16,-1-2-10 0,3-2-14 0,0 1-10 16,5-3-24-16,3-3-3 0,1 1-11 0,1 0-10 15,4 0-9-15,-1-1-3 0,2 5-14 0,-1 0 4 16,0 3-11-16,2 0 9 0,-2 3-13 0,0 3 11 16,-3 2-6-16,3 2 0 0,-1 5-6 0,0 2 0 15,0 2 0-15,-2 5 44 0,-1 2-53 0,1 2 46 16,-4-1-55-16,1 3 49 0,-2-2-51 0,1 1 50 15,-2-5-49-15,-1 0 48 0,1-1-49 0,-3-4 51 16,3 0-38-16,-2 0 71 0,-2-3-22 0,3 1 64 16,-4-9-54-16,1 8 27 0,-1-8-42 0,0 0 25 15,0 0-37-15,-1-8 35 0,1-2-46 0,-3-1 34 16,2-4-41-16,0 0 34 0,-2-5-42 0,3-1 1 16,-5-1 4-16,4-3 5 0,0 2-5 0,0-2-30 15,-1 1 37-15,1 4-29 0,0 4 33 0,-1-1-30 16,1 3 27-16,1 2-31 0,0 1 28 0,0 1-28 0,-1 3 28 15,1 7-22-15,-3-7 34 0,3 7-30 0,0 0 27 16,-2 12-3-16,0-4-6 0,1 4 6 0,1 1-10 16,3 4 33-16,-1 0-41 0,1-1 39 0,1 2-29 15,1-2 55-15,4 2-32 0,-2-1 48 0,2 0-44 16,0-5 37-16,3-1-48 0,-2-2 26 0,4 0-65 16,-3-3-32-16,1-3-142 0,2-3-71 0,-2 0-156 15,0-3-168-15,0-3-101 0,-2-3-846 0,0-3-1170 16</inkml:trace>
  <inkml:trace contextRef="#ctx0" brushRef="#br0" timeOffset="7600.22">5739 17263 57 0,'-10'7'173'16,"1"-4"-16"-16,0 3-20 0,0-2-5 0,3-1-13 0,-1 3-9 0,-2-2-13 0,3-1-10 0,1 2-10 15,0-1-3-15,5-4-11 0,-8 7-3 0,8-7 0 16,-9 6-2-16,9-6 13 0,-6 6-17 0,6-6 20 16,-6 4-4-16,6-4 22 0,0 0 0 0,-3 6 16 15,3-6 4-15,0 0 12 0,0 0-17 0,0 0-1 16,0 0 16-16,11-3-13 0,-2 0 14 0,0-2-12 15,4 0 25-15,2-4-24 0,6 1 36 0,3-3-44 16,4-2 25-16,8-2-43 0,1-2 23 0,5-1-33 16,2-1 23-16,9-5-44 0,2-1 18 0,3 1-30 15,-2-1 5-15,0-1 7 0,3 1-4 0,-3 2-5 16,-1 1-8-16,-9 3-16 0,-1 1 4 0,0 0-9 16,-1 3 7-16,-3-1-16 0,0 3 7 0,1 0-12 0,-1 1 9 15,-2-2-8-15,0 3 7 0,-2-1-5 16,0 1 5-16,2 0-7 0,-1-1 5 0,0 0 0 0,2 0 1 15,0-3-1-15,2 1 4 0,0-1-2 16,1-2 0-16,3 0-1 0,8-5-2 0,-3-1 2 0,4 0-3 16,0 0 1-16,1 0-1 0,2-2-2 0,-3 2 2 15,0 0-6-15,0 0 3 0,-2 0 0 16,-8 4 3-16,0 0-2 0,-2-1 0 0,-2 2-3 16,1-1 1-16,-2 0-5 0,-3 0 4 0,0 0-1 0,-1 0 4 15,-2 0 0-15,1 0-3 0,-2-1-1 0,2 0 10 16,-1-1 24-16,1 2 15 0,-1-1-6 0,4-2-3 15,1 3-9-15,-1-2-6 0,3 2 0 0,1 0-6 16,-1 1 6-16,5-1-12 0,-4-1 4 0,3 2-7 16,0-1 6-16,-2 0-12 0,-1 1 16 0,-1-1-14 15,0 1 3-15,1-1-6 0,-5 0 9 0,0 1-7 16,1 0 8-16,-3 2-6 0,2-2 9 0,-1 0-13 16,0 0 8-16,1 0-14 0,1-1 15 0,3 3-4 15,-1-1 27-15,1-1-6 0,1 0-9 0,0 2-3 16,0-1-3-16,2 0 1 0,-1 0 0 0,-1 1 2 15,-1-2 7-15,0 2 3 0,1 0 14 0,-3-2-25 0,-1 0 22 16,-1 2-26-16,3-2 29 0,-3 2-34 0,1-1 37 16,-2-1-40-16,1 0-1 0,1 0 2 15,-1 0-1-15,2 1-4 0,-1-2 45 0,3 2-47 16,-2 0 32-16,1 1-35 0,2-3 33 0,-1 4-36 16,0-1 34-16,1 2-33 0,-2-1 34 0,0 1-37 15,-2 1 47-15,-1-1-19 0,1 1 47 0,-3 1-49 16,-3 1 38-16,-2 0-9 0,1 0-8 0,1-2-7 0,-1 2-1 15,-2 0-10-15,3-1 0 0,3-2-4 16,-1-1 1-16,3 2-3 0,-1-2 2 0,0 1 0 0,1 1 2 16,0 0 4-16,2-2 8 0,-2 3-4 0,3-1-6 15,0 0 4-15,2 1-9 0,-4-1 1 0,3 0-30 16,0 3 50-16,-4-2-47 0,-4 1 44 0,-1 1-43 16,-1-2 48-16,1 3-34 0,-3-2 57 0,3-1-37 15,-2 0 45-15,0-1-43 0,0 3 33 0,4-7-46 16,-3 5 30-16,2-3-40 0,2 2 34 0,-6-1-33 15,2 1-9-15,-2 3 16 0,0-4 7 0,1 1-5 16,-1 1-2-16,-2-1 1 0,1-1 0 0,0 1-3 16,0-1 2-16,-2 0-4 0,2 0 3 0,-1 1 9 15,-2-1 7-15,2 1-3 0,-3 0-3 0,2 1 14 16,-3 0 0-16,-1 4 34 0,-1-3-36 0,0 3 32 16,1-3-47-16,-2 1 34 0,-1 2-42 0,2-1 59 15,-2-1-47-15,-2 3 38 0,-1 0-31 0,-3-1 29 0,2 3-45 16,-2-4 38-16,-1 3-50 0,-1 0 42 15,-3 2-41-15,1-1 44 0,0 2-52 0,-3-1 45 16,-6 4-52-16,9-7 38 0,-9 7-40 0,8-5 36 16,-8 5-52-16,0 0 35 0,-2-7-75 0,2 7-12 15,-7-3-129-15,7 3-57 0,-13-1-107 0,13 1-97 16,-18 3-126-16,18-3-40 0,-19 4-92 0,9-1-624 16,-2-2-957-16</inkml:trace>
  <inkml:trace contextRef="#ctx0" brushRef="#br0" timeOffset="8615.43">13411 14830 75 0,'-19'-1'659'0,"-3"-1"-136"0,-3 2-87 0,-5 0-29 0,2 2-26 15,0-2-22-15,-3 4-8 0,4-2-24 0,-2 1-25 16,2 2-32-16,3-1-32 0,1 1-36 0,3-2-30 16,3 0-25-16,1 1-11 0,2-2-9 0,3 0-9 15,-1 0-17-15,12-2 48 0,-14 3-2 0,14-3-8 0,0 0-18 16,0 0-17-16,0 0-15 0,12-9-16 0,-1 2-14 16,5 1-10-16,3-2-3 0,0-1-4 0,8-4-1 15,2 2-46-15,6-6 42 0,4 1-47 16,-3-1 43-16,1 0-43 0,0-1 2 0,-2 4 3 0,-6 1 0 15,1 1 2-15,-5 1 4 0,-2 3-1 0,-4 0-1 16,-1 0-1-16,-5 3 0 0,2 0-2 0,-3-1-3 16,-1 3 3-16,-2 0 4 0,-9 3 8 0,13 0 12 15,-13 0 40-15,11 6-46 0,-7 2 43 0,-4 0-41 16,0 4 31-16,-1 0-45 0,-3 2 39 0,0 3-48 16,-6 2 42-16,2 1-12 0,-2-1-3 0,0 0-3 15,-3 4-7-15,-3-3 3 0,2 1-4 0,1-4 0 16,-1-2-2-16,1 1 0 0,0-1-2 0,3-4-2 15,0 0 0-15,1-1 1 0,1-3-1 0,2 1 0 16,-1-1-1-16,1-1 2 0,2-1 14 0,4-5 3 16,-5 6 0-16,5-6-6 0,0 0-2 0,9-3-4 0,1-1 0 15,2-2-2-15,2 1-38 0,1-1 45 16,4-2-41-16,3 1 40 0,1 0-4 0,1 1 0 16,8-2-3-16,-1 2-10 0,2 2 9 0,-4 1 3 0,2 3-6 15,0 0 8-15,-2 2-8 0,1 2-1 0,-4 0 0 16,0 2-1-16,-4 2 0 0,-2 2-2 0,-1-1 0 15,-5 3 2-15,-3 0 0 0,-3 1 0 16,-2 3 1-16,-6 0-35 0,-4 2 42 0,-5 4-35 0,-5 0 38 16,-8 6-31-16,-3-1 8 0,-6 0 32 0,-4 0-36 15,-3-3 44-15,0 0-40 0,-7-2 46 16,3-2-24-16,0-3 46 0,0-2-33 0,3-3 49 16,7-2-34-16,3-4 44 0,6-1-19 0,3-1 44 0,3-3-39 15,5-4 31-15,1-2-57 0,6-2-14 0,3-3-4 16,6-2-6-16,3-2-6 0,7-1-6 0,5-3-1 15,1 2 37-15,4 2-49 0,3 1 37 0,3 3-46 16,-1 3 40-16,4 1-44 0,-2 4 45 0,1 1-43 16,2 3 42-16,4 2-40 0,-3 2 0 0,9 1 0 15,-3 3-3-15,0 1-4 0,1 0-13 0,-3 0-24 16,1-1-37-16,-7 1-43 0,2-4-132 0,-3 0-79 16,-4-4-98-16,-4 0-138 0,-1-1-113 0,-1-2-881 15,-4-3-1230-15</inkml:trace>
  <inkml:trace contextRef="#ctx0" brushRef="#br0" timeOffset="10715.84">8460 15416 421 0,'-4'-5'335'0,"-1"1"-17"0,1-1-27 0,-1 1-58 0,1-1-7 0,4 5-16 15,-9-8-11-15,9 8-31 0,-10-6-32 0,10 6-26 0,-6-6-22 16,6 6-14-16,-7-5-20 0,7 5-9 15,0 0-8-15,-5-6-5 0,5 6-7 0,0 0-2 16,0 0 7-16,-10-1 16 0,10 1-2 0,0 0 14 0,-6 5-6 16,6-5-10-16,-7 8 0 0,7-8-4 0,-6 10 14 15,3-4-7-15,-1-2-3 0,-1 3-12 0,1-3-1 16,4-4-7-16,-6 10 0 0,6-10-3 0,-4 8 11 16,4-8 11-16,0 0 48 0,0 0 0 0,4 4 1 15,-4-4-18-15,15-6-11 0,-3-2-8 0,2-1-13 16,4-4-7-16,1-1-5 0,0-3-7 0,2-2 0 15,-2 0-3-15,-1-1-5 0,-2 1-1 0,-3 1-3 16,1 1 6-16,-2-1-10 0,-2 3 25 0,-1 2 33 16,-3 0-4-16,1 3-9 0,-2-1-2 0,-1 4-8 15,-2-2-5-15,1 3-10 0,-3 6-5 0,-3-7-5 16,3 7-2-16,0 0-5 0,-14 6-2 0,5 0 1 16,-2 2-3-16,-1 3-8 0,-2 3 11 0,1 1-8 15,-1 1 9-15,1 2 3 0,2 0 20 0,-4 4 13 16,3-5-11-16,2 1-9 0,-2 1-2 0,2 0-4 15,1-3 3-15,2-1-12 0,0-2 8 0,1-2-12 0,-1-1 7 16,3-1-11-16,-1 0 8 0,2-1-1 16,0-4 7-16,3-4-5 0,-1 7 4 0,1-7-9 15,6-3 1-15,2-3 0 0,-1-1-1 0,4-2-2 16,-2-4 6-16,2 1-3 0,-2-1 30 0,-1 1-10 0,1-1 6 16,-3 0-18-16,0 2 30 0,0 2-10 0,-3 0 14 15,4-1-21-15,-5 4 9 0,1 0-26 16,-3 6 16-16,1-9-23 0,-1 9 18 0,0 0-29 15,-11-3 28-15,3 6-25 0,-1 5 17 0,-1 1-20 0,-3-1 15 16,0 5-5-16,1 1-6 0,-1 1-11 0,-1-1-19 16,1 1-26-16,1 1-51 0,0-2-71 0,0 2-115 15,1 0-79-15,-1 0-53 0,3 0-87 0,-1 0-105 16,1-3-286-16,1 0-472 0</inkml:trace>
  <inkml:trace contextRef="#ctx0" brushRef="#br0" timeOffset="13049.44">8684 15372 505 0,'-3'-12'435'0,"2"2"-37"0,-2 1-34 0,2 1-45 15,-2 2-17-15,3 6-79 0,-2-12-38 0,2 12-35 16,-5-9-29-16,5 9 19 0,0 0-4 0,0 0-6 15,0 0 32-15,-9 3-25 0,7 4-25 0,1 1 34 16,2 2-23-16,1 0-26 0,-1 4-12 0,4 0-20 16,-1 0-13-16,2-1-9 0,2 1 1 0,-2 2 36 15,2-4 2-15,2 2-27 0,-3-3-3 0,2 0-17 16,0-1 3-16,1-1-13 0,-1-1 2 0,0-2-10 16,2-1 3-16,-2-2-10 0,1 1 5 0,-10-4-7 15,22 0 7-15,-12-3-11 0,2-1 6 0,-3-2-9 0,0-3 3 16,1 0-5-16,-1-2 1 0,-3-1 2 15,1-1 7-15,-1-1-12 0,-2 2 5 0,0-4-2 0,-3 5 1 16,2-1-6-16,-3 1 10 0,1 0 8 16,-1 2 1-16,1 0 9 0,-1 2-12 0,0 0 5 0,0 7-11 15,0-12 2-15,0 12-6 0,1-8 6 0,-1 8-5 16,0 0 7-16,0 0-3 0,7 8-2 0,-6-3-1 16,3 2 2-16,2 1-4 0,-2 3 3 15,4 0-1-15,0 0 0 0,-1 0 4 0,2 2-7 0,0-1 8 16,0 1-10-16,1-2 9 0,0 1-16 0,1 0 14 15,0-1-15-15,-2-2-30 0,1 0-90 0,2-1-98 16,-5-2-98-16,1 0-81 0,1-4-73 0,-9-2-80 16,10 4-366-16,-10-4-501 0</inkml:trace>
  <inkml:trace contextRef="#ctx0" brushRef="#br0" timeOffset="13415.23">9094 15200 683 0,'-1'-7'530'0,"1"7"-125"0,-3-9-77 0,3 9 1 0,-4-4-28 0,4 4-29 16,0 0-18-16,0 0-40 0,-6-3-10 0,6 3-6 16,0 0-21-16,-3 6-36 0,3-6-25 0,3 7 15 15,-3-7-29-15,5 10-20 0,-1-5-25 0,2 1-2 16,-2-1-16-16,3 1-3 0,1-1-11 0,-1 0 0 16,-1 0-10-16,4-1 3 0,-1-1-9 0,-2 0 3 15,-7-3-8-15,16 2 9 0,-16-2-11 0,16-2 3 0,-16 2-3 16,12-6 5-16,-12 6-2 0,13-8-1 15,-9 2-1-15,1-2 1 0,-1 0 3 0,0-1-8 16,-2 0 4-16,-2 2-2 0,0-2 0 0,0 2-2 0,-1-1 4 16,-4 2-3-16,4-2-1 0,-3 3 0 0,0-1 2 15,4 6-4-15,-9-4 1 0,9 4 2 16,-13-1 0-16,13 1-1 0,-10 5-3 0,6 1 11 0,3 2 4 16,0-1-3-16,1 3 0 0,1 3-4 0,3-1 3 15,1 1-2-15,0 2 0 0,4-2-1 0,-1 1-1 16,1-1-3-16,3 2-10 0,-3-4-39 0,0 0-93 15,1 0-105-15,-1 0-97 0,-1-2-98 0,0-1-87 16,-1-4-443-16,0 1-563 0</inkml:trace>
  <inkml:trace contextRef="#ctx0" brushRef="#br0" timeOffset="13865.18">9454 15030 497 0,'7'-15'528'0,"-2"4"-78"0,0 0-30 15,-1 0-26-15,-2 0-51 0,1 2-52 0,-2-1-41 16,-1 1-35-16,-1 1-32 0,-1-2-11 0,0 1-30 16,-2 2-28-16,-1 0-22 0,0 1-21 0,-3 1-14 15,0 2-12-15,0 1-7 0,-4 0-11 0,2 4-4 16,-3-1-8-16,2 2-1 0,-2 3 0 0,-1 0-7 16,1 1 4-16,2 0-9 0,0 2 5 0,2 1-8 15,-1-1 7-15,5 1-7 0,1-1 5 0,3 1-7 16,2 0 14-16,2 0-9 0,3-1 3 0,4 0-4 0,3 0 1 15,2-2-1-15,3 2 2 0,3-2-4 16,-2 0 4-16,4-1-1 0,-1 0 2 0,-2 0-2 16,-2-2-1-16,1 1 3 0,-2 0-4 0,-1-1 2 15,0 1-3-15,-2 0 2 0,-4-2-1 0,3 2 2 0,-6 0-1 16,1 1 0-16,-4 0 1 0,-1 2-2 16,-3-2 3-16,-3 2-3 0,-2 3 1 0,-4-3 2 15,-1 2 0-15,-2 1-1 0,1-3-2 0,-5 1 10 16,3-1 25-16,0 0 6 0,0-1 25 0,-1-1 18 0,2-2 28 15,3-1-22-15,-2-2-4 0,11-1-30 0,-16-3 1 16,10-2-21-16,2-3 3 0,0-4-9 0,3-1-9 16,4-4 0-16,3-6-8 0,-1-1-2 0,1-6 0 15,2-1-6-15,4-7-6 0,-5 1-43 0,1 4-62 16,-3 1-69-16,-1 3-71 0,0 3-70 0,-4 5-71 16,-4 3-91-16,0 4-96 0,-1 2-362 0,-4 3-511 15</inkml:trace>
  <inkml:trace contextRef="#ctx0" brushRef="#br0" timeOffset="15249.68">8603 16077 52 0,'0'0'432'0,"-10"-3"-108"0,10 3-24 0,-11-1-19 0,11 1-23 0,0 0-23 0,-11-1-28 16,11 1-34-16,0 0-34 0,-11-3-28 0,11 3-18 16,0 0-16-16,0 0-14 0,-11-2-14 0,11 2-7 15,0 0 0-15,0 0 29 0,-10 4-2 0,10-4 2 16,-5 3-10-16,5-3-7 0,-4 6-10 0,4-6-5 0,0 0-2 15,-8 7-10-15,8-7 7 0,0 0 16 16,-5 5 4-16,5-5 1 0,0 0 4 0,0 0 0 16,-6 5 4-16,6-5 4 0,0 0 7 0,0 0-1 0,0 0-11 15,0 0-12-15,0 0-10 0,3-5-6 0,2-1-9 16,1-3-2-16,2 1-9 0,-1-2 7 0,5 0-14 16,-3-2 9-16,1 2-8 0,0 0 29 15,-3 1 29-15,-1 0 8 0,1 3-9 0,-2-1-8 0,1 1-16 16,-4 2-2-16,2-1-13 0,-4 5-1 0,8-9-10 15,-8 9 5-15,0 0-12 0,0 0 2 16,0 0-6-16,0 0 0 0,-4 6-1 0,-2 2-1 16,1-3-1-16,-3 4 4 0,3-1 0 0,-1 2-1 0,-1 0 12 15,1 2 15-15,-2 0 3 0,-1 0-2 0,3 1 7 16,-1-1-16-16,1 1 8 0,0-1-10 0,0 0 0 16,3 1-9-16,-1-5 3 0,1 1-8 0,1-1 8 15,-1 0-11-15,3-8 5 0,0 11 2 0,0-11 34 16,4 8-17-16,-4-8 12 0,0 0-18 0,15-2-9 15,-6-4-2-15,1 1-1 0,2-5-1 0,-3 0 0 16,4-1-4-16,-3 1 1 0,3-2 3 0,-3 1-6 0,0-1 1 16,-1 1-3-16,-1 2 1 0,-2-1-1 15,1 3 1-15,-2-1 3 0,0 1-5 0,0 0-4 16,-1 3 5-16,-4 4-4 0,6-11-8 0,-6 11-36 16,5-6-59-16,-5 6-83 0,0 0-79 0,0 0-49 15,0 0-51-15,0 0-70 0,0 0-50 0,-2 11-469 16,-1-4-543-16</inkml:trace>
  <inkml:trace contextRef="#ctx0" brushRef="#br0" timeOffset="15666.25">9365 16256 357 0,'0'0'789'0,"0"0"-184"0,0 0-106 0,0 0-93 16,0 0-26-16,0 0-36 0,-2-5-34 16,2 5-44-16,0 0-31 0,0 0-47 0,-10-2-39 0,10 2-20 15,-11 3-31-15,11-3-12 0,-12 6-20 16,7-3-8-16,-1 3-17 0,-2 0-3 0,4 1-11 0,0 2 0 16,2 0 10-16,1-1 18 0,1 1-15 0,2 2 26 15,2-1-17-15,1 0 18 0,4 0-18 0,0 0 13 16,0-2-34-16,4 1 28 0,-2-2-34 15,1-3 32-15,2 1-20 0,-3 0 26 0,3-4-26 0,-2-1 31 16,1 0-35-16,1-1 18 0,-2-4-33 0,4-1 21 16,-3 0-28-16,-1-4 21 0,0 1-23 0,-3-3 27 15,1 2-12-15,-5-5 21 0,0 2-24 0,-1 1-2 16,-4-1 18-16,0-1-5 0,-1-2-2 0,-4 2-6 16,-2 0 0-16,-3 1-8 0,-3 0 0 0,-2 2-4 15,-3 0-46-15,0 4 51 0,-2 0-49 0,-1 4 45 16,2 1-6-16,0 4-6 0,-3 1-31 0,3 1-68 0,2 0-79 15,-2 4-88-15,5 1-110 0,-1 2-97 16,2 1-27-16,4 0-121 0,0-1-553 0,0 1-786 16</inkml:trace>
  <inkml:trace contextRef="#ctx0" brushRef="#br0" timeOffset="19867.57">7472 13279 76 0,'-9'-7'768'0,"9"7"-158"16,-9-7-106-16,9 7-61 0,-9-5-61 0,9 5-38 15,-10-5-28-15,10 5-40 0,-5-3-29 0,5 3-38 16,0 0-21-16,-8-6-44 0,8 6-15 0,0 0-14 15,-6-5 8-15,6 5-12 0,0 0 2 0,0 0 3 16,-8-2 5-16,8 2 12 0,0 0-5 0,0 0 4 16,0 0 6-16,-5-5 8 0,5 5 14 0,0 0 0 15,0 0-36-15,-2-12-24 0,-1 6-19 0,3 0-15 16,-1-4-12-16,1 0-11 0,-3-2-5 0,2-2-9 0,-2-2-7 16,1-2-32-16,-2-3 33 0,0-1-34 15,-2-1 30-15,-2-8-3 0,2 1-6 0,-5-7-3 16,1 2 4-16,-1-5 34 0,-5 2-44 15,2 3 36-15,-2-1-38 0,-2 1 35 0,-1 0-39 0,-2 2 36 16,1 5-41-16,-2-1 0 0,5 10 8 0,-3 0-3 16,6 4 5-16,0 2-1 0,2 2-2 0,1 1 7 0,3 4-9 15,8 6 1-15,-13-1 2 0,6 5 0 16,4 4 33-16,2 3-38 0,2 3 40 0,5 4-31 0,3 4 2 16,6 3 4-16,2 5 4 0,5 0 9 0,1 0 7 15,1-1 3-15,3 0-30 0,-1-1 28 0,-1-1-28 16,-2-1 29-16,4-1-34 0,-6-4 27 0,0-4-1 15,-1 2-7-15,0-1-5 0,-5-5 2 0,3-1-30 16,-4 0 34-16,-1-3-30 0,0 0 31 0,1-4-10 16,-4 0 38-16,-1-2-30 0,-9-3 22 0,22-2-29 15,-13-3 21-15,1 0-29 0,-2-4 8 0,-2-3 17 16,2-1-28-16,-3-2 23 0,-3-1-27 0,-2-3 30 16,0-3-3-16,-6 0-6 0,2 0-7 0,-1 2 0 15,-3 0-4-15,1 1 11 0,-2 2 14 0,2 2 15 16,2 3-2-16,-1 0-10 0,2 2-2 0,0 3-1 15,4 7 2-15,-7-6 1 0,7 6 2 0,-4 4-10 16,2 2-4-16,4 4-37 0,-1 1 36 0,3 3-36 16,2 4 42-16,3 0-36 0,0-1 10 0,4 1 17 0,3 1 4 15,3-1 15-15,2-4 3 0,2 0-3 16,0-4-11-16,1-4-24 0,1 1-39 0,3-6-85 0,-1-2-73 16,1-5-154-16,1-1-100 0,0-3-125 0,-3-1-137 15,-4 0-152-15,-7-4-656 0,-3 2-1151 16</inkml:trace>
  <inkml:trace contextRef="#ctx0" brushRef="#br0" timeOffset="25148.83">7403 15654 165 0,'-8'-6'199'0,"3"1"-57"0,0 0-35 0,5 5-23 15,-8-7-18-15,8 7-11 0,-7-8-5 0,7 8-1 16,-7-9 33-16,7 9 19 0,-6-8 25 0,6 8-15 0,-4-11 36 16,0 5-1-16,4 6 28 0,-5-10-5 15,3 4 22-15,-1-1 9 0,1 1 16 0,2 6 11 16,-6-11 30-16,6 11 22 0,-5-9 0 0,5 9-15 15,-5-10-15-15,5 10-25 0,-2-6-33 0,2 6-33 0,-4-6-27 16,4 6-27-16,0 0 40 0,0 0 18 16,0 0-12-16,4 8-23 0,1-1 13 0,1 5-24 15,3 1-16-15,1 3-16 0,2 3-15 0,-2-1-15 0,7 2-8 16,-4 3-10-16,2 0-10 0,-1-2-2 0,0-1-4 16,-1 3-7-16,-3-3-46 0,3-1 49 0,-4 0-65 15,-2 0 11-15,1 0-89 0,-3 2-50 0,-1-5-91 16,-3 3-99-16,-1 0-82 0,-2 0-55 0,-2-1-115 15,0 0-522-15,-4 0-756 0</inkml:trace>
  <inkml:trace contextRef="#ctx0" brushRef="#br0" timeOffset="25632.4">7192 16204 521 0,'-9'-5'578'0,"3"0"-119"0,6 5-67 0,-12-7-43 0,12 7-40 16,-10-6-26-16,10 6-29 0,-6-6-25 15,6 6-20-15,-8-4 1 0,8 4 19 0,0 0-12 0,0 0-29 16,-3 8-22-16,3-8-20 0,4 8-23 0,-1 1-22 15,1-3-2-15,1 0-35 0,0 2 8 16,1 0-30-16,-2-1 17 0,2 0-7 0,1-1 35 16,-2 2-46-16,3-2 3 0,-2-1-1 0,-1 2 11 0,2-3-6 15,-2 1 1-15,1-3 3 0,-6-2 0 0,12 6-1 16,-12-6 3-16,9 3-10 0,-9-3-13 16,11-3-2-16,-7-1-2 0,1 0-8 0,-1-5-3 15,0 1 2-15,-3 0-5 0,2-3-1 0,-2 2-4 0,0-1 3 16,-1 3 6-16,-1-1 1 0,0 1 14 0,-1 1 16 15,1-1-9-15,1 7-4 0,-1-10-11 16,1 10-3-16,-3-9-3 0,3 9-1 0,0 0 7 0,1 7-6 16,1 0-4-16,2 3-2 0,-2 2-2 0,6 5 15 15,-2 1-23-15,2 0 19 0,2 2-23 0,0-1 17 16,0-2-17-16,2 1 17 0,1 0-20 0,-2-2 14 16,3 0-35-16,-2-5-24 0,-2 1-53 0,3-1-79 15,-3-4-93-15,0-2-108 0,2-1-108 0,-12-4-60 16,14 1-105-16,-5-5-561 0,-4-2-827 0</inkml:trace>
  <inkml:trace contextRef="#ctx0" brushRef="#br0" timeOffset="25999.27">7440 16136 913 0,'1'-7'708'0,"-1"7"-146"16,0 0-126-16,0 0-37 0,0 0-22 0,0 0-14 15,0 0-48-15,0 0-33 0,8 6-37 0,-8-6-38 0,5 8-36 16,-1-2-23-16,0-1-28 0,0 2-21 15,3 0-15-15,-3-2 18 0,2 2-9 0,1 0-11 0,-2-1-5 16,4 0-14-16,-4-1-5 0,3-1-13 0,-2 1-5 16,3-1-9-16,-9-4-2 0,13 6-8 0,-13-6-1 15,10 4-4-15,-10-4 2 0,13 4-1 16,-13-4 7-16,8 3-7 0,-8-3-4 0,0 0-3 0,6-8-2 16,-6 8-2-16,3-11 0 0,-5 2-48 0,1 1 58 15,-2-3-48-15,1 1 53 0,-2 0-54 0,0-2 56 16,0 3-45-16,-1-2 57 0,1 3-44 0,2-1 52 15,-2 1-52-15,1 2 48 0,2 0-60 0,1 6 45 16,-5-10-51-16,5 10 53 0,0 0-32 0,0 0 46 16,0 0-45-16,9 8 42 0,-4 0-49 0,5 0 51 15,-2 4-14-15,0 0-8 0,-1 0-1 0,2 2-4 16,0-3-5-16,0 3-3 0,0-2-16 0,0 0-48 16,0-2-34-16,0-1-64 0,-2-1-88 0,0-2-64 15,1 1-82-15,-2-4-81 0,-6-3-57 0,10 4-114 16,-10-4-454-16,9-4-715 0</inkml:trace>
  <inkml:trace contextRef="#ctx0" brushRef="#br0" timeOffset="26202.54">7697 16047 385 0,'0'0'823'16,"4"-10"-188"-16,-4 10-95 0,5-4-53 0,-5 4-33 16,0 0-33-16,16 3 28 0,-16-3-86 0,12 10 8 15,-4-4-70-15,0 4 40 0,0 2-42 0,0 1-51 0,-2 2-47 16,3 3-46-16,0 1-32 0,-1 0-20 15,0 2-28-15,-1-2-14 0,2-1-40 0,-2 0-50 16,-1-3-65-16,2-2-80 0,-2 1-69 0,0-3-101 16,0-2-103-16,-1 0-74 0,1-2-45 0,-4-1-187 0,-2-6-403 15,4 9-772-15</inkml:trace>
  <inkml:trace contextRef="#ctx0" brushRef="#br0" timeOffset="33648.53">7958 15371 244 0,'0'0'185'0,"0"0"-36"0,0 0-32 0,0 0-15 0,-5-5-9 0,5 5-1 16,0 0-9-16,0 0-2 0,0 0-4 16,0 0-3-16,0 0-7 0,0 0 10 0,-6-4 12 0,6 4 8 15,0 0 10-15,0 0-1 0,0 0 8 0,0 0 13 16,0 0 0-16,0 0-9 0,0 0-2 0,0 0-5 16,0 0 9-16,0 0 7 0,0 0 4 0,0 0-3 15,-6-3-2-15,6 3-2 0,0 0 6 0,0 0-13 16,0 0-9-16,0 0-4 0,0 0 0 0,0 0 1 15,0 0 8-15,0 0 3 0,0 0 7 0,0 0-1 16,0 0-8-16,0 0-7 0,0 0-5 0,0 0-18 16,0 0 1-16,0 0-26 0,0 0 1 0,0 0-14 15,0 0 1-15,0 0-17 0,0 0 1 0,0 0-16 16,0 0 6-16,0 0-13 0,0 0 10 0,0 0-16 16,0 0 10-16,0 0-16 0,-5 3 16 0,5-3-13 15,4 4 12-15,-4-4 4 0,6 11 39 0,-1-4-8 16,2 0 5-16,0 4 1 0,1 0 4 0,1 3 12 15,0 0-1-15,1 4 5 0,2 0 3 0,-3 3-7 16,3 2-9-16,0-1-12 0,-1 3-6 0,1 0-8 0,-2-2-11 16,0-1 0-16,0-1-6 0,0-1-1 15,0 0-8-15,0-1 5 0,-1-1-6 0,1-2 0 16,-1 0-1-16,-1-3 1 0,1-1-4 0,-1-1 5 0,0 0-4 16,0-2-2-16,-2-2 2 0,3 2-1 0,-4-1-4 15,0-2-44-15,1-1-79 0,-1 0-38 16,0-1-58-16,-5-4-68 0,6 8-99 0,-6-8-77 0,0 0-103 15,3 5-94-15,-3-5-373 0,0 0-649 0</inkml:trace>
  <inkml:trace contextRef="#ctx0" brushRef="#br0" timeOffset="34614.37">7998 15938 461 0,'-7'-4'369'0,"7"4"-72"0,-9-10-26 16,4 7-46-16,5 3 5 0,-9-7-10 0,9 7-14 15,-9-8-19-15,9 8-21 0,-8-4-19 0,8 4-26 16,-5-3-25-16,5 3-18 0,0 0-1 0,0 0 33 15,0 0 8-15,0 0-4 0,-5 5 8 0,5-5-11 16,4 8 6-16,0-1 1 0,0-1-19 0,-1 3-13 16,1-1-15-16,1-1-11 0,0 2-10 0,1-1-4 15,-3-1-2-15,3 0 12 0,-3 0-6 0,4 1-9 16,-5-4-4-16,2 2-6 0,-4-6 3 0,5 10 20 0,-5-10 6 16,7 8 1-16,-7-8 4 0,6 7 8 15,-6-7-17-15,8 4-9 0,-8-4-3 0,9 3-15 0,-9-3 5 16,7 3-20-16,-7-3 21 0,0 0-21 0,14-3 10 15,-14 3-15-15,8-6 12 0,-3 2-6 16,-2 0-4-16,1-2-1 0,-2-3 10 0,-1 0-15 16,1 3 1-16,-2-4 0 0,0 1 0 0,-3 0 8 0,3 0 38 15,-1 2 27-15,0 0-8 0,-2 0-7 0,2 1-5 16,1 6-7-16,-3-11-7 0,3 11-9 16,-2-10-6-16,2 10-6 0,-3-6-2 0,3 6 0 0,0 0 0 15,0 0 5-15,0 0-1 0,0 7-6 16,0 1-3-16,3 0-46 0,-2 2 50 0,0-2-50 15,3 3 57-15,-1-2-58 0,-1 2 58 0,2 0-54 16,1 0 48-16,-1-2-49 0,0 3 52 0,-1-3-6 0,1 1-6 16,2 0 0-16,-4-2-8 0,4 0-1 0,-2 1-14 15,0-3-28-15,1 1-31 0,-1-1-61 0,0-2-50 16,0 1-49-16,-4-5-62 0,10 6-58 0,-10-6-41 16,0 0-57-16,10 0-34 0,-10 0-31 0,4-6-422 15,-4 6-509-15</inkml:trace>
  <inkml:trace contextRef="#ctx0" brushRef="#br0" timeOffset="35165.43">8171 15899 444 0,'0'0'357'0,"0"0"-54"0,-2-12-34 0,2 12-4 0,0 0-35 16,-3-6-6-16,3 6-16 0,0 0-33 15,0 0-17-15,-1-7-18 0,1 7-11 0,0 0-4 16,0 0-2-16,0 0-11 0,-3-6 3 0,3 6-13 15,0 0 1-15,0 0-10 0,0 0-1 0,0 0-17 16,0 0 5-16,0 0 3 0,0 0 3 0,-2-6-12 0,2 6 9 16,0 0-3-16,0 0-5 0,0 0 7 15,0 0 14-15,0 0 6 0,0 0-15 0,-3 6-8 16,3-6-14-16,0 11-4 0,0-11-9 0,-3 8-4 0,2 0-9 16,1-8-9-16,0 11-4 0,0-3-6 0,0 0-2 15,0-3-5-15,0-5-4 0,1 15 1 16,1-9-3-16,-1 0 4 0,-1-6 4 0,4 12 15 15,-4-12-8-15,4 10 18 0,-4-10-20 0,6 8 24 0,-6-8-31 16,9 8 24-16,-9-8-26 0,8 3 22 0,-8-3-32 16,9 3 26-16,-9-3-29 0,0 0 24 0,14-5-27 15,-14 5 28-15,6-6-30 0,-1 0 23 0,-5 6-25 16,4-10 26-16,0 2-10 0,-3 1 4 0,-1-1-6 16,1 1 3-16,1-3 1 0,-4 3-9 15,2 0 0-15,-1-1 4 0,1 3 14 0,0 5 6 0,0-12 6 16,0 12 1-16,-2-11-5 0,2 11 1 0,-3-8-3 15,3 8-2-15,0 0-4 0,0 0-5 0,0 0-3 16,0 0 0-16,1 10-2 0,1-4 0 0,0 1-44 16,1 2 56-16,2-2-51 0,0 4 49 0,0-3-46 15,0 4 53-15,3 0-51 0,1-1 52 0,-3 0-52 0,2-2 51 16,0 3-49-16,0-4 46 0,-1 1-49 16,-1-1 51-16,1 0-48 0,-1-2 46 0,0 3-41 15,1-3 27-15,-1-2-64 0,-6-4-3 0,8 10-46 0,-8-10-44 16,6 8-37-16,-6-8-31 0,8 6-38 0,-8-6-40 15,5 4-50-15,-5-4-61 0,0 0-55 16,5-7-66-16,-2 2-355 0,-3-2-442 0</inkml:trace>
  <inkml:trace contextRef="#ctx0" brushRef="#br0" timeOffset="35531.93">8365 15727 378 0,'0'-7'664'15,"0"7"-108"-15,0-11-81 0,0 11-45 0,0-10-31 0,0 10-17 0,0-8-10 0,0 8-20 16,0-6-21-16,0 6-41 0,0 0-29 0,0 0-34 16,0 0-36-16,-7 6-31 0,4 1-24 0,2-1-23 15,-2 4-11-15,2 0-6 0,0 3-14 0,1 2-12 16,0-2-7-16,1 3-5 0,2 3-50 0,-1-3 49 16,3 3-48-16,3 0 41 0,0 0-37 0,2-2 54 15,1-1-43-15,1 1 35 0,1-3-48 0,-1-1 34 16,2-1-41-16,-1-1 34 0,1-4-41 0,0 0 28 15,-1-1-29-15,1-1 35 0,-1-2-38 0,-3 0 33 16,-10-3-40-16,23-2 37 0,-13-1-41 0,0 0 33 0,-2 0-32 16,-1-4 38-16,-2 1-4 0,-3 0-3 15,0-1-7-15,-2 1-2 0,0 6-6 0,-4-13 2 16,-1 7-6-16,-2 1-3 0,-1-1-2 16,-3 5 0-16,2 0-2 0,9 1-42 0,-25 1 46 0,12 0-47 0,-2 5 30 15,0 0-71-15,3 1 20 0,0 1-81 16,1 0-20-16,0 0-48 0,5-1-64 0,0 0-71 15,-1 1-52-15,3 0-24 0,1-3-73 0,3-5-65 0,-4 9-425 16,4-9-597-16</inkml:trace>
  <inkml:trace contextRef="#ctx0" brushRef="#br0" timeOffset="35986.44">8120 15887 228 0,'0'0'307'0,"-4"-6"-57"0,4 6-5 0,-5-5-17 0,5 5 6 0,0 0-26 0,-2-8 23 15,2 8-13-15,0 0-21 0,-4-6-5 0,4 6-2 16,0 0-6-16,-3-8-11 0,3 8 12 0,-3-6-6 15,3 6 1-15,-1-5-22 0,1 5 6 0,-4-7 0 16,4 7 2-16,-2-7-33 0,2 7-12 0,-3-8 3 16,3 8-23-16,-6-10-9 0,6 10-9 0,-5-9-5 15,1 1-8-15,0 4-3 0,2-3-6 0,-2 1-5 16,0 0 5-16,0-1-1 0,-1 2-7 0,2 1-5 16,3 4-6-16,-6-9-8 0,6 9-10 0,-4-7-6 15,4 7-5-15,-2-6-1 0,2 6-4 0,0 0 0 16,0 0-3-16,0 0 4 0,5-4-2 0,-5 4 10 0,9 5 18 15,-2-2 12-15,0 5-12 0,-1-1 5 16,2 0-8-16,-1 2 0 0,1 2 8 0,0 0-5 16,0-1-5-16,-1 2 1 0,1 2-4 0,-2-3-10 15,-1 1-53-15,-1 1 41 0,0-1-71 0,1 0-9 16,-2-2-65-16,-2 0-58 0,0 2-80 0,-1-3-72 16,1-1-44-16,-2-1-44 0,1-7-72 0,-1 10-85 15,1-10-348-15,0 0-525 0</inkml:trace>
  <inkml:trace contextRef="#ctx0" brushRef="#br0" timeOffset="37182.21">6557 13973 187 0,'4'-9'161'0,"-3"-1"-56"16,3 2-19-16,0-1-18 0,0 0-9 0,1 0-13 15,0 2-6-15,0-3-1 0,0 2 11 16,0-2 9-16,3 3 9 0,-3-5 13 0,0 5 5 0,0-4 10 16,-1 3-1-16,1-1-3 0,-1 2 10 0,2-1 5 15,-3 0-11-15,-1 2 1 0,1-1-19 0,0 2 25 16,-3 5-5-16,2-11 10 0,-2 11-15 0,4-9 6 16,-4 9-22-16,3-7 15 0,-3 7-5 0,0 0 4 15,2-10-27-15,-2 10 13 0,0 0-32 0,3-6 22 16,-3 6-19-16,0 0 36 0,0 0-10 0,0 0 3 15,0 0 7-15,0 0 4 0,1 6-11 0,-1-6 7 16,0 13 14-16,2-6-11 0,0 4-4 0,0-1 24 16,1 4 17-16,1 1-10 0,1 2-4 0,1 2-22 15,3 1-3-15,0 2-10 0,0 3-5 0,4 2-7 16,-3-2-8-16,3 3 5 0,-1-3-4 0,0 3-8 16,2-2-8-16,0 0 10 0,-2 3 16 0,3-4-24 15,-2 2-5-15,1 0-18 0,-1-1 10 0,1 1-15 16,-2-1 10-16,1 1-15 0,3 1 2 0,-2-2 12 15,1 5-12-15,-2-3 13 0,3 3-13 0,-3-5 12 16,2 2-2-16,-2-1-2 0,1 0-2 0,-1 1-4 0,0-2 0 16,1 1-3-16,-2-1 5 0,0 2-4 15,0-3-1-15,-2 1-2 0,1-1 3 0,0 0 1 16,-2 0 5-16,1 1 32 0,-3-3-3 0,1-1-6 0,-1-1-9 16,0-1-1-16,0 2-38 0,-1 0 41 0,-1-3-44 15,0 2 54-15,2 0-53 0,-4-4 55 16,3-1-44-16,-4 1 49 0,2-1-50 0,1 1 1 0,-1-2 47 15,2 1-48-15,1-1 51 0,-2 0-52 0,1-1 53 16,4 3-53-16,-2-3 50 0,1 2-59 0,0-1 49 16,4 2-6-16,-3-2-8 0,0 3-5 0,3-1-2 15,-3 0-3-15,2 0-5 0,-1 1 1 16,-2 0 2-16,3 0-4 0,-3-1-2 0,0 1 5 0,-3 1-3 16,4-2 2-16,-2 1 2 0,-2 0-1 15,1 0 11-15,0-1 19 0,-3-1 4 0,2 3-4 0,0-1-6 16,-2-1 0-16,3 3-7 0,-2-1-1 0,-1 0 8 15,1 3 15-15,2 0-2 0,-2-3-40 0,1 3 39 16,-1 0-29-16,2 1 25 0,-1-3-38 0,2 2 41 16,-1 0-32-16,1 4 43 0,1-1-41 0,2 0 37 15,0 2-50-15,-2-3 37 0,2 3-9 0,-1-2-7 16,1-1-7-16,0 1-4 0,-2-1 1 0,0-4-7 16,0 2-2-16,1-3 0 0,-1 2-2 0,1 0-2 15,0-3 1-15,-1 0-6 0,0-1 9 0,0-1-8 0,-1-3 1 16,0-1-3-16,-2 0-5 0,-2-3-25 0,2 0-19 15,-1-1-51-15,-1-1-32 0,0-1-69 16,-4-6-72-16,7 8-142 0,-7-8-155 0,0 0-66 16,3-10-126-16,-4-1-506 0,-1-3-880 0</inkml:trace>
  <inkml:trace contextRef="#ctx0" brushRef="#br0" timeOffset="39249.58">6974 13425 241 0,'0'0'214'0,"1"-11"-15"0,-1 11-21 0,0-9 6 0,0 9-29 16,-1-7-22-16,1 7-20 0,0-7 8 0,0 7-22 15,-3-7 7-15,3 7-35 0,-1-8 15 0,1 8 1 16,0 0 24-16,-3-10-3 0,3 10-5 0,-1-5-19 0,1 5 0 16,-3-8-5-16,3 8 9 0,0 0 7 0,-2-6-6 15,2 6-1-15,0 0-4 0,-1-7-13 0,1 7-11 16,0 0-8-16,0 0-11 0,-3-6-9 0,3 6-4 15,0 0-8-15,0 0 19 0,0 0 28 16,0 0-3-16,-1 12 5 0,1-12 17 0,2 12-14 0,0-4 0 16,0 2 46-16,2 0-17 0,-1 2-14 0,2 2-11 15,2-1-10-15,-3 1-4 0,4-1 33 0,-2 3 8 16,3-1-20-16,-1 2-15 0,-1 1-16 0,2 0 3 16,0 0-10-16,2 1 7 0,-2 2-9 0,-1-1-5 15,1 1-12-15,0-1 6 0,2 5-10 0,0-1 3 16,-2-4-4-16,0 3-3 0,1-4-3 0,0 1-5 15,1-1 2-15,0 2 2 0,-2-2 0 0,1 0 12 16,2 0 1-16,-3 0-3 0,0 1-2 0,1-1-3 16,-1 0 3-16,-1 0-7 0,2 1 1 0,-4 0-3 15,2 0 0-15,0-1-6 0,-2 0 3 0,3 1-2 16,-3 1 5-16,1-2-8 0,-2 2 2 0,1-2-1 16,-1-3 3-16,2 3-2 0,-4-2 8 0,3 1 8 15,-1-1 23-15,0-2-31 0,0 1 23 0,0 0-37 16,0-2 34-16,0 0-41 0,0-1 6 0,2 0 10 15,-1 0-1-15,-1-1-4 0,2 0 3 0,-2 0-3 0,2-2 2 16,0 3-4-16,-1-3 2 0,-2 2-4 16,2 0 0-16,2-2 2 0,-3 3-1 0,2 1 32 15,-1-1-34-15,-1 1 28 0,3 0-37 0,-3 1 37 0,1 0-38 16,-2-1 40-16,0 1-39 0,1 1 42 0,0 0-40 16,0-1 41-16,-1-1-44 0,0 2 43 15,0-2-40-15,0 1 47 0,-2-3-7 0,2 2 2 16,1 0-5-16,0-2-2 0,-1 2-5 0,1-1-2 0,0-1-6 15,0 1 1-15,3-1-2 0,-3 1-6 16,-1-1 3-16,2 1-4 0,0 0-3 0,0-1 1 0,0 3 2 16,-2-2-5-16,1 1 3 0,-1-2-4 0,1 3-40 15,-1 0 49-15,1-1-45 0,-1 0 53 0,0-1-47 16,-2 2 51-16,2-2-51 0,-1-1 53 0,1 2-50 16,-2-3 61-16,2 0-32 0,1 2 51 0,-3-4-53 15,2 2 44-15,-1-1-51 0,2 1 2 0,-2-1 2 16,1 0 4-16,-1 1 2 0,4-1 3 0,-4 1 34 15,3 1-52-15,-1 0 47 0,0 0-51 0,-1 0 46 16,2 0-50-16,-1 1 47 0,2-2-48 0,-2 1 49 16,0 0-9-16,0 2-2 0,1-2-4 0,1 1-2 15,-1 0-3-15,1-1-1 0,-1-1-3 0,0 2 3 16,2-2-4-16,-3 0 0 0,2 0 2 0,-2-3-1 16,1 3-2-16,0 0 6 0,1 1 4 0,-1-3 23 15,2 2 3-15,-2 0-8 0,-2-1 1 0,2 1-9 16,0-1-5-16,-1 0-2 0,2 1-8 0,-3-1 2 15,3-1-2-15,-2 1 0 0,0 0 2 0,1-1-7 16,-1 1-1-16,0 0 0 0,2-2 7 0,-2 2-7 16,0-2 2-16,3 0 1 0,-3-1-1 0,1 2 6 15,-1-1 5-15,2-1 1 0,0 2 33 0,-3-1 1 16,3 0-6-16,-1-2-5 0,0 5-3 0,2-3-1 16,-3 0-4-16,3 1 0 0,-3-1-4 0,3 3-8 0,-1-3 2 15,1 4-5-15,-2-1 0 0,2-2-1 0,-1 4-5 16,0-4 0-16,2 2 0 0,-1-1 0 0,-1 1-38 15,2-1 42-15,-1 0-33 0,0 1 38 0,2-3-34 16,-4 4 65-16,3-3-11 0,0 2 36 0,0-1-44 16,-1 1 54-16,-2 1-45 0,4-2 32 0,-3 2-49 15,-1 0 41-15,2 0-45 0,-1 1 46 0,0-1-53 16,-1-2 38-16,-2 0-49 0,1 1 40 0,0 0-50 16,2-2 44-16,-2 2-45 0,-1-4 37 0,1 2-38 15,-1-2 34-15,-2 0-41 0,2 1 44 0,1-2-47 16,-5-6 40-16,5 8-31 0,-5-8 36 0,4 9-44 0,-4-9 46 15,4 8-44-15,-4-8 41 0,2 7-43 16,-2-7 44-16,0 0-39 0,4 7 38 0,-4-7-46 16,0 0 50-16,3 6-48 0,-3-6 47 0,0 0-43 15,0 0 43-15,2 5-38 0,-2-5 40 0,0 0-42 16,0 0 49-16,0 0-40 0,0 0 38 0,0 0-42 16,-2-6 39-16,-2 0-47 0,3-1 45 0,-4-4-49 15,1-1 7-15,-3-1 0 0,1-4-2 0,-3-3 40 16,3-1-42-16,-5-5 39 0,1 0-44 0,0-2 44 0,-2 2-43 15,1-1 45-15,-2-1-41 0,0 4 34 16,2 0-37-16,-2 0 43 0,0 1-42 0,2 4 40 16,-2 0-40-16,3 1 45 0,-2 0-40 0,-3 0 42 0,2-1-43 15,0 2 45-15,1 0-42 0,-2-1 40 0,-1-2-42 16,-1-1 39-16,3 1-45 0,-2-1 46 16,1-1-47-16,0 1 41 0,0-1-38 0,-1 1-1 15,2-3 3-15,0 1 2 0,-3 1 8 0,2-3 1 0,-1 1 1 16,2 2 0-16,-3-2 5 0,1 2-2 0,-1 0 4 15,3 0-7-15,-1 2 40 0,0 2-42 16,1 1 39-16,1 1-43 0,1 0 41 0,-2 0-40 0,1 2 43 16,1-2-46-16,0 2 46 0,2 1-47 0,-1-2 39 15,2 1-42-15,-2-3 47 0,2 2-47 0,-2-2 39 16,1-1-41-16,1 2 43 0,2 0-46 0,1 1 47 16,-3-3-44-16,3 0 36 0,-3-2-38 0,2 1 46 15,1 0-44-15,-4-1 42 0,4 1-44 0,-3-2 7 16,2 1 7-16,-2 1-5 0,1-1 2 0,0 1 7 15,-1 1-1-15,1 0 3 0,-2 0 0 0,1 0 0 16,3 3 1-16,-3-1 1 0,2 0-4 0,1 1 1 16,0-1 0-16,0-1-1 0,-1 0 1 0,3 1 4 15,-2-1-3-15,1 0 40 0,0 1-50 0,0-1 42 16,0 1-45-16,2-1 43 0,-2 2-43 0,1-2 37 0,-3 1-43 16,2-1 44-16,2 1-45 0,-2 0 43 15,0-2-42-15,0 3 34 0,0-1-33 0,0-1 41 16,-3 0-39-16,2-2 30 0,-1-1-31 0,0 0 41 15,1 1-45-15,-4-1 34 0,3-1-31 0,-1 2 42 0,-2-2-45 16,2-1 41-16,-1 2-37 0,-1-2 1 16,2 1 6-16,-1-1 12 0,0 0-12 0,2-2 2 15,-2 4 7-15,-1-2-33 0,3 1 37 0,-1 1 3 0,1 1-4 16,-2-2-5-16,2 2-1 0,-2 1 1 0,3-1-1 16,0 3 1-16,-4-3 2 0,4 3 37 0,0-4-47 15,0 3 41-15,-2-2-42 0,1 1 32 0,-2-1-45 16,3 3 41-16,-1-3-42 0,-1 4 41 0,2-1-40 15,-1 0 38-15,1 1-37 0,-2 1 41 0,2 0-39 16,1 2 39-16,-3-1-38 0,3 3 40 0,0 1-40 16,0 0 43-16,2 2-48 0,-1 0 45 0,0 1-71 15,1 0 12-15,2 6-91 0,-3-10-17 0,3 10-106 16,-6-9-21-16,6 9-77 0,-1-6-61 0,1 6-62 16,0 0-12-16,0 0-14 0,1-6-46 0,-1 6-80 15,0 0-516-15,0 0-757 0</inkml:trace>
  <inkml:trace contextRef="#ctx0" brushRef="#br0" timeOffset="39748.57">7058 14202 13 0,'0'0'288'0,"0"0"-48"0,0 0-30 0,0 0-39 16,0 0-11-16,0 0-25 0,0 0-19 0,0 0-1 0,0 0 15 16,-10 0-14-16,10 0 13 0,0 0-18 15,-13 0 18-15,13 0-23 0,0 0 24 0,-14 0-8 0,14 0 7 16,0 0 14-16,-13 0-9 0,13 0-3 0,0 0-23 15,0 0-19-15,-14 0-14 0,14 0-12 0,0 0-18 16,0 0-4-16,-10 0-7 0,10 0 4 0,0 0 37 16,0 0 14-16,0 0-14 0,0 0-3 0,-7 6 12 15,7-6 5-15,0 0 10 0,0 0 17 0,0 0 13 16,0 0 3-16,0 0 0 0,0 0 3 0,0 0-5 16,0 0-9-16,0 0-11 0,0 0-15 0,0 0-7 15,0 0-20-15,0 0-11 0,0 0-11 0,0 0-6 16,4-11-9-16,4 5-6 0,0-1 4 0,3 0-12 15,2-2-3-15,1-1-1 0,5-3 0 0,3 0-3 16,0-1 3-16,2-2-4 0,0 1 3 0,-1 2-25 16,-5 1 20-16,1 0-19 0,-1 2 21 0,-1 0-24 15,-3 2 18-15,-3 0-28 0,0 2-22 0,-1 1-48 16,-1 0-44-16,-3 1-55 0,-6 4-83 0,9-5-52 16,-9 5-20-16,0 0-9 0,0 0-20 0,0 0-8 15,-9 5-3-15,3 0-22 0,-2 4-294 0,-3-2-210 16</inkml:trace>
  <inkml:trace contextRef="#ctx0" brushRef="#br0" timeOffset="41435.25">7044 14343 35 0,'-5'12'413'0,"-3"-1"-67"0,6-3-20 0,-1 1-25 0,0-3 1 16,3-6 16-16,2 10-26 0,-2-10-21 16,6 8-37-16,-6-8-18 0,14 2-16 0,-2-3-17 0,-2-2 0 15,6 0 3-15,2-3 7 0,3-4-7 0,3-4-10 16,4 1-26-16,-2-3-18 0,3-3-19 0,-3 3-16 15,-3 1-18-15,-3 2-11 0,-2 3-10 0,-4-1-15 16,-1 3-9-16,0 0-6 0,-3 1-7 0,-1 3-4 16,0-1-7-16,-3-1 3 0,-6 6-15 0,8-5-3 15,-8 5-2-15,0 0-4 0,0 0-4 0,-8 6 0 16,-1 0 2-16,-1 1 6 0,0 1-3 0,-2 2 1 16,-4 1 2-16,0-1 3 0,0 5-1 0,-2-3-1 15,1 1 5-15,-2 4-1 0,2-2-6 0,2-1 5 16,1-2-6-16,0 2 9 0,5-2-8 0,0-1 9 15,3 0-6-15,-1-2 7 0,4 1-5 0,1-4 4 16,2 2-4-16,2-2 7 0,0-1-8 0,4 0 10 16,1 0-4-16,-7-5 3 0,14 3-2 0,-14-3 9 15,19 0-7-15,-7 0 8 0,0-2-7 0,0-1 16 16,-2 0-11-16,3-1 10 0,-3 1-5 0,0-1 11 16,3-1-10-16,-4 0 13 0,4 0-13 0,-3 1 11 15,-1-1-14-15,0 0 9 0,1 2-12 0,-2-1 7 16,-8 4-21-16,10-4 17 0,-10 4-15 0,11-4 13 15,-11 4-17-15,8 4 15 0,-8-4-11 0,3 6 17 16,-6 3-24-16,3-1 6 0,-5 3 0 0,1 1 16 16,-6 4-20-16,1 1 20 0,-1 1-19 0,-3 1 15 15,2 2-5-15,-6 0 5 0,4 0-4 0,2-2 7 0,-2-2 2 16,3 2-1-16,-3-3-3 0,4-1 18 16,1-2-20-16,2-2-7 0,1 0 0 0,-3-3-1 15,3 0 1-15,1-1-1 0,0 1 16 0,2-2-16 16,-1 0 5-16,3-6-4 0,-1 11 4 0,1-11 0 0,1 9 0 15,-1-9-6-15,4 9 6 0,-4-9 2 16,8 4 0-16,-8-4-1 0,10 3-3 0,-10-3 4 0,14 0 0 16,-14 0 5-16,18-4-3 0,-8 1 8 15,2-3-4-15,2 1-29 0,-3-3 39 0,2 1-37 0,1-2 40 16,-1 1-36-16,-2 2 39 0,-2 1-45 0,-1-1 34 16,1 0-34-16,-3 3 38 0,1 0-41 0,-7 3 44 15,10-6-45-15,-10 6 39 0,10-7-38 0,-10 7 40 16,0 0-37-16,0 0 37 0,8 4-36 0,-8-4 42 15,-5 11-9-15,0-4-6 0,-2 2-3 0,1 0-2 16,-2 4 3-16,-2-2-7 0,1 1 5 0,-4 4-4 16,0-2 0-16,2 2-2 0,-2 0-4 0,0-2 7 15,2 1-2-15,1-1-1 0,1-1-5 0,1 0 3 16,0 0 0-16,1 0-4 0,2-2 5 0,1 1 7 16,0-2-1-16,3 1-1 0,-1-3 5 0,1 0 0 15,4-2 1-15,-1 1 5 0,3-3-1 0,-5-4-4 0,15 5-3 16,-15-5-1-16,20 0-2 0,-8-2-1 15,0 0-1-15,3-2-2 0,-1 0 3 0,3-2-3 16,-3 0-2-16,5-4 3 0,-2 3-1 0,2-4 1 0,-2 4-1 16,-2 0 4-16,-1-1-8 0,1 2 0 15,-3 0 4-15,-2 1-4 0,-1 0-1 0,0 2-5 16,-1-2 8-16,-1 4 0 0,-7 1 2 0,0 0-1 16,14 1 0-16,-14-1-4 0,6 8 4 0,-6-8 0 0,-3 14 4 15,2-3-1-15,-4 1-3 0,-3 1-1 0,-2 4 4 16,-2 0-45-16,1 0 57 0,-6 4-37 0,0-1 60 15,0 2-39-15,-4-1 45 0,3 0-48 0,0 0 43 16,2-2-48-16,2-2 47 0,1 0-51 0,0-3 51 16,4-2-54-16,0-1 49 0,3 2-49 0,-1-4 48 15,4 1-50-15,1-3 53 0,4 0-49 0,0-1 44 16,2-1-45-16,4-1 44 0,1 0-50 0,-9-4 48 16,22 0-45-16,-9 0 45 0,5-4-45 0,-2 0 5 15,3-1 3-15,0-1 1 0,4-4 3 0,1 1 42 16,-2 1-55-16,-3 0 47 0,0 0-51 0,-3 1 49 15,-2 2-52-15,-1 0 49 0,-2 1-44 0,-1 0 47 16,-1 0-48-16,-1 1 42 0,-8 3-45 0,11-4 44 16,-11 4-46-16,0 0 49 0,7 5-43 0,-7-5 43 15,-4 10-45-15,0-3 7 0,-1 0 4 0,-4 2-2 0,3 0 39 16,-5 4-43-16,0-2 44 0,-2 3-45 16,0 1 43-16,-3 1-6 0,-2 1-4 0,-1 3-4 15,-2-1 1-15,3 0 7 0,-2 0-4 0,3-5-2 16,3 0-2-16,4-4-3 0,-1 0-2 0,0-1-2 15,6-1 2-15,-1 0-2 0,2-2 0 0,4-6 1 0,4 8-2 16,-4-8-2-16,11 4 0 0,-11-4 1 16,22-4-2-16,-8-1 1 0,1-1 8 0,2 2-47 0,3-3 48 15,0-2-45-15,-4 3 54 0,2 0-48 0,-3 2 43 16,1-2-45-16,-6 2 49 0,2-1-46 16,-2 2 48-16,-1 0-46 0,0 2 53 0,-9 1-53 15,14-6 45-15,-14 6-41 0,10-3 50 0,-10 3-50 0,0 0 44 16,5 3-3-16,-5-3-7 0,-5 13-2 0,-3-2 0 15,-2 0-6-15,-3 4-1 0,0 1-1 0,-1-1 0 16,0 3 3-16,2-4-6 0,-1 2-1 16,0-2-1-16,4-1 1 0,0-1 0 0,4-2 0 0,1 0 4 15,-1-1-2-15,5-2-1 0,1 0 2 0,-1-7 1 16,9 9-3-16,0-7 4 0,-9-2-1 0,21 0-3 16,-10 0-3-16,3-4 7 0,3-1-6 0,1 0 1 15,-3-2 2-15,4 1 1 0,-1-1-1 0,3 0-2 16,-6 0 2-16,3 1-1 0,-3 1-3 0,-1-1-2 15,-5 3 2-15,4-1 2 0,-4 1-1 0,0-1-1 16,-9 4 6-16,14-5-6 0,-14 5-3 0,11-2-1 16,-11 2-2-16,8 2 4 0,-8-2 2 0,5 8 4 15,-5-8-4-15,-4 11 1 0,2-5 3 0,-2 3-2 16,0-5 5-16,-1 5-3 0,-2 0-2 0,0-2 5 0,1 2-3 16,-1-1 0-16,1-1 0 0,-1-1 2 15,1-1-5-15,2 3 0 0,-1-3 2 0,5-5-2 16,-6 8 0-16,6-8-1 0,-7 8 3 0,7-8-1 15,-4 9-1-15,4-9 0 0,0 0 2 0,3 8-2 0,-3-8-1 16,10 3-2-16,-10-3 1 0,18-5-7 16,-5-1 1-16,5-3 3 0,0-3-2 0,6-3 1 15,0-1 5-15,5-5 1 0,-3 6-1 0,-3 1 0 0,-2-1 1 16,-2 7-1-16,-6-3 0 0,-1 4-1 0,1 0-4 16,-4 1 2-16,-1 3 2 0,-8 3-2 0,10-4 5 15,-10 4-4-15,0 0 0 0,-1 10 2 0,-4-3 2 16,-2 1-6-16,-2 2-3 0,0 0-4 0,-1 0-13 15,1 0-26-15,-1 0-41 0,0 1-40 0,-1-2-37 16,1-1-70-16,0 2-88 0,0-3-124 0,1-2-100 16,-3 1-230-16,2-2-328 0,-2-1-727 0</inkml:trace>
  <inkml:trace contextRef="#ctx0" brushRef="#br0" timeOffset="48380.05">8409 16112 150 0,'-3'-4'201'0,"3"4"-50"0,-5-12-22 15,4 6-12-15,1 6-18 0,-3-13-5 0,2 8-7 16,1 5-7-16,-5-13-7 0,5 13 3 0,-1-10-12 0,1 10 11 16,-3-12-5-16,3 12 15 0,-1-7-8 0,1 7 6 15,-4-10-10-15,4 10-1 0,-6-8-16 0,2 2 18 16,0 2-22-16,-1 0 13 0,-2-1-8 0,1 0-6 16,2 1-8-16,-4 0 23 0,3 0-14 15,-1 1 21-15,0-2-29 0,-1 2 11 0,2-1-20 0,5 4 11 16,-11-6-12-16,11 6 13 0,-9-5-12 15,9 5 8-15,-8-4-24 0,8 4 7 0,-7-4-21 0,7 4 16 16,0 0-17-16,0 0 10 0,0 0 0 0,-11 2 5 16,11-2 21-16,-2 10-2 0,2-10-1 0,-2 12 4 15,2-5-6-15,0 0 14 0,0 3 28 0,2-1-14 16,-1 3-9-16,0-3-11 0,-1 2-3 0,1 1-3 16,2 1 11-16,1 5 41 0,-2-1-18 0,5 3-12 15,-2 2 48-15,3 1-6 0,0 5-31 0,3 1-3 16,2 7-7-16,2 0 73 0,0 2-43 0,3-2-14 15,0 2-20-15,1-1 2 0,3 0 0 0,-3 1 55 0,4-1-31 16,3-2-6-16,-2 2-18 0,0-3-3 16,0 1-16-16,2 1 0 0,1-3-14 0,-2 1 15 15,1-1-28-15,-3-1 6 0,3 0-5 0,-2 0-1 0,-3-1 0 16,0-1 6-16,-1-1-15 0,-2-1 2 0,-2-3 2 16,-1-1-3-16,-4-2-2 0,0-3 1 0,0 0-2 15,-2-3 2-15,-1 2-2 0,-1-6-2 0,0 1 5 16,-2-3-2-16,-1-1-1 0,0 0 1 0,0-2 2 15,-1 0 1-15,1 0 6 0,0-3 29 0,-4-4-1 16,4 9 2-16,-4-9-4 0,5 9-9 0,-5-9-3 16,1 5-6-16,-1-5-3 0,0 0-8 0,0 0-8 15,0 0-6-15,0 0-9 0,-8-2-15 0,8 2-21 0,-8-6-44 16,8 6-65-16,-13-8-51 0,6 2-2 0,0 1-47 16,-2-2-11-16,1 0-21 0,0 1 2 0,1-2-21 15,-1 1-21-15,-1-1-69 0,3 2-416 0,-2-2-352 16</inkml:trace>
  <inkml:trace contextRef="#ctx0" brushRef="#br0" timeOffset="52548.2">7668 16497 69 0,'-3'-10'310'0,"-1"3"-68"0,0-3-46 0,2 1-38 15,-2-3-34-15,0 0-17 0,3 1-17 0,-2-3-1 16,1 0-3-16,-1 0 1 0,2-2-2 0,0 2 6 16,-2-3-2-16,2 5 2 0,-2-1 16 0,3 0-15 15,-2 4 21-15,0-2-11 0,1 2 0 0,0 0-8 0,-3 2-27 16,3 1-1-16,-2-1-25 0,3 7 7 0,-5-8-25 15,5 8 1-15,-4-8-14 0,4 8 16 16,0 0-22-16,-10-1 18 0,10 1-18 0,0 0 15 16,-10 1-16-16,10-1 21 0,0 0 6 0,-8 6 18 0,8-6 2 15,0 0 14-15,0 10 22 0,0-10 7 16,3 11-11-16,-1-3 6 0,2 0 13 0,4 3 3 16,-2 3 14-16,2 2 15 0,2 2 9 0,3 5-13 15,0 1-14-15,3 8-26 0,0 2-13 0,0 2 19 0,0 3-12 16,3 0-8-16,-4 5-8 0,8 8 12 0,0 2 16 15,0 0-3-15,0 1-14 0,3 0 7 0,-1-1 7 16,3-2-7-16,0-2-16 0,2 0-12 0,-1-1-14 16,-1-5 1-16,3 0-12 0,-8-8-7 0,4 0 0 15,-3-2-6-15,2 0-26 0,-4 0 33 0,0-2-32 16,0-1 24-16,-3-2-2 0,-1-4 3 0,-4-2-4 16,-1-1-8-16,0-2-1 0,-2-4 0 0,-2 0 1 15,0-3 0-15,-4 0-1 0,2-1-3 0,-2-2-2 0,0-2 0 16,-1 0-3-16,1-1 0 0,-3-1-1 0,2-1-11 15,-4-5-62-15,4 7-150 0,-4-7-142 0,0 0-115 16,0 0-127-16,0 0-134 0,-8-7-282 0,2 0-637 16</inkml:trace>
  <inkml:trace contextRef="#ctx0" brushRef="#br0" timeOffset="55427.43">7333 17837 126 0,'0'0'119'0,"0"0"-11"0,6-3-13 0,-6 3-13 16,10-4-16-16,-10 4-7 0,8-5-16 0,-8 5-3 15,8-3-12-15,-8 3-24 0,7-3-18 0,-7 3-18 16,0 0-20-16,0 0-36 0,13 0-96 0,-13 0 52 16</inkml:trace>
  <inkml:trace contextRef="#ctx0" brushRef="#br0" timeOffset="56163.97">7316 17870 32 0,'0'0'209'0,"-9"4"-48"0,9-4-40 0,-9 5-28 0,9-5-12 0,0 0-24 0,0 0-11 0,-4 4-10 0,4-4-8 16,0 0-13-16,0 0-18 0,0 0-26 16,7 4 1-16,-7-4 0 0,0 0 2 0,0 0 3 15,6 5 12-15,-6-5 7 0,0 0 9 0,0 0 32 0,0 0 16 16,0 8 23-16,0-8 22 0,-6 5 7 0,6-5-8 16,-8 7 6-16,4-2-5 0,-5 0-5 15,3-2-4-15,0 2-5 0,-2-2-6 0,-1 2-3 16,3-1-5-16,-2-1 3 0,8-3 7 0,-13 6 15 15,13-6 3-15,-10 7 3 0,10-7-5 0,-9 3-16 16,9-3 3-16,-8 3-4 0,8-3 2 0,0 0-4 16,-10 4 13-16,10-4 7 0,0 0 11 0,0 0-9 15,3-6-8-15,-3 6-4 0,7-8-10 0,-2 3-14 0,2-2-8 16,-1 1-9-16,2-1-41 0,-3 1 28 0,3-2-33 16,-2 2 28-16,2-1-31 0,-1 3 26 0,-2-2-36 15,1 1 35-15,-1 1-31 0,-5 4 26 0,9-7-36 16,-9 7 7-16,7-8-66 0,-7 8-31 0,9-6-49 15,-9 6-59-15,4-4-58 0,-4 4-58 0,5-4-62 16,-5 4-286-16,4-5-188 0</inkml:trace>
  <inkml:trace contextRef="#ctx0" brushRef="#br0" timeOffset="56646.48">7421 17694 435 0,'0'0'410'0,"0"0"-87"15,5-7-50-15,-5 7-29 0,0 0-24 0,0 0-27 16,5-4-27-16,-5 4-40 0,0 0-23 0,0 0-17 16,0 0-10-16,5-4-18 0,-5 4-1 0,0 0 24 15,0 0-9-15,0 0 26 0,0 0-5 0,0 0 23 16,0 0-45-16,0 0 33 0,0 0-12 0,-5-6 13 0,5 6-43 16,-8-4 24-16,8 4-33 0,-9-5 38 15,9 5-40-15,-8-8-12 0,4 2-4 0,0 1-1 16,3-1-11-16,-2-2-2 0,3 8-10 0,3-13 10 0,1 7-14 15,1-1-2-15,2 0-1 0,2 2 0 16,1 4 0-16,3-1 5 0,3 2 2 0,0 3-2 16,2 2-1-16,2 3 1 0,1 3 26 0,1 5-31 0,1 1 26 15,-3 2-37-15,-2 3 35 0,0 0-37 0,-4 2 31 16,-1 1-3-16,-3 0 0 0,-2-1-4 0,-2-1-4 16,-5-2 7-16,0 0 21 0,-2-4 3 15,-1 2-5-15,-6 0-1 0,3-1-2 0,-1-4 8 0,-2 0-27 16,-2-4 28-16,1 1-35 0,0-5 25 0,-3 0-35 15,5-4 30-15,7-2-32 0,-17 0 32 16,8-3-36-16,4-2 33 0,0-1-36 0,4-3 33 0,2 3-35 16,0-4 33-16,6 1-32 0,1 0 34 0,4 1-39 15,1 0 38-15,2 2-35 0,2 2 43 0,2 0-40 16,1 2 43-16,1 1-43 0,0 1 40 0,1 1-49 16,-1 1 28-16,3 2-51 0,-2 0 5 0,-3 0-37 15,-1 2-53-15,-2 0-63 0,-3 0-83 0,1 0-69 16,-4 1-76-16,-2-1-73 0,0-1-403 0,-8-5-460 15</inkml:trace>
  <inkml:trace contextRef="#ctx0" brushRef="#br0" timeOffset="56796.89">7806 17787 403 0,'-3'-6'526'0,"1"0"-118"0,2 6-93 0,-4-11-38 16,4 11-46-16,-3-9-46 0,3 9-48 0,-4-7-29 15,4 7-70-15,0-8-61 0,0 8-70 0,3-9-92 16,-3 9-81-16,2-8-112 0,-2 8-149 0,3-12-28 16</inkml:trace>
  <inkml:trace contextRef="#ctx0" brushRef="#br0" timeOffset="57213.88">7742 17537 8 0,'-3'-7'494'0,"3"7"-121"0,-2-12-77 0,2 12-40 0,2-13-45 15,-1 3-6-15,6 2-8 0,-2 0-26 0,1-1-11 16,3 1-40-16,3 0-18 0,-1-1-29 16,1 3-7-16,0-2-26 0,0 6 9 0,-2-4-15 0,2 4-2 15,-2-1-9-15,-10 3 2 0,18 0-6 0,-18 0 11 16,14 5-15-16,-9-1 16 0,0 0-24 0,-2 4 11 16,-2 1-13-16,-1-1-1 0,-3 3 0 15,0-1-5-15,-1 0 4 0,-1 2 1 0,0-3 9 0,1 1 12 16,0-2 21-16,1 0-22 0,-2-1 18 0,3-3-28 15,2-4 18-15,-3 10-26 0,3-10 21 0,0 7-28 16,0-7 4-16,9 5-1 0,-9-5-2 0,10 0 1 16,-10 0 11-16,14 0-18 0,-14 0 8 0,18 1 3 15,-9 2-4-15,4-1-3 0,-3-1 2 0,2 2 7 16,-1 0 22-16,1 3-23 0,-2-2 39 0,3 2-24 16,-4 0 38-16,2 1-32 0,-3 1 32 0,-1-1-34 15,0 0 32-15,-2 4-12 0,0-2 33 0,-4 2-26 16,2 1 20-16,-5 0-34 0,0 3 24 0,-4-1-11 15,1 0-6-15,-4 3-12 0,-2-1-8 0,0-2-1 16,2-1-8-16,-1-2-1 0,-2 0-4 0,2-2-4 0,2 0 2 16,-2-4-6-16,4-2-42 0,6-3-85 15,-12 0-118-15,7-4-73 0,0-5-74 0,4-2-54 16,-2-3-405-16,3-4-392 0</inkml:trace>
  <inkml:trace contextRef="#ctx0" brushRef="#br0" timeOffset="57614.42">8009 17474 148 0,'-4'-7'555'0,"0"2"-95"0,0-1-44 0,0 1-25 0,-1 0 49 0,3 1-72 15,2 4-8-15,-7-9-76 0,7 9-34 0,-3-9-79 16,3 9 0-16,-2-9-65 0,2 9 5 0,5-11-48 16,-5 11 9-16,8-9-39 0,-8 9 17 0,13-4-35 0,-13 4 24 15,13-1-35-15,-13 1 27 0,12 2-32 0,-12-2 26 16,13 7-30-16,-9-1 25 0,1 1-28 0,-1 2 25 15,0 0-30-15,-2 1 3 0,-2 2 3 16,0-2 1-16,-1 3 2 0,0-1 1 0,1-2 0 0,-4-1 1 16,4 2-1-16,-1-4 0 0,1 0 4 0,-2-1-3 15,1 1 0-15,1-7 3 0,0 10 0 16,0-10-3-16,4 8-2 0,-4-8 4 0,9 5 3 0,-9-5-3 16,14 1 2-16,-14-1 0 0,18 0-1 0,-18 0 1 15,19 2-3-15,-8-2 4 0,1 1-3 16,1 1 1-16,-3 1-4 0,2 0 4 0,-1 1 0 0,-1 2 1 15,-2-2-2-15,3 5 29 0,-3 0-33 0,-2 1 28 16,0 2-28-16,-4 0 27 0,-2 1-28 0,0 4 40 16,-5 4 8-16,-3 0 29 0,-1-1-47 0,-3 5 32 15,-3-1-42-15,0-2 28 0,1-1-36 0,1-4 36 16,3-2-51-16,1-2 23 0,-1 0-68 0,4-4-39 16,-1-1-107-16,7-8-150 0,-6 5-126 0,6-5-80 15,0 0-452-15,2-14-611 0</inkml:trace>
  <inkml:trace contextRef="#ctx0" brushRef="#br0" timeOffset="58546.81">8909 17344 63 0,'0'0'68'0,"0"0"-3"0,-7 6 18 15,7-6 17-15,0 0 13 0,-9 4 15 0,9-4 9 16,0 0 16-16,0 0 12 0,-14 0-18 0,14 0 10 15,0 0-24-15,-9-3 1 0,9 3-24 0,0 0-5 16,-5-6-6-16,5 6 2 0,0 0-17 0,0-9 5 16,0 9-9-16,3-7-7 0,-3 7 2 0,2-6-2 15,-2 6-8-15,4-6-6 0,-4 6 9 0,5-8-10 16,-5 8 12-16,5-8-9 0,-5 8 6 0,8-9-16 16,-4 3 16-16,-2 1-23 0,2 0 33 0,-1-1-22 15,1 1 34-15,-2-4-22 0,2 5 46 0,0-3-43 16,-2 3 42-16,-2 4-18 0,4-10 32 15,-4 10-25-15,5-8 23 0,-5 8-43 0,0-6 19 0,0 6-55 0,0 0 16 16,-9-5-37-16,9 5 18 0,-15 5-30 16,5 0 21-16,-4 0-33 0,0 3 25 0,-3-1-31 15,4 1 27-15,-3 0-30 0,3-1 29 0,1 1-33 16,-2-2 33-16,4-1-31 0,4 0 29 0,-3-2-32 0,4 1 29 16,5-4-26-16,0 0 29 0,0 0-32 15,0 0 31-15,16 0-28 0,-7-4 25 0,4-4-28 16,6-2 32-16,-1-1-36 0,0 0 37 0,4-5-30 0,-1-1 29 15,1-1-20-15,0-2-7 0,-1 3 3 0,-1 1 3 16,-2 1 0-16,-6 3 0 0,1 1 3 0,-3 2 7 16,-1 1 0-16,0 1 1 0,-5 2 6 15,-4 5-3-15,5-5 2 0,-5 5-7 0,-9 3 0 0,2 3 0 16,-4 0 25-16,0 2-36 0,-3 1 29 0,-2 1-33 16,1 1 27-16,-3 0-32 0,2 0 32 0,0 0-32 15,0 0 26-15,4-3-26 0,-2 0 30 16,5 1-29-16,0-3 29 0,0-1-31 0,4 1 36 0,5-6-36 15,-8 8 32-15,8-8-31 0,0 0 28 0,6 6-28 16,-6-6 31-16,14-2-31 0,-5-1 35 0,0-1-35 16,3 1 28-16,0-3-26 0,-2-1 31 0,4 0-33 15,-1-3 31-15,0 3-30 0,-2-5 2 0,-1 3 4 16,2-2 3-16,-2 1 2 0,-1 2 16 0,-1 1 24 16,-2 0-8-16,-1 1-4 0,2 0-12 0,-2 1-2 15,-5 5-4-15,6-8-15 0,-6 8-28 0,0 0-41 16,0 0-53-16,0 0-53 0,0 0-32 0,-7 3-59 0,7-3-12 15,-11 11-30-15,6-5-4 0,-1 2-20 16,-3 2-13-16,1 1-58 0,-1 0-212 0,-1 0-132 16</inkml:trace>
  <inkml:trace contextRef="#ctx0" brushRef="#br0" timeOffset="59246.27">9045 17837 432 0,'-10'8'407'0,"2"-4"-50"0,2 1-45 0,-1 0-18 16,7-5-3-16,-11 6-4 0,11-6-16 0,-8 6-18 15,8-6-13-15,-6 5-9 0,6-5-13 0,-7 3 2 0,7-3-38 16,0 0 47-16,0 0-60 0,0 0 24 15,0 0-59-15,0 0 25 0,10-5-62 0,-10 5 37 16,10-7-62-16,-3 2 33 0,1 1-57 0,0-2 40 16,1-3-63-16,2 0-5 0,-2 0-5 0,3-2 4 15,-1 1-6-15,2-3-2 0,0 2-5 0,-2-1-4 0,0 3-23 16,0-2-49-16,-1 2-67 0,2-1-83 16,-1 2-75-16,-2-1-54 0,3 2-59 0,-2 1-64 15,-1 0-65-15,0 2-410 0,0 0-530 0</inkml:trace>
  <inkml:trace contextRef="#ctx0" brushRef="#br0" timeOffset="59579.98">9328 17555 529 0,'0'0'631'0,"-3"-10"-123"16,3 10-67-16,-4-8-48 0,4 8-39 0,-4-7-29 15,4 7-27-15,0 0-21 0,0 0-22 0,0 0-37 16,0 0-44-16,-8 5-38 0,9 1-17 0,0 0-29 15,2 2-8-15,3 0-17 0,-1 3-6 0,4 1-9 16,0-3-11-16,1 1-3 0,2-3-6 0,2 4 9 0,-1-3 11 16,-2-2 5-16,3 1 8 0,-1-2-5 15,1-2-4-15,-3 0-6 0,1-4-10 0,2-1-2 16,-2 0-26-16,-1-3 22 0,-1 1-31 0,-2-4 25 16,1 0-28-16,-3-2 26 0,-2 1-28 0,-1-2 27 15,-1 0-34-15,-4 0 25 0,-2-1-24 0,-1-1 25 16,-4 1 1-16,-1 1-7 0,-1 0 0 0,-3 3-5 15,1 1 0-15,-2 1-21 0,0 2 22 0,0 2-27 16,-1 1 28-16,2 2-25 0,0 2 28 0,0 4-39 16,1-2 12-16,4 5-48 0,-1 0-39 0,5 1-66 0,1-1-82 15,1 1-79-15,5-3-44 0,0 3-63 16,4-4-87-16,1 0-520 0,2-2-663 0</inkml:trace>
  <inkml:trace contextRef="#ctx0" brushRef="#br0" timeOffset="59756.9">9697 17409 644 0,'0'0'640'0,"-1"-8"-121"15,1 8-116-15,-4-7-17 0,4 7-65 0,-4-7-11 16,4 7-82-16,0 0-19 0,-6-6-69 0,6 6 3 16,0 0-72-16,0 0-21 0,-2-7-88 0,2 7-26 15,0 0-110-15,9-6-62 0,-9 6-84 16,8-5-110-16,-3 1-451 0,-5 4-439 0</inkml:trace>
  <inkml:trace contextRef="#ctx0" brushRef="#br0" timeOffset="60064.18">9793 17092 675 0,'0'-11'700'16,"0"11"-130"-16,0 0-63 0,-8-1-52 0,8 1-35 15,-9 7-20-15,5 1-29 0,1 3-44 0,-1 2-58 16,0 3-26-16,0 3-46 0,3-2-30 0,1 4-30 15,1-1-27-15,2 2-20 0,2 0-9 0,1 1-25 16,3 0-11-16,0-2-2 0,5 1-20 0,0-1 34 16,-1-4-31-16,2-1 28 0,1-3-22 0,-1 1 12 15,-1-3-27-15,1-5 19 0,-2 2-23 0,0-3 15 16,1 0-21-16,-4-4 15 0,2-1-19 0,-12 0 19 0,15 0-26 16,-15 0 19-16,15-4-25 0,-15 4 17 15,5-7-29-15,-5 7 11 0,2-8-10 0,-2 8-2 16,-5-6 0-16,5 6-4 0,-13-2-5 0,13 2-9 0,-18 4-20 15,5-1-32-15,0 3-15 0,-2 0-36 0,4 2-62 16,-2 0-63-16,-1 2-70 0,0 2-48 16,2-2-36-16,2 2-55 0,1-1-35 0,1-2-437 15,2-1-533-15</inkml:trace>
  <inkml:trace contextRef="#ctx0" brushRef="#br0" timeOffset="60417.73">10029 17200 394 0,'-1'-7'801'0,"-4"3"-179"0,0-1-79 16,0 2-75-16,5 3-42 0,-12-7-29 0,12 7-43 15,-9-6-52-15,9 6-64 0,-6-4-51 0,6 4-34 16,-7-3-29-16,7 3-12 0,0 0-3 0,2-9-30 16,-2 9-6-16,9-10-20 0,-2 2 8 0,4-2-24 15,0-1 19-15,-1 2-42 0,3-5 39 0,-1-1-33 16,-1 2 36-16,-2 1-3 0,0 1 44 0,0 2-3 15,-4 0 20-15,1 2-27 0,0 1 10 0,-1 0-30 16,0 0 3-16,-2 3-30 0,-3 3 12 0,6-6-27 16,-6 6 12-16,4 6-28 0,-2 3 18 0,1 1-22 15,-1 7 16-15,2-1-25 0,2 5 21 0,1 0-7 0,-1 5 1 16,5 1 1-16,-1 0 4 0,0 1 1 16,0-1-3-16,4 0-20 0,-4-2 23 0,2 0-32 15,1-1 3-15,-3-3-36 0,0-2-21 0,-1-1-92 16,-1-1-37-16,-2-3-76 0,2 0-61 0,-3-3-77 15,-1 0-48-15,-2 0-42 0,0-3-61 0,-5 1-97 16,-1-2-287-16,2-3-527 0</inkml:trace>
  <inkml:trace contextRef="#ctx0" brushRef="#br0" timeOffset="61480.78">8197 17220 141 0,'-9'-1'256'0,"9"1"-39"0,-17-2-1 16,8 0-21-16,9 2 32 0,-14-4-46 0,14 4-19 16,-14-5-28-16,14 5 5 0,-13-2-16 0,13 2-12 15,-14-4-22-15,14 4-4 0,-14-1 0 0,14 1-5 16,-19 1 6-16,10 3-3 0,-1-2 3 0,-3 3-20 15,0 1 7-15,-2-1-7 0,5-1 18 0,1 0-15 16,-1 0 22-16,1-1-31 0,2 0 13 0,7-3-30 16,-14 4 15-16,14-4-32 0,0 0 48 0,0 0 2 15,0 0 32-15,13-6-21 0,0 2 21 0,3-3-29 16,5-1 22-16,4-3-4 0,2 0 18 0,4-5-40 16,2 2-9-16,2-4 0 0,-1-2-5 0,2 0-7 15,-2-2 0-15,1-3 18 0,-1 3-13 0,-3 0-8 0,1 2-14 16,-8 2 2-16,-1 1-16 0,-1 3 1 0,-3 1-9 15,-2 1 2-15,-2 0-11 0,-1 4 8 16,-2-3-9-16,-2 5 4 0,-1-2-14 0,0 2 4 16,-3 1-19-16,1-1-16 0,-1 2-23 0,-6 4-21 0,9-7-39 15,-9 7-26-15,10-8-31 0,-10 8-45 16,6-3-20-16,-6 3-18 0,0 0-15 0,0 0-50 0,4 5-36 16,-4-5-42-16,-4 13-322 0,-1-3-226 0</inkml:trace>
  <inkml:trace contextRef="#ctx0" brushRef="#br0" timeOffset="61714.15">8199 17497 360 0,'0'0'364'0,"0"0"-85"16,0 0-55-16,0 0-41 0,7-14-38 0,0 6-1 15,2-5-19-15,4-1 4 0,4-8-8 0,2 0 18 16,3-8-3-16,2-2-3 0,3-2-5 0,6-7-4 0,1-2 8 15,2 0-8-15,0 2-23 0,1 1-15 16,-6 9-24-16,-3 2-5 0,-1 1-11 0,-2 4-6 0,-3 5-15 16,-4 2-19-16,-4 3-40 0,-1 2-44 0,-2 3-54 15,-2 0-54-15,-1 1-70 0,-2 3-59 0,-2-1-76 16,-4 6-245-16,2-8-148 0</inkml:trace>
  <inkml:trace contextRef="#ctx0" brushRef="#br0" timeOffset="61897.02">7969 16998 523 0,'-16'-3'446'0,"16"3"-98"0,-3-8-83 0,7 4-60 0,1-5-35 15,5 0-34-15,4-5-25 0,3 1-11 0,-2 0-61 16,3 0-44-16,0 0-84 0,1-2-88 0,-1 2-99 15,0-4-283-15,1-1-77 0</inkml:trace>
  <inkml:trace contextRef="#ctx0" brushRef="#br0" timeOffset="63929.16">7321 15369 83 0,'-16'5'97'0,"8"0"-9"15,-1-1-14-15,-1 1-19 0,0 1 4 0,-1 1 6 16,1 1-11-16,0-1 26 0,1 0-8 0,-1 0-2 15,2 0-13-15,4 1-2 0,-2-1 5 0,2 0-15 16,1-1 1-16,3-6 18 0,4 12-2 0,1-5-17 0,4-1 1 16,7-2-6-16,-1 2-8 0,8 0-8 15,1-2-1-15,3-1-1 0,-1 0-9 0,3-3 0 16,2 0-1-16,1 0-2 0,3-4 2 0,1 0 24 0,0-2 14 16,-1-3 1-16,-2 0 5 0,0-1 20 0,-4 0-16 15,-1 1 9-15,-5 0-13 0,-2 0 13 16,-3 5-7-16,-4-3 14 0,1 1-19 0,-7 1 5 0,2 0-26 15,-5 2 4-15,-5 3-21 0,4-8 8 0,-4 8-20 16,0 0 14-16,-15 0-20 0,6 3 16 0,-5 2-18 16,-3-1 13-16,-2 3-15 0,0 2 16 0,-3 0-16 15,-3 3 17-15,-2-2-18 0,1 3 3 0,0-1 3 16,1-1 0-16,-1 1-2 0,5-2 9 0,3 0-2 16,0-2-6-16,4-1 7 0,0 0 3 0,4-1-4 15,0-3-3-15,10-3 1 0,-11 4 6 0,11-4-4 16,0 0 12-16,3-7-15 0,3 1 13 15,3-6-18-15,0 0 13 0,5-3-13 0,0-7 11 0,4 1 9 16,0-2 26-16,4-2 31 0,-1-2-23 0,0 1 6 16,-2 2-9-16,-1 1 6 0,-3 1 13 0,-2 0-1 15,1 3 4-15,-4 1-7 0,2 2-4 0,-6-1-14 16,2 2 6-16,-4 1 3 0,0 1-12 0,-3 2-8 16,-1-1-5-16,-1 2-6 0,-3-1-8 0,-3 3 0 15,-2 0-5-15,-3 0 0 0,-1 2-5 0,-4 1-3 16,2 1 0-16,-2 0-3 0,-2 1 0 0,0 2-3 0,-3 1 2 15,2 0-1-15,-2 1 0 0,-1-1-1 0,0 3 2 16,1-1-1-16,3 1 2 0,-1 0 1 0,4 0 0 16,1-1-2-16,2 0-5 0,3-1 5 15,-3-1 0-15,13 0 0 0,-15 3-1 0,15-3 2 0,-14-3 2 16,14 3-2-16,-8-6 0 0,8-2-1 0,0 2 0 16,3-6-2-16,-1-1 0 0,6-2 3 15,-2-4 0-15,3 0-3 0,1 0 5 0,3-4 2 16,0-1-3-16,0 1 2 0,-2-1-2 0,2-1 5 0,-3 6-5 15,-1-1 1-15,-2 1 1 0,-1 2-2 16,0 1-1-16,-2 2 0 0,0 0 4 0,-4 1-5 16,0 2-2-16,-1-2 2 0,-3 3-2 0,-1 1 4 0,-5 1-6 15,-2 1 4-15,-2 2 0 0,-1 0-4 0,-4 2 4 16,-1 3-8-16,1-2 7 0,-4 2-1 0,-1 4-2 16,-1-1 3-16,0-1 1 0,2 1-3 0,-1 1 1 15,6-1 0-15,-1 0 2 0,2 1 0 0,3-3 4 16,2 1-3-16,1-1 0 0,11-1 2 0,-18 0-3 15,18 0-2-15,-14-4 1 0,9-1-1 0,1 0 2 16,3-1-1-16,0-2-2 0,1-1 6 0,1-3-1 16,0 2 4-16,3-3 0 0,0-2-5 0,1 1 3 15,1-1-5-15,-1 0 4 0,2 0-4 0,-2-1 6 16,3-3-5-16,-1 1 1 0,1 1-1 0,-2-4 0 16,2 4-3-16,-2 1 3 0,1 2 2 0,-3-2-3 0,-2 2 8 15,1 1-4-15,-2 3-3 0,-1-2 1 16,-1 3-6-16,-3-1 2 0,-1 0 4 0,-3 2-2 15,-1 3-2-15,-2-4 2 0,-3 3 6 0,-1 3-7 16,-1 0 2-16,-1 0-6 0,-2 2 2 0,1-1 2 16,-2 2-1-16,-2 0 5 0,3 2-4 0,-3-2 0 15,-1 1 1-15,4-1-4 0,-2-1 8 0,2-1 3 16,3 1 1-16,-1-2 8 0,2 0-8 0,0 0 5 16,4-2-4-16,1-1 3 0,0 1-4 0,2-2-1 0,3-1 0 15,1-1 3-15,3-1-6 0,1-1 4 16,1 0-3-16,3-3 4 0,1 0-6 0,3-4 4 0,3-1-4 15,1-3 2-15,3-3-2 0,2 1 2 0,3-6-2 16,1 3 3-16,-1-3 0 0,0 1 2 0,-3 6 3 16,-3 1-8-16,-1 0 1 0,-4 2-1 0,1 2-1 15,-2 3-1-15,-3 0-1 0,-1 2 5 16,-3-1-8-16,0 6 4 0,1-3 1 0,-5 1 0 16,2 1-3-16,-4 1-1 0,0 2 3 0,-2 0-1 0,-2 0-1 15,2 2 0-15,-4 0 1 0,1 3 1 0,-3-1-1 16,2 2 1-16,-3 2 4 0,-3 0-7 0,1 2 7 15,-1 1-7-15,-4 3 7 0,0 2-8 0,-2 2 2 16,-3 3-5-16,-2 1-1 0,0 3 0 0,1-4 3 16,4 2-1-16,5-4 4 0,0-1-5 15,4-2-6-15,2 0-3 0,4-3 7 0,0-2-3 0,8-5 7 16,-1 7-3-16,1-7 2 0,10-3 0 0,2-2 5 16,4-3 1-16,5-2 2 0,7-3 6 0,5-4-5 15,1 0 7-15,4-1-15 0,0-2-1 0,-1 1 3 16,4-1-4-16,-3 1 3 0,1 1 1 0,-5-2 3 15,2 4-2-15,-12 2 5 0,2 2-3 0,-6 3-2 16,-3 1-2-16,-2 2 4 0,-3 0-2 0,-2 3 0 16,-10 3 0-16,10 3-1 0,-7 6 0 0,-6 2-2 15,-2 8 12-15,-8 11-6 0,-5 6-1 0,-2 1-4 0,-3 3 1 16,-4 5-1-16,5-6 3 0,-1-4-7 0,3 1 5 16,2-2 0-16,0-1-1 0,5-6 2 15,0-1 1-15,4 1 0 0,3-6-2 0,5-2 3 16,-1-1 4-16,5-1-2 0,2-3-2 0,3 0 2 0,2-4 1 15,3 1-1-15,1-5-1 0,4 0 11 16,1-1-11-16,-1-3-1 0,1 1-1 0,-1-3 1 0,1 0 4 16,1-2-4-16,-1 1 1 0,-3 1 0 0,-2-1 0 15,0 0-3-15,-2 1 2 0,-2 0 0 0,1 1 1 16,-3 1-3-16,0 3 1 0,-2 1 2 0,-1 2 6 16,-2 4-8-16,-3 1 3 0,0 4-3 0,-3 3 1 15,1 0-2-15,-3 4 6 0,1-1-4 0,0 1-2 16,0-3 1-16,0 1 0 0,-1 1 0 0,4-4 0 15,-2-1-1-15,1-1 3 0,-2 1-4 0,4-1 3 16,0-3 0-16,0 1 5 0,0-4-5 0,5 1 4 16,-4 0 1-16,4-3 4 0,2 1-1 0,-1-3 1 15,3 1-5-15,0-2 4 0,3-1-10 0,2 2 6 16,-3-1-2-16,3-1 5 0,2 0-2 0,-2 2 3 16,1-1-6-16,-2 3 0 0,2-2-5 0,-1 6 6 15,0-1-5-15,-2 3 4 0,-2-1-1 0,0 1 5 0,-1 2-3 16,-1 1 1-16,-2-2-3 0,-1 1 3 15,-1 1-3-15,-1 0 3 0,-2 0-5 0,0 0 8 16,-1-1-1-16,0 2 1 0,-2 0 2 0,-1 0-4 16,3 0 1-16,-1 0-1 0,-2 0-1 0,4 0 0 15,1 1 2-15,0 1-7 0,2 4 6 0,3-3-2 16,3 3 0-16,0 1-1 0,2-1 0 0,3-1 4 16,-1-2 0-16,4 2-7 0,0-4 5 0,0-1-3 0,1-1-1 15,-4-4-1-15,4-2 13 0,-1-1-9 0,0-1 4 16,0-2-7-16,-1-2 6 0,-2-1-7 15,0-2 7-15,-2 3-9 0,1-3 6 0,-4 0-7 16,2 2-5-16,-3-1-4 0,-2 3-36 0,-1 3-83 0,-4 5-122 16,-2 3-158-16,-6 6-535 0,-6 12-530 0</inkml:trace>
  <inkml:trace contextRef="#ctx0" brushRef="#br0" timeOffset="83798.89">14504 6157 82 0,'0'0'485'0,"5"-4"-144"0,-5 4-63 15,-2-6-58-15,2 6-15 0,-1-9-27 0,1 9 15 16,-2-7-7-16,0 1-19 0,2 6-27 0,-5-11-9 0,3 6-11 16,0-1-6-16,-4-2 4 0,2 1-10 0,-1 0-14 15,1 1-3-15,-1-2-11 0,0 0-22 0,-3 2 8 16,3-4-10-16,-4 3 2 0,0-1-6 16,-1 0 2-16,0-2 2 0,-2 2-10 0,-3-1-5 15,0 0-1-15,-5-1-7 0,0 0-7 0,-2 2 4 0,-3-1 12 16,-6-2 1-16,0 3-5 0,-2-1 14 0,-8-1-2 15,-1 1-7-15,-3-1-3 0,-2 1-6 0,-3-1 25 16,2 0-2-16,-5 1-9 0,1-1-11 0,-2 0-6 16,-1 0-2-16,-10-1 3 0,1-2-5 0,0 1 0 15,0 2 15-15,8 0-6 0,-8 1-6 0,-2-3-1 16,-1 3-6-16,11 0-4 0,-10-1-7 0,9 3 3 16,-10-1-1-16,8 0-6 0,0 2 27 0,0 2-6 15,-2 0-4-15,0-1-6 0,-1 3-3 0,2-1 2 16,-1 3-8-16,2-1 7 0,-1 2 1 0,1 1-5 15,2-1-1-15,-1 1-6 0,2 2 13 0,2-2-4 16,1 2-5-16,-2-1-2 0,1 0 2 0,0 2-2 16,-2-2-2-16,1 1-2 0,-1 0 4 0,-3 0-6 15,-1 3-1-15,-1-3 0 0,-11 2 0 0,3 0-5 16,9 0 5-16,-8 0 2 0,8 1-2 0,0-1-2 0,3-2 1 16,-1 0 0-16,2 2 0 0,2-1 1 15,3-1-4-15,0-1 2 0,1 0 2 0,4 1-1 0,5-4 1 16,-1 2 0-16,5-1-2 0,0-1 2 0,1 2 0 15,4-2-3-15,0 1 33 0,3 1-17 0,-2-1 6 16,-3 2-14-16,-2 0 9 0,0 3 8 16,-1 0-12-16,-5 3-17 0,-1-1 13 0,-1 6-14 15,-1 0 14-15,3 0-11 0,0 0 12 0,-1 3-14 0,3-1 1 16,0 0 4-16,3-1-1 0,4-1 2 0,6 0 0 16,0-1-4-16,6-3 4 0,0 1-5 0,6-1 8 15,1 0-4-15,2-1-3 0,3 1 6 0,-2 0-1 16,3 1-4-16,3-3 8 0,1 3-3 0,1 1 14 15,2-1-14-15,0 4 15 0,0 2-14 0,3 0 12 16,-2 2-18-16,3 2 27 0,1 4-24 0,-2-2 11 16,2 2-15-16,3 3 17 0,-2 2-17 0,2-1 21 15,2-1-23-15,0 0 22 0,4 1-21 0,1 3 24 16,5-1-20-16,-1-3 0 0,5 1 2 0,0-1 9 16,5-1 7-16,0 0 6 0,3-3-8 0,1 1 3 15,1 0-4-15,2-2-8 0,0 2 10 0,5-5-2 16,0 4 1-16,2-4-1 0,10 4 3 0,-2-2 1 15,-5-1-2-15,6 1-1 0,4-2 6 0,1 1 6 16,-1-1-2-16,4-2 0 0,0 0 26 0,1-2-5 16,0 1-1-16,0 0-12 0,5-3 10 0,0 1-3 0,0-2-10 15,3-1-4-15,1 0 2 0,3-2-1 16,-2 1 11-16,-1-1-8 0,0 0 8 0,0-1 0 16,-1 1-5-16,-2-1-1 0,2 0-13 0,1-2 2 0,2 2 9 15,1-3 8-15,0 0-4 0,2 0 0 0,-1-1 17 16,1-2-5-16,-10 0-8 0,-1-1-5 0,3-2-7 15,0 0-5-15,11-2 1 0,0 1 15 0,2-4-8 16,-3 1-2-16,4 0-10 0,-5-2 8 0,2 0-12 16,-4 0-4-16,-3-1 17 0,-1 1-18 0,-9-1-3 15,0-1 0-15,-1 2-2 0,9-3-2 0,-11 2 2 16,-1 0-1-16,2 0 0 0,-3-1-2 0,0 0 0 16,-3 2 1-16,-1-4-2 0,-1 2 0 0,-3 1 1 15,-1-3 1-15,-2 2 4 0,-2-1 11 0,0 0 5 16,-1-1 0-16,-2-2-7 0,1 2 0 0,-3-3-4 15,-3 4 21-15,-2-1-6 0,0-1-3 0,-2 0 7 16,0 0-15-16,-1-1-3 0,-1 0-30 0,-1 1 32 16,0-1-30-16,-3-1 30 0,4-1-25 0,-4 1 27 15,2 0-28-15,-2 1 27 0,-4 0-28 0,-1 1 27 16,1 1-2-16,-2 0 0 0,1-1-4 0,-1-1-2 16,2 2 0-16,0-1-1 0,-5 0 0 0,3-1-1 15,-3 2 6-15,0-3 16 0,0 1 2 0,-5 0 2 16,3 1 5-16,-4-2-1 0,1-1-8 0,-4-1-4 0,-1-1 41 15,-1-1-52-15,-1-2 39 0,-2 0-38 0,-4-5 41 16,0 0-48-16,-4-4 43 0,-4-2-49 0,-2-3-3 16,-5-2 4-16,0 3-5 0,-2-1 2 15,-5-3-2-15,2 3 4 0,-5 0-26 0,0 2 31 0,-3-2-3 16,2 5 0-16,-2-2-2 0,-1 2 2 16,-1 2 0-16,-1 1-4 0,-3 1 4 0,-3 1 33 15,-1 2-47-15,-3 2 46 0,-4 1-51 0,-8 1 42 16,-7 0-49-16,-2 6 35 0,-1 1-56 0,-6 4 0 0,10 2-104 15,-11 2-37-15,6 2-115 0,-9 1-28 0,1 3-100 16,1 0-125-16,4 6-49 0,6-2-130 16,9 1-611-16,5 3-948 0</inkml:trace>
  <inkml:trace contextRef="#ctx0" brushRef="#br0" timeOffset="84851.55">14252 10399 1373 0,'-10'-3'749'0,"10"3"-166"0,-18 3-118 0,5-1-79 0,1 6-67 0,1 0-57 0,-1 1-28 0,3 1-47 0,2 1-8 0,-1-1-14 16,3 1-16-16,3 0-11 0,0 0-17 0,2 0-2 16,4-2 3-16,1 2 13 0,4-3 4 0,4 1 8 15,2-2 1-15,3-1 1 0,4-4-5 0,6-4-13 16,8-2-12-16,11-4 9 0,3-6-51 0,11-5 16 15,3-5-42-15,5-2 19 0,-1-2-38 0,1-5 17 16,-1 0-31-16,-1-4 18 0,2-1-30 0,-1-2 21 16,0 2-30-16,-3 0-5 0,0 1-19 0,-5 3-36 15,-1 2-55-15,-5 4-41 0,-13 6-46 0,-4 1-44 16,-2 5-107-16,-12 4-138 0,-2 2-70 0,-8 4-67 16,-2 2-154-16,-11 4-339 0,9-3-739 0</inkml:trace>
  <inkml:trace contextRef="#ctx0" brushRef="#br0" timeOffset="86361.75">24826 10407 1530 0,'-10'4'894'0,"-2"2"-194"0,2 2-114 0,1 5-126 0,-1 0-83 0,2 4-99 0,2-3-53 0,1-2-47 16,2 0-31-16,1-2-17 0,2-1 16 16,0-2-4-16,1 1 19 0,4-1 23 0,3 1 6 0,6-5-11 15,5-2-28-15,10-3-27 0,17-9 2 16,16-7-52-16,7-6 9 0,5-6-44 0,24-14 41 0,4-4-38 15,3-6 31-15,5-3-44 0,-1-4 24 16,2 0-41-16,-5-6 0 0,5 0 3 0,-6-4-59 16,5-2-3-16,-1-2-6 0,-1-2-41 0,1 1-58 15,-7 2-16-15,-7 5-51 0,-6 4-47 0,-11 5-48 16,-18 13-93-16,-9 7-58 0,-10 3-31 0,-9 12-79 16,-12 3-93-16,-5 6-410 0,-8 4-695 0</inkml:trace>
  <inkml:trace contextRef="#ctx0" brushRef="#br0" timeOffset="89695.73">16791 13434 208 0,'0'0'395'0,"0"0"-115"0,-9-3-33 0,9 3-39 16,0 0-22-16,0 0-17 0,-9-4-23 0,9 4-20 0,0 0-33 15,0 0-10-15,0 0-19 0,-6-4-13 16,6 4-11-16,0 0-6 0,0 0-6 0,10-3-1 0,-10 3-13 16,10-1 13-16,-10 1 4 0,14-1 13 0,-14 1-2 15,13 0 21-15,-13 0-25 0,16 1 41 0,-16-1-28 16,17 0 21-16,-5 1-11 0,-1-1 20 0,2 1-24 16,2-1 32-16,4 1-8 0,1 0 24 0,2 1-2 15,2-1-5-15,5 0 1 0,2 2-2 0,7-3 12 16,-2 3-19-16,5-3-10 0,-1 3-6 0,4 0 0 15,-3-3-11-15,9 1-1 0,-3 2-7 0,3-1 1 16,-1-1-2-16,-2 2 8 0,2-2-11 0,-1 1-5 16,-6 1-10-16,6 0-2 0,-7-2-11 0,1 1-2 15,-1 1-10-15,1-3 7 0,-1 1-8 0,-2 0 5 16,0-1-8-16,-2 2 3 0,-7-1-7 0,-4-1 4 16,-2 2-9-16,-2-2 9 0,-3 0-4 0,-5 1 7 15,3-1 5-15,-4 0 8 0,-2 0-6 0,2 2 8 16,-13-2-8-16,17 0-3 0,-17 0-3 0,16 0 3 15,-16 0-9-15,13 1 3 0,-13-1-6 0,0 0 4 0,15 0-12 16,-15 0-18-16,0 0-64 0,12 0-118 0,-12 0-108 16,0 0-154-16,0 0-160 0,0 0-380 15,0 0-612-15</inkml:trace>
  <inkml:trace contextRef="#ctx0" brushRef="#br0" timeOffset="91478.53">19834 13420 395 0,'0'0'363'0,"0"0"-55"0,-9 3-33 16,9-3-22-16,0 0-11 0,-15 2 7 0,15-2-36 15,-14 0 8-15,14 0-23 0,-18 0 1 0,18 0-17 16,-19-2 2-16,7 1-3 0,12 1-10 0,-18-1-6 16,18 1-21-16,-16-1 4 0,16 1-23 0,-13-1-12 15,13 1-19-15,0 0-7 0,-18-1-15 0,18 1 5 16,0 0-6-16,0 0 5 0,0 0-15 0,0 0 2 15,0 0-14-15,15-4 1 0,-2 4-16 0,5 0 5 16,1 0-20-16,8-2 7 0,2 2-16 0,2-2 7 16,8 2-11-16,1 0 12 0,0 0-10 0,1 0 13 15,4 0-16-15,-2 0 5 0,8 0 22 0,-1 0-16 16,0 2 19-16,2-4-27 0,-2 1 21 0,0 0-24 16,0 0 29-16,-3-1-20 0,3 0 22 0,-3 0-30 0,-5 1 30 15,-2-3-34-15,-2 2 25 0,2-1-31 0,-2-1 25 16,-1 2-27-16,-3-1-2 0,-4 0 2 15,-3 1 1-15,-3 0 4 0,-3-1 0 0,-1 3-3 16,-3-1 2-16,-2-1 0 0,-2 1-1 0,0 1-2 0,-2-2 6 16,-11 2-4-16,18 0 0 0,-18 0 3 0,9-1-4 15,-9 1-4-15,0 0-33 0,0 0-55 0,-9 1-96 16,9-1-94-16,-18 2-53 0,7 1-84 0,-3-2-64 16,2 2-69-16,-1-1-401 0,-2 1-544 0</inkml:trace>
  <inkml:trace contextRef="#ctx0" brushRef="#br0" timeOffset="91862.34">19892 13553 126 0,'-31'2'666'0,"2"1"-133"0,0 0-128 0,5-2-34 0,4 1-62 0,-1 0-38 16,5 0-21-16,2-1-26 0,0 0-29 0,2 0-22 15,3 0-5-15,9-1-3 0,-13 3-10 0,13-3-17 0,0 0-4 16,9 3-18-16,4-1-19 0,5-2-19 0,5 0-9 16,8 0-20-16,8 0 3 0,11 0 20 15,6-2 0-15,2 0 4 0,3-1-8 0,12 1 16 16,1-1-13-16,2-1-11 0,0-1-11 0,2 0-10 0,-3 1 19 16,-2-1-7-16,-2 0-7 0,-11 1-5 15,-1 1-5-15,-2-2-5 0,-2 2 8 0,-1 0-1 0,-2-1-6 16,-3 1-1-16,-2-1-7 0,0 0 19 15,-7 1 2-15,-2-1-6 0,2 1 34 0,-4-1-57 16,-3 0 40-16,-4 1-54 0,-3 0 45 0,-7 0-50 16,0 1 45-16,0 1-53 0,-6-1 44 0,2-1-49 15,-4 2 51-15,0-2-58 0,-2 1 3 0,-9 2-31 0,8-5-62 16,-8 5-88-16,1-8-111 0,-1 8-118 0,-5-6-65 16,5 6-121-16,-13-3-591 0,13 3-819 0</inkml:trace>
  <inkml:trace contextRef="#ctx0" brushRef="#br0" timeOffset="92245.27">20257 13616 330 0,'-34'2'658'0,"4"-2"-149"0,2 1-115 15,1 1-55-15,3-1-77 0,4-1-30 0,3 2-34 16,0-2-21-16,5 1-21 0,-1-1-23 0,13 0-28 0,-18 2 12 15,18-2-9-15,0 0-18 0,0 0-13 16,0 0-15-16,14 7-9 0,4-6-6 0,2 0 1 16,11 2-1-16,7-2 0 0,5 0-3 0,10-1-7 15,7 0-6-15,5 0 25 0,15-1-15 0,0 0 4 16,1-3-8-16,-2 0-6 0,0 0-3 0,-2-2 1 16,-4 1-1-16,-3-2 8 0,-11 0-6 0,-3 2-3 15,-4-1 22-15,-3 1 14 0,-3-1-7 0,-10 1 5 0,-2-1-18 16,-6 2 16-16,-3 1-27 0,-6-1 14 15,0 1-9-15,-4 1 12 0,2-1-21 0,-6 0 13 16,1 0-26-16,-4 0 12 0,-8 3-23 0,10-6 15 16,-10 6-20-16,1-7 11 0,-1 7-17 0,-5-5 12 15,5 5-9-15,-10-5 1 0,10 5-16 0,-13-3-3 0,13 3-39 16,-9-3-57-16,9 3-76 0,-10-1-75 0,10 1-24 16,-12-1-68-16,12 1-70 0,0 0-87 15,-14-1-431-15,14 1-533 0</inkml:trace>
  <inkml:trace contextRef="#ctx0" brushRef="#br0" timeOffset="93296.46">7528 16034 571 0,'0'0'568'0,"0"0"-160"0,-10-3-83 0,10 3-68 0,0 0-54 15,-8-2-49-15,8 2-32 0,0 0-24 0,0 0-20 16,0 0-14-16,-7-3-16 0,7 3-6 0,0 0-8 15,0 0-8-15,0 0-10 0,0 0-24 0,0 0-53 16,0 0-94-16,0 0-116 0,0 0-527 0,12-2-322 16</inkml:trace>
  <inkml:trace contextRef="#ctx0" brushRef="#br0" timeOffset="93513.76">8264 15522 307 0,'-1'-10'770'0,"-3"3"-180"0,2 0-100 16,-2 0-98-16,0 2-85 0,4 5-60 0,-4-9-51 0,4 9-39 16,-5-9-28-16,5 9-32 0,-5-7-28 0,5 7-46 15,-4-5-51-15,4 5-73 0,0 0-85 0,0 0-119 16,0 0-137-16,-8 3-413 0,8-3-401 0</inkml:trace>
  <inkml:trace contextRef="#ctx0" brushRef="#br0" timeOffset="93711.93">7536 15899 787 0,'-13'1'726'0,"3"1"-165"15,10-2-118-15,-18 0-110 0,18 0-63 0,0 0-57 16,-13 0-35-16,13 0-42 0,0 0-22 0,0 0-40 16,-2-7-56-16,2 7-106 0,0 0-69 0,0 0-66 15,1-8-109-15,-1 8-118 0,0 0-372 0,0 0-358 16</inkml:trace>
  <inkml:trace contextRef="#ctx0" brushRef="#br0" timeOffset="93928.4">8027 15571 827 0,'6'-9'803'0,"-1"1"-172"0,-1 2-143 0,-1-1-95 15,-1 2-80-15,2-1-54 0,-4 6-57 0,6-7-36 0,-6 7-37 16,1-7-30-16,-1 7-29 0,0 0-55 0,-3-6-65 15,3 6-106-15,0 0-87 0,-13 1-47 16,13-1-92-16,-10 2-69 0,10-2-437 0,-13 6-446 0</inkml:trace>
  <inkml:trace contextRef="#ctx0" brushRef="#br0" timeOffset="94112.23">7411 15914 278 0,'-18'10'762'16,"5"-3"-195"-16,-1 2-122 0,1-2-91 0,3 0-90 16,1-3-49-16,3 0-47 0,6-4-29 0,-8 5-26 15,8-5-23-15,0 0-18 0,0 0-13 0,0 0-16 16,0 0-6-16,10-4-12 0,-10 4-64 0,13-3-112 16,-13 3-114-16,14-6-151 0,-5 2-453 0,-4 1-421 15</inkml:trace>
  <inkml:trace contextRef="#ctx0" brushRef="#br0" timeOffset="94328.48">8057 15686 1012 0,'3'-6'822'16,"1"2"-189"-16,-4 4-132 0,4-8-113 0,-4 8-71 15,2-6-73-15,-2 6-41 0,0 0-46 0,4-8-28 0,-4 8-35 16,0 0-19-16,3-6-46 0,-3 6-64 0,0 0-127 16,0 0-134-16,2-7-86 0,-2 7-167 0,0 0-445 15,0 0-591-15</inkml:trace>
  <inkml:trace contextRef="#ctx0" brushRef="#br0" timeOffset="99590.08">8185 16312 223 0,'0'0'134'0,"0"0"-127"0,-4-7-130 0,4 7 41 0</inkml:trace>
  <inkml:trace contextRef="#ctx0" brushRef="#br0" timeOffset="106495.24">17494 12590 138 0,'0'0'328'0,"0"0"-64"0,9-4-34 0,-9 4-4 15,6-5-19-15,-6 5 1 0,7-6 0 0,-3 1-29 16,-4 5 18-16,9-6-45 0,-9 6 12 0,7-7-38 16,-7 7 8-16,9-6-12 0,-9 6 56 15,8-3 37-15,-8 3-2 0,0 0-7 0,11 4-7 0,-11-4-16 16,11 6-15-16,-11-6-15 0,9 10-27 0,-4-3-19 16,1 1-22-16,2-2-13 0,-2 2-12 0,3 0-8 15,0 1-5-15,1-2 36 0,2 0-28 0,2 0 1 16,-1-2 8-16,2-2-4 0,4 1 3 0,0-2 4 0,2-2-4 15,3-3 7-15,4-2-13 0,3 0-10 16,7-6-3-16,4-2-6 0,0-3-6 0,12-8 0 16,2 0-13-16,-2-3-5 0,5-4-9 0,0-1 7 0,1 0-10 15,1-3 17-15,0 1-15 0,2-1-1 0,-3 2-16 16,-2 2-5-16,-5 2-31 0,-2 3-52 0,-10 6-78 16,-9 2-126-16,-4 6-147 0,-8 0-138 0,-4 7-725 15,-4 2-918-15</inkml:trace>
  <inkml:trace contextRef="#ctx0" brushRef="#br0" timeOffset="107026.99">20552 12443 337 0,'-10'-3'679'0,"10"3"-170"0,0 0-94 0,-15 1-63 0,15-1-36 0,-13 6-15 0,13-6-32 0,-12 5-22 0,12-5-23 15,-11 4-24-15,11-4-22 0,-9 3-20 0,9-3-26 16,-8 5-14-16,8-5 1 0,-5 5 24 0,5-5 11 15,0 0 4-15,0 8-14 0,0-8-3 0,9 4-4 16,-9-4-14-16,16 0-1 0,-4 0-19 0,2-3-13 16,4 0-11-16,5-1 11 0,-2-3 0 0,3 1-11 15,0-2-17-15,3-3-12 0,1-2-10 0,-3 1-8 16,0-4-5-16,3 1-33 0,0-6 35 0,2 0-33 16,-1-1 32-16,1-1-37 0,0-2 29 0,-2 1-33 15,-1-1 21-15,1 2-16 0,-7 4-19 0,2 0-34 16,-3 1-60-16,1 2-47 0,-1 1-115 0,-2 3-118 15,-4 2-110-15,1 3-101 0,-3 3-747 0,-2 2-960 16</inkml:trace>
  <inkml:trace contextRef="#ctx0" brushRef="#br0" timeOffset="110676.84">23349 13295 104 0,'-16'-12'457'0,"2"1"-128"0,1 0-73 0,2 3-74 0,2-2-64 15,1 3-34-15,1-1-23 0,-1 2-14 0,3 0-7 0,0 0-14 16,0 1-8-16,5 5-5 0,-8-8 0 0,8 8-5 15,-9-6 6-15,9 6 7 0,-6-4 28 0,6 4 22 16,-8-3 15-16,8 3 15 0,0 0 23 16,-9-3-17-16,9 3 24 0,0 0-30 0,0 0 30 0,-10-3-29 15,10 3 22-15,0 0-16 0,0 0 11 0,5-6-24 16,-5 6-8-16,18-6-20 0,-7 4 2 0,7-3-7 16,3-1 4-16,2 0-14 0,6-2-3 15,2-1-2-15,2 2 7 0,3-1 6 0,3-2-8 0,1 1-12 16,-5 2-8-16,-1-2-4 0,2 1-5 0,-2 2-6 15,-2 1-8-15,0-1-9 0,-4 3-71 0,-6 0-115 16,0 1-121-16,-4-1-122 0,-4 2-529 0,-14 1-544 16</inkml:trace>
  <inkml:trace contextRef="#ctx0" brushRef="#br0" timeOffset="110844.23">23250 13364 363 0,'-9'8'658'0,"0"2"-184"15,6-3-83-15,1-1-99 0,2-6-38 0,5 10-8 16,7-5 3-16,3-1-28 0,7-4-17 0,7 0-32 16,7-4-36-16,13-3-26 0,1-2-23 0,3-1-13 15,12-5-15-15,1 1-10 0,-4 0-16 0,-7 1-16 16,-4 3-110-16,-5 0-137 0,-4-1-121 0,-11 4-164 16,-8 0-396-16,-4 2-477 0</inkml:trace>
  <inkml:trace contextRef="#ctx0" brushRef="#br0" timeOffset="112076.88">25017 13239 345 0,'-2'-13'538'0,"1"2"-63"0,-2-1-101 0,2 5-9 0,-3-3-50 15,4 4-37-15,-2-2-43 0,2 8-44 0,-2-8 11 16,2 8 29-16,0 0 6 0,0 0-31 0,0 0-8 16,0 11-40-16,3 0-3 0,1 5-33 0,2 4-13 15,4-1-28-15,-1 10 14 0,4-1-29 0,4 5-2 16,-2 1-26-16,4-2-5 0,-3 2-5 0,3-1 0 15,0 0-11-15,-2-2-3 0,0 2 9 0,-2-4-14 16,0-3-4-16,-2 1-4 0,1-2-3 16,-3 0-2-16,-2-6-48 0,1-1-122 0,-1-1-143 0,-2-5-60 15,-2 1-124-15,-1-4-160 0,-1-4-324 0,-3-5-577 16</inkml:trace>
  <inkml:trace contextRef="#ctx0" brushRef="#br0" timeOffset="112327.97">24978 13387 383 0,'-15'-23'707'16,"1"-4"-153"-16,2 4-125 0,3 2-66 0,4 0-79 16,3 3-29-16,0 1-12 0,6-1-9 0,4 1-15 15,1-2-11-15,7 1-16 0,6 0-23 0,4 3-18 16,0 2-30-16,4 1-18 0,-1 2-17 0,-4 4-15 16,0 5-14-16,-3 1-11 0,3 1-7 0,-5 6 0 15,-1 2-6-15,-3 3-8 0,-3 1-5 0,-4 2 5 16,1 4-13-16,-5 1 6 0,-5-1-11 0,-4 3 5 15,-3 1-12-15,-5 2 10 0,-2-2-10 0,-5 3 6 16,-1-1-7-16,-1-3 3 0,1-3-11 0,-2-2-14 16,5-3-32-16,2-2-45 0,2-4-77 0,1-2-106 15,5-1-72-15,7-5-124 0,0 0-131 0,0 0-339 16,-5-7-532-16</inkml:trace>
  <inkml:trace contextRef="#ctx0" brushRef="#br0" timeOffset="112627.7">25948 12897 565 0,'-9'-6'799'15,"0"1"-142"-15,-6 2-114 0,1 0-97 0,-3 3-67 16,-1 3-44-16,-5 3-46 0,-3 4-29 0,-1 5-26 0,-3 7-58 15,2 3-25-15,1 8-36 0,2 3-10 16,2 3-18-16,4 3-16 0,3 3-9 0,7 1-12 16,0-1-13-16,7 1-10 0,2-2-3 0,4-1-5 15,3-1-6-15,5 0 9 0,1-4-5 0,3 0-3 0,4-2-3 16,1-3-2-16,5-2-1 0,-1-3-2 0,3-3-13 16,4-4 5-16,0-5-22 0,0-5-52 0,0-3-100 15,1-5-149-15,-2-3-127 0,-2-2-206 0,3-5-542 16,-1-3-810-16</inkml:trace>
  <inkml:trace contextRef="#ctx0" brushRef="#br0" timeOffset="113010.46">26066 13416 579 0,'-8'-2'919'0,"0"0"-185"0,8 2-172 15,-15-5-101-15,15 5-91 0,-10-4-57 0,10 4-59 16,-11-3-19-16,11 3-47 0,-8-3 5 0,8 3-51 16,0 0 17-16,0 0-60 0,7-7 7 0,3 4-52 15,5 0 27-15,1-3-54 0,7 0-5 0,3-1-5 0,3-5-2 16,2 2-5-16,4-3-2 0,-4 1-6 16,0 2-10-16,-2-2-29 0,-1 0-79 0,-6 3-97 15,-1-1-97-15,-5 2-81 0,0 1-80 0,-5-2-90 16,3 4-514-16,-6 1-692 0</inkml:trace>
  <inkml:trace contextRef="#ctx0" brushRef="#br0" timeOffset="113360.04">26639 13086 766 0,'-2'-8'784'16,"-5"1"-124"-16,0 0-125 0,-1 1-86 0,-2 3-55 0,0 0-60 15,-2 0-41-15,12 3-64 0,-21 1-46 0,10 2-33 16,2 2-19-16,0 3-21 0,-1 1-26 0,3 5-10 16,1-1-18-16,1 1-6 0,5 2-11 15,0 0 21-15,3 2-38 0,3-1 18 0,1 3-29 0,2-2 20 16,3-2-32-16,-1 0 25 0,3-1-25 0,-3-4 28 16,3 0-14-16,-1-3 44 0,-1 0-41 0,0-3 46 15,-3-2-48-15,3-2 43 0,-1-2-51 0,-2-2 43 16,0-3-48-16,3-4 37 0,-5-2-52 0,-2-2 4 15,1-3 3-15,-4-1 6 0,-2-1-2 16,-2 0 3-16,-2-3-12 0,-3 1 22 0,-2 0-8 0,-3 1 7 16,-1 4-18-16,-2 2 13 0,-2 0-7 0,-5 2 14 15,3 5-19-15,0 4 17 0,0-2-16 0,1 7-20 16,-3 1-24-16,2 1-36 0,1 5-47 0,2 1-83 16,3 3-154-16,3-2-103 0,3 4-183 0,2-2-539 15,4-1-807-15</inkml:trace>
  <inkml:trace contextRef="#ctx0" brushRef="#br0" timeOffset="113543.59">26926 13091 1373 0,'4'-6'775'0,"-1"-1"-177"0,-3 7-127 15,0-10-97-15,0 10-66 0,0-8-60 0,0 8-49 16,0-7-47-16,0 7-33 0,0 0-27 0,2-7-23 15,-2 7-31-15,0 0-112 0,10-2-143 0,-10 2-150 16,12 0-149-16,-12 0-626 0,17 0-757 0</inkml:trace>
  <inkml:trace contextRef="#ctx0" brushRef="#br0" timeOffset="113878.15">27236 12706 858 0,'2'-11'796'0,"-2"1"-148"15,-3 4-127-15,3 6-74 0,-6-7-37 16,6 7-52-16,-13 3-40 0,3 1-55 0,-2 2-27 0,2 5-33 16,-3 2-30-16,0 3-12 0,1 2-28 15,3 1-20-15,1 2-19 0,3 2-38 0,2-1 9 0,1 1-31 16,3 3 12-16,1-3-13 0,5-1-2 0,-1 2-4 16,5 1 2-16,3-2 2 0,-1-2 0 0,4-2-11 15,-4-3-6-15,6-2 0 0,-3-4-3 0,1 0-1 16,1-3-2-16,-5-4 3 0,4 1-6 15,-4-2 3-15,-2-2-4 0,-1-4-3 0,-1-1 3 0,0 1 0 16,-4-3-6-16,0-1 2 0,-2 0-1 16,-3-1-17-16,-3 1 24 0,-3 0-23 0,1 0 21 15,-5 1-19-15,-4 1 19 0,-2 2-20 0,-3 2 20 16,1 1-26-16,-2 1 19 0,-2 3-18 0,4-1-31 0,-2 4-23 16,4 0-19-16,0-1-29 0,2 1-46 0,2 2-75 15,5-2-109-15,1 2-100 0,6-8-131 16,-2 10-675-16,2-10-866 0</inkml:trace>
  <inkml:trace contextRef="#ctx0" brushRef="#br0" timeOffset="114226.9">27470 12827 533 0,'-6'-2'938'0,"6"2"-193"0,-15-6-151 0,6 2-106 16,1 1-46-16,8 3-73 0,-13-3-56 0,13 3-49 15,-11-5-37-15,11 5-18 0,-9-3-6 0,9 3-15 16,-7-5-27-16,7 5-24 0,4-5-25 0,1 0 18 16,3 0-67-16,5-4 29 0,2 3-57 0,2-2 30 15,-1-1-52-15,3-1 37 0,-5 4-49 0,2-2 44 16,-5 1-52-16,1 3 44 0,-1-2-45 0,-2 0 45 16,-1 2-52-16,-2 1 40 0,-6 3-49 0,14-6 48 15,-14 6-41-15,11 1 63 0,-11-1-23 0,7 10 40 16,-2-2-31-16,-2 4 37 0,-1 2-38 0,2 4-4 15,-2-1-6-15,0 1-3 0,2 5-2 0,-1 0-1 16,0 2-6-16,1-2 0 0,1 1-4 0,0-1 1 16,-1 0-4-16,4-1 1 0,-3-1-6 0,3-1 7 15,-1-1-107-15,-3-3-39 0,5-1-108 0,-1-5-113 16,-2 2-168-16,1-5-96 0,0 1-156 0,-7-8-504 16,8 3-891-16</inkml:trace>
  <inkml:trace contextRef="#ctx0" brushRef="#br0" timeOffset="114493.72">27676 12507 384 0,'0'0'928'0,"0"-14"-200"0,0 14-147 0,2-9-124 16,-2 9-72-16,4-9-48 0,-4 9-12 0,11-3-57 15,-11 3-7-15,21 0-69 0,-7 5-23 0,6 1-28 16,1 2 11-16,4 7-66 0,0 1 27 0,5 6-65 0,-2 2 29 15,-2 4-14-15,0-2 32 0,-3 6-61 16,-2-1-4-16,-2 2-9 0,-4 1 1 0,0 0-14 0,-4 1 6 16,-4-5 0-16,1 3-3 0,-4-1-4 15,-2-1-1-15,0-2 1 0,-4-2-8 0,0 1-5 0,-1-4-3 16,-1 1-34-16,-3-2-63 0,2-3-93 0,-2 0-138 16,3-5-142-16,-1-1-119 0,3-3-729 15,-2-3-931-15</inkml:trace>
  <inkml:trace contextRef="#ctx0" brushRef="#br0" timeOffset="114762.57">28558 12931 881 0,'-10'-2'893'0,"10"2"-175"0,-16-2-153 0,16 2-107 16,-13-3-86-16,13 3-71 0,-6-2-44 0,6 2-35 16,0 0-22-16,4-10-28 0,4 4-25 0,6 0-33 15,5-4-17-15,6 1-14 0,7-3 25 0,5 1-65 16,4-1 35-16,0-1-55 0,0 2 27 0,0-1-47 16,-3 2 34-16,-6 1-54 0,-4 0 15 0,-3-1-81 15,-5 3-102-15,-1-3-156 0,-5 2-127 0,0 0-143 16,-5-1-693-16,-5 0-906 0</inkml:trace>
  <inkml:trace contextRef="#ctx0" brushRef="#br0" timeOffset="115043.59">29205 12396 962 0,'0'0'813'0,"12"-3"-175"0,-12 3-154 16,9-3-87-16,-9 3-39 0,12 5-36 0,-5 1-13 15,1 7-51-15,-2 0 3 0,2 7-59 0,2 2 32 16,-1 6-36-16,0 4-34 0,1 7-69 16,3 1 25-16,-1 3-67 0,2 1-3 0,1 0-11 0,2 1-8 15,-2-2 37-15,2 0-61 0,-1 1 48 0,0-4-55 16,-2-1 39-16,0-4-64 0,-3-7-3 0,1 0-117 15,-3-7-85-15,-2-1-124 0,0-4-102 0,-3-2-40 16,-1-5-116-16,-1-2-588 0,-2-7-810 16</inkml:trace>
  <inkml:trace contextRef="#ctx0" brushRef="#br0" timeOffset="115312.27">29213 12659 197 0,'-5'-19'636'0,"5"3"-148"0,2 3-74 0,4-1-35 0,0 1-23 15,3 0-16-15,0 4-7 0,4-3-16 0,0 3-18 16,3-1-30-16,0 0-17 0,2 0-40 0,-2 5-48 16,1-2-27-16,1 1-35 0,-2 3-8 0,1 0-20 15,-3 2-17-15,1 1-8 0,-2 1-12 0,-3 2-9 16,4 0 0-16,-3 4-8 0,-2 3 2 0,-2 1-9 16,-2 1-2-16,-3 2-2 0,-2 1-1 0,-2 1 1 15,-3 3-2-15,-2-1 0 0,-2 0 1 0,-2 0-11 16,-1-3 9-16,-1 1-12 0,-2-2 15 0,-1-1-18 15,1-2 4-15,1-1-20 0,1-3-28 0,-2 0-64 16,3-2-68-16,1-1-105 0,11-4-89 16,-14 0-110-16,14 0-114 0,-6-6-405 0,9 0-610 0</inkml:trace>
  <inkml:trace contextRef="#ctx0" brushRef="#br0" timeOffset="115543.48">30061 12203 763 0,'4'-9'815'0,"-6"4"-143"0,2 5-123 0,-9-8-62 16,9 8-63-16,-20 0-49 0,6 5-52 0,-4 3-27 15,-4 8-21-15,0 3-12 0,-2 10-15 0,-3 3 2 16,-2 12-69-16,2 3 7 0,2 5-43 0,5-1 17 16,5-4-67-16,5 0 13 0,3 2-52 0,5 0-8 15,2-3-7-15,5 3-7 0,3-5-4 0,6 0 22 16,1-1-42-16,4-4 25 0,4-2-44 0,0-1-1 15,5-7-141-15,0-1-77 0,4-8-115 0,0 0-178 16,-2-6-112-16,-1-6-171 0,-3-2-537 0,-3-5-943 16</inkml:trace>
  <inkml:trace contextRef="#ctx0" brushRef="#br0" timeOffset="115743.88">30114 12862 519 0,'-12'-3'848'0,"1"2"-187"0,11 1-136 0,-14-2-100 16,14 2-49-16,-10-3-22 0,10 3-37 0,0 0-32 16,5-6-76-16,5 3-23 0,1-1-55 0,5-2-13 15,4 0-23-15,2 0-22 0,5-2-19 0,3 0-15 16,2-4-28-16,5 1-106 0,0-3-157 0,-1-2-133 16,-1 2-125-16,-3-4-188 0,-1 0-327 0,-7 1-635 15</inkml:trace>
  <inkml:trace contextRef="#ctx0" brushRef="#br0" timeOffset="116060.54">30623 12518 130 0,'-4'-4'883'0,"0"0"-184"16,4 4-77-16,-6-8-105 0,6 8-63 0,-5-11-73 16,5 11-62-16,-3-8-33 0,6 0-64 0,-3 8-14 15,6-11-55-15,1 5-9 0,0 1-46 0,5 1 6 16,-2 2-39-16,0-1 13 0,4 2-17 0,-2 2-13 0,-1 2-10 15,1 2-9-15,-2 1-8 0,1 2-1 16,-3 3-4-16,-1 2-3 0,-3 1 17 0,-2 3-20 0,-3-1-7 16,-2 3 9-16,-3 2-1 0,-3-1-3 15,-4 5 1-15,2-4-30 0,0-2 34 0,-3-2-31 16,5 0 33-16,0-4-33 0,1-1 38 0,1 0-33 16,1-4 35-16,0 1 3 0,5-1 67 0,1-8-52 15,1 10 40-15,7-6-17 0,1-2-13 0,6 1-14 16,1-5-9-16,4 1 1 0,6-1-8 0,-1-2-4 15,1 0-7-15,3-5-10 0,1 1-30 0,-1-2-70 16,3 0-94-16,-4-3-125 0,-4 0-124 0,1 1-77 16,-7 0-114-16,0-1-605 0,-4 2-849 0</inkml:trace>
  <inkml:trace contextRef="#ctx0" brushRef="#br0" timeOffset="116228.19">31063 12556 448 0,'0'0'793'0,"0"0"-173"16,0 0-74-16,0 0-96 0,-14 0-50 0,14 0-61 16,0 0-46-16,0 0-63 0,0 0-37 0,0 0-53 15,-9-3-22-15,9 3-30 0,0 0-28 0,0 0-106 0,0 0-148 16,0 0-141-16,0 0-152 0,0 0-184 0,0 0-265 16,0 0-512-16</inkml:trace>
  <inkml:trace contextRef="#ctx0" brushRef="#br0" timeOffset="116643.69">31185 12328 644 0,'2'-6'771'0,"0"-2"-113"0,-1 2-95 0,1 0-72 16,2-2-69-16,-2 1-28 0,6 1-68 0,1 0-24 0,2-1-73 16,2 3-3-16,2-1-81 0,2 3 14 0,1-1-77 15,-3 2 29-15,1 1-64 0,-1 1 27 16,0 2-56-16,-3-1 35 0,2 3-13 0,-3-1-5 0,-2 3-12 15,0 1-2-15,-4-2-5 0,0 4-5 0,-5-1 0 16,-1 2 0-16,-4 1-4 0,-3-2-4 0,-2 3 0 16,-1-2-2-16,0 1-3 0,-3-2 3 0,3-1 4 15,-1-1-6-15,3 2 4 0,2-6 6 0,-1 3-10 16,-1-2 6-16,5 1-5 0,-1-3 0 0,5-3 1 16,-6 8 0-16,6-8 0 0,4 6-1 0,-4-6-1 15,14 5 2-15,-2-2 1 0,-1 0 1 0,1 1-4 16,1 0 0-16,1 1 1 0,2 1 0 0,-2 0 5 15,0 1 19-15,-3 0-27 0,3 1 24 0,-5 0-9 16,3 1 4-16,-2 0-21 0,-2 2 28 0,-1 0-21 16,-3-1 23-16,-1 1-25 0,-1-1 23 0,-2 3-25 15,-1-2 4-15,-3-1 0 0,0 1 3 0,-2-2 1 16,-2 4 2-16,-2-5 3 0,0 2-4 0,-2-2 4 16,0-1-6-16,0-1 1 0,-2-2-1 0,2-1-9 15,1 0-21-15,11-3-72 0,-22-4-108 0,13 0-119 16,2 0-139-16,0-5-81 0,3 0-147 0,1-5-498 15,3-1-799-15</inkml:trace>
  <inkml:trace contextRef="#ctx0" brushRef="#br0" timeOffset="117061.49">31607 12227 186 0,'0'0'828'0,"9"-8"-197"0,-9 8-74 15,6-7-71-15,-6 7-15 0,7-4-46 0,-7 4-27 0,6-6-38 16,-6 6-113-16,10-5-18 0,-10 5-33 15,17-4-34-15,-5 2-22 0,0 2-23 0,1 0-22 16,2 0-22-16,-2 0-11 0,1 0-15 0,0 0-11 0,0 2-5 16,-1 1-21-16,-1 0 10 0,0 1-5 15,-4 1-5-15,1-1-3 0,-4 5 1 0,0-1 2 16,-6 3 0-16,-4 2 2 0,-1 2 19 0,-3 1-32 16,-2 2 25-16,1-4-28 0,0 3 23 0,1-4-25 15,0 0 25-15,3-1-29 0,-1-2 28 0,1-1-21 16,1-2 20-16,0 0-23 0,1 1 26 0,1-4-29 15,3-4 29-15,0 11-28 0,0-11 24 0,4 7-27 16,-4-7 27-16,11 6-31 0,-3-2 32 0,1-1-28 16,1 0 22-16,-1 0-4 0,4 2 23 0,2 1-12 15,-2 2 23-15,1-2-21 0,4 5 20 0,-3-1-20 16,1 1 17-16,-1 0-16 0,-3 0 19 0,-2 0-16 16,0-1 15-16,-2 1-20 0,0 0 12 0,-3-2-18 15,0 1 22-15,-3-1-24 0,1-1 25 0,-3 0-21 0,-2-2 14 16,-1 3-20-16,-5-3 18 0,0-2-21 15,-1 1 15-15,-6-2-26 0,2-1 6 0,-4 0-78 16,-2-4-62-16,0 1-123 0,-5-5-115 0,2 0-139 16,-1 1-88-16,0-4-144 0,3-2-477 0,2-2-834 15</inkml:trace>
  <inkml:trace contextRef="#ctx0" brushRef="#br0" timeOffset="117246.86">31948 11933 287 0,'0'0'732'16,"18"0"-85"-16,-9 4-31 0,1 6-54 0,1 3-36 0,0 3-36 0,6 6-60 0,-4 2-48 16,4 7-33-16,-1 1-62 0,0 4-53 15,0 2-28-15,2 3-60 0,-3 0-9 0,0 1-48 16,1-3 6-16,-1 1-38 0,-2-2 3 0,-1-1-39 0,-4-5-24 16,-3-1-100-16,-1-4-84 0,-4-2-139 15,-4 1-178-15,-5 1-97 0,-5-2-129 0,-8 2-500 16,-3-3-838-16</inkml:trace>
  <inkml:trace contextRef="#ctx0" brushRef="#br0" timeOffset="117947.15">23728 15816 832 0,'-10'3'748'0,"2"0"-162"0,8-3-143 0,-7 4-91 0,7-4-74 0,0 0-50 16,11-7-47-16,3 0-29 0,9-1-9 0,4-5-18 15,13-3-31-15,6-3-17 0,9 0-18 0,3-3-7 16,-1-2-18-16,2 4-19 0,-3-1-140 0,-8 4-134 16,-4 2-79-16,-3 1-117 0,-11 3-552 0,-3 0-607 15</inkml:trace>
  <inkml:trace contextRef="#ctx0" brushRef="#br0" timeOffset="118111.24">23746 16037 430 0,'-8'11'801'16,"3"-4"-202"-16,0-1-119 0,5-6-120 0,0 0-69 16,8 5-57-16,2-6-32 0,9-5-10 0,9-3-39 15,13-4-27-15,4-4-28 0,18-5-1 0,4-2-6 16,2-1-20-16,2-1-12 0,-1 1-32 0,0 0-92 16,-6 3-155-16,-4 2-134 0,-12 5-221 0,-6 1-394 15,-7 3-558-15</inkml:trace>
  <inkml:trace contextRef="#ctx0" brushRef="#br0" timeOffset="118993.5">24983 15437 902 0,'-10'-14'759'0,"0"-4"-154"0,-2 4-125 0,5 2-99 0,-1 1-82 0,3 2-56 0,-3 2-53 0,8 7-23 15,-4-8-14-15,4 8 6 0,0 0-41 0,4 12-11 0,0-2-11 16,4 4-13-16,2 4-16 0,1 7-11 0,5 0-3 16,-1 7-18-16,3 0 1 0,-1 4-19 0,0-2 8 15,1 0-15-15,-1 0 7 0,-2 0-11 0,2-2 0 16,-3-5-7-16,-1 2-23 0,1-3-54 16,-1-2-113-16,-2-1-144 0,4-6-123 0,-3 1-163 15,2-5-427-15,-4-1-665 0</inkml:trace>
  <inkml:trace contextRef="#ctx0" brushRef="#br0" timeOffset="119193.16">25322 15666 369 0,'0'0'812'0,"-8"-4"-187"0,8 4-101 0,-8-3-135 15,8 3-63-15,0 0-56 0,-8-4-8 0,8 4-32 16,0 0-32-16,5-9-41 0,2 4-20 0,2-3-37 15,7 0-24-15,3-2-10 0,5-3-13 0,5-2-11 16,7 1-10-16,-1-1-3 0,1-2-10 0,-1 3-15 0,-5 0-69 16,-2 1-129-16,-2 0-111 0,-2 3-82 15,-5-2-126-15,-1 3-503 0,-4-1-623 0</inkml:trace>
  <inkml:trace contextRef="#ctx0" brushRef="#br0" timeOffset="123926.92">25971 15005 8 0,'0'-12'543'0,"0"1"-148"0,0 0-41 0,0 3-54 16,0 0-2-16,0 0-22 0,0 8-63 0,0-11-38 16,0 11-38-16,0-11-22 0,0 11 13 0,0 0 10 15,0 0 3-15,0 0-20 0,10 4 14 16,-7 3-3-16,2 3 24 0,0 3-30 0,4 1-24 0,1 3 32 16,2 2 0-16,4 5-26 0,-2-2-21 0,4 0-18 15,-1 3-5-15,1-1-16 0,0 5-2 16,0-5-17-16,-2-1 2 0,0 0-8 0,-2 0-1 15,1-1-9-15,-5-5-9 0,3 1-6 0,-3-3-90 0,-3-2-116 16,-1-3-86-16,2-1-58 0,-5-2-113 0,-3-7-154 16,6 4-254-16,-6-4-426 0</inkml:trace>
  <inkml:trace contextRef="#ctx0" brushRef="#br0" timeOffset="124177.54">26025 14929 323 0,'-4'-16'575'0,"1"3"-128"15,2 2-97-15,2-2-61 0,1 3-22 0,3-2-21 16,3 1-22-16,3 0-26 0,2-3 2 0,3 3-36 16,2 0-25-16,1 0-4 0,-2 3-11 0,3-1-15 15,-2 3-19-15,-1 2-17 0,-2 0-16 0,1 2-10 16,-2 2-13-16,-3 2-4 0,2 2-4 0,0 0-3 16,-3 6-2-16,-2-2-3 0,-2 5 3 0,-5 1-2 15,-1 0 0-15,-5 3-3 0,-2 3 3 0,-6 3 1 16,-2-2-1-16,-5 2-2 0,0-2-3 0,-6 1-1 15,3-4 1-15,-1 0 0 0,0-2-4 0,2-3 0 16,4-2-22-16,0 0-34 0,7-3-67 0,1-2-114 16,2-1-97-16,8-5-129 0,0 0-564 0,0 0-624 0</inkml:trace>
  <inkml:trace contextRef="#ctx0" brushRef="#br0" timeOffset="124460.25">26775 14439 290 0,'-4'-9'663'0,"-2"3"-136"15,-2 2-84-15,-1 0-56 0,-4 2-65 0,2 2-45 16,-2 0-9-16,2 2-33 0,-2 4 0 0,-1 2-15 16,0 8-6-16,0 6 8 0,3 6-48 0,-3 8-23 15,4 4-31-15,5 4-21 0,2 5 18 0,3 0-15 16,2 1-19-16,4 0-13 0,2-1-36 0,4-1 15 15,3-2-26-15,1-4 13 0,2 0-18 0,3-3 6 16,0-4-21-16,4-3 16 0,0-2-22 0,3-5 14 16,-1-4-19-16,1-4 16 0,-2-3-23 0,2-5-36 15,-3-4-158-15,-1 0-143 0,-3-4-79 0,1-2-150 16,-3-4-613-16,3-1-805 0</inkml:trace>
  <inkml:trace contextRef="#ctx0" brushRef="#br0" timeOffset="125527.35">27000 14702 523 0,'1'-11'414'0,"-1"2"-49"0,0 1-59 0,0 0 5 15,0 8-45-15,-1-11-20 0,1 11-58 0,-1-9 1 0,1 9-26 16,-4-5 5-16,4 5-10 0,0 0 9 0,-12 6-33 16,7 2 3-16,1 1-23 0,-1 4-4 0,1 1-7 15,1 2 12-15,0 0-19 0,3 4-16 0,1-2-16 16,4 1-10-16,-2 1-8 0,3 1-7 0,1-1-2 16,3-3 39-16,1-1-11 0,2 0-10 0,1-2-11 15,0-3-3-15,0-2 49 0,-1-3-9 0,4-1-7 16,-3-4 10-16,1-1-15 0,1-5-10 0,1 1-15 15,-1-7-8-15,0-1-6 0,-3-4-4 0,0-2-5 16,-2-1-22-16,-3-3 22 0,-1-2-24 0,-2-1 21 16,-2 0-24-16,-3 0 2 0,-3-1 4 0,-1 2-4 15,-5-2 3-15,-3 2 2 0,-2 2-5 0,-2 3 22 16,-5 3-26-16,2 3 23 0,0 4-25 0,-3 1 27 16,0 4-30-16,3 1 2 0,0 6 6 0,0 1-10 15,2 1 0-15,-2 5-20 0,6 3-11 0,4-1-66 16,3 0-57-16,5 2-102 0,2 1-96 0,8 0-101 15,2 0-182-15,6-3-397 0,1 1-665 0</inkml:trace>
  <inkml:trace contextRef="#ctx0" brushRef="#br0" timeOffset="125710.01">27635 14508 448 0,'0'-8'711'0,"0"2"-159"0,-4 1-99 0,-2-1-78 0,-1 0-55 15,-3 1-35-15,4 1-40 0,-2 0-46 0,2 1-39 16,-1 0-33-16,7 3-25 0,-10-6-20 0,10 6-18 16,0 0-14-16,-11 0-19 0,11 0-105 0,0 0-158 15,0 0-116-15,0 0-185 0,5 6-412 0,-5-6-526 16</inkml:trace>
  <inkml:trace contextRef="#ctx0" brushRef="#br0" timeOffset="126043.32">27824 14137 857 0,'0'-13'701'0,"0"13"-109"15,-7-5-106-15,7 5-52 0,-11-3-77 0,11 3-22 16,-17 4-38-16,6-1-31 0,2 4-44 0,-3 3-40 16,1 2-21-16,2 2-36 0,-2 3-28 0,3 2-15 15,2 3-15-15,2 0-11 0,3-2-28 0,2 4 12 16,4 0-25-16,3 3 4 0,3-2 10 0,3 0-27 0,-1-2 24 15,4-1-31-15,-1-5 21 0,0-2-24 16,-2-3 24-16,2-1-22 0,-4-3 22 0,2 0-25 16,-3-5 22-16,0-2-21 0,-11-1 21 0,20-1-22 15,-11-1 2-15,0-4-3 0,-3 1 27 0,-2-1-21 0,1-2 15 16,-3 2-21-16,-2-2 20 0,-2 0-3 0,0 0 0 16,-3 1-4-16,-3 1-1 0,-2 2-1 15,-2 1-1-15,-2-1 4 0,-4 2-4 0,2 2-3 0,-2 0-18 16,0 3 6-16,1 1-38 0,1 1-36 0,1-1-90 15,4 3-108-15,3-1-75 0,2 0-105 16,3 0-144-16,3-6-466 0,3 9-694 0</inkml:trace>
  <inkml:trace contextRef="#ctx0" brushRef="#br0" timeOffset="126394.01">27978 14224 777 0,'-9'-6'762'0,"0"3"-129"16,2-1-94-16,-2 1-68 0,9 3-39 0,-10-8-40 16,10 8-45-16,-8-4-66 0,8 4-44 0,-7-5-40 15,7 5-44-15,-4-8-31 0,4 8-25 0,8-8-22 16,-1 1-12-16,4 0-11 0,1-1-4 0,2 0-14 16,4 0-5-16,-2-2-9 0,0 2 1 0,2-2-9 15,-3 3 1-15,-2-2-3 0,1 2 1 0,-4 0-5 16,-1 2 4-16,2-1 11 0,-2 2-1 0,-2-1-4 15,0 2-5-15,0-1 9 0,-7 4-6 0,11-5 2 16,-11 5 6-16,0 0 6 0,10 2 5 0,-8 4 3 0,3 4-7 16,-3 0 12-16,0 5-3 0,2 2-10 0,-1 2-5 15,2 3-2-15,-1 2-3 0,1 1-4 16,4 2-2-16,-2 1-46 0,1 0 53 0,0 0-44 16,3 0 3-16,-2 0 48 0,1-3-48 0,3 1 41 0,-3-1-69 15,3-1-20-15,-3-5-112 0,-1-2-131 16,-2-1-144-16,0-3-65 0,-2-2-83 0,-1-2-145 0,-1-4-284 15,-3-5-648-15</inkml:trace>
  <inkml:trace contextRef="#ctx0" brushRef="#br0" timeOffset="126625.99">28112 13799 538 0,'0'0'676'0,"6"-8"-156"0,-6 8-41 0,14 3-52 15,-4 2-38-15,5 3-15 0,2 5-7 0,6 2-54 16,-1 3-30-16,9 6-67 0,-2 1-30 0,3 3 10 16,5 7-47-16,3 2-32 0,-4 1-21 0,-1 4-20 15,1-2-14-15,-5 2-12 0,-2 3-31 0,-7-6 23 16,-3 2-30-16,-5 3-7 0,-5 0 21 0,-1 2-33 16,-8 2 8-16,-8-3-59 0,-1 3-115 0,-10 2-151 15,-3 2-97-15,-7-4-87 0,-3-3-114 0,-3-4-474 16,-3-3-713-16</inkml:trace>
  <inkml:trace contextRef="#ctx0" brushRef="#br0" timeOffset="128876.1">29302 14344 893 0,'0'0'734'0,"-11"-1"-152"0,11 1-139 0,0 0-93 0,0 0-71 15,0 0-55-15,0 0-46 0,4-4-31 0,8 1 3 16,3-3-16-16,5 1 2 0,5-2-18 0,5-3-7 16,7-3-4-16,2 1-11 0,2-2-28 15,3-2-13-15,-1-1-10 0,3 0 12 0,-4 0-20 0,0 2 4 16,-3 0-21-16,-3 1 1 0,-9 2-25 0,-4 3-9 16,-5-1-67-16,1 2-102 0,-6 0-116 0,-5 2-87 15,-4 2-73-15,-4 4-108 0,0-10-386 16,0 10-535-16</inkml:trace>
  <inkml:trace contextRef="#ctx0" brushRef="#br0" timeOffset="129217.3">30300 13551 924 0,'0'-22'704'16,"-2"4"-108"-16,-3-2-127 0,-5 1-82 0,0 0-69 16,-4 5-39-16,-7-2-37 0,0 5-19 0,-2 3-21 15,-2 4-24-15,-3 4-13 0,1 3-24 0,-5 6-7 16,-3 5-2-16,-2 7-23 0,2 9-21 0,-1 9 21 16,4 9-48-16,6 4 29 0,5 5 33 0,3 7-25 15,9 2 30-15,5 1 1 0,4 0-21 0,7 1 23 16,4-4-12-16,7 0-15 0,1-3 27 0,6-1-52 0,3-2 35 15,1-2-18-15,2-2-21 0,3-4-14 16,0-3-13-16,0-2-5 0,6-5-9 0,-3-4-8 16,-3-10-1-16,1-5-13 0,-1-1-28 0,1-5-48 0,-6-4-81 15,1-4-88-15,-5-4-77 0,-2-3-133 16,-2 0-124-16,2-6-52 0,-2-2-79 0,-3-3-614 0,-1-3-915 16</inkml:trace>
  <inkml:trace contextRef="#ctx0" brushRef="#br0" timeOffset="129627.25">30369 13824 383 0,'-3'-6'780'0,"3"6"-162"0,0-10-113 0,0 10-108 0,-2-5-40 15,2 5-13-15,0 0-19 0,-2 7-34 0,4-1-30 16,-2 5-49-16,0 1-19 0,2 4-43 0,-2 4-25 16,5 4-24-16,-1 4 6 0,6 2-29 0,-1 0 11 15,0 1-33-15,5 3-3 0,-2 0-8 0,-1-5-8 16,1 0 0-16,-1-1-11 0,1-3-21 0,-3 0-29 16,0-4-42-16,-2 0-84 0,2-3-121 0,-2-3-151 15,-2 0-125-15,-1-2-145 0,-2-4-370 0,0 0-678 16</inkml:trace>
  <inkml:trace contextRef="#ctx0" brushRef="#br0" timeOffset="129876.75">30621 14146 856 0,'0'0'839'0,"-9"-3"-145"0,9 3-155 16,0 0-75-16,-6-4-82 0,6 4-38 0,0 0-37 15,-5-6-52-15,5 6-43 0,5-9-38 0,2 5-35 16,3-5-26-16,9-1-24 0,5-5-18 0,10 0-18 16,1-1-8-16,5 0-10 0,2-2-6 0,-1 0-5 15,0 2-10-15,1-1-4 0,-3-1-5 0,-2 2-2 16,-9 2-13-16,-3 1-19 0,-3 3-58 16,-5 0-112-16,-2 1-104 0,-5 0-92 0,-5 2-43 15,-5 7-82-15,3-9-64 0,-3 9-395 0,-9-6-572 0</inkml:trace>
  <inkml:trace contextRef="#ctx0" brushRef="#br0" timeOffset="130694.25">31239 13707 388 0,'-4'-6'462'0,"4"6"-86"0,-4-8-98 0,4 8-27 0,-3-7-41 0,3 7 35 0,0 0-7 16,0 0 11-16,0 0 5 0,9 7-25 0,-3-1-6 16,0 3-5-16,3 3 2 0,0 1-6 15,4 3-20-15,-3 1-41 0,-1 3-12 0,4-1-40 16,-3 2-11-16,-1 4-27 0,1-4-4 0,-1 1-16 0,-2 0-4 15,0 1-13-15,1-2 2 0,-2 1-17 0,-1-2-6 16,1-3-58-16,-4-3-85 0,3 2-133 16,0-1-95-16,-2-5-65 0,-1 0-53 0,-2-3-109 15,0-7-250-15,0 7-385 0</inkml:trace>
  <inkml:trace contextRef="#ctx0" brushRef="#br0" timeOffset="130926.9">31322 13703 662 0,'-1'-18'544'0,"1"4"-133"0,1 1-70 16,0 2-45-16,2 0-51 0,0 0-6 0,2 2-16 16,1 1-23-16,0-1-13 0,3 3-12 0,0 2-32 15,1-1-27-15,1 4-23 0,0-1-21 0,1 4-8 16,-2 1-17-16,0 1-10 0,0 3-11 0,-2-1 0 16,-1 5-1-16,-2 2-8 0,-2-3-2 0,-1 5-1 15,-4-2-9-15,-3 2 3 0,0 2-5 0,-4 0 8 16,-2 2-10-16,-2-5 7 0,0 1-13 0,-2 0 1 15,1-5-25-15,1 0-36 0,1-3-86 0,2-3-91 16,10-4-67-16,-12 1-119 0,12-1-518 0,-6-7-528 16</inkml:trace>
  <inkml:trace contextRef="#ctx0" brushRef="#br0" timeOffset="131143.7">31836 13378 72 0,'0'-9'741'0,"0"9"-159"0,-12-4-84 0,12 4-50 16,-19 1-69-16,3 2-31 0,0 0-20 0,-4 8-23 0,-2-1-34 16,2 4-20-16,-2 2-15 0,0 4-48 15,4 1-13-15,2 2-48 0,1 4-24 0,4 0-19 16,2 1 3-16,4 2-36 0,2-2-8 0,5-1 8 0,4 4-26 16,3-1 10-16,6 4-24 0,3-3 13 0,5-2-16 15,3-3-3-15,1-2-42 0,2-3-48 0,-2-5-103 16,0-4-135-16,0-2-97 0,-2-1-91 0,-2-4-110 15,1-4-406-15,-4-1-636 0</inkml:trace>
  <inkml:trace contextRef="#ctx0" brushRef="#br0" timeOffset="131544.25">32039 13564 612 0,'-11'-2'614'0,"11"2"-118"0,-13-3-80 0,3 1-50 15,2-2-50-15,-1 2-8 0,1-3-37 0,-1 2-33 16,3-3-34-16,-2 3-19 0,2-3-31 0,1 1-23 16,1 1-7-16,4 4-21 0,-6-10-15 0,6 10-20 15,0-10-15-15,0 10-8 0,6-8-10 0,-6 8-8 16,11-7-6-16,-11 7-4 0,13-1-6 0,-13 1-1 15,14 4-4-15,-6 0 0 0,-2 4-1 0,-1 0-2 16,1 1-1-16,-4 2 7 0,1 1-4 0,-1 1 0 0,-4 3-6 16,-1-1 11-16,-3 1-9 0,1-1 10 15,-3 2-8-15,-2-1 12 0,2-1-6 0,0-3 10 16,2 0-11-16,-2-2 8 0,5-2-10 0,-3 2 19 0,3-4 0 16,-1 1 18-16,2-1-5 0,2-6 10 15,2 7-16-15,-2-7 6 0,14 4-22 0,-2-4 11 16,3 0-21-16,4-3 10 0,0 1-20 0,4-4 10 0,1 0-18 15,-2-1-18-15,1-1-78 0,0 0-114 0,-1-1-144 16,-1 0-85-16,-1 0-168 0,-1-2-495 0,-4 2-730 16</inkml:trace>
  <inkml:trace contextRef="#ctx0" brushRef="#br0" timeOffset="131710.43">32293 13611 406 0,'0'0'810'0,"-12"3"-178"16,12-3-108-16,-11 2-99 0,11-2-53 0,-11 0-58 16,11 0-51-16,0 0-48 0,-12 3-42 0,12-3-41 15,0 0-29-15,0 0-69 0,0 0-172 0,0 0-169 16,0 0-142-16,0 0-648 0,0-7-714 0</inkml:trace>
  <inkml:trace contextRef="#ctx0" brushRef="#br0" timeOffset="132143.29">32407 13350 58 0,'-4'-9'840'15,"-1"1"-218"-15,1 2-57 0,2 1-97 0,-2-1-33 0,4 6-64 16,-4-8-33-16,4 8-35 0,-5-8-48 0,5 8-53 16,-1-6-40-16,1 6-38 0,7-5-25 15,-7 5-19-15,14-2-17 0,-14 2-7 0,25 2 27 16,-14-2-63-16,1 2 42 0,-1 2-58 0,-2 1 42 0,1 1-52 15,-1 0 43-15,-2 0-46 0,-1 3 38 16,-3-2-45-16,-2 2 48 0,-2 0-52 0,-2 1 49 0,-6 0-47 16,0 3 0-16,-2-2 10 0,-3 1 0 15,-2-4 3-15,5 2 0 0,-1-3 2 0,0 0 0 0,3-1 6 16,1 0-2-16,0 0-2 0,8-6-4 0,-9 6 0 16,9-6 4-16,0 0-4 0,6 8 3 15,-6-8-3-15,15 5-2 0,-4-4 0 0,2 2 45 16,0-1-52-16,2 1 45 0,1 1-49 0,1-1 44 0,-1 1-46 15,0 1 48-15,-2-2-51 0,2 3 45 0,-3-1-44 16,-1 1 49-16,1 0-47 0,-4 0 48 16,-2 1-51-16,0 0 53 0,-3 2-54 0,-3-2 7 0,-2 1 5 15,-2 1-1-15,-2-1 8 0,-1 2 1 0,-2-1 0 16,-3-1 3-16,-1 1-3 0,-1-1-2 16,-2-1-5-16,4 0 10 0,-3 0-10 0,-1-2 11 0,4 1-18 15,-2-3-19-15,4 1-55 0,0-2-74 16,9-2-138-16,-16 3-87 0,16-3-53 0,-11-1-67 0,11 1-502 15,-3-8-617-15</inkml:trace>
  <inkml:trace contextRef="#ctx0" brushRef="#br0" timeOffset="132549.09">32612 13327 67 0,'6'-13'661'0,"-1"1"-129"0,-2 4-107 0,3 0-3 0,-2 0-73 0,0 1 12 0,0 0-36 0,2-2 14 0,-1 1-62 0,3 2 16 16,1 0-91-16,-2-1-4 0,4 1-74 15,1 3 16-15,-3 0-71 0,3-1 29 0,-1 3-62 16,-2-1 32-16,-9 2-53 0,18 0 37 0,-18 0-47 16,14 3 37-16,-14-3-50 0,14 7 38 0,-9-2-39 15,-2 3 37-15,-2-1-43 0,-1 1 45 0,0 2-44 16,-4 1 37-16,0-1-41 0,-1 2 44 0,0 0-45 16,0-2 40-16,-1-1-41 0,2 0 45 15,-1 0-45-15,2-2 44 0,-2-1-47 0,0 0 48 0,3 0-49 16,2-6 50-16,-4 8-49 0,4-8 46 0,0 8-49 0,0-8 48 15,6 6-46-15,4-3 50 0,-1-2-47 16,0 2 44-16,5-2-49 0,-5 0 55 0,4 1-52 0,-2 1 46 16,2-1-45-16,-4 0 45 0,3 2-45 0,-3 0 46 15,0-1-45-15,-2 2 49 0,1 1-41 0,-4 1 59 16,-2-1-45-16,0 1 32 0,-2 0-49 0,-2 2 53 16,-3-2-49-16,1 2 41 0,-3-1-48 0,-5 2 45 15,1-2-47-15,-5 0 49 0,2 1-51 0,-1-3 51 16,0 2-47-16,-1-2 0 0,2-1 0 0,0 1 5 15,3-1-1-15,0-1-21 0,1-1-53 0,3 1-54 16,7-4-146-16,-13 3-115 0,13-3-95 16,0 0-96-16,-13-2-400 0,13 2-593 0</inkml:trace>
  <inkml:trace contextRef="#ctx0" brushRef="#br0" timeOffset="132759.15">32792 13125 182 0,'0'-10'579'0,"2"3"-158"0,-2 7-102 0,3-11-45 0,-3 11 16 16,6-6 44-16,-6 6-49 0,11 2 33 0,-3 3-37 16,4 2 2-16,2 3-64 0,3 3 10 0,4 4-56 15,2 3 5-15,4 4-73 0,-2 2 12 0,-1-1-61 16,-3 0 23-16,-4-1-53 0,1-2 30 0,-4 1-45 16,-3 0 29-16,-3-3-43 0,-1 0-42 0,-3-2-135 15,-3 0-69-15,-2-1-83 0,-5-1-34 0,-1 2-24 0,-5 0-27 16,-1-4-35-16,-1-2-316 0,-4 0-284 15</inkml:trace>
  <inkml:trace contextRef="#ctx0" brushRef="#br0" timeOffset="133042.81">32375 12826 274 0,'7'-12'641'15,"0"5"-123"-15,1 2-116 0,2 0 11 0,5 5-55 16,3 4 39-16,9 3-6 0,8 6-42 0,7 5-32 0,7 7-22 16,2 8-58-16,1 5 7 0,-2 4-34 0,0 8-32 15,-3 1 8-15,-2 5-40 0,-4 6 8 0,-6 1-61 16,-3 3 27-16,-5 3-23 0,-6 3 4 16,-9 6 12-16,-3 0-21 0,-11 1 16 0,-10 0-79 0,-3-1 14 15,-7-2-67-15,-5-2-46 0,-7-5-24 0,-2-2-24 16,-6-3-35-16,-3-4-10 0,-2-3-15 15,-4-2-40-15,-2-2-44 0,-3-5-94 0,-3-1-44 16,-1-2-60-16,-5-4-110 0,3-1-504 0,-4-5-691 0</inkml:trace>
  <inkml:trace contextRef="#ctx0" brushRef="#br0" timeOffset="134209.57">24753 17416 297 0,'-16'7'730'0,"4"-1"-159"0,1-4-126 0,2 2-92 16,1 0-82-16,8-4-60 0,-8 3-35 0,8-3-34 15,9-3-30-15,0-1-21 0,10-4-20 0,8-4-13 0,10-4 20 16,4-2-45-16,12-7 20 0,3 0-46 0,1-2-8 16,3-3-28-16,-1 0-29 0,-5 3-75 0,-2 0-58 15,-12 5-64-15,-4 3-80 0,-6 1-64 0,-5 4-332 16,-9 3-235-16</inkml:trace>
  <inkml:trace contextRef="#ctx0" brushRef="#br0" timeOffset="134393.79">24801 17669 171 0,'-12'12'573'0,"3"-1"-154"15,0-4-99-15,5-2-54 0,4-5-29 0,0 0-37 16,0 0-28-16,10-3-34 0,3-6-28 0,8-3-23 16,9-5-4-16,7-4-19 0,9-6-15 0,8-2-5 15,0-3-16-15,3-4-26 0,1-1-40 0,-2-1-63 16,0 1-100-16,-3 1-142 0,-2-1-381 0,-7 0-231 15</inkml:trace>
  <inkml:trace contextRef="#ctx0" brushRef="#br0" timeOffset="135143.47">25926 15037 348 0,'-6'-4'383'0,"6"4"-60"0,0 0-31 16,0 0-55-16,-6-6 10 0,6 6-14 0,0 0-10 0,0 0-24 15,-4-6-21-15,4 6-18 0,0 0-22 16,0 0-14-16,-5-6-6 0,5 6-8 0,0 0-4 16,-9-3-11-16,9 3 8 0,0 0 0 0,-16-1-10 15,16 1-13-15,0 0-3 0,-12-2 15 0,12 2-5 0,0 0 5 16,-11-1 4-16,11 1-2 0,0 0 0 0,0 0 7 16,-12 0-4-16,12 0 1 0,0 0 1 0,0 0-2 15,0 0-1-15,-9-4 2 0,9 4-18 16,0 0-11-16,2-7-21 0,3 1-9 0,7-2-7 0,-1-1-1 15,7-3 7-15,5-3 25 0,5 2-4 0,7-5 2 16,4 1-10-16,1-1-30 0,2-1 38 0,4 0-49 16,7-3 41-16,-5 5-54 0,-2 0 43 0,0 2-50 15,-5 1 41-15,1-1-45 0,-10 8 40 0,-1-3-44 16,-8 4 40-16,-1 0-50 0,-6-1 38 0,1 4-56 16,-3-3-4-16,-3 3-57 0,0-1-34 15,0 2-16-15,-11 2-65 0,13-2-76 0,-13 2-69 16,5 4-39-16,-5-4-47 0,-1 8-33 0,1-8-23 15,-5 12-353-15,0-7-412 0</inkml:trace>
  <inkml:trace contextRef="#ctx0" brushRef="#br0" timeOffset="135375.88">26298 15101 72 0,'-19'21'469'0,"2"0"-86"0,1-3-46 0,2-4-27 15,1 0 13-15,3-3-15 0,2-2 8 0,-1 0-11 16,3-2-4-16,-1 0-16 0,2-3-66 0,5-4-37 15,0 0-42-15,0 0-21 0,0 0-22 0,0-11-18 16,7 2-5-16,2-1-13 0,6-5-13 0,2-2-1 16,4-2-8-16,9-6-6 0,2 2-9 0,2-2 5 15,3-1-4-15,9-1-10 0,0-1 3 16,-5 6-10-16,-1 0 0 0,-2 2-2 0,2 2-10 0,-6 3-23 0,-4 4-76 16,-7 2-119-16,0 2-94 0,-6 3-57 15,0 3-74-15,-3 2-128 0,-2 0-250 0,-2 2-362 16</inkml:trace>
  <inkml:trace contextRef="#ctx0" brushRef="#br0" timeOffset="136360.04">31285 13669 12 0,'0'0'462'0,"-3"-7"-96"0,3 7-32 0,-5-7-38 15,5 7-29-15,-10-8-11 0,4 2-27 0,-1 2 6 0,0 1-25 16,-1-1-18-16,8 4-12 0,-11-6-29 0,11 6-27 16,-11-6-23-16,11 6-19 0,-10-2-9 0,10 2 61 15,0 0 14-15,-6 2 27 0,6-2-29 0,2 12 16 16,1-5-36-16,1 3-14 0,3 4-26 0,0-1 19 16,2 6-9-16,0 0 28 0,1 2-47 0,-4 2 3 15,3 2-29-15,0 3 20 0,-3 2-14 0,0-1 11 16,0 2-29-16,-2 0 11 0,0 0-6 0,1 1 38 0,-3-3-34 15,3 2 25-15,-1 1-40 0,-1-6 15 16,1 2-35-16,0-3 26 0,-2 0-34 0,4 1 26 16,-2-2-30-16,0-1 1 0,1 1-2 0,-1-2 2 15,1-3 0-15,-1 1-3 0,2-3-3 0,-2-1-8 16,1-1-72-16,-1-3-91 0,-1-1-134 0,-1-2-149 16,2-3-98-16,-4-6-130 0,5 6-447 0,-5-6-748 15</inkml:trace>
  <inkml:trace contextRef="#ctx0" brushRef="#br0" timeOffset="136626.19">31194 13865 381 0,'-7'-11'517'0,"0"1"-110"0,2 2-81 16,1 0-36-16,2 2-21 0,-1 0-16 0,-1 0-21 16,4 6-15-16,-5-9 5 0,5 9-3 15,0 0-28-15,4-10-3 0,-4 10-23 0,9-5-38 16,-9 5-18-16,15-2-26 0,-6-1-10 0,2 0-21 0,1 2-5 15,2-2-16-15,2-2-2 0,0 2-4 0,2-1 7 16,0 0-3-16,3-2 3 0,0 0-12 16,-3-1-1-16,1-1-6 0,-2 1 2 0,-2 1-8 0,-2-1 2 15,2-1-6-15,-4 0 2 0,1 2-6 16,-4-1 6-16,0-1-8 0,-2 2 5 0,-1 0-16 0,2-1-35 16,-4 2-79-16,-3 5-71 0,6-9-83 0,-6 9-17 15,0 0-24-15,-3-5-13 0,3 5-30 0,-8 5-28 16,1 1-320-16,0 1-221 0</inkml:trace>
  <inkml:trace contextRef="#ctx0" brushRef="#br0" timeOffset="136825.29">31254 13998 361 0,'-5'11'386'0,"3"-1"2"0,0-2 13 16,2-8 41-16,2 10 6 0,-2-10-30 0,11 4-29 0,-11-4-52 16,23 0-17-16,-7-2-72 0,7-4-4 0,1 0-63 15,5-1-18-15,2-2-37 0,2-1 1 16,4-2-43-16,4-3-3 0,-1 2-31 0,1-1 8 0,-2 0-25 15,0 0 3-15,-2 1-22 0,-7 4 10 0,-3-1-19 16,-6 3 10-16,-2 0-22 0,-4 2-5 0,0-1-111 16,-3 3-139-16,-3 2-114 0,-9 1-66 0,0 0-115 15,0 0-571-15,0 0-743 0</inkml:trace>
  <inkml:trace contextRef="#ctx0" brushRef="#br0" timeOffset="155246.44">25952 17012 93 0,'-13'-8'547'0,"3"-3"-139"0,-2 3-84 0,1 2-60 0,2-1-36 0,1 1-27 0,-2 0-47 0,5 2-26 0,5 4-22 0,-9-4 47 15,9 4-2-15,-4 7-19 0,7 0 28 0,1 3-10 0,1 4-10 16,4 5 8-16,5 3-55 0,-1 5 11 16,4 5-49-16,-1 1 17 0,3-2-43 0,-4 2 23 15,3-1-40-15,0 1 27 0,-3-2-34 0,1 1 1 16,-4-5-1-16,1 0-2 0,-1 1 1 0,-1-2-20 16,1-1-32-16,-5-6-76 0,1 0-85 0,1-1-86 0,-1-5-108 15,-1-3-78-15,0-1-278 0,-1-4-271 0</inkml:trace>
  <inkml:trace contextRef="#ctx0" brushRef="#br0" timeOffset="155424.57">26220 17312 736 0,'3'-6'627'16,"-3"6"-174"-16,2-10-64 0,1 6-114 0,-2-3 15 15,4 1-61-15,0-3-10 0,5-2-72 0,1-1-20 16,4-1-23-16,3-2-21 0,3 1-16 0,3-1-17 15,0 1-24-15,4 0-85 0,-2 0-119 0,2 0-94 16,-1-1-86-16,0 1-99 0,0-1-335 0,-1-1-313 16</inkml:trace>
  <inkml:trace contextRef="#ctx0" brushRef="#br0" timeOffset="155758.23">26891 16730 365 0,'0'0'620'0,"0"-10"-128"15,0 10-61-15,-5-5-43 0,5 5-37 0,0 0-2 16,-13 2-22-16,7 2-20 0,-2 2-44 0,-1 4-35 16,2 1-43-16,-2 3-31 0,1 4-41 0,2 1 29 15,2 1-23-15,1 1 4 0,3-2-22 0,1 1 11 16,3 3-33-16,2-1 29 0,1-2-36 0,3-1 29 16,2 1-34-16,0-4 9 0,1 0-28 0,2-2 17 0,2-4-32 15,-1-1 20-15,0-2-33 0,-1-4 23 0,0 0-30 16,-2-5 19-16,2 1-28 0,-2-3 20 15,1-5-27-15,-3 0 30 0,-2-4-29 0,1 1 21 0,-3-6-22 16,-3 4 2-16,-2-5 1 0,-2 0 0 0,-1 0-3 16,-4-3 1-16,-3 1-6 0,-3 1 25 0,-1 2-24 15,-6-1 21-15,3 3-27 0,-4 4 22 0,0 1-23 16,-1 2 21-16,-1 3-25 0,3 2-16 0,-1 2-21 16,1 2-24-16,1 5-45 0,-1 0-41 0,5 2-81 15,1 1-114-15,1 2-67 0,6 1-122 0,0 0-100 16,5 0-392-16,3 0-656 0</inkml:trace>
  <inkml:trace contextRef="#ctx0" brushRef="#br0" timeOffset="155941.63">27449 16840 375 0,'0'0'697'15,"-8"-9"-181"-15,8 9-111 0,-5-8-86 0,5 8-79 16,-2-8-92-16,2 8-79 0,3-9-59 0,1 4-108 16,2 1-113-16,4-2-171 0,-1-4-278 0,3 4-167 15</inkml:trace>
  <inkml:trace contextRef="#ctx0" brushRef="#br0" timeOffset="156359.1">27512 16493 95 0,'0'0'610'0,"-10"-4"-177"0,10 4-96 0,-9-2-71 16,9 2-22-16,-9-4-7 0,9 4-16 0,0 0-17 15,-10-3-3-15,10 3-9 0,0 0-19 16,-6-4-7-16,6 4-17 0,0 0-17 0,3-8-20 16,4 4-18-16,1-2-17 0,3-3-14 0,-1 3-10 0,4-6-10 15,0 2-5-15,4-2-7 0,-4-3-2 16,3 2-5-16,-2-1-3 0,1 1 2 0,-2-2-11 0,0 3 7 16,-4 2 15-16,0-1 6 0,0 3-3 0,-3 2-6 15,-1-2-11-15,1 3 4 0,-2-1-15 0,1 1 4 16,-6 5-10-16,8-5 16 0,-8 5-5 0,5 5 12 15,-3 0-6-15,2 3 3 0,0 4-9 0,0 3 5 16,2 2-2-16,1 4-2 0,0-1-5 0,1 1-2 16,5 3 0-16,-2 1-3 0,2 0-1 0,-1 0-10 15,-1-1 12-15,2 0-9 0,0 0 4 0,-1-2-7 16,-1-3-2-16,-1 0-104 0,1-1-144 0,0-3-95 16,-2-1-127-16,-2-4-144 0,3-1-281 0,-3-3-470 15</inkml:trace>
  <inkml:trace contextRef="#ctx0" brushRef="#br0" timeOffset="156608.37">27986 16281 683 0,'-1'-7'854'0,"1"0"-169"16,-1 1-147-16,1 6-89 0,-1-10-64 0,1 10-44 16,-2-7-46-16,2 7-45 0,0 0-44 0,-7 5-40 0,7-5-14 15,-5 11-51-15,3-3 0 0,1 3-40 16,0 0 11-16,2 1-14 0,0 1 15 0,1 2-31 15,0 1 24-15,2-3-29 0,2 2 32 0,1-1-39 0,-1 0 26 16,3-3-41-16,3 0 27 0,-1-1-36 0,2-2 20 16,2-4-40-16,-2-1 15 0,4-3-44 0,1-1-15 15,-1-2-96-15,4-5-78 0,-3 0-108 16,0-4-61-16,-2-3-12 0,0-1-21 0,-5-1 1 0,3-1 7 16,-5 0 8-16,-1 0-20 0,1-1-210 0,-6 2-159 15</inkml:trace>
  <inkml:trace contextRef="#ctx0" brushRef="#br0" timeOffset="156774.97">28238 16154 259 0,'-7'-8'356'0,"-1"2"-29"0,2 2-58 0,6 4-39 16,-12-5-31-16,12 5 16 0,-11 3-6 0,11-3 38 16,-7 9 0-16,5 0 27 0,0 3 11 0,4 1-12 15,0 6-19-15,1 2-18 0,4 2-36 0,2 3-39 16,0 1-25-16,5 3-30 0,2 2-21 0,0 0-12 16,2 2-20-16,1-4-10 0,-1 0-10 0,0-1-5 15,0-4-13-15,-3-1-2 0,1-3-19 0,-4 3-130 16,0-6-151-16,-2-3-120 0,-2 0-121 15,0-1-553-15,-3-1-699 0</inkml:trace>
  <inkml:trace contextRef="#ctx0" brushRef="#br0" timeOffset="157225.18">28668 16173 2 0,'18'-28'844'0,"-2"1"-221"0,-2 2-109 0,-2 4-65 15,-3 1-54-15,0 1-66 0,-2 3-22 0,-2 0-39 16,-2 1-45-16,0 2-43 0,-3-1-2 0,-2 2-42 0,0 0-24 16,-5 1-23-16,-3 1-10 0,1 2-26 15,-4 1 0-15,-5 1-21 0,1 3 1 0,0 0-16 0,-2 3 6 16,1 0-11-16,-1 2 3 0,3 1-11 0,0-2 6 16,2 4-10-16,1-1 5 0,3 0-5 0,2 2 7 15,0 0-7-15,5 1 8 0,3-1-4 0,2 1 2 16,3 1 2-16,4 0-4 0,3-1-1 0,4 1 1 15,1 2 0-15,3-1-4 0,1 1 1 0,-1 0 1 16,1 0-2-16,0 2 0 0,0 1 5 0,-3 0-6 16,-2 2 6-16,1-1-7 0,-4 1 7 15,-2 2-10-15,-2-1 9 0,-2-1-8 0,-3 2 8 0,-1-1-8 16,-3 2 13-16,-1-1-11 0,-3 0 12 0,0-1 2 16,-2-2 1-16,-2 2-3 0,-2-2 3 0,1-2-3 15,-1-2 14-15,-2 1-15 0,2-3-2 0,-1-2 0 16,-2-2-1-16,1-1 5 0,-2-4-2 0,3-1-7 15,-1-3 11-15,2-1-13 0,0-3 13 0,3-3-37 16,2-2 6-16,3-3-14 0,2-1-6 0,2-1-18 16,3-1-2-16,2-2-7 0,3-1-32 0,0 0-44 15,1 4-61-15,0 0-64 0,2 0-40 0,-2 3-66 16,3-2-75-16,-2 2-111 0,-1 0-246 0,3 1-330 16</inkml:trace>
  <inkml:trace contextRef="#ctx0" brushRef="#br0" timeOffset="157591.76">29000 15837 89 0,'10'-6'813'0,"-10"6"-172"0,7-2-95 0,-7 2-71 0,7-6-58 0,-7 6-44 0,0 0-27 0,7-5-50 16,-7 5-26-16,0 0-57 0,0 0-28 0,0 0-40 15,0 0-13-15,-7 9-38 0,2-3-2 0,-1 3-28 16,-1 1-17-16,0 3-10 0,-2 1-6 0,1 0-7 15,0-1-2-15,3 3-7 0,-1-1-1 0,2 0 8 16,2-1-12-16,0-1-2 0,4-2-1 0,0 0 1 0,6 0-2 16,-1 0 3-16,5-3-2 0,2-2-4 0,0 0 1 15,3 0-4-15,1-3 4 0,1 0 2 0,2-2-2 16,-1-1 0-16,1 0 0 0,-3 0-4 0,3 0 1 16,-5 0-2-16,0 2 8 0,-1-1-11 0,-2 1 3 15,-2-1 2-15,2-1-4 0,-3 5 1 0,-1-1 0 16,-3 0 1-16,0 4 22 0,-2 0-27 0,-3-1 22 15,-1 1-19-15,-1 2 16 0,-3 1-22 0,-2 1 20 16,0-2-17-16,-3 3 17 0,0 0-26 0,-5-1 16 16,3 3-22-16,-3-4-27 0,0 0-48 0,1 0-63 15,-1-3-90-15,2 0-108 0,3-4-97 0,-2 0-144 16,11-4-508-16,-17-1-721 0</inkml:trace>
  <inkml:trace contextRef="#ctx0" brushRef="#br0" timeOffset="157758.41">29008 15902 425 0,'-2'-6'670'0,"2"6"-153"0,-1-12-81 0,1 12-45 15,-1-11-43-15,3 5-30 0,2-2-33 0,1 1-58 16,2-2-41-16,4 1-38 0,5-3-28 0,3 0-24 0,0 0-19 16,3 0-17-16,-1 1-16 0,2 2-30 15,-2-3-81-15,-1 4-137 0,2-2-103 0,-3 0-131 16,0 2-605-16,-6 0-659 0</inkml:trace>
  <inkml:trace contextRef="#ctx0" brushRef="#br0" timeOffset="158525.44">29783 16004 1016 0,'-19'0'775'0,"19"0"-165"15,-14 0-150-15,14 0-87 0,-11-3-76 0,11 3-44 0,-9-2-30 0,9 2-10 0,0 0-28 0,4-7-22 0,3 1-41 16,2 0-16-16,5-1-28 0,5 0-3 0,4-3-28 16,4 0 0-16,3-1-13 0,5-3 0 0,1-1-15 15,1 1 5-15,-1-1-12 0,2 0 2 0,-7 2-24 0,-2 1-64 16,-4-1-137-16,0 1-124 0,-4 2-57 15,-6-1-74-15,-1 1-100 0,-4 3-411 0,-3-1-571 16</inkml:trace>
  <inkml:trace contextRef="#ctx0" brushRef="#br0" timeOffset="158743.07">30233 15529 420 0,'0'0'844'15,"5"-11"-214"-15,-5 11-134 0,4-6-79 0,-4 6-14 16,0 0-6-16,12 6-44 0,-5 2-9 0,0 1-60 0,2 4-10 16,1 5-57-16,4 3-1 0,-1 6-64 0,5 5-10 15,0 1-47-15,1 0 0 0,2 1-49 0,-1 1 8 16,1-3-8-16,2 3-7 0,-1-2-12 0,-1-2-9 16,2 0-44-16,-2-1-88 0,-2-5-164 0,-1 0-219 15,-4-2-126-15,2-3-798 0,-5-3-1028 0</inkml:trace>
  <inkml:trace contextRef="#ctx0" brushRef="#br0" timeOffset="159859.29">30888 15504 28 0,'0'0'673'0,"-13"1"-176"0,13-1-98 0,-17 0-29 0,17 0-7 0,-16 1 3 16,16-1 0-16,-13 0-25 0,13 0-39 0,-12 0-37 0,12 0-7 15,0 0-31-15,-12 0-3 0,12 0-40 0,0 0 14 0,0 0-57 16,0 0 6-16,15 0-49 0,-4-1 13 15,5-2-49-15,0 1 12 0,5 0-37 0,4-3 17 16,0-1-38-16,5-4 30 0,2 1-29 0,8-3 20 16,-4-1-33-16,-4 3 23 0,-2 0-26 0,-2-2 21 15,-2 2-27-15,-7 0 0 0,3 3 2 0,-3-2-9 16,-5 2-27-16,1 1-93 0,-3-1-123 0,-3 1-154 0,-3 0-91 16,0 0-110-16,-6 6-108 0,3-8-301 0,-7 3-628 15</inkml:trace>
  <inkml:trace contextRef="#ctx0" brushRef="#br0" timeOffset="160042.34">30899 15205 331 0,'-13'-1'807'0,"13"1"-210"16,-19 0-114-16,19 0-80 0,-6 7-7 0,6 0-21 16,2 2-30-16,5 5-26 0,3 3-69 0,5 4-21 15,4 2-52-15,4 5-26 0,4 1-43 0,1 0-11 16,3 1-20-16,1 3-11 0,4 6-17 0,-9-6-10 15,1 1-23-15,-3 0-38 0,-2 0-95 0,-5 2-151 16,-1-2-148-16,-4 1-145 0,-6-4-679 0,-3-6-850 16</inkml:trace>
  <inkml:trace contextRef="#ctx0" brushRef="#br0" timeOffset="162208.41">30242 15336 85 0,'1'-12'636'0,"1"0"-132"0,-2 4-91 0,0 0-63 0,0 1-63 0,0 7-49 0,0-12-37 0,0 12-35 0,0-11-33 15,0 11 40-15,0 0 4 0,0 0 29 0,-7 8-6 16,2 7-36-16,1 7-25 0,-3 10 11 0,0 11-10 15,-2 8-31-15,-3 11-22 0,0 4-27 0,1 3-2 16,-3 6-12-16,-1 0-2 0,2 5-21 0,-2-1 3 16,0 1-11-16,4-1-75 0,-2-2-166 0,1-4-121 15,2-2-84-15,1-4-106 0,0-3-471 0,0-12-612 16</inkml:trace>
  <inkml:trace contextRef="#ctx0" brushRef="#br0" timeOffset="163259.97">25969 16759 109 0,'-4'-13'421'0,"1"3"-75"0,1-2-16 0,0 3-27 0,1-1-12 0,0 3-10 0,-1 0-29 0,1 0-49 0,1 7-33 15,0-9 25-15,0 9-10 0,5 9 66 0,0 5 43 16,3 11-16-16,2 16-53 0,-2 11-33 0,1 19-52 16,-4 9-28-16,1 9-32 0,-6 14-3 0,-5 28-21 15,-1 8-12-15,-6 2-75 0,-3 4-162 0,0-1-161 16,-3 1-119-16,1-1-131 0,-2-11-390 0,4-6-591 15</inkml:trace>
  <inkml:trace contextRef="#ctx0" brushRef="#br0" timeOffset="169108.08">29217 15299 52 0,'-2'-6'400'0,"0"0"-98"0,2 6-18 0,-5-10-54 0,5 10-15 0,-5-9-23 0,5 9 10 0,-2-9-31 0,2 9-4 0,-2-7-21 0,2 7-26 16,-2-5-14-16,2 5-30 0,0 0-8 0,-3-7-10 15,3 7-7-15,0 0 51 0,0 0 17 0,-9 1-9 16,2 4 13-16,0 3 9 0,-3 0 26 0,-4 6-34 16,0-1 28-16,-3 4-23 0,-1 1-4 0,-1 1 10 15,1 1-23-15,-2 2 25 0,-2 0-11 0,4 0 18 16,0 0-31-16,-1 1 0 0,4 0-31 0,1 1 5 15,1 1-17-15,3 0 19 0,2 2-33 0,2-2 10 16,3 1-16-16,3 4 8 0,0-4-7 0,3 6-3 16,1 2 3-16,3-3 22 0,0 2-45 0,0 0 60 15,2-1-8-15,3 4-8 0,-2-6 7 0,0 0 4 16,2 0-27-16,-2-2 8 0,1-2-31 16,1-2 12-16,-2-4-17 0,0 1 22 0,-1-4-23 0,0 1 12 15,0-2-17-15,1-6 13 0,-1 5-20 0,-1-5 21 16,2-1-20-16,-1-1 14 0,0-1-20 0,1-3 13 15,-1-1-13-15,2-3 12 0,1 0-19 0,-1-2 21 16,3-3-23-16,2-2 14 0,0-3-13 0,1-1 12 16,1 0-20-16,0-3 2 0,-1 1 4 0,-2-1-2 15,-1 1 1-15,0-1 0 0,0-3 1 0,-3 3 0 16,-1-1 3-16,-1 1 1 0,-2 0-1 0,0-2 14 0,-2 1-17 16,-1 1 19-16,0-3-13 0,-1 3 15 15,-3-4-18-15,0 5 15 0,-2-2-15 0,-2-1 17 16,2 1-20-16,-4 0 14 0,1-1-19 0,-4 3 16 0,-1 0-17 15,1 0 6-15,-2 4-6 0,-1-3 18 0,-1 4-22 16,-2-1 21-16,2 5-23 0,-2-1 18 0,0 3-18 16,-3 0 16-16,1 4-13 0,-2 0 10 15,0 2-16-15,-2 0-3 0,-2 5-49 0,4-1-39 0,-3 1-45 16,3 1-62-16,1 0-89 0,2 0-109 0,3-1-115 16,0 0-57-16,7-2-129 0,1 0-492 0,1-2-814 15</inkml:trace>
  <inkml:trace contextRef="#ctx0" brushRef="#br0" timeOffset="169742.52">29155 15409 495 0,'-7'-15'425'0,"3"1"-66"0,2 3-80 0,-1 1-30 0,-2 0-23 0,4-2-14 0,-2 4-28 0,1-1-19 0,-1 1-12 0,2 2-18 16,-2-1-15-16,3 7-29 0,-3-12-15 0,3 12-13 0,-3-8-15 15,3 8-8-15,-2-6 38 0,2 6 19 0,0 0-5 16,-11-3-19-16,11 3 17 0,-9 7 1 16,2-1 15-16,0 1-12 0,-2 4-16 0,0 0 29 15,-1 1-17-15,-1 3 8 0,0 4-4 0,-3-2-7 16,1 6 16-16,0-3 3 0,0 5-25 0,0 0 3 15,0 0-1-15,3 1 2 0,0 3-27 0,-1-3 7 16,4 4-25-16,-1-3 11 0,-1 4-20 0,3 0 22 0,1 0-32 16,1 0-1-16,1 0-2 0,-1-1 3 0,4 3-1 15,-2-3 2-15,4 3-6 0,0-2 4 0,0 5 20 16,3-6-8-16,-1 3 25 0,3-3-35 0,-1 0 23 16,4-2-27-16,-1-2 18 0,0 1-16 0,4-4 25 15,-4-3-27-15,1-2 21 0,1 0-19 0,2-1 22 16,-2-4-12-16,1-3 5 0,1 0-21 0,1-4 20 15,0 1-24-15,3-3 21 0,-2-2-16 0,0-2 18 16,2-2-21-16,2-1 17 0,-3-2-19 0,2-1 18 16,1-3-21-16,-3 1 13 0,2-3-18 0,-2-3 15 15,-1 1-18-15,-2-1 19 0,-2-2-22 0,1 1 4 16,-3-2 3-16,-3 2-2 0,2 0-1 0,-3-1 5 16,-1 0-5-16,-2 1 0 0,-1-2 15 0,-1 1-14 15,-1 1 10-15,1-2-12 0,-4 4 13 0,2-1-20 16,-3 0 18-16,-2 1-16 0,2 1 16 0,-2 1-18 15,-1 1 17-15,-2 1-18 0,-1 1 17 0,2-1-18 0,-3 4 18 16,0-2-16-16,2 5 17 0,-1-2-17 16,-2 2 17-16,2 1-17 0,-4 0 16 0,2 2-17 15,-1 0 18-15,-1 1-22 0,-2 3-7 0,1 0-10 16,-3 3-25-16,-2 1-47 0,3 1-82 0,0 2-110 0,-6 4-179 16,5 0-127-16,-3 5-231 0,-1-1-371 0,3-2-813 15</inkml:trace>
  <inkml:trace contextRef="#ctx0" brushRef="#br0" timeOffset="179408.5">31888 15202 594 0,'-9'-9'530'0,"0"2"-108"0,-3 2-68 0,1 1-46 0,-3 2-27 0,0 2 2 0,-1 2-14 0,-2 2-9 0,-2 2 2 0,0 5-44 0,0 0-27 16,1 7 3-16,-1-1-24 0,5 4-49 0,2-2 16 16,3 1-9-16,0 0 0 0,7 2-11 0,0-5-1 0,4 3-3 15,3 1-3-15,1-2-12 0,6-2-7 16,2 1-18-16,1-4-12 0,4-2-12 0,2-2-13 15,1-2-1-15,2-2-3 0,1-3-12 0,-2-3-5 0,0-1-2 16,2-4-2-16,-1-2-3 0,-1-4-3 0,-1-2 6 16,-1-3 5-16,-2-3-3 0,-3 0-25 15,-3 0 38-15,-4-2-27 0,-4 0 29 0,-1-1-18 16,-4 0 21-16,-4 0-2 0,-3-1-6 0,-2 2-2 0,-5-1-8 16,-1 3 0-16,-3 1-1 0,1 5-2 0,-2 1-7 15,-1 5 4-15,3 1-7 0,-2 2-21 16,2 4 22-16,0 1-41 0,0 4 2 0,3 2-79 15,4 0-65-15,1 4-173 0,4 1-167 0,3 1-174 0,4-1-614 16,3 2-915-16</inkml:trace>
  <inkml:trace contextRef="#ctx0" brushRef="#br0" timeOffset="179590.41">32292 15306 747 0,'-4'-7'812'0,"1"1"-170"16,-1 2-153-16,4 4-104 0,-7-10-74 0,7 10-63 16,-4-8-51-16,4 8-41 0,-5-8-48 0,5 8-113 15,0-6-175-15,0 6-124 0,0-8-163 0,5 3-515 0,-5 5-574 16</inkml:trace>
  <inkml:trace contextRef="#ctx0" brushRef="#br0" timeOffset="179990.52">32582 14941 572 0,'-4'-12'604'0,"-1"-1"-94"0,-2 1-81 15,0-2 4-15,-4 0-77 0,-2 0 8 0,-1 0-59 0,-1 2 20 16,-1-1-65-16,-3 4-6 0,1-1-36 0,-1 2-20 16,2 2-54-16,1 2-4 0,0 3-28 15,1 1-19-15,0 2-21 0,-1 4-14 0,2 1-9 16,0 4-5-16,3 1-8 0,-1 1-9 0,6 3 24 0,1 0 0 15,2-1 3-15,1 1-2 0,4 0-10 0,1-1 3 16,3-2 1-16,1 1-8 0,4-3-7 0,1 0-5 16,2-4-3-16,0 0-7 0,2-3-6 0,1 0 1 15,-2-3-7-15,-1-2 2 0,4-3 30 0,-4 0-44 16,3-4 35-16,-4 0-38 0,-1-3 36 0,-1 0-34 16,-2-1 29-16,-2-1-35 0,1 1 38 0,-2 0-30 15,-2 2 4-15,1 1 4 0,-2-1 3 0,1 3-3 16,-2 0-1-16,1 1 1 0,-3 6 10 0,0 0 4 15,0 0 5-15,0 0 28 0,6 9-35 0,-5 2 26 16,-1 2-38-16,2 3 35 0,0 2-38 0,1 4 26 16,-1 0-34-16,2 1 8 0,1 1-4 0,0 1 1 15,-1 0 5-15,3 1-1 0,-4-2-4 0,3 0-36 16,-2-1-56-16,-1-1-72 0,2 0-105 0,-2-4-112 16,-1-2-129-16,0-1-75 0,0-2-84 0,-2-2-462 15,2-3-751-15</inkml:trace>
  <inkml:trace contextRef="#ctx0" brushRef="#br0" timeOffset="180389.52">32897 14838 64 0,'-2'-15'774'0,"0"1"-179"0,-3 1-95 0,-1 0-80 0,1 1 3 0,-5-1-59 0,1 0 2 0,-2 4-70 15,-5-4 19-15,-1 4-80 0,-1-1-37 0,-3 1-29 16,-2 3-26-16,5 3-20 0,-3 1-22 0,3 2-6 15,-3 2-20-15,3 2-9 0,0 4-14 0,1 1-6 16,2 2-9-16,2 4-5 0,2-1-2 0,3 0 9 16,5 2 12-16,1-2 36 0,2 0-42 0,4 0 35 15,3 1-47-15,2-2 35 0,2-2-49 0,1-1 35 16,2-1-41-16,2-2 31 0,2-2-36 0,-1-3 26 16,2 0-40-16,-2-4 37 0,2-1-40 0,-4-2 34 15,4-4-40-15,-2 0 40 0,-2-2-42 0,-1-5 31 16,-2 2-28-16,-3-2 36 0,-3-1-33 0,-1 3 34 15,0-1-35-15,-1 5 14 0,-1-3 7 0,-1 3 2 16,0-1 1-16,0 4-2 0,-1 0-1 0,-1 7 5 16,3-8 15-16,-3 8-1 0,0 0 33 0,3 9-36 15,-2 2 38-15,3 3-45 0,-1 3 52 0,4 2-32 16,-1 5 30-16,2 1-52 0,0 3 36 0,0-1-45 16,1 2 35-16,-1-3-46 0,4 3 37 0,-3-4-41 15,0 1-12-15,1-4-50 0,-3 0-77 0,1-3-87 16,-1-1-129-16,0-3-133 0,-2-1-88 0,-1-3-85 15,0-2-654-15,-3-3-925 0</inkml:trace>
  <inkml:trace contextRef="#ctx0" brushRef="#br0" timeOffset="180707.75">33047 14736 185 0,'0'-12'773'0,"-1"4"-221"15,0 3-66-15,1 5-64 0,-1-7 14 0,1 7-51 16,0 0 28-16,0 0-81 0,0 0 10 0,-4 7-79 15,4 0 15-15,0 1-77 0,1 3 9 0,0 1-69 16,1 0 8-16,-1-1-51 0,1 3 14 0,2-1-60 16,0 2 29-16,0-2-50 0,2-2 28 0,1 2-44 15,0-3 32-15,1-1-32 0,2-3 33 16,-1 1-36-16,0-6 38 0,3 1-50 0,-1-4 33 0,-1-1-40 16,4-5 38-16,-3 1-39 0,-1-4 32 0,0-1-37 15,-4-1 34-15,2-2-36 0,-5-1 36 0,-1 0-32 16,-2 2 34-16,0-3-41 0,-3 4 39 0,-3-3-38 15,-1 4 9-15,-4-1-7 0,-1 2 3 0,-1 3 6 16,-4 2-1-16,2 1 0 0,-2 2 1 0,3 3 4 16,-4 1 22-16,2 1-87 0,0 4-15 0,2 0-153 15,2 0-131-15,1 4-163 0,4-2-127 0,-2 2-708 16,5-3-966-16</inkml:trace>
  <inkml:trace contextRef="#ctx0" brushRef="#br0" timeOffset="180907.79">33299 14505 327 0,'0'-6'944'0,"0"6"-223"0,0-9-65 0,0 9-115 15,0-7 13-15,0 7-92 0,0 0-50 0,-9 7-20 0,7 0-2 16,-2 4-25-16,1 3 0 0,1 3-48 16,2 6-64-16,2 4-38 0,2 6-57 0,2 5-15 15,4 1-45-15,1 2-6 0,0-1-35 0,2-2 1 0,1 1-36 16,-2-3-60-16,-1 1-188 0,-3-7-105 15,-2-1-290-15,-4-3-236 0,-4-1-872 0,-1 0-1410 0</inkml:trace>
  <inkml:trace contextRef="#ctx0" brushRef="#br0" timeOffset="181890.48">27369 18064 631 0,'-10'-5'859'0,"10"5"-158"0,-5-4-161 0,5 4-120 0,-4-5-82 0,4 5-49 0,1-8 14 0,-1 8-57 0,8-11 9 0,5 3-75 0,2-1 0 0,8-6-67 0,9-1 13 16,5-1-55-16,4-2 18 0,1-1-54 0,14-1 27 16,-2-1-55-16,-8 5-10 0,1-1-59 0,-4 3-112 15,-1 1-119-15,-1 3-139 0,-9 2-138 0,-7 3-103 16,-2 3-338-16,-6 1-615 0</inkml:trace>
  <inkml:trace contextRef="#ctx0" brushRef="#br0" timeOffset="182058.04">27566 18200 35 0,'-8'2'867'15,"8"-2"-232"-15,0 0-146 0,0 0-101 0,-5-6-96 16,13 2-52-16,4-2-35 0,7-4-29 0,5-4-29 15,10 0-21-15,2-5-25 0,5-1-20 0,1 2-17 16,0-1-15-16,1 1-93 0,-1-2-171 0,-1 4-162 16,-4 0-155-16,1 0-327 0,-5-1-408 0</inkml:trace>
  <inkml:trace contextRef="#ctx0" brushRef="#br0" timeOffset="183775.91">15904 15963 668 0,'-15'3'491'0,"15"-3"-112"0,-18 5-73 0,10 0-51 0,-1 0-36 0,-2 6-29 15,2 1-30-15,0-1-21 0,-1 5-13 0,0-1-11 0,2-2-22 0,0 2-18 0,2-1 5 16,1-2-6-16,2 0-8 0,1-1 44 0,2-1 53 0,2 0-3 16,2-4-9-16,6 1-5 0,-1-1-25 0,8-3-13 15,-2-1-28-15,8-2-2 0,3-5-20 16,4-3-5-16,9-3-16 0,0-2-5 0,5-5-2 16,7-3-8-16,3-4-3 0,2-4 5 0,2-2-14 0,3-2 1 15,1-4-11-15,0-1-10 0,0-2-26 0,-2 0-50 16,-1 1-102-16,-5 3-87 0,-2 1-70 0,-7 6-111 15,-7 4-121-15,-3 4-326 0,-5 2-469 0</inkml:trace>
  <inkml:trace contextRef="#ctx0" brushRef="#br0" timeOffset="184274">19538 16202 250 0,'0'0'306'0,"11"-6"-102"0,-11 6-63 0,7-4-27 0,-7 4-28 0,6-5-13 0,-6 5-23 0,0 0-31 0,0 0-68 0,0 0-33 0,0 0-59 15,0 0-162-15,0 0 236 0</inkml:trace>
  <inkml:trace contextRef="#ctx0" brushRef="#br0" timeOffset="185535.57">20615 16219 234 0,'0'0'325'0,"0"0"-110"0,0 0-66 0,0 0-53 0,10-2-68 0,-10 2-109 0,0 0-221 0,9-2 239 0</inkml:trace>
  <inkml:trace contextRef="#ctx0" brushRef="#br0" timeOffset="185758.4">21397 16175 30 0,'0'0'700'0,"-1"-8"-182"0,1 8-134 16,-5-6-75-16,5 6-61 0,-7-6-47 0,7 6-59 16,-3-6-23-16,3 6-28 0,0 0-23 0,-6-4-35 15,6 4-58-15,0 0-53 0,0 0-87 0,0 0-106 16,0 0-461-16,0 0-239 0</inkml:trace>
  <inkml:trace contextRef="#ctx0" brushRef="#br0" timeOffset="186373.02">22174 15881 692 0,'0'0'549'0,"-4"-8"-139"0,4 8-73 0,-2-8-67 0,2 8-58 0,0 0 14 0,-3-6-9 0,3 6-33 15,0 0-34-15,0 0-20 0,8 6-26 0,-8-6-14 16,6 9-21-16,-1-2-10 0,2-1-13 0,-2 2-1 16,1-1-16-16,-1 2 6 0,2-2 55 0,-2-1 1 15,1 1 11-15,-1-2 29 0,-5-5 32 0,7 8 27 16,-7-8 27-16,6 10-12 0,-6-10 51 0,4 5-4 16,-4-5-6-16,0 0-51 0,11 1-39 0,-11-1-29 15,12-8-28-15,-6 2-21 0,5-3-14 0,-2-1-11 0,2-3-14 16,4-1-7-16,2-5-7 0,3 0 11 15,5-7-21-15,0 0 11 0,5-3-22 0,-1 0 0 16,2-3 1-16,-1 0-2 0,1 0 5 0,-3 0-5 0,2-1 2 16,-3 2-38-16,-2 1 44 0,-1 2-40 0,-3 0 42 15,-6 5-38-15,2 1-4 0,-6 3-17 16,-2 2-55-16,1 1-69 0,-3 1-77 0,-2 3-71 16,-4 1-94-16,0 3-71 0,-2 1-18 0,-3 1-82 0,-2 2-102 15,-4 2-296-15,-2 2-573 0</inkml:trace>
  <inkml:trace contextRef="#ctx0" brushRef="#br0" timeOffset="188090.25">20069 16887 204 0,'-4'-10'512'0,"-2"1"-103"0,1-1-100 0,-1 0-31 0,-2-2-51 0,-1 0-2 0,1 0-14 0,-1 0-20 0,-3-2-11 0,-1-1-15 0,-1-1-7 0,-4-2-11 0,-1-1-25 16,-2 2 3-16,-2-1-7 0,-5-2-9 0,-1 1 0 16,-3 0-14-16,-3 0-16 0,-1 0-10 0,-4 2-11 15,-5 1-11-15,-11-4-3 0,-4 3-5 0,-4 0-10 16,-3 0 7-16,-2 2-2 0,1-1-3 0,-4 1 4 0,0 2-5 16,0 1 0-16,-4 4-13 0,0-3 10 15,-3 6-1-15,0 1-2 0,-3 1 5 0,-1 3-4 16,-1 2-2-16,-1 1-3 0,2 2-1 0,-2 2-3 15,-1 0-3-15,3 0 1 0,-3 2-1 0,2-1 10 0,-2 2 2 16,3-1-12-16,3-1 0 0,-1 0-1 0,6-1 0 16,2 2 0-16,1-2 2 0,14-1 12 15,1 1-2-15,1-1-9 0,4 1-3 0,1-1-4 0,3 0 1 16,2 2-1-16,4-1 2 0,0 1-4 0,5-2-3 16,3 2-1-16,0 1 0 0,0-1-1 0,-3 5 1 15,-2-1-3-15,0 2 1 0,-1 1 3 0,2 2-11 16,-1 1 7-16,0 2-1 0,2 2 5 0,0 2-6 15,2 0 6-15,-1 2-8 0,4 1 10 0,0 0-5 16,4 0 4-16,0 1 5 0,5-2-10 0,4-2-2 16,5 0 5-16,0-1 36 0,4-2-43 0,3-1 35 15,1 1-34-15,3 0 43 0,1-2-36 0,2 0 0 16,2 4 0-16,2-2 6 0,3 3 4 0,3 2 3 0,1-1 3 16,5 1 12-16,4 3-8 0,6 0-2 15,3-1-1-15,4 0-1 0,9 6-5 0,8-4 12 16,4 3 16-16,9-3 33 0,4-1-6 0,4 0-14 0,3-3-4 15,8 1-12-15,4-4-3 0,21 6 27 0,1-5-43 16,-15-6 26-16,19 1-35 0,-14-4 3 0,-1-2 33 16,3 0-43-16,0-1 34 0,2-2-42 0,-4 1 32 15,2 0-39-15,-6-1 41 0,-3-1-41 0,-1 0 37 16,-5-1-36-16,-3-1 33 0,-1 0-35 0,-6-1 34 16,0-1-36-16,-13-2 38 0,-2-2-40 0,-2-1 39 15,1-1-36-15,-5-2 40 0,0 0-39 0,-2-3 34 16,-3-3-32-16,0-2-1 0,1-2 13 0,0-2 1 15,5-8 3-15,3 1-1 0,-3-4-1 0,-2-2-20 16,2 0 29-16,0-5-19 0,-4 0 15 0,1-3-1 0,-3-1 2 16,-3-2-6-16,0-1 8 0,-5-1-2 0,-5 0 1 15,-4-2 0-15,-5 7 7 0,-6-2 6 0,-1 2-17 16,-6-2 11-16,-4 0-10 0,-1 7 15 0,-7-4-21 16,0 6 20-16,-5-4-20 0,-3 0 15 0,-8-1-20 15,-2-1 16-15,-5 1-19 0,-6 0 17 0,-3 4-20 0,-3 1 18 16,-8-6-21-16,-6 7 22 0,-2 0-23 15,-4 3 22-15,-5 4-17 0,-4 2 14 0,-6 3-18 16,-6 3 14-16,-4 5-19 0,-5 2 21 0,-3 3-17 16,-5 4 17-16,-2 4-45 0,-5 3-9 0,-3 1-64 0,-19 9-18 15,2 0-70-15,4 2-52 0,21-1-115 16,-12 8-66-16,18-4-50 0,3 6-115 0,7-1-503 16,-3 3-720-16</inkml:trace>
  <inkml:trace contextRef="#ctx0" brushRef="#br0" timeOffset="-190258.95">31346 13664 187 0,'0'0'272'0,"0"0"-70"0,0 0-43 0,0 0-26 0,-9-4-21 0,9 4-21 0,0 0-15 0,0 0-20 0,0 0-9 0,0 0-9 0,0 0-9 16,0 0-1-16,0 0-4 0,0 0 19 0,0 0 10 16,9-3 18-16,-9 3 18 0,0 0 14 0,0 0 7 15,9-2 10-15,-9 2-29 0,0 0-14 0,0 0-11 16,6-6-3-16,-6 6 3 0,0 0 10 0,5-6-22 16,-5 6-2-16,5-7-19 0,-5 7-7 15,3-6-3-15,-3 6 1 0,6-8 9 0,-6 8 6 0,7-8-23 16,-3 2-4-16,0 0 0 0,2 1 6 15,1-1-7-15,-1 2 2 0,1-2-6 0,0 1 2 0,2 0 2 16,-3-1-5-16,2 3 4 0,2-2-5 0,-2 0 7 16,0 0 3-16,1 1 3 0,0 0 27 0,0-1 9 15,-2 0-4-15,2 1 22 0,1 0-4 0,-3-1-15 16,1 0-11-16,0-1-9 0,1 3-7 0,0-3-1 16,0 0-9-16,0 2 3 0,-1-1 27 0,0 1 3 15,-2-1-2-15,0 2-16 0,-6 3-7 0,11-5-1 0,-11 5-6 16,9-6-5-16,-9 6 4 0,8-5-9 0,-8 5-2 15,5-3-3-15,-5 3 3 0,0 0-2 0,8-4-2 16,-8 4 4-16,0 0-5 0,0 0 1 0,0 0 0 16,0 0 4-16,-8 3-6 0,8-3 1 0,-11 3 4 15,11-3 0-15,-10 4-3 0,10-4 1 0,-12 3 5 16,2 2-4-16,1-4 6 0,-1 2 2 0,0 0-1 16,-2 0-3-16,1 0 1 0,-3 1-2 0,-1-1 1 15,0 2 1-15,0-1-4 0,0 0 3 0,-1 1 2 16,-2-2-6-16,3 3 3 0,-2-2 5 0,1 0-8 15,-1 2 0-15,4-2 2 0,-1 1-4 0,3-2 0 16,1 1-1-16,-1-1 0 0,4-1 0 0,0 2 3 16,7-4 0-16,-14 3-1 0,14-3 2 0,-10 4 3 15,10-4 0-15,-8 4 12 0,8-4 15 0,-10 3 4 16,10-3 4-16,0 0 0 0,0 0 3 0,0 0-8 16,0 0-8-16,19-2-5 0,-8 1-6 0,1-2-3 15,2-2-5-15,4 0 0 0,-2 1-3 0,3-1-4 16,1-2 2-16,1 0-2 0,0 0-4 0,1 1 2 15,-1-1-1-15,-4 2 0 0,0 1-1 0,-2-1 28 16,-2 1-36-16,1 1 32 0,-5 0-31 0,0 0 29 16,1 2-31-16,-10 1 29 0,13-5-30 0,-13 5 27 0,9-4-29 15,-9 4 5-15,0 0 4 0,0 0-2 16,0 0 4-16,-11 0 3 0,11 0-3 0,-16 1 4 16,16-1 6-16,-18 3-7 0,9-1-2 0,-1 1 0 0,-1-2-1 15,-1 4 2-15,1-2 0 0,-2 0 1 0,0 1-1 16,0 0 1-16,-1 1 0 0,4 0-1 0,-2-1 0 15,1 0 1-15,3 0 0 0,-1 0-1 16,-1 0 2-16,1-1 2 0,2 1-5 0,-1-1-1 16,8-3 4-16,-13 6-1 0,13-6-1 0,-9 5 2 15,9-5-5-15,-9 4 2 0,9-4 0 0,-10 3 1 0,10-3 2 16,0 0 1-16,-8 6-4 0,8-6 2 0,0 0-1 16,-7 3 1-16,7-3 1 0,0 0-3 0,0 0 0 15,-7 2 2-15,7-2-2 0,0 0 1 0,0 0 1 16,0 0 2-16,-5 5-1 0,5-5-1 15,0 0 0-15,4 6 0 0,-4-6-1 0,0 0 2 16,4 6-2-16,-4-6 0 0,0 0 0 0,2 7-1 0,-2-7 3 16,0 0-3-16,4 7 1 0,-4-7-1 0,0 0 4 15,2 8-4-15,-2-8 2 0,0 0 1 16,1 9-2-16,-1-9 1 0,1 7 1 0,-1-7-9 16,1 6 7-16,-1-6-5 0,3 9 10 0,-3-9-8 15,3 10 8-15,-3-10-10 0,2 11 8 0,1-4-12 16,0-2 12-16,-3 2 0 0,2 1-1 0,0-2-2 0,-2 2 3 15,0-1-5-15,1 0 7 0,-1 1-7 16,2-1 5-16,-2 0-8 0,0 0 6 0,0 1-3 0,0-1 8 16,0 1-8-16,0-1 8 0,0 0-2 15,0 1 30-15,1-1-2 0,-1 2-7 0,1-2-2 16,-1 0-3-16,0 3-7 0,2-1-1 0,-1 1-1 16,0 0 0-16,-1 0 0 0,0 2-5 0,3-2-3 0,-3 2 3 15,1-2 3-15,0 2-4 0,-1 0 3 0,0-1-2 16,0 0-3-16,2 3 2 0,-2-4-2 15,0 2 3-15,0 2 0 0,1-3-5 0,0 3 7 16,-1-1 29-16,0 0-2 0,0 2 30 0,2 0-11 16,-1 1-10-16,1 1-7 0,-2 0 2 0,2-1-1 15,1 1-5-15,-1 0-11 0,0-1 14 0,1 1 4 16,-1 0 4-16,2 0-12 0,-1-1 28 0,-1-2-24 0,2-1 14 16,-3 0-24-16,2 0 34 0,1-2-30 15,-2-1-5-15,0 0 4 0,-1-1 3 0,1-2-8 16,-2 2-3-16,2-3-1 0,-2-6-1 0,2 12-2 15,-2-12-4-15,2 9-1 0,-2-9 0 0,1 9-2 16,-1-9-2-16,1 7 2 0,-1-7-7 0,1 6 3 16,-1-6-2-16,0 0 1 0,0 0-3 0,0 0-7 15,0 0-18-15,0 0-29 0,0 0-30 0,-5-6-49 16,4-1-72-16,0-2-114 0,-1 1-72 0,2-4-44 16,-2-1-88-16,2 0-100 0,-1-3-305 0,-1 0-496 15</inkml:trace>
  <inkml:trace contextRef="#ctx0" brushRef="#br0" timeOffset="-189725.86">31295 13982 197 0,'-9'-8'485'0,"2"4"-133"0,0-1-59 0,7 5-42 0,-10-8-17 0,10 8-34 0,-8-5-14 0,8 5-42 0,-7-6-22 0,7 6-35 16,0 0 2-16,-7-5-25 0,7 5-2 0,0 0 12 16,12-2-2-16,-12 2 7 0,15 0-17 0,-15 0-12 15,23 0-8-15,-9-2-3 0,2 1 44 0,1 0 4 16,1-1-10-16,3-3 4 0,3 2-1 0,-1-3-11 16,5 2-8-16,2-3 6 0,2-2-9 0,0 1 0 15,-2 0 8-15,2 2 0 0,-1-2-8 0,-2 1-13 0,-2 0-9 16,-3 1-7-16,-1 1-8 0,0 1-1 15,0-1 4-15,-4 0-15 0,-2 2 2 0,0-1-1 0,-3 2-6 16,0-1 0-16,-3 1-1 0,-2 0 0 0,3 0 0 16,-12 2-3-16,15-4 6 0,-15 4 3 0,13-3-1 15,-13 3 1-15,0 0 0 0,0 0-1 0,0 0-1 16,0 0 4-16,-13 3 4 0,0-1 24 0,-3 3-1 16,-1 0-4-16,-5-1-2 0,-2 5 8 0,2-1 6 15,-6 2 9-15,1 0 2 0,-1 0 17 0,3 0-17 16,-2 0 4-16,-1 1-14 0,2-1 35 0,4-1-21 15,-2 0 5-15,1-2-26 0,0 2 6 0,3-2-14 16,-1 0 9-16,0-1-19 0,5 0 13 0,-3-2-20 16,4 2 9-16,-2-3-20 0,4 1 16 0,1 0-21 15,1-2 19-15,2 1-17 0,2 0 31 0,7-3-31 16,-16 4 24-16,16-4-27 0,-7 3 22 0,7-3-23 16,0 0 18-16,11 1-22 0,2-1 18 0,2-1-22 15,6-2 18-15,2-1-17 0,1-2 9 0,0 1-43 0,3-1-93 16,-3-1-154-16,1 1-145 0,-6 0-125 15,-4 0-735-15,-1 1-900 0</inkml:trace>
  <inkml:trace contextRef="#ctx0" brushRef="#br0" timeOffset="-188213.75">29178 14105 35 0,'0'0'47'0,"0"0"-76"0,0 0 10 0</inkml:trace>
  <inkml:trace contextRef="#ctx0" brushRef="#br0" timeOffset="-187708.9">30459 15709 387 0,'0'0'327'15,"0"0"-154"-15,0 0-46 0,0 0-52 0,-1 6 5 16,1-6-38-16,0 0 5 0,0 0-41 0,0 0 4 15,9 3-45-15,-9-3-15 0,0 0-61 0,0 0-35 0,0 0-146 16,12 0 253-16</inkml:trace>
  <inkml:trace contextRef="#ctx0" brushRef="#br0" timeOffset="-187343.08">31536 15355 116 0,'0'-11'547'0,"0"11"-156"0,-2-7-89 0,2 7-72 0,0 0-43 0,-1-7-35 0,1 7-32 0,0 0-27 0,0 0-33 16,1-7-51-16,-1 7-77 0,0 0-88 0,0 0-97 0,0 0-288 15,8-3-47-15</inkml:trace>
  <inkml:trace contextRef="#ctx0" brushRef="#br0" timeOffset="-183776.95">26001 14933 50 0,'0'0'321'0,"-2"-6"-72"0,2 6-61 0,-2-9-12 0,2 9-33 0,-3-9-18 15,3 9-30-15,0-7-8 0,0 7-25 0,0-9 1 0,0 9-8 0,0-6 3 0,0 6-18 16,0 0 11-16,0-8-14 0,0 8 19 0,0 0-5 16,-1-7 19-16,1 7-11 0,0 0 19 0,0 0-29 0,0 0 21 15,0-7-23-15,0 7 13 0,0 0-23 0,0 0 9 16,0 0 8-16,0 0 18 0,0 0 11 0,0 0 1 15,0 0-2-15,-4 6 13 0,4-6 12 0,0 12-2 16,1-7 19-16,1 4 22 0,1 2-3 0,3 0-9 16,2 3-7-16,1 2-19 0,0 1-18 0,4 2 1 15,0 4 3-15,0-1-10 0,3 3 12 0,-3 0-12 16,5 5-7-16,-4 3-17 0,3 1 18 0,-3 1-8 16,2 1 6-16,-3 2-6 0,2-1 8 0,0 1-5 15,-3 0-4-15,2 0 13 0,0-1-9 0,-1 0-6 16,0-2 8-16,-2-7-18 0,0 2-9 0,-1-4-1 15,0 0-3-15,-2-3 1 0,-2-4 1 0,1 1-12 16,-1-5-4-16,-2 0-2 0,1-2-39 0,-3-1 31 16,2-2-44-16,-1 0 8 0,-2-1-51 0,0-1-30 15,1-2-70-15,-2 2-117 0,-3-1-126 0,1-1-88 16,-2 0-161-16,-3-1-449 0,7-5-723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10:33.661"/>
    </inkml:context>
    <inkml:brush xml:id="br0">
      <inkml:brushProperty name="width" value="0.05292" units="cm"/>
      <inkml:brushProperty name="height" value="0.05292" units="cm"/>
      <inkml:brushProperty name="color" value="#FF0000"/>
    </inkml:brush>
  </inkml:definitions>
  <inkml:trace contextRef="#ctx0" brushRef="#br0">18949 13104 56 0,'0'0'340'0,"0"0"-80"0,5-4-48 0,-5 4-26 16,0 0-25-16,0 0-23 0,5-6-6 0,-5 6-3 15,0 0-22-15,0 0-5 0,5-5 19 0,-5 5 16 16,0 0-37-16,0 0 23 0,2-6-42 0,-2 6 3 16,0 0-46-16,0 0 18 0,-1-9-28 0,1 9 11 15,-3-5-27-15,3 5 14 0,-3-5-24 0,3 5 21 16,-8-9-27-16,8 9 25 0,-6-8-21 0,6 8 14 16,-8-8-18-16,3 2 19 0,0 1-23 0,-2-1 15 15,2-1 13-15,-1 1-24 0,-1-1 26 0,2 1-26 16,-2 0 17-16,-1-1-19 0,3 1 18 0,-3 0-23 15,1-1 24-15,0 2-21 0,-1-1 19 0,1 0-20 16,-1 0 21-16,-1 2-24 0,2 0 25 0,-2-1-30 16,-2-1 28-16,1 3-19 0,1 0 18 0,-1-1-26 15,-2 0 27-15,2 1-22 0,-2 1 23 0,1-1-14 0,-3 0 22 16,3 0-25-16,-2 0 25 0,0 1-25 16,-1 0 29-16,0 1-22 0,1-2 19 0,-2 1-20 15,2-1 35-15,0 2-24 0,-3-2 22 0,0 0-27 16,1 1 23-16,2-1-29 0,-1 2 23 0,0 0-22 0,0-1 20 15,-1 1-27-15,1-2 21 0,0 3-21 16,-3 0 22-16,4-2-28 0,-3 2 27 0,2 0-26 16,-3 0 23-16,4 2-21 0,-2-2 20 0,1 0-24 15,0 0 27-15,-2 1-24 0,2 1 25 0,-1-1-30 0,2 1 28 16,-1-1-32-16,0 0 31 0,0 2-20 16,1-1 20-16,-1 1-20 0,1 0 23 0,1 0-11 15,-1 0 23-15,0-2-24 0,-1 4 20 0,3-4-18 16,0 3 19-16,-1-1-25 0,0 0 20 0,-2 0-25 0,4 0 19 15,-2 0-20-15,1 2 21 0,1-3-24 0,-1 1 23 16,-1 0-18-16,1 0 19 0,0 0-22 0,-2 2 23 16,3-2 14-16,-3 1 3 0,0-3-7 0,3 4-3 15,-3-1-4-15,2-1-19 0,-2 1 12 0,3-1-11 16,-2 1 7-16,1 1-10 0,0-2 15 0,1 2-15 16,-1-3 13-16,1 3-20 0,-1 0 19 0,1-1-18 15,1-1 16-15,0 1-13 0,-1-1 13 0,1 2-16 16,0-1 17-16,1-1-19 0,0 1 21 0,0 1-16 15,0-1 14-15,-1 1-15 0,2-2 15 0,0 2-14 16,-2 0 15-16,3-1-11 0,-2 1 14 0,-1 0-11 16,1 1 4-16,0 0-5 0,0-1 1 0,0 2-2 15,-1-1 0-15,-1-2 5 0,4 4 1 0,-3-2 7 16,1-2 27-16,-1 3 3 0,0-1-1 0,-1-2-2 16,0 3-2-16,1-2 0 0,-2 0-5 0,3 0-3 15,-1 0-5-15,0 0-4 0,2-1 3 0,-3 0-14 16,1 2-1-16,1-1 1 0,0-1-6 0,1 2-1 15,-1-2 0-15,2 1 1 0,1-1-2 0,-4 2 4 16,5 1 2-16,-2-1-4 0,-1 4 0 0,2-2-2 0,-1-1 0 16,2 3 2-16,-2-3-3 0,2 1 4 0,0 0-3 15,-1 1-5-15,1-1 4 0,-1 1-6 16,1-1 8-16,-1 0-4 0,1 1 2 0,-1-1 5 16,1 0-7-16,0 2 0 0,-2-1 2 0,4 0-5 0,-2 0 4 15,0 1 2-15,0 0-2 0,-1 4 3 0,0-2-2 16,-2 1 3-16,2 0 0 0,0 0-1 15,1 2 0-15,-1-2-2 0,1 2 3 0,-3 0 1 0,2 1 1 16,-1-2-3-16,3 1 1 0,-4 2-2 0,3-3 2 16,-2 2-2-16,1 1 2 0,0-1-8 0,0 0 7 15,-2 0-4-15,1 1 1 0,1 1 0 0,0-1-2 16,0-1 2-16,-2 4-3 0,3-1-1 0,-3 0 2 16,2 1 0-16,-2-1-1 0,3 2 1 0,-2-1 0 15,0 1-1-15,1 0 4 0,-1 0-3 0,1-1 0 16,0 1 0-16,1 0 2 0,0 3 0 0,-2-5 2 15,2 3-3-15,-1-1 0 0,1 0-1 0,-1 0 3 16,1 0 0-16,-2-2 1 0,2 3 0 0,0 0 1 16,-1-2-3-16,1 1 4 0,0-2-2 0,-1 2 4 15,-1-2-3-15,2 1 2 0,-1-1-2 0,-1 1 1 16,-1 1-2-16,2-2 0 0,-4 1-4 0,3-1 1 16,-2 0 2-16,2 0 3 0,-3 0 17 0,1 2 13 15,-1 0-3-15,-1-2 6 0,2 0 5 0,-1 0-5 16,0-1-11-16,1 0-1 0,-3-1-1 0,3 2-10 15,-2 0 5-15,1-2 6 0,-1 1 6 0,0-1-4 16,1 2 11-16,0 0 0 0,-2 0 8 0,2 0-11 16,0 2-5-16,0-2-4 0,-1 1 0 0,1-1-10 15,1 2-4-15,-1-2-2 0,0 1-2 0,3 0-4 0,-2-1 2 16,-1 3 1-16,3-3-1 0,-1 2 0 0,1-2-2 16,-1 2 6-16,0-1-7 0,2 1 1 15,0-2-1-15,-2 1 2 0,3-4 1 0,-1 3 11 16,1-2 0-16,2 1 1 0,-2-1-6 0,0 4 2 0,2-4-7 15,0 1 7-15,0 1-12 0,-1-1 6 0,2 0-7 16,0 0 5-16,-1 0-7 0,2 0 6 0,-1 1-5 16,1-3 6-16,0 3-10 0,0-2 9 15,0 0-9-15,0 0 6 0,1-1-5 0,-1 0 8 0,2 0-8 16,-1 0 6-16,0-1-7 0,0-1 13 0,2 2-11 16,-2-3 6-16,2-1-7 0,-2 1 9 0,2-2-10 15,1 0 6-15,-2 0-6 0,1 1 14 0,2-2-13 16,-2 2 9-16,1-2-12 0,0 0 12 0,0 1-9 15,1-1 6-15,-1 0-6 0,4-2 11 0,-3 2-13 16,1-1 2-16,-2 0 1 0,1-2 2 0,3 1-1 16,-2 0 1-16,1-2 2 0,-1 0-5 0,-1 1 4 15,5-1-1-15,-3 0-2 0,-1 0 1 0,2-1 1 16,1-1 0-16,-3 0 1 0,2 1 1 0,0 0-1 16,2-3-1-16,-3 2 3 0,1-1-3 0,2 1 3 15,0-3 0-15,1 2-3 0,-2-2 1 0,2 0 0 16,1 1 1-16,-12-2-2 0,21 0-2 0,-21 0 3 15,25 0-1-15,-25 0 1 0,23 0 0 0,-9 0 1 16,-1-1-1-16,-1 0 1 0,1 0-2 0,2-2 5 0,-2 2-5 16,0 0 0-16,4-1 0 0,-5-1 0 0,5 1 1 15,-3-2 8-15,1 2-10 0,-2-1 20 16,1 1-22-16,0 0 6 0,0-1-6 0,-1 1 11 16,2 0-10-16,-2-1 7 0,-1 1-6 0,0-1 8 0,1 1-9 15,1-1 9-15,-3 1-9 0,0-1 11 0,3 0-10 16,-2 2 7-16,0-2-5 0,0 0 6 0,-2-1-9 15,3 2 10-15,-3-2-9 0,2 1 10 16,-1-2-14-16,-2 3 15 0,1-3-14 0,2-1 8 0,-3 3-8 16,1-3 12-16,0 1-12 0,-1-1 12 0,0 1-11 15,1-2 15-15,0 1-14 0,0-1 11 0,1 0-9 16,-3 0 11-16,2 0-10 0,0-2 5 0,-1 2-6 16,-1-2 7-16,1 1-10 0,1 0 9 0,-2-1-11 15,1-2 13-15,-1 1-12 0,0-1 11 0,0 1-10 16,-2-1 6-16,2 2-9 0,-2-2 11 0,-1 1-9 15,0 1 10-15,1-2-6 0,-1 2-5 0,0-2 2 16,-2 1-1-16,3-1 1 0,-2 1 3 0,-2-1-1 16,3 3-1-16,-2-3 1 0,-1 1 3 0,3 0-2 15,-2 0 0-15,-1 1-2 0,1-2 1 0,1 1 2 16,-3 0-2-16,3-1 2 0,0 3-1 0,-1-3 1 16,-1 4 0-16,1-3 0 0,2 2 0 0,-3-1 1 15,1 1-8-15,1 0 12 0,-2-1-10 0,1-1 5 16,-2 2-4-16,3 0 6 0,-3-1-5 0,2 1 5 15,-2 0-7-15,3-1 8 0,-2 1-6 0,-1 0 6 0,2-2-7 16,-3-1 8-16,3 3-9 0,-1-3 8 16,0 2 12-16,-1-2-16 0,0 0-5 0,2 1 7 15,-1-1-1-15,0 0-1 0,0 0 1 0,-2 0 0 16,3 1 0-16,0-1 1 0,-1 1 0 0,0-1 0 0,-1 1-2 16,2-1 0-16,-2-1 0 0,2 1 3 15,-2 0-1-15,2 1-2 0,-2-1 0 0,2 0 0 16,-1 0 0-16,1-1 0 0,-1 0 0 0,3 2 0 0,-3-2 0 15,0 2 3-15,2-3-1 0,-1 3-2 0,-1-2 2 16,1 1-2-16,1-1 5 0,-2 1-4 16,2-2-1-16,1 1 1 0,-1-1-1 0,0-1 2 15,-2 3-2-15,2-1 2 0,0-1 0 0,-1 3 1 0,-1-2-1 16,2 0 0-16,2 1 0 0,-2-2 2 0,-1 2 1 16,0-1 7-16,1 0-5 0,0 0 3 0,0-1-11 15,2-1 7-15,-3 2-7 0,1-1 7 0,0 0-6 16,-2-1 6-16,2 1-10 0,0-1 11 0,-2 0-10 15,0 2 1-15,3-2 11 0,-3-1-12 0,0 0 13 16,0 1-13-16,-1 1 10 0,2-2-7 0,-2-1 6 16,-1 2-2-16,2 2 0 0,-2-3-2 0,1 2 1 15,-1-1 1-15,0 2-2 0,0-2-1 0,1 1 2 16,-1 1 2-16,0 0 14 0,0-1 4 0,1 3-9 16,1-2 0-16,-1 2-6 0,0-3 1 0,1 2-1 15,0 1-2-15,1-1 0 0,-2 0-3 0,5-1 1 16,-3 1-1-16,-1 1-3 0,2-2 1 0,0 1 4 15,1-1-3-15,-1-2 1 0,4 3 0 0,-5 1 4 16,3 1 1-16,-4-1-4 0,5 0 3 0,-3 1-3 16,1-1-4-16,1 0 4 0,-1 2-2 0,-1-2 0 0,1 3 1 15,0-2-1-15,0 2-2 0,1-1 2 0,0 0 4 16,-1 0-6-16,1 2 1 0,-2-2-2 16,4 3 3-16,-5-3-2 0,3 4 1 0,-3-3 1 15,1 2-1-15,-4 5 1 0,8-7-14 0,-8 7 16 0,9-10-1 16,-9 10 0-16,8-8-2 0,-8 8 7 0,9-7-5 15,-9 7-20-15,12-7 20 0,-7 3-14 0,-5 4 17 16,13-6-18-16,-6 2 19 0,0 1-16 0,2-1 19 16,-1 2-17-16,0-2 17 0,0 2-20 0,0-2 17 15,1 2 1-15,1-2 1 0,-1 3-23 0,0-1 18 16,-1 0-15-16,2-3 19 0,-1 3-19 0,0 1 19 16,1-1-17-16,-1-1 19 0,-9 3-20 0,19-3 21 15,-19 3-21-15,16-2 21 0,-16 2-24 0,16-3 25 16,-16 3-19-16,17-3 16 0,-17 3-18 0,16-2 20 15,-16 2-16-15,19-4 14 0,-19 4-21 0,19-3 28 16,-9 1-29-16,1 2 25 0,-2-3-22 0,2 0 18 16,0 2-16-16,-1 0 20 0,1-2-22 0,0 0 25 15,-1 1-4-15,0-1-25 0,3 2 22 0,-4-3-20 16,3 2 18-16,-1 0-21 0,1-1 32 0,0 1-30 16,0 0 24-16,-2-1-23 0,2 2 23 0,-1-3-24 15,-2 2 20-15,4-2-16 0,-4 2 24 0,1 0-26 16,3-1 5-16,-3 1 0 0,0-1 0 0,3 0 1 15,-3 0-2-15,4 1 9 0,-3-2-6 0,0 2 2 16,2 0 1-16,-2-2 3 0,3 0-3 0,-3 1-2 16,0-1 4-16,1 2 3 0,-1-2-3 0,1 2 0 15,-1-2 0-15,-2 0 0 0,3 1 1 0,-2 0-4 16,-1-2 6-16,0 2-3 0,1-1 0 0,-2-1 1 0,-1 1 8 16,1 0 6-16,-1-1 2 0,1 1-2 15,-1 1 9-15,-1-3-18 0,2 2 1 0,-2-2-3 16,-1-1 1-16,2 2 1 0,-1-1-7 0,2-2 35 0,-3 0-41 15,1 1 27-15,-2-2-28 0,2 1 28 0,1 0-30 16,-1-2 27-16,-1 2-34 0,-1-2 34 0,3 1-34 16,-4-2 32-16,4 3-28 0,-2-1 28 0,-1 1-30 15,-1 0 28-15,1 0-30 0,0-2 30 0,0 3-29 16,-1-1 28-16,0-1-24 0,0 1 26 0,1 0-29 16,-2-1 30-16,0 2-28 0,0 0 31 0,1-1-32 15,-2 1 30-15,0 0-28 0,2-1 30 0,-2 0-32 16,-1 2 33-16,3-5-33 0,-3 3 28 0,1 0-23 15,-1-2 22-15,0 1-25 0,0 0 27 0,0-1-27 16,0 0 26-16,-1-1-29 0,-1 1 33 0,1 0-33 16,1-1 32-16,-2 1-31 0,-1 0 27 0,2 0-25 15,-2-3 30-15,1 4-36 0,-2-1 36 0,1 1-32 16,1-1 30-16,-1 1-31 0,-2-1 35 0,3 3-39 16,-2-3 38-16,0 2-33 0,1 0 38 0,-2 0-38 15,1-1 37-15,-2 2-38 0,2 1 5 0,-2-3-1 16,1 2 4-16,-2 0 2 0,2 0 1 0,-4 0-2 15,3-1 1-15,-1 2 6 0,1 0-9 0,-3-1 6 16,1 0-1-16,2 1 3 0,-2-2 1 0,-2 2 0 16,1-1 0-16,1-1 3 0,-2 2-4 0,3 1-5 0,-2-3 5 15,0 2 1-15,-1 0-1 0,0 1-2 0,3-1 8 16,-3 0-4-16,1 0-1 0,0 2 1 16,0-2-3-16,-1-1 1 0,2 2-2 0,-1 0 1 15,0 1 10-15,0-1-11 0,1 0-1 0,1 1 0 0,-2 0 3 16,1-1-3-16,0 1 3 0,2 1 3 0,-3-2-6 15,3 0 1-15,-1 1-2 0,0 2 15 0,-2-3-15 16,1 2 1-16,0-2 2 0,-1 2-6 0,1 0 5 16,-3-1-2-16,2 1 5 0,-2 0-4 0,1-1 2 15,-1 1-1-15,0 1 6 0,-1-1-7 0,0 0 1 16,0 0 0-16,-1 0 1 0,1 1 0 0,0 0-2 16,-2 1 4-16,1-2-2 0,2 1 0 0,-5-1 0 15,2 3-2-15,-1-3 1 0,1 0-1 0,0 1 3 16,0 0 0-16,0 0-1 0,1 1 0 0,0 0-1 15,-1 1 1-15,1-3-2 0,-1 3 0 0,0-2 3 16,0 1-1-16,1 1-3 0,-1 0 3 0,1 0 16 16,1 0-18-16,-1 0-2 0,0 0-1 0,-1 1 12 15,3 1-12-15,-2-1 3 0,0 1-2 0,-1-2 2 16,1 1 0-16,2 0 0 0,-2 2 20 0,0-1-21 16,2 1 2-16,-2 0-1 0,1-2 0 0,-3 2 0 15,2-1-5-15,2 1 4 0,-3 0-2 0,1 1 1 16,-2-1 3-16,0 0 0 0,2 0-1 0,0 0 2 15,0 0 0-15,0 0 1 0,0 1 1 0,-1-1-5 16,3 1 6-16,-2-1-7 0,0 1 3 0,3 1 0 16,-1-2 1-16,0 1-5 0,1-1 5 0,-1 3-3 15,2-3 1-15,0 1-1 0,-3-1 2 0,3 1-2 16,0 0 6-16,0-1-4 0,2 1-1 0,-2-1-3 0,1 0 5 16,-2-1 0-16,2 4-2 0,-1-5 6 15,-1 3-7-15,1-2 2 0,1 0 3 0,-1 2 21 0,-1 0-29 16,1-2-2-16,0 2 3 0,-1-1 2 0,1 0 0 15,0 1-1-15,-1 2 2 0,2-3 0 0,1 2-1 16,-2-2 2-16,-2 4 5 0,4-3-6 0,-2 1 2 16,1 0 0-16,-1 0 31 0,0 1-38 15,0-2 33-15,0 4-33 0,2-2 27 0,-1-2-35 0,-1 4 34 16,0-4-34-16,0 2 30 0,0 1-33 0,2-3 34 16,0 2-29-16,-2-1 28 0,3 1-31 0,-3-1 32 15,4-1-35-15,-2 3 35 0,2-3-34 0,0 1 36 16,1 0-34-16,-2 1 32 0,2 2-32 0,-1-2 31 15,1 1-36-15,2 0 35 0,-1-1-28 0,-1 1 31 16,3-1-32-16,-2 0 27 0,0 1-27 0,0-1 27 16,2 0-25-16,0 1 25 0,-2-1-22 0,0 0 25 15,2 1-31-15,-3-1 31 0,2 1-30 0,-1-2 30 16,0 1-29-16,1-1 28 0,-1 2-27 0,-3-2 28 16,4 0-30-16,-2 1 27 0,0 0-25 0,0-1 27 15,-1 0-30-15,0 1 34 0,0 0-31 0,0 0 21 16,1 1-23-16,-1-1 27 0,-2 0-25 0,3 1 28 15,-2 1-29-15,1-3 31 0,0 4-34 0,0-2 33 16,-2 1-31-16,2 1 28 0,-2-1-30 0,0 0 34 16,1 1-27-16,-1-1 24 0,1 2-32 0,0-1 33 15,-1-2-31-15,1 2 31 0,-1 0-35 0,-2-1 36 0,3 1-29 16,0 0 30-16,-1 0-33 0,0 0 6 16,0 0 3-16,1 1 4 0,-2 0-3 0,3 0 9 0,-4 1-6 15,3 1-1-15,1-1 2 0,-2 1 3 0,2 1 0 16,-4-1-1-16,4 2 0 0,0-1 4 0,-2 1-5 15,2-1 3-15,-2 2-2 0,0 1-1 16,2-2 33-16,-1 2-37 0,-1-2 35 0,1 2-43 0,2-1 33 16,-2 2-36-16,2-4 32 0,-1 3-32 0,2-1 34 15,-3-1-35-15,3 1 46 0,2 0-47 0,-1-1 29 16,-1 0-32-16,2 0 35 0,1-1-32 0,-3-2 40 16,3 2-37-16,-1-1 29 0,1-2-29 0,-1 1 26 15,1 0-32-15,-2 0 36 0,2-1-33 0,-2 1 33 16,0-2-19-16,1 1 14 0,0-2-27 0,0 2 31 15,-1-2-32-15,1 1 43 0,0-2-32 0,-3-1 25 16,3 3-39-16,-2-3 36 0,3 2-33 0,-2-2 29 16,-1 2-30-16,2-1 35 0,-2-1-35 0,3 3 33 15,-2-1-29-15,-1-2 30 0,2 4-31 0,-1-3 32 16,1 1-32-16,0 0 34 0,0 2-34 0,-1-2 33 16,1 3-35-16,-3-2 36 0,3 1-33 0,0 1 33 15,-2-3-36-15,3 3 4 0,-2-3 0 0,-1 3 6 16,2-1-2-16,-2 0 6 0,1 0 0 0,-1-1 1 15,-1 2 2-15,3 1-2 0,-4-3 0 0,4 1-1 16,-2 0 1-16,-1 2 25 0,2-2-26 0,-1 2-4 16,1 1 12-16,-1-3-8 0,0 2 32 0,1 2-35 15,-1-4 29-15,1 5-34 0,-3-1 34 0,2 1-37 16,-2-2 34-16,2 3-34 0,1 0 32 0,-2 0-33 0,0-2 34 16,0 0-35-16,-2 2 32 0,2-2 1 0,0 1-13 15,-1-2 3-15,1 3-2 0,-1-1 1 16,-2-2-3-16,2 0 7 0,-2 0-9 0,1 2 4 0,-1-1-4 15,-2-2-3-15,3 2 2 0,0-1 0 0,-2 1 0 16,-1-2 3-16,4 2 3 0,-3-3-9 0,2 3 2 16,-1-3 0-16,-1 3-2 0,1-3 4 15,-1 3-1-15,3-1-23 0,-5-1 32 0,5 1-29 0,-1 0 31 16,-1 0-32-16,1 1 34 0,-2 0-28 0,3 0 31 16,1 1-30-16,-2-1 30 0,1 1-33 0,0 0 7 15,1 1 28-15,0-2-32 0,0 2 35 0,2 1-38 16,-2-1 36-16,1 0-19 0,-1-1 12 0,2 1-30 15,-2 0 27-15,0 1-2 0,3-3 1 0,-2 2-1 16,2 0 11-16,-2-1-21 0,2-1-2 0,0 0 3 16,0 2-1-16,1-2 0 0,0 0-1 0,0 0 7 15,0 1-3-15,1 2-2 0,-1-2 2 0,1-1-1 16,-1 3-3-16,3-5 3 0,-1 5 1 0,0-2-6 16,0-2 5-16,1-1-4 0,-2 1 0 0,4-1 2 15,-4-1 1-15,2 3-2 0,-2-2 6 0,-1-1-6 16,3 1 0-16,-2-2 0 0,0 1 3 0,-1 0-3 15,0-2 0-15,0 1 7 0,0 1-5 0,0-1 1 16,-1-1-3-16,0 0 4 0,1-1 0 0,-2 2 1 16,1-2 1-16,1 1 2 0,-1-1-4 0,1 0-1 15,0-1 1-15,-2 0 1 0,2 3 1 0,2-4-1 0,-2 2 1 16,0-2-5-16,1 2 5 0,-1-1 0 16,3 0 2-16,-1 1-2 0,-2-2-1 0,3 1 2 0,-2-1 3 15,2 0-10-15,-1 0 8 0,1 0-3 0,-1-1-1 16,3 1-21-16,-2 0 29 0,1-2-24 15,-2 2 24-15,2-1-23 0,0 1 27 0,1 0-24 0,-1 0 27 16,2 1-29-16,-2-1 27 0,3 0-24 0,-1-1 23 16,-1 0-25-16,3 1 27 0,-2-2-26 0,1 3 25 15,0-2-28-15,0-1 29 0,0 2-27 0,1-3 26 16,-3 0-22-16,2 1 20 0,1-2-22 0,-1 2 25 16,-7-4-25-16,15 4 32 0,-5-3-34 0,-10-1 30 15,16 2-30-15,-16-2 29 0,17 0-27 0,-17 0 30 16,17 0-30-16,-17 0 25 0,19-1-27 0,-19 1 31 15,18-2-32-15,-18 2 26 0,19-4-26 0,-19 4 28 16,21-3-28-16,-12 0 32 0,0 3-28 0,1-2 21 16,-1 0-23-16,0-1 30 0,2 0-34 0,-2 0 32 15,-1-1-30-15,1 2 29 0,2-2-27 0,-2 1 27 16,-1 0-27-16,2 0 30 0,-1 0-29 0,0 0 27 16,0 0-6-16,-9 3-4 0,14-4 2 0,-14 4-10 15,13-5 6-15,-13 5 4 0,13-4 2 0,-13 4-10 16,11-4-2-16,-11 4 7 0,13-5-2 0,-13 5-2 15,10-5 2-15,-10 5 0 0,11-5 3 0,-11 5-5 16,10-4-1-16,-10 4 0 0,10-8-3 0,-10 8 3 16,10-6 4-16,-10 6 4 0,10-6-10 0,-10 6 2 15,8-5 1-15,-8 5-4 0,8-7 4 0,-8 7-1 16,7-6 1-16,-7 6 5 0,9-5-7 0,-9 5 0 0,5-5 2 16,-5 5-3-16,7-4 2 0,-7 4 3 0,4-4-2 15,-4 4-2-15,5-5 1 0,-5 5-1 16,0 0 5-16,7-6-5 0,-7 6 1 0,0 0-2 0,4-6-9 15,-4 6-3-15,0 0 1 0,4-4 4 0,-4 4-1 16,0 0-1-16,5-6-25 0,-5 6-17 16,0 0-28-16,1-9-38 0,-1 9-79 0,2-6-90 15,-2 6-78-15,-2-8-107 0,2 8-125 0,-1-11-418 0,1 11-626 16</inkml:trace>
  <inkml:trace contextRef="#ctx0" brushRef="#br0" timeOffset="7516.5">20458 14210 249 0,'0'0'407'0,"0"0"-106"0,0 0-38 0,0 0-49 0,0 0-20 0,-12-2-31 0,12 2 7 0,0 0-33 0,-9-6 7 0,9 6-39 0,-10-5 18 16,10 5-44-16,-6-6 32 0,6 6-34 0,-9-10 14 15,5 6-26-15,0-1 22 0,-2-3-35 0,2 2 16 0,-1 0-33 16,1-1 10-16,-1 1-29 0,0-1 21 16,-2-2-27-16,2 2 17 0,-1-2-26 0,-2 0 22 15,-2-2-29-15,2 1 31 0,-1-1-21 0,0 1 18 0,-3-2-21 16,0-1 22-16,-2 1-18 0,1 1 50 0,-2-3-23 15,0 0 7-15,-2 2-1 0,2-2 3 16,-2 1 2-16,0 0-5 0,1 1-6 0,-1-2-8 16,-2 1 7-16,2 1-2 0,-2-1-7 0,1 1-1 0,0 0-3 15,-1 1-1-15,1-2-1 0,-1 4-8 0,-1-1 7 16,0-1-5-16,0 2-11 0,0 0 8 0,-1 2-2 16,0-2 0-16,-1 3 3 0,1-1-4 0,-2-1-1 15,0 3-2-15,2-1 5 0,3 1 18 0,-1 1-2 16,2 0-2-16,-2-1-6 0,3 1-3 0,-1 1-3 15,0 1-2-15,4-1-1 0,0 0-1 0,1 1-1 16,-1 1-3-16,-1 0 3 0,2 0 2 0,1 1-5 16,-2-2 3-16,0 2-1 0,13 0 1 0,-23 0-3 15,10 0 1-15,1 2 0 0,0-2-3 0,-2 1 0 16,3 0 4-16,-1 0-2 0,-2 0 2 0,0 2-4 16,-1-1 2-16,-1 0 1 0,-3 1-4 0,1 0 5 15,2 1-3-15,-5 0 5 0,4 0-4 0,0-1 3 16,1 1 1-16,-2 0-5 0,4-2 3 0,-4 2-1 15,4 1 0-15,-1-2 1 0,2 0-6 0,-1 1 10 16,0 0 18-16,1-2-1 0,3 1-4 0,-3 1 0 16,1-2-3-16,0 2-2 0,1-1-1 0,0-2 0 15,1 2-6-15,0 0 1 0,0 0-2 0,1 0-2 16,-1 0 0-16,1 0 1 0,0-1-3 0,0 1-6 0,-1-1 4 16,-1 1 3-16,2 0-2 0,-1 1 1 0,0-1-1 15,0 0-1-15,-2 1 1 0,3 0-1 16,-2 1 6-16,-2 1 3 0,0 1 17 0,-1 0-6 15,1 0-3-15,-2 1-1 0,2 1-5 0,2-2 5 0,-3 0-6 16,1 2 1-16,0-2-3 0,0-1-1 0,2 2-3 16,-1 0 7-16,-1-3 7 0,2 1 3 0,1 1-3 15,1-2-3-15,-3 0-4 0,3 0 2 0,0 0-6 16,-1-1 0-16,1 0-2 0,2 2-1 0,-2-2 0 16,-3 0 0-16,3 0-4 0,-1 1 3 0,0 0-3 15,-2 1 5-15,-2 0 8 0,3 1 17 0,-2 2-5 16,-1-2 7-16,0 1-6 0,0 0-4 0,0 1-6 15,-3 2 3-15,0-1 5 0,1 1 4 0,-1-2-9 16,1 1 3-16,0 0-13 0,1-1 6 0,-2 0-5 16,3 1 6-16,0-4-3 0,0 2 3 0,0 1-1 15,0-2 2-15,1 1-14 0,2-2 13 0,-1 0-11 16,1 1 4-16,-2-1-9 0,4 0 11 0,-1 0-11 16,0-2 7-16,1 3-6 0,0 0 6 0,0-2-6 15,-1 2 10-15,1 0 5 0,1-1 4 0,-1 2-6 0,-1-1-2 16,2 0-5-16,0 3 1 0,0-3 1 15,0 3-7-15,0-1 16 0,2 3 4 0,-2 0 12 16,2-2 0-16,1 2-8 0,-1-1 17 0,1 1-11 16,3 1 1-16,-3 0-9 0,2-1-2 0,-1 2-7 15,3-2-3-15,-3 2 0 0,3-1-1 0,0 1-3 0,-1-1 0 16,0 1 0-16,-1 0-3 0,3 1 6 16,-1-1-9-16,0 0 0 0,-1 2 3 0,2-1-2 15,0 2 1-15,0-1 20 0,-1 2-1 0,0-1-2 0,1 2-6 16,-3 2 5-16,3-2-8 0,-1 2 0 0,1-1-5 15,0-1 3-15,0 4-1 0,0-1-4 16,0 4 2-16,0-1-4 0,0-1 2 0,1 1 1 0,-1-1-2 16,3 0 6-16,-1 0 19 0,-2 1 2 0,0-4-11 15,2-1 5-15,-2 3-13 0,1 1 14 0,0 0-11 16,2-4-4-16,-2-1 1 0,0 5-4 0,2-5 1 16,1 2-8-16,-2 1 2 0,2-1-2 0,0 0 49 15,2 0-54-15,1-2 47 0,-1 2-55 0,1-3 53 16,-1 3-55-16,1-1 52 0,1-1-55 0,0 1 49 15,-2-1-51-15,3-1 83 0,0 0-46 0,-1-1 46 16,2 1-14-16,-1 0-10 0,0-1-4 0,2-1-11 16,-2 2-5-16,3 0-44 0,-1-3 48 0,1 2-52 15,-2-1 51-15,3 0-46 0,-3-2 47 0,3 1-47 16,0 0 48-16,-2-2-42 0,2 1 48 0,-2 0-40 16,2-1 41-16,1-1-47 0,-2-3 42 0,2 5-40 15,1-4 42-15,-1 0-33 0,-2-1-3 0,4 0 2 16,-3-2-2-16,6 3 8 0,-5-4 34 0,4 0-3 15,-2 0-4-15,3-1-7 0,-1-1-3 0,1-1-1 16,1 1-3-16,0-2 0 0,1-1 3 0,0 2 0 16,0-2-5-16,2 0 0 0,2-1 31 0,-1 0-40 15,3 0 34-15,-2-1-40 0,4 0 37 0,-4-1-39 0,3 0 39 16,-1 0-15-16,-2-1 41 0,2-1-42 0,-1 1 33 16,1-2-46-16,0-2 37 0,-2 1-41 15,6 2 35-15,-2-5-30 0,2 2 28 0,-2 0-43 0,-1-2 42 16,2 1-37-16,-2 0 43 0,-4 2-38 0,3-5 42 15,1 3-47-15,0-3 40 0,-1 2-46 0,0-2 38 16,-2 1-39-16,2-1 38 0,-6 2-37 0,2-1 35 16,2-2-42-16,-2-1 40 0,-1-2-42 15,2 1 39-15,1-2-37 0,-2 1 40 0,-2-2-39 0,1 1 39 16,1-2-41-16,0 0 41 0,-4 0-38 0,3-2 39 16,-2 2-43-16,0-1 11 0,0 0 24 0,-2 0 16 15,0 1-3-15,0 0 1 0,-4 0-4 0,0 1-2 16,1-2-31-16,-1-2 27 0,2 1-23 0,-5-3 39 15,3 1 3-15,0 0-11 0,0-3-4 0,-2-2-7 16,1 1 1-16,-1-3-8 0,1-5 1 0,1-2-5 16,0 2 0-16,-2-4-2 0,-1 2 0 0,0-4 14 15,0 2-2-15,-1 1 11 0,-1-2-34 0,1 1 36 16,-5 5-30-16,2-1 39 0,-2 0-35 0,-1 1 31 16,-3 0-19-16,2 5 39 0,-3 0-38 0,-3 0 55 15,2 2-49-15,-2-4 37 0,-2-1-57 0,-1 3 44 16,-1 0-52-16,-3 1 53 0,-1 0-56 0,0 0 47 15,-4 1-50-15,2 2 42 0,-2 1-53 0,0-1 43 16,-3 2-55-16,2 2 14 0,-3-1-27 0,1 2-36 0,2 1-24 16,-1 4-31-16,-1 0-27 0,2 1-36 0,0 1-58 15,0 3-41-15,3-1-48 0,0 3-103 0,0 0-87 16,4 4-56-16,-2 0-83 0,2 0-643 16,9 3-925-16</inkml:trace>
  <inkml:trace contextRef="#ctx0" brushRef="#br0" timeOffset="135809.51">18497 9797 484 0,'0'0'680'0,"-6"9"-145"0,6-9-128 0,-4 6-76 0,4-6-97 0,0 0-41 0,-1 7-44 16,1-7-13-16,0 0-45 0,0 0-13 0,-1 7-65 0,1-7-62 15,0 0-99-15,0 0-172 0,0 0-184 0,0 0-231 16,0 0-239-16</inkml:trace>
  <inkml:trace contextRef="#ctx0" brushRef="#br0" timeOffset="195091.15">18157 9174 294 0,'0'0'232'0,"-5"-11"-75"0,5 11-48 15,-2-6-54-15,2 6-21 0,0 0-75 0,0 0-47 16,0 0-150-16,0 0 77 0</inkml:trace>
  <inkml:trace contextRef="#ctx0" brushRef="#br0" timeOffset="195723.36">18777 10918 154 0,'0'0'274'0,"0"0"-164"0,0 0-91 0,-12 1-194 16,12-1 48-16</inkml:trace>
  <inkml:trace contextRef="#ctx0" brushRef="#br0" timeOffset="208123.26">18517 9545 621 0,'-4'9'645'0,"0"-1"-198"0,1-2-204 0,-2 2-116 0,3-1-145 0,-5 1-139 0,2 0-441 15,0-3-111-15</inkml:trace>
  <inkml:trace contextRef="#ctx0" brushRef="#br0" timeOffset="-214657.28">18377 10753 859 0,'0'0'676'0,"13"-2"-170"0,-13 2-129 0,9-2-189 15,-9 2-95-15,13 1-54 0,-13-1-51 0,10 3-70 16,-10-3-36-16,11 6-20 0,-11-6-23 0,11 5-27 0,-11-5-20 15,6 4-69-15,-6-4-211 0,0 0 23 16</inkml:trace>
  <inkml:trace contextRef="#ctx0" brushRef="#br0" timeOffset="-212873.49">18497 10753 276 0,'0'0'135'0,"0"0"-173"0,0 0-87 0,0 0 40 0</inkml:trace>
  <inkml:trace contextRef="#ctx0" brushRef="#br0" timeOffset="-210121.42">17830 10953 366 0,'0'0'622'0,"0"0"-156"0,-1 4-107 16,1-4-84-16,0 0-112 0,0 0-130 0,0 0-103 15,0 0-92-15,0 0-123 0,0 0-267 0,0 0-62 16</inkml:trace>
  <inkml:trace contextRef="#ctx0" brushRef="#br0" timeOffset="-209707.31">17966 10725 561 0,'0'0'607'0,"0"0"-140"0,0 0-166 0,0 7-173 16,0-7-174-16,0 0-126 0,1 6-98 0,-1-6-224 15,0 0 13-15</inkml:trace>
  <inkml:trace contextRef="#ctx0" brushRef="#br0" timeOffset="-192942.34">18835 14151 15 0,'-21'-6'356'0,"0"1"-96"0,0 1-51 0,-2-3-19 0,3 1-22 16,-2 3-16-16,4-2-16 0,-2 1 13 0,3 1 1 15,-1 0 13-15,5 1-32 0,-1 1-3 0,3-2-43 16,-2 2-5-16,13 1-26 0,-13 1 25 0,13-1-2 16,-5 10 49-16,6 1-28 0,4 1 40 0,4 4-28 15,4 2 5-15,4 5-17 0,6 2-11 0,2-2 12 16,5 4 12-16,4-1-15 0,2 0-21 0,11 5 43 16,2 0 35-16,5-2-21 0,3 1-2 0,6-3-10 15,1 0-7-15,2-2-15 0,2 2-7 0,2 1-15 16,-2 3-18-16,-2 0-9 0,-2 4-8 0,-4 1-11 15,-2 1-1-15,-3-1-11 0,-4 1 2 0,-4-2-10 16,-3-1 5-16,-10-5-11 0,-1-1-1 0,-3-2-4 16,-2-1-1-16,-4-1-9 0,-5-5-6 0,-1 1-24 15,-4-6-18-15,0-2-32 0,-5-1-36 0,3 0-38 16,-5-2-21-16,0-2-21 0,0 1-12 0,-3-4-12 16,-4-4-25-16,4 5-5 0,-4-5-14 0,0 0-6 15,0 0-2-15,0-9-9 0,-4-1-1 0,0 1-22 0,-2-7-137 16,1-3 75-16</inkml:trace>
  <inkml:trace contextRef="#ctx0" brushRef="#br0" timeOffset="-192725.6">19878 14424 286 0,'-12'-45'350'15,"3"-3"-53"-15,-2 1-41 0,2 0-32 0,-3 3-31 16,2 2 5-16,0 5-8 0,-2 0-7 0,3 9-15 16,0 3-29-16,2 4-24 0,-1 3-14 15,-2 6-18-15,1 5 19 0,-1 6 36 0,-4 7 40 0,-2 8 17 16,-6 16 34-16,-3 17 33 0,-2 9-23 0,-1 6-1 15,2 11-20-15,-9 21-27 0,0 4-26 0,3 4-25 16,0 1-23-16,-1 1-24 0,0-1-13 16,1 1-16-16,0-2-30 0,1 3-21 0,-1-5-16 0,0 1-52 15,0-4-38-15,-1-3-65 0,6-16-73 0,-1-1-48 16,0-1-87-16,-1 1-53 0,1-4-78 0,0-3-556 16,-2-7-671-16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14:24.999"/>
    </inkml:context>
    <inkml:brush xml:id="br0">
      <inkml:brushProperty name="width" value="0.05292" units="cm"/>
      <inkml:brushProperty name="height" value="0.05292" units="cm"/>
      <inkml:brushProperty name="color" value="#FF0000"/>
    </inkml:brush>
  </inkml:definitions>
  <inkml:trace contextRef="#ctx0" brushRef="#br0">23744 4528 159 0,'-18'-1'431'0,"18"1"-118"0,-12-4-57 0,12 4-54 0,-9-4-41 16,9 4-33-16,-10-2-19 0,10 2-15 15,-6-3-24-15,6 3-2 0,0 0-18 0,0 0-4 0,0 0 39 16,0 0 5-16,9-3-9 0,6 3-11 0,6-1-12 16,10 1-3-16,10 0-9 0,15 0-4 15,8 0-9-15,17 0 1 0,3 1-8 0,3-2 2 0,4 0 20 16,3-1-26-16,4 1 1 0,-1-1 0 16,1 1-3-16,-2-1-2 0,-3-1-6 0,-2 0-5 0,-5 0-4 15,-5 2 4-15,-3-2-5 0,-14 1 8 0,-4 0-10 16,-2 2-5-16,-10-2-16 0,-8 1-27 0,-9-1-62 15,-7 2-42-15,-5 0-29 0,-9 0-72 16,-10 0-66-16,0 0-256 0,0 0-90 0</inkml:trace>
  <inkml:trace contextRef="#ctx0" brushRef="#br0" timeOffset="233.32">24178 4684 244 0,'-41'4'421'15,"8"0"-90"-15,7 0-75 0,5-2-47 0,4 2-55 16,4-1-16-16,7 1-35 0,6-4-11 0,5 7 1 15,8-5 1-15,9 3-31 0,12-1 12 0,15-2-14 16,7 0 18-16,6-2-41 0,18 0 27 0,5-3-31 16,6-1 11-16,2 0-23 0,6-2 11 0,0-1-10 15,1-1-6-15,0 0 6 0,0-1-9 0,2-3-1 16,-1 2-6-16,-2-2 1 0,-1 0-2 0,-4 1-4 16,-4 0 2-16,-5 1 0 0,-6 1-5 0,-10 0-14 15,-13 3-43-15,-7 2-64 0,-9-2-56 0,-6 2-69 16,-9-1-75-16,-5 4-248 0,-6-2-87 0</inkml:trace>
  <inkml:trace contextRef="#ctx0" brushRef="#br0" timeOffset="1101.28">26962 5866 275 0,'0'0'627'0,"0"0"-163"0,-9-3-111 15,9 3-76-15,-9-3-52 0,9 3-50 0,0 0-36 16,-13 3-26-16,13-3-21 0,-8 3-19 0,8-3-12 16,-5 4-5-16,5-4 16 0,0 0 43 0,-4 5 18 15,4-5 5-15,0 0-1 0,9 6-20 0,-9-6 29 16,21 0-6-16,-6-3-22 0,4-2-17 0,7-2 37 15,4-4-5-15,9-5 4 0,2-4-25 0,12-7-15 16,2-5-27-16,4-4-6 0,2-2-25 0,5-4 2 16,15-11-19-16,1 0-8 0,1-1 1 0,0-2 0 15,4 0-6-15,3-2 2 0,2-2-13 0,7-2 4 16,0-1-13-16,2 0 3 0,-2-1-10 0,2 1 9 16,-4 3-24-16,1 3-11 0,-6 2-8 15,-2 5-55-15,-3 5-46 0,-18 11-75 0,-5 3-66 0,-1 3-39 16,-8 6-70-16,-12 3-71 0,-4 6-436 0,-9 5-476 15</inkml:trace>
  <inkml:trace contextRef="#ctx0" brushRef="#br0" timeOffset="14083.33">26758 9462 417 0,'-5'14'587'0,"3"0"-169"0,0-3-69 0,-1-2-107 0,0 0-21 0,2-2-74 0,1 2-8 16,1-2-35-16,2-2 9 0,2-1-36 0,1 2 20 16,4-5-26-16,2 1 17 0,3-5-22 0,7-3 28 15,7-3 0-15,6-8 11 0,2-5-18 0,11-9 7 16,1-4-11-16,5-3-14 0,4-4-8 0,1-4 1 15,15-9-22-15,-1-2-5 0,3-3-14 16,-1-1-6-16,0-3-7 0,0-1-3 0,0-4 4 0,-2 2-1 16,1-3-12-16,0 3-1 0,-2 1-12 0,0 3-14 15,-1-2-40-15,-2 7-29 0,-13 9-12 0,-2 2-29 16,-4 0-12-16,-1 5-18 0,-6 4-34 0,-3 3-17 16,-9 8-41-16,-5 5-45 0,-5 4-397 0,-5 3-212 15</inkml:trace>
  <inkml:trace contextRef="#ctx0" brushRef="#br0" timeOffset="24083.46">29638 13646 525 0,'-3'7'459'0,"-1"-2"-109"0,2 1-118 0,2-6-97 0,-3 8-75 0,3-8-54 0,-4 8-38 16,4-8-40-16,-6 10-64 0,6-10-79 15,-9 11-201-15,3-5 121 0</inkml:trace>
  <inkml:trace contextRef="#ctx0" brushRef="#br0" timeOffset="24315.83">28586 14253 194 0,'0'0'325'0,"-5"4"-92"0,5-4-70 16,0 0-57-16,0 7-54 0,0-7-59 0,0 0-54 16,4 6-63-16,-4-6-153 0,0 0 274 0</inkml:trace>
  <inkml:trace contextRef="#ctx0" brushRef="#br0" timeOffset="24533.3">28679 14327 174 0,'0'0'291'16,"0"0"-76"-16,0 0-56 0,-6 3-34 0,6-3-37 16,0 0-38-16,0 0-55 0,0 0-87 0,0 0-223 15,0 0 226-15</inkml:trace>
  <inkml:trace contextRef="#ctx0" brushRef="#br0" timeOffset="24683.54">28721 14403 260 0,'0'0'406'0,"-7"4"-121"16,7-4-167-16,-5 4-115 0,5-4-160 0,-4 5-130 16,4-5 260-16</inkml:trace>
  <inkml:trace contextRef="#ctx0" brushRef="#br0" timeOffset="29933.08">6466 14477 75 0,'0'0'244'0,"0"0"-83"16,0 0-66-16,0 0-44 0,0 0-64 0,0 0-61 0,0 0-95 16,0 0 44-16</inkml:trace>
  <inkml:trace contextRef="#ctx0" brushRef="#br0" timeOffset="33148.89">21724 14046 403 0,'0'0'350'0,"10"-7"-72"0,-10 7-40 0,8-6-48 16,-8 6-12-16,5-5-34 0,-5 5-11 0,7-3-30 15,-7 3-1-15,0 0-31 0,7-6 8 0,-7 6-16 16,0 0-3-16,4-5-25 0,-4 5 8 0,0 0-24 15,0 0 10-15,7-3-18 0,-7 3 0 0,0 0-23 16,0 0-6-16,0 0-48 0,0 0-50 0,0 0-38 0,0 0-49 16,-7 3-45-16,1 2-290 0,-2 0-46 0</inkml:trace>
  <inkml:trace contextRef="#ctx0" brushRef="#br0" timeOffset="53981.26">14155 16105 301 0,'-45'-14'338'0,"4"0"-79"0,5-1-54 0,4 7-53 0,2-3-23 0,0 1-39 0,7 3 4 0,2-1-28 16,1 2 26-16,1 0-6 0,5 2-7 0,0 0-13 16,2 1-12-16,1 0-8 0,2-1-13 0,3 1 8 15,6 3-5-15,-8-5 7 0,8 5 9 0,0 0 9 16,4-7-5-16,-4 7-17 0,17-6 6 0,-4 2-3 16,6 3 3-16,2-1-4 0,9 1-2 0,2 0-6 15,7-1-9-15,3 1 3 0,10 1-3 0,1 0-3 16,7 0 1-16,2 0 18 0,3 0-8 0,14-1-8 15,0 1-1-15,4-2 19 0,3 0-4 0,-3 0 1 16,5-3 14-16,2 3 9 0,0-3-8 0,4 0 16 16,2 1-4-16,1 0 5 0,2 0 6 0,1-1 6 15,0 2 3-15,2-2-10 0,3 3 7 0,0-2 12 0,3 2-17 16,2-1-13-16,2 1-14 0,20-1-7 16,-21 0 26-16,2 3-7 0,20 0-14 0,-22 0-10 15,3 0-2-15,-2 0-12 0,1 0-6 0,-1 3-4 0,-1-1-1 16,-1-2-1-16,1 1-4 0,-2-1-1 0,0 2-1 15,-3-2 1-15,-3 0-2 0,-3-2 2 0,-4 2 0 16,-3 0-5-16,-5-1 1 0,-1-1 0 0,-6-1 0 16,-5 3 0-16,-13 0-4 0,-6-3 2 0,-2 2 0 15,-5-1 0-15,-10 1-1 0,-8 0 1 0,-5 1 0 16,-2-2 0-16,-3 1-1 0,-2-1-1 0,-7 1-3 16,-3-1-10-16,-10 2-22 0,13-3-18 0,-13 3-45 15,0 0-59-15,-8-6-45 0,-6 5-29 0,-2-1-21 16,-7 1-43-16,-8 1-33 0,-6 3-53 0,-13-2-416 15,-3 4-321-15</inkml:trace>
  <inkml:trace contextRef="#ctx0" brushRef="#br0" timeOffset="54364.7">15377 16129 281 0,'-24'-5'734'0,"5"1"-163"0,0 0-68 0,5-1-104 0,0 3-89 15,5-1-61-15,9 3-49 0,0 0-42 0,0 0-28 16,7-2-26-16,10 2-22 0,10 0-14 0,14 1-16 16,13-1-5-16,8 1-11 0,19-1-9 0,7 0 3 0,8 0-4 15,7-1 0-15,6 0-2 0,29 1 1 0,0 0 20 16,3-2-6-16,1 0 5 0,5 1-1 15,2 1-4-15,2 0 19 0,-2 1-2 0,1 1-3 16,1 0-3-16,1 0 10 0,-5 1-9 0,-2-1-7 0,-3 0-12 16,-4 2-3-16,0 0-4 0,-3-1-5 0,-2 2-6 15,-22-4-1-15,-1 3-1 0,-2-1-2 0,0 0-2 16,-4 0 2-16,1-1-6 0,-3 1 4 16,-1-2-4-16,-5 4 0 0,0-5-3 0,-4 2-5 0,-4 1 2 15,-1-1-20-15,-6-2-24 0,-3 0-31 0,-16 0-52 16,0 0-83-16,-4 0-77 0,-3 0-49 0,-3 1-69 15,-9-1-74-15,-1 0-414 0,-2-1-460 0</inkml:trace>
  <inkml:trace contextRef="#ctx0" brushRef="#br0" timeOffset="54931.41">25744 16018 300 0,'-14'-12'576'0,"2"4"-131"0,-1-3-107 0,-1 3-69 0,-1 0-53 0,0-1-44 0,0 5-41 0,2-2-32 0,0 3-14 15,2 0-17-15,-1 0-15 0,12 3-11 0,-18 0-7 16,18 0-8-16,-14 0-1 0,14 0 9 0,0 0-5 16,-9 3 6-16,9-3-5 0,0 0 3 0,9 3-8 15,-9-3 2-15,21 1 8 0,-6-2 10 0,5 1-3 16,4-2-15-16,5-1-1 0,7 0 14 0,4-2 1 16,7-1-2-16,3-1 10 0,4 0 15 0,-2-3-11 15,4 4 6-15,-2-2-4 0,13-4-11 0,0 0-9 16,-3 5-1-16,-6-3 16 0,-5 2-22 0,4 1-1 15,-4 0-8-15,0 1 1 0,-5-1-10 0,1 3-14 16,-11 1-40-16,-2 0-37 0,-7 1-40 0,-2 0-34 16,-4 0-23-16,-4 1-19 0,-1 1-31 0,-5 0 7 15,-13 0-2-15,19 1 7 0,-19-1-28 0,5 5-6 16,-5-5-6-16,-13 7-235 0,0-3 19 0</inkml:trace>
  <inkml:trace contextRef="#ctx0" brushRef="#br0" timeOffset="55264.14">25730 16086 12 0,'-35'5'538'0,"7"-3"-126"16,1 2-72-16,0-3-58 0,6 1-28 0,0 0-21 0,3 0-13 15,4-2-21-15,1 1-12 0,-1-1-20 0,14 0-24 16,-14 1-12-16,14-1-20 0,0 0-4 0,4-6 0 16,6 2 4-16,8-1 8 0,6-2 14 15,10-3-11-15,9 2-10 0,6-3-18 0,4 2-20 0,1-1-14 16,4 0-12-16,-2 2-10 0,1 2-8 0,-2-1-5 15,-5 3-7-15,1 1-4 0,-10-2-1 0,-4 4-4 16,-4-1-1-16,-7-1-4 0,0 2 0 0,-5 0 9 16,-4-1-13-16,-2 0-1 0,-15 2-7 0,13-1-2 15,-13 1 3-15,0 0 2 0,0 0 0 0,-10 0 2 16,-2 0 3-16,-7 1-5 0,-1 1 0 0,-5 0 3 16,-4 0-1-16,-4 3 0 0,-3-2-1 0,2 0 1 15,0 1-3-15,5-1-6 0,0 3-9 0,2-2-10 16,2-1-21-16,2 2-58 0,4 1-41 0,4-4-46 15,-2 4-18-15,7-1-1 0,2 0-26 0,-1 0-43 16,9-5-53-16,-3 9-85 0,3-9-250 0,7 4-182 16</inkml:trace>
  <inkml:trace contextRef="#ctx0" brushRef="#br0" timeOffset="57881.35">29282 12993 80 0,'13'13'187'0,"2"1"-43"0,1 2-20 16,-1-2-8-16,1 2-19 0,0-2-10 15,0-1-7-15,-1 1-2 0,0-2-3 0,-2-2 20 16,-3 0-17-16,2-2 18 0,0 1-3 0,-4-1-17 0,-1-4 10 15,1 2-17-15,-1-2 22 0,-7-4-21 0,9 6-2 16,-9-6-27-16,0 0 14 0,10 2 3 0,-10-2 4 16,0 0-26-16,3-8 19 0,-3 8-28 15,-2-12 13-15,0 4-6 0,-1-3-5 0,-1-2-4 0,-3 0-3 16,-1-4-8-16,-3-1 20 0,0-2-1 0,-5 0-6 16,-2-2 1-16,-7-5-7 0,0 2-4 0,-4-1-1 15,-5 1-11-15,0 0-10 0,-3-2 23 0,-10-1-3 16,-1 1-3-16,-4 0 0 0,-3 1 0 0,-4 1 16 15,-4 0-4-15,-4-1-8 0,-4 5 8 0,-8-2 4 16,1 4-8-16,-6 0 4 0,-3 3 0 0,-8 1-2 16,-1 4 19-16,-5 1-2 0,-21 0-8 0,15 4-10 15,-2 2 0-15,-4 2 37 0,0 4-4 0,-20 1-8 16,-2 6 6-16,1 0-5 0,4 4-1 0,2 3-9 16,0 2 10-16,3 4-19 0,2 1 30 0,3 4-2 15,0 0-10-15,5 3 2 0,4-2-11 0,2 2 0 16,7-1-4-16,15-4-5 0,4 1-4 0,3 1-2 15,-1-1-5-15,6 1-4 0,-1 2-1 0,7-3-5 16,1 4 4-16,6-2-3 0,3 3 0 0,4-1-5 16,4 1-4-16,2 1 4 0,6 1-1 0,2 3-3 15,5 1 7-15,2 1-6 0,8-3 5 0,1 3-7 16,2 1 5-16,5-1 2 0,0 4 1 0,4 3-7 16,1-1 1-16,3 3 4 0,5 0-4 0,2 0 3 15,3 1 36-15,7-1-6 0,2 0-8 0,5-2-6 16,5 8-2-16,5-6 1 0,8 1-1 0,4-4-3 15,5 0-1-15,5-1-1 0,5-4-1 0,3 1-1 16,3-3-1-16,4 0-2 0,3 0 4 0,5-2 0 16,0-1-2-16,6-1 16 0,2-4 20 0,3 1-2 15,4-3-6-15,2-1 0 0,-1-4 7 0,5-1 13 16,0-1-11-16,4-5-4 0,0 0-8 0,5-4-5 16,-2 2-4-16,1-6 4 0,-2 2 2 0,4-3 3 15,-2-2-5-15,-1 0-2 0,2-2 4 0,-1-1 6 0,3-2 8 16,-1-1 11-16,-2 0-4 0,1-1-12 15,-1-2-5-15,2 1-1 0,-1-1 3 0,0 1 8 16,2-2-20-16,1 0-8 0,-2-2-2 0,-1 1 3 16,-1-1-5-16,2-2 4 0,-1-1 21 0,18-3-4 15,0 0-5-15,-2-4 5 0,-18 4-23 0,17-7 27 16,-3-1-28-16,-1 0 40 0,-2-3-40 0,0 0 27 16,0-4-5-16,-3 1-2 0,-1-4 1 0,-4-1-5 15,-2-1-5-15,-5-4-4 0,-19 7-4 0,0-5 22 0,-3-4-29 16,-5 1 28-16,-5-4-28 0,-6 0 22 15,-6-3-29-15,-6 0 3 0,-7-1-2 0,-5-3 3 16,-7-2-3-16,-7-2 20 0,-5 7-31 0,-5-3 29 16,-6-4-33-16,-2 0 35 0,-6-13-23 0,-5 3 0 0,-6-2 6 15,-3 2 2-15,-7 0-38 0,-4 3 45 0,-5 1-6 16,-4 3-3-16,-5 1 8 0,-7 1-10 16,-15-3-5-16,-4 2 2 0,6 13 6 0,-4 2-5 0,-2 4 2 15,-5 3-1-15,-1 3-11 0,0 3-17 0,-2 6-9 16,-1 3-15-16,5 3-46 0,2 6-26 0,6-1-56 15,9 9-52-15,7-3-46 0,-1 5-67 0,2 3-24 16,4 0-54-16,2 2-94 0,8 0-491 0,1 0-612 16</inkml:trace>
  <inkml:trace contextRef="#ctx0" brushRef="#br0" timeOffset="58848.93">27231 13046 533 0,'-9'10'430'0,"0"2"-60"0,0-1-59 0,0 1-31 0,0-1-62 0,1-1 12 16,-1 1-46-16,1-2 4 0,0 0-35 0,4-2-1 16,-3 0-24-16,2-1-6 0,0-1-14 0,5-5 1 15,-7 9-1-15,7-9-1 0,-4 8-1 0,4-8-8 16,0 0-4-16,8 3-9 0,1-6-10 0,6-3-11 16,6-9 11-16,11-7 6 0,12-7-1 0,6-10 18 15,7-3-17-15,16-19 6 0,7-9 9 0,4-8 2 16,3-7-11-16,5-7-7 0,5-1-4 0,7-5-12 0,4-2-18 15,23-25 22-15,-25 22-41 0,20-22-5 0,-22 24-7 16,-1 3 9-16,3 5-8 0,-6 3 26 16,-1 5-41-16,-7 7 22 0,-9 8-27 0,-12 9 20 15,-17 15-24-15,-8 5 21 0,-7 8-29 0,-9 7 13 16,-10 7-52-16,-4 3-24 0,-9 3-33 0,-3 3-34 16,-4 2-32-16,-4 0-30 0,-5 5-27 0,-6 0-30 0,-3 2-16 15,-5 1-9-15,-4 3-17 0,-1 0-27 16,-6 1-33-16,-1 3-84 0,1-3-256 0,-2 0-215 15</inkml:trace>
  <inkml:trace contextRef="#ctx0" brushRef="#br0" timeOffset="59087.09">28643 11123 378 0,'0'0'367'0,"6"-9"-81"16,4 2-52-16,3 1-12 0,4 1-3 0,6-1-1 15,11 1 33-15,10-1-24 0,6 0 3 0,4 2 10 16,2 3-7-16,3 1-33 0,-2 4-36 0,-2 5-30 15,-2 1-21-15,-5 5 1 0,-4 2-16 0,-3 5-19 16,-7 1-12-16,-3 2-19 0,-3 0-4 0,-7 4-10 16,-4 0 1-16,-5 0-6 0,-6 0-6 0,-2-1-3 15,-8 4-5-15,-1-1-23 0,-8 5 4 0,-3 0 0 16,-2-2-1-16,-5-3-13 0,0-1-24 0,-3-4-30 16,3-3-48-16,0-4-61 0,0-3-27 0,4-5-90 15,-1-2-88-15,-1-4-138 0,3-1-253 0,-3-6-297 16</inkml:trace>
  <inkml:trace contextRef="#ctx0" brushRef="#br0" timeOffset="59898.36">27606 10590 286 0,'-11'-3'518'0,"0"-1"-146"0,-4 1-78 0,-1 1-93 0,0-1-4 0,-1-1-61 0,-2 2-6 15,1 0-42-15,1-1-8 0,-2 0-12 0,1 0 35 16,2 0 8-16,2-2-11 0,2 0 18 0,1-1-23 16,0-4 5-16,3 1-17 0,2-4 4 0,4-1-28 15,2-1 8-15,2-2-25 0,4-2 9 0,4-2-22 16,1 1 5-16,3 1 0 0,4 0 33 0,1 3 3 15,1 4-3-15,0 6-5 0,-3 1-3 0,2 5 12 16,0 5-2-16,0 3-6 0,5 4-12 0,-2 5-13 16,-3 2-5-16,-1 3-6 0,1 1-3 15,-5 2-7-15,0 1-5 0,-2 0 5 0,-3 1 0 0,-3-4 0 16,-1 0-2-16,-2-2 3 0,-2-1 5 0,-3-3 19 16,-1 1 13-16,-5-4 14 0,2-2 2 0,-2-2 2 15,-1-3 6-15,-1-5-9 0,10-2-10 0,-20-4-13 16,8-3-5-16,3-5-9 0,2-6-9 15,0-5-6-15,2-6 1 0,4-5-11 0,2-11 3 16,4-2-11-16,5-2 8 0,2 3-6 0,3-3 3 16,1 7-7-16,3 2 0 0,1 3 1 0,2 8 2 0,2 3 1 15,-1 11-1-15,-2 3-2 0,0 6 1 0,1 5 10 16,0 5-4-16,4 7 16 0,0 5-13 0,1 5 8 16,0 4-8-16,-3 5 8 0,-3 0-14 15,-2 2 10-15,-1 0-14 0,-4-1 14 0,-4-1-14 16,0-2-3-16,-3 1 4 0,-2-7-7 0,-1 1-16 15,-3-4-29-15,0 0-40 0,-1-5-67 0,-2-1-72 0,0-1-58 16,0-3-66-16,-3-2-58 0,5-7-63 0,-8 6-485 16,8-6-547-16</inkml:trace>
  <inkml:trace contextRef="#ctx0" brushRef="#br0" timeOffset="60247.33">28086 10232 209 0,'5'5'532'0,"2"2"-118"0,0 0-83 0,-2 3-64 0,3 0-23 0,0 0-64 16,-2-1-10-16,0 0-45 0,1-1 31 16,-2 0-9-16,2-1 13 0,-1-1-20 0,0 0-16 15,2-3-11-15,-8-3-14 0,15 3-17 0,-15-3-10 16,18-5-15-16,-9 0 0 0,3-4-6 0,-2-3-8 16,0-1-5-16,3-4-8 0,-4 0 4 0,-1-1-4 0,-1 2-7 15,-3 0 6-15,-2 1 2 0,0 2 0 16,-2-2 17-16,-3 4 17 0,-1 2-9 0,-3-2 3 15,0 4-11-15,-2 2 6 0,-3 4-4 0,0 2 4 16,-2 4-8-16,-4 6 23 0,-1 5-15 0,0 4-6 16,1 2-17-16,-1 6 3 0,2-2-10 0,6 2 5 15,-2 1-6-15,4-2 2 0,1 1 1 0,4-2 16 0,1-4 3 16,4-2 7-16,4 3 5 0,1-4-12 16,3-1 0-16,7-3-13 0,2-3-5 0,3-4-7 15,6-2-15-15,2-4-13 0,9-5-56 0,5-5-82 16,2-5-90-16,0-1-94 0,-2-7-69 0,2-8-104 15,-11 1-139-15,3-11-269 0,-10 6-481 0</inkml:trace>
  <inkml:trace contextRef="#ctx0" brushRef="#br0" timeOffset="60947.5">28493 10029 264 0,'-13'4'454'0,"0"3"-105"0,3 2-35 15,-2-1-31-15,2 1-12 0,1 0-40 0,3 0-2 16,1-1 2-16,1-1 0 0,0 1 7 0,3-2-4 15,2 1-30-15,3-2-10 0,-4-5-36 0,13 6-28 16,-4-4-25-16,3-3-23 0,2-1-16 0,4-3-19 16,0-2-4-16,3-2-10 0,-2-1-2 0,-3-2 20 15,2 1-11-15,-4-2-3 0,0 0-8 0,-5 1-4 16,-2 2 5-16,-2 0 12 0,-4 0-1 0,0 1 4 16,-2 0-7-16,-5 2-3 0,-1 2 1 0,-5 1-3 15,-1 2 3-15,-3 5-8 0,-3 0-2 0,-2 7 1 16,-4 3-9-16,2 4 3 0,-4 6-10 0,2 2 3 15,2 2-7-15,4 1 10 0,3-2-14 0,5-1 4 16,2-3-5-16,5 2 5 0,4-3-6 0,1-1 7 16,8 1-6-16,3-2 7 0,6 0-12 0,2-3-6 15,8-4-26-15,2-4-48 0,3-2-65 0,1-3-59 16,0-3-39-16,4-4-36 0,4-2 26 0,2-4-17 16,-2-4 36-16,-3-3 28 0,-3-2 44 0,1-3 33 15,-4 0 30-15,-1-2 38 0,-5-1 27 0,0-1 50 16,-1 1 64-16,-7 2 0 0,-4 3 48 0,0-2 3 15,-6 4 29-15,-1-1 11 0,-3 3 7 0,-5 0-2 16,0 4-20-16,-2 1-13 0,-3 0-24 0,-3 2-6 16,-2 4-5-16,-2 0-6 0,-2 3 3 0,-1 4 1 15,-3 1-4-15,-5 6-2 0,-1 1-3 0,-2 5-29 16,2 4 0-16,-1 3-4 0,1 4 15 0,3 0-12 16,6-1 14-16,0 0-36 0,7-1 30 0,1-3-33 15,3 1 42-15,4-3-47 0,1-1 47 0,4-1-54 16,3 0 46-16,3 0-59 0,2-6 45 0,5-1-56 15,1-3-2-15,0-3 42 0,1-3-50 0,1-3 45 16,1-2-54-16,1-4 48 0,-4-4-51 0,4-4 46 16,-4-4-45-16,-1-4 42 0,-4-2-54 0,-1-8 12 15,-4-5-1-15,-6 3 6 0,-1-8-3 0,-4-3 0 16,-3-2 47-16,-3-2-50 0,-5-9 47 0,-5 3-45 16,0 2 45-16,4 9-48 0,-5 5 44 0,6 6-48 15,2 7 52-15,-1 1-48 0,3 8 41 0,3 5-47 16,0 6 49-16,6 8-44 0,0 0 54 0,-9 4-40 15,9 8 45-15,1 5-41 0,2 5 50 0,2 8-41 16,5 7-4-16,1 2 18 0,3 2-3 0,-1 1-7 16,4 1 43-16,-1 1-56 0,2-2 52 0,0 1-59 15,3-4 38-15,0 0-78 0,0-4 0 0,0 0-105 16,2-7-92-16,-1 1-114 0,0-10-83 0,-2 0-43 16,-2-6-114-16,0-3-602 0,-1-2-812 0</inkml:trace>
  <inkml:trace contextRef="#ctx0" brushRef="#br0" timeOffset="61381.23">29524 9858 584 0,'2'-7'648'0,"1"1"-129"0,-3 6-62 0,3-9-51 0,-3 9-37 0,2-10-53 16,-2 10-30-16,1-13-20 0,1 6-29 0,0-3-25 0,0 1-41 15,1-2-35-15,4 0-17 0,0-3-25 0,1 0-19 16,1-1-13-16,6-1-11 0,-3 2-10 0,2-2-5 15,1 2-4-15,-1 3 12 0,2 3-5 0,0 0-9 16,0 4-4-16,0 1 5 0,2 3 4 0,1 4 9 16,-3 2-3-16,3 5-7 0,-3 0-24 15,0 4 20-15,-1 2-35 0,-2 1 28 0,-3 0-21 16,0 1-5-16,-1 0 6 0,-4 0-4 0,-1-1 6 0,-1-1 26 16,-3-2-33-16,-1 0 34 0,-3-1-35 0,0-2 45 15,-3-2-35-15,2-3 1 0,-4-1 9 0,9-6-6 16,-14 2-2-16,14-2-1 0,-16-5 1 15,9-4-3-15,0-2-3 0,0-3-2 0,3-3 35 16,-2-3-46-16,4-4 46 0,2-3-47 0,2 2 40 16,4-6-7-16,3 3-10 0,0 0-3 0,5 3-6 0,-1 3-6 15,4 0 4-15,-3 8 5 0,1 0-1 0,2 4 10 16,-1 4 0-16,0 2 1 0,0 4 2 16,-2 2-5-16,4 2 1 0,-4 7-2 0,2-1-2 0,-4 3 0 15,3 1-3-15,-3 2 1 0,-1 0 0 16,0 0-63-16,-3 2-18 0,-1-4-64 0,0 2-57 15,-2-1-94-15,1-1-101 0,-3-3-44 0,-1 1-112 0,0-4-103 16,0-1-352-16,-2-7-602 0</inkml:trace>
  <inkml:trace contextRef="#ctx0" brushRef="#br0" timeOffset="61681.34">30215 9413 394 0,'4'-6'502'0,"-4"6"-78"0,0 0-57 0,0 0-37 0,5 8-18 0,-6 1-6 0,0 3-32 0,-2 2 24 16,1 4-54-16,0-2-3 0,-1 3-41 0,1-1-39 0,1 3-33 16,0-2-20-16,2 0 15 0,0 0-14 0,1-2-4 15,1 1-8-15,1-3-5 0,3-2-13 0,0 1-9 16,2-3-5-16,1-3-14 0,4-2-9 0,-1-1-5 16,1-4-20-16,-1-1 5 0,2-3-7 0,-2-2-1 15,1-2-3-15,-1-3-2 0,-1-1-4 0,-1-3 1 16,-2-3-3-16,-3 1 2 0,-2-1-4 0,-4 3-1 15,0-3 0-15,-4 1 6 0,-2 1 3 0,-2 1-4 16,-6 1 2-16,-1 2-1 0,-2 4 0 0,2 1-2 16,-4 5-7-16,0 1-9 0,1 1-26 0,0 4-35 15,1 0-65-15,1 1-80 0,0 1-76 16,6 0-55-16,0 0-56 0,3-1-61 0,4 0-100 0,3-6-300 16,-2 6-415-16</inkml:trace>
  <inkml:trace contextRef="#ctx0" brushRef="#br0" timeOffset="62047.71">30385 9256 401 0,'3'-17'592'16,"-1"2"-91"-16,0 1-30 0,-1 3-50 0,0 0-61 15,-1 1-56-15,2 3-39 0,-2-2-18 0,0 9 17 16,0 0-26-16,0 0 8 0,0 0-40 0,3 7-21 16,-3 4-49-16,4 5-12 0,-1 1-7 0,1 5-4 15,3 3-20-15,0 2-14 0,0 2-11 0,2-1-5 16,0 2-2-16,0-3-7 0,0 2-17 0,1-2-9 15,-1 1-5-15,0-3-8 0,-1-3-43 0,-1-3 8 16,1 2-35-16,-3-6 4 0,-1-1 2 0,1 0 9 16,-3-5-18-16,1-2-47 0,-3-7-25 15,0 7-21-15,0-7 1 0,0 0 5 0,-7-1-1 0,4-5 2 16,-2-1 25-16,0-2 17 0,-3-3 23 0,2 0 12 16,0 1 15-16,-1-1 13 0,3 4 21 0,0-2 14 15,-1 3 17-15,0-1 9 0,4 1 13 0,0 0-1 16,1-2 18-16,2 4 1 0,3-3 3 15,0 0-7-15,2 1 0 0,3-2-17 0,1 2-3 0,2-3-7 16,4 1-2-16,1-2-10 0,2 1-8 0,1-1-32 16,2-3-61-16,1 3-91 0,-1-3-89 0,1-1-51 15,-4 2-104-15,-1 1-549 0,1-4-565 0</inkml:trace>
  <inkml:trace contextRef="#ctx0" brushRef="#br0" timeOffset="62781.86">31217 9117 806 0,'12'-3'799'0,"-12"3"-135"0,0 0-130 0,8-2-70 0,-8 2-62 16,0 0-62-16,0 0-45 0,0 0-49 0,0 0-58 15,1 8-19-15,-4-2-32 0,1 3-26 0,-2-1-17 16,1 4-21-16,1 1-21 0,-1 1-7 0,3 0-13 15,0 0 22-15,1 2-27 0,1 1 37 0,2-2-23 16,1-1 28-16,2 0-27 0,2 0 21 0,0-1-31 16,3-2 19-16,4 0-32 0,-3-3 25 0,4-1-25 15,-2-1 20-15,2-3-22 0,-1 0 15 0,0-3-22 16,-2-2 18-16,4-1-25 0,-2-1 16 0,3-6-18 0,-2 1 17 16,-2-3-19-16,1-3-3 0,-5 0 4 15,1-3 0-15,0-2-1 0,-5 0-3 0,-1-1 3 16,-3 4-4-16,-1-3 20 0,-2 2-22 0,0 2 19 0,-3 0-20 15,-1 1 21-15,0 0-21 0,-3 3 26 0,1 2-25 16,-3 2 20-16,1 2-20 0,1 3 3 0,7 3 0 16,-14-1 4-16,14 1-2 0,-12 4 3 15,8 2 1-15,2 3 1 0,-1 0 1 0,3 2-2 0,3 1 6 16,1 1-8-16,1 2 1 0,1 0-2 0,4 3-3 16,2-4 10-16,-1 3-40 0,3-3 7 0,1 1-55 15,0-3 16-15,0-1-27 0,2 0 32 0,-3-4-8 16,1-2 37-16,-1-1-19 0,0-2 25 0,-1-3-9 15,1-2 27-15,0-3-19 0,0 0 24 0,2-5-19 16,-2 1 37-16,0-5-33 0,-1 0 7 0,-1-2 23 16,-3-1-25-16,1 0 23 0,1-1-24 0,-2-2 28 15,-2 1-16-15,-2 1 18 0,2 1-25 0,-5 2 23 0,3-1-21 16,-2 3 17-16,-2-1-5 0,2 2 6 0,-2 1-24 16,0 3 25-16,1-1-23 0,-1 3 22 0,0 0-25 15,-1-1 21-15,0 8-21 0,-1-10 19 0,1 10-18 16,-5-7 24-16,5 7-24 0,0 0 20 0,-12 6-19 15,6-4 26-15,0 4-23 0,2 2 18 0,0-1-25 16,1 2 29-16,3-1-25 0,0 2 23 0,3 1-24 16,1-1 25-16,2 1-24 0,3 2 2 0,0-1 3 15,1 1 29-15,4 2-33 0,-2-3 26 0,3 1-27 16,-2-1 25-16,0 0-21 0,-1-1 18 0,-1 0-23 16,1-3 21-16,-3 3-20 0,0-3 24 0,-2 1-19 0,0-1 25 15,-3 0-32-15,-1 0 25 0,-1-1-24 16,-2 2 29-16,-2-2-28 0,-2 1 27 0,-2-1-26 0,-1-1 22 15,-2 2-19-15,-1-3 19 0,-3-1-25 0,3 3 7 16,-3-3-88-16,3-1-64 0,-2-1-66 0,1-1-85 16,11-1-59-16,-17-3-32 0,17 3-42 0,-9-5-44 15,4-2-64-15,5 1-239 0,3-4-312 0</inkml:trace>
  <inkml:trace contextRef="#ctx0" brushRef="#br0" timeOffset="63163.26">32061 8999 278 0,'0'0'396'0,"0"0"-58"0,8 5-31 0,-8-5-44 0,3 6-27 16,-3-6 7-16,5 9-2 0,-5-9-2 0,4 9-24 16,-4-9 3-16,5 10-3 0,-5-10-1 0,7 5-6 15,-7-5-4-15,9 7-27 0,-9-7-18 0,12 4-2 16,-12-4-39-16,17-1-11 0,-7-3-23 0,-1 1-14 16,3-2-15-16,-1-1-9 0,1-1 1 0,-1 0 5 15,1-3-9-15,-3 0-6 0,0 1 0 0,-1-2-3 16,0 0 2-16,-3 3 9 0,-2-3-7 0,0 3 5 15,-3-3 9-15,-2 4-5 0,-2 0 4 0,-1-1-3 16,-4 5 1-16,-3 0-9 0,-1 3-25 0,-6 3 18 16,-3 5-28-16,-4 3 24 0,-1 3-30 0,1 2 29 15,1 2-27-15,1 0-4 0,7 2 3 0,0 2 3 0,6-3 2 16,4 2 41-16,2-1-6 0,3-2 33 16,7 0-27-16,0 1 33 0,6-2-8 0,4-3 21 0,0 0-10 15,6-1 42-15,-1-5-36 0,6-1 0 0,-1-3-32 16,2-2 5-16,3-2-30 0,-1-2 9 0,4-2-25 15,-3-5 14-15,0 3-24 0,-2-5 15 0,-1-1-20 16,-5 0 10-16,-3-2-59 0,-5 2-58 0,-4-1-138 16,-3 0-132-16,-5 4-146 0,-5-1-83 0,-4 2-140 15,-6-1-533-15,-1 3-886 0</inkml:trace>
  <inkml:trace contextRef="#ctx0" brushRef="#br0" timeOffset="64197.41">29918 10699 417 0,'0'-11'385'0,"2"-1"-81"0,-2 4-71 0,0-3-22 0,0 5-30 0,-2-4-30 16,2 3-25-16,0-1-25 0,-2 1-20 0,2 7-16 15,-1-12-13-15,1 12-15 0,-1-8-6 0,1 8-12 16,-3-6-7-16,3 6-28 0,-5-6-56 0,5 6-83 16,0 0-103-16,0 0-339 0,-8-4-110 0</inkml:trace>
  <inkml:trace contextRef="#ctx0" brushRef="#br0" timeOffset="64963.87">29894 10738 60 0,'-6'5'554'0,"6"-5"-141"0,0 0-114 0,-9-2 5 15,9 2-50-15,-6-5 15 0,6 5-50 0,-7-6 3 16,7 6-40-16,-7-6-10 0,2-1-17 0,2 1-4 0,1-2-15 16,-1 0-18-16,0 1-23 0,2-3 5 0,0 1-3 15,0-3-15-15,2 1-15 0,0-1-13 0,-1-3-3 16,3 1-10-16,1-2-7 0,-2 1-6 15,3-2-7-15,0 0-1 0,-1-1-5 0,0 0-4 0,0 1 2 16,0 2 18-16,-2-1 4 0,1 0-8 0,-2 2-2 16,-1 0-7-16,1 1-3 0,-2 2 1 0,1-1 5 15,-2 1 7-15,-1 0 0 0,-2 3 3 0,0-1-6 16,-2 3-1-16,-3 0 3 0,1 2-9 0,-1 1-5 16,-3 3-3-16,2 1 4 0,-3 4-3 0,1 2 13 15,0 0 11-15,-1 6-7 0,1 1-2 0,3 3-4 16,2 2-3-16,3 2 7 0,1 3 24 0,4-1-14 15,2 7-1-15,0 0 0 0,7 8 26 0,3 0-15 16,-1 1 9-16,1 1-22 0,2 0 9 0,-1 0-22 16,2-1 8-16,-2 0-1 0,1-3-4 0,-3 0-17 15,3-3 20-15,-5-4-23 0,-1-2 13 0,-2-4-17 16,-2-2 18-16,-4-4-20 0,3 0 18 0,-5-4-16 16,1-3 17-16,-4 1-21 0,-1-4 19 0,-2-1-19 15,-2-2 14-15,10-4-17 0,-21-4 20 0,7-2-19 16,-3-4 17-16,2-2-20 0,0-4 20 0,-2-3-13 15,3 1 21-15,4-1-21 0,2-2 24 0,3 3-30 16,3-1 29-16,3 0-27 0,1 0 1 0,6 1 2 16,5-2-1-16,4 0 1 0,4 2 2 0,2 1 0 15,0-1 0-15,9-2 0 0,0 3 2 0,-5 2-2 16,4 3-6-16,-2-1 7 0,1 0-1 0,-2 1-5 16,0 0 4-16,-3 0 18 0,-3 3-21 0,-3-1 18 15,-1 2-20-15,-4-1 25 0,-1 1-24 0,-3 1 20 16,-1 0-20-16,-1 2 29 0,-2-1-20 0,-1 1 31 15,-5 5-28-15,5-8 29 0,-5 8-37 0,0 0 38 16,0 0-38-16,0 0 35 0,0 0-36 0,0 0 1 16,-1 12-2-16,0-5 1 0,1 2 2 0,0 1 5 15,2 1 24-15,0 1-35 0,0 1 35 0,1-1-37 16,3 1 29-16,-2 1-44 0,2-2 0 0,-2-1-54 16,1-1-51-16,-1-3-72 0,4 1-114 0,-4-3-110 15,-4-5-116-15,9 5-691 0,-9-5-840 0</inkml:trace>
  <inkml:trace contextRef="#ctx0" brushRef="#br0" timeOffset="65233.23">30107 10537 168 0,'-12'-5'687'0,"3"-1"-187"0,0 4-120 0,9 2-77 16,-12-4-55-16,12 4-31 0,-8-2 30 0,8 2 5 16,0 0 5-16,0 0-30 0,0 0-45 15,0 0-37-15,8-3-27 0,-8 3-24 0,16 0-17 0,-16 0-6 16,18-3 11-16,-8 1-8 0,0-1-12 0,1 2-11 15,0-2-2-15,-2 0 3 0,0-3 1 0,-1 2-5 16,-2-1-9-16,-1-1-7 0,-2 1-6 0,-1-1 15 16,-2 6 4-16,2-11 1 0,-5 7 0 0,-1 0-5 15,-2-2-11-15,-2 2 2 0,-1 1-9 0,-1 0-3 16,-1 2-1-16,11 1-5 0,-22 1-4 0,10 0-1 16,3 3-3-16,0 0 0 0,2 1-5 0,-1-1 3 15,2 2-12-15,3 2-30 0,-1-2-38 0,6 1-91 16,0 0-111-16,2-1-94 0,2 3-108 0,3-3-131 15,4 0-360-15,0 1-561 0</inkml:trace>
  <inkml:trace contextRef="#ctx0" brushRef="#br0" timeOffset="65664.39">30297 10597 71 0,'7'4'648'0,"-7"-4"-155"16,0 0-113-16,6 4 7 0,-6-4-16 0,0 0-32 0,0 0 2 15,0 0-21-15,0 0-29 0,0 0-35 16,0 0-22-16,3-5-41 0,-3 5-21 0,1-7-32 15,-1 7-6-15,1-11-31 0,-1 11 1 0,6-11-20 16,-2 3-15-16,1 2-14 0,-1-2-7 0,1 1-4 0,1 0-13 16,-1 0-5-16,2 3-6 0,1-1 1 15,-2-1-7-15,3 3 3 0,1 0-4 0,-10 3-3 16,17 0-19-16,-6 3 18 0,0 0-19 0,-2 4 23 16,1-2-24-16,0 4 20 0,-1-1-18 0,-1 1 21 15,-1 1-20-15,-3-1 2 0,0-1-1 0,1 2 6 0,-2-1-1 16,-2-3 3-16,-1 3 2 0,0-9-1 0,0 13 0 15,-1-6 0-15,1-7 1 0,-5 6 2 16,5-6-4-16,0 0-1 0,-9 3 3 0,9-3 13 0,-7-6 32 16,2 2-37-16,3-5 27 0,-1 0-33 0,3-1 22 15,0 0-35-15,3-5 31 0,3 2-31 0,-1-1 27 16,0 2-7-16,3-2 3 0,0 2-7 0,0 2-2 16,2 0 1-16,-1 1-4 0,1 3 4 0,0 2-5 15,0 1-1-15,2 0-7 0,-12 3 9 0,20 1 0 16,-10 2 3-16,1 1 3 0,-2 2-33 0,1-1 32 15,-1 1-29-15,-2 2 28 0,0 0-28 0,0 1 21 16,-2-2-43-16,1 0-1 0,-4 1-57 0,1-2-66 16,-1 1-83-16,-2-7-103 0,0 10-37 0,0-10-105 15,-5 8-71-15,5-8-439 0,0 0-607 0</inkml:trace>
  <inkml:trace contextRef="#ctx0" brushRef="#br0" timeOffset="65832.24">30665 10430 42 0,'3'-6'700'0,"-3"6"-193"0,5-10-125 0,-5 10-50 0,6-5-20 16,-6 5-39-16,0 0-15 0,14 0 2 0,-14 0 7 16,9 4-22-16,-9-4-43 0,9 8-39 0,-4-1-32 15,3-2-26-15,-2 1-19 0,-1 2-16 0,2-1-17 16,-1 0-7-16,1 0-14 0,-1 0-4 0,-1 0-9 16,0-1-51-16,0 0-93 0,-1 0-92 0,-4-6-82 0,7 6-123 15,-7-6-156-15,0 0-315 0,0 0-453 16</inkml:trace>
  <inkml:trace contextRef="#ctx0" brushRef="#br0" timeOffset="66131.34">30608 10296 264 0,'-14'-2'577'0,"14"2"-127"16,-11 3-73-16,11-3-34 0,-7 2-31 0,7-2-27 15,-5 5-31-15,5-5 1 0,0 0-26 0,-2 8-29 0,2-8-33 16,0 0-27-16,9 6-29 0,-9-6-22 15,11 0-19-15,-11 0-7 0,12 0-15 0,-3-3-1 16,-2-1-11-16,0-1 0 0,2 0-12 0,-2 0-2 16,-1-2-8-16,-1-1 6 0,0 2-10 0,-1-2 0 0,-3 0-3 15,1 2 2-15,-2-2-7 0,-2 2 0 0,-1-1 0 16,-1 1 5-16,-1 4 1 0,5 2 1 0,-11-6 5 16,11 6 1-16,-15 0-3 0,15 0-1 15,-13 7 2-15,7-1-6 0,1 0 4 0,-2 1-10 0,5 0-2 16,1 1-2-16,-1 0-8 0,5 0-34 0,-2-1-58 15,4 1-73-15,3 1-77 0,-2-5-48 0,3 0-69 16,1 0-39-16,-1-3-57 0,-9-1-310 0,23-4-292 16</inkml:trace>
  <inkml:trace contextRef="#ctx0" brushRef="#br0" timeOffset="66347.84">30817 10063 443 0,'0'-14'498'15,"0"0"-65"-15,0 3-32 0,-1-1-13 0,0 3-29 16,1 0-56-16,0 2-55 0,-3 0-54 0,3 7 35 15,0-6 15-15,0 6 12 0,0 0 9 0,0 8-20 16,3 2-26-16,-1 1-23 0,1 4-31 0,2 7-23 16,0 0-10-16,2 3-23 0,1 2-17 0,1 4-13 15,0-2-19-15,0 1-9 0,3 1-10 0,-1-3-8 16,1 2-4-16,-1-4-5 0,1 2 2 0,-1-3-21 16,-2-4-49-16,0-1 7 0,1-3-56 0,-3-1-48 15,-2-3-79-15,1 0-88 0,-2-3-75 0,-1-1-49 0,-1-1-98 16,-2-8-113-16,3 7-320 0,-3-7-551 15</inkml:trace>
  <inkml:trace contextRef="#ctx0" brushRef="#br0" timeOffset="66697.37">31005 10392 86 0,'0'0'580'16,"14"1"-125"-16,-14-1-61 0,10 2-13 0,-10-2-10 15,11 1-44-15,-11-1-14 0,11 1-24 0,-11-1-32 16,15-1-46-16,-15 1-34 0,17-3-37 0,-7 0-20 15,-1 0-21-15,2-2-6 0,-1-2-24 0,1 0-3 16,-2-2-22-16,3 1-4 0,-2-2-10 0,-1 1 4 16,0-1 16-16,-2 0 5 0,-1-2-16 0,-1 2 6 15,-1 1-12-15,-2-1 10 0,-2 0 2 0,0 2 10 0,-1-1-11 16,-2 2 12-16,-3-1-17 0,1 3 8 16,-4 0-23-16,9 5 24 0,-17-1-17 0,4 2-3 15,1 2-5-15,-1 4-2 0,0 1-6 0,-1 5-1 16,0 0-2-16,1 3-5 0,4 1 0 0,2 0 0 0,2 0 1 15,3 0 18-15,2-1 2 0,3 0 7 0,3 0 4 16,0-2-7-16,6 2 0 0,-2-5-34 16,7 2 25-16,-2-4-14 0,6-1-14 0,-1-5-27 15,-1 0-46-15,4-3-53 0,-2-3-50 0,3 0-59 0,-3-5-47 16,0 0-57-16,-2-3-43 0,-1 0-81 0,-4-5-90 16,-2 1 79-16,-3-1 88 0,0-5-243 0,-4 2-144 15</inkml:trace>
  <inkml:trace contextRef="#ctx0" brushRef="#br0" timeOffset="66897.34">30835 10269 425 0,'-14'6'667'16,"0"-1"-128"-16,4-2-48 0,2 2-49 0,8-5-41 16,-10 5-33-16,10-5-44 0,0 0-53 0,0 0-43 15,17-5-32-15,-5-1-55 0,9 0-19 0,3-3-31 16,5-2-7-16,9-3-29 0,0-2 3 0,0 3-26 15,0 0-3-15,-7 1-32 0,0 3-28 0,-4-2-51 16,-7 4-56-16,1 0-67 0,-6 2-84 0,-2 3-29 16,-13 2-65-16,14-2-62 0,-14 2-516 0,4 8-547 15</inkml:trace>
  <inkml:trace contextRef="#ctx0" brushRef="#br0" timeOffset="67614.42">29801 11834 485 0,'1'-12'447'15,"1"2"-75"-15,-2-1-67 0,0 3 25 0,-3-2-42 0,3-1 18 16,-2 3-18-16,-3-3-5 0,1 2-4 0,-1 2-13 16,-2-2-21-16,-2 3-21 0,0 2-6 0,-1 0-46 15,1 4-9-15,-3 0-31 0,1 3 4 0,-5 2-36 16,0 6 2-16,1 2-27 0,1 0 19 0,0 6-39 15,-2 1-9-15,6 1-7 0,-1 3-14 0,4-2-3 16,2 0 13-16,3 1 14 0,2-4-23 0,2 0 15 16,1 3 9-16,3-3-17 0,4-2 18 0,-1-1-16 15,4-1 9-15,1-5-26 0,2 1 23 0,1-5-24 16,0-2 15-16,5-3-7 0,-2-1-9 0,1-3-3 16,3-1-4-16,-2-3 1 0,-1-2-4 0,-1-1 42 0,-1-4-57 15,-4 1 47-15,2-1-52 0,-6-2 46 16,1 1-51-16,-3-2 50 0,-3 2-52 0,-2-1 48 15,-3 1-51-15,0 3 66 0,-1-1-53 0,-1 3 49 16,-1 0-51-16,-1 2 45 0,-1 0-50 0,0 4 42 0,4 4-45 16,-9-4 47-16,9 4-48 0,0 0 44 15,-14 4-40-15,14-4 43 0,-3 10-50 0,1-5 49 0,4 3-47 16,0 1 49-16,2-1-40 0,1 0 31 16,4-1-53-16,-1 3 8 0,3-2 51 0,1-3-56 0,-1-1 41 15,1 0-48-15,2-4 43 0,0 0-50 0,2-1 57 16,0-4-47-16,0 1 53 0,0-3-50 15,-2-2 59-15,-1 0-56 0,-1-3 55 0,0 1-51 0,-3-2 49 16,0 1-46-16,-4-2 69 0,0 1-51 0,-4-1 55 16,-1 3-42-16,-2-1 43 0,-5 1-50 0,2 0 44 15,-5 2-52-15,0 2 44 0,-3 3-48 0,1-1 43 16,-2 3-52-16,2 2 51 0,-1 2-51 0,-1 1 45 16,0 0-45-16,0 3 46 0,3 1-65 0,0-1-10 15,1 3-46-15,3-3-36 0,0 0-66 0,3 1-73 16,1-1-80-16,3-6-81 0,1 9-31 0,-1-9-113 15,7 5-580-15,-7-5-772 0</inkml:trace>
  <inkml:trace contextRef="#ctx0" brushRef="#br0" timeOffset="67930.34">30167 11643 134 0,'2'-6'705'0,"2"1"-178"0,-1-1-135 0,-3 6-25 0,5-8-49 0,-1 2-12 0,-4 6-14 16,9-6-6-16,-9 6-12 0,12-6-16 0,-12 6-15 0,18-3-47 15,-18 3-25-15,25 0-36 0,-13 3-1 0,1 0-24 16,1 2 3-16,2-2-39 0,-2 4-1 16,0 0-31-16,-3 2 6 0,3 0-22 0,-5 1 10 15,3-1-27-15,-4 1 17 0,0 1-18 0,-3-1 14 0,1-2-9 16,-4 2 28-16,-1-1-20 0,-1-1 31 0,-1-2-29 16,-1 3 49-16,-1-5-54 0,-3 2 37 15,0-3-50-15,6-3 41 0,-15 2-35 0,15-2 91 16,-14 0-71-16,6-5 39 0,-2-1-50 0,4 2 59 0,-1-6-69 15,2-1 49-15,3 0-63 0,0-3 48 0,4-1-67 16,0-1 0-16,3-3-5 0,4 3 4 0,-1-1-8 16,2 0-21-16,0 1-29 0,3 0-48 0,0 2-51 15,-1 0-51-15,0 3-49 0,-3 1-60 0,2 1-14 16,0-1-89-16,-3 4-84 0,-1-1-512 0,-2 1-655 16</inkml:trace>
  <inkml:trace contextRef="#ctx0" brushRef="#br0" timeOffset="68280.14">30437 11487 342 0,'-7'4'618'0,"7"-4"-111"15,0 0-92-15,0 0-7 0,0 0-52 0,0 0-18 16,-1-7-18-16,1 7-21 0,0 0-23 0,11-4-32 16,-11 4-40-16,14 0-44 0,-14 0-28 0,16 3-11 15,-5 1-5-15,-2-1-12 0,0 3-22 0,1-1-12 16,-1 4-15-16,0-1-10 0,1 3 11 0,-1 0-28 15,-2 0 25-15,-1 2-41 0,-1-1 13 0,0-1-21 16,-2-1 26-16,-2 1-23 0,-1 0 42 0,-1-2-41 0,-2 3 23 16,-2-5-33-16,0 0 33 0,-1 1-36 0,-1-4 39 15,0 0-39-15,7-4 38 0,-17 2-37 0,17-2 35 16,-18-4-26-16,11 0 58 0,0-2-29 16,2-2 14-16,0-2-51 0,4-2-4 0,-1 0-3 0,4-3 2 15,1 0 0-15,1-1-2 0,1 0 2 0,3 1-10 16,2-2-3-16,1 3-18 0,-1-1-14 0,2 2-17 15,0 2-23-15,-2 1-27 0,4 1-38 16,-3-1-33-16,0 3-33 0,-1-1-47 0,-1 3-27 0,-1 0-61 16,1 1-63-16,-3 0-68 0,3 0-420 0,-9 4-476 15</inkml:trace>
  <inkml:trace contextRef="#ctx0" brushRef="#br0" timeOffset="69247.64">30700 11397 680 0,'-2'6'540'16,"2"-6"-160"-16,0 0-37 0,-1 6-23 0,1-6 5 16,0 0 0-16,1 8 2 0,-1-8-4 0,0 0-26 15,4 3-40-15,-4-3-42 0,0 0-43 0,12 0-28 16,-12 0-20-16,11-3-13 0,-11 3-12 0,14-8-21 16,-6 5 5-16,1-2-32 0,-3 0 15 0,3-2-33 15,-4 2 39-15,4-1-18 0,-4 0 23 0,-1 0-50 16,-1 0 34-16,-1 0-42 0,-2 6 47 0,3-10-29 15,-3 10 14-15,-5-10-51 0,5 10 43 0,-9-6-47 0,9 6 43 16,-17 0-43-16,8 0 2 0,-1 4 8 16,-3 4-2-16,-1-1 8 0,2 3-6 0,-3 2-2 15,0 4 4-15,5-1-1 0,0 2 0 0,0-1-4 0,2 2-2 16,3-3 1-16,3 0 0 0,1 0 47 16,2 1-58-16,3-3 47 0,4-1-54 0,0-1 37 15,4-1-58-15,1-4 9 0,4 0-84 0,-1-5-38 16,5-1-43-16,4-2-58 0,0-3-61 0,-2-1-36 0,5-5-1 15,-1-1 7-15,-2-2-9 0,-1 0 4 0,-4-3 4 16,1-2 11-16,-3-2 38 0,-4-1 44 0,0 1 81 16,-3 3 106-16,-4-2 110 0,-3 4 61 15,0 0 67-15,-2 1 2 0,-2 1 21 0,-5 0 23 0,2 1 19 16,-1 2-3-16,-1 2-27 0,-1 1-17 0,1 2-11 16,-2 3-4-16,7 3 4 0,-12-2-5 0,12 2-6 15,-13 5-31-15,6-1 4 0,2 4-18 16,-2 2-2-16,5-1-37 0,-2 2 0 0,1 1-28 0,3-1-5 15,1 2 7-15,2-1-9 0,0 0 1 0,2 1-10 16,1-2 38-16,3 1-58 0,-1-2 31 0,3-2-46 16,2-2 38-16,0-1-50 0,1-2 1 0,1-3-5 15,4-2-14-15,-3-2-35 0,3-1-19 0,-1-3-71 16,0-1-42-16,-2-4-54 0,2-1-31 0,-4-1-55 16,2-7-29-16,-5 0-41 0,2-5 2 0,-4 2-18 15,-3-5 20-15,-1 2 0 0,0-6 51 0,-3 1 75 16,-2 5 112-16,-4-4 121 0,1-1 104 0,-6 3 67 15,0 1 52-15,-3 2 11 0,-2 2-14 0,-2 2 0 16,0 2 3-16,-2 2 0 0,2 5-12 0,1 2-12 16,4 3-5-16,-1 2-15 0,2 2 7 0,10 5 10 15,-12 2-33-15,7 3-6 0,4 1 13 0,1 5 1 0,4 0 2 16,2 6-32-16,2 2-9 0,3 1-23 16,2 6-12-16,1-2-17 0,0-1-5 0,2 4-13 15,0-2 4-15,-2 0-15 0,2 0-1 0,-4-2-3 0,2 1-4 16,-5-4-3-16,0-1 13 0,0-1-23 15,-4-1-5-15,-2-1-4 0,-2-5 2 0,-1 2 2 16,0-1 3-16,-4-2 1 0,-1-1 1 0,1-3 3 16,-4 2 1-16,0-3-2 0,-1-2 2 0,-1-2 2 0,10-1 0 15,-17 0 4-15,17 0 0 0,-18-4 2 0,12 2-3 16,-1-2 2-16,2-3 0 0,5 7 0 0,-4-7-2 16,4 7 5-16,3-13-7 0,1 5 8 15,2 2-9-15,2-2 2 0,3 0-4 0,0-2 5 0,0 3-6 16,4-5 6-16,0 5-6 0,2-5 8 0,-1 2-6 15,0 0 2-15,-3 1-2 0,2 0 3 0,-4 1-3 16,1-1 11-16,-3 4 18 0,0-1 48 0,-2 0-9 16,0 1 6-16,0 1-11 0,-1 0-10 0,-6 4-11 15,9-6-8-15,-9 6-6 0,10-2 39 0,-10 2 3 16,11 2-10-16,-6 4-16 0,1-1-8 0,-1 1-6 16,4 4-6-16,-1-2-3 0,-2 3-3 0,3-1-5 15,-3 0 2-15,2 1-7 0,-3-3-12 0,-1 1-29 16,4 0-70-16,-4-2-78 0,-1-3-84 0,0 2-89 15,-3-6-52-15,3 5-98 0,-3-5-88 0,0 0-342 16,0 0-510-16</inkml:trace>
  <inkml:trace contextRef="#ctx0" brushRef="#br0" timeOffset="69364.2">31382 10970 363 0,'-4'-6'612'0,"0"-2"-154"0,2 3-122 0,2 5-75 0,-1-6-54 0,1 6-59 0,0 0-62 16,2-8-56-16,-2 8-96 0,0 0-62 0,0 0-139 15,16 3-375-15,-16-3-155 0</inkml:trace>
  <inkml:trace contextRef="#ctx0" brushRef="#br0" timeOffset="69930.66">31649 11024 727 0,'8'-5'623'0,"-2"0"-127"0,1 0-63 15,0 1-57-15,-2-4-29 0,-1 3-12 0,0-1-39 16,-1-2-8-16,-1 2-22 0,0 1-39 0,-2 5-41 15,0-13-35-15,-2 8-29 0,2 5-23 0,-5-12-20 16,5 12-14-16,-10-5-11 0,10 5 12 0,-14 0-19 16,14 0-10-16,-17 5 11 0,7-1-23 0,2 4 20 15,-2-1-6-15,0 2-7 0,2 0-10 0,1 3-5 16,-1-2 7-16,2 3-16 0,1 0 0 0,2-3 0 16,0 2 3-16,3 1-4 0,0-4-5 0,0 1 16 15,2-1-16-15,0 1 4 0,2-2 5 0,2-2 3 16,-1 2 0-16,1-5-1 0,-6-3-7 0,11 5-4 15,-11-5 2-15,15-2-2 0,-6 0 2 0,-1-2-3 16,1-3 2-16,-1 1-6 0,-1-3 0 0,1-2 3 16,0-1-2-16,-3-1 0 0,0 0 2 0,-1-2 11 15,1 1-14-15,-1 2 7 0,-2 2 4 0,3 1 5 16,-3-1 10-16,0 3-5 0,1 0-8 0,-1 1-2 16,-2 6 1-16,5-7 2 0,-5 7-4 0,0 0 5 15,16 1 15-15,-9 2-22 0,0 1 19 0,1 3-33 0,2 0 26 16,-3 1-25-16,2 2 26 0,-1-2-27 0,0 2 21 15,-3-2-27-15,0 1 31 0,0-2-31 16,-1 2 29-16,-3-2-27 0,-1-7 31 0,0 10-27 16,0-10 28-16,-4 9-33 0,4-9 33 0,-9 5-30 0,9-5 1 15,0 0 28-15,-19-3-23 0,13 1 22 0,-1-4-29 16,2-1 29-16,1 1-30 0,-1-4 7 16,2-1 1-16,3 0 16 0,0-1-18 0,3 1 2 15,2-5 5-15,3 5-9 0,0-1 1 0,2 2 4 0,1-1 1 16,1 3-1-16,1 0 0 0,-2 2 25 0,1 2-31 15,-1 1 23-15,-1 3-27 0,1 2 29 0,-1 2-26 16,-2 2 28-16,-1 0-37 0,-2 2 28 0,3 0-53 16,-3 2 14-16,-1 0-67 0,-1 1-30 0,-1-3-64 15,-1 5-62-15,-1-5-87 0,-1 2-63 0,-3-2-89 16,0 1-85-16,-1-2-465 0,-2-1-659 0</inkml:trace>
  <inkml:trace contextRef="#ctx0" brushRef="#br0" timeOffset="70114.25">31173 11014 160 0,'-17'0'747'0,"2"3"-143"0,4-2-53 0,11-1-30 0,-16 3-73 16,16-3-40-16,0 0-41 0,-7-4-62 0,7 4-61 16,11-9-58-16,0 2-38 0,3-1-26 0,5-2-31 15,4-3-45-15,2-1-44 0,2-2-82 0,3-2-98 16,1-1-93-16,-2 0-74 0,-6 2-78 0,0 0-104 15,-2-4-450-15,2 2-571 0</inkml:trace>
  <inkml:trace contextRef="#ctx0" brushRef="#br0" timeOffset="71882.34">32176 10482 727 0,'0'0'669'0,"0"0"-97"0,-5-7-60 16,5 7-57-16,-5-6-42 0,5 6-59 16,-4-10-29-16,3 2-27 0,1 1-75 0,0-4-9 15,1 0-56-15,0-2-3 0,2-1-57 0,0-2 5 0,1 0-42 16,0 0 15-16,-1-2-37 0,0 0 18 16,0 0-39-16,0-1 23 0,-1 1-35 0,-2-1 29 0,2 0-38 15,-4 1 30-15,0 0-36 0,-2 2 31 0,-3 0-34 16,-2-1 33-16,-1 4-30 0,-3 0 30 0,-2 2-33 15,2 3 34-15,-3 4-32 0,4 2 35 0,-2 2-36 16,0 5 34-16,1 3-21 0,2 4 16 0,2 6-31 16,2 4 30-16,5 3-30 0,2 7 39 0,6 9-32 15,2 3 43-15,6 2-43 0,3 7 4 0,3-1 2 0,2 2 1 16,-2-2-6-16,2 1 30 0,-5-11-35 16,-1-1 29-16,2 1-30 0,-5-4 29 0,-2-1-35 0,-1-10 32 15,-2 2-33-15,-3-6 29 0,-3-2-35 0,-2-4 49 16,-2-1-45-16,-1-3 32 0,-3-2-32 15,1-3 37-15,-5-2-28 0,1-2 28 0,1-3-36 0,-3-2 38 16,1-3-37-16,-2-2 33 0,0-5-32 0,0-5 38 16,-1 0-39-16,3-4 2 0,2 0 5 0,2-2 7 15,2 0-4-15,3 2 3 0,3-4 1 0,3 2-2 16,2 0-1-16,4-1 43 0,5 0-58 0,0 2 36 16,2 2-36-16,1 2 34 0,2 0-34 0,1 3 35 0,-1-2-34 15,-1 5 29-15,-1-1-28 0,1 1 33 16,-3 2-31-16,-1-1 32 0,-2 3-33 0,0-1 32 15,-1-1-21-15,-4 2 19 0,3-1 0 0,-5 2-4 0,0-1-3 16,-1 0-1-16,-2 2 1 0,0-2-3 0,-4 7-1 16,0-12 5-16,0 12-30 0,-5-10 37 0,0 6-34 15,-1 1 34-15,6 3-30 0,-14-4 34 0,14 4-29 16,-20 1 36-16,8 2-34 0,-2 1 32 0,3 4-30 16,-3 0 31-16,2 2-18 0,1 1 15 0,-1-1-30 15,3 2 8-15,2 1 12 0,-1-1 16 0,3 0 5 16,1 0 12-16,1 0 4 0,2-1 9 0,1 1-7 0,3-4-5 15,-1 3 2-15,2-5-4 0,1 1-9 16,3-1-7-16,1-2-6 0,1-2 0 0,-10-2-9 16,19 0 0-16,-6 0 18 0,-3-3-28 0,2 0 22 0,-1-3-26 15,1-1 21-15,-1 1-22 0,-2-3 15 0,1 0-20 16,-2-2 20-16,-3 3-20 0,-1-3 21 0,-1 2 2 16,-1-1 2-16,-2 0 0 0,0 1 3 0,0 2 1 15,-1 0 5-15,0-1-24 0,1 8 18 0,-3-11-7 16,3 11-22-16,0 0 24 0,-4-3-21 0,4 3 20 15,-4 6-20-15,4-6 22 0,0 11-26 0,0-3 25 16,2-1-23-16,0 3 24 0,2-2-24 0,1 1 14 16,0 0-35-16,2-2 4 0,0 3-39 0,1-4-27 15,2 0-44-15,-1 0-36 0,0-3-57 0,3-2-36 0,-12-1-30 16,20-1-7-16,-10-2 0 0,2-1 7 16,-1-3 13-16,1 0 36 0,-2-3 13 0,0 1 7 0,0-3 58 15,-2 0 19-15,-1-1 37 0,0-2 19 0,-2-1 39 16,0 2 26-16,-3-2 51 0,0 1 45 0,0 1 16 15,-4 2 56-15,2-1 2 0,-1 2 58 0,-2 0-16 16,2 1 21-16,-1 3-52 0,0-1 25 0,2 8-25 16,-9-6 39-16,9 6-50 0,0 0-6 0,-10 5-19 15,10-5 19-15,-5 10-25 0,2-1-18 0,3 0-13 16,-1 2-20-16,2 1 9 0,1 0-31 0,0 1 15 16,2 2-30-16,3-3 17 0,-1 3-30 0,2-4 20 0,-1 1-26 15,2-2 22-15,3 1-23 0,-1-4 16 16,1 0-31-16,-1-4 21 0,1 1-24 0,2-3 19 0,-1-2 1 15,-2 0 1-15,4-5-2 0,-2 0-6 0,1 0 5 16,-1-5 3-16,-1-1-9 0,2-3 0 0,-4-1 3 16,1-3 2-16,-2 0-4 0,-2-5 55 0,-2-1-65 15,2-3 4-15,-3-5 2 0,-4-2 2 0,1 3 4 16,-2-3 1-16,1-1 0 0,-6 1-15 0,-2-4 50 16,-1 1-40-16,0 1 23 0,-3 7-2 0,1 4 0 15,-3 1-2-15,5 4-3 0,-2 4-5 0,-1 2-1 16,3 2-10-16,2 8 11 0,-2 0 4 0,9 5-22 0,-16 1 21 15,7 4-21-15,4 2 31 0,0 5-32 0,1 2 25 16,3 4 0-16,2 2-4 0,3 5-4 16,5 6-6-16,0-1 9 0,4 4-3 0,2-1-1 0,1-3-2 15,0-3-2-15,-2-3 8 0,3-2-11 0,-2 0-6 16,1-5-8-16,-4-1-13 0,5-2-10 16,-2-2-20-16,-1-3 36 0,-1-2-69 0,2 0 48 0,-2-5-43 15,0 1 50-15,-2-3-28 0,1 0 43 0,-1-3-31 16,-3-2 47-16,1 1-35 0,-1-3 44 0,-2-1-36 15,-1-1 44-15,-2-1-39 0,-1-1 43 0,-2 2-29 16,0-1 50-16,0-1-32 0,-1 3 61 0,0 0-47 16,1 2 42-16,0 6-53 0,-3-10 44 0,3 10-46 0,0 0 50 15,0 0-56-15,0 0 50 0,-4 6-52 0,4-6 44 16,4 13-55-16,-2-4 50 0,1 0-44 0,1 0 38 16,1-1-50-16,2 2 50 0,-1-1-52 0,-1-1 55 15,2-2-55-15,-2 2 55 0,2-1-51 0,0-5 58 16,-7-2-56-16,13 6 56 0,-13-6-58 0,15 0 56 15,-15 0-56-15,13-4 51 0,-7 0-51 0,-6 4 52 16,11-11-52-16,-5 4 46 0,-2 0-50 0,-1-2 60 16,-1 1-43-16,-2-2 54 0,-2 2-43 0,0-3 9 15,-1 1 20-15,-3 1 2 0,-2 0 7 0,-1 2-11 16,0-1-3-16,-1 2-11 0,-3 2 4 0,2 1-5 0,-2 2-5 16,0-1-1-16,2 5-4 0,-1-3-3 15,3 3 1-15,-1 0 0 0,1 1-1 0,3 1 0 16,6-5-6-16,-9 6 3 0,9-6 2 0,-2 6-17 0,2-6 5 15,0 0-5-15,8 2 3 0,-8-2 4 0,10-2-6 16,-1-3 4-16,0 1 3 0,0-1 0 0,5-1 3 16,-3-1 9-16,1-1 7 0,1 1-3 0,-1 0 2 15,2 0-1-15,-2 0-1 0,1 1 41 0,1 2-55 16,-3 0 43-16,1 3-43 0,2 0 35 0,0 2-42 16,-1 3 42-16,4 0-39 0,-3 3 39 0,-1 1-40 15,1-1 39-15,-3 4-44 0,2-2 42 0,-3 1-39 16,-1 0 34-16,1 0-39 0,-1-1 47 0,-4 0-26 15,1-2 25-15,-3 2-34 0,1-2 39 0,-4-7-44 16,0 9 41-16,0-9-43 0,-4 8 42 0,4-8-34 16,-7 3 30-16,7-3-39 0,-11 0 38 0,11 0-33 0,-15-6 47 15,10 1-34-15,-1-3 43 0,0 2-44 0,1-5 41 16,-2 0-35-16,4 0 33 0,1 0-45 0,0-2 36 16,2 1-40-16,0-3 32 0,3 0-40 0,0-2 2 15,2 2-3-15,1-1-2 0,0-2-2 0,3 0 4 16,-2 4-9-16,0 0-9 0,1 2-22 0,-2 1-34 15,0 2-71-15,-3-1-68 0,4 2-35 0,-7 8-100 16,3-9-63-16,-3 9-77 0,0 0-131 0,-8-7-445 0,8 7-698 16</inkml:trace>
  <inkml:trace contextRef="#ctx0" brushRef="#br0" timeOffset="72080.12">32799 10142 30 0,'-24'7'653'0,"4"-1"-116"0,1 1-63 0,2-3 62 0,3 1-6 15,2-2 27-15,1 1-15 0,11-4-83 0,-12 2-98 16,12-2-67-16,0 0-56 0,7-6-42 0,4 1-45 16,5 0-28-16,4-3-19 0,3 1-18 0,4-4-16 15,2-1-15-15,1 1-28 0,0 0-38 0,-3-1-39 16,1-2-70-16,-3-1-97 0,-5 1-107 0,-2 2-128 0,-6-1-95 16,-4 2-223-16,-3 1-335 0,-5 1-721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15:44.013"/>
    </inkml:context>
    <inkml:brush xml:id="br0">
      <inkml:brushProperty name="width" value="0.05292" units="cm"/>
      <inkml:brushProperty name="height" value="0.05292" units="cm"/>
      <inkml:brushProperty name="color" value="#FF0000"/>
    </inkml:brush>
  </inkml:definitions>
  <inkml:trace contextRef="#ctx0" brushRef="#br0">11825 3482 128 0,'-1'-6'476'0,"-2"0"-78"0,3 6-74 0,-1-11-36 0,1 11-23 0,-3-13-3 0,2 6-46 0,1 0-15 16,-1-1-12-16,-1 1-32 0,1 0-3 0,1-1-16 16,-2 1-26-16,2 0-22 0,-3-4-13 0,2 3-19 15,-2-4-9-15,1 1-15 0,-2 0 0 0,0-1-5 16,-3-2 0-16,0 1-10 0,1 1 1 0,-2-1-6 15,-4-1 2-15,2-2-8 0,-3 1 10 0,2 2-9 16,-5-2 5-16,0-1 3 0,2 3 15 0,-4-3-10 16,0 1-1-16,-5-2 6 0,0 3 0 0,1-1-4 15,-6-1-2-15,0 3-5 0,-5-2-1 0,2 4-1 16,-2 0-1-16,0 2-2 0,-4 1 3 0,2 1 13 16,-1 1 4-16,2 1-15 0,-2 2-4 0,1 0-2 15,5 0-1-15,-1 3-3 0,2 0-3 0,-2 0 3 0,3 1-1 16,1 3-1-16,-2-1-2 0,2 2 2 15,0-1-1-15,2 1 1 0,0 1 3 0,-4 3-10 16,1-1 11-16,-2 2-10 0,2-1 8 0,-1 3-6 16,-2 0 6-16,2 1-7 0,-4 2 7 0,-2 1-7 0,0 2 8 15,2-1-6-15,-1 1 36 0,-2 2-5 0,4-4-3 16,0 4-3-16,2-2 3 0,-1 1-8 0,5-2 4 16,3-2-9-16,0 2 4 0,-1 0-5 0,2 1 1 15,3-2-6-15,-1 1 8 0,2 2-12 0,0-1 2 16,0 2-3-16,3-1-1 0,2-2 3 0,0 1-1 15,0 1-2-15,2 1 2 0,2-1 0 0,0-1-4 16,0 2 0-16,3-2 3 0,-1 1-1 0,3 2 2 16,2 0-4-16,-1-2 4 0,1 1 0 0,2-1 2 15,0 2-2-15,2 4 2 0,1-3 3 0,2 2 35 16,0 1-6-16,3 2-4 0,2-1-5 0,0 2-5 16,2-2-2-16,0 0-5 0,2 1-3 0,3-2-1 15,2 5 4-15,2-4 1 0,0 2-2 0,-1-7 6 16,5 2 14-16,2 1 19 0,1-3-25 0,0 0 14 15,4-2-21-15,0 0 12 0,4-3-20 0,0-1 13 16,2-2-18-16,0-1 24 0,2 0-23 0,2-3 34 16,-1 0-23-16,3-2-6 0,-5-2-5 0,-1-1 2 15,2 0 4-15,0-1 25 0,-1 0-31 0,2-1-2 16,-2-2-1-16,0 0 10 0,1-2 1 0,-2-2 39 0,-1 0-45 16,5-4 35-16,0-1-52 0,-1-2 59 15,0-5-48-15,0 0 52 0,0-3 11 0,-1-2-9 16,-2-3-9-16,6-8-8 0,-1 0-9 0,-3-1-46 15,-3-3 59-15,-3-3-51 0,1-1 44 0,-8 6-48 0,-2-3 3 16,1 1 10-16,-5-2 55 0,-4 0-54 16,-2-2 44-16,-3 0 3 0,-3 0-5 0,-5-3-2 15,-4 7-7-15,-3-2-12 0,-1-3-5 0,-5-4-7 0,-2 4-4 16,-6 0-4-16,-1 1-3 0,-1 1-2 0,-3 3-2 16,-2 0-1-16,2 4-4 0,-5 0 3 0,1 4-1 15,-1 1-4-15,-3 3-1 0,2 3-3 16,3 3-5-16,2 4-10 0,-4-1-27 0,0 5-90 0,4 0-4 15,-1 5-69-15,1 2-47 0,1 2-92 0,-1 2-97 16,-1 4-38-16,-1 2-110 0,-1 5-116 0,-1-1-287 16,0 3-602-16</inkml:trace>
  <inkml:trace contextRef="#ctx0" brushRef="#br0" timeOffset="2601.11">21997 4186 224 0,'-18'-1'503'0,"2"1"-149"0,1 0-62 0,2-1-77 0,0 1-20 0,-1 0-43 0,14 0 2 16,-19 0-35-16,19 0 5 0,-16 0-29 0,16 0 10 15,-12 0-24-15,12 0 20 0,0 0-15 0,0 0-2 16,0 0-6-16,0 0-4 0,18-2-5 0,-3 1-1 15,6-1-11-15,3 1-1 0,9-4-3 0,5 0-5 16,7 1 2-16,4-1 20 0,1-3 4 0,3 0 3 16,4-1-9-16,8-1-14 0,-1-1-2 0,0 0-18 15,-9 0 11-15,-2 2-13 0,0-2 2 0,-2 3-13 16,-3-1-2-16,-4 1-9 0,-7 2 6 0,-4 0-10 16,-5 3 5-16,-2-2-8 0,-3 0-2 0,-5 1-13 15,-3 2-31-15,-5 0-65 0,-10 2-68 0,12-4-18 16,-12 4-25-16,0 0-23 0,0 0-30 0,-18-2-14 15,6 4-41-15,-7-2-54 0,0 3-182 0,-5-2-77 16</inkml:trace>
  <inkml:trace contextRef="#ctx0" brushRef="#br0" timeOffset="2832.91">22012 4203 268 0,'-58'16'301'0,"9"-1"-41"16,2-1-64-16,4-1-32 0,7 2-36 0,8-5-9 15,8 0-13-15,3 1 15 0,7-3 6 0,5 0 36 0,5-8 2 16,5 11-20-16,4-7-10 0,9 0-18 15,5-1-22-15,6-2-8 0,9 1-6 0,3-4 6 16,12 0-10-16,2-3 23 0,15-2 8 0,2-4-1 16,2 1 19-16,2-5 7 0,-1 1 15 0,0 0-9 0,-1-1-7 15,-2-2-5-15,-1 2-22 0,-3 0 0 0,-4 1-9 16,-12 4-27-16,-2-1-9 0,-5 3-18 16,-11 1-14-16,-2 0-34 0,-6 3-5 0,-6-1-33 15,-3 3-18-15,-4 1-80 0,-13 1-97 0,14 0-66 0,-14 0-130 16,0 0-140-16,-7 6-291 0,-4-3-415 0</inkml:trace>
  <inkml:trace contextRef="#ctx0" brushRef="#br0" timeOffset="6666.6">8864 5217 296 0,'0'0'456'0,"-13"6"-117"0,13-6-74 0,-4 5-63 0,4-5-36 16,0 0-22-16,8 6-8 0,-8-6-13 0,18 1-1 15,-3-1-41-15,3-1-7 0,9-1 18 0,1-1-35 16,6-3 15-16,4 2-29 0,6-4 50 0,4 0-27 16,0-1 18-16,-1-1-3 0,3-1-15 0,0-1-8 15,-4 2-8-15,1 0-16 0,-2-1 0 0,-4 2-4 0,-4 1-13 16,-5 0-1-16,-3 1-1 0,-4 1-3 16,-5 2-5-16,-1 0-8 0,-6 2 8 0,-4-1-11 15,-9 3-2-15,0 0-14 0,11 2-23 0,-11-2-13 0,-12 5-21 16,0 1 19-16,-7 2-5 0,-3 1 7 0,-5 3 11 15,-3-2 14-15,-7 6-18 0,-5-2 28 16,-2 3-14-16,-2 0 27 0,-11 4-23 0,0-1 28 16,-3 0-13-16,3 0 6 0,-1-1 25 0,11-3-1 0,2 1-2 15,4-4-4-15,2-1 1 0,8-1-4 0,9-3 7 16,2 0 6-16,6-3-3 0,5-1 34 0,9-4 9 16,0 0-1-16,0 0-3 0,14 6-7 15,3-9-10-15,8 0-6 0,7-1 18 0,3-3-28 0,9-4 27 16,1 1-8-16,3 0 14 0,1-3-14 0,4-1 20 15,5-2-9-15,-7 3 15 0,-1-1 4 0,0 0 1 16,-3 2-2-16,1-3-6 0,-6 4-10 0,-1 0-13 16,-11 3-16-16,-5 0-35 0,-2 4-22 0,-4-2-23 15,-5 2-55-15,-5 2-52 0,-9 2-42 0,10-3-76 16,-10 3-66-16,0 0-104 0,-11 5-283 0,2-3-238 16</inkml:trace>
  <inkml:trace contextRef="#ctx0" brushRef="#br0" timeOffset="9616.26">20247 5070 412 0,'-13'2'399'0,"2"-2"-92"0,11 0-56 0,-20 1-45 0,20-1-26 0,-14 0-23 0,14 0-14 0,-12 2-10 16,12-2 2-16,-11 1 11 0,11-1 21 0,0 0 5 15,0 0-3-15,0 0-15 0,0 0-15 0,12 2-29 16,-1-2-17-16,2-2-12 0,6-1-11 0,3 0-11 16,6-1 8-16,7-3 12 0,7-1 7 15,5-1-5-15,2-1-1 0,1-1 3 0,3 0-9 0,2-1-12 16,7 0-8-16,-10 0 6 0,-1 1-7 0,-2 1-8 15,-3 1-15-15,-4 1-2 0,-8 1-7 0,-7 1-6 16,-3 2-2-16,-2-1-9 0,-3 2-5 0,-6 1-4 16,0-1-39-16,-13 3-45 0,0 0-58 0,10 3-57 15,-10-3-37-15,-13 5-11 0,-2 1-3 0,-7 2-9 16,-3 2 14-16,-7 0-4 0,-8 3 18 0,-1 0 1 16,-1 1 32-16,-5 0 36 0,1 0 42 0,-3 1 29 15,-2-1 48-15,1 0 36 0,-10 0 29 0,8-1 22 16,1-1 10-16,1 1 10 0,1-2 6 0,4-1 4 15,2 1 4-15,11-2 4 0,3-2-14 0,7-1 19 16,4-1 57-16,8 1-13 0,10-6 26 0,-8 5-31 16,8-5 17-16,13 1-41 0,1-1 8 0,8-1-1 15,7-2 1-15,8-3-20 0,9-2 34 0,4 1 4 16,5-4-1-16,12-3 4 0,0 3-7 0,2-5-19 16,0 2-7-16,-2-1-8 0,-3 2-13 0,-9 1-14 0,-4 2-12 15,-5 1-24-15,-2 1-30 0,-10 1-56 16,-9 3-47-16,0-2-35 0,-6 4-51 0,-6 0-36 15,-2 1-62-15,-11 1-84 0,0 0-107 0,0 0-282 16,0 0-284-16</inkml:trace>
  <inkml:trace contextRef="#ctx0" brushRef="#br0" timeOffset="16017.8">29541 6239 101 0,'-6'3'589'0,"6"-3"-180"0,0 0-75 0,-5 5-96 0,5-5-29 16,0 0-40-16,13 0 4 0,1 0-14 0,4-2-12 15,6-1-5-15,8-3 5 0,7 1-10 0,9-1-9 16,6-2-18-16,5 0-25 0,10 0-5 15,0-1-10-15,2 1-11 0,1-2-8 0,-3 2-4 0,-10 1-8 16,-1 0 24-16,-3-1 14 0,-2 0-6 16,-1 3-3-16,-3-2-12 0,-5 0-7 0,-6 3-9 0,-5 1-7 15,-6-2-7-15,-2 3-3 0,-6-3-7 0,-3 4-2 16,-4-1-4-16,-12 2-4 0,11-3 0 0,-11 3-6 16,0 0 3-16,-30 2 0 0,3 1-1 0,-10 3-1 15,-15 1-1-15,-5 0 2 0,-13 3-2 16,1-1 3-16,-3 2-5 0,1-2 3 0,4 2 6 15,10-3-2-15,1 1-4 0,6-2 2 0,2 0-1 0,12-1 1 16,3-1-2-16,7-1 0 0,3 0 4 0,6 1 6 16,6-1 12-16,5-1 42 0,6-3 1 0,0 0-6 15,12 7-11-15,5-5-7 0,10-1-6 0,5-1-12 16,10-1 1-16,10-1-10 0,3 0 8 0,0-1-3 16,3 0 25-16,-3-3-6 0,0 1-3 0,2-1-6 15,-3 1-9-15,-2-1 7 0,-1-2-15 0,-1 2 5 16,-4 1-9-16,-10-2 7 0,-1 2-9 0,-7 2 0 15,-3-2-2-15,-4 1-2 0,-5 1-13 16,1 1-9-16,-7-2-54 0,0-1-53 0,-10 5-76 16,5-7-67-16,-5 7-40 0,-10-7-52 0,1 3-66 0,-5 1-76 15,-2-2-336-15,-4 2-380 0</inkml:trace>
  <inkml:trace contextRef="#ctx0" brushRef="#br0" timeOffset="20265.93">11189 4338 105 0,'0'0'86'0,"0"0"-50"0,0 0-36 0,0 0-78 0,0 0 26 0</inkml:trace>
  <inkml:trace contextRef="#ctx0" brushRef="#br0" timeOffset="21115.64">18077 4468 56 0,'0'0'208'0,"0"0"-61"0,0 0-45 0,-8 5-32 0,8-5-29 0,0 0-29 0,0 0-30 15,0 8-27-15,0-8-34 0,3 4-77 0,-3-4 41 16</inkml:trace>
  <inkml:trace contextRef="#ctx0" brushRef="#br0" timeOffset="23715.7">9537 2702 139 0,'7'-14'559'0,"-2"3"-112"0,-1 3-102 0,0-3-80 16,-1 4-47-16,1 0-54 0,0 1-28 0,-4 6-28 16,5-11-25-16,-5 11-18 0,6-7-10 0,-6 7 4 15,8-3-20-15,-8 3 41 0,14 3-9 0,-5 1-10 16,3 1-9-16,-1 5 5 0,3 2-12 0,0 1-4 15,0 3-3-15,2 0 52 0,-2 5-20 0,2 0-11 0,-4 0-7 16,1 2-9-16,1 0-7 0,-5-2-7 0,2-1-4 16,-2-2-4-16,-1 0-5 0,-2-4 5 15,2-1 9-15,-3-1 22 0,-1-1 35 0,0-2 50 0,-2-1 20 16,2 0 17-16,-1-2-9 0,-3-6-31 0,0 6-32 16,0-6-19-16,0 0-16 0,-11-5-11 0,3-1-15 15,-2-1 2-15,0-3-19 0,-3-5 0 0,-2-1-12 16,1-5 3-16,-4-2-5 0,3-1-3 0,-4-5-1 15,2-5 1-15,2 3-11 0,3 2 4 0,1 0-2 16,2 2 1-16,2 5 1 0,3 0-4 0,1 5 0 16,0 0 3-16,3 5-4 0,4 2 1 0,2-1 0 15,3 5 0-15,2 4 1 0,5 2 2 0,7 2 5 16,4 7-4-16,11 5 3 0,1 2 2 0,0 2-2 16,2 4-3-16,0-2 10 0,1 2-9 0,-2-1 10 15,-2-2-12-15,0 0 9 0,-2-3-8 0,-5-2 9 16,-3-3-9-16,0-2 7 0,-6-2 6 0,-3-1 55 15,-1-1 15-15,-4-1 51 0,0-3-41 0,0-2 22 16,-1-3-43-16,-2-2 14 0,0-3-35 0,0-1 16 16,-3-3-38-16,-2-3 13 0,-1-4-30 0,-1-4 23 15,-1 1-34-15,-6-4 19 0,-1-3-26 0,-1-3 23 16,-4-5-28-16,0 0 22 0,-2 1-22 0,-1 0 4 16,3 6-11-16,-3 3-1 0,3 0-31 0,0 3-37 15,0 5-86-15,2 2-85 0,2 4-112 0,0 0-87 0,1 5-55 16,2 4-48-16,2 5-42 0,-10-3-294 0,10 3-460 15</inkml:trace>
  <inkml:trace contextRef="#ctx0" brushRef="#br0" timeOffset="28332.05">21402 4682 135 0,'-5'-15'274'0,"2"1"-71"0,2-1-40 0,-4 0-33 0,3-2-16 16,-1 1-25-16,1-1-14 0,0-1-8 16,-3 1-5-16,3-1-14 0,-4-2-11 0,1-1-9 15,-2 1 8-15,0 0 8 0,0 1 0 0,-2-2-7 16,-3 1-4-16,-1-2 3 0,-2 0-2 0,1 2-3 15,-4 0-3-15,1 2-5 0,-3-2-3 0,-3 4 0 16,1 0-6-16,-6 2-6 0,-1 1 2 0,-3 3 3 16,-10 0-5-16,-2 2 1 0,-4 2-4 0,-2 4 7 15,-4-1-1-15,1 4 6 0,-1 2 0 0,-4-1-2 16,3 4 1-16,-2 1-1 0,-8 3-3 0,2 2-1 16,0-1 4-16,3 6-1 0,3-1 15 0,11 1 23 15,0 1 3-15,2 4-23 0,4 0 9 0,-3 9 13 16,6 4 25-16,5 5-14 0,3 6-6 0,5 4 24 15,3 5-11-15,10 4-6 0,4-3-10 0,8 2-10 16,7 8 4-16,9 1-7 0,5 1 17 0,10-2-31 16,5-2-6-16,7-6-1 0,7-2-5 0,3-3 5 15,9-8-2-15,6-5 1 0,1-3 0 0,4-7 30 16,3-6-6-16,0-5-6 0,2-6-5 0,-1-6 1 16,2-3-4-16,-1-6 0 0,-2-3-10 0,2-5-3 15,-6-3-5-15,0-3-3 0,-3-1-2 0,-6-4 0 16,-5 1 15-16,-8-5-16 0,-1-2 4 0,-8-5 3 15,-10 3 0-15,-4-5-4 0,-4-3-9 0,-4-5 2 16,-5-4-4-16,-6-1 2 0,-3-5-5 0,-6-2 8 16,-6-2-5-16,-4-7 2 0,-6 1-6 0,-4 1-2 15,-6 1 8-15,0 5-10 0,-4 0 2 0,-2 5-4 16,2 3 3-16,-2 4 1 0,5 11-1 0,1 4-9 16,-1 2-35-16,2 8-58 0,-1 4-59 0,3 6-49 15,-1 5-27-15,2 3-61 0,-3 4-73 0,-5 6-257 16,1 2-147-16</inkml:trace>
  <inkml:trace contextRef="#ctx0" brushRef="#br0" timeOffset="30416.6">17540 5152 105 0,'-18'5'377'0,"0"-2"-67"0,-2 3-20 0,-6-1-28 0,1 2-25 15,-7-1-16-15,0-1 0 0,-1 1-56 0,1-1 23 16,-2-1-43-16,6 1 6 0,0 0-33 0,4-2 7 16,1 0-35-16,5 0 12 0,2 0-28 0,3 0-2 15,2 2-29-15,4-3 9 0,7-2-23 0,0 0 20 16,11 8-17-16,7-7 6 0,5 1-17 0,9-4-8 16,8 1 2-16,10-2 5 0,2-2-12 0,0 1-4 15,3-5 3-15,2 3-2 0,-4-2 1 0,1 0-9 0,-3 1 7 16,-1-2-1-16,-3 3-3 0,-12 1-3 0,-7 1 3 15,-3 0-6-15,-4 2 0 0,-6-1-1 0,-2 3 3 16,-13 0-2-16,0 0 0 0,0 0 1 16,-12 11 18-16,-6-4-13 0,-11 3 9 0,-9 2-13 15,-8 1 15-15,-4 1-12 0,-9 2 13 0,-6 0-14 16,1 0 8-16,3-1-12 0,9-2 15 0,4-2-10 0,7-1 9 16,8-3-5-16,7-1 10 0,5 1-10 15,5-4 9-15,6 2-13 0,10-5 13 0,0 0-4 16,8 4-3-16,4-4 8 0,9-3-6 0,6 0 8 15,7-3-6-15,2 0 7 0,8-4-2 0,1 1 2 0,0-1-9 16,1 1 6-16,-2-2-7 0,-2 1 4 0,-6 3-10 16,-3 0 5-16,-3 0-9 0,-5 2-11 15,-3-1-46-15,-5 3-19 0,-2 0-64 0,-4 2-1 16,-11 1-79-16,0 0-55 0,8 1-72 0,-8-1-439 16,-14 10-312-16</inkml:trace>
  <inkml:trace contextRef="#ctx0" brushRef="#br0" timeOffset="31431.63">21894 5301 400 0,'0'0'417'0,"2"-8"-70"0,-2 8-51 0,-3-5-28 0,3 5-22 16,-7-9-15-16,7 9-11 0,-8-7-11 15,8 7 9-15,-9-8 11 0,9 8-2 0,-9-7-8 16,9 7-26-16,-8-5-26 0,8 5-28 0,-7-5-18 15,7 5 5-15,-7-5-8 0,7 5-19 0,-4-6-15 0,4 6-14 16,-2-7-5-16,2 7-8 0,0-7-8 0,0 7-11 16,3-11-7-16,3 4-7 0,-1 1-8 15,2-1-1-15,2 0-3 0,2 1-2 0,1-4-4 0,0 5-2 16,4-1 1-16,-3 0-1 0,6 2 1 16,-2 0-4-16,1 2 1 0,-1 2-1 0,-1 0 0 15,1 1-2-15,1 2 3 0,-3 0 2 0,2 3 1 0,-5 0-3 16,4 1 0-16,-5 2 1 0,2-1-3 15,-3 3 6-15,-1 0-5 0,1 2 6 0,-3 0-8 16,-1-1 7-16,-1 1-7 0,-1 1 11 0,0-5-4 16,1 2 2-16,-4-3 1 0,3 2 9 0,-4-3 24 15,1-1 21-15,-1-6 67 0,2 10-30 0,-2-10 40 16,0 0-52-16,0 0 49 0,-13 0-67 0,9-4 2 0,0-4-13 16,-1-2-13-16,4-2 33 0,-2-4-63 0,3 1 42 15,0-4-17-15,4-4-10 0,3-1-9 16,3-1-5-16,0 0-5 0,0 1-3 0,2 4-4 15,-1 2-5-15,1 2 0 0,2 3-6 0,0 1 1 16,0 6-4-16,1 2 3 0,2 4-2 0,0 4 4 16,4 4 1-16,-2 3 4 0,2 6 2 0,-1 3 1 0,2 8-44 15,-3 3 11-15,-1 0 49 0,-4 4-53 16,3-1 36-16,-4 2-44 0,0 2-93 0,-1-2-161 16,0 0-213-16,-4-7-195 0,0 0-733 0,-3-5-1047 15</inkml:trace>
  <inkml:trace contextRef="#ctx0" brushRef="#br0" timeOffset="33799.93">22786 3564 63 0,'13'2'316'0,"0"0"-41"0,0-2-26 0,1-1 8 0,1-1-44 0,2-1-13 15,3-5 1-15,2 0-34 0,-2-2 12 0,1 1 24 16,3-5-44-16,-2-1-28 0,-2 1-21 0,1-3-12 16,-4-1 8-16,0-1-12 0,-3 3-11 0,-4-3 10 15,-1-1-11-15,0 1-16 0,-6-3-14 0,-2 3-8 0,-2-1-3 16,-3-2 23-16,-5 0-5 0,-1-3-16 16,-5 2 0-16,-2 1-14 0,-10-2-6 0,0 0 2 15,-7 4-9-15,-5-2-2 0,-4 2-6 0,-11 1 4 16,-7 1-8-16,-4 4 5 0,-7 2-8 0,-5 3 7 15,-2 4-10-15,-4 1 2 0,-4 5 7 0,-5 4-3 16,-2 3 6-16,-3 4-3 0,-16 9 17 0,3 0-5 16,22 3 15-16,-13 7-4 0,8 5 6 0,20-3-6 15,3 4 2-15,7 1 49 0,9 4-14 0,3 3-8 0,5 2-12 16,9 1-6-16,5 2-13 0,8 6 2 16,6 0-3-16,4 2-5 0,10-4-3 0,5 0 19 0,10 11 7 15,3-2-2-15,7-1 5 0,9-1 8 16,4-1-3-16,9-1 12 0,8-4-12 0,18 10 11 15,7-7-14-15,6-6 6 0,8-3-18 0,2-8 8 0,3-6-2 16,-9-10 32-16,5-4-16 0,1-6 47 0,1-3-55 16,-1-5 37-16,0-3-45 0,-4-7 3 15,-2-3 7-15,-4-6 11 0,-2-5 3 0,1-4-13 0,-6-8 34 16,3-5-13-16,5-11-19 0,-2-5-13 16,-8-6-9-16,-16 6-9 0,8-14 1 0,-14 7-3 15,-6-2-49-15,-3-1 51 0,-5-5-12 0,-5 1-14 0,-5-3-13 16,-9 1 15-16,-3-3-43 0,-10 1 23 15,-6 0-18-15,-8 0 19 0,-7 4-17 0,-10 0 7 16,-6 5 4-16,-9 3 1 0,-5 5 1 0,-2 2 0 16,-5 5 3-16,-2 5 23 0,3 3-32 0,-2 7 21 0,4 2-59 15,9 9-45-15,3 2-68 0,1 4-66 0,6 6-91 16,4 2-64-16,6 3-25 0,-3 5-66 0,1 2-37 16,3 4-476-16,1 3-605 0</inkml:trace>
  <inkml:trace contextRef="#ctx0" brushRef="#br0" timeOffset="36433.44">24087 3140 58 0,'0'0'286'0,"0"0"-86"0,0 0-32 0,0 6-16 0,0-6 5 0,0 0-7 0,0 7-11 0,0-7-19 16,0 0-6-16,-1 7 1 0,1-7 0 0,0 0-13 16,-1 6-3-16,1-6 17 0,0 0 3 0,0 7 12 15,0-7 14-15,0 0 24 0,0 0 27 16,0 0 37-16,-3 6 34 0,3-6 7 0,0 0-25 0,0 0-20 16,0 0-58-16,1-10-25 0,1-1-11 0,0-1-6 15,-2-1-32-15,2-1-11 0,0-4-14 0,0-3-4 16,-1-2-24-16,0-3 2 0,0-1-24 0,-1 0 7 15,-1-2-10-15,1-3-5 0,-1-2-1 0,0-2-6 16,-1 3 1-16,-2-4-6 0,3 2-4 0,-3 1 2 16,2 0-6-16,-2 2 3 0,1 1 4 0,-1 6-1 15,-1 2 1-15,3 5-5 0,-1 1 7 0,1 1-6 16,-1 3-4-16,2 1 1 0,0 2-3 0,-1 3 2 16,2 7-1-16,0 0 5 0,0 0 2 0,-5 13 0 15,4 4 1-15,2 7 6 0,2 7-2 0,1 4 4 16,3 5-6-16,3 4 16 0,1-1-4 0,0 1 5 15,3-2 12-15,2 2-19 0,1-5 15 0,0-1-18 16,2-4 10-16,2-2-16 0,-3-2 17 0,-1-9-19 16,1 0 14-16,2-4-12 0,-3-1 27 0,1-8 3 15,0 3 17-15,0-8-31 0,1 0 23 0,0-3-31 16,-1-5 4-16,0 1-6 0,0-4 0 0,1-2-5 16,-3-2 8-16,-1-2-7 0,-2-4-2 0,-2 1-6 15,-2-2-4-15,-1-2 30 0,-3 0-38 0,-1-1 32 16,-2 2-25-16,0 4 34 0,-2-1-29 0,1 4 25 15,-1 1-32-15,0 0 25 0,0 2-31 0,0 2 22 16,0 8-23-16,0-8 26 0,0 8-18 0,0 0 31 16,0 7-36-16,0-7 32 0,1 15-27 0,3-4 3 0,0 0 4 15,2 1 3-15,1 1 0 0,5 2 1 16,3-4-20-16,4 1-21 0,5-3-77 0,5-2-142 16,6-2-168-16,2-4-169 0,1-4-737 0,6-3-935 15</inkml:trace>
  <inkml:trace contextRef="#ctx0" brushRef="#br0" timeOffset="38748.78">9195 4443 197 0,'9'-9'211'0,"-3"2"-57"0,2 0-7 0,-3 0-2 0,1 1 15 0,-1 1-11 0,-1-3 14 15,0 2-29-15,-1 0-11 0,-1-3-3 0,0 3 15 16,-1-1-22-16,0 0 6 0,-1-2-31 0,0 0 7 16,0 2-29-16,-1-4 19 0,0 3-32 0,-1-3 21 0,0 2-15 15,-1-1 5-15,-1-1-22 0,2 2 2 0,-4-1-9 16,3-1 7-16,-5 1-17 0,2-1 11 16,-1 1-17-16,-2 1 7 0,-1-1-15 0,-1 3 13 15,-1-3 13-15,-5 6 1 0,-2 2-15 0,0 1 9 0,-9 2-4 16,-5 5 0-16,-9 4-7 0,-3 3 5 0,-4 4-8 15,-7 6 2-15,0 4-9 0,-2 3 8 16,2 2 33-16,1 6 31 0,4 6-14 0,1 0-10 0,2 7 20 16,4 1 0-16,4 5-2 0,5-2 2 0,2 4-24 15,6 0 13-15,4-2-10 0,4 0-9 16,7-9-5-16,6-1-10 0,3 1-2 0,6-2 2 0,7-2 1 16,5-2 21-16,12 4-5 0,10-3-4 0,5-5 12 15,11-2-6-15,4-4-9 0,11-6 2 0,2-2-9 16,3-6-3-16,4-5-8 0,-2-4 10 0,3-6 25 15,0-3-11-15,3-6-6 0,-6-2-5 0,2-6-9 16,-4 0-11-16,-3-5 9 0,-4-6 1 0,-5 0 7 16,-3-6-12-16,-5-5 9 0,-5-3-8 0,-6-3-8 15,-5-5-4-15,-2-3-4 0,-11-3-4 0,-2-2-4 16,-9-2-2-16,-6 9 7 0,-4-1-10 0,-8 0-3 16,-5 3 8-16,-6 2-1 0,-8-5 0 0,-8 5-2 15,-5 2 3-15,-8 5-6 0,-5 5 1 0,-6 2 0 16,-5 8 2-16,-6 3 7 0,-4 3-13 0,-2 8 8 15,-3 3-36-15,10 5-7 0,-7 4-38 0,13 1-75 16,5 4-101-16,5 2-80 0,3 3-92 0,6 5-73 16,3 5-537-16,1 1-653 0</inkml:trace>
  <inkml:trace contextRef="#ctx0" brushRef="#br0" timeOffset="39284.19">7874 5173 124 0,'0'0'580'0,"3"-10"-159"0,-3 10-92 0,3-11-72 0,-3 11-44 0,2-9-28 0,-2 9-26 0,4-7-23 16,-4 7-28-16,4-7-22 0,-4 7-12 0,0 0-6 15,0 0 9-15,10-1-8 0,-10 1 10 0,8 8-13 16,-3-2-8-16,-1 3-3 0,2 0 5 0,-2 3-9 16,4 1 2-16,-3 0-20 0,0 0 6 0,-1-1-17 15,0 0-11-15,-2-2 22 0,2 0 19 0,0-1 22 16,-2 0 20-16,-2-2 14 0,0 1-2 0,0-3-13 15,-5 1-10-15,1-1-18 0,-2 0 32 0,-3-4-9 16,0 0-14-16,-5-1 9 0,0-2-7 0,-4-1 4 16,-1-5 4-16,0 1-29 0,-3-3 48 0,4 1-12 15,0-2-6-15,2-2-24 0,3 1 4 0,1 2-25 0,2-2 6 16,4-1-14-16,2 0 6 0,3-1-22 16,3 1-2-16,2-1-3 0,5-2-3 0,5 1 1 15,4-3-2-15,5 1 4 0,8-3 1 0,2 2 0 0,1 1 2 16,3 0-1-16,-1 1-3 0,0 1-1 0,-3 0-2 15,-3 5 11-15,-4-1-14 0,-4 3 0 16,-1-3 0-16,-2 5 1 0,-4-1 1 0,-1 1 4 16,-2 0 0-16,-1 3-6 0,-2-2-4 0,-4 0-11 0,-5 5-46 15,5-4-95-15,-5 4-154 0,0 0-164 0,-25 4-165 16,4 4-597-16,-11 2-841 0</inkml:trace>
  <inkml:trace contextRef="#ctx0" brushRef="#br0" timeOffset="45431.46">31102 5485 176 0,'-6'-12'367'0,"1"0"-102"0,-3-1-60 0,3 1-37 0,-3-1-35 0,2 0-26 0,-3-2-15 0,1 0-19 15,-2-2 11-15,-1-1 10 0,0 1-18 0,-3-4-5 16,-2-1 3-16,2-2 3 0,-3 4-8 0,0-4-11 16,-2 2-3-16,-2-5-8 0,-1 2-2 0,-1-1 1 15,-1 1-4-15,-1 2 14 0,-3-1-8 16,-1 2-11-16,-3 1 2 0,-1-1 20 0,-2 3-5 15,-3-1-7-15,-1 2-6 0,-3 4-2 0,-1 3 14 16,-4 2-28-16,-1 4-5 0,-6 5 5 0,0 5 0 16,-12 6 1-16,-1 5 16 0,1 4 6 0,-1 5-12 0,0 5 0 15,2 5-10-15,3 2-1 0,0 5-2 16,1 4 1-16,3 4-11 0,3 4 2 0,4 1 46 16,1 4 4-16,8 0-4 0,4 1 12 0,4 1-2 0,8-1 16 15,5 0 8-15,8 0-8 0,10-5 30 0,4-1-15 16,8 9-21-16,6-1-9 0,10-2 11 15,5-1-6-15,5-3-21 0,7-2-2 0,4-4 2 16,6-2-1-16,3-4-16 0,5-6-4 0,4-3-13 16,4-4 2-16,2-4-12 0,4-4 10 0,-1-5-11 15,3-5 8-15,-1-4-8 0,-2-2 16 0,-9-6 0 16,-2-2 12-16,11-6-16 0,-1-4 8 0,-3-3-15 0,-3-5 10 16,1-6-10-16,-3-7 3 0,-3-4-17 15,-5-5 12-15,1-5-14 0,-4-2 4 0,-4-2 14 16,-5-4-15-16,-3-4 21 0,-2-2-8 0,-9-4-2 15,-2 1-3-15,-4-3 2 0,-7 3-13 0,-4-4 7 0,-5 16-14 16,-6-2 19-16,-7 2-17 0,-1 4 10 16,-6-1-10-16,-7 7 10 0,-8-6-8 0,-2 5 3 0,-7 4-8 15,4 9-14-15,-4 6-20 0,-3 1-44 16,-5 6-55-16,1 2-89 0,-1 6-94 0,-3 5-30 16,6 3-97-16,-7 3-54 0,0 4-448 0,1 3-536 15</inkml:trace>
  <inkml:trace contextRef="#ctx0" brushRef="#br0" timeOffset="47480.55">31482 6111 171 0,'-8'-5'535'0,"-1"-1"-124"0,0 1-69 0,2-2-46 0,-1 0-28 0,0 1 0 16,1-2-62-16,2 0-16 0,-1 2-7 0,3-4-13 16,1 2-31-16,1-2-25 0,2 2-21 0,2-3-21 15,3 1-12-15,3 0-13 0,4-1-10 0,2 2-7 16,7 0-8-16,1 2-8 0,1 2-3 0,2 2 15 16,1 3 16-16,0 0 8 0,1 5-4 0,-3 1-1 15,3 2-7-15,-2 4 1 0,-4 3 28 0,-1 1-14 16,-3 3 5-16,-2 1-6 0,-4 0-13 0,-3 1-5 15,-4 0-7-15,-1 1 7 0,-4-2-4 0,-2 2-5 16,-3-1-1-16,-3 0-3 0,-4-1-4 0,1-4 3 0,-2 1 6 16,-5-2 20-16,3-4 9 0,0-1 13 0,-1-3 8 15,2-4-5-15,1-2-2 0,1-2-15 0,1-4 1 16,2-2-19-16,-1-5 7 0,6-1-25 0,1-4 9 16,3-3-19-16,3-3 11 0,4-4-12 0,4-3 4 15,3-4-12-15,3-2 7 0,1 3-1 0,0 0-4 16,1-2 1-16,-1 3-3 0,-3 7 0 0,-3 3 1 15,-1 2 1-15,-1 4 3 0,-3 1-6 0,-1 2-1 16,1 2 1-16,-2 2-1 0,-3 3-3 0,-2 6 3 0,0 0 2 16,0 0-2-16,0 0 5 0,-11 12 5 0,4-1 3 15,-2 7-5-15,2 2-11 0,0 0 13 16,2 3-8-16,1-1 13 0,4 2-13 0,0-4 12 0,4 3-14 16,-1-1 23-16,3-2-9 0,4-1 3 0,2-1-6 15,2-2-3-15,4-3 0 0,7 1-2 0,-2-7-26 16,2-1-78-16,3-2-97 0,0-4-90 0,0-4-72 15,-1-2-73-15,2-2-83 0,-6-5-525 0,0-1-655 16</inkml:trace>
  <inkml:trace contextRef="#ctx0" brushRef="#br0" timeOffset="47731.21">31603 5654 482 0,'-21'2'882'0,"4"-2"-172"0,2 0-128 0,4 0-124 0,2-3-78 0,9 3-59 0,-10-5-53 16,10 5-42-16,9-10-19 0,3 1-29 0,9 0-1 16,9-2-33-16,11-6-19 0,7 2-22 15,13-5-18-15,5 2-5 0,3 1-26 0,0-2-34 0,4 0 17 16,-2 0-5-16,3 0-1 0,0 0-12 0,-2 2-8 16,-5 1 0-16,-5 3-4 0,-13 1-1 0,-7 2-8 15,-9 1 0-15,-3 3-5 0,-8 0-6 0,-2 2-36 16,-8 1-60-16,-12 3-90 0,0 0-84 0,0 0-125 15,0 0-77-15,-32 4-70 0,0 5-547 0,-10-3-719 16</inkml:trace>
  <inkml:trace contextRef="#ctx0" brushRef="#br0" timeOffset="50664.04">13847 6315 128 0,'-12'-4'256'0,"1"2"-60"0,-2 2-36 0,-1-4-15 16,-4 3-16-16,0 1 10 0,-2-1-23 0,-2 1 5 15,-4 1-19-15,-3 0 12 0,-2 1-14 0,-7 0 13 16,0 0-22-16,-10 3 16 0,0-2-24 16,-5 2 18-16,1 2 0 0,-2 0-16 0,-2-3-12 0,1 4-1 15,5-1-2-15,0-1-7 0,7 0-12 0,8 0 14 16,7-3-10-16,4 1 6 0,4 0 0 0,5 2-8 15,7-3 23-15,8-3-7 0,3 7-14 0,13-4-10 16,12-1-7-16,14 1-6 0,18-3 8 0,18-4 1 16,10 0 1-16,11-3-2 0,23-3 27 0,5-2-9 15,-1 0 0-15,2-2-5 0,-2 1 13 0,-1-2-6 16,0 1-9-16,1 0 3 0,-2 0-7 0,-5 0-3 16,-18 4-6-16,-5-1 0 0,1-2 1 0,-1 4-2 15,-1-1 5-15,-6 1-1 0,-1 0-7 0,-6 3-5 16,-8-2-4-16,-2 2-2 0,-17 2-3 0,-4 0 14 15,-13 1-12-15,-2 1-2 0,-8 0-20 0,-6 0 2 16,-3 2-8-16,-4-1 5 0,-15 1-4 0,13 1-4 16,-13-1-43-16,-6 5-59 0,-8-1-75 0,-11 3-48 15,-8 0-15-15,-13 1-46 0,-6 3-15 0,-17 1-24 16,-4 2-31-16,-9-1-66 0,-6 1-166 0,-4 0-108 16</inkml:trace>
  <inkml:trace contextRef="#ctx0" brushRef="#br0" timeOffset="50947.86">13383 6579 178 0,'-65'10'404'0,"12"-1"-111"16,3 2-13-16,6-3-47 0,2 1-49 0,11-1-18 16,4-2-22-16,9 1-5 0,3-1 3 0,7 0-10 15,8-6 2-15,7 5-24 0,9-2-23 0,15-1-14 16,21-2 34-16,22-2-16 0,13-4-12 0,17-2-5 16,32-3 11-16,8 0-5 0,5-2-1 0,6-1-2 15,2 1 30-15,0 0-5 0,-3-1-22 0,-8-1 11 16,-3 1-4-16,-7 1 9 0,-6 0 3 0,-7-2-11 15,-21 5-5-15,-7-3 8 0,-6 2 0 0,-7 0-22 0,-4 1-10 16,-6 0-9-16,-15 0-7 0,-6 4-7 0,-7-1-9 16,-11 3-3-16,-5-1-4 0,-4 2-7 15,-7 1-1-15,-3-2-8 0,-14 4-17 0,10-2-42 16,-10 2-27-16,0 0-48 0,-15 2-24 0,1 1-43 0,-4-2-32 16,-2 4-15-16,-3-2-33 0,-2 3-71 0,3-1-91 15,0 0-375-15,1 1-346 0</inkml:trace>
  <inkml:trace contextRef="#ctx0" brushRef="#br0" timeOffset="51746.61">17471 6667 227 0,'0'0'342'0,"0"0"-90"0,0 0-52 0,0 0-34 0,0 0-13 0,0 0-25 0,0 0-20 16,0 0-17-16,0 0-15 0,0 0-15 0,0 0-6 15,0 0-1-15,-10-1 7 0,10 1-5 0,-9-2-3 16,9 2 2-16,0 0-7 0,-13-3 0 0,13 3-7 16,0 0-8-16,-9-1-17 0,9 1 6 0,0 0 0 15,0 0-11-15,0 0-5 0,12-6 1 0,2 3-1 16,4-1 1-16,9 1-3 0,7-2-3 0,11 0-12 15,7-3-25-15,3 1-54 0,19-1-68 0,6 1-41 16,2 0-80-16,7-1-233 0,-1 3-12 0</inkml:trace>
  <inkml:trace contextRef="#ctx0" brushRef="#br0" timeOffset="52530.02">22204 6256 312 0,'-34'-3'363'0,"-3"-2"-83"0,-4 4-46 0,-6-2-25 0,-5-2-29 0,-2 2-15 0,1 2 4 0,1-3-1 16,-1 1-3-16,3 0-2 0,9 0 12 0,4 1 19 16,6-1-6-16,7 3-29 0,3-3-28 0,2 3-24 15,6-1-22-15,13 1-18 0,0 0-15 0,0 0-8 16,0 0-9-16,31-2-8 0,6 2-8 0,13-2 2 16,10 2-6-16,18-6-3 0,6 1 2 0,1 0 10 15,7 0 44-15,0-2-4 0,1 0-3 0,-1 0 21 16,-1-1 6-16,-2 1 13 0,-3-2-8 0,-2 2-22 15,-3 1-8-15,-3-1-18 0,-7 1-6 0,-13 0-11 16,-6 4 3-16,-4-2-14 0,-13 2 0 0,-7-1-8 16,-1 1 4-16,-8 1-7 0,-6 1 3 0,-13 0-8 15,0 0 7-15,0 0-5 0,-13 4 3 0,-12 1-12 16,-12 2 10-16,-16-1-2 0,-20 5-1 0,-8-1 2 16,-9 0-2-16,-7 1 1 0,1 0-1 0,-25 3 2 15,2-2 0-15,0 1-1 0,17-1 0 0,2 0 1 16,4 0-2-16,3 1-1 0,6-2 0 0,9 0 2 15,9-1-1-15,16-2-4 0,8 1 0 0,9-4-1 16,5 2 0-16,10-2 2 0,8 0 1 0,8-1 3 16,5-4 2-16,15 6-2 0,9-3 0 0,17-2-4 15,19-2 1-15,17-3 1 0,10 0 20 0,8-1-23 0,7-4 2 16,22 0 2-16,-2-2 0 0,-3-2 9 16,-19 1 25-16,-2 1 1 0,-2-1-3 0,-1 0 15 15,-6 1-7-15,-6 0-9 0,-5 1-5 0,-9 1-5 16,-18 2-14-16,-5 3 5 0,-10-1-12 0,-9 2-3 0,-4-1-10 15,-6 0-12-15,-8 2-27 0,-9 2-8 16,0 0-33-16,0 0-55 0,-15-4-38 0,-2 4-52 16,-8 1-10-16,-2 1-35 0,-11-1-27 0,-3 5-32 15,-5-2-44-15,-1 3-95 0,-2-2-213 0,5 4-199 0</inkml:trace>
  <inkml:trace contextRef="#ctx0" brushRef="#br0" timeOffset="53880.41">29856 7305 383 0,'-15'16'301'0,"-2"-1"-53"0,3 2 0 0,-2-4-14 0,0-1-13 0,1 1 1 16,2-5-5-16,0 1 3 0,1-1 1 0,1 0 11 15,2-4 21-15,-1 0 7 0,1 0 2 0,9-4-8 16,-14 2-9-16,14-2-36 0,-7-6-25 0,7-2-42 16,2-5-26-16,6-6-24 0,3-6-22 0,8-10-15 15,7-12-14-15,3-2-9 0,5-5-8 0,3-3-6 16,0-2-7-16,0-2 0 0,-3-2 0 0,0 1 6 16,-4-2 5-16,-2 1-19 0,-3-4-8 0,-4 7 6 15,-7-2-12-15,0 5 12 0,-7 9-9 0,-5 0 1 16,0 12 2-16,-4 1 2 0,0 2 0 0,-5 4-2 15,-1 1 1-15,-1 7 3 0,-3 3-5 0,-2 4 3 16,-3 5 2-16,1 2-1 0,-3 5 0 16,1 7 1-16,-5 2-2 0,-3 9-4 0,-2 5 5 0,4 8-10 15,-1 3-9-15,5 3-14 0,3 2 14 0,5 4-7 16,4-2 2-16,4-4 1 0,5-2 0 0,3 3 5 16,5 1 3-16,5 0 4 0,4-2 2 0,3-1 0 15,0-3 3-15,4 0 3 0,0-3 0 16,5 1 2-16,-4-2 3 0,2-4-4 0,1 2 8 0,-3-3-10 15,-3-3 10-15,-2 0-6 0,-1 0 2 16,-2-2-6-16,-2-2 5 0,-4 1-4 0,1-1 8 0,-4-3-8 16,-1 2 6-16,-1-3-5 0,-2 3 7 0,-1-3-5 15,-2 0 4-15,-2-1-6 0,-2 0 11 0,-2 1-8 16,-1-3 5-16,-5 3-7 0,1-3 8 0,-5 0-6 16,0 0 4-16,-1-1-4 0,-2-1 5 0,-2-2-6 15,2-1 6-15,-2-1-2 0,1 1 0 16,4-2-10-16,0-1-20 0,2-3-89 0,2 1-74 0,3 0-63 15,2-3-16-15,5 5-35 0,2-14 6 0,3 4-5 16,7-2 26-16,6-1-10 0,7-3-3 0,6-1-25 16,2 0-236-16,2-2-63 0</inkml:trace>
  <inkml:trace contextRef="#ctx0" brushRef="#br0" timeOffset="54714.35">30394 6974 828 0,'30'-14'211'0,"-2"1"31"0,-3 1 2 16,-4 0 2-16,-1 2-6 0,-4 0-25 0,-2 0-16 0,-3 1-1 15,1-1-7-15,-5 2-6 0,0-1-5 0,-3 2-17 16,-2 1-9-16,-2 6-17 0,-4-13-13 0,-1 10-6 15,-3-2-10-15,-2 4 6 0,-3 1-20 16,1 0-16-16,-6 5-10 0,-1 0-17 0,1 5-8 16,-3 1-7-16,5 2-6 0,-1 3-2 0,0 3-10 15,3-3 3-15,5 3 11 0,2-1 11 0,2 0-14 16,2 1 13-16,3-3-6 0,5 1 3 0,1-1-15 0,4 0 2 16,1 0-12-16,6-6 3 0,-1 0-8 15,0-2-3-15,0-3-10 0,3-1 9 0,-1-4-9 0,0-2 19 16,1-2-23-16,-3-2 4 0,2-2-10 0,-3-3 8 15,0-2-6-15,-3-2 12 0,-1-1-13 0,-3-5 2 16,-2 2 3-16,-2-1 4 0,-2 0 0 0,-1 1 1 16,-2 1 3-16,-1 2-4 0,-2 0 0 15,2 2-1-15,-1 3 3 0,-1-1 2 0,0 5-5 16,1 1 0-16,3 6 1 0,-9-6 2 0,9 6 2 16,-8 5 0-16,4 2 0 0,2 0 3 0,0 5 0 0,2-1 1 15,0 3-5-15,3 4 6 0,0-4-3 0,2 4 6 16,0-2-8-16,2 2 6 0,1-1-8 0,-2-1 9 15,4-3-8-15,-2 0 9 0,1-3-9 16,2-1 6-16,-1-3-9 0,-1 0 9 0,1-5-12 16,-10-1 12-16,19-1-10 0,-11-4 6 0,0 0-10 0,2-6 9 15,-3 1-9-15,-2-3 8 0,3-3-6 0,-3-1 1 16,0-2 2-16,0 0 1 0,1 3 3 0,-4-2 1 16,3 5-6-16,-1 0 6 0,-3 2-4 15,3 1 3-15,-1 1-5 0,-1 3 5 0,-2 6-6 16,4-7 10-16,-4 7-6 0,0 0 6 0,4 6-3 15,-3 1-1-15,2 4 10 0,-1-1-9 0,1 6 7 0,0 0-9 16,0 0 7-16,2 2-6 0,-1-2 7 0,1 1-3 16,-1-2 10-16,1 0-11 0,-1-2 11 15,-1-1-10-15,-1-3 11 0,3 2-10 0,-5-4 9 0,0-7-11 16,3 9 9-16,-3-9-10 0,0 0 6 16,0 0-9-16,0 0 8 0,-8-9-11 0,6 0 9 0,-1-2-5 15,3-1 7-15,-2 1-11 0,0-3 0 0,2-1 0 16,2-2 2-16,0 3 1 0,3 0-1 0,0 0 1 15,2 2-1-15,-1 2-1 0,2 0 1 0,1 5 2 16,-2 1-4-16,1-1 1 0,-8 5 2 16,15 0 3-16,-6 3 7 0,-1 1-9 0,0 3 6 15,1 3-9-15,-2 0 5 0,0 2-2 0,-1 1 11 16,2-1-15-16,-3 1 10 0,-1-2-11 0,0-1 9 0,-1-1-10 16,0-2 14-16,0 0-12 0,-3-7 10 15,2 9-12-15,-2-9 11 0,0 0-6 0,0 0 4 16,0 0-7-16,-6-7 7 0,4-2-7 0,2 1 8 15,-1-5-10-15,1 0 11 0,1-5-8 0,3 2-1 0,0-1 11 16,2-4-9-16,1 2 4 0,2 3-7 0,0-1 9 16,0 3-12-16,0 2 7 0,0 2-4 0,1 1 7 15,-1 3-7-15,-2 3 12 0,-7 3-6 16,18 0 7-16,-9 4-9 0,0 2 4 0,3 5 6 16,-3 2-9-16,0 1-8 0,2 3-11 0,-2 1-20 15,0 1-65-15,-1 0-87 0,0 0-78 0,0 0-50 0,0 1-57 16,-2-6-68-16,1 1-541 0,-4-5-577 15</inkml:trace>
  <inkml:trace contextRef="#ctx0" brushRef="#br0" timeOffset="55130.99">31314 6819 420 0,'0'0'531'0,"4"-6"-96"0,-4 6-51 0,0 0-31 15,9 10-6-15,-6-1-30 0,-2 5-10 16,3 1 7-16,0 6-36 0,-2 1-23 0,1 3-53 15,-1 3-22-15,2 6-41 0,0-1-19 0,1 2-32 0,-1-2-5 16,2 3-24-16,-1-1-3 0,2-4-16 0,-1 1 9 16,1-3-19-16,0-6 16 0,-2-2-17 0,-1-5 15 15,0 1-14-15,0-5 28 0,-1 1-3 16,-1-4-4-16,-2-9-16 0,3 8-8 0,-3-8 13 16,0 0-29-16,0-7 16 0,-3-4-8 0,3-3-6 15,-4-4-19-15,0-4 16 0,1-5-17 0,-1-6 18 0,0 1-17 16,1-3 19-16,2 2-26 0,0 0 0 0,3-2 5 15,0 3 1-15,3 3-3 0,-1 4-4 16,3 3 7-16,0 1-8 0,1 4 4 0,1 4-2 16,1 1 3-16,1 2 0 0,-1 5 3 0,-1 3 2 0,-9 2 4 15,19 2-7-15,-10 4 16 0,-2 3-16 0,0-1 19 16,0 4-14-16,-2 0 8 0,-3 0-11 0,1 1 12 16,-4-1-14-16,-1 1 13 0,-3 1-11 0,-3 0 11 15,-3-2-11-15,-3 1 11 0,-4-2-19 0,0-1 6 16,-2-3-23-16,-2-1-13 0,5-3-40 0,-3-2-39 15,3-1-71-15,-2-2-50 0,3-2-49 0,3-3-23 16,1 0-36-16,2-3-28 0,5-2-29 0,2-5-22 16,5-1-337-16,4-4-283 0</inkml:trace>
  <inkml:trace contextRef="#ctx0" brushRef="#br0" timeOffset="55316.03">31558 6579 354 0,'17'-19'543'0,"-4"3"-101"0,-3 4-103 15,-1 0-68-15,1 3-12 0,-3 4-13 0,0 2-15 16,-7 3 19-16,12 0 11 0,-6 6 8 0,-1 2 10 15,-1 1-35-15,3 6-28 0,-2-1-34 0,-1 4-49 16,2 2-16-16,-2 3-9 0,1 0-5 0,0-1-30 16,0 3-3-16,-1 0-24 0,2 0 0 0,-1 0-20 15,1 0 6-15,1-1-15 0,-2 0-6 0,4-2-24 16,0 0-20-16,-2-2-113 0,2-1-110 16,-2-2-84-16,2-4-55 0,-2-1-59 0,-2-5-124 0,-5-7-348 15,10 4-500-15</inkml:trace>
  <inkml:trace contextRef="#ctx0" brushRef="#br0" timeOffset="55630.64">31810 6868 496 0,'0'0'532'0,"-7"-2"-142"0,7 2-70 0,0 0-79 15,0 0-26-15,-4 5 6 0,4-5 7 0,0 0 21 16,5 4 5-16,-5-4-27 0,10 2-45 0,-10-2-32 16,19-3-27-16,-8 2-25 0,0-3-23 0,2 2-11 15,-2-2-8-15,3-2 24 0,-1-1-18 0,0 1-8 16,0-3-11-16,-2 1-9 0,1-3-1 0,-3-1 17 15,-2 0 7-15,0 2-6 0,-1 0-7 0,-3-3 13 16,-2 3-1-16,-1 1 22 0,-3 0-22 0,-2 1-9 16,0 1-6-16,-4 4-7 0,0 1-1 15,-5 2-4-15,-1 5-15 0,-4 2 12 0,-2 4-18 0,-1 2 12 16,1 1-11-16,-1 4 8 0,5 0-12 16,2 2 27-16,2-1-11 0,4 1 22 0,2-1-15 0,3 0 26 15,3 0-11-15,3-1 20 0,1-2-34 0,7 3 27 16,0-1-44-16,4-3 22 0,7 1-28 0,2-3 14 15,2-3-50-15,-2 1-45 0,2-6-67 0,1 0-86 16,-3-1-53-16,0-1-76 0,-2-3-66 0,-1-3-100 16,1 0-585-16,-1-4-724 0</inkml:trace>
  <inkml:trace contextRef="#ctx0" brushRef="#br0" timeOffset="57196.35">30580 7765 149 0,'-16'16'861'0,"2"-3"-246"0,3-1-129 0,-1-1-115 0,3-2-77 0,0 1-64 0,3 3 10 15,1-4-9-15,2 2-13 0,-1 0-12 0,3 2 19 16,0 1-21-16,2 3-21 0,-1 2-17 0,4 2-19 15,1 1-24-15,-1 3-13 0,3 2-14 0,1 1-40 16,1 0 12-16,0 0-37 0,0-3 23 0,-3-4-36 16,2 1-1-16,0-3-2 0,-4-4-4 0,1-1 0 15,-1-1 0-15,-2-2 5 0,2-1 21 0,-1-2 7 16,-2-1-5-16,-1-7-12 0,-3 7-3 0,3-7-2 16,0 0 2-16,-13-1 35 0,6-5-57 0,-3-2 38 15,1-3-10-15,-2-6-5 0,-3-2-13 0,1-6 1 16,0-1-6-16,0-8-2 0,1-2-5 0,3 6 0 15,0 0 2-15,3 0 1 0,2 5 10 0,-1 1-11 16,1 3 3-16,2 4-4 0,0 1 2 0,0 2-5 16,-1 3 1-16,4 2 0 0,3 2-1 0,-1 1-2 15,-3 6 1-15,11-5 2 0,-11 5 0 16,18 5-2-16,-4 2 4 0,-1 0-1 0,4 5-2 0,-1 1 1 16,2-1-2-16,0 1 3 0,3 3 0 0,-2-3 2 15,-3-1-4-15,2 0-12 0,0-1-14 0,-4-4-4 16,0-2 2-16,0 0 1 0,-3-3 6 0,-11-2-16 15,21-2-4-15,-12-3 8 0,0-2 23 0,1-5-18 16,-5-1 27-16,2-6-18 0,-3-3 0 0,-2-1 3 16,0-2 4-16,-2-2 3 0,-2 2 5 0,2 0-10 15,-2 2 30-15,0 4-21 0,1 1 38 0,1 1-33 16,-1 5 20-16,0-1-29 0,1 4 25 0,0 9-22 16,2-10 31-16,-2 10-11 0,0 0 41 0,7 11-5 15,-2-3-11-15,2 9-11 0,1 4-4 0,1 4-7 16,1 1 3-16,2 2-8 0,-1 0 3 0,6 4-3 15,-2-1 3-15,2 1 0 0,-2-2 7 0,3-5 0 16,-3-2 3-16,4-1-6 0,2-1 3 0,-1-2-8 16,3-3-2-16,2-3-8 0,-4-3-4 0,1-2-6 15,1-3-3-15,-4-4 2 0,2-2-2 0,2-3 5 16,-2-3-3-16,-1-3 23 0,1-5-29 0,0-3 23 16,-4-2-30-16,-2-2 30 0,-1-1-31 0,-3-2 6 15,-3 1 9-15,-2 1 0 0,-2 2 11 0,-2 0 6 16,-2 4 6-16,-2-2-3 0,1 3 1 0,-4 1-3 15,0 2-2-15,-2 3 0 0,-3 1 4 0,1 2-4 16,0 6 2-16,-3 1-3 0,1 0-6 0,-4 4 0 16,1 6 23-16,-3 1-28 0,2 2 26 0,2 2-29 15,0 3 24-15,2-1-23 0,4 2 27 0,0 0-19 0,4-1 27 16,3 1-22-16,3-2 28 0,6 3-25 16,1-1 4-16,5 2-5 0,4-4-1 0,6-2-3 15,0-2-1-15,3-1 5 0,4-4-8 0,0-2 21 16,4-2-26-16,-4-3 19 0,5-3-29 0,0-4 25 0,0-1-23 15,4-3 20-15,-3-2-29 0,1-5 16 16,-3-1-19-16,-1-3 24 0,-4 0-16 0,-3-2 20 0,-9 2-26 16,0 3 27-16,-6 0-24 0,-4 0 31 0,0-1-24 15,-6 3 24-15,-3 1-16 0,-2-1 25 16,-4 1-20-16,-4 0 22 0,-4 4-24 0,-3-1 3 0,-2 5 8 16,-3 0-3-16,-1 4 9 0,0 1-13 0,3 5 1 15,-6 3 1-15,3 1 16 0,-1 5-25 0,2 2 20 16,0 1-18-16,5 3 36 0,3-1-17 0,3 1 29 15,1 0-17-15,4 1 19 0,2-1-22 0,3-2 13 16,1 1-19-16,2-3 13 0,5 1-20 0,0-3 13 16,3-2-24-16,1 0 20 0,3-3-27 0,-2-1 23 0,5-4-23 15,-4-1 18-15,2-2-23 0,2-1 20 16,-1-5-19-16,2-2 16 0,-1-5-22 0,-2 2 14 16,3-8-19-16,-4-2 21 0,0-1-20 0,-5 2 23 15,-2 1-20-15,-2-2 23 0,-1 0-20 0,-2 4 26 0,-1 3-18 16,-4 0 27-16,1 2-25 0,0 3 19 15,-1 0-18-15,-1 3 15 0,4 7-16 0,-11-2 15 0,11 2-17 16,-15 6 16-16,9 1-18 0,0 3 17 0,1 2-19 16,2 1 21-16,-2 4-22 0,5 0 29 0,3 0-29 15,-1 0 22-15,3 1-25 0,2-1 22 0,2 1-20 16,2-3 15-16,-2-1-17 0,3-2 14 0,-1-2-19 16,3-3 21-16,0 0-21 0,-3-3 18 0,0-2-18 0,4-2 19 15,-3-2-18-15,1-2 25 0,-2-3-24 0,2 0 21 16,-2-3-22-16,0-3 19 0,-2-4-21 0,1 0 16 15,-4-2-17-15,-1-3 20 0,1 1-17 0,-4 3 22 16,-1 0-19-16,1 1 21 0,-1 3-22 0,-1 2 21 16,-1-1-22-16,1 6 16 0,-3 2-15 0,3 5 18 15,-5-4-17-15,5 4 20 0,-8 7-19 0,4 0 17 16,2 5-16-16,-1-2 19 0,3 5-21 0,0 1 22 16,3 1-18-16,1 0 19 0,2-2-3 0,2 3 1 15,3-1-1-15,-2-2 1 0,5-1-3 0,-2-4 10 16,1-1-8-16,1-2 7 0,0-2-2 0,1-1-4 0,-2-4-1 15,2 0-2-15,-1-4 1 0,3-2-4 16,-3 0 0-16,-1-4-1 0,1-2-2 0,-3-4-20 16,1 2 18-16,-2-5-22 0,-2-1 18 0,-1 1-14 0,0 0 20 15,-4 1-15-15,1 2 26 0,-1 4-22 0,-1 1 14 16,1 0-30-16,-2 4 23 0,-1 7-17 0,0 0 19 16,0 0-18-16,0 0 26 0,-11 5-22 0,7 3 24 15,0 1-23-15,-1 6 24 0,1 0 0 0,2 0-3 16,0 1 0-16,2-2 0 0,3 2-1 0,0-1 3 15,0 0 2-15,4-2 7 0,-2-1 6 0,0-3 6 16,1-2 2-16,1-2 2 0,3-2-6 0,-10-3 18 16,17 2-2-16,-6-7 5 0,-1 1 27 0,-1-3-5 15,1-3-8-15,-1-1-8 0,0-2-28 0,-1-1 12 0,1-3-24 16,-1-1 13-16,-3 1-22 0,1 2 8 0,-3-1-44 16,2 3-38-16,-3 0-127 0,-1 2-162 0,-1 3-247 15,-1 2-149-15,-1-4-794 0,-6 5-1191 0</inkml:trace>
  <inkml:trace contextRef="#ctx0" brushRef="#br0" timeOffset="120693.9">8889 7204 369 0,'-11'3'636'0,"11"-3"-180"0,-19 0-82 0,19 0-99 0,-17-4-39 0,8 0-66 16,4-3-9-16,-4 0-39 0,4-3 3 0,1 1-28 16,2-3 6-16,0 1-26 0,2-3-1 15,2-2-26-15,0 2 9 0,5-1-26 0,0 1 7 0,2 1-18 16,0 0-2-16,1 3 3 0,3 1 42 0,0 2-12 16,2 4 10-16,-2 1 10 0,2 0-13 0,-2 4-9 15,5 0-10-15,-3 2-1 0,3 4-16 0,-1 1 2 16,1 2-1-16,-3 1 4 0,2 1 24 15,-3 1-5-15,0-1-4 0,-4-1 20 0,-1 1 13 0,1-3-4 16,-2 2 4-16,0-3 2 0,-3 1-5 0,0-3-11 16,-3 2-9-16,1-4-9 0,-3-5 5 0,1 8-25 15,-1-8-4-15,0 0-3 0,0 0-4 0,-14-2-4 16,8-4-4-16,-1-1 0 0,-2-5-6 0,-1-1 0 16,1-5-6-16,-1-1-2 0,-3-3-5 0,4-1 4 15,0 1-8-15,2 0 6 0,2 0-2 0,1 4 3 16,1 2-1-16,2 0 3 0,2 2-3 0,2 3 4 15,1 0 3-15,3 1-1 0,-1 3 2 0,5 2 13 16,-1 1-10-16,4 3 13 0,0 2-15 0,3 3 0 16,-2 1 0-16,4 1 0 0,2 4 0 0,-3 0-2 0,1 2-5 15,-3 0-11-15,2 1-4 0,-2 1-12 0,0 0-26 16,-3-1-64-16,0 2-66 0,-3-3-110 16,-1 0-53-16,-2-1-93 0,1 1-142 0,-4-3-256 15,0-1-391-15</inkml:trace>
  <inkml:trace contextRef="#ctx0" brushRef="#br0" timeOffset="120960.15">9288 6784 297 0,'-5'-8'725'0,"1"0"-134"0,2 3-114 0,-1-1-99 0,3 6-72 0,-5-10-25 0,5 10-10 0,-3-6 34 16,3 6 6-16,0 0-23 0,0 0-43 0,8 7-14 15,-2-1-27-15,4 3-20 0,2 6-15 0,6 4-13 16,-1 1-28-16,4 9 10 0,2 0-36 0,2 3 17 16,-1 0-6-16,3 1-18 0,0 1-13 0,1 1-1 15,-2 0-11-15,3 0-13 0,-5-2-6 0,3 1-14 16,-3-3-32-16,2 1 27 0,-3-4-35 0,-3 2 29 16,-1-8-64-16,-1-2-19 0,-4-2-71 0,0-2-51 15,0-2-99-15,-2-3-101 0,-1-1-99 0,-2-3-103 16,-2-2-180-16,-7-5-392 0,10 3-766 0</inkml:trace>
  <inkml:trace contextRef="#ctx0" brushRef="#br0" timeOffset="121494.09">9846 6967 209 0,'0'0'851'0,"12"2"-191"0,-12-2-140 0,0 0-128 15,9 3-65-15,-9-3 14 0,10 5-1 0,-10-5-30 0,9 5-22 16,-2 1-32-16,-1 0-28 0,3 2-23 0,0 0-35 16,1 0-6-16,1 3-51 0,1 0-26 15,2 2-4-15,0 0-29 0,-1 0-1 0,1 0-16 0,0 2-1 16,0-3-16-16,-2 1 8 0,-1-1-13 0,-2-1 8 16,0 0-9-16,-1 0 13 0,-1-3-17 0,0 0 22 15,-2 2 3-15,-1-4 64 0,0 0-30 16,-2-1 37-16,-2-5-43 0,4 8 22 0,-4-8-43 0,0 0 23 15,-6 4-41-15,6-4 27 0,-11-6 4 0,4 0 7 16,-5-4-12-16,3 0-7 0,-5-6-5 0,0-1-11 16,-1-3-6-16,-2 0 0 0,4-4-32 0,1 5 34 15,0 1-12-15,3 1 25 0,0 2-27 0,3 0 24 16,2 2-35-16,0 4 29 0,4 0-34 0,3 3 27 16,-1 1-30-16,7 0 32 0,0 2-34 0,3 1 42 15,2 2-41-15,5 3 27 0,1-1-29 0,5 3 36 16,0-3-36-16,3 1 31 0,0 0-33 0,2-2 35 15,-1 1-2-15,-1-1 46 0,2-1-18 0,-4-1 43 16,-4-1-19-16,3 1 74 0,-4-2-29 0,-3 0-6 16,0-4-20-16,-1 1-14 0,-5-1-15 0,0-4-11 0,-2 1-8 15,-3-2-6-15,-2-1-25 0,-4 1 15 0,-1-3-9 16,-4-2-4-16,-2-2-4 0,-3-1-2 16,-7-3-5-16,1 0 43 0,-7-4-60 0,-1 1 34 15,-1 0-62-15,2 2 27 0,2 4-67 0,-2 1-2 0,4 2-66 16,0 2-12-16,4 3-38 0,-1 0-47 15,2 1-30-15,2 3-43 0,2 0-59 0,0 1-79 16,0 2-77-16,3 0-25 0,6 5-87 0,-11-3-609 0,11 3-866 16</inkml:trace>
  <inkml:trace contextRef="#ctx0" brushRef="#br0" timeOffset="124362.16">11286 7811 928 0,'-5'14'734'0,"1"-3"-157"0,0-2-134 0,1 1-95 0,-1-4-68 15,4-6-55-15,-1 11-45 0,1-11 3 0,4 6-7 16,-4-6-12-16,10 0-21 0,0-3-28 16,4-4-22-16,6-4-17 0,4-3-17 0,3 0-12 0,6-5 5 15,3 1-23-15,-3-2 5 0,-1 4-33 0,-4 3-25 16,-5-2-77-16,-1 5-51 0,-3-1-73 0,-5 3-76 15,0 2-92-15,-5 4-95 0,-9 2-512 0,0 0-602 16</inkml:trace>
  <inkml:trace contextRef="#ctx0" brushRef="#br0" timeOffset="124512.04">11335 8176 194 0,'-2'12'748'15,"1"-3"-177"-15,3-3-142 0,-2-6-72 0,12 6-103 16,-1-8-51-16,6-2-40 0,3-2-14 0,7-5-1 15,8-6 4-15,2-3-12 0,1-3-3 0,9-6-6 16,2-3-20-16,-2-1-25 0,2 1-23 0,-6 2-88 16,-6 7-112-16,-1-2-116 0,-5 3-199 0,-6 4-539 15,-4 2-586-15</inkml:trace>
  <inkml:trace contextRef="#ctx0" brushRef="#br0" timeOffset="125343.54">12415 7159 862 0,'-5'-13'749'0,"0"2"-156"0,1 3-132 16,0-2-101-16,-1 4-70 0,3 1-60 0,-2-1-46 16,4 6-22-16,-4-8 0 0,4 8-16 0,0 0-15 15,0 0 6-15,0 0-16 0,-4 5-25 0,4 3-8 16,0 0 14-16,2 4-15 0,-1 4-14 0,0 2 1 0,2 4 26 15,1 0-12-15,1 3-18 0,2 3-1 0,0-1 15 16,-1 3-23-16,3-5-3 0,1 1 1 16,2-2 4-16,-3-4-7 0,2-1-7 0,2-3-2 0,2 0-11 15,-2-3 7-15,4 0 2 0,-2-1-7 0,0-6 0 16,2 0-8-16,2-2-4 0,-1-3-10 0,4-2 0 16,2-3-4-16,1-2 21 0,6-5-64 15,-3 0-27-15,4-7-65 0,0-2-80 0,-5-1-91 0,-1-4-81 16,-3 0-85-16,-7 3-65 0,-3-4-125 0,-1 1-453 15,-6 3-719-15</inkml:trace>
  <inkml:trace contextRef="#ctx0" brushRef="#br0" timeOffset="125561.04">12712 7150 20 0,'-5'10'773'0,"1"-4"-185"15,0 2-131-15,4 2-16 0,0-1-55 0,4 4-24 16,2 3 7-16,-2-2-8 0,5 4-12 0,1 2-28 15,4 0-59-15,-1 2-31 0,4 0-12 0,-2 1-59 16,4 2-21-16,2 0-24 0,-1 2-17 0,3 1-20 16,-1-2-14-16,-2 1-14 0,-1-5-11 0,1-2 19 15,-2 1-39-15,-2-1 18 0,0-4-49 0,-3 0-45 16,0-3-73-16,-2-3-116 0,0 1-111 0,-2-3-68 16,-1-3-109-16,-1-1-204 0,-7-4-355 0,12-2-710 0</inkml:trace>
  <inkml:trace contextRef="#ctx0" brushRef="#br0" timeOffset="125943.88">13067 7134 803 0,'3'-10'831'0,"-2"-1"-161"16,-1 4-169-16,1 0-80 0,-1 7-55 0,3-10-37 0,-2 3-21 16,-1 7-34-16,1-7-40 0,-1 7-11 0,0 0-46 15,0-8-6-15,0 8-26 0,0 0-25 0,0 0-19 16,0 0-16-16,0 7-23 0,0-7-13 0,-2 10-11 15,2-10-4-15,-4 10-7 0,4-10-5 0,0 13-11 16,0-13-1-16,0 10-1 0,0-10-3 0,4 11-3 16,-4-11 1-16,5 7-3 0,-5-7 0 0,9 6 5 15,-9-6-7-15,14 0 0 0,-14 0-4 0,20-3 4 16,-7 1 0-16,1 1-1 0,3-2 5 0,-2 1-2 16,3 0-3-16,-1 1-1 0,2-2 2 0,-1 3-19 15,1 0 30-15,0-2-25 0,-2 4 19 0,2-2-19 16,-2 1 22-16,-1 2-22 0,-2 1 25 0,3 0-26 15,-4 3 26-15,-1-1-18 0,0 2 18 0,-2 1-19 16,-1 0 22-16,-1 4-23 0,-3-1 23 0,-3-3-23 16,2 4 27-16,-4-3-27 0,-1 2 20 0,-2 0-24 15,1-1 26-15,-2 0-32 0,-3-1 14 0,1 1-40 0,-3-1-44 16,0-3-51-16,0-2-88 0,-2-1-87 16,-1 0-59-16,-2-4-40 0,0-1-93 0,-2-3-34 15,0-1 32-15,-4-1-372 0,2-4-440 0</inkml:trace>
  <inkml:trace contextRef="#ctx0" brushRef="#br0" timeOffset="126144.05">13131 7168 257 0,'-5'-8'549'0,"1"0"-56"0,0 0-111 16,2 2-12-16,0-1-53 0,2 7-19 0,-1-12-13 0,1 12-13 15,3-13-4-15,0 4-5 0,3 1-22 0,0-2-21 16,4 1-25-16,3-4-26 0,4-2 0 0,3-2-16 16,4-1-11-16,7-3-6 0,0-2-19 15,3 1-14-15,0-2-16 0,1-1-19 0,2 2-4 0,-2 2-22 16,-1 1 0-16,-3 1-23 0,-6 2 6 0,0 3-24 15,-6 3-51-15,-1 3-49 0,-3-1-81 0,-1 2-65 16,-5 2-33-16,0 3-21 0,-9 2-30 0,0 0-62 16,10 4-62-16,-13 2-95 0,-2 1-356 0,-3 6-466 15</inkml:trace>
  <inkml:trace contextRef="#ctx0" brushRef="#br0" timeOffset="126393.29">12585 8075 933 0,'-16'22'823'16,"3"-3"-159"-16,1-6-179 0,6-1-76 0,5-4-99 16,1-8-28-16,4 9-26 0,-4-9-5 0,21 2-30 15,-5-7-33-15,12-6-33 0,9-8-2 0,10-9-44 16,8-6 15-16,5-4-22 0,5-5 22 0,17-10-29 16,0-2-2-16,1-1 5 0,1-1-12 0,-2 0-8 15,4 0 10-15,-1 0-19 0,0 3 25 0,-3 0-22 16,-3 4-15-16,-15 10-9 0,-2 4-13 0,-7 1-39 15,-2 5-3-15,-13 6-66 0,-4 2-30 0,-4 5-51 0,-9 4-43 16,-5 2-49-16,-5 6-72 0,-7-1-72 0,-6 6-58 16,0 0-118-16,0 0-168 0,-10 11-284 0,-8 0-625 15</inkml:trace>
  <inkml:trace contextRef="#ctx0" brushRef="#br0" timeOffset="126977.23">13329 8053 1051 0,'-11'4'758'16,"2"-1"-158"-16,0 0-145 0,9-3-76 0,-14 3-34 16,14-3-25-16,-12 2-32 0,12-2-66 0,-6-5-36 15,6 5-17-15,0-10-16 0,1 1-19 0,7-3-10 16,2-2-2-16,4-3-13 0,4-3 2 0,4 0-31 16,3-5-5-16,3 4-16 0,-1 0-14 0,0 6-8 15,-4 4-4-15,0 1-9 0,-1 6-4 0,-4 0 18 16,1 4-31-16,-3 3 18 0,-2 1-24 0,-2 4 21 0,1 2-30 15,-6 3 23-15,-1 3-27 0,-4 2 29 16,-3 3-26-16,-2 4-2 0,-3 1 10 0,-5 2-1 16,0-3 0-16,-2 0 3 0,2-3 7 0,-2-5-1 0,4 1 0 15,0-4 11-15,2-2-4 0,0-2 0 16,3-3-1-16,4-7-7 0,-6 6 3 0,6-6-5 0,0 0-4 16,6-12 2-16,3 3-1 0,3-5 26 0,3 0-34 15,5-4 25-15,2 2-32 0,4-1 31 0,1 2-29 16,1 1 27-16,0 1-28 0,1 5 25 0,-6 2-29 15,3 2 28-15,-7 2-26 0,3 4 30 0,-4 2-33 16,1 3 33-16,-1 2-29 0,-4 4 29 0,-5-1-31 16,-2 3 4-16,-2 1 6 0,-3 1 3 0,-5 2 5 15,-2 4 7-15,-6 0 2 0,-5 2 16 0,-3 3-1 16,-4-1 2-16,0-2-8 0,-4-1-1 0,-1-3-5 16,4-4-2-16,-3-3-3 0,3-2-2 0,3-5-13 15,2-2-31-15,0-4-65 0,4-4-73 0,-1-2-108 16,5-4-109-16,2-5-87 0,1-3-134 0,2-4-133 15,3-3-326-15,3-4-687 0</inkml:trace>
  <inkml:trace contextRef="#ctx0" brushRef="#br0" timeOffset="127311.14">13931 7704 859 0,'19'-13'930'0,"-3"0"-203"0,-2 4-176 0,-3-1-108 15,-1 4-90-15,-1 0-58 0,-2 2-40 0,-7 4-46 16,0 0-30-16,10 1-16 0,-10-1-16 0,0 9-25 15,0-9-23-15,-4 15-18 0,2-7-8 0,-4 2-10 0,3 1-25 16,-4 0 18-16,3 3-33 0,-2-4 7 0,2 2-20 16,0-2 14-16,2-1-19 0,-1 0 11 15,2 1-14-15,1-4 8 0,1 3-7 0,3-3 13 0,1 2-14 16,4-2 10-16,-1-1-19 0,3-1 27 0,3 1-24 16,0 0 17-16,4-2-20 0,0 0 18 0,1 0-14 15,3 1 14-15,0 0-16 0,2-1-1 0,0 1 2 16,-2 1 4-16,-1 1-16 0,0 0 15 0,-2-2 0 15,-3 3 1-15,0-1 1 0,-3 3 12 0,-1-3-12 16,-1 1 5-16,-3 5 1 0,-2-6-4 0,-3 4 9 16,-2-1 2-16,-1 2-7 0,-1 0-2 0,-3 0 2 15,-3 0-2-15,1 0-4 0,-4-1-3 0,0 1-21 16,-2-2-44-16,-2-1-64 0,1-3-103 0,-2 1-72 16,0-2-92-16,-3-2-72 0,0-2-142 0,0 0-528 15,0-4-755-15</inkml:trace>
  <inkml:trace contextRef="#ctx0" brushRef="#br0" timeOffset="127664.27">14021 7747 688 0,'5'-12'771'15,"2"2"-163"-15,0-1-148 0,0 2-56 0,4-1-48 16,-1 1 9-16,0-1-32 0,3 1-24 0,-4-1-37 16,2 3-35-16,2-3-29 0,-2 2-39 0,2 0-26 15,3-1-27-15,-2 1-19 0,1 0-23 0,-1 2-19 0,0 1-2 16,2-1-12-16,-3 3-7 0,0 1-8 0,1-1 1 15,-1 3 2-15,4 1-19 0,-3 2 7 16,2-1-8-16,0 4 3 0,-1 1-2 0,-1 2-5 0,3 0-2 16,-2 1-3-16,-1 1 3 0,1 1 1 0,-2-3-4 15,0-1 2-15,-1 3 6 0,-1-5-4 0,-2 1-5 16,-1-1 64-16,1-2 35 0,-2 1 30 16,2-1 33-16,-9-4-16 0,13 1-23 0,-13-1-17 0,13-5-9 15,-7-1-10-15,1-2-8 0,-2 0-10 16,-1-2 5-16,-1-1 9 0,-1-1-13 0,-1-1-9 0,-2-1 2 15,-2 0 1-15,-2 0-14 0,-1 1-7 0,-1-3-7 16,-2 4-11-16,-2 1-5 0,-1 1-14 0,-3 1-17 16,1 1-22-16,-4 3-43 0,-1 2-56 0,-3 3-56 15,0 0-43-15,-1 0-30 0,-2 4-51 0,0 0-118 16,3 5-115-16,0-1-136 0,4 0-835 0,0 3-1148 16</inkml:trace>
  <inkml:trace contextRef="#ctx0" brushRef="#br0" timeOffset="128176.41">15277 6884 847 0,'0'0'807'0,"-7"4"-186"0,7-4-142 0,-5 5-83 0,5-5-91 0,0 0 11 0,0 0-18 0,0 0-7 15,8 3-34-15,0-7-35 0,4 0-34 0,2-4-21 0,8-3-14 16,6-3-24-16,5-3-18 0,5-2-37 0,-1 1-3 16,1 1-35-16,0-4 4 0,-2 5-63 0,-1-1-67 15,-7 3-70-15,-3 2-72 0,-5 2-57 0,-3 2-59 16,-4 2-68-16,-3 2-93 0,-10 4-93 0,0 0-380 16,0 0-574-16</inkml:trace>
  <inkml:trace contextRef="#ctx0" brushRef="#br0" timeOffset="128343.55">15347 7124 863 0,'-5'10'842'16,"1"-3"-185"-16,4-7-161 0,1 6-100 0,-1-6-71 15,16-3-37-15,-5-5-48 0,10 0-25 0,4-9-20 16,12-3 4-16,8-11-24 0,6-1-26 0,0-2-19 16,4 0-20-16,0-1-26 0,-1 2-33 0,-6 2-68 15,1 0-125-15,-12 7-106 0,-2 2-119 0,-5-1-112 16,-7 6-149-16,-2 2-478 0,-7 3-721 0</inkml:trace>
  <inkml:trace contextRef="#ctx0" brushRef="#br0" timeOffset="155909.37">16538 7708 601 0,'-6'-11'479'0,"-1"-1"-67"0,-1-1-67 15,0-2-9-15,-4 5-1 0,1-5-13 16,-1 2-12-16,-3 1-20 0,2 2-19 0,0 3-29 0,-3-2-31 16,2 6-3-16,-4 0-39 0,0 5-4 0,-1 3-15 15,-3 10-8-15,-1 6-18 0,1 8-6 0,3 7-18 16,1 5 1-16,5 1-24 0,6 5-2 0,2 0-25 15,5 0 12-15,5 0-1 0,5 0 16 0,5-2-25 16,5-6 14-16,2 0 8 0,7-5 4 0,1-4 4 16,4-5-2-16,3-6 1 0,0-4 7 0,3-6-11 15,-2-7-15-15,-1-3-14 0,6-6-7 0,-2-5 18 16,-1-4-41-16,-3-5 27 0,0-2-39 0,-5-5 25 16,-5 0-35-16,-2-5 29 0,-4-2-29 0,-6 2 27 15,-4-5-33-15,-4 6 30 0,-7-3-31 0,-3 0 1 16,-6 3 3-16,-3-4 3 0,-5 5 0 0,-6-1-4 15,-4 6 31-15,-2 2-35 0,-5 5 29 0,1 2-34 16,3 6 31-16,-2 2-48 0,5 3-19 0,1 6-41 16,2 0-38-16,2 5-33 0,0 3-30 0,5 0-66 0,1 5-84 15,6 1-77-15,1 4-76 0,5-1-139 0,4 0-632 16,3 2-877-16</inkml:trace>
  <inkml:trace contextRef="#ctx0" brushRef="#br0" timeOffset="156209.06">17182 7760 783 0,'12'-6'792'0,"-1"1"-147"15,-3 3-149-15,0-2-99 0,-8 4-72 0,12-5-60 16,-12 5-15-16,11-3-9 0,-11 3-8 0,0 0-31 16,11 3-7-16,-11-3-5 0,10 6-29 0,-10-6 5 15,9 6-40-15,-9-6 7 0,11 10-39 0,-6-7 16 16,0 2-18-16,-5-5-37 0,10 10 21 0,-10-10-15 15,8 6-8-15,-8-6-10 0,6 4-5 0,-6-4-6 16,6 6-3-16,-6-6-4 0,4 5 31 16,-4-5-4-16,0 0-6 0,0 0-12 0,0 0-34 0,0 0 26 15,-4-5-33-15,4 5 30 0,-10-6-33 0,10 6 30 16,-7-6-32-16,7 6 28 0,-8-4-36 0,8 4 7 16,-9-6-82-16,9 6-48 0,-4-4-49 0,4 4-81 15,0 0-98-15,-8-3-80 0,8 3-65 0,0 0-126 16,0 0-567-16,-6 6-817 0</inkml:trace>
  <inkml:trace contextRef="#ctx0" brushRef="#br0" timeOffset="156558.35">17617 7309 477 0,'1'-21'677'0,"-2"7"-127"0,0-4-86 16,-1 3-59-16,0 2-40 0,-1 2-39 0,2-2-38 0,1 3-51 15,-3 2-37-15,3 8 24 0,0-9-19 0,0 9 1 16,0 0-10-16,7 9-24 0,-1 4-24 0,3 5-18 15,5 6 19-15,3 9-31 0,3 2 20 0,3 3-29 16,4 7 3-16,-1-1-16 0,2 4 8 0,-1-1-47 16,-2 1 15-16,3-1-13 0,-7-6-14 0,-1-3-7 15,0 0-15-15,1 0-38 0,-3-3-40 0,1-2-53 16,-2-4-42-16,-1-7-83 0,-3 0-113 0,1-6-118 16,-4-5-141-16,3-4-799 0,-4-2-1005 0</inkml:trace>
  <inkml:trace contextRef="#ctx0" brushRef="#br0" timeOffset="156975.26">18132 7309 1017 0,'4'-15'771'0,"-2"0"-160"0,5-1-125 16,-1-2-40-16,7 1-57 0,2-5-38 0,3 0-28 15,6-6-46-15,-1 2-33 0,4 1 2 0,3-2-58 16,-2 5 4-16,1 1-62 0,-3 4 2 0,-2 3-51 15,-5 3 7-15,0 3-46 0,0 2 18 0,-5 5-38 0,-1 1 22 16,-1 2-40-16,-5 6 18 0,-1 4-11 16,-4 5-14-16,-6 4 3 0,-3 8-1 0,-10 4 2 15,0 2-22-15,-6-1 5 0,-1 0 3 0,2-1 3 16,-1-6-14-16,6-4 15 0,1-3-16 0,2-2 27 16,4-6-20-16,2 1 21 0,4-5-25 0,4-8 28 15,0 10-16-15,0-10 16 0,13 2-1 0,2-4-2 16,1-2 5-16,8-2-5 0,0 0 0 0,7-3-2 15,0 1 0-15,1-1-3 0,-1 2 3 0,1 2 8 0,-3 1-6 16,-4 0-7-16,1 3 2 0,-3 1-2 16,-3 2 6-16,-1 2-2 0,-1 1-1 0,-4 1 8 15,-1 2-3-15,-4 1-2 0,-2 2 2 0,-5-1-18 16,-2 3 19-16,-4 1-16 0,-1-1 26 0,-4 4-27 0,-5-2 6 16,1 1-14-16,-6 2-10 0,0-1-22 0,-5 0-17 15,1-3-21-15,-3 1-64 0,2-2-46 0,-2 0-79 16,-2-1-85-16,1 0-73 0,-1 1-125 0,-1-1-128 15,1 1-279-15,-7 3-557 0</inkml:trace>
  <inkml:trace contextRef="#ctx0" brushRef="#br0" timeOffset="157242.06">17589 8328 1151 0,'-26'15'870'0,"1"-4"-175"0,4-2-166 0,3 0-92 0,4 0-73 0,0-4-49 0,8 0-56 15,6-5-41-15,0 0-25 0,0 0-19 0,9-5-8 16,11-3-11-16,8-7-24 0,12-4-13 0,15-9 15 16,6-2-37-16,11-5 32 0,21-9-17 0,4-5-22 15,1 1-13-15,2-5-19 0,1 0-35 0,-1-2 22 16,-1 0-36-16,0 2 35 0,-3 2-41 0,-4 4 24 16,-7 3-36-16,-18 13 29 0,-8 1-37 0,-6 7 14 15,-16 5-67-15,-3 1-35 0,-10 6-45 0,-10 5-46 16,-14 6-18-16,0 0-80 0,0 0-58 0,-15 19-41 15,-17 5-39-15,-14 6-63 0,-8 8-24 0,-6 1-5 16,-4 5-368-16,-20 10-454 0</inkml:trace>
  <inkml:trace contextRef="#ctx0" brushRef="#br0" timeOffset="157408.6">17977 8232 878 0,'-70'32'374'0,"4"-3"-20"0,2-4-10 16,5 0-12-16,15-6-42 0,5-3-38 0,9-3 24 0,10-3 8 16,8-4 3-16,6-1-8 0,6-5-45 15,11 2 12-15,6-6-60 0,15-6-17 0,14-5-13 16,17-7-26-16,10-4-12 0,8-4-11 0,22-8-10 15,1-5-27-15,1-1 3 0,0-2-25 0,5-4 6 16,-3-1-20-16,2-3-7 0,-1 1-11 0,-5-1 1 0,-2 0-11 16,-7 2-5-16,-7 5-34 0,-19 8-35 0,-7 4-47 15,-6 1-119-15,-5 3-108 0,-16 9-116 16,-5 1-162-16,-13 4-600 0,-6 5-828 0</inkml:trace>
  <inkml:trace contextRef="#ctx0" brushRef="#br0" timeOffset="161109.25">21772 7935 556 0,'0'0'463'0,"-8"-4"-113"0,8 4-59 0,-10-6-67 0,10 6 18 0,-9-7-54 0,9 7-1 16,-11-5-25-16,11 5 20 0,-11-7-29 16,7 1 22-16,-1 3-14 0,0-3-26 0,0 0-6 15,1 0-7-15,-1 1-1 0,2-3-12 0,2 2-14 0,1-1-15 16,0-1-18-16,3 2-14 0,2-2-7 0,1 2-12 15,1 3-4-15,2-1-9 0,3 3 0 0,0 1-4 16,3 2-2-16,-1 1-3 0,5 5-1 0,1 1-2 16,-1 2 4-16,-4 0-5 0,4 5 1 0,-2-2-2 15,-3 1 3-15,-3 1-6 0,3-3 7 0,-3 3 11 16,-4-4 4-16,2-1 7 0,-2 1 15 0,-2-4 16 16,0 1 17-16,-1-2 8 0,1-2 12 0,-5-5-28 15,4 9-15-15,-4-9-10 0,0 0 11 0,0 0-25 16,-8-13 9-16,4 6-20 0,2-6 13 0,-4-3-24 15,3-2 16-15,0-3-21 0,0-2 3 16,2-2-3-16,1 0-1 0,3 1 0 0,-1 1 2 0,2 0 13 16,1 1-13-16,-1 3 12 0,5 3-17 0,-3 4 11 15,2-2-17-15,1 7 19 0,2-1-11 0,1 6 10 16,-2 1-14-16,4 3-2 0,-1 4 2 0,4 2 2 16,-2 5 1-16,0 1 2 0,0 1-8 15,-3 4 29-15,2 4-24 0,0 1 26 0,-3-4-34 16,-2 1 16-16,-3 0-29 0,3-2-52 0,-3-1-97 0,-1-1-122 15,1-4-88-15,-4-2-162 0,4 0-656 0,-3-4-810 16</inkml:trace>
  <inkml:trace contextRef="#ctx0" brushRef="#br0" timeOffset="161325.07">22429 7538 342 0,'5'-6'718'0,"-5"6"-123"0,10-3-69 0,-10 3-65 15,9 10-33-15,-3-2-26 0,-2 6-36 0,5 5-50 0,-3 3-42 16,1 7-41-16,-1 1-31 0,2 2-24 0,-1 7-8 16,1 3-22-16,1 0-10 0,1 0-8 0,-1 0-33 15,2 1-17-15,0 0-8 0,-1-1-14 0,-1-4-31 16,4 0 6-16,-3 0-39 0,2-2-13 0,0-7-49 16,-3-2-45-16,4-3-45 0,-3-2-79 15,-1-3-81-15,3-5-74 0,-3-2-91 0,-2-3-110 0,1-5-537 16,-8-4-746-16</inkml:trace>
  <inkml:trace contextRef="#ctx0" brushRef="#br0" timeOffset="161792.09">22793 7928 34 0,'6'-9'698'16,"-1"6"-159"-16,-5 3-108 0,14 0-34 0,-6 3-69 16,0 6-38-16,3-2-38 0,-2 5-33 0,3 2 4 15,-2 1-9-15,0 1-25 0,-1 0-1 0,0 2-12 16,0-1 1-16,-3-1-38 0,1-1-31 0,0-1-15 15,-3-1-14-15,1 2 7 0,-2-6-15 0,1 2-7 16,-2-3 19-16,2 1 19 0,-4-4 0 0,0-5-22 16,0 10-8-16,0-10-8 0,-4 4 15 0,4-4-20 15,-10-6 2-15,2 0-13 0,-2-5-7 0,1-2-6 16,0-1-3-16,-2-7 8 0,-1 2-2 0,3-6 6 16,-2-2-7-16,3 2-4 0,3 0-2 0,2 1-4 15,2 0 1-15,2 5-11 0,1 0-1 0,0 3-7 16,5 1-1-16,-1 5 0 0,4 0 10 0,0 5-1 15,2 3-1-15,3 1-4 0,1 2 4 0,3 5 2 16,1 1-7-16,3 1 4 0,4 3-4 0,1-1-3 16,0 2 0-16,-1-3-1 0,1 2-3 0,-5-3-1 15,-1 2 3-15,2-6-1 0,-6 0 0 0,0 1 11 16,1-4-6-16,-6-1 5 0,5-4-9 0,-5-2 1 16,1-1-4-16,-3-5 0 0,1-2-1 15,-3-3 1-15,-4-4-1 0,-3 4 0 0,0-5 2 0,-5-1-1 16,-1-2-26-16,-5-5 35 0,-1 2-6 0,0 0-4 15,-2 1 1-15,-2 1 1 0,3 4-2 0,-1 3-1 16,3 2 0-16,2 1-3 0,0 5-2 0,1 0-3 16,1 0-46-16,0 5-58 0,1-2-33 0,4 8-19 15,-5-7-60-15,5 7-100 0,0 0-135 0,0 0-119 16,2 4-818-16,-2-4-997 0</inkml:trace>
  <inkml:trace contextRef="#ctx0" brushRef="#br0" timeOffset="162026.44">23721 7391 550 0,'-7'-5'790'0,"7"5"-168"0,-4-4-92 0,4 4-78 0,0 0-54 0,-2-7-41 16,2 7-49-16,4-8-20 0,1 4-44 0,1-3-36 15,4 2-30-15,3-4-40 0,5 1-27 0,1-2-21 16,2 2-18-16,2-2-19 0,5 1-26 0,-3-2-35 16,0 4-83-16,-1 0-73 0,-1-2-83 0,-4 3-92 15,0 2-59-15,-6-2-111 0,0 4-66 0,-13 2-390 16,15-3-554-16</inkml:trace>
  <inkml:trace contextRef="#ctx0" brushRef="#br0" timeOffset="163941.23">23954 6981 187 0,'0'-7'512'0,"-1"0"-77"0,1 7-110 0,-1-13-36 0,1 13-67 0,-2-10-11 16,2 10-54-16,-1-9-6 0,1 9-52 0,0-7 3 0,0 7-42 16,0 0 8-16,0 0 11 0,0 0 10 0,0 0-27 15,-10 7 48-15,5 2-25 0,-1 4-16 0,-2 2 2 16,-1 2-8-16,-1 4 11 0,-2 3-1 0,0 1-21 15,0 2-3-15,-3-3-13 0,2 2-1 0,-1 1-4 16,-2-4-16-16,2 1 10 0,-1 1-6 0,0-4 5 16,-3 0 1-16,1-1-11 0,3-4 6 0,0-1-4 15,-3-1-4-15,3 0-2 0,-2-1 1 0,-1-3-1 16,2 2 0-16,1-4-3 0,0 0-2 0,2-2 2 16,1 0-2-16,2 0 3 0,1-1 24 0,-1-2 20 15,9-3 8-15,-9 8-13 0,9-8 0 0,0 0-4 16,0 0-10-16,15 0-8 0,-2-5-4 0,5 2 4 15,1-2 3-15,6 1 0 0,4-7 5 0,2 3-4 16,5-5 1-16,2 0 2 0,1 1 4 16,2-4 3-16,-1 1-7 0,2 1-3 0,-2 1-6 0,-2 1-6 15,-8 0-2-15,-2 4-3 0,-5-2-6 0,-2 4-3 16,-5 1-1-16,-1 0-2 0,-2 1-25 0,-3-1-70 16,0 4-67-16,-10 1-83 0,9-3-68 0,-9 3-60 15,0 0-87-15,-2 6-524 0,2-6-576 0</inkml:trace>
  <inkml:trace contextRef="#ctx0" brushRef="#br0" timeOffset="164341.72">24453 6969 334 0,'4'-10'681'0,"-2"-1"-131"0,0 4-91 0,-1 0-76 0,0 1-67 16,-1 6-31-16,3-11-26 0,-3 11-17 0,0 0-10 16,-3-8-14-16,3 8-23 0,-5 4-17 0,1 2-43 15,-1 3-24-15,0 2-25 0,0 3-8 0,0 2-21 0,2 1-7 16,1 2-10-16,2 1-7 0,2-1-4 16,-2 2-7-16,5 0-2 0,2-1-9 0,0-1 32 15,2-2-5-15,1 0 19 0,-1-5-23 0,2-1 20 16,1-2-21-16,1-1 29 0,0-4-39 0,2-1 22 0,-2-3-33 15,2-2 26-15,1-1-34 0,0-5 25 16,0-1-35-16,0-3 42 0,-3-3-48 0,1 0 28 16,-4-3-18-16,1 0-11 0,-4-2 3 0,0 0-3 15,-5 1 8-15,-2 0-1 0,-1 1 2 0,-4-4-3 0,-2 4 11 16,-3 1-10-16,-4 0-3 0,-6 1 5 0,-3 2-2 16,-2 1-15-16,-3 5-20 0,4 2-29 15,-3 4-57-15,4 0-79 0,-2 6-122 0,2 1-86 16,0 1-162-16,2 3-568 0,4 1-757 0</inkml:trace>
  <inkml:trace contextRef="#ctx0" brushRef="#br0" timeOffset="164525.17">25066 7059 1474 0,'5'-3'880'0,"-5"3"-214"0,8-6-132 15,-8 6-108-15,8-8-84 0,-8 8-79 0,5-4-50 16,-5 4-50-16,4-4-35 0,-4 4-40 0,2-9-58 16,-2 9-92-16,0-7-148 0,0 7-185 0,-4-5-183 15,4 5-673-15,-6-7-859 0</inkml:trace>
  <inkml:trace contextRef="#ctx0" brushRef="#br0" timeOffset="164858.89">25278 6717 633 0,'0'0'760'0,"0"0"-140"0,-10-6-110 0,10 6-99 15,0 0-51-15,0 0-28 0,0 0-36 0,-10 4-22 16,10-4-56-16,-5 6-27 0,5-6-31 0,-3 11-32 16,3-5-28-16,2 6-15 0,-1-1-19 0,3 3-11 15,1 0-12-15,1 0-8 0,2 0-6 0,0-1-5 16,1-1-6-16,3 1 1 0,1-1 4 0,1-4 6 15,-1 1-4-15,1-3 0 0,1-2-4 0,-1 0-1 16,2-4-3-16,-3-1-2 0,4-3 0 0,-4-1-3 16,2-1-4-16,-2-3 5 0,1-1 1 0,-3-3-1 15,-2-1-3-15,-1 1-4 0,-1-1 0 0,-3-3 42 16,-2 1-51-16,-2 1 43 0,0 0-49 0,-6 0 41 16,-1 1-45-16,-8 0 37 0,2-1-43 0,-6 5 39 15,-4-1-40-15,1 4 34 0,-3 0-49 0,-1 1 0 16,-2 6-54-16,5 0-26 0,-2 0-77 0,1 4-93 15,3 2-101-15,3 0-68 0,5 1-110 0,4 2-563 0,0-2-743 16</inkml:trace>
  <inkml:trace contextRef="#ctx0" brushRef="#br0" timeOffset="165208.03">25618 6619 180 0,'15'-10'714'0,"-4"1"-133"0,-1 1-78 0,-1 1-68 16,1 2-68-16,-3-2-48 0,-1 2-19 0,1 0-20 15,-7 5-16-15,10-8-14 0,-10 8-29 0,3-6-39 16,-3 6-13-16,0 0-28 0,-5-4-29 0,5 4-24 16,-15 3-10-16,6 1-38 0,-2 0 7 0,-1 3-22 15,2 1 10-15,-1 0-23 0,0 2 19 0,2 0-29 16,-1 0 19-16,2 2-33 0,3-2-3 0,3-1 4 16,2 2-2-16,1-1 7 0,4-2-5 0,3 2 7 15,4-3-2-15,3 1 3 0,5 0 0 0,-1 0 0 16,6-2 2-16,-1 0-2 0,1 1-4 0,0-1 10 15,0 0-3-15,0 1-4 0,-1-1 4 0,-3 1-2 16,0 0 2-16,-2 1 3 0,-4 0-6 0,-2 0 4 16,-2 1-2-16,-1 1 1 0,-5 1 17 0,-3-2-20 15,-2 2 18-15,-1 1-20 0,-4 1 17 0,-4 0-19 16,1 0 21-16,-5 3-25 0,-2-3 7 0,-3-1-22 16,-1 1-25-16,0-1-47 0,-2-4-43 0,-1 0-65 15,-1-3-68-15,-2 0-27 0,5-4-62 0,-3-2-71 16,-1-4-82-16,2-1-399 0,-1-4-483 0</inkml:trace>
  <inkml:trace contextRef="#ctx0" brushRef="#br0" timeOffset="165374.96">25695 6582 91 0,'15'-15'741'0,"-2"0"-194"0,1-1-127 0,0 3-59 0,3-1-20 16,0 2-29-16,2-1-19 0,2-2-40 15,1 2-31-15,1-3-39 0,4 1-33 0,0 1-28 16,1 0-23-16,-1 1-23 0,0-1-14 0,1 3-14 15,0-1-13-15,-1 1-23 0,0 1-59 0,-6 2-93 0,2 1-98 16,-2 3-63-16,-2 0-102 0,-2 4-110 0,-2 0-347 16,-2 1-405-16</inkml:trace>
  <inkml:trace contextRef="#ctx0" brushRef="#br0" timeOffset="165991.67">26510 6489 566 0,'0'0'531'0,"4"-8"-116"15,-4 8-59-15,3-12-38 0,-3 4-36 0,-1 0-27 16,-1-3-24-16,0-2 2 0,-4-3-9 0,0-2-14 16,-3-1-12-16,0-1-17 0,-7-5-22 0,0 1-4 15,-7-4-35-15,-3-1-23 0,-6 2-13 0,-9-5-5 16,-8 1-7-16,-5 2-17 0,-6 1 8 0,-10 1-8 16,-3 1-2-16,-6 0-10 0,-7 4-5 0,-22-5-3 15,-8 5-8-15,-8 1-5 0,-7 5-5 0,-2 1-2 16,-10 4-2-16,-10 2-3 0,-8 5 4 0,-4 2 21 15,-8 6 12-15,-7 6 10 0,-7 4-27 0,-2 5 65 16,-44 10-48-16,2 11 21 0,3 7 16 0,5 4 7 16,5 10 7-16,3 6 63 0,6 8-58 0,8 2 45 15,12 2-46-15,42-13-6 0,6 6-28 0,11 3 21 16,7 5-17-16,12 1-11 0,11 0-14 0,13 2-9 16,13 0-5-16,10 0-7 0,8 3-32 0,14 4 34 15,9-1-8-15,12-6-6 0,11-1-5 0,7 5-1 16,7-2 0-16,9 0 0 0,15 14-23 0,9-1 5 15,9-5 32-15,7-3-34 0,8-5 30 0,14-4-2 16,10-7-2-16,12-4-1 0,9-6-2 0,9-7-2 16,9-7-24-16,10-7 30 0,12-7-29 0,7-3 28 15,8-8-25-15,5-5 32 0,8-5-30 0,1-5 28 16,-1-7-29-16,-3-6 29 0,2-7-32 0,-2-6 27 0,0-5-2 16,-1-11-1-16,0-6-7 0,0-8-43 0,36-19 16 15,-7-3-26-15,-6-6 24 0,-9-7-29 16,-5-4 18-16,-5-6 4 0,-8-4 34 0,-35 14-34 15,-5-4 1-15,-2-2 10 0,-4-2-21 0,-6-2 35 16,-3-4 46-16,-5-1-42 0,-5-4 43 0,-4 4-35 16,-7 0 9-16,-7 2 10 0,-10 3 4 0,-7-1 37 0,-11 7-48 15,-8-2 43-15,-15 15-46 0,-9 0 30 0,-6 2-44 16,-11 0 30-16,-10 3-41 0,-8 2-3 16,-13 5 0-16,-12 4 30 0,-11 2-45 0,-10 4 35 15,-22-3-50-15,-12 7 30 0,-13 7-27 0,-10 6-40 16,-8 8-25-16,-3 6-27 0,-6 7-75 0,-2 8-26 0,-5 5-57 15,-1 12-82-15,-3 5-126 0,4 6-83 0,-2 10-183 16,-2 7-398-16,0 1-778 0</inkml:trace>
  <inkml:trace contextRef="#ctx0" brushRef="#br0" timeOffset="167091.49">13830 17755 509 0,'-13'4'744'15,"-2"-1"-107"-15,5 0-159 0,-3-1-119 0,4 3-42 0,1-3-91 0,2 0-43 16,6-2 27-16,-10 8-32 0,9 0 34 0,2 1-55 15,0 3 34-15,5 4-39 0,2 3-6 0,4 0-12 16,3 1-7-16,0 1 11 0,3 0-11 0,0-2 8 16,2 0-14-16,1-2 10 0,-4-3-18 0,-1-3 11 15,1 0 23-15,-2-4 12 0,-1-1-5 0,0-3-21 16,-1-3-23-16,2-5-23 0,1-5-18 0,3-9-14 16,1-9-11-16,2-5-23 0,0-7-10 0,3-10-47 15,-3-3-53-15,1-3-90 0,0-1-153 0,-5 2-210 16,-4 6-144-16,-6 3-890 0,-1 1-1222 0</inkml:trace>
  <inkml:trace contextRef="#ctx0" brushRef="#br0" timeOffset="168842.92">18628 8276 138 0,'7'-2'399'0,"-7"2"-185"0,0 0-153 0,0 0-190 15,0 0-88-15,-1 9 69 0</inkml:trace>
  <inkml:trace contextRef="#ctx0" brushRef="#br0" timeOffset="169479.37">19198 6552 662 0,'-11'7'573'0,"4"-2"-145"16,0 0-86-16,-1 0-69 0,0 2-66 0,1 0-44 16,2-2-27-16,-4 2-23 0,4 0-22 0,0-1-9 15,3-1 17-15,2-5-7 0,-3 10-17 0,3-10-4 16,4 10-20-16,4-6 12 0,4-2 13 0,6 1 2 16,5-3-14-16,7-3 2 0,5-1-6 0,11-2-4 15,0-3 0-15,3-1-7 0,0-1-11 0,-2 0 4 16,-4 2-1-16,-3-1-10 0,-7 3-5 0,-10 1-4 15,0 0-6-15,-4 3-1 0,-1-1-3 0,-4 1-5 16,-2 3 0-16,-3 2 1 0,0 1 3 0,-7 4 1 16,1 3 5-16,-6 3 8 0,-1 3-9 15,-6 5 3-15,1 4-5 0,-7 8 3 0,0 2-7 0,3 1-5 16,-3 3 11-16,3 1-8 0,-2 1 16 0,2 2-21 16,0 1 4-16,4-1-6 0,0-1 5 0,3 2-8 15,2-1 8-15,3-7-5 0,2-1 1 0,5-3-9 16,-2 0-10-16,5-4-79 0,4-1-121 0,2-6-116 15,-2-4-124-15,6-4-159 0,2-7-255 0,-2-4-423 16</inkml:trace>
  <inkml:trace contextRef="#ctx0" brushRef="#br0" timeOffset="169807.97">20115 6775 253 0,'4'-15'626'0,"0"3"-157"0,1 2-116 0,-4 1-75 16,2 1-47-16,-2 2-29 0,-1 6-8 0,0 0-2 15,0 0-19-15,0 0 4 0,9 4-4 0,-6 2-31 16,1 4 7-16,1 2-25 0,2 1-25 0,1 0-15 16,2 5-21-16,0-2-7 0,1 0-17 0,0 0-5 15,2-1-7-15,-2-2 0 0,0-1-9 0,1-3 3 16,1-1 45-16,-1-1-2 0,-1-4-17 0,2-2-5 16,2-2-7-16,-2-2-5 0,2-4-17 0,0-1 6 15,0-2-2-15,-1-5 11 0,-1 0 0 0,-3-2-10 16,-2-3-1-16,-2 1-6 0,-2 0 1 0,-4 2-4 15,-3-3-2-15,-2-1 1 0,-1 1-2 0,-3 3-1 16,-4 0-2-16,-2 3-2 0,-3 1 2 0,-1 4-1 16,-3 1-1-16,-1 2 2 0,2 4-1 0,0 2-3 15,0 2-5-15,3 3-9 0,2 0-10 16,2 2-36-16,4 3-94 0,2-3-83 0,5 2-38 0,5-2-69 16,1 2-64-16,5 0-73 0,5-3-358 0,2-2-382 15</inkml:trace>
  <inkml:trace contextRef="#ctx0" brushRef="#br0" timeOffset="169991.34">20593 6632 71 0,'9'-4'644'0,"-9"4"-180"15,11-6-103-15,-11 6-88 0,8-3-53 0,-8 3-23 16,0 0-20-16,11-3-12 0,-11 3 2 0,0 0-24 0,0 0 0 16,7 2-26-16,-7-2-21 0,4 5-19 0,-4-5-15 15,4 9-14-15,-4-9-10 0,5 10-5 0,-5-10-7 16,5 11-6-16,-2-5-8 0,-3-6 5 15,5 8-27-15,-5-8-105 0,9 6-104 0,-9-6-81 16,11 3-100-16,-11-3-401 0,13-6-324 0</inkml:trace>
  <inkml:trace contextRef="#ctx0" brushRef="#br0" timeOffset="170308.73">20799 6485 550 0,'3'-7'458'0,"-3"7"-83"15,1-12-78-15,-1 12-35 0,2-10-20 16,-2 10-23-16,2-8-11 0,-2 8-4 0,0-8-16 15,0 8-23-15,0 0 9 0,0 0 12 0,5-4-31 0,-5 4-26 16,6 7 11-16,1-1-25 0,-2 1-23 0,2 0-17 16,0 1-14-16,2 0-14 0,-3 3-10 0,4-3-5 15,-1 3-8-15,-2-6-3 0,0 3-5 16,2-2-2-16,-2 1-3 0,-2-1 0 0,1-2-1 16,-6-4 0-16,12 4-1 0,-12-4-2 0,11-1-1 15,-11 1-4-15,10-9 2 0,-3 2-3 0,-4-2 3 0,1-1-2 16,0-2-1-16,-4 0 3 0,0-1 5 0,0-2 14 15,-2 1-2-15,-1-2-5 0,-2 2-3 16,-4 0-3-16,3 3-1 0,-2-2-3 0,-3 4-2 16,-1 2-1-16,2 3-2 0,-4 2 1 0,2 2-4 15,-6 3 2-15,4 3-1 0,-1 1-6 0,2 2-22 16,2 1-59-16,1 1-74 0,2 0-87 0,5-1-32 16,1 0-46-16,4-1-54 0,2 0-65 0,3-2-409 15,4-2-401-15</inkml:trace>
  <inkml:trace contextRef="#ctx0" brushRef="#br0" timeOffset="170642.87">21083 6329 598 0,'6'-11'464'0,"-1"2"-74"0,-2 2-77 15,-1-1-67-15,2 0-38 0,-4 8-48 0,4-9-33 0,-4 9-24 16,6-10-22-16,-6 10-17 0,3-6-16 16,-3 6-6-16,0 0 30 0,0 0-9 0,0 0-17 15,0 0-5-15,0 0-6 0,0 10-9 0,0-10-8 16,0 13-2-16,0-13 0 0,1 14-5 0,0-7 0 15,2 1-2-15,0-2-2 0,-1 1 0 0,3-1-6 16,2 1 3-16,0-4 1 0,2 2 7 0,0-2-10 16,3 0 3-16,-1-2 3 0,2 1-1 0,2-2 0 15,0 0-2-15,2 0-1 0,-3 0-3 0,6 0-2 16,-3 0 5-16,0 1-2 0,1 1 0 0,-4-2 1 16,1 2-3-16,-3 3 0 0,-2-2 3 0,3 1 0 0,-4 1 1 15,-1 3 4-15,-3-2 0 0,0 4-2 16,-3-1 1-16,-2 1 2 0,-1 0-3 0,-2 0 4 15,-3 2-9-15,0 0 5 0,-2-1-3 0,0 1 3 16,-2-3-2-16,1 1-1 0,0-1-3 0,-1-2-4 16,2 0-17-16,-1-2-79 0,0-2-96 0,-1 0-97 15,10-3-111-15,-18-2-346 0,8-1-261 0</inkml:trace>
  <inkml:trace contextRef="#ctx0" brushRef="#br0" timeOffset="170792.59">21177 6328 87 0,'0'-12'670'0,"0"0"-213"0,0 2-64 15,3 0-84-15,1-2-6 0,1-1-30 0,3-1 14 16,4-3 8-16,0-1 4 0,6-2-8 0,5-4-39 16,4-2 1-16,2 0-56 0,3 0-38 0,1 3-33 15,-1 0-27-15,0 2-22 0,-1 3-18 0,-6 1-20 16,-2 4-132-16,-4 3-230 0,-6 2-231 0,-5 4-694 16,-8 4-858-16</inkml:trace>
  <inkml:trace contextRef="#ctx0" brushRef="#br0" timeOffset="189824.24">9570 15522 137 0,'0'0'275'0,"-8"-9"-69"0,8 9-29 0,-8-5-27 0,8 5-22 0,-7-8-32 0,7 8-13 0,-3-6-31 0,3 6 12 16,0 0 9-16,0 0-6 0,-3-4-4 0,3 4 6 15,0 0-8-15,0 0-23 0,14 1 31 0,-14-1-17 16,14 5 0-16,-6-2-19 0,2 0 7 0,0 1-16 16,1 0 8-16,0-1-11 0,3 3-1 0,0-1-4 15,0 0 18-15,0-1-4 0,2-1 30 0,-2-2 11 16,2-2 5-16,1-2-8 0,2-6-6 0,7-5-15 15,2-9-8-15,0-6 12 0,8-11-17 0,1-4 12 0,0-6-28 16,4-6-4-16,3-3-1 0,13-15-3 16,-5-3 1-16,6-1 1 0,-1 0 24 0,1 2-13 15,-1 0 14-15,-1 2-30 0,3 0-3 0,-1 0 0 16,-1 2 3-16,1 1-15 0,-10 13 11 0,1 1-55 16,1 3-31-16,-3 4-53 0,0 6-62 0,-2 5-77 15,-3 5-120-15,-7 9-157 0,-5 3-63 0</inkml:trace>
  <inkml:trace contextRef="#ctx0" brushRef="#br0" timeOffset="190757.26">12523 15293 567 0,'0'0'391'0,"0"0"-67"0,6 5-94 0,-6-5-37 0,0 0-47 0,0 0-20 15,9 3-34-15,-9-3-5 0,10 3-37 0,-10-3 12 16,16 1-27-16,-16-1 9 0,15 0-14 0,-15 0 18 0,22-1-14 16,-10-2 26-16,2 0-16 0,3-4 18 15,1-1-27-15,4-2 26 0,3-4-26 0,3-2 35 16,4-3-42-16,1-3-3 0,5-5 3 0,5-5-2 0,3-2-7 16,0-3-4-16,4-2-9 0,-3-3 1 0,3-2 8 15,1-1-2-15,-2 0 19 0,-1-1-28 0,0 1 23 16,3-1-3-16,-3 2-23 0,0-1 19 0,-1 4-32 15,-4 3 20-15,1 2-36 0,-10 9-13 0,-4 2-22 16,-2 2-75-16,-6 8-66 0,-6 4-58 0,-2 3-80 16,-4 4-299-16,-10 4-151 0</inkml:trace>
  <inkml:trace contextRef="#ctx0" brushRef="#br0" timeOffset="191690.08">9950 17149 357 0,'0'0'330'0,"-19"0"-77"0,19 0-51 0,-14-1-44 0,14 1-38 0,0 0-22 16,-17 0-21-16,17 0-19 0,0 0-7 0,-11 0-8 16,11 0-8-16,0 0 28 0,0 0 6 0,-12-2 16 15,12 2 21-15,0 0 4 0,0 0-17 0,3-10 5 16,2 4-7-16,1-5 0 0,6-4-20 0,2-6 12 15,6-6-27-15,2-5-1 0,4-2-3 0,6-11-9 16,2-2-7-16,4-5-18 0,2-2 9 0,0-2-17 16,3-3 13-16,-1 0-16 0,-1 1 3 0,1 2-1 15,-1 1 2-15,-4 5-2 0,-1 3-5 0,1 4-11 16,-10 8-5-16,0 4-60 0,0 3-45 0,-3 0-64 16,-4 9-54-16,-3 0-51 0,-1 5-76 0,-1 2-213 15,-3 1-89-15</inkml:trace>
  <inkml:trace contextRef="#ctx0" brushRef="#br0" timeOffset="192506.66">10109 18449 271 0,'0'0'280'0,"-9"3"-65"16,9-3-40-16,0 0-9 0,-11 2-11 0,11-2-17 0,0 0 1 15,0 0 17-15,-10-3-16 0,10 3 2 0,-1-6-10 16,1 6-2-16,-1-12-20 0,2 2-22 0,0-3-9 15,2-3-21-15,4-9-3 0,1-7-14 0,5-7-6 16,2-5-11-16,9-14-14 0,2-3-80 0,5-4-144 16,2-1-162-16,3-2-281 0,-2-1-164 0</inkml:trace>
  <inkml:trace contextRef="#ctx0" brushRef="#br0" timeOffset="194190.64">11746 16941 335 0,'0'0'512'0,"0"0"-134"0,0 0-74 0,-8 3-80 0,8-3-24 0,0 0-54 15,0 0-14-15,0 0-45 0,0 0-11 16,0 0-36-16,0 0-7 0,8-2-45 0,-8 2-21 16,12 0-66-16,-12 0-52 0,12 1-75 0,-12-1-87 0,13 6-199 15,-13-6-8-15</inkml:trace>
  <inkml:trace contextRef="#ctx0" brushRef="#br0" timeOffset="194607.09">13613 17074 1106 0,'0'0'664'0,"0"0"-176"0,-5-5-236 0,5 5-233 0,0 0-262 0,-13 7-483 0,8 0-233 16</inkml:trace>
  <inkml:trace contextRef="#ctx0" brushRef="#br0" timeOffset="195823.72">18913 16218 478 0,'-4'-7'485'0,"-3"-2"-104"16,2-4-46-16,-4 1-80 0,2-3-6 0,-2-2-72 0,-4-1-4 15,1-5-46-15,-3 0-2 0,0-2-37 0,-6-5 23 16,1 0-16-16,-4-1-3 0,-2 0-11 16,-2-1-5-16,-4 1 8 0,-4-5-11 0,-5 1-12 15,-3 0-7-15,-1 3-13 0,-4-2-3 0,-2 4-6 0,-1 1-3 16,-3 1-7-16,-4 2 2 0,0 2-7 0,-1 5 2 16,-2 3-8-16,-2 5 3 0,6 5 20 15,-2 4 0-15,-1 5-2 0,-10 5-2 0,2 9 15 16,2 7 28-16,-1 9-14 0,3 8-7 0,-8 18-5 0,6 7-9 15,11 11 25-15,5 10 14 0,13 5 6 0,7 5 5 16,7 4-15-16,11-15-16 0,7 6-2 0,4-2-15 16,6 2 1-16,5-6-4 0,10-5-16 0,3-6 14 15,10-9-15-15,6-4 8 0,7-7-15 0,9-10 9 16,3-8-14-16,5-7 8 0,3-7-10 0,1-10 16 16,2-5-18-16,-5-8 12 0,7-6 11 0,3-7 43 15,-3-3-2-15,-1-4 25 0,1-5-31 0,-2-3 11 16,-3-6-5-16,-3 1-51 0,-1-8 7 0,-2-1 41 0,-2-5-61 15,-3-4 41-15,9-17-2 0,-6-1-14 16,-2-5 6-16,-5-7-11 0,-7 2-51 0,-9 8 11 16,-4-2 4-16,-7-4 45 0,-4-2-48 0,-10-1 51 15,-5-1-51-15,-8 1 47 0,-8 4-50 0,-6 3 10 0,-9 2-1 16,-8 7-2-16,-6 3 7 0,-10 7-10 0,-7 6-24 16,-9 7-46-16,-8 8-65 0,-6 7-92 15,-3 10-144-15,-4 8-109 0,-4 13-218 0,-4 8-453 16,-22 14-781-16</inkml:trace>
  <inkml:trace contextRef="#ctx0" brushRef="#br0" timeOffset="199973.72">3412 17020 403 0,'0'0'374'0,"-13"-2"-75"0,13 2-22 0,-9-1-50 0,9 1-8 0,-9-2-17 0,9 2-17 0,-13-3-7 0,13 3-7 16,-12 0 4-16,12 0 2 0,-13-1 22 0,13 1-58 15,-17 1 20-15,9 2-41 0,0 2 16 0,-1 1-29 16,1 2 11-16,0 4-52 0,-1 3 40 0,2 4-30 15,-1 2 30-15,3 4-12 0,-4 3 13 0,5-1-37 16,-1 4 25-16,4-3-26 0,-2-1-14 0,3-1-6 16,1-1-13-16,2-1 0 0,0 1 9 0,0-2 0 15,5-3 18-15,-3 0-5 0,3-2-5 0,1-4 0 16,1 0-2-16,-1-3-5 0,4-4-13 0,2-2-16 16,-1-4 6-16,5-3-9 0,4-3-10 0,-2-4-15 15,4-4-3-15,2-2-8 0,0-4-17 0,1-3 35 0,-2-2-38 16,-6 3 42-16,-2 1-46 0,-3 1 29 0,-1 0-45 15,-2 5 40-15,-2-4-27 0,-2 5 38 0,-2 0-27 16,-2 0 39-16,0 1-36 0,-2 1 42 16,1 1-27-16,-3 1 32 0,0 0-35 0,-1 0 37 0,-2 2-37 15,1 1 38-15,-2 0-34 0,-1 3 33 0,5 3-33 16,-12-5 35-16,12 5-35 0,-14-2 32 0,14 2-29 16,-13 4 35-16,6 2-29 0,-1-1 36 0,2 4-34 15,-1-1 35-15,2 0-38 0,0 2 36 0,1 0-34 16,0 2 45-16,3-2-41 0,0 0 45 0,-2 0-43 15,3-2 38-15,0 1-44 0,1-1 52 0,1-2-51 16,-1 1 44-16,3-1-46 0,-4-6 42 0,5 6-46 16,-5-6 44-16,10 5-42 0,-10-5 44 0,13-1-52 15,-13 1 51-15,13-4-49 0,-13 4 47 0,10-8-46 16,-4 4 41-16,2-3-44 0,0 1 43 0,-2 0-39 16,-1 0 39-16,2 1-47 0,-2-1 46 0,1 4-44 15,-6 2 40-15,8-9-40 0,-8 9 49 0,9-4-49 16,-9 4 42-16,9-4-44 0,-9 4 45 0,10-2-43 15,-10 2 43-15,10-2-43 0,-10 2 44 0,9-3-41 0,-9 3 71 16,13-4-55-16,-13 4 4 0,10-3 4 16,-10 3 5-16,9-5 18 0,-1 2-8 0,-3-3 1 15,0 2-5-15,0-3-2 0,0-1 0 0,3-1 4 16,-3-1 0-16,-1 1-7 0,1-2 7 0,-3-2 23 0,1 1-25 16,-3-2 23-16,0-1-33 0,-1-1 25 15,-3-3-24-15,-4 0 29 0,-1 0-28 0,-1-1 36 16,-4-3-29-16,-4 1 4 0,0-1 1 0,-5-1 54 0,-2 1-9 15,3 4 34-15,0 1-25 0,-1 2 22 0,5 3-26 16,3 2 10-16,2 0-34 0,0 3 3 16,3 1-31-16,1 2 17 0,9 5-30 0,0 0 20 15,0 0-21-15,4 7 27 0,11 6-22 0,7 5 37 0,9 6-18 16,2 3 35-16,9 7-11 0,4-1 13 0,-1 2-13 16,0-1-16-16,1 0 4 0,-3-1-28 0,-1-2-19 15,-6-6-43-15,-2 0-31 0,0-6-54 0,-7-3-80 16,-2-3-65-16,-4-3-124 0,-2-3-167 0,-4-2-115 0,-1-3-727 15,-14-2-1018-15</inkml:trace>
  <inkml:trace contextRef="#ctx0" brushRef="#br0" timeOffset="-148193.08">5853 6479 320 0,'-14'2'301'0,"1"-1"-83"0,13-1-46 0,-13 2-35 0,13-2-32 15,0 0-10-15,0 0-23 0,12 0 10 0,2 0-19 16,9-5 8-16,10 2-14 0,15-5-4 0,10-1-4 15,15-3 33-15,9-1-13 0,6-4 11 0,8 0-21 16,24-4 23-16,5 1-24 0,4 1 6 0,4 0-22 16,1 2 11-16,-1 2-5 0,4 1-11 0,1 0-9 15,-4 3-5-15,1-1-1 0,-3 2-9 0,-5-2 7 16,-3 2-2-16,-22 1-3 0,3-2-1 0,-7 0 0 16,1 2-6-16,-7-2 3 0,-7 2 12 0,-2-1-19 15,-11 3 14-15,-15 0-21 0,-4 1 18 0,-10 1-26 16,-7 3-8-16,-9-1-37 0,-7 1 8 0,-7 2 8 15,-13 0 3-15,0 0-8 0,0 0-2 0,-19 7 0 0,-13-1 10 16,-17 4-5-16,-18-1 14 0,-11 5 3 0,-13 0 7 16,-24 3-17-16,-9 0 24 0,-6 2-9 15,-3 0 19-15,-5 2-12 0,0 2 26 0,-4-1-14 16,1-1 16-16,1 3-14 0,4-2 15 0,2 1-17 0,8-2 21 16,2 1-17-16,5-1 6 0,6 1 10 15,20-6 29-15,1 1-23 0,4 0 14 0,5-1-17 0,6 0 16 16,4-3-24-16,11 0 25 0,14-2 2 0,5-1 7 15,11-3 6-15,9 0-8 0,6-2-12 0,8 0-5 16,9-5 1-16,4 5-2 0,15-3-2 0,22-4 5 16,19-2-15-16,22-6 12 0,14-2-2 0,30-5-8 15,10-3-4-15,8-1 10 0,4-3 1 0,2-1 19 16,6-2-12-16,4 1 2 0,-5-1-5 0,-2 1 1 16,-8 1-3-16,-3 1-5 0,-9 2-2 0,-5 1-5 15,-8 2-1-15,-24 5 3 0,-5-1-8 0,-8 3 3 16,-8 2-4-16,-20 3-3 0,-4-1-1 0,-14 2 0 15,-3 2 4-15,-10 3 1 0,-9 1-3 0,-15 0-2 16,0 0-2-16,0 0-2 0,-20 13 1 0,-21 0 0 16,-19 4 1-16,-17 2-5 0,-11 2-6 0,-32 6 7 15,-9 1-1-15,-10 3 2 0,-7-2 1 0,-10 4 2 16,-5 0 0-16,-5 3 1 0,-1-1 8 0,0 1-4 16,2-1 0-16,4-2-3 0,5 3 4 0,10-3 18 15,13-1-21-15,13-3 9 0,32-9 13 0,14-1 6 16,9-2 35-16,21-5-8 0,16-4-6 0,17-3-9 15,11-5-9-15,19 1 1 0,31-7-2 0,29-4 1 0,18-5-7 16,37-5 2-16,16-7-9 0,8 1-5 16,5-5 2-16,3 0-3 0,0-2 4 0,4-3-12 0,-6-1 17 15,-6-4-16-15,-3 0 0 0,-3-2-8 0,-5-1 1 16,-7 3-29-16,-4 1-114 0,-12 1-117 0,-9 4-160 16,-14 2-580-16,-25 8-597 0</inkml:trace>
  <inkml:trace contextRef="#ctx0" brushRef="#br0" timeOffset="-107446.28">28273 15527 139 0,'0'-8'492'0,"0"1"-136"0,-3 1-43 15,-1-1-6-15,-1-1-54 0,-2 0-45 0,0 0-20 16,-2-1-33-16,-1 1 2 0,-1 1-10 0,0 1-7 16,1-2 1-16,0 5-2 0,0-2-15 0,1 3-10 15,9 2-9-15,-21 0 20 0,12 3-8 0,-2 4-15 16,1 4-8-16,1 5-19 0,-3 4-8 0,6 4-15 15,1 4 22-15,1-2-19 0,1 1-3 0,4 0-17 16,3 0 0-16,0-1-15 0,3 3 3 0,0-4-8 16,2-3 2-16,1-3 46 0,2-2 7 0,2 0-16 0,0-4 4 15,3-2 3-15,-3-4 13 0,4-2-15 0,-2-2 1 16,2-3-17-16,1-1 0 0,-3-4 8 16,0 0 3-16,2-5-12 0,1-2-5 0,-6-1-23 15,2-4 16-15,-4-1-22 0,-1-1 9 0,-3-2-13 0,-1 0 12 16,-4-2-14-16,-3 1 9 0,-2-1-12 15,-2 1 2-15,-2 1-3 0,-2 2 1 0,-2 2-1 16,-1-1-1-16,0 4 0 0,-1 6-1 0,-1 0 4 0,-1 2-4 16,-2 3-7-16,3 3-5 0,-4 0-18 0,4 6-12 15,-2-1-34-15,2 4-63 0,2 1-103 0,3 2-119 16,1 1-118-16,5 2-146 0,1 0-381 16,2-1-614-16</inkml:trace>
  <inkml:trace contextRef="#ctx0" brushRef="#br0" timeOffset="-107277.97">28640 15658 246 0,'0'0'711'0,"0"0"-157"0,0 0-83 16,0 0-48-16,11 0-57 0,-11 0-44 0,0 0-52 16,0 0-45-16,0 0-41 0,0 0-42 0,0 0-26 15,0 0-24-15,-4 8-19 0,4-8-17 0,0 0-64 16,0 10-159-16,0-10-136 0,0 5-135 0,0-5-161 15,3 9-263-15,-3-9-411 0</inkml:trace>
  <inkml:trace contextRef="#ctx0" brushRef="#br0" timeOffset="-106813.36">29005 15502 329 0,'5'-15'707'0,"0"2"-129"15,-1 0-94-15,-1 0-65 0,-1 1-37 0,1-1-48 16,-3 0-45-16,0 1-36 0,-3-1-32 0,-2 0-25 0,1 1-26 16,-2 0-19-16,-2 1-20 0,-4 1-24 15,1 1-17-15,-3 5-21 0,0 1-13 0,-1 1-17 16,-2 5 0-16,-2 1-8 0,0 4-7 0,0 1-1 0,3 2-9 16,0 3 5-16,3 1-14 0,2 0 11 0,3 4-12 15,3-3 27-15,3-2-15 0,2 4 19 0,2-1-16 16,1-2 19-16,5-2-21 0,1 0 14 15,1-2-19-15,3-2 15 0,2-1-20 0,0-3 11 0,2-3-20 16,0-1 16-16,2-2-18 0,0-2 13 0,-3-2-16 16,4-3 18-16,-2-2-18 0,-1-2 0 0,-3-1 2 15,1-1 1-15,-3-4 0 0,-2 1 4 0,-3-2 0 16,-1 3-11-16,-3 1 14 0,1-3-1 0,-4 6 0 16,2-1-1-16,-1 1 2 0,-1 2-3 0,0 1-2 15,1 1 4-15,-1 8-5 0,-1-8 4 0,1 8-9 16,0 0 15-16,-5 7 2 0,3 1 7 0,2 2 16 15,0 3-4-15,2 2 4 0,0 3-5 0,1 2 19 16,4 4-31-16,-3-2 21 0,5 5-35 0,0 0 27 16,1 0-33-16,-1-1 28 0,2-1-31 0,0 0 23 15,-2-3-30-15,-1-3-33 0,1 1-105 0,-2 0-105 16,1-1-125-16,-3-3-84 0,-1 0-107 0,-1 0-88 16,-2-4-325-16,0 0-582 0</inkml:trace>
  <inkml:trace contextRef="#ctx0" brushRef="#br0" timeOffset="-106295.55">29503 15445 575 0,'12'-9'474'0,"-2"-1"-82"0,2 0-22 0,-1 1-31 0,-1-2-48 0,1 1-35 16,-2-1 9-16,1 1-41 0,-2-1-11 0,-1 0-34 0,0 1-36 15,-1 1-23-15,-1-1-24 0,0 2 0 0,-2 0-7 16,-1-3-11-16,0 4-22 0,-2 0-6 0,-2-1-16 16,0 2-1-16,-1-1-14 0,-3 1 2 15,-1 1-13-15,-4 1 8 0,-1 2-11 0,-2 0 4 0,0 1-7 16,-4 2 4-16,2 1-5 0,-5 3 1 0,0 2-1 16,1 1 2-16,-1 2-2 0,0 1 1 0,5 0-4 15,-1 3 6-15,4-1-8 0,4 0 6 0,-1-1-4 16,6 1 5-16,2-2-8 0,3 1 9 0,2 0 3 15,2-1 0-15,2 1-1 0,2-2 0 0,0-1 1 16,4-1 1-16,-2 0 4 0,2-1 1 0,3-1-2 16,-2 0-3-16,4 1 0 0,-1-3 4 0,-1 4 1 15,2-4 2-15,2 3 6 0,-1 1 1 0,-1 1-3 16,0 1-3-16,-1 1-4 0,-3 0 7 0,0 3-10 16,-3-3-5-16,-2 4 1 0,0-2-2 0,-3 2-1 15,0-2 2-15,-4 1 1 0,0 0-5 0,-2-3 1 16,-4 2-2-16,0-1 3 0,-4-1 1 0,1 0 1 15,-2-3-1-15,-4 0 5 0,-1-3 13 0,-2 0 12 16,-1-4-4-16,-4-1 16 0,1-1 23 0,-3-4-2 16,1 0 29-16,3-3-29 0,0-1 8 0,3-1-33 0,2-3 12 15,5 1-27-15,2-3 13 0,2-3-29 16,3 1 25-16,4-3-33 0,1-5 20 0,5-2-28 16,0-1-7-16,2 1-18 0,1 1-64 0,0 0-83 15,-2 4-113-15,1 3-109 0,-3 0-136 0,0 5-177 0,-1-1-294 16,-2 2-610-16</inkml:trace>
  <inkml:trace contextRef="#ctx0" brushRef="#br0" timeOffset="-105395.93">29870 15439 366 0,'-6'-5'502'0,"1"1"-102"0,5 4-50 0,-9-7-42 0,9 7-28 15,-7-8-59-15,7 8-23 0,-2-7-43 0,2 7-22 16,1-12-27-16,4 4 1 0,-1 0-6 0,6 0-16 16,-1-2-14-16,4 2-13 0,0-3-14 0,2 1-4 15,2 0-3-15,-2-2-11 0,4 0 8 0,-1 3 14 16,-1-1-2-16,-3 3-10 0,-1 0 6 0,0 0-9 15,-3 2-1-15,-1 0-11 0,-2 0-1 0,-7 5 25 16,14-3 59-16,-14 3 5 0,12 5 10 0,-7 1-16 16,-1 3-23-16,-2 3-6 0,3 2-20 0,-3 3-5 15,-1 1-16-15,0 1 3 0,0 6-2 0,1-1-16 0,-1 1 8 16,0 1-14-16,1 1-3 0,0-2-1 16,1 3-1-16,-1-1 0 0,2-2-4 0,0 0 1 15,2 4-5-15,-1-4-5 0,3-3-55 0,-1 0-145 16,0-2-124-16,3-2-116 0,-2 0-132 0,1-8-423 0,1 2-603 15</inkml:trace>
  <inkml:trace contextRef="#ctx0" brushRef="#br0" timeOffset="-105096.53">30341 15441 560 0,'-4'-5'583'0,"1"-2"-95"16,-1 2-66-16,4 5-47 0,-5-6-59 0,5 6-25 15,-2-9-40-15,2 9-15 0,2-10-21 0,3 4-16 16,3-1-13-16,2 0-17 0,2-1-24 0,1-1-25 16,2 1-21-16,-1 0-17 0,4-1-15 0,-1 1-14 15,-2-1-8-15,0 3-6 0,-1 0-11 0,-1-1-6 16,0 2-4-16,-2 0-3 0,-2 1-4 0,-2 1-3 16,-7 3 1-16,16-4 18 0,-16 4 13 0,10 6 2 15,-2-1-4-15,-4 5-3 0,0 1 9 0,0 2-21 16,-3 5 12-16,0 0-25 0,0 1 9 0,1 2-15 15,-1 1 12-15,0 3-16 0,-1-1 15 0,0-5-14 16,0 2 10-16,0 0-14 0,2 0 12 0,-1-2-34 16,0-1-53-16,-1 0-107 0,3-2-111 0,-1 0-98 0,-2-2-112 15,3-3-101-15,-3 2-430 0,0-1-652 16</inkml:trace>
  <inkml:trace contextRef="#ctx0" brushRef="#br0" timeOffset="-104596.42">29896 16061 462 0,'-51'5'745'0,"-3"-3"-139"0,5-1-103 16,6 2-86-16,5-2-64 0,6 0-39 0,4-1-46 16,5 1-46-16,2-1-44 0,2 2-26 15,5-2-32-15,3-2-24 0,11 2-27 0,-6-4-3 0,10-1-22 16,8-3 0-16,8 2-15 0,10-6 4 0,12-1-5 15,6-2 4-15,18-1-12 0,5-3 2 0,3 0-4 16,7-3-3-16,-1 2 46 0,3-3-11 0,-2 0-6 16,-2 1-17-16,0 1 5 0,-3 0-3 0,-5 2-5 15,-2 3-3-15,-8 0-7 0,-12 4 1 0,-7 0-4 16,-10 4-1-16,-6 3-6 0,-4-1 3 0,-5 4 2 16,-17 2 1-16,13 0-5 0,-13 0-2 0,-13 8 3 15,-6 3-10-15,-9 0 1 0,-13 5-4 0,-19 3 12 16,-4 3-13-16,-9-1 11 0,-8 1-12 0,-4 0 16 15,-3 0-14-15,-18 5 3 0,-4-2 4 0,5 0 0 16,-5-1-1-16,20-4 13 0,0 1-8 0,3-1 2 16,4-1-6-16,9-1 10 0,5-2-14 0,10 0 11 15,17-2-12-15,6 0 11 0,13-3 2 0,12-1 7 16,8-1 6-16,12-3-4 0,12-1-14 0,14-2 12 16,18 0-15-16,22-6 14 0,11-3-17 0,10-4 12 15,26-5-13-15,7-2 27 0,3-4-10 0,-3 1 14 16,1-4 5-16,0 2 17 0,-5-4-27 0,-5 1 14 15,-5 0-26-15,-27 4 15 0,-3 2-9 0,-9 1 2 16,-9 2-10-16,-19 3-16 0,-2 3-46 0,-14-1-119 0,-8 5-122 16,-7-1-149-16,-8 4-96 0,-9 3-97 15,0 0-446-15,-14-3-702 0</inkml:trace>
  <inkml:trace contextRef="#ctx0" brushRef="#br0" timeOffset="-102863.08">29969 15519 105 0,'1'-7'261'15,"-1"7"-47"-15,3-10-20 0,-1 2-20 0,-2 1-4 0,3 0-14 16,-2-1-9-16,0 0 3 0,-1 0 17 0,0 0-26 15,0 0 13-15,0 1-11 0,-2 0-15 0,-1-1-11 0,1 2-7 16,-1-2 5-16,-1 2 0 0,0-1-2 0,0 2-5 16,-1 1-9-16,0 1-7 0,5 3 1 0,-11-6-11 15,11 6 17-15,-13 2-11 0,4 2-12 0,0 4 35 16,-1 3-2-16,-2 4-21 0,2 4 50 0,2 1-32 16,-2 3-12-16,3 4 19 0,1-2-9 0,4-1-30 15,1 2 28-15,3-1-27 0,1 0-7 0,3-2-20 16,3 0 0-16,3 0-17 0,2-1 3 15,2-7-15-15,0 0 33 0,4-7 2 0,0 2-5 0,2-3-17 16,-1-5 8-16,-1-2-20 0,-1-2 9 0,4-5-17 16,-2 0 12-16,-3-3-20 0,1-2 17 0,-3-2-20 15,-3-3 11-15,-4-1-14 0,3-1 13 0,-7-2-11 16,-3 0 13-16,0 0-16 0,-5-2 15 0,-2 0-12 16,-5-2 3-16,-2 1 7 0,-2 0 2 0,-4 5 2 15,-1-1 4-15,0 5-3 0,0 0-4 0,-2 6-1 16,3-1-10-16,-3 4 1 0,4 1-25 0,-1 4-13 15,3 1-38-15,-2 4-31 0,1 3-67 0,3 0-95 16,-1 6-92-16,0 1-106 0,5 2-119 0,1 0-460 16,0 0-663-16</inkml:trace>
  <inkml:trace contextRef="#ctx0" brushRef="#br0" timeOffset="-99746.64">30741 15327 490 0,'0'0'506'0,"-11"-5"-69"0,11 5-45 0,-9-7-19 0,9 7-45 0,-10-7-29 0,10 7-57 15,-6-9-45-15,6 9-29 0,-3-12-36 0,5 4-11 16,1-3-31-16,4 0-3 0,4-5-21 0,3 2-12 15,4-5-8-15,4 0-9 0,2 0-5 0,2-2-6 16,-1 4-8-16,-2 0-3 0,-2 1 1 0,-3 5-3 16,-3 0 2-16,0 2-6 0,-4 2 0 0,1 0-4 0,-3 2 2 15,-9 5 1-15,13-2 8 0,-4 7 16 16,-3 1-2-16,-2 5-4 0,0 4-2 0,-1 2-3 16,1 5-9-16,-2 1 7 0,1 3-5 0,0 1-5 15,-1-1 0-15,0 6-3 0,3 0 3 0,-3 1 15 0,1-1-25 16,1-1 26-16,0 0-32 0,0-4 23 0,-1-2-26 15,2 0 10-15,-2-2-143 0,1-2-148 16,0-3-108-16,-4 0-137 0,0-4-447 0,-1 3-576 16</inkml:trace>
  <inkml:trace contextRef="#ctx0" brushRef="#br0" timeOffset="-98896.43">29948 15537 65 0,'4'-5'153'0,"-1"-1"10"0,0-1-50 0,1-1 9 0,0 1-8 0,0-1-8 0,0-1 2 16,0 1-4-16,1 1 17 0,-3-3-6 0,1 4-12 15,-1-2-9-15,0 0-8 0,0 1-10 0,-2 0-18 16,0-1 2-16,-2 1 6 0,0 0 13 0,0-1-32 16,-2 0 17-16,-1 2-5 0,1-2 11 0,-2 2-14 15,-1 0 21-15,1 0-10 0,-2 2-2 0,2 0-20 16,-2 0-3-16,8 4 0 0,-13-1 22 0,13 1 6 15,-19 5-5-15,10-1 30 0,-1 5-3 0,-1 2-8 16,0 3-8-16,1 2 30 0,1 2-25 0,0 2-12 16,2 2-14-16,0 2 32 0,3 1-16 0,-1 0-11 15,4 0-13-15,0 1-8 0,3-1 10 0,-1 0 1 16,5 0-2-16,3 1-3 0,1 0-18 0,1-3-5 16,5 1-6-16,-2-4-1 0,2-2 0 0,2-4-4 0,0 0-2 15,1-4-3-15,0 1-1 0,4-5 1 0,0-1-1 16,-5-2-5-16,4-1 8 0,-3-4-8 0,2-1-2 15,0-2 3-15,-3-4-2 0,3-1 2 16,-3-3-2-16,-4-3 0 0,2-4 1 0,-3-2-1 0,-3-3 3 16,-1-2-1-16,-2-1-3 0,-5 2 5 0,-2-1 4 15,0-2 8-15,-4-2-7 0,-1 0 19 0,-4 1 10 16,0 1 2-16,-1 2-5 0,-4-1 14 0,1 1-14 16,-1 5 2-16,0 0-8 0,-4 1 3 0,2 2-14 15,-1 5 3-15,0 0-7 0,0 4 2 0,-1 1-6 16,0 4 4-16,-1 3-11 0,2 3 2 0,-2 3-3 15,0 6 6-15,-6 5 3 0,0 8 47 0,1 4-13 16,3 4-3-16,1 2-12 0,2 3 8 0,2 2 5 16,4-1-8-16,1 2-4 0,6-5-5 0,1 0-13 15,4-1 7-15,0-1-9 0,4-2 6 0,4 0 12 16,1-4 9-16,4-1-9 0,1-2 8 0,4-2-12 16,3-5 7-16,0-2-5 0,4-1-6 0,-2-6-14 15,3-4 12-15,1-1-16 0,-2-5 11 0,4 0-11 16,0-6 13-16,0-4-15 0,-3-1 8 0,3-6 1 15,-5-4-4-15,-2-2 1 0,-3-5 1 0,-1-1-13 16,-4-5 13-16,-5 0-13 0,-4 3 11 0,-2-1-11 16,-6 3 12-16,-2-4-9 0,-4 1 1 0,-5 1 5 15,-2 2-5-15,-5 4 12 0,-1 3-14 0,-2 6 16 16,-1 3-17-16,-3 2 12 0,-3 4-13 0,-1 4 4 16,1 4-4-16,1 2 4 0,-4 5 1 0,2 5 2 15,-1 0-12-15,1 8-8 0,4 3-31 0,5-1-95 16,1 4-102-16,8 0-122 0,3 1-129 0,3 2-174 15,2-3-328-15,5-1-598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25:12.934"/>
    </inkml:context>
    <inkml:brush xml:id="br0">
      <inkml:brushProperty name="width" value="0.05292" units="cm"/>
      <inkml:brushProperty name="height" value="0.05292" units="cm"/>
      <inkml:brushProperty name="color" value="#FF0000"/>
    </inkml:brush>
  </inkml:definitions>
  <inkml:trace contextRef="#ctx0" brushRef="#br0">25898 11675 191 0,'-1'-10'838'0,"0"3"-188"0,1 0-143 16,-2 0-97-16,2 7-103 0,0-11-45 0,0 11-50 16,2-8 13-16,-2 8-31 0,0 0 13 0,10-1-29 15,-10 1 16-15,14 4-37 0,-6 2 2 0,1 1-29 16,3 2-4-16,-1 1-27 0,1 2-7 0,4 5-19 16,-3-1-10-16,4 3-16 0,-4 3-4 0,-1 1-12 15,-3-2-2-15,-2 1-2 0,0 0 13 0,-2 2 6 16,-3-4 2-16,-2-1 6 0,-5 0 9 0,0 2 0 15,-1-1-2-15,-3-2 13 0,-4-3 7 0,0 0 0 16,-6-2-13-16,2-3-10 0,-4-5 2 0,-1-1-6 16,3-4-10-16,-4-4-5 0,0-7 24 0,0-5-32 15,2-4 23-15,2-8-38 0,6 1 22 0,6-3-38 16,4 1 30-16,6-2-39 0,4-1 32 0,6-5-31 16,6 1 27-16,6 1-29 0,8-7-3 0,3 4 7 15,3 0 1-15,-2 3-1 0,7 3 2 0,-1 1 28 16,-6 5-34-16,4 4 31 0,0 0-28 0,0 1 24 15,2 0-34-15,-3 2 33 0,0 2-29 0,0 1 27 16,-1 0-30-16,-3 1 32 0,-7 5-61 0,-1-1-17 16,-5 3-62-16,-2-2-20 0,-1 5-34 0,-5-2-66 15,-2 3-76-15,-4 1-69 0,-9 3-51 0,10-3-103 16,-10 3-103-16,0 0-451 0,-10 11-713 0</inkml:trace>
  <inkml:trace contextRef="#ctx0" brushRef="#br0" timeOffset="233.04">25737 12532 1060 0,'-4'21'865'0,"-2"-4"-171"0,4-1-174 0,2-6-101 0,5-3-98 16,3-5-50-16,5-4-66 0,10-5-13 0,11-11-11 15,3-7 3-15,12-9 9 0,6-7-6 0,2-3-10 16,15-12 4-16,3-6-20 0,4 2-5 0,3-5 2 15,3 5-56-15,1-3 11 0,2 3-54 0,-2 2 14 16,-3 4-41-16,-3 2 24 0,-17 14-43 0,-4 1-9 16,-4 8-88-16,-9 3-50 0,-12 6-57 0,-6 5-87 0,-5 5-67 15,-10 5-90-15,-13 5-68 0,15 0-142 16,-15 0-606-16,-2 12-859 0</inkml:trace>
  <inkml:trace contextRef="#ctx0" brushRef="#br0" timeOffset="602.33">26384 13068 1321 0,'0'21'848'0,"1"-3"-169"0,2 0-138 15,2 4-113-15,5 3-95 0,7 2-59 0,4 2-74 16,4 2-32-16,3-1-43 0,4-3-12 0,-1 1-36 0,-1-1-6 15,-2-4-6-15,-1-2 27 0,-5-3-1 0,-3-2-7 16,-2-1-20-16,-2-4 4 0,-2 0 3 0,-2-3 11 16,-1 0 25-16,-1-1 32 0,-1 0 59 0,-3-2-3 15,3 0 28-15,-3-1 21 0,-5-4-10 0,8 5-21 16,-8-5-32-16,0 0-53 0,-2-12-7 0,-3-2-26 16,-4-6-19-16,-1-17-19 0,-3-3-14 15,-1-7-11-15,-3-16-32 0,1 1 16 0,-1-6-33 0,1-1 5 16,0-1-5-16,-3-2-14 0,3 4-4 0,0 2-4 15,0 4-18-15,2 5-6 0,3 11-4 0,0 6-11 16,3 8-24-16,-1 6-51 0,5 2-68 0,-2 5-61 16,2 2-9-16,3 4-24 0,1 6-94 0,1 0-72 15,-1 7-65-15,10-5-123 0,-10 5-667 0,18 6-939 16</inkml:trace>
  <inkml:trace contextRef="#ctx0" brushRef="#br0" timeOffset="1016.77">27098 13156 1036 0,'3'13'961'0,"-3"-1"-199"0,-1-3-164 0,-3-2-121 15,0-1-96-15,-1-1-79 0,5-5-70 0,-12 4-36 16,12-4 5-16,-14-3-16 0,7-1 21 0,0-4-41 16,-2-2-25-16,3-2-9 0,1-2-14 0,0-3-14 15,2 0-27-15,3 0-16 0,3 0-17 0,2 2-9 0,1 1-6 16,3 2-7-16,0 1-4 0,5 3-3 0,0 3-4 15,0 4-9-15,2 2 9 0,1 2-3 16,0 2-2-16,2 5-4 0,2-1 3 0,-5 4 23 0,2 1-32 16,-4-3 29-16,1 4-32 0,-2-1 33 0,-2-3-25 15,-3 1 32-15,0-1-21 0,-1-3 52 0,-2 0-26 16,0 0 21-16,-5-8-35 0,2 10 26 0,-2-10-38 16,-5 6 23-16,5-6-31 0,-9-3 25 0,3-3-31 15,-2 0-1-15,-1-6-3 0,2-1 4 0,-1-6-9 16,0-3-11-16,2-2-2 0,2 1 6 0,4-1 5 15,3 0-1-15,2 1 1 0,2 1 2 0,5-2 3 16,3 0 26-16,1 3-33 0,3 4 29 0,-1 5-31 16,1 0 31-16,1 5-32 0,-2-1 19 0,1 5-58 15,-1 1 12-15,-1 2-67 0,1 1-44 0,-2 1-34 16,0 2-59-16,-4 2-88 0,0 1-63 0,-3-1-61 16,-3 3-100-16,-3 0-63 0,-2-1-490 0,-3 1-732 15</inkml:trace>
  <inkml:trace contextRef="#ctx0" brushRef="#br0" timeOffset="1250.02">26670 12818 774 0,'0'0'840'0,"-9"-6"-156"0,9 6-178 0,-4-6-80 0,4 6-94 0,4-15-30 15,5 5-52-15,5-7 5 0,9-8-49 0,7-5 7 16,7-7 17-16,5-4-46 0,3-3-28 0,2 0-15 16,0-3-16-16,4 3-17 0,0 1-21 0,1 0-15 15,-3 7-22-15,-4 1-52 0,-5 9-79 0,-7 2-93 16,-2 1-129-16,-10 8-85 0,-2 1-84 0,-2 4-122 16,-7 2-645-16,-1 4-848 0</inkml:trace>
  <inkml:trace contextRef="#ctx0" brushRef="#br0" timeOffset="5782.86">23742 15516 571 0,'-6'-8'520'0,"-2"-1"-121"0,2 1-49 16,-2 1-77-16,3 0-4 0,-1 1-50 16,-2-1-2-16,4 1-33 0,0 2-17 0,-1-1-38 0,5 5-16 15,-6-6-15-15,6 6 39 0,0 0 38 0,1 8 7 16,4 3 1-16,4 6 7 0,6 6-35 0,5 5-28 15,3 6-19-15,2 0-12 0,7 8-7 0,-1 3-11 16,1-4-20-16,-2 1 11 0,1 0-33 0,0-1-5 16,-6-5 11-16,0 1-26 0,-4-1 30 0,1-3-27 15,0 3-1-15,-3-3-11 0,0 1-11 0,-5-1-24 16,0-8-41-16,-2-2-61 0,-3-2-67 0,-2-4-62 16,0-3-30-16,-1-2-38 0,-3-4-46 0,-2-1-65 15,-1-7-36-15,0 0-401 0,0 0-432 0</inkml:trace>
  <inkml:trace contextRef="#ctx0" brushRef="#br0" timeOffset="6049.85">23746 15704 563 0,'-9'-30'473'0,"3"6"-116"0,1 1-55 16,2 0-72-16,3 2-14 0,5-1-54 0,0 1 6 15,4-1-12-15,0 3 36 0,5-3 2 0,2 3 13 16,3 0-8-16,1 3-20 0,3 3-18 0,-1 4-16 15,1 2-21-15,0 3-20 0,-1 2-28 0,-1 4-7 0,2 1-17 16,-1 3-7-16,-3 2-5 0,-1 3 25 0,-4 0-2 16,-2 3-10-16,-3 4-5 0,-6 0-10 15,-1 1-7-15,-5 4-5 0,-7 4-6 0,1 1-1 16,-6 2-5-16,-2 2-5 0,-3-4 3 0,2 2-4 0,0-8 0 16,1 0-6-16,1-3 3 0,2-4-4 0,1-1 2 15,1-3-17-15,3-4-39 0,-1-2-78 0,10-5-72 16,-13 1-64-16,13-1-40 0,-6-10-66 0,5 2-81 15,3-3-497-15,1-4-534 0</inkml:trace>
  <inkml:trace contextRef="#ctx0" brushRef="#br0" timeOffset="6582.5">24278 15466 143 0,'9'-8'730'15,"-6"1"-176"-15,1-1-135 0,-2 2-67 0,-2 6-58 16,0-13-36-16,-2 7-31 0,-3-2-12 0,1 2 11 15,-3-2-26-15,-1 2-6 0,0-2-8 0,-3 1-6 16,-1 0-19-16,2 1-25 0,-1 3-19 0,2-1-24 16,-3 3-16-16,1-1-16 0,0 4-13 0,1 2-6 15,0-1-9-15,1 4-6 0,1 2-16 0,3 1 7 16,-2 2-3-16,4-1-3 0,1 2-1 0,2-2-5 16,2 1 0-16,-1 1 0 0,6 0 1 0,-1-2-2 15,1 0 2-15,0 0 5 0,3-4 13 0,-2 2-3 0,1-3-2 16,0-3 0-16,1 2-5 0,0-4-4 0,-10-1-2 15,21 0-1-15,-12-3-1 0,0 0-13 16,0-3 14-16,-3 0-12 0,-1-1 10 0,0-2-9 16,-1 0 10-16,-2-1-14 0,-1-2 14 0,-1-1-12 0,-1 1 1 15,-1 0 2-15,-2 1 0 0,2 0 3 0,-1 1 1 16,1 1 1-16,0 1-1 0,-2 2-5 16,4 6 4-16,0-7 0 0,0 7 1 0,0 0 5 0,11 10 16 15,-2-1-15-15,2 5 15 0,3 4-15 0,3 2 26 16,2 3-21-16,4 4 22 0,1-1-25 0,1 1 57 15,-2-3-38-15,-3-3 41 0,2-1-54 0,-3-1 64 16,0-3-45-16,-1-3 71 0,-4-1-31 16,-2-3 60-16,0 1-23 0,-1-2 60 0,-4-2-32 0,2-5 10 15,-9-1-62-15,0 0 18 0,16-3-53 0,-14-4 27 16,1-4-55-16,-3-2 33 0,-2-4-46 0,1-6 32 16,-3-2-42-16,-3-7-1 0,-2-5-3 0,-3 0 2 15,3-2-29-15,-2-2 21 0,-3 1-33 0,2 1-11 16,-2 0-12-16,4 2-26 0,0 7-32 0,1 3-33 15,1 6-37-15,4 0-77 0,-2 6-125 0,3 1-87 16,-1 6-52-16,1 2-85 0,3 6-645 0,-3-7-870 16</inkml:trace>
  <inkml:trace contextRef="#ctx0" brushRef="#br0" timeOffset="7815.96">24071 16829 637 0,'-19'7'741'0,"2"-1"-167"0,2 0-119 0,-2 0-112 15,4-2-68-15,4 0-56 0,-2 1-44 0,3-4-37 16,8-1-22-16,-10 5 2 0,10-5 2 0,0 0-10 15,10-3-4-15,5-5 2 0,7 0-18 0,11-9-14 16,8-3-17-16,10-6-10 0,7-6 5 0,2-1 19 16,1-6 10-16,5 0 1 0,0-3 5 0,13-10-7 15,0 0-1-15,-3-1 9 0,-12 8-20 0,11-8 29 16,-15 8-52-16,3 1-8 0,-7 0-3 0,0 3-4 16,-3 0-4-16,-7 7-4 0,-3 1-6 0,-10 7-8 15,-6 6-11-15,-4 2-16 0,-6 6-23 0,-1-1-35 0,-4 4-58 16,-4 1-73-16,-4 4-75 0,-4 4-87 15,0 0-59-15,0 0-94 0,0 0-91 0,-15 8-289 16,3 4-464-16</inkml:trace>
  <inkml:trace contextRef="#ctx0" brushRef="#br0" timeOffset="8299.79">24863 16926 494 0,'-13'23'884'0,"-1"-5"-193"0,0-1-147 0,3-2-127 16,-3-2-77-16,3-1-73 0,-1 0-47 0,0-3-5 16,3 1 14-16,-4-3-20 0,3-1 17 0,1-1-48 15,-1-3 12-15,0 0 17 0,10-2 7 0,-16 0-21 16,6-2-47-16,1-1-28 0,1-2-19 0,2-1 0 16,0 0-19-16,1-1-10 0,1-1-4 0,1 2-10 15,3 1-11-15,0 5-7 0,2-11-11 0,-2 11-3 16,10-7-7-16,-10 7-4 0,20-3-3 0,-7 4-4 15,4 2 2-15,1 2-3 0,3 1-1 0,2 2 13 16,0 0-18-16,-1 3 14 0,4 1-17 0,-2 0 14 16,-4-1-17-16,1-1 18 0,-2 1-19 0,-1 0 20 15,-4-2-16-15,-3-2 13 0,3 0-17 0,-6-1 24 16,1-1-13-16,1-1 31 0,-5 0-7 0,-5-4 15 16,9 6-19-16,-9-6 5 0,0 0-17 0,0 0 14 15,-6-7-20-15,-2 0 14 0,-2-6-18 0,0-2 2 16,-4-7-1-16,0-2 4 0,2-1 6 0,-1-1-33 15,6-1 41-15,0 4-36 0,5-1 40 0,-1 5-39 0,6 1 38 16,-1 2-33-16,5-2 29 0,-1 5-38 16,6 1 36-16,-1 1-38 0,3 3 40 0,2 2-40 0,1 2 38 15,1 1-37-15,1 3 35 0,1 2-33 16,0 1 37-16,2 2-39 0,-2 2 39 0,1 0-54 0,-1 1-3 16,-2 3-69-16,-1-1-67 0,-2 0-63 0,-2-1-68 15,-2 1-82-15,-3 2-95 0,0 0-55 0,-6-1-65 16,-1 0-59-16,-2 2-397 0,-3 1-675 0</inkml:trace>
  <inkml:trace contextRef="#ctx0" brushRef="#br0" timeOffset="8933.14">24093 17761 706 0,'-15'12'628'0,"1"-4"-109"0,4 0-77 0,0 0-70 0,1-1-18 0,1-2-10 0,2-1-14 0,6-4-21 16,-8 9 0-16,8-9-47 0,-1 7 1 0,1-7-54 15,6 6-10-15,-6-6-61 0,13 6-4 0,-2-4-25 16,1 3-28-16,0-4-8 0,2 4-16 0,-1-4-10 16,-1 3 16-16,2-2 5 0,-1 1 1 0,-1-2 14 15,-1 1 18-15,-11-2 10 0,19 0 20 0,-19 0 4 0,19-2 60 16,-10-3 0-16,-1-1-22 0,-3-3-22 0,0-3-26 15,0-4-8-15,-2-3-14 0,-4-2-21 16,-3-8-49-16,-4-6 39 0,-5-5-61 0,-4-3 42 0,-7-14-11 16,-6 0-11-16,-6-7-8 0,-2-3-46 0,-12-14 48 15,-4-1-40-15,-3 2-5 0,-2-3 0 0,-4 1 47 16,1-2-54-16,-2 1 45 0,-2-1-46 0,3 1 41 16,-1 2-42-16,4 2 39 0,-2 5-47 0,7 2 9 15,9 14 2-15,5 0 7 0,2 1 2 0,2 3-4 16,1 3 41-16,7 4-48 0,7 8 40 0,0 3-45 15,4 4 46-15,5 7-46 0,2 1 49 0,2 4-46 16,0 2 42-16,5 2-43 0,0 1 29 0,3 2-44 16,0 1 32-16,2 0-40 0,2 1 34 0,-1 2-38 15,3-3 40-15,2 6-34 0,2-4 43 0,1 1-39 0,0 1 48 16,2 2-39-16,-1-4 43 0,8 1-37 16,-2-2 37-16,6-2-37 0,1-1 43 0,8-6-37 15,5-3 38-15,0-2-38 0,12-10 46 0,2-1-37 16,5-1 5-16,2-2-23 0,3-6 36 0,17-6 13 15,0-2-7-15,5-1 34 0,3-1-34 0,-1 0 43 0,5 0-47 16,-3-1 36-16,0 0-41 0,-4 1 1 16,-3 1-1-16,-1 2-9 0,-16 10 29 0,-2 4-28 0,-5 1 28 15,-3 6 0-15,-6 2-6 0,-12 6-4 0,-5 4-5 16,-4 4-14-16,-8 2-19 0,-2 4-37 16,-4 1-15-16,-2 3-28 0,-10 5-36 0,4-6-38 15,-4 6-22-15,-11 0 1 0,-1 5-21 0,-1 1-25 0,-6 3-70 16,-1 1-63-16,-3 5-62 0,0 1-22 0,0 0-105 15,2 3-596-15,1-2-781 0</inkml:trace>
  <inkml:trace contextRef="#ctx0" brushRef="#br0" timeOffset="21615.83">26229 16067 631 0,'-9'-9'646'0,"9"9"-119"0,-6-6-90 0,6 6-114 0,-6-5-65 15,6 5-53-15,0 0-36 0,0 0-22 0,0 0 16 16,-6 8 10-16,6 3-7 0,2 0-9 0,0 5-16 16,2 1-18-16,3 3 3 0,1 2-12 0,-1 1-18 15,4 2-12-15,0-1-8 0,3 0-9 0,0 1-13 16,2-5-6-16,1 4 17 0,1-4-2 0,0-1-5 0,-2-1-9 16,0-2 22-16,-2-2 6 0,-3-1-9 15,1-4 4-15,-1 2 6 0,-1-3 6 0,-3-2 14 16,-1 1 13-16,1-1 35 0,-1-2 20 0,0 3 28 15,-6-7 31-15,8 6-47 0,-8-6 14 0,0 0-70 0,4-4 15 16,-7-5-66-16,-2-4 28 0,-4-8-42 0,0-7 38 16,-6-9-55-16,-3-5-2 0,-5-11-2 15,-4-4-7-15,0-6-6 0,-5-5-8 0,-8-19 28 16,-3-3-51-16,-1-1 32 0,0-3-58 0,-4 1 11 0,0 0 3 16,-3 0 9-16,1 2-6 0,-1 2 3 15,0 5 0-15,5 2 7 0,5 17-1 0,4 3 4 0,-1 2-26 16,3 6 33-16,3 5-27 0,3 2 31 0,5 12-25 15,3 5 31-15,6 5-30 0,2 3 27 0,0 5-26 16,4 2 32-16,-1 2-39 0,3 1 26 0,0 2-28 16,3 0 29-16,2 2-28 0,2 1 18 0,1 1-26 15,3-1 32-15,2-1-38 0,1 4 30 0,3-1-31 16,0-1 31-16,0 2-27 0,4 1 32 0,-3-1-33 16,3 1 35-16,-3 0-25 0,2 0 28 0,0 0 0 15,-2 1-2-15,1 1-3 0,-1-2 3 0,-2 1 0 16,-9 2-1-16,14-2 2 0,-14 2-2 0,14-3 1 15,-14 3 0-15,12-3 1 0,-12 3 2 0,9-2-5 16,-9 2 4-16,9-1 5 0,-9 1-2 0,9-3 1 16,-9 3 2-16,15-6 2 0,-5 0-1 0,3 0 0 15,4-3 2-15,4-1-1 0,5-4-5 0,6-3 3 16,5-2 38-16,1-2-43 0,12-5 35 0,2-3-43 16,0-2 41-16,4-1-44 0,3-3 3 0,1-3 5 15,2 1 0-15,2-1 0 0,-1 1 0 0,-1-2 1 16,1 3 5-16,-4 3-9 0,-4 2-4 0,-7 1-24 15,-7 8 19-15,-6 2-33 0,-9 6-6 0,-2 0-57 16,-5 3-60-16,-6 4-42 0,-2 2-24 0,-11 5-13 16,8-3-20-16,-8 3-30 0,-8 7-40 0,-3 1-29 15,-5 6-36-15,-3 3 15 0,-3 7-58 0,-5 2-47 16,3 2-42-16,-3 2-347 0,1 4-440 0</inkml:trace>
  <inkml:trace contextRef="#ctx0" brushRef="#br0" timeOffset="22198.83">26362 15040 123 0,'0'0'706'0,"0"0"-218"0,0 0-93 0,0 0-104 0,0 0-8 0,-6-4-56 0,6 4 8 0,-4-7-10 15,4 7 9-15,-6-9-1 0,6 9 5 16,-5-8-4-16,5 8-33 0,-4-7-27 0,4 7-42 0,-3-4-20 15,3 4-26-15,0 0-14 0,0 0 1 0,0 0 23 16,-4 4-26-16,7 6 11 0,-1 2-29 0,2 2-10 16,0 3-5-16,4 2-11 0,-2 1-3 0,0 1-4 15,2 1-8-15,1 0 4 0,-1-1-1 0,-2 0-5 16,1-2 13-16,-2-2-12 0,2-3 26 0,-4 0-18 16,1-3 39-16,0-1-14 0,-1 0 21 0,0-1 7 15,0-2 17-15,-2 1 12 0,-1-8 3 0,1 8-18 16,-1-8-16-16,0 0-8 0,-5-6-7 0,1-1-5 15,-1-3-29-15,-3-5 20 0,-2-4-12 0,1-1-4 16,0-7 30-16,-2 0-51 0,2-1 39 0,0 1-51 16,-1 0 42-16,3 6-44 0,1 1 43 0,1 5-47 15,-1 0 41-15,3 2-51 0,-1 2 41 0,0 3-49 0,4 8 52 16,0-7-40-16,0 7 45 0,0 0-42 16,15 4 47-16,-7 2-44 0,4 3 40 0,2 0-41 15,2 1 42-15,2 0-40 0,2 0 2 0,0-1 3 16,0 0 1-16,2-2 9 0,-2-1-3 0,1-1 1 0,-1 0 36 15,-2-4-39-15,1-1 36 0,-1-3-42 16,-1 0 42-16,-1-3-47 0,0-2 46 0,-1-1-40 16,-1-4 42-16,-4 1-45 0,2-5 42 0,-6 3-40 15,-2-1 38-15,1-4-39 0,-5 0 39 0,-2-4-42 0,-2 1 43 16,-3-1-42-16,0-5 39 0,-5 5-37 0,2 1 37 16,-1 1-37-16,0 2 0 0,2 2 4 15,0 1 2-15,1 3-1 0,0 1 0 0,3 2-5 16,-1 3-38-16,3-3-41 0,-4 3-54 0,5 1-51 0,-1 1-20 15,3 5-68-15,0 0-90 0,2-7-62 0,-2 7-82 16,12 1-139-16,-12-1-481 0,16 6-752 0</inkml:trace>
  <inkml:trace contextRef="#ctx0" brushRef="#br0" timeOffset="22398.75">26933 14851 699 0,'9'4'806'0,"-2"-1"-180"0,-1 2-144 0,-6-5-103 0,10 5-73 0,-10-5-50 16,8 4-36-16,-8-4-22 0,0 0-18 0,10 1-17 16,-10-1-37-16,14-5-25 0,-5 0-18 0,0-4-18 15,4 0-18-15,0-3-7 0,2-3-11 0,-1 2-5 16,0-1-20-16,0 0-71 0,-1-4-91 0,2 2-96 16,-4-1-43-16,1-1-75 0,-3 3-59 0,-1 1-27 15,-1-1-422-15,-2 0-436 0</inkml:trace>
  <inkml:trace contextRef="#ctx0" brushRef="#br0" timeOffset="22750.34">27193 14574 549 0,'0'0'492'0,"0"0"-22"0,-1-6-65 0,1 6 0 16,0 0-48-16,0 0-29 0,0 0-15 0,0-6-21 15,0 6-25-15,0 0-22 0,0 0-19 0,0 0-32 0,0 0-8 16,1-7-40-16,-1 7-20 0,0 0-12 16,8-4-23-16,-8 4-16 0,11-2-18 0,-11 2-7 15,13 2-14-15,-5 0-7 0,2 2-6 0,-1 3-3 0,2 0-7 16,-1 3-1-16,1 0-3 0,0 4 33 15,1 0-43-15,-2 0 30 0,-1 0-40 0,0 0 38 0,-2-2-33 16,-2-1 39-16,1-2-25 0,-1 0 102 16,-1-2-16-16,1 0 95 0,-3-2-2 0,-2-5 0 0,0 0-56 15,0 0-2-15,0 0-30 0,0 0 29 0,-12-7-37 16,6-3-23-16,-1-3-5 0,0-2-10 0,-3-3-11 16,5-3-28-16,-1-2 22 0,0 2-7 0,3-2-2 15,0 0-7-15,2 5-5 0,1 0-7 0,1 1 0 16,0 1 29-16,4 2-46 0,1 3 41 0,0 1-50 15,2 6 40-15,2-2-43 0,1 3 41 0,3 6-40 16,2-2 6-16,2 4 3 0,0 1 1 0,2 4 5 16,0 1-2-16,-2 1-21 0,3 4-32 0,-1 0-48 15,-2 1-75-15,-1-1-7 0,-3-1-83 0,-4 1-57 16,3 3-102-16,-7 0-101 0,-1-1-37 0,-2 1-132 16,-3 0-550-16,-3 2-861 0</inkml:trace>
  <inkml:trace contextRef="#ctx0" brushRef="#br0" timeOffset="23015.31">26617 15505 340 0,'-30'24'777'0,"0"-4"-187"16,3 1-122-16,7-4-106 0,1 2-86 0,5-3-50 0,1-2-40 0,6-1-32 0,4-2 27 16,1-5 33-16,4 2-5 0,5-3-5 15,5-5-15-15,4 0-46 0,9-8-19 0,14-8-5 16,12-8-14-16,5-5 16 0,5-7-30 0,6-4 14 15,17-12-41-15,1-4 5 0,4-1-6 0,4-3-8 0,1-3 29 16,1-1-38-16,1 2 80 0,-4 2-64 0,-5 1 34 16,-4 4-65-16,-18 13-2 0,-6 4-5 0,-5 4-6 15,-8 7 3-15,-13 5-16 0,-2 3-46 16,-8 4-34-16,-7 7-31 0,-7 1-42 0,-9 7-88 0,0 0-106 16,0 0-84-16,-7 14-66 0,-11 1-91 15,-9 7-521-15,-6 5-719 0</inkml:trace>
  <inkml:trace contextRef="#ctx0" brushRef="#br0" timeOffset="23565">26887 15838 553 0,'-6'10'741'0,"1"-2"-170"0,-1-2-115 15,2 0-114-15,1-1-66 0,3-5-53 0,0 11-40 16,3-5-8-16,3 2-20 0,-1-1 4 0,4 0-15 15,0 4-29-15,2 0-15 0,1-2-6 0,1 6-9 16,1-2-14-16,-1 1 0 0,1 0-7 0,0 2-8 16,0 0-7-16,-3-1-4 0,2 0 15 0,-1-2-6 15,-3 0-12-15,-2-2-4 0,2 0-4 0,-2 0-3 16,-1-2 4-16,-1-3 4 0,-1 2 27 0,1-3 9 16,-4 1-29-16,-1-6 8 0,0 8-29 0,0-8 19 15,-10 5-20-15,10-5 65 0,-14-5-53 0,6-1 61 0,-4-2-57 16,1-3 11-16,-3-2 9 0,4-1-12 15,0-2 34-15,1-1-59 0,1-1 42 0,3 2-49 16,4 0 42-16,-2 1-58 0,3 1 44 0,0 1-49 16,3 1 42-16,1 0-54 0,2 0 48 0,3 1-55 0,1 2 54 15,1-1-50-15,1 2 49 0,2 1-51 0,2-1 50 16,-1 2-50-16,2 2 49 0,-1-1-53 0,3 0 56 16,-2 2-57-16,2-2 52 0,0 2-47 0,-3 0 48 15,0 0-53-15,1-1 56 0,-4 3-2 0,-2-4-7 16,1 4 37-16,-1-2 47 0,-2 0-39 0,-1-4 22 15,-2 1-50-15,-1-2 36 0,0-2-38 0,-3-1 35 16,-2-1-32-16,-2-2 36 0,-1-4-43 0,-1 3 31 16,-4-3-40-16,0-3 54 0,1 0-37 0,-3 2 37 15,1 0-47-15,0 0 26 0,0 1-48 0,0 1 37 16,1 4-44-16,3-1 35 0,-2 3-43 0,1 1 4 16,1 1-6-16,1 0-1 0,2 2-7 0,-2 0-37 15,1 0-55-15,1 1-70 0,2 6-65 0,-3-9-17 16,3 9-26-16,4-8-75 0,-4 8-93 0,9-5-29 15,-9 5-94-15,14 0-106 0,-14 0-439 0,14 1-739 16</inkml:trace>
  <inkml:trace contextRef="#ctx0" brushRef="#br0" timeOffset="23898.85">27516 15560 633 0,'12'6'820'0,"-12"-6"-193"0,6 2-145 0,-6-2-108 15,8 5-75-15,-8-5-58 0,11 4-41 0,-11-4-16 0,14 2 16 16,-14-2 0-16,22 0 15 0,-9-3-41 0,3-2-21 16,4-1-2-16,1-1-42 0,0-3 5 15,-1-1-46-15,5-2 13 0,-4-1-43 0,2-2 25 16,-5-1-43-16,1-1-4 0,-2-1-2 0,-3 2 1 0,-2-2 1 16,-2 0 8-16,-3-1 33 0,0-1-4 0,-3 4 19 15,-2-1 12-15,-2 2-19 0,-1-1-6 0,-2 2 48 16,-2 1-12-16,1 3 45 0,2 0-50 0,-3 1 15 15,1 3-55-15,4 7 23 0,-5-8-34 0,5 8 43 16,-3 6-38-16,3 3 4 0,3 5-4 0,1 4-10 16,3 3 26-16,2 9-48 0,5 3 34 0,2 2-42 15,-2 0 29-15,4 1-37 0,-2 0 34 0,2-1-46 16,-1-2-2-16,-1-1-87 0,-2-3-37 0,-1-6-95 16,-1 1-67-16,0-4-119 0,-3-2-109 0,-1-4-46 15,0-1-166-15,-3-4-504 0,-3-2-857 0</inkml:trace>
  <inkml:trace contextRef="#ctx0" brushRef="#br0" timeOffset="25615.84">28024 13996 50 0,'0'0'535'0,"-9"-3"-126"0,9 3-70 0,-12-4-58 0,6-2-50 0,-2 0-24 0,0 1-23 15,-4-2-22-15,1-1-10 0,-4 0-8 0,1-2-10 16,-4-1 11-16,0-1-25 0,-2 2 0 0,-4-3-21 0,-2-2 1 15,-1 2-24-15,-2 0-5 0,-6 0-13 0,-2-3-1 16,1 4 18-16,-1 0 18 0,-1 0 3 0,-3 2-9 16,0-1-16-16,0 3-10 0,-5 0-7 15,0 2 14-15,-2 1-11 0,-1-1-6 0,-3 3-4 0,-2-1-6 16,-1 0 9-16,-2 3-7 0,0-1-7 0,-3-1-8 16,0 1-2-16,1 2-4 0,-3 0 10 0,-1 0-1 15,2 0-2-15,-2 0-6 0,0 1-2 0,1 2-4 16,-1-1-5-16,-1 1-1 0,-8 1-2 0,10 0 7 15,2 2-9-15,0 0-1 0,-9 0-2 0,12 3 1 16,-1-1-1-16,-6 3-2 0,12-1 5 0,-1 2 4 16,1 0 2-16,-7 4 13 0,-1 0-9 0,3 3 4 15,2-1 11-15,6-1 7 0,3 1-16 0,-1-1 16 16,2-2-29-16,-1 4 7 0,3 0-10 0,-3-1 5 16,2 0-8-16,-2 0 6 0,1-1-15 0,1-2 15 15,0 1-10-15,2-1 11 0,-1-2-7 0,-1-1 9 16,2 1-13-16,1-2 8 0,-1 0-14 0,0-1 16 15,0-2-10-15,-1 1 14 0,0-1-13 0,-2 3 10 16,1-3-12-16,-1 4 11 0,-2-1-17 0,-1 3 21 16,-2 1-20-16,2 0 4 0,-10 3 3 0,3 2-6 15,-1-1 2-15,10-3 0 0,-4 0 0 0,4 1 0 16,0-1 2-16,-1 2-3 0,2 2 6 0,-1-2-4 16,3 1 1-16,-1 0 1 0,2 1-1 0,1 2-3 15,1 1 4-15,1 2 0 0,2 0 11 0,-5 5-13 16,6-3 14-16,-5 6-11 0,9-4 38 0,0 0-22 15,0 0-5-15,0 1 13 0,2 1-20 0,0 0 18 0,-2-2-12 16,3 0 11-16,-2 1-4 0,3 0-5 16,-3-1 0-16,2 0-2 0,3 2-4 0,-3 1 35 15,0 2-6-15,-3 7 24 0,5-6-2 0,1 1-16 16,-1 1 40-16,3-1-39 0,1 2 36 0,3-2-46 0,-1 0 41 16,5 0-55-16,-2 0 40 0,2-1-59 0,2 0 41 15,3 2-50-15,-2-1 54 0,5-4-60 16,3 0 53-16,-1-1-38 0,3-1 11 0,-2 3-4 0,4-3 8 15,2-3-7-15,3 4-3 0,0 1-2 0,1 1 50 16,3-1-51-16,3 5 40 0,2 0-52 0,1 0 47 16,4 1 1-16,2 1-4 0,1 0-7 15,3 6 0-15,4 3-3 0,-2-3-1 0,2 1 1 0,-1-1-31 16,0 1 40-16,-4-9-32 0,2 8 12 0,-2-5-5 16,5 6 40-16,-7-7-36 0,6 5 30 0,-6-4-1 15,1 1-5-15,-1-1 2 0,3 7-4 0,-3-7-1 16,4 8-3-16,-5-8 0 0,2 0-3 0,-2-1-3 15,1 0-3-15,-1-3-2 0,2 2 1 0,-3-3-6 16,4 0 2-16,0-1-1 0,-2-2-1 0,3-3 7 16,0 1-5-16,0-1-3 0,3-2 2 0,-2-1-3 15,3 1 1-15,-1-4 0 0,3-1 15 0,0 0-18 0,0-1 13 16,1-3-19-16,1 1 17 0,1-2-18 16,0-2-3-16,4 0 17 0,-1-1-18 0,1 0 16 0,-1-1-20 15,2-3 16-15,3 2-16 0,-2-1 15 0,0 0-20 16,1 1 21-16,1 0-17 0,-3-1 18 0,2 1-19 15,-1 0 19-15,0-1-17 0,0 0 15 0,-7-1-18 16,3-1 16-16,-3 0-13 0,2-2 18 0,-1-1-20 16,2 0 19-16,-2-1-17 0,3-1 15 0,0-2-15 15,2-2 21-15,2 0-19 0,2-2 19 0,6-3-16 16,2-1 18-16,3-1-16 0,0-1 15 0,1-3-15 16,9 0 23-16,-7 1 0 0,7-3 19 0,-9 3 8 0,1-2 9 15,-1 2-6-15,0-1-10 0,-2 1-2 0,-1 0-10 16,-1 1-4-16,-1-1-4 0,-2-1 0 0,0 1-3 15,-2-2-3-15,-2-1 29 0,1 1-5 0,-1 1-1 16,0-4 1-16,-1 3-40 0,2-2 28 0,-1-1-31 16,1 1 0-16,-3 0 0 0,3-2 0 0,-1 1 0 15,-1-3 0-15,4 4 0 0,-5-3 0 0,5 0 0 16,-1 1 0-16,-2-1 0 0,3 0 0 0,-1-1 0 16,0 2 0-16,0-3 0 0,-1 1 0 0,2-1 0 15,-2 1 0-15,-1-1 0 0,-2 0 0 0,1 0 0 0,-1-2 0 16,0-1 0-16,1 0 0 0,4-6 0 15,1-1 0-15,-2 1 0 0,2-3 0 0,0 1 0 0,1 1 0 16,-2-2 0-16,1 2 0 0,0-2 0 16,0 1 0-16,-2 2 0 0,-5 4 0 0,-1 0 0 0,-2 1 0 15,1 1 0-15,-3-2 0 0,0 2 0 0,0 0 0 16,-2-2 0-16,0 4 0 0,-1-4 0 0,0 2 0 16,-2-2 0-16,0-2 0 0,0-2 0 0,0 2 0 15,-3-4 0-15,3-1 0 0,-2 0 0 0,-1-1 0 16,-2-3 0-16,3 0 0 0,-1-1 0 0,-1 1 0 15,-1-1 0-15,2 0 0 0,-4 0 0 0,1 2 0 16,1-2 0-16,-4 1 0 0,1 0 0 0,-3-1 0 16,0 3 0-16,-1 0 0 0,0-1 0 0,-1-1 0 15,-1 1 0-15,-3-1 0 0,1 0 0 0,-2-1 0 16,-1 0 0-16,3-2 0 0,-5 2 0 0,0-4 0 16,1 1 0-16,-2-1 0 0,0-2 0 0,-1-1 0 15,-3-3 0-15,1 0 0 0,-2-2 0 0,-2-1 0 16,-1-2 0-16,-1-1 0 0,-2-2 0 0,-2-1 0 15,-2 1 0-15,-2-6 0 0,0 10 0 0,-3-1 0 0,-1 3 0 16,1 1 0-16,-5 1 0 0,0 2 0 16,-2 5 0-16,-1-3 0 0,-1 4 0 0,0 1 0 0,-4 1 0 15,1 2 0-15,0 2 0 0,-3 2 0 16,0 1 0-16,-2 2 0 0,-3 1 0 0,-2 2 0 0,0 1 0 16,-4 1 0-16,1 0 0 0,0 2 0 0,-2 0 0 15,-2 2 0-15,4 0 0 0,-2 1 0 0,1 1 0 16,2 1 0-16,0 0 0 0,3 1 0 0,3 2 0 15,1 0 0-15,3 1 0 0,4 2 0 0,-1 0 0 16,3 1-75-16,-1 0-80 0,1-1-42 0,5 3-14 16,-2 1-101-16,-1 0-29 0,2 0-42 0,-3 1-82 15,-1 1-90-15,-3-2-79 0,-4 2-174 0,-1 0-474 16,-7-2-890-16</inkml:trace>
  <inkml:trace contextRef="#ctx0" brushRef="#br0" timeOffset="27881.74">21140 14247 61 0,'0'0'444'0,"0"0"-128"0,-13-1-75 0,13 1-42 16,-10-3-45-16,10 3-28 0,-14-3-24 0,5 0-21 16,0 1-10-16,-2-1-6 0,-1-1-13 0,-3 0 20 15,0-2 8-15,-2 0 1 0,-2-1-12 0,-3-2-11 16,0-1-17-16,-2-4-2 0,-3 1-13 0,-6-2 2 15,0-1-3-15,-4-1 9 0,2 0-25 0,-4 0 18 16,0-1-35-16,-3 0 31 0,-1 1-4 0,-2 1 25 16,0-2-14-16,-2 0 16 0,-8 0-28 0,-1 0 20 15,-2 0-9-15,-2 2-2 0,0 1 5 0,8 3-3 0,-1 1-3 16,0-1-2-16,-1 3-4 0,-1-2-13 16,4 2 5-16,-3 0-2 0,3 0 1 0,0 1-4 0,0 1-1 15,0 0-1-15,2-1-2 0,-2 1 6 0,4 0 0 16,-2-2 1-16,-2 4 4 0,4-3-1 0,-2 0-17 15,1 1 18-15,-1 1-6 0,2-1 3 16,-2 0-2-16,1 2 0 0,0 0-3 0,1 1-3 0,6 0 0 16,0 2-7-16,0 1 2 0,0 0 3 0,2-1-1 15,-3 2 1-15,1 0-2 0,1 2-2 0,-1-1 3 16,3 0-5-16,0 1 5 0,-1 1-1 0,0 1-2 16,-1-1 3-16,4 2-1 0,-3 1 1 0,-5 1-5 15,3 0 5-15,0 2-1 0,3 0 0 0,-3-1 2 16,7 0 0-16,-1 1-2 0,2-4 0 0,-2 3-2 15,1 0-2-15,1 0 1 0,0 0 0 0,-1-1-20 16,1 1 24-16,0-1-24 0,0 2 25 0,-1-1-17 16,0 0 20-16,-7 2-19 0,4 1 18 0,-3 0-18 15,3 0 24-15,-2 0-22 0,2 3 20 0,-2 0-21 16,3 0 21-16,-1 2-20 0,3 0 19 0,-3 2-20 16,1 2 23-16,0-1-25 0,4 1 25 0,-4 4-21 15,3 0 22-15,0 1-23 0,0 2 25 0,-3 0-24 16,4 3 22-16,-1-3-20 0,2 5 18 0,-1-4-1 15,0 2 5-15,4 1 21 0,-1-3-3 0,4 2-12 16,-2-1-14-16,3 0 17 0,3-4-23 0,3-2 21 16,0 2-22-16,0-1 18 0,4 0-22 0,2 2 26 15,-3-3-26-15,5 2 24 0,-2 3-25 0,3-2 21 0,2 3-20 16,0 0 24-16,0 1-33 0,0 2 52 0,2-2-5 16,3 3 7-16,-1 1-21 0,0 0 12 15,2 0-3-15,1 2-5 0,0 2-2 0,3-2-8 16,-2 2 6-16,0 0-14 0,2 5 13 0,1 0 32 0,-2-5-6 15,2-2-11-15,0 0-1 0,2-2-7 0,-3 1-2 16,2-1 29-16,-1-1-10 0,0-2-5 16,1-1-10-16,-1 1 35 0,2-2 4 0,-2-4-13 15,1 1-10-15,0-4-7 0,0 3-7 0,-1-1-2 0,3 0-4 16,1-1 40-16,-3 1-16 0,3 3-3 0,2-1-12 16,-1 2-1-16,3-2-10 0,-1 0 7 0,-1 0-9 15,2-1 5-15,2 3 3 0,0-3 15 0,0 2-8 16,0-2-5-16,3 0-4 0,-2 0 1 0,4 2-5 15,-2-3 25-15,2 0-6 0,3 2-7 0,-4-5-7 16,2 1-3-16,2-3-3 0,-2 0-5 0,3-1-2 16,2 0 5-16,-1-2 1 0,-1 1 4 0,3-1 1 15,-1 0 0-15,2-2-4 0,1 1-4 0,-1-1 0 16,1-2-2-16,1 0-3 0,1-1-2 0,0 0-1 16,1-2 2-16,2 1-3 0,-1-1-1 0,3-1 4 15,1 0-4-15,-2-2 2 0,8 2-3 0,2 0-1 16,-7-2 24-16,1-2-25 0,8 2-1 0,-1 1 0 15,-6-3-1-15,6 1 2 0,2 0 0 0,-2 0 1 16,-4-2-1-16,0 0-1 0,0-1 2 0,1-1 1 0,0-1 0 16,0 1 2-16,3-2 0 0,4 0 1 15,0-3-1-15,0 1 13 0,2-2-5 0,0-1-2 16,1-1 1-16,1-1-1 0,1-1 2 0,3-1 9 16,7-3 11-16,0 0 3 0,0 0 4 0,-1-2-19 0,-1 0-1 15,0-1 10-15,-2 1-5 0,0-1-5 0,-12 1 0 16,11-2 4-16,-4-2-2 0,3 1 16 0,-2-1 1 15,-9 1-6-15,0 2-2 0,-2-2-6 16,10-4-29-16,-8 5 50 0,5-5-39 0,-8 3 39 0,1-1-46 16,0 1 44-16,-2-2-47 0,-1 0 9 0,2 0 1 15,3-5-6-15,-4 4 11 0,5-3 8 0,0-4 5 16,-3 2-5-16,4-3 44 0,-3-1-61 0,2-1 47 16,1 0-58-16,-3-4 56 0,2 3-52 0,-3-3 48 15,1-1-49-15,-4 2 45 0,0-3-50 0,-1 1 46 16,-1-1-53-16,-4 1 55 0,-4 5-49 0,-3 0 1 15,-1 2 6-15,-2 0 4 0,-1-1 0 0,-2 2 0 16,0 2 3-16,-2 0-3 0,-2-2 4 0,-3 5 1 16,4-7-2-16,-5 6 0 0,0 0 0 0,-2-1 1 15,1-2 1-15,0 1-4 0,-1-6 4 0,1 3-8 16,-2-4-2-16,0-1-1 0,-1-2 6 0,-2-1-2 16,-2-1 2-16,1-3 2 0,-3 1-21 0,-1-1 23 15,-3-3-12-15,2 1 9 0,-2-2 3 0,-1-1-5 16,-3 0-4-16,0-2 10 0,-4 1-8 0,-2 1-1 0,-1 0 2 15,-3 3-2-15,-3 0 1 0,-1 4 1 16,-2 2 1-16,-3 3-1 0,-2 2-2 0,-2 1 0 16,-2 4-3-16,-4 3 3 0,-1 4-6 0,-2 3-11 15,-5 4-33-15,-3 5-23 0,-1 4-44 0,1 4-43 0,-3 5-48 16,-5 3-54-16,0 6-70 0,1 0-24 0,-7 7-100 16,-1 5-90-16,2 2-494 0,3 1-663 15</inkml:trace>
  <inkml:trace contextRef="#ctx0" brushRef="#br0" timeOffset="29431.57">20191 14391 252 0,'9'-1'328'0,"-9"1"-103"0,0 0-105 0,0 0-118 0,11-1-134 15,-11 1-119-15,0 0 80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26:25.630"/>
    </inkml:context>
    <inkml:brush xml:id="br0">
      <inkml:brushProperty name="width" value="0.05292" units="cm"/>
      <inkml:brushProperty name="height" value="0.05292" units="cm"/>
      <inkml:brushProperty name="color" value="#FF0000"/>
    </inkml:brush>
  </inkml:definitions>
  <inkml:trace contextRef="#ctx0" brushRef="#br0">25482 4731 149 0,'-12'3'475'0,"1"-2"-96"16,-2 0-76-16,0 2-31 0,-1-2-25 0,1 0-10 0,2 0-8 15,-1 0-12-15,12-1-2 0,-18 2-6 0,18-2-12 16,-16 0-21-16,16 0-32 0,-12-2-31 0,12 2-17 16,-1-8-23-16,1 8-14 0,6-12-9 15,1 4-7-15,2-2-16 0,5-3-1 0,0 0-4 16,4 1-4-16,-2-2-7 0,7-3 1 0,-1 3-3 16,0 1-3-16,-4 0-3 0,1 2-3 0,-4 3 0 15,-1 1-2-15,0 1 1 0,-2 1 0 0,-3 3 3 0,-9 2 4 16,15 0-5-16,-15 0-2 0,10 8 3 15,-10 0 1-15,1 1-1 0,-2 4-2 0,-3 1 0 16,-4 5 6-16,0-2 1 0,-1 2 3 0,-4 1-5 16,0 1 2-16,-2 1-3 0,2-3 4 0,-1-1-8 15,0-1 8-15,1-1-9 0,-1-2 8 0,5-2-9 16,-1-1 10-16,1-2-8 0,0 0 5 0,5-4-3 0,-1 2 10 16,5-7-9-16,0 0 8 0,0 0-9 15,8 2 4-15,2-5-5 0,3-4-3 0,4-1 8 16,4-1-8-16,1 1 9 0,1 0-11 0,5 1 8 15,0 1-4-15,0 2 20 0,0 3-2 0,2 2 13 16,2 4-12-16,-2 4 18 0,1 3-2 0,0 7 3 16,-2 0-13-16,-6 4 1 0,0 3 6 0,-5 3 24 15,-3-3-5-15,-6 3-6 0,-2 2-6 0,-5-1-11 16,-2 3 9-16,-5-1 19 0,-5 4 14 0,-5-1-6 16,-3-1 19-16,-5-4-3 0,-3 1-9 0,1-5 16 15,-5-2-21-15,0-3 24 0,-1-3-41 0,3-5 34 16,-2-5-48-16,6-2 37 0,-2-3-47 0,5-3 32 15,-1-3-50-15,3-3-15 0,0-5 3 0,5-2-7 16,1-4-10-16,5-3 0 0,4-1 33 0,3 2-29 16,4-4 24-16,3 3-28 0,3 0 24 0,4 2-4 15,0 4 0-15,3 3-4 0,1 4 1 0,1 2 5 16,0 4-21-16,2 5 35 0,3 4-29 0,-1 1 37 16,2 5-29-16,0 4-1 0,3 5 28 0,-1 1-32 15,-3 1 33-15,-1 0-32 0,-3-1 29 0,-3-3-33 16,1 0 20-16,-4-5-54 0,-1-2-50 0,-3 0-72 15,0-2-87-15,0-3-84 0,-2 0-82 0,-5-5-144 16,-2-4-585-16,8 5-766 0</inkml:trace>
  <inkml:trace contextRef="#ctx0" brushRef="#br0" timeOffset="366.97">26438 4831 95 0,'-11'1'754'0,"11"-1"-161"0,-19 0-117 16,19 0-71-16,-15 0-89 0,15 0-38 0,-12-1-3 16,12 1-6-16,0 0 1 0,-14-1 2 0,14 1-32 15,0 0-33-15,-1-8-39 0,6 2-29 0,8-4-28 16,4-2-21-16,6-4-19 0,8-3-13 0,5-2-12 16,0-1-10-16,4 2-23 0,-2 1 14 0,-1-1-18 15,-2 4 3-15,-1-2-57 0,-6 6-60 0,-2 0-91 16,-6 3-101-16,-4 3-35 0,-4 2-74 0,-12 4-63 15,0 0-80-15,11 4-341 0,-17 0-450 0</inkml:trace>
  <inkml:trace contextRef="#ctx0" brushRef="#br0" timeOffset="516.61">26360 4998 480 0,'0'8'597'0,"0"-8"-144"15,7 8-99-15,-7-8-51 0,18 1-39 0,-2-3-31 16,7-4-19-16,5-2 4 0,10-5 1 0,3-3-2 15,4-1-31-15,7-7-29 0,-1 2-37 0,-9 3-21 16,-1-1-65-16,-2 4-105 0,-5 0-112 0,-6 2-79 16,-2 2-129-16,-7 3-176 0,-5 0-277 0,-5 1-385 15</inkml:trace>
  <inkml:trace contextRef="#ctx0" brushRef="#br0" timeOffset="1700.61">27521 4378 459 0,'0'0'569'0,"-14"0"-137"0,14 0-94 0,-14-5-14 0,14 5-18 0,-16-6-23 0,8 2-10 0,0 0-24 15,-2-2-19-15,4 3-10 0,-1-5-14 16,1 2-55-16,3-1-24 0,-2-2-31 0,5-2-14 16,3 0-26-16,2-2-4 0,3 1-20 0,3-4-4 0,7 1-9 15,4-1 5-15,1 1-15 0,4 5 4 16,-1-1-9-16,1 5 5 0,-1 1-7 0,-1 4 7 0,3 2-8 16,-5 4 8-16,3 1-8 0,1 5 5 15,-2 1-1-15,-3 3-1 0,-3 2-5 0,0 1 6 16,-3 1-6-16,-5 0 2 0,-1-2 2 0,-2 1-1 0,-3-1 0 15,0-3-2-15,-2 1 6 0,-2-3 2 0,-2 1-2 16,0-3 4-16,-4 0 7 0,1-3 7 0,-1-1 6 16,-2-1-4-16,7-5 14 0,-13 2 1 15,13-2-10-15,-14-7-6 0,9-1 0 0,1-3-6 16,0-3 1-16,3-4-15 0,1-1-3 0,4-6-10 0,-1-2 8 16,2-2-10-16,1-3 8 0,-2 3-6 15,2 4 18-15,-2 4-20 0,0 1 10 0,-1 3-8 16,-1 1 8-16,1 4-7 0,-1 0 8 0,0 1-8 15,0 3 7-15,0 0-11 0,-2 8 17 0,5-5-12 16,-5 5 9-16,0 0-7 0,12 9 9 0,-8-3-9 16,1 2 11-16,3 3-7 0,1 2 7 0,0-1-10 0,-1 2 9 15,4 2-7-15,-3-3 10 0,3 1-4 0,-1 0-2 16,-2-4-10-16,3 0-31 0,-1 3-69 0,1-5-65 16,-1 0-58-16,1-3-72 0,-2-1-37 15,1-1-86-15,-11-3-92 0,18-3-366 0,-9-1-443 16</inkml:trace>
  <inkml:trace contextRef="#ctx0" brushRef="#br0" timeOffset="1933.69">27608 3900 478 0,'-20'1'450'0,"2"1"-72"0,1 1-82 0,3-2-14 0,1 1-11 0,1-1 20 0,12-1 13 16,-18 2 7-16,18-2 7 0,-15 0-41 15,15 0-42-15,0 0-50 0,-2-9-31 0,9 4-36 16,5-4-30-16,2-2-17 0,7-2-19 0,4-3-6 16,6-3-7-16,2-1-10 0,0-1-1 0,1 2-11 15,0 0-9-15,-2 0-45 0,-5 3-73 0,-3 2-74 0,-1 0-65 16,-3 5-45-16,-3-1-98 0,-4 4-69 0,-1 2-480 16,-2 0-516-16</inkml:trace>
  <inkml:trace contextRef="#ctx0" brushRef="#br0" timeOffset="2148.98">28237 4134 526 0,'10'5'775'0,"0"-4"-148"15,-10-1-130-15,16 0-109 0,-7-2-42 0,1-1-40 16,-1 0-43-16,1-2-21 0,0-1-40 0,2-2-28 15,1 2-49-15,2-5-17 0,2 3-34 0,3-2-8 16,0-1-46-16,5-2-95 0,-2 1-116 0,2 1-112 16,-4-2-64-16,-1 4-149 0,3-5-509 0,-5 1-636 15</inkml:trace>
  <inkml:trace contextRef="#ctx0" brushRef="#br0" timeOffset="3232.79">28926 4078 529 0,'1'10'573'0,"0"-2"-126"0,1 0-91 0,0-2-19 0,-2-6-25 0,0 10-3 16,0-10 27-16,3 7-25 0,-3-7-18 0,0 0-33 15,0 0-41-15,0 0-52 0,0 0-9 0,4-11-10 16,-3 2-1-16,-1-4-34 0,0-3 0 0,0-3-39 15,-1-5 4-15,-1-2-5 0,0-6-11 0,-3-3-37 16,1-6 17-16,-3-1-9 0,1-3 19 0,-2 0-37 16,-2-3 20-16,0-2-30 0,-2 2 16 0,-3 1-24 15,4 1 29-15,-5 3-37 0,2 1 34 0,0 4-35 16,4 10 27-16,0 1-28 0,1 6 24 0,1 3-26 0,3 1 18 16,-2 6-24-16,4 3 21 0,3 8-16 15,0 0 26-15,-8 5-23 0,8 7 22 0,0 4-19 16,5 8 26-16,3 6-22 0,3 7 33 0,3 2-28 15,2-1 13-15,2 0 7 0,0-2-29 0,3 0 29 16,0-3-7-16,-1-1-1 0,3-3-1 0,0 1-3 16,-5-8 1-16,4-4 0 0,-2 0 2 0,-2-4-4 0,1-3 13 15,-2 1-3-15,0-6 0 0,-2-3 5 16,0-2-2-16,-3-1 1 0,2-3-5 0,-1-1-4 16,-1-3-3-16,-1-4 0 0,-4 0-6 0,-2-3-2 15,0-2 24-15,-3-1-33 0,-4-1 23 0,-3 0-28 16,0-1 27-16,0 3-26 0,0-1 25 0,0 3-26 15,0 1 23-15,0 1-26 0,1 1 27 0,0 3-31 16,0 2 30-16,2 0-30 0,2 6 31 0,0 0-28 16,0 0 32-16,-7 5-25 0,7-5 24 0,3 12-26 15,-1-2 9-15,2 1 2 0,3 1 3 0,-1 0 6 16,3 1-4-16,-1-1 4 0,2 2-6 0,2-2-1 16,1 1-6-16,3 0 1 0,-2-1-12 0,2-2-27 15,-2-2-40-15,3-1-37 0,-2 0-38 0,1-3-55 16,-2 0-53-16,0-2-55 0,-1-1-53 0,-2-1-52 15,2-1-65-15,-3-1-66 0,-2-1-331 0,-8 3-449 16</inkml:trace>
  <inkml:trace contextRef="#ctx0" brushRef="#br0" timeOffset="3499.82">28279 4561 549 0,'-37'16'778'0,"8"-5"-194"0,1-1-118 0,5-1-116 0,3-2-69 16,5-1 2-16,2-1 10 0,6-2-5 0,7-3-16 16,0 0-25-16,7-5-64 0,11-4-23 0,17-6-46 15,11-2-4-15,16-8-21 0,11-3-16 0,22-9-11 16,2-2-9-16,5-4 4 0,4 0 15 0,2-3-36 16,-2 2 12-16,0-3-1 0,-3 2 24 0,-7 5-44 15,-4 2 0-15,-22 9-16 0,-6 4 16 0,-9 3-22 16,-11 5-32-16,-7 1-39 0,-8 6-34 0,-7 2-74 15,-7 4-105-15,-8-1-98 0,-7 5-86 0,0 0-109 16,-11 9-558-16,-10 1-744 0</inkml:trace>
  <inkml:trace contextRef="#ctx0" brushRef="#br0" timeOffset="4285.41">28086 5424 230 0,'7'-10'681'0,"-1"2"-143"0,0 3-138 0,-1-2-65 0,2 2-79 0,-1 1-30 0,-6 4-43 0,14-4-12 16,-14 4-2-16,16 1 0 0,-7 2-5 0,1 0 13 16,1 4-3-16,0 3-29 0,1-1-28 0,-1 4-23 15,1 1-18-15,0 2-10 0,-2 0-20 0,0 3-5 16,-1-1-10-16,-2 0-1 0,-2-4-10 0,-1 4 2 15,-1-3-10-15,-1 0 14 0,-1-1-18 0,-2-2 7 16,-2 0-8-16,-2-2 11 0,1 0-7 0,-4-4 7 16,1 1-1-16,-5-4 0 0,2-3 1 0,-3 0-5 15,-2-5 23-15,0-3 3 0,-3-2-8 0,2-3-4 16,-1-2 6-16,1-1 9 0,5 0-2 0,0 1-5 16,5 1-6-16,1-2-15 0,2 0 5 0,6 0-11 15,2 1 5-15,3-1-8 0,3 0 5 0,3 0-10 16,6-1 12-16,2 0-12 0,5 1 9 0,3-2-9 15,2 1 8-15,0 0 2 0,1 1-1 0,-1 0-3 16,1-1-3-16,-1 1 5 0,-4 2-3 0,-1-1-1 16,-3 1 2-16,2-1-2 0,-3 0-1 0,-3 0-1 15,-1 3 3-15,-5-1 2 0,-1 0-7 0,-1 1 11 16,-3-1-14-16,-3 1 13 0,2-1-16 0,-6 1 15 16,3 2-14-16,-3 0 11 0,0 0-12 0,-2 1 15 15,2 1-13-15,-1 1 9 0,-1 7-12 0,0-14 14 16,0 14-12-16,1-9 16 0,-1 9-6 0,0-10 22 15,0 10-14-15,1-7 16 0,-1 7-7 0,0 0 6 16,0-10-2-16,0 10-6 0,0 0 2 0,0-6-4 16,0 6 0-16,0 0 46 0,0 0-2 0,0 0-7 15,0 0 28-15,0 10 17 0,2 1 0 0,0-1-2 16,0 7 30-16,1 4 21 0,4 3-22 0,0 5 32 16,2 9 37-16,4 5 4 0,-1 3-33 0,0 1 65 15,6 9-38-15,-2 2 18 0,1 1-22 0,1-3-33 16,-2-1-122-16,-2-8-35 0,0-3 0 0,-3 0 0 15,3-1 0-15,-3-4 0 0,-2-1 0 0,-1-6 0 16,0-2 0-16,-1-2 0 0,-2-4 0 0,1-4-124 16,-3-4-164-16,0 0-32 0,1-4-28 0,-2-1-93 15,-2-5-152-15,0-6-87 0,0 0-76 0,0 0-717 16,0 0-1094-16</inkml:trace>
  <inkml:trace contextRef="#ctx0" brushRef="#br0" timeOffset="4633.71">29184 5530 659 0,'8'6'520'0,"-1"5"-71"0,-1-1-22 0,2 3-44 0,-4-2-50 0,3 1-35 0,-1 2-18 0,-1-4-7 0,3 2-16 16,-3 1-38-16,0-4-34 0,0 1-29 0,0-1-20 15,-1 0-21-15,1-2-7 0,0-1-8 0,-2 1 3 16,-1-2 18-16,-2-5 27 0,7 7-11 0,-7-7-25 15,0 0-19-15,0 0-19 0,0 0-1 0,1-8-2 16,-5-1-6-16,0-3-13 0,-1-4-14 0,-5-3-3 16,1-6-3-16,-4-4-3 0,-1-4-43 0,-1-2 49 15,-2-1-43-15,2 1 40 0,-2-2-46 0,3 2 51 16,0 1 52-16,5 4-18 0,-1 3-15 0,1-1-12 16,3 6-12-16,2-2-5 0,0 4-8 0,1 2-3 15,2 0-4-15,1 3-3 0,-1 1-5 0,2 2-1 16,-1-1-10-16,3 3-47 0,-1-1-55 0,2 3-86 15,0 0-94-15,1 1-76 0,0 1-75 0,2 2-50 16,-7 4-59-16,11-5-62 0,-11 5-457 0,10 0-685 16</inkml:trace>
  <inkml:trace contextRef="#ctx0" brushRef="#br0" timeOffset="4982.57">29118 5160 113 0,'0'0'518'0,"-11"-1"-99"0,11 1-52 0,-9-2-26 16,9 2-7-16,-7-3-12 0,7 3-10 0,-9-3 13 15,9 3 1-15,-7-4-21 0,7 4-49 0,-1-6-36 16,1 6-33-16,3-9-33 0,2 4-26 0,2-2-18 16,6-3-10-16,1-2 0 0,7 0-19 0,4-2 16 15,7-5-32-15,0 1 25 0,3-1-35 0,-1 1-5 16,-2 0-15-16,0 1-7 0,-4 2-5 0,-2 3-6 16,-6 1-3-16,-1 0-4 0,-1 3-6 0,-5 0-15 15,1 2-31-15,-5 0-43 0,-2 4-71 0,-7 2-82 16,0 0-78-16,0 0-62 0,0 0-40 0,-8 1-45 15,-3 4-39-15,-1 1-408 0,-2 1-476 0</inkml:trace>
  <inkml:trace contextRef="#ctx0" brushRef="#br0" timeOffset="5416.09">28540 5081 46 0,'0'0'598'0,"0"0"-169"0,0 0-57 16,0 0-60-16,0 0-13 0,0-8-39 0,0 8-12 16,6-6-8-16,-6 6-16 0,9-8-27 0,-1 2-42 15,1-2-23-15,1-1-22 0,-1 2-20 0,4 0-19 16,-2-1-14-16,1 0-9 0,-1 0-7 0,2 0-13 15,-3 0-3-15,2 2-10 0,-2-1 14 0,0 1-30 16,-1 0-21-16,0 2-38 0,-1-1-36 0,-3 2-41 16,1 0-37-16,-6 3-5 0,9-6-30 0,-9 6 16 15,0 0-32-15,0 0-16 0,0 0-34 0,12 3-63 16,-12-3-250-16,0 0-99 0</inkml:trace>
  <inkml:trace contextRef="#ctx0" brushRef="#br0" timeOffset="5915.93">29114 5614 223 0,'0'0'398'0,"0"0"-66"0,-7-5-53 0,7 5-27 15,0 0-40-15,-5-6-10 0,5 6-1 0,0 0-8 16,0-10-22-16,0 10-10 0,0 0-12 0,4-8-26 16,-4 8-17-16,5-5-10 0,-5 5 12 0,0 0 21 15,0 0 27-15,13 0 6 0,-13 0-11 0,8 5 4 16,-3 0-25-16,-5-5-13 0,10 8-12 0,-4 0-10 15,1-3-23-15,-1 4-7 0,1-1-17 0,1 2-3 16,1 0-16-16,-1-1 1 0,0 1-10 0,2 0 2 16,-2-2-14-16,1 1-27 0,-2-1-91 0,2-3-91 15,-1 2-102-15,0-3-105 0,-8-4-149 0,12 4-427 16,-12-4-578-16</inkml:trace>
  <inkml:trace contextRef="#ctx0" brushRef="#br0" timeOffset="6232.73">29369 5698 340 0,'-7'7'542'16,"7"-7"-143"-16,-7 5-80 0,7-5-68 0,-5 6-24 16,5-6-55-16,-4 5 3 0,4-5-9 0,0 0 5 15,-6 4 5-15,6-4-8 0,0 0-1 0,0 0-12 16,-4 5-2-16,4-5-12 0,0 0 6 0,0 0-9 15,0 0-11-15,0 0-28 0,0 0-15 0,0 0-21 16,0 0-7-16,0 0-17 0,0 0-4 0,0 0-14 16,0 0 4-16,3-7-10 0,-3 7 3 0,0 0-11 15,0 0 4-15,0-9-11 0,0 9 7 0,-2-8-8 16,2 8 3-16,-5-7-5 0,1 0 2 0,1 3-5 16,-1-2 8-16,0-3-6 0,-1 3 6 0,0-1-7 15,-2 0 8-15,4-2-14 0,-1 0-18 0,0 2-48 16,1-5-76-16,1 5-88 0,0-6-50 0,0 2-86 15,2-1-78-15,1 0-476 0,0 0-506 0</inkml:trace>
  <inkml:trace contextRef="#ctx0" brushRef="#br0" timeOffset="6682.65">29387 5394 52 0,'0'0'663'0,"0"0"-169"0,-7 5-72 16,7-5-22-16,0 0-17 0,0 0-24 0,-8 3-35 16,8-3-27-16,0 0-17 0,0 0-34 0,0 0-34 15,-8-4-26-15,8 4-35 0,0 0-32 0,0-12-23 16,0 12-18-16,6-6-15 0,-2 1-12 0,-4 5-11 16,9-8-11-16,-9 8-7 0,11-6 0 0,-11 6-3 15,14-2-5-15,-14 2-4 0,14 2 1 0,-4 3 7 16,-2-1 7-16,1 4-6 0,1 0-2 0,-3 5-2 15,1-2-2-15,0 1 3 0,-1 2-9 0,0-2 4 16,-1 0-3-16,-1-1 2 0,-1-1 0 0,0-1 4 16,1-1 3-16,-2 0 10 0,-1-1 13 0,1-3 13 15,-3-4-4-15,2 8-14 0,-2-8-5 0,0 0-4 16,0 0-6-16,0 0 8 0,-5-11 1 0,5 1-7 16,-2 1-32-16,0-4 34 0,2-2-33 0,0-2 30 15,0-1-33-15,2 0 35 0,-1 2-36 0,1-1 30 16,2 0-30-16,0 3 31 0,-1 0-31 0,1 4 31 15,1-1-35-15,1 5 38 0,0-1-40 0,-6 7 37 16,13-4-35-16,-4 8 35 0,0 3-34 0,1 1 34 16,-2 4-35-16,5 6 35 0,-2-1-30 0,1 3 27 15,-2-1-16-15,0 1-49 0,-1 0-89 0,1 0-150 16,-3-2-166-16,-1-2-184 0,-2-2-656 0,-3-2-899 16</inkml:trace>
  <inkml:trace contextRef="#ctx0" brushRef="#br0" timeOffset="9432.78">27402 7938 567 0,'-10'11'684'0,"1"-4"-176"0,3 0-91 16,-2-1-104-16,4-1-63 0,-3 0-59 0,7-5-11 0,-7 9-10 15,7-9-2-15,-5 6-13 0,5-6-23 0,0 0-25 16,11 5-24-16,-11-5-12 0,20 0-12 0,-2-5-12 16,4 0-14-16,6-4-6 0,9-4-11 0,2-3-23 15,2-3-54-15,0 0-53 0,1 0-74 0,-3 2-21 0,-5-2-102 16,-6 8-80-16,-5-1-128 0,-3 3-236 0,-8 3-267 16</inkml:trace>
  <inkml:trace contextRef="#ctx0" brushRef="#br0" timeOffset="9615.64">27314 8322 47 0,'-14'13'719'0,"0"1"-191"15,5-4-111-15,-1 0-63 0,5-3-70 0,5-7-49 16,-4 9-35-16,4-9-30 0,0 0-21 0,14-3-19 16,-4-1-21-16,4-4-21 0,7 0-22 0,6-7-12 15,7-3-24-15,2-3 5 0,2-1-20 0,11-9 6 16,1 0-23-16,-2-2-39 0,-1-1-24 0,-2 1-71 15,-1 2-61-15,-10 4-111 0,-3 2-140 0,-4 0-330 16,-7 3-297-16</inkml:trace>
  <inkml:trace contextRef="#ctx0" brushRef="#br0" timeOffset="11098.9">29201 7092 554 0,'-4'-17'447'0,"1"2"-88"0,-1 1-48 0,-1 2 4 0,3-3-24 0,-2 6-10 16,0-2-63-16,3 4-36 0,-2-1-47 0,3 8-17 15,0-9-31-15,0 9 48 0,0 0 14 0,10 11 20 16,-1 2 7-16,2 5-11 0,4 6-22 0,4 7-8 16,0 3-22-16,-1 2-14 0,3 0-16 0,0 1-14 15,-3 2-15-15,1-2-8 0,0 0-17 16,0 2 5-16,-2-2-13 0,-1-3 0 0,0 2-7 0,0-3 0 16,-4-4-2-16,1-4-12 0,-1 2-38 0,-3-8-80 15,-2 0-91-15,1-5-87 0,0-1-48 0,-5-2-76 16,3-3-120-16,-6-8-404 0,2 6-525 0</inkml:trace>
  <inkml:trace contextRef="#ctx0" brushRef="#br0" timeOffset="11349.42">29245 7372 666 0,'-9'-16'497'16,"6"2"-120"-16,0 3-76 0,2-3-61 0,3 2-23 15,2-1-27-15,1-1-8 0,5 0-8 0,2 1-4 16,3-2-4-16,1 3-16 0,3-2-17 0,5 3-14 15,-3 0-21-15,3 4-21 0,0-2-15 0,0 4-11 0,-2 3-12 16,1 2-9-16,-4 0-3 0,1 2-3 0,-1 3-7 16,-4 1-5-16,0 1 0 0,-3 2 0 15,-2 1 2-15,-4 3 5 0,0-2 8 0,-5 2-2 0,-2 1-5 16,-2-2 1-16,-4 4-5 0,0 0-1 16,-2 0-7-16,-1 0 3 0,1-4-4 0,-1 1 1 15,2-2-4-15,0 0-12 0,1-3-32 0,0 0-63 0,2 1-110 16,5-9-99-16,-10 5-152 0,10-5-506 15,-9-3-557-15</inkml:trace>
  <inkml:trace contextRef="#ctx0" brushRef="#br0" timeOffset="11599.76">29033 7015 444 0,'-24'1'528'0,"2"-1"-92"15,4 1-80-15,2-1-55 0,2 0-36 0,0 1-30 0,3 0 2 16,11-1 9-16,-19 0 7 0,19 0-8 16,0 0-29-16,-8-3-40 0,8 3-32 0,10-6-27 0,0 0-28 15,4-1-9-15,5-4-21 0,1 3-9 16,9-6-11-16,1-3-9 0,5 2-5 0,0-2-4 16,0 1-3-16,-6 2-10 0,-3 2-16 0,-4 2-34 15,-1 1-44-15,-5 2-41 0,-2 2-47 0,-3-1-64 0,-2 4-33 16,-9 2-89-16,0 0-93 0,0 0-445 0,0 0-462 15</inkml:trace>
  <inkml:trace contextRef="#ctx0" brushRef="#br0" timeOffset="13782.39">30072 7094 85 0,'0'0'671'0,"-14"1"-147"0,14-1-97 0,0 0-60 0,-13 2-60 0,13-2-33 15,0 0-19-15,0 0-33 0,-14-3-15 0,14 3-18 0,0 0 3 16,0-10-3-16,0 10-14 0,6-10-13 0,2 3-17 16,1-1-25-16,4-4-9 0,6-1-3 0,4-4-11 15,9-1-2-15,3-3-30 0,2 2 8 0,4-4-1 16,1 2 12-16,7-6-32 0,-6 7 11 16,-2 1-9-16,-3 1-11 0,-2 1-10 0,-7 4-1 15,-2 1-1-15,-6 2-16 0,-1 3-1 0,-5-2-6 0,-1 3 1 16,-1 2-5-16,-4-2-1 0,3 1-3 0,-5 1-1 15,-7 4-13-15,9-4 10 0,-9 4 1 0,0 0-26 16,0 0-34-16,0 0-50 0,0 0-57 16,-4-6-80-16,4 6-75 0,0 0-57 0,-7-4-61 15,7 4-74-15,0 0-501 0,-7-6-626 0</inkml:trace>
  <inkml:trace contextRef="#ctx0" brushRef="#br0" timeOffset="14465.34">30886 5888 75 0,'0'-13'314'0,"0"4"-100"0,0 0-22 0,2 4-55 0,-2-2 6 0,0 7-12 16,1-13-8-16,-1 13 1 0,0-10-9 15,0 10 8-15,0-9-8 0,0 9 0 0,0-7-5 16,0 7 0-16,0-8-6 0,0 8 13 0,0 0 5 16,-1-6 19-16,1 6 5 0,0 0 10 0,0-8 5 0,0 8 4 15,0 0 5-15,0 0-5 0,0 0 0 0,0-6-10 16,0 6-10-16,0 0-7 0,0 0-9 0,0 0-19 16,0 0-13-16,-2-8-14 0,2 8-10 15,0 0-1-15,0 0-15 0,0 0 2 0,0 0-17 16,0 0 5-16,0 0-19 0,0 0 8 0,0 0-8 15,0 0-6-15,0 0-14 0,0 0 8 0,0 0-14 0,-1-6 10 16,1 6-14-16,0 0 11 0,0 0-12 0,0 0 11 16,0 0-13-16,0 0 44 0,3 5 11 15,-3-5 20-15,5 13-25 0,-1-3 25 0,3 1-27 16,1 3 29-16,1 5-9 0,4 4 12 0,1 3-7 16,2 5 16-16,2 4-7 0,4 0-11 0,0 6 28 15,5 8-11-15,1-1 16 0,2 2-33 0,0 1 24 0,0-1-28 16,0-1 7-16,-1 0-27 0,-1-1 9 15,2-3-14-15,-6-7-2 0,-2-1-3 0,1-4-6 16,-2 0-6-16,0-1-2 0,-5-8-3 0,-3-1-3 16,1 1 0-16,-2-7 4 0,-2-1-4 0,-2-2-1 0,-2-3-3 15,-1 0 3-15,0-1-1 0,0-2-5 0,-5-1-1 16,0-7-11-16,0 10-29 0,0-10-44 0,-9 8-42 16,9-8-49-16,0 0-77 0,-15-3-84 0,7-2-80 15,1 0-57-15,0-4-19 0,-2-2-75 0,3-3-99 16,-3-5-365-16,1-3-636 0</inkml:trace>
  <inkml:trace contextRef="#ctx0" brushRef="#br0" timeOffset="14865.5">30920 5936 126 0,'-27'-11'554'0,"1"-1"-100"0,6 3-77 0,-1 0-12 0,5 0-19 16,2 1-73-16,3-2-30 0,1-1-49 0,2-1-34 16,6-2-15-16,2 0-9 0,4-3-27 0,5-4-24 15,7-1-12-15,10-5-12 0,3 1-1 0,4 0 4 16,6 1-3-16,9-3 15 0,2 0 15 0,1 4 3 16,-1 1-1-16,-4 7 10 0,-2-1-20 0,2 4-6 15,-3 4-12-15,0 0-14 0,-5 7-10 0,-6 2-4 16,-2 0-12-16,2 5-7 0,0 4 0 0,-4 4-3 15,-2-1-1-15,-6 7 1 0,-2 0-1 0,-9 1 4 16,1 2 11-16,-10 1-7 0,-2 1 4 0,-7 5 0 16,-3-2-3-16,-7 6 6 0,-3-2 14 0,-6-1-17 15,-2 0 9-15,-2-1-16 0,-3 0 4 0,-2-3-12 16,1 1 1-16,1-2 3 0,-1-2-9 0,1 1 13 16,4-2-15-16,3-1 10 0,4-7-14 0,3 2 14 15,5-5-15-15,0 1 7 0,5-4-11 0,0 0 5 16,2 1-23-16,1-3-50 0,4 0-106 0,-1-2-114 15,5-4-83-15,0 0-140 0,3 9-159 0,-3-9-294 16,6-5-556-16</inkml:trace>
  <inkml:trace contextRef="#ctx0" brushRef="#br0" timeOffset="16815.59">29691 8110 535 0,'-37'14'476'0,"-2"0"-86"0,-1-1-108 16,-1 1-23-16,5-1-31 0,4-3 0 0,2 1-51 15,4-4 9-15,5 0-18 0,1 0 8 0,4-2-10 16,3 1-7-16,0-3-8 0,3 0-9 0,2 1-13 15,8-4-12-15,-10 2-7 0,10-2-16 0,0 0-5 16,19-5-11-16,0-1-14 0,8-2-11 0,15-7-10 16,13-6 9-16,9-2 20 0,10-6-6 0,24-10 15 15,7-4 12-15,8-4 0 0,5-6 10 0,4-1-16 16,6-3 26-16,7-2-23 0,4-1 44 0,0-3-29 16,0 1-6-16,0-1 8 0,0 1-35 0,-3 1 5 15,-2 1-34-15,-2 4 9 0,-7 0-28 0,-4 0 15 16,-5 5-25-16,-6 1 18 0,-7 4-28 0,-3 4 19 15,-7 0-24-15,-21 11 16 0,-6 4-2 0,-7 2-7 16,-17 6-1-16,-3 3 0 0,-9 2 2 0,-4 2-4 0,-8 2-5 16,-6 2 0-16,-4 1-11 0,-5 0-12 15,-3 7-14-15,-4-9-9 0,-5 6-37 0,-1 0-53 0,-6 1-41 16,2 1-53-16,-6 2-53 0,1 1-67 0,-1 1-55 16,-4 3-52-16,1 0-36 0,1 0-45 0,-1 2-378 15,0 1-490-15</inkml:trace>
  <inkml:trace contextRef="#ctx0" brushRef="#br0" timeOffset="17915.2">30716 8942 731 0,'-1'-7'757'0,"1"7"-143"0,-4-9-140 0,4 9-104 15,-2-8-79-15,2 8-54 0,0 0 20 0,0 0 6 16,0 0 19-16,9 8-29 0,-2-2 35 0,2 6-68 16,0 0 13-16,5 3-71 0,2 3-16 0,1 4-25 15,5 5-20-15,1-2 25 0,0 4-67 0,1-3 34 16,-2 2-23-16,1-2-11 0,0-1-14 0,-4-2-7 0,-1-1-9 16,0-3-3-16,-2 0-9 0,-4-3-1 15,1-2-4-15,-3-2-6 0,-1-2 3 0,0 1 1 16,-2-3 20-16,-1-2 64 0,0 0 54 0,-1 2 70 15,-1-3 2-15,-4-5 17 0,0 0-80 0,11-2 13 0,-10-9-77 16,0-3 7-16,-1-7-50 0,0-6-9 0,0-9-47 16,-2-11 33-16,-4-5 19 0,1-13-43 0,-4-4 36 15,-1 0-52-15,-3-4 42 0,-3-1-46 16,-1-1-9-16,-5 2-7 0,-1-1 40 0,-1 4-40 0,-3 3 45 16,0 4-41-16,-1 6 44 0,3 5-46 0,4 11 52 15,3 4-45-15,1 6 43 0,5 5-43 0,2 7 42 16,1 1-51-16,1 4 29 0,2 0-52 15,1 3 43-15,-2 0-52 0,4 2 37 0,-1 2-52 0,0-2 35 16,4 9 6-16,-3-10 4 0,3 10 9 0,0 0 7 16,0-10 3-16,0 10 5 0,0 0 2 0,7-5-1 15,-7 5 3-15,0 0-1 0,0 0 2 0,7-5 5 16,-7 5 1-16,0 0 0 0,0 0 1 0,0 0 0 16,7-3 2-16,-7 3 4 0,0 0 0 0,0 0 4 15,0 0-2-15,0 0-1 0,0 0-2 0,0 0-3 16,0 0-1-16,6-5 3 0,-6 5-3 0,0 0 1 15,0 0-3-15,0 0 2 0,0 0-1 0,8-3-2 16,-8 3 1-16,15-6-1 0,-5 1 3 0,3-2-2 16,8-2-3-16,3-3-7 0,4-1 10 0,6-3 0 15,2-2 0-15,3 0-5 0,4-4 1 0,8-4 5 16,0 0-3-16,4 0 1 0,-1-2-38 0,2 1 44 16,0 0-35-16,1 4 41 0,-4-2-1 0,1 2-2 15,-9 5-1-15,-4 0-5 0,-1 4 1 0,-11 2-1 16,-1 0-1-16,-5 3 7 0,-3 1-8 0,-4 1 1 0,-1 1-3 15,-2 1-3-15,-1 2-10 0,-4-1-22 16,-8 4-40-16,6-4-33 0,-6 4-37 0,0 0-37 16,-7 2-42-16,-1 2-53 0,-3-1-60 0,-2 4-74 0,-1-1-61 15,-3 6-23-15,-1-3-57 0,0 3-88 0,-3-1-451 16,0 2-710-16</inkml:trace>
  <inkml:trace contextRef="#ctx0" brushRef="#br0" timeOffset="21299.29">32183 9203 1241 0,'0'0'825'0,"-12"0"-178"0,12 0-138 0,-16 0-100 0,16 0-58 0,-14 0-37 16,14 0-57-16,0 0-42 0,-15-2-40 0,15 2-35 16,0 0-22-16,-13 0-30 0,13 0-25 0,0 0-62 15,0 0-124-15,0 0-179 0,-14 3-142 0,14-3-253 0,0 0-495 16,1 9-802-16</inkml:trace>
  <inkml:trace contextRef="#ctx0" brushRef="#br0" timeOffset="25666.1">31350 8203 363 0,'0'-7'517'0,"-2"-1"-80"0,0 2-89 0,0-1-33 0,-1 0-33 0,3 7-45 16,-2-11-46-16,2 11-34 0,-4-8-34 0,4 8 3 15,0 0 29-15,0 0 20 0,0 0-5 0,5 6 22 16,-1 2-1-16,2 3-37 0,2 3-23 0,3 2-15 0,-2 5-12 16,4 4-24-16,1 0-16 0,0 3-6 15,0-2-18-15,0 7-10 0,2-2 9 0,-5-4-21 16,2 0 2-16,-2 0-10 0,1-1 6 0,-4-4-11 0,0-2 9 15,0-2-13-15,-3-3 8 0,1 0-9 0,-3-4 8 16,0 0-7-16,-1-4 7 0,-2-7-10 16,-5 12 9-16,5-12-14 0,-9 3 18 0,9-3-14 0,-16-6 3 15,3-1-9-15,-2-5-8 0,-5-4 0 0,1-5 3 16,-4-4 5-16,2-4 3 0,-1-1 0 0,3-2 3 16,-1 0-1-16,6-3 2 0,3 6-11 0,3-2 4 15,6 6-2-15,0 0-2 0,5 2-3 0,1 1 6 16,4 3-2-16,3 3 7 0,-1-1 2 0,6 6-2 15,0 0-4-15,-2 5 8 0,3 1-7 0,-2 5 8 16,-1 0-8-16,4 4 8 0,-4 0-6 0,0 2 10 16,-1 5-10-16,-3-3 12 0,-2 4-10 0,-2 1 3 15,-2 0-2-15,-3 1 5 0,-3 3-1 0,-3 1 0 16,-3 1 0-16,-3 0-2 0,-2 2-1 0,-4 0-2 16,1-2-3-16,1-2-8 0,0-5-7 0,2 1-12 15,3-3-37-15,-1-2-46 0,3-3-52 0,2-1-47 16,6-4-18-16,0 0-9 0,0 0 11 0,5-11 15 15,4 3 11-15,3-3 15 0,3-2 8 0,4 0 30 16,2-3 8-16,2-2 36 0,7-4 18 0,-1 1 30 0,1-2 36 16,2 0 42-16,-2 0 29 0,0 1 11 15,-1-3 16-15,-2 3 19 0,-7 3 6 0,0 1 3 16,-3-1 16-16,-5 4 13 0,-1 1 29 0,-2 1 13 0,-5 2 6 16,0 1-2-16,-4 3-1 0,-4-1 1 0,0 5-3 15,-5 0-4-15,9 3-7 0,-28 4 21 0,9 4-23 16,-3 3 16-16,1 5-34 0,-6 4-22 0,1 5-16 15,1 1-18-15,3 3-38 0,1 2 24 0,5-1-43 16,4-1 16-16,5 1 15 0,2-5 15 0,3 0 6 16,5 0 13-16,3 0-12 0,1-4-11 0,4 3-3 15,2-3-5-15,2-4 6 0,4-1-33 0,1-3 13 16,1-4-39-16,4-1 12 0,-1-4-29 0,0-2 10 0,-1-2-25 16,3-2 22-16,-1-3-21 0,-2-4-8 0,-1 2-1 15,-2-6 1-15,1-3-2 0,-3-2 2 16,-3-2 4-16,-5 1 0 0,-2-3 26 0,-2 0-30 0,-4-2 37 15,-2-1-35-15,-5-2 23 0,-2-2-14 0,-2 2 34 16,-2 2-29-16,-3 1 48 0,0 3-39 0,-2 5 26 16,0 2-29-16,-1 1 27 0,-1 5-28 0,2 4 27 15,-4 2-30-15,2 4 25 0,-1 2-21 0,0 2-1 16,3 3 2-16,-1 3 3 0,4 1 2 0,2 1-2 16,1 3 3-16,6-1-38 0,2 3 60 0,2 0-48 15,6 3 51-15,4 4-4 0,2-1-3 0,8 4-4 16,0-1-8-16,3 0-3 0,1-3-26 0,1-3 29 15,0 2-20-15,-2-4 10 0,0-2-68 0,-1 0-8 16,-2-1-38-16,1-2-44 0,-5 0-47 0,-3-4-37 0,1 1-16 16,-4 0-10-16,-2 0-44 0,-3-4-17 0,-3 3-26 15,-2-2-8-15,-2 1-29 0,-3 0-34 0,-1-1-299 16,-4 2-234-16</inkml:trace>
  <inkml:trace contextRef="#ctx0" brushRef="#br0" timeOffset="25865.45">31656 8942 259 0,'-11'9'546'0,"1"1"-83"0,3-4-58 0,0-1-21 0,1 2-16 0,1-3-15 0,5-4-11 0,-5 6-5 16,5-6-21-16,0 0-49 0,0 0-49 15,12-4-35-15,-4-2-24 0,5-4-2 0,3-3-43 16,7-1 18-16,2-4-37 0,4-5 18 0,2 0-46 0,2-1 17 16,0-2-45-16,0 1 21 0,-1 0-42 0,-1 3 22 15,-2-1-36-15,-7 6 21 0,-1 0-50 0,-5 3-41 16,0 1-103-16,-5 5-96 0,2 0-117 0,-7 2-77 15,-6 6-93-15,7-5-586 0,-7 5-753 0</inkml:trace>
  <inkml:trace contextRef="#ctx0" brushRef="#br0" timeOffset="26498.6">31579 9191 212 0,'0'0'579'0,"-2"8"-153"0,2-8-105 0,0 0-57 16,-3 5-37-16,3-5-33 0,0 0-19 0,0 0-28 16,0 0-7-16,0 0-9 0,1 6-12 0,-1-6-21 15,0 0-19-15,0 0-20 0,0 0-7 0,0 0-8 16,0 0-12-16,0 0-3 0,0 0-8 0,0 0 3 16,0 0 9-16,0 0 16 0,0 0 8 0,3 5 12 15,-3-5 13-15,0 0 13 0,0 0 5 0,0 0-3 16,0 0-13-16,0 0-18 0,0 0-13 0,0 0-6 15,0 0-11-15,-4-6-3 0,4 6-9 0,0 0-4 16,-4-6-2-16,4 6-2 0,0 0-2 0,-4-6 0 0,4 6 1 16,0 0-2-16,-4-4-4 0,4 4 0 0,0 0 0 15,0 0 1-15,-5-5 26 0,5 5 13 0,0 0 13 16,0 0 14-16,0 0-5 0,0-8-14 0,0 8-4 16,0 0 8-16,3-9-15 0,-3 9 6 0,6-10-13 15,-2 4 5-15,0 1-19 0,1-2 7 0,1 0 10 16,-2 3 17-16,-4 4-29 0,7-11 23 0,-7 11-32 15,7-7 30-15,-7 7-34 0,4-6 23 0,-4 6-36 16,10-7 28-16,-10 7-31 0,9 0 27 0,-9 0-31 0,12 2 31 16,-12-2-33-16,16 7 32 0,-7-3-35 15,0 1 32-15,1 2-37 0,1 0 36 0,0 2-8 16,-1 0 4-16,1 0-8 0,-2 0 10 0,1 0-18 0,-1 1-1 16,-3-4 2-16,1 3 3 0,0-2 0 0,-2 1 9 15,-1-1 1-15,1-4 1 0,-1 1 8 0,-4-4 12 16,8 11 13-16,-8-11 0 0,2 6-15 0,-2-6-3 15,0 0-5-15,0 0-5 0,-6 2-5 0,6-2 0 16,-6-4-3-16,2 1-2 0,1-3-6 0,-1-1 4 16,0-2 2-16,2-1-45 0,1-1 67 0,1 1-6 15,1-2-7-15,0 1-5 0,4-1-4 0,-1 3-3 0,1-2-4 16,2 3 0-16,0-1-6 0,2 3 1 0,0 3 3 16,0-1 1-16,-9 4 6 0,25 4 4 15,-12 2 10-15,2 2-3 0,2 4-6 0,-2 3-3 0,0 2-3 16,0 2 16-16,-1-2-25 0,-2 1 16 0,-1-1-45 15,-1 0-50-15,1-2-166 0,-5-1-175 0,4-2-179 16,-5-2-207-16,-1-1-534 0,-1-3-941 0</inkml:trace>
  <inkml:trace contextRef="#ctx0" brushRef="#br0" timeOffset="29915.14">17913 9659 348 0,'0'0'294'0,"0"0"-77"0,0 0-44 15,-6-2-31-15,6 2-28 0,0 0-16 0,0 0-10 0,0 0-4 16,0 0-6-16,0 0-7 0,0 0 7 0,0 0-5 16,0 0 14-16,0 0-3 0,0 0 21 15,0 0-13-15,0 0 27 0,0 0-6 0,0 0-1 16,0 0 13-16,0 0-9 0,-10-3-19 0,10 3-5 16,0 0-12-16,-4-8-17 0,4 8-11 0,-8-9-9 0,3 3-8 15,-4-1-7-15,0-1-5 0,0-2-21 0,-2 3 20 16,-1-5-23-16,-4 1 18 0,0 0-21 15,-3 1 19-15,0 0-19 0,-3 0 18 0,1 1-22 0,-1 3 22 16,-4 1-15-16,-1 2 16 0,-1 1-21 0,-1 4 25 16,-6 3-17-16,-8 4 12 0,2 2-11 0,-3 3-3 15,1 7 22-15,-8 4 2 0,1 2 47 0,0 3 13 16,4 3-2-16,0 2-25 0,4 2 36 0,2 4-28 16,6 1 0-16,2 2-24 0,5 2 41 0,8-4-10 15,6 2-15-15,4 0-8 0,8 1-9 0,6 1 7 16,5 0 26-16,13 6-24 0,4-4 1 0,11-1-13 15,7-5 28-15,9-2-17 0,5-5 2 0,3-4 0 16,4-4-11-16,0-4-1 0,1-5-3 0,1-4-3 16,-1-7-3-16,-8-3 29 0,-3-5-7 0,0-5 1 15,8-6-8-15,-4-6 7 0,-1-6-17 0,-4-3 5 16,-5-6-19-16,-3-3 5 0,-4-2-12 0,-4-3 8 16,-7-2-12-16,-4-1 4 0,-10 4-11 0,-4 0 3 15,-7-2 7-15,-4 6-10 0,-6-2-2 0,-6-4 6 16,-6 0-10-16,-3 2 7 0,-11-3-6 0,-6 3-7 15,-3 4 4-15,4 7 2 0,-5 5 7 0,-2 3-7 16,-2 5-2-16,-2 5 0 0,-3 2 1 0,0 8-3 16,-3 2 3-16,0 8-10 0,2 0-39 0,0 7-97 15,-8 3-82-15,6 6-91 0,3 7-99 0,3 4-128 0,2 3-589 16,4 6-753-16</inkml:trace>
  <inkml:trace contextRef="#ctx0" brushRef="#br0" timeOffset="31864.89">17856 8864 163 0,'5'-8'287'0,"0"2"-64"0,-1 1-37 0,-2-1-31 0,1 0-18 16,3-1-25-16,-4 1-26 0,0 0 9 0,1-2 7 15,-2 1 8-15,0 1-2 0,-1-3-15 0,-1 1-9 16,0-2-16-16,-2 1 5 0,2 1-28 0,-2-3 30 15,-3 1-21-15,0-1-1 0,-1 0-14 0,-1 0 4 16,-2 1-20-16,0-3 13 0,-4 1-20 0,-3-1 12 16,1 1-2-16,-3 1 20 0,-7-4-28 0,2 3 23 15,-4 1-15-15,-3-1 24 0,-1 2-37 0,-6-1 26 16,-2 2-31-16,-3 1 27 0,-1 1-2 0,-1 2 2 16,-2 1-6-16,6 3-1 0,-1 1-7 0,-8 3 10 15,0 1 11-15,-1 3-21 0,0 3 13 0,-10 7-27 16,-2 2 17-16,3 5-18 0,1 2 12 0,-1 7-17 0,3 0 39 15,2 4-22-15,2 5 19 0,2 0-5 16,4 2-7-16,6 3-2 0,5 2 22 0,8 1-12 16,4 3 4-16,10-8 6 0,5 2-1 0,9 1-10 0,9-1-12 15,6-3 3-15,11 7-11 0,4-3 12 0,9-6-3 16,4-2-3-16,5-5 2 0,3-5-9 16,2-3 0-16,0-5 5 0,4-3 1 0,-4-7 11 15,0-4-6-15,5-1-4 0,-2-6-5 0,4-2-2 0,-1-5 5 16,9-4-9-16,1-6 2 0,-3-4-5 0,-1-8 4 15,-3 2 0-15,-2-6 1 0,-3-4 50 0,-4-1-9 16,-1-1-7-16,-5-1-6 0,-6-3 11 0,-2 1-25 16,-6-3-5-16,-10 6-3 0,-3-2-1 0,-6 1-9 15,-2-3 3-15,-6 3-6 0,-6 2 5 0,-4 1-8 16,-6-3 5-16,-1 1-6 0,-9 2-1 0,-1 4 4 16,-9 3-3-16,-2 2 3 0,-7 7-5 0,-2 1 4 15,-5 7-2-15,-4 4 2 0,-2 4-10 0,-2 5 8 16,1 4-3-16,1 5-5 0,0 3-53 0,-3 6-102 15,1 5-49-15,4 1-70 0,4 4-77 0,4 3-100 16,9 0-368-16,2-2-366 0</inkml:trace>
  <inkml:trace contextRef="#ctx0" brushRef="#br0" timeOffset="35114.8">20381 10375 54 0,'-6'-7'280'0,"6"7"-94"0,-9-9-27 0,1 3-55 0,0 2-8 0,-3-4-34 0,1 2 2 0,-4-3-15 0,-6 1-5 0,0-2-13 16,-4 1 37-16,-4-4 4 0,-2 2 4 0,-11-2-2 15,0 1-3-15,-1-1-8 0,-6 2-9 0,-2 1-11 16,-3 1-7-16,-1 2-10 0,-4 0-5 0,-3 4-2 0,-12 0-8 16,-4 3-8-16,-3 3-13 0,-5 1-9 15,-3 3-6-15,-1 4 4 0,-1-1 1 0,-4 2 3 16,-2 0 7-16,-3 1 7 0,-20 4-2 0,3-1 16 0,-1-1-3 16,18-1-1-16,1-3 2 0,-1 0 1 0,2 2 2 15,1-3 3-15,-1 2 3 0,4 2-8 0,6-2-4 16,0 3-19-16,7-1-17 0,4 3-32 0,6 1-30 15,5 1-38-15,5 3-16 0,6 1-32 0,4 4-166 16,4 2 198-16</inkml:trace>
  <inkml:trace contextRef="#ctx0" brushRef="#br0" timeOffset="38600.76">21878 8219 389 0,'-16'3'446'0,"1"0"-113"0,2 0-67 0,2 0-66 0,-1-2-29 0,1 1-47 0,2-1-4 0,-3 2-30 16,12-3 1-16,-15 4-9 0,15-4 11 15,-15 2-32-15,15-2 11 0,-11 3-34 0,11-3 15 16,0 0-32-16,-9 0 14 0,9 0-24 0,0 0 55 16,13-4-33-16,4-1 26 0,5-1-3 0,10-4 15 15,12-5-38-15,19-6 35 0,7-2 19 0,29-11 12 0,5-4-23 16,10-4-7-16,8-6 26 0,4-1 13 0,11-4 10 16,2 1-4-16,7-3-15 0,1-2-18 15,2 0-5-15,6-2-18 0,33-11-5 0,-36 12-6 16,0-1-6-16,1 1 14 0,1-1 8 0,0 1-9 15,2 2-11-15,-3 1-15 0,-2 0 0 0,-5 2-2 16,2 3-3-16,-3 4 19 0,-3 1-6 0,-6 1-5 0,-8 2-6 16,-5 3-5-16,-7 1-1 0,-7 2 5 15,-6 2-1-15,-21 9 2 0,-5 0 2 0,-6 2-5 16,-5 1-4-16,-8 3-3 0,-12 5 0 0,-4 0-5 16,-4 1 0-16,-9 5-4 0,-5-1-11 0,-5 3-14 15,-3 1-21-15,-5 2-23 0,-11 3-40 0,13-3-80 16,-13 3-84-16,0 0-77 0,-18 6-87 0,3-1-96 0,-7 1-415 15,-6 3-524-15</inkml:trace>
  <inkml:trace contextRef="#ctx0" brushRef="#br0" timeOffset="38864.1">25954 6519 597 0,'-10'-5'489'16,"10"5"-112"-16,0 0-87 0,9-5-50 0,-9 5-55 15,22 0-23-15,-7 0 3 0,4 0 15 0,-1 0 7 16,5 0 25-16,2 2-14 0,-1 3-25 0,2-1-28 16,-2 1-21-16,1 1-30 0,-2 1-17 0,-2 3-11 15,-1 2-5-15,1-1-12 0,-5 3-10 0,-2 1-8 16,-3 3-3-16,-5 2-4 0,-3 3-5 0,-7 2 7 16,-7 10-4-16,-6 3-9 0,-11 7-9 0,-7 3-13 15,-5 1-19-15,-7-2-59 0,-3 4-47 0,-5-1-55 16,-2-2-46-16,-3-1-62 0,-2 0-78 0,-12 7-125 15,9-11-269-15,-5-2-284 0</inkml:trace>
  <inkml:trace contextRef="#ctx0" brushRef="#br0" timeOffset="39330.6">22472 7836 218 0,'-1'-18'593'0,"-1"3"-139"0,1-3-120 0,-4 4-17 0,3 0-22 0,-1 4-64 0,-1-2-32 16,-1 2-20-16,-2 3-34 0,-1-1-22 0,-3 4 33 16,-2 3-19-16,-4 4-18 0,-9 7 64 0,-6 10-20 15,-9 11-22-15,-6 11 46 0,1 8 16 0,-4 5-23 16,-10 15 11-16,6 4-2 0,3 1-4 0,12-13-37 15,7 1-12-15,6-4-28 0,6-3-13 0,11-11-2 16,4-2-11-16,7-9 10 0,7-7-2 0,10-2-18 16,4-8-7-16,17-7-10 0,7-7-15 0,12-8-8 15,20-11-11-15,3-6-5 0,27-13-33 0,-2-4 36 16,7-5-47-16,1-4 6 0,-4 0-20 0,0-2-8 16,-6-2-66-16,-7 3-75 0,-9-3-95 0,-9 3-90 15,-19 8-53-15,-4 1-93 0,-9 1-172 0,-6 0-404 16,-6 2-716-16</inkml:trace>
  <inkml:trace contextRef="#ctx0" brushRef="#br0" timeOffset="41080.82">30011 3950 170 0,'11'-27'510'0,"-2"2"-159"0,2-3-74 0,-1 0-60 0,-1-1-47 0,0 0-41 0,-1-2-12 16,0-1 0-16,-1 2 15 0,-2-4-7 0,-1 2-22 16,-1-3 9-16,-1 0 3 0,-4-1-3 0,-1 1-5 15,-2-6-12-15,-3 0-22 0,-3 2-8 0,-1 1 0 16,-5 1-9-16,-1 0-12 0,-6 0-9 0,-3 1-5 15,-7-3-6-15,-5 1-8 0,-4 1-6 0,-6 1-3 16,-7 4 4-16,-4-1 23 0,-8 3-29 0,-5 4 24 16,-7 1-30-16,-7 2-1 0,-2 3 2 0,-23 0 17 15,14 6-23-15,-25 3 25 0,-1 0-31 0,16 6 5 16,-2 4 3-16,-24 3 7 0,-1 5-6 0,-1 2-5 16,-2 7 4-16,-2 3 7 0,4 5 2 0,-4 4 5 15,4 4 2-15,-1 6-8 0,0 6 6 0,1 5-3 16,4 5 0-16,3 4 5 0,3 4 6 0,5 1 1 15,2 3 21-15,4 3-6 0,4 5 24 0,5 3-4 16,6 3-14-16,8 6-4 0,9 1-1 16,8 4 8-16,8-1-4 0,12 0 0 0,10 7 39 0,12 2-8 15,10 4-24-15,13-12 6 0,11 4-10 16,12 16-13-16,15 4 0 0,14-1 6 0,13 1-6 0,12-1-6 16,8-4-1-16,7-3 1 0,9-7-3 0,10-4 13 15,5-7-6-15,6-1 13 0,3-7 14 16,4-3 13-16,5-9-6 0,3-4 13 0,7-8 22 0,3-8-21 15,3-9 27-15,1-8-37 0,3-10-7 16,7-6 15-16,0-8-34 0,1-6 19 0,-3-4-23 16,-4-6 31-16,-1-6-43 0,-1-6-7 0,-3-3-3 0,-1-8-1 15,-4-4-4-15,-4-8-1 0,0-5 37 0,-7-9-44 16,1-7 21-16,1-7-10 0,-4-8-3 0,0-4 2 16,-6-5-24-16,-5-6 18 0,-3-6-2 15,-9-4 24-15,-3-3-34 0,-4-5 23 0,-7-3-22 0,-9 0 1 16,-9-1 42-16,-8-3-23 0,-12 0 23 15,-10 1-18-15,-12 5 32 0,-17 20-23 0,-8-1 10 16,-11 4-7-16,-15-14-1 0,-11 5-8 0,-13 6-13 0,-11 5-22 16,-13 6 19-16,-13 9-31 0,-10 7 32 15,-11 6-27-15,-5 8 2 0,-4 8 2 0,-8 7-1 16,-4 7-17-16,0 8-13 0,1 5-18 0,4 9-53 16,19 5-55-16,3 8-66 0,0 7-74 0,-14 7-71 15,7 6-53-15,4 6-68 0,12 5-76 0,17-3-352 0,7 0-511 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27:35.543"/>
    </inkml:context>
    <inkml:brush xml:id="br0">
      <inkml:brushProperty name="width" value="0.05292" units="cm"/>
      <inkml:brushProperty name="height" value="0.05292" units="cm"/>
      <inkml:brushProperty name="color" value="#FF0000"/>
    </inkml:brush>
  </inkml:definitions>
  <inkml:trace contextRef="#ctx0" brushRef="#br0">20087 4661 227 0,'0'0'274'0,"10"-4"-34"0,-10 4-10 0,8-6-18 0,-8 6-17 0,8-7-15 0,-8 7-3 16,6-9-7-16,-6 9-4 0,5-9-36 0,0 3 9 15,-3 0-52-15,0 1 17 0,1-3-32 0,-1 0 21 16,-2 0-47-16,0 1 29 0,0-1-25 0,0-2 23 16,-1 1-33-16,-3-1 5 0,3 1 0 0,-3-3-2 0,-1 2-13 15,1-3 0-15,-2 0-2 0,-1 1-8 16,0-1 3-16,-2-1 14 0,-2-3-4 0,1 0-3 16,-2 1-5-16,-1 0 3 0,-1-2-5 0,-2-1 8 15,-3 0 5-15,1 0 6 0,-1 0-2 0,-1 1 0 0,-2-1-8 16,0 1-2-16,-3-1-15 0,-3 0 5 15,-2-2-7-15,-2 4 5 0,0 1 33 0,0-1-1 16,-4 3-14-16,1-1-2 0,-2 5-14 0,-3-2 2 16,0 2-9-16,5 3 9 0,-10 2-15 0,5-1 8 0,-6 3-8 15,5 1 3-15,0 0-6 0,0 2 5 16,-1 2-8-16,3 0 8 0,-1 0-7 0,3 2 3 16,-1-1-1-16,3 2 16 0,-1 1-7 0,5 1 4 0,-1-2-9 15,2 3 8-15,1 1-2 0,2 1 9 0,0 1-11 16,2 1 7-16,0 1-8 0,0 1 4 0,0 2-7 15,3-1 6-15,0 2-9 0,-1 1 1 0,0 2-1 16,1 1-1-16,-1 3 3 0,2-2-2 0,1 0 3 16,1 5-11-16,-2-1 15 0,4 5-6 0,-1-2 20 15,1 3 25-15,2 3-11 0,1-2 3 0,1 2 5 16,1 0-9-16,2 1-2 0,1-5-6 0,0 3 28 16,3-2-14-16,1 1-6 0,0-2-8 0,2 2-2 15,1-1-8-15,2 3-1 0,1-3-3 0,0 0 5 16,4 2-6-16,2-1 28 0,4 2 5 0,1 0-15 15,3 0-4-15,2-3 0 0,2 0-8 0,5 1-3 16,-1-2 18-16,3-1 4 0,2-1-12 0,1-2-2 16,3-2 4-16,1 1 1 0,-1-2 29 15,4-2-38-15,1-1 21 0,-1 0-34 0,0-2 26 0,-2-1-35 16,2-2 30-16,-2 0-34 0,1-2 47 0,3 1-42 16,-7-5 44-16,1 1-45 0,0 0 36 0,1-4-38 15,0 2 6-15,-1-2 0 0,0-2-1 0,3-1 3 16,-6-1 0-16,3 0 10 0,0-2-9 0,1-2 3 15,3-2-1-15,4-1 2 0,-3-1 48 0,6-1-45 16,-1-4 51-16,2 0-56 0,-2-3 50 0,0-4-51 16,0 2 40-16,0-5-51 0,-1-1 5 0,0 1 1 15,-2-4 1-15,7-5-2 0,-4-3 4 0,-6 5-16 16,4-7 25-16,-6 5-6 0,-4-2 3 0,0-1 41 16,-4-2-55-16,1-1 61 0,-5-3-61 0,-3-2 42 15,-2 0-49-15,0-1 51 0,-6-3-44 0,0-1 49 16,-3 1-51-16,-1 1 3 0,-3-2 0 0,-4 0 7 15,-2 0-10-15,-2 2 36 0,-2-2-54 0,-4 1 44 16,-6 1-8-16,0-1-18 0,-10-3-20 0,-3 1-42 16,-6 1-72-16,-9 5-74 0,-4 4-81 0,-9 4-106 15,-6 7-80-15,-8 8-61 0,-5 6-118 0,-7 7-458 16,-6 7-731-16</inkml:trace>
  <inkml:trace contextRef="#ctx0" brushRef="#br0" timeOffset="21999.66">9066 7952 113 0,'-12'6'384'0,"4"-3"-81"0,0 0-55 0,-1 1-44 0,0-2-30 0,0 0-14 0,-1 2 0 16,-1 0-14-16,2-1-4 0,-1 0-10 0,10-3-5 15,-14 5-19-15,14-5-18 0,-13 2-13 0,13-2-16 16,-10 4-6-16,10-4 0 0,0 0 8 0,-1 6 28 16,1-6-4-16,10 2-14 0,-10-2-10 0,22-1 0 15,-3 0 9-15,0-3-4 0,7 1-15 0,2-2 2 16,5-1-15-16,9-4 1 0,-1 1-10 0,3-4 16 0,0 2-7 15,0-2-1-15,2 0-17 0,-3 0 7 16,-1 1-13-16,2 0 2 0,-5 1-16 0,0 0-14 16,-7 3-51-16,-3 0-49 0,-3 3-80 0,-5-1-80 15,-4 4-80-15,-2 0-119 0,-15 2-253 0,17 5-229 0</inkml:trace>
  <inkml:trace contextRef="#ctx0" brushRef="#br0" timeOffset="22165.36">9067 8325 297 0,'-13'10'634'0,"3"-2"-142"16,4-4-111-16,6-4-75 0,3 4-63 0,-3-4-58 15,26 0-34-15,1-7-34 0,15-3-18 0,17-6-24 0,5-6-34 16,7-4 5-16,2-1-25 0,6-3 21 0,16-7-34 16,-20 7 14-16,2 1-43 0,-5-3-123 0,-3 4-276 15,-4 2-394-15,-10 2-346 0</inkml:trace>
  <inkml:trace contextRef="#ctx0" brushRef="#br0" timeOffset="27365.75">7292 6899 235 0,'-4'-6'199'0,"4"6"-42"0,-9-9-55 0,9 9-47 0,-6-9-68 0,6 9-91 15,-7-7-97-15,7 7 61 0</inkml:trace>
  <inkml:trace contextRef="#ctx0" brushRef="#br0" timeOffset="39447.94">21558 8669 384 0,'7'-12'447'0,"-5"6"-37"0,-2 0-109 0,3-4-4 15,-2 1-55-15,-1-1 17 0,0 0-30 0,0 0-25 16,0 0 3-16,0 0 1 0,0 2-9 0,-1-2-11 15,-1 5-7-15,1-3-26 0,1 1-25 0,0 7-23 16,0-10 0-16,0 10 18 0,0 0 11 0,0 0 4 16,4 9-5-16,2 4-5 0,-2 3-10 0,4 5-17 15,2 7-29-15,5 6-9 0,0 2-10 0,2 1-11 16,-1 1-10-16,2 1-7 0,1-2 5 0,-3 1-9 16,3-2-3-16,-2 1-6 0,2-2-2 0,-3 1-6 15,2-5-14-15,-1-1-51 0,-4-5-15 0,-1 0-56 16,-1-5-50-16,1-3-38 0,-3-1-40 0,-1-4-33 15,0 1-49-15,-3-4-53 0,1 0-64 0,-3-5-526 16,-3-4-575-16</inkml:trace>
  <inkml:trace contextRef="#ctx0" brushRef="#br0" timeOffset="39731.96">21634 8935 488 0,'-32'-39'519'0,"2"-4"-117"0,10 4-38 15,-1 0-84-15,7-1-3 0,4 0-46 0,6 5-41 16,2 3-18-16,6-2-24 0,4 4 1 0,5-2-8 15,5 1-5-15,3 4-2 0,4 2 4 0,7 1 7 16,1 5 9-16,3 4-6 0,2 2-10 0,-3 4-19 16,-2 3-9-16,2 5-35 0,-5 2 5 0,4 3-28 0,-4 3 12 15,1 4-16-15,-6 1 5 0,-3 3-19 16,-3 2-1-16,-5 1-3 0,-5 3-5 0,-4 1-7 16,-5 2-1-16,-3 1 5 0,-8 5-3 0,-5 5-3 15,-6-1-3-15,-5-1-3 0,0 0-2 0,-12 4-2 16,6-7 2-16,-2-4-3 0,1-1 0 0,0-2 5 15,4-4-6-15,4-4 11 0,7-3-18 0,2-4-30 16,3-1-92-16,5-6-90 0,9-1-42 0,-9-7-80 16,9 0-31-16,4-6-93 0,5-5-104 0,3-5-342 15,6-6-474-15</inkml:trace>
  <inkml:trace contextRef="#ctx0" brushRef="#br0" timeOffset="39948.71">22285 8543 577 0,'0'10'787'0,"0"-10"-158"15,-6 4-122-15,6-4-85 0,0 0-38 16,-3 7-42-16,3-7-56 0,0 0-45 0,0 0-38 16,0 0-48-16,9-8-30 0,-1 2-24 0,2-2-20 15,4-1-22-15,4-2-13 0,3 1-45 0,0-1-83 0,-3 1-84 16,1 1-71-16,-3 1-70 0,-1 2-112 0,-5 1-81 15,1 2-510-15,-11 3-614 0</inkml:trace>
  <inkml:trace contextRef="#ctx0" brushRef="#br0" timeOffset="40098.24">22200 8890 453 0,'-9'13'799'15,"1"-3"-159"-15,4 1-145 0,-1-6-108 0,5-5-75 16,0 9-45-16,0-9-25 0,0 0-42 0,17 0-41 15,-4-6-31-15,7-1-29 0,3-8-22 0,13-2-35 16,1-4-76-16,1-1-103 0,3-2-139 0,6-3-135 0,-6 4-186 16,5-7-297-16,-2 1-456 0</inkml:trace>
  <inkml:trace contextRef="#ctx0" brushRef="#br0" timeOffset="40817">23263 7986 309 0,'0'0'465'0,"-6"-5"-93"15,6 5-40-15,-9-3-55 0,9 3 1 0,-13-6-30 16,13 6 13-16,-14-3-13 0,14 3 2 0,-18-3-5 15,8 3-10-15,-2-2-9 0,0 2-12 0,-1 2-21 16,0-1-16-16,0 1-18 0,0-1-28 0,-1 1-16 0,3 1-10 16,-2 1-24-16,3-1-13 0,-1 1-10 15,1 1-7-15,3-2-12 0,-1 2-3 0,0 0-7 16,1-1 2-16,0-1-14 0,2 4-7 0,1-3 2 16,4-4 0-16,-7 7-5 0,7-7-2 0,-9 6 2 15,9-6-7-15,-5 6 3 0,5-6 1 0,-7 5-1 0,7-5-3 16,0 0 1-16,-6 5 2 0,6-5-1 15,0 0 2-15,-5 3-3 0,5-3 2 0,0 0-2 16,-7 5-1-16,7-5 3 0,0 0-1 0,0 0-1 16,0 0 0-16,-5 4-4 0,5-4 4 0,0 0-2 15,0 0 0-15,0 0 0 0,0 0 16 0,0 0-19 16,0 0-2-16,-5 3 2 0,5-3 4 0,0 0 0 0,0 0-4 16,0 0-1-16,0 0 7 0,0 0-4 15,0 0 2-15,-4 6 0 0,4-6 3 0,-1 6-3 16,1-6-2-16,-4 7 5 0,4-7-4 0,-4 12 1 15,2-6 0-15,-3 2 0 0,2 3 4 0,1-2-2 16,0 1 0-16,0 2 2 0,0-2 2 0,1 3 13 16,1-1-8-16,0 0 2 0,0 1-6 0,1-2 10 15,1 0-10-15,-1 3 9 0,0-3 23 0,3 1-3 16,0 1-3-16,2-1-8 0,3-1 1 0,0 2-8 16,1-3 5-16,3-1-9 0,0-2-1 0,5-1-7 15,2 1 2-15,0-4-4 0,1-1 3 0,2-2-6 16,-1 0-1-16,4-3 5 0,-2-2 4 0,-1-1-7 15,0 1 3-15,-3-3-2 0,-1-1 7 0,-3-2-6 16,0-2 3-16,-3-3-4 0,0-1-2 0,-3-4 8 16,-2 2-9-16,-3-2-3 0,-1 0 2 0,-4 0 9 15,-3-1 2-15,-2-1 0 0,0 0 1 0,-3 4-1 16,-3 0 1-16,-2 2-4 0,-1 0 6 0,-4 4 5 16,3 1-18-16,-4 2-5 0,-2 4-7 0,-1 1-12 15,2 2-11-15,-2 3-25 0,-1 2-31 0,0 2-66 16,0 2-77-16,2 1-83 0,1 2-89 0,4 1-96 15,4 1-144-15,2 0-397 0,6-2-662 0</inkml:trace>
  <inkml:trace contextRef="#ctx0" brushRef="#br0" timeOffset="41114.66">23571 8079 680 0,'10'-4'793'0,"-10"4"-157"0,9-5-110 0,-9 5-97 0,5-4-46 0,-5 4-49 16,0 0-32-16,0 0-51 0,0 0-47 0,0 0-26 16,0 0-29-16,8 6-32 0,-8-6-23 0,-1 7-19 15,1-7-19-15,-3 10-11 0,3-10-6 0,0 12-4 16,0-12 3-16,1 12-2 0,1-6-1 0,-2-6-3 16,1 10 2-16,-1-10 2 0,4 9-1 0,-4-9 22 15,1 8-1-15,-1-8 5 0,1 5 8 0,-1-5-13 16,0 0-14-16,0 0-7 0,0 0-10 0,4-9-3 15,-4 9-7-15,-1-13-11 0,0 4-6 0,-1-1-19 16,1 1-23-16,-4 0-41 0,4-1-58 0,-2 0-73 16,-1 3-103-16,-1-1-107 0,1 0-72 0,-1 2-155 15,1 1-477-15,4 5-746 0</inkml:trace>
  <inkml:trace contextRef="#ctx0" brushRef="#br0" timeOffset="41498.85">24219 7484 1402 0,'10'-17'914'16,"-1"0"-190"-16,-2 3-123 0,-4 5-107 0,1-1-78 16,-1 3-27-16,-3 7-80 0,-7-6 12 0,7 6-62 15,-20 6-22-15,1 3-16 0,-5 7-42 0,-7 6-53 16,0 7 23-16,-5 9-28 0,3 5 10 0,1 3-19 15,5 2-1-15,4 1 20 0,9-6 6 0,5 3-42 16,2-3 54-16,5-5-54 0,6 4 41 0,6-3-66 16,3-1-17-16,6-3-7 0,4-4-15 0,3-4-10 15,5-5-10-15,1-3-11 0,5-5 0 0,-7-5-3 16,5-2 6-16,-6-4-9 0,0-3 12 0,1-1-16 16,-3-4 20-16,-2 0-10 0,0-3 0 0,-4-3-4 15,-1 0 8-15,-4-1-33 0,-2-1 37 0,-5-1-52 16,-2 0 35-16,-5 2-42 0,-4-1 55 0,-5 1-52 15,-3 1 48-15,-5 0-9 0,-6 3-4 0,-1 2-42 16,-6 3-38-16,-2 3-52 0,-10 3-48 0,-3 5-48 16,-3 3-53-16,2 1-27 0,3 5-87 15,0 1-103-15,6 1-75 0,-1 3-153 0,4 0-665 0,2 0-1005 16</inkml:trace>
  <inkml:trace contextRef="#ctx0" brushRef="#br0" timeOffset="45514.71">22219 10237 466 0,'-8'5'636'0,"1"-3"-131"0,7-2-75 0,-18 2-65 0,18-2-47 0,-21 0-25 0,10-1-34 16,-1-1-47-16,2-1-37 0,-1 0 18 0,0-3-13 15,2 0-26-15,2-3-29 0,0-1-27 0,3-2-16 16,3-1-3-16,1-2-27 0,5-2 4 0,2-2-26 16,3 1 8-16,0 0-24 0,5 2 11 0,-1 1-18 15,4 2 14-15,0 1-20 0,0 4 17 0,0 2-19 16,1 3 11-16,0 1-11 0,1 5 13 0,-1 0-14 16,1 4 0-16,1 2-1 0,-1 1 1 0,-3 2 1 15,1 1 1-15,-3 1 2 0,0 0-2 0,-3 1 5 16,-1-3 6-16,-3 1 11 0,-2-3 15 0,0 0 15 15,-3 0 13-15,2-3-3 0,-5 0-5 0,0-7 10 16,0 11 3-16,0-11-6 0,-8 2 5 0,8-2-7 16,-11-4-5-16,6-3-17 0,-1-2 0 0,-2-3-8 15,4-2 7-15,-1-2-24 0,1-2 10 0,0-3-16 0,3-3-1 16,1 1 0-16,1-1-4 0,3 0 10 16,0 0-14-16,3 2 12 0,1 1-16 0,1 2 7 15,2 3-14-15,0 0 11 0,-1 5-4 0,1 3 4 16,1 2-14-16,0 3 14 0,1 2-3 0,1 4 4 15,0 0-6-15,2 4 8 0,-2 3-2 0,4 2-5 0,-4 1 10 16,3 0-14-16,-3 3 16 0,0 0-14 16,-2 0 12-16,0-1-15 0,-3 0 6 0,0-3-20 15,-4 1-14-15,3-2-18 0,-4-1-70 0,0 0-68 16,-2-4-83-16,-2-6-97 0,2 10-54 0,-2-10-128 0,0 0-601 16,0 0-770-16</inkml:trace>
  <inkml:trace contextRef="#ctx0" brushRef="#br0" timeOffset="45764.39">23174 9683 898 0,'0'0'765'0,"0"0"-155"0,0 0-141 0,0 0-81 0,0 0-47 0,12 0-46 0,-12 0-39 0,7-7-37 16,-1 2-24-16,6-4-35 0,-1-2-29 0,8 0-31 0,3-5-18 16,5-1-13-16,4-1-16 0,-1 1-26 0,2-1-68 15,-5 3-109-15,0 0-85 0,-2 1-62 16,-5 4-112-16,-1 1-129 0,-3 3-519 0,-5 2-673 16</inkml:trace>
  <inkml:trace contextRef="#ctx0" brushRef="#br0" timeOffset="45931.19">23276 9804 619 0,'-3'8'752'0,"3"-8"-159"0,-2 8-141 0,2-8-95 15,0 0-71-15,11 2 8 0,-2-4-45 0,3-3-14 16,3-1-53-16,7-6-29 0,3-1-30 0,7-5-29 16,3-1-18-16,-1 0-28 0,1-1-81 0,-3 1-108 15,0 1-106-15,-2-2-108 0,-4 6-128 0,1-2-532 16,-2-1-623-16</inkml:trace>
  <inkml:trace contextRef="#ctx0" brushRef="#br0" timeOffset="46248.05">23907 9144 743 0,'0'-12'613'0,"1"0"-92"16,1 3-65-16,-2-1-74 0,1 4-66 0,-1 6-54 15,1-13-46-15,-1 13-28 0,3-8 59 0,-3 8-1 16,0 0-13-16,0 0-17 0,13 4-14 0,-7 3-28 16,2 5-6-16,3 4-9 0,1 1-33 0,3 4-7 15,-1 3-33-15,3 2-2 0,1 4-15 0,1 0-8 16,-1-1-19-16,1 3-5 0,0-3-9 0,-2-1-5 15,-1-2-2-15,-2-2-3 0,0 0-4 0,-1-3-6 16,-4-2-8-16,2-3-37 0,-3-1-62 0,1-2-85 16,-1-3-78-16,-3 0-76 0,1-2-58 15,-2-3-79-15,-4-5-126 0,9 8-556 0,-9-8-771 0</inkml:trace>
  <inkml:trace contextRef="#ctx0" brushRef="#br0" timeOffset="46581.7">24290 9138 429 0,'4'-10'777'0,"-2"-1"-171"0,0 4-111 0,1-3-92 16,-1 4-22-16,2-3-6 0,0 2-17 0,2 1-24 15,1-1-29-15,-1 1-28 0,4 0-32 0,3-1-18 16,1 2-46-16,0-1-13 0,2 2-55 0,0 1 1 16,0 3-45-16,-1 0 5 0,0 2-36 0,-1 3 16 15,0 1-35-15,0 2 0 0,-5 3 0 0,0 4-4 16,-5 1 21-16,1 3-31 0,-5 1 23 0,-2 4-34 15,-5 4 28-15,-2 2-4 0,-6 4-5 0,2-1-3 16,-6-4-1-16,6-2-1 0,-1-5 1 0,1-3-6 16,3-1 6-16,0-2-7 0,2-5 2 0,2 1-2 15,-1-2 3-15,4-2 15 0,-2-2 9 0,5-6 23 16,1 6-4-16,-1-6-11 0,11-1-7 0,0-5-6 16,4-1-6-16,3-6-4 0,5-3-32 0,2-3 31 15,3-1-31-15,3-4 14 0,0 1-72 0,-2-1-30 16,2 0-65-16,-2-1-74 0,-1-1-110 0,-2 1-69 15,0 0-54-15,-3 0-100 0,-6 2-146 0,-1 2-323 16,-1-2-665-16</inkml:trace>
  <inkml:trace contextRef="#ctx0" brushRef="#br0" timeOffset="46880.98">24831 8810 94 0,'-5'-6'798'0,"5"6"-184"15,0 0-132-15,0 0-39 0,-8 3-28 0,8-3-27 16,-5 13-31-16,4-3-32 0,1-2-28 0,-1 4-33 15,1 0-34-15,1 1-34 0,1 3-31 0,2-1-35 16,0 1-22-16,5 0-23 0,0 3-4 0,1-4-20 16,1 2-8-16,1-2 9 0,1 0 29 0,2-4-15 15,-2 0 17-15,0-3-23 0,4-1 29 0,-3-4-27 16,2 1 48-16,-2-4-39 0,2-1 16 0,-1-2-41 16,2-2 20-16,-3-3-36 0,-2 0 23 0,1-6-12 15,-1 0-12-15,-5-1-7 0,0 0-6 0,-3-3-4 16,-3 0-5-16,-2 0-5 0,-2-1-2 0,-5 0-5 15,-1 2-3-15,-7 1-4 0,-6 0 4 0,0 3-3 16,-8 5 0-16,-2 2-4 0,-4 1-19 0,0 5-32 16,-2 3-65-16,-6 4-56 0,2 1-79 0,3 4-132 15,1 4-156-15,5 0-98 0,1 2-843 0,9-2-1112 16</inkml:trace>
  <inkml:trace contextRef="#ctx0" brushRef="#br0" timeOffset="55932.94">22889 11169 399 0,'-4'-19'536'0,"0"-3"-95"0,-1 1-72 0,0 1-51 0,-3 1-40 0,4 4-17 16,-1 1 0-16,2-1-13 0,1 3-19 16,-1 3-29-16,1-2-28 0,-1 2-29 0,1 1-34 0,2 8-7 15,1-7 37-15,-1 7 29 0,10 4 25 0,-1 7-22 16,5 5 17-16,8 11-1 0,2 4-49 0,3 6-4 15,5 8-26-15,0 3-19 0,1 2 19 0,-1 6 10 16,1-2-20-16,1 2 12 0,-2-1-47 0,1-1 15 16,-4-2-41-16,1-1 21 0,-2-2-41 0,0-4 24 15,-6-7-36-15,-1-1 27 0,0-3-35 0,-2-2 5 16,-4-8 0-16,2-1-12 0,-7-4-32 0,3-2-41 16,-4-3-49-16,-1-2-55 0,0-1-76 0,-1-2-46 15,-2-2-61-15,-5-7-28 0,6 5-67 0,-6-5-47 16,0 0-24-16,0 0-416 0,-5-10-535 0</inkml:trace>
  <inkml:trace contextRef="#ctx0" brushRef="#br0" timeOffset="56181.19">23250 11731 153 0,'-24'-30'633'0,"1"-1"-151"15,4 0-24-15,1 0-75 0,6 4-41 0,1 0-50 16,3 1-8-16,3 2-49 0,5 0 2 0,0 0-36 16,5 1-8-16,2-2-33 0,4-1-9 0,3 3-14 15,3-1-22-15,1 1-16 0,5 4-12 0,0 2-17 16,2 3-5-16,-2 2-15 0,0 5-10 0,0 1 2 15,-2 3 0-15,-3 3-20 0,1 1 12 0,-4 3-22 16,2 2 13-16,-4 2-13 0,-2 3 14 0,-5 1-19 16,-2 4 20-16,-4 1-7 0,-2 8-4 0,-6 3-18 15,-7 4 16-15,-1 0-20 0,-5 3 20 0,-2-2-13 16,-3-1 7-16,4 0-13 0,-5-4 13 0,3-2-18 16,0-1 16-16,5-5-30 0,1-6-16 0,4-1-72 15,-3-3-90-15,4-3-104 0,3-3-92 0,10-4-132 0,-19-4-587 16,10-1-733-16</inkml:trace>
  <inkml:trace contextRef="#ctx0" brushRef="#br0" timeOffset="56596.59">23043 10878 342 0,'-11'-14'650'0,"-2"-1"-128"0,0 2-104 16,2-2-30-16,-1 3-60 0,2 2 8 0,0-2-26 15,1 4-11-15,1 1-54 0,2 0-19 0,-1 1-48 16,2 0-7-16,0 2-28 0,5 4-15 0,0 0 0 16,-10 1-31-16,7 6 5 0,1 4-28 0,-1 0-5 15,2 6-24-15,1 1 0 0,0 1-16 0,1 1-1 16,0 1-12-16,3-1 8 0,-2 0-12 0,0-3 6 16,1-1-10-16,-1-1 6 0,1-3-1 0,-2-2 14 15,0 0 4-15,1 1 14 0,0-4 34 0,-2 0-1 16,0-7 6-16,3 7-38 0,-3-7 12 0,0 0-18 15,0 0-3-15,-3-12-24 0,1 1 16 0,-1 0-23 16,1-6 16-16,0-1-25 0,-2-4-6 0,2-1-5 16,-1 0 20-16,1-2 0 0,2 4-4 0,-2 0 3 15,4 3-4-15,-2 1 2 0,2 1-6 0,-2 4-4 16,3 0 6-16,-1-1 3 0,2 5 3 0,1 1 12 16,4 1 10-16,-1 2 0 0,-8 4 8 0,20 0-2 15,-9 3-6-15,3 0-3 0,2 4-8 0,-3-1 24 16,6 4-37-16,0 1 29 0,-1-1-34 0,0-1 27 15,0 4-35-15,3-5-4 0,-2 3-75 0,0-4-69 16,1 1-99-16,2-2-132 0,-1-1-88 0,-1-2-121 16,0 1-770-16,1-3-969 0</inkml:trace>
  <inkml:trace contextRef="#ctx0" brushRef="#br0" timeOffset="56864.36">23898 10791 640 0,'3'10'800'0,"-3"-10"-164"0,0 0-121 0,2 6-108 0,-2-6-24 0,0 0-48 0,0 8-10 0,0-8-33 16,0 0-19-16,0 0-39 0,0 0-28 15,9 3-25-15,-9-3-16 0,16-9-55 0,-6 4-14 16,4-2-28-16,3-3-9 0,3 2-9 0,0-3-5 15,0 0-12-15,4 0-15 0,-4-2-40 0,1 4-38 16,-1-3-62-16,-2 1-73 0,-4 2-49 0,1 1-85 0,-4 0-66 16,-5 4-109-16,-6 4-105 0,8-4-449 0,-8 4-674 15</inkml:trace>
  <inkml:trace contextRef="#ctx0" brushRef="#br0" timeOffset="57014.56">23990 11021 106 0,'-4'15'792'0,"0"-2"-182"0,3-2-115 15,1-2-71-15,0-2-62 0,3-1-23 0,-3-6-40 16,11 7-35-16,-11-7-34 0,18-2-34 16,-2-3-40-16,3-5-33 0,6-5-28 0,6-5-19 0,1-3-40 15,4-2-78-15,-2 0-84 0,7-10-72 16,1 3-69-16,-3-1-106 0,-6 3-65 0,-3 0-549 16,1 1-584-16</inkml:trace>
  <inkml:trace contextRef="#ctx0" brushRef="#br0" timeOffset="57347.84">24698 10447 460 0,'-2'-7'792'0,"2"7"-166"0,0 0-88 15,-14-1-76-15,14 1-45 0,-8 4-30 0,8-4-16 16,-9 8-42-16,4-1-47 0,1 1-16 0,-1 0-41 0,1 2-12 16,0 0-70-16,3 0-27 0,0 2-25 0,1-2-12 15,0 4-15-15,4-3-7 0,-2 2-6 0,6 1 28 16,-2-3-8-16,3 0 3 0,0 1 10 15,2-6-10-15,2 2-9 0,0-2-5 0,0-1-14 0,0-5-7 16,1 1-5-16,-1-2-3 0,2-1-10 0,0-2-3 16,-1-3 26-16,-1-1-40 0,0-3 28 0,-4 0-39 15,0-5 32-15,-3 1-33 0,-2-3 27 0,0-1-2 16,-3 0-2-16,-2 0-6 0,-4 2-3 0,-2-4-1 16,0 3-4-16,-4 3-1 0,-4 1-1 15,-2 3 0-15,-2 3-27 0,-4 2 34 0,0 4-4 0,-1 4 0 16,-4 2-5-16,-2 4 2 0,2 2-3 0,1 2-48 15,5 2-2-15,2 2-75 0,5-2-25 0,5-2-57 16,3 2-142-16,2-3-107 0,5-1-99 0,4-3-215 16,1 1-508-16,3-5-888 0</inkml:trace>
  <inkml:trace contextRef="#ctx0" brushRef="#br0" timeOffset="57547.93">25248 10181 1535 0,'-9'-3'930'0,"9"3"-207"16,-12-4-151-16,12 4-92 0,0 0-112 0,0 0-46 15,0 0-79-15,0 0-19 0,0 0-68 0,0 0-7 16,0 0-33-16,0 0-25 0,0 0-25 0,0 0-50 16,0 0-93-16,0 0-116 0,0 0-123 0,13-2-96 15,-13 2-86-15,12-1-123 0,-12 1-601 0,15-3-829 16</inkml:trace>
  <inkml:trace contextRef="#ctx0" brushRef="#br0" timeOffset="57947.73">25374 10005 688 0,'0'-8'717'0,"0"8"-141"0,0-9-133 0,0 9-88 16,-1-10-64-16,1 10-10 0,0-8-32 0,0 8 25 15,0 0-21-15,1-7 4 0,-1 7-42 0,0 0-19 16,0 0-29-16,0 0-18 0,9 5-26 0,-9-5-14 15,4 8-24-15,-4-8 0 0,1 14-35 0,1-7 7 16,-2 2-22-16,0 0 3 0,0 0-15 0,0 0-2 16,0-1-8-16,0 1 5 0,0-2-14 0,1 2 13 15,1-1-15-15,-2-8 4 0,2 11-6 0,-2-11 8 16,6 8-13-16,-6-8 16 0,10 2-18 0,-10-2 15 16,17-5-13-16,-7 0 15 0,2-2-6 0,2 1-2 15,0-1-10-15,1-1 11 0,-1 1-6 0,4 1 7 16,-1-1-16-16,1 2 17 0,1 2-14 0,-1 0 13 15,-1 1-8-15,2 3 22 0,0 2-30 0,-3 1 10 16,2 1-5-16,1 4 5 0,-3 1-2 16,0 0 7-16,-2 0-3 0,-1 2 1 0,-3 0 4 0,-1 0-7 15,-2 1 6-15,0-1-6 0,-2 0 6 0,-3 1 0 16,-1-1 0-16,-4-1-3 0,1 0 1 0,-6 0 1 16,1 1 5-16,-2 0-2 0,-2-3-4 0,-3 0 0 15,-1-2-22-15,-2-1-15 0,2-3-45 0,-4 0-98 16,0-3-89-16,-1-1-74 0,1-2-77 0,-4-2-103 15,3-3-122-15,-2 0-397 0,2-3-655 0</inkml:trace>
  <inkml:trace contextRef="#ctx0" brushRef="#br0" timeOffset="58180.94">25410 9953 756 0,'3'-7'805'0,"1"1"-150"15,1-2-132-15,2 0-34 0,2-1-48 0,3-2-27 16,3-2-39-16,2 0-20 0,4-4-41 0,7-4 16 15,3 0-3-15,1-2-19 0,5-1-21 0,3 1-44 16,3-7-33-16,6 1-30 0,-4 1-28 0,2 0-18 16,-9 4-21-16,-1-1-12 0,0 2-48 0,-1-1 23 15,-4 1-51-15,-3 1 31 0,-4 5-31 0,-4 1 15 16,-5 5-41-16,-1-2 14 0,-5 2-72 0,-1 1-56 16,-2 2-90-16,-7 8-85 0,-2-10-61 0,2 10-108 15,-19-2-143-15,-1 6-102 0,-10 4-884 0,-7 5-1237 16</inkml:trace>
  <inkml:trace contextRef="#ctx0" brushRef="#br0" timeOffset="72746.61">13286 9360 595 0,'7'10'666'0,"-3"-4"-141"0,1 0-105 0,-1 2-100 16,-4-8-67-16,7 10-30 0,-2-5 5 0,1 2 11 15,-1-2-30-15,1-1 16 0,2 1-11 0,-1-1 21 16,3-2-26-16,-1 1 0 0,1-5-15 0,5 0-23 16,1-4-7-16,4-4-28 0,8-4-24 0,4-6-13 15,4-4-24-15,7-5-5 0,2-2-5 0,5-4-3 16,0-3-20-16,2-2-10 0,-1-3-8 0,3-2-3 15,0-4 20-15,-2 1-32 0,-2-5 23 0,1 0-37 16,-3-1-18-16,0 2-36 0,-5 0-57 0,-1 0-88 16,-1 3-102-16,-2 6-126 0,-5 1-144 0,-6 10-218 15,-5 2-335-15,0 3-745 0</inkml:trace>
  <inkml:trace contextRef="#ctx0" brushRef="#br0" timeOffset="77363.22">28187 5680 253 0,'-37'-5'549'0,"4"0"-110"0,-2 1-106 15,7 1-52-15,1 0-47 0,3 0-43 16,4 0-35-16,2 2-43 0,4 1-5 0,1 0-32 0,13 0 8 15,-9 1 21-15,9-1-6 0,12 5-1 0,7-1 1 16,15 0-3-16,17 2-16 0,22 1-5 0,11-1 16 16,12 0 11-16,7 2 44 0,28-2 2 0,7 2-23 15,4-1-5-15,3-3 12 0,0 1-27 0,5 0 0 16,-1-1-22-16,1-1 3 0,-2 0-5 0,-2-2 3 16,-6 0-16-16,-4-1-9 0,-23 0-23 0,19-2 3 15,-23 0-14-15,-3-1 23 0,-4 1-12 0,0-2 5 16,-8-1-21-16,-5 0 18 0,-6 2-19 0,-6-1 3 15,-15-2-18-15,-7 5 7 0,-5-2-27 0,-13 1-5 16,-6 1-24-16,-5-1-69 0,-7 0-98 0,-8 0-109 16,-11 2-73-16,0 0-78 0,-11-6-90 0,-11 6-434 15,-16 0-593-15</inkml:trace>
  <inkml:trace contextRef="#ctx0" brushRef="#br0" timeOffset="77696.89">27282 6022 863 0,'-41'-4'747'0,"8"1"-133"0,8-1-130 16,4 2-101-16,2-1-78 0,6 2-64 0,13 1-45 16,-11-2-50-16,11 2-18 0,13 0-30 0,8 0-14 15,18-1-20-15,19-1-13 0,24 0-13 0,15-3 7 16,11 0 3-16,32 1 6 0,12-1 2 0,8-1 0 15,1 0-6-15,5 3-8 0,4 0-6 0,0 2 25 16,0-2-12-16,-4 1 32 0,0 0-5 0,-6 0-2 16,1 1 5-16,-5-2-8 0,-4 1 9 0,-5 1-11 15,-6-1-36-15,-6-2 17 0,-24 2-16 0,-3 0 14 16,-5-3-3-16,-2 2-10 0,-4-1-10 0,-7-2-4 16,-7 1 1-16,-6 0-13 0,-17-1-6 0,-5 1 0 15,-7 0 16-15,-11 1-43 0,-2-1-35 0,-12-2-71 16,-5 3-111-16,-7-3-124 0,-8-1-75 0,-8 2-53 15,-8-1-77-15,-13 1-522 0,-20-2-709 0</inkml:trace>
  <inkml:trace contextRef="#ctx0" brushRef="#br0" timeOffset="78079.85">26457 6048 567 0,'-26'2'539'0,"3"-1"-136"0,5 1-51 0,-1-1-91 0,6-1-33 16,13 0-75-16,-16 2-10 0,16-2-38 0,0 0 6 15,25-3-32-15,9-2 10 0,19 1-25 0,21 0 28 16,15-2-30-16,10-1 8 0,30 1-13 15,9 0-13-15,7 1-10 0,4 1 25 0,4 2 19 0,2 1 8 16,5 0 19-16,0 1 7 0,-2 1-15 0,-2 0 9 16,1 1-6-16,2 1 22 0,-3-1-2 0,0 2-20 15,-6 1-6-15,-4-2 7 0,0 1-24 0,-4 0 11 16,-2 0-19-16,-6 1-2 0,-25-3-18 0,-2-1 8 16,-2 0-29-16,-6-2 13 0,-3 0-26 0,-3 0 10 15,-5-1-12-15,-4-1-14 0,-7-1-11 0,-4 0-21 16,-16-1-27-16,-3 3-26 0,-5-3-31 0,-12 2-56 15,-9-1-78-15,-3 0-93 0,-11 1-115 0,-5-2-131 16,-9 5-391-16,-2-11-573 0</inkml:trace>
  <inkml:trace contextRef="#ctx0" brushRef="#br0" timeOffset="78462.63">26711 6117 448 0,'-38'3'691'0,"7"-1"-143"0,6 0-94 16,5-1-106-16,1 2-74 0,6-1-61 0,3-1-39 16,10-1-38-16,0 0-19 0,13 5-35 0,11-3 6 15,18-2 25-15,21-2 3 0,23-2 20 0,16-3 2 16,35-1 3-16,15 1-14 0,11-5-1 0,9 6-20 15,10-4 0-15,4 3-17 0,3-1-4 0,2 0-21 16,1 3 50-16,0-3-28 0,-3 3 11 0,-5-1-9 16,-4 0 25-16,-2 0-33 0,-7 0 36 0,-6 0-47 15,-12-1 40-15,-8 2-50 0,-10-2 38 0,-7 0-2 16,-28 3-11-16,-4-2-11 0,-6 1-8 0,-5 1-9 16,-9-1-13-16,-14 0-9 0,-6 2-7 0,-6-2-9 15,-12 2-6-15,-7 2-3 0,-4-2-1 0,-3-2-23 16,-7 3-34-16,-4-3-76 0,-5 1-55 0,-3-1-39 15,-5 5-74-15,-9-11-83 0,-5 6-75 0,-6-1-27 16,-6 3-88-16,-11-1-105 0,-2 1-284 0,-10 0-538 16</inkml:trace>
  <inkml:trace contextRef="#ctx0" brushRef="#br0" timeOffset="80629.64">10823 12527 614 0,'-4'-5'506'0,"4"5"-76"0,-5-11-56 0,5 11-29 0,-4-7-44 0,4 7-20 0,-5-8-15 15,5 8-3-15,-4-6-36 0,4 6 7 0,-2-6-31 16,2 6 2-16,-3-6-32 0,3 6-8 0,0 0-32 16,0 0-1-16,-5-6-32 0,5 6-6 0,0 0-9 0,0 0 19 15,0 0-10-15,5 6 6 0,-2 1 5 0,0-1-25 16,3 5 8-16,-1-2-31 0,1 5 27 0,3-3-29 15,-1 1 16-15,-2 4-34 0,3-5-12 16,1 1 10-16,-1 0 15 0,0-3 8 0,1 2 18 0,1-3 8 16,0 0 19-16,2-2-2 0,1-3-7 0,1-1-6 15,3-4-22-15,4-2 15 0,5-8-42 0,7-4 18 16,2-7-35-16,11-7 20 0,3-7-29 0,3-2 0 16,3-5 13-16,1-1 10 0,3-3 11 0,-2-1 3 15,12-8 7-15,-11 8 4 0,-3-1 7 0,3 4 0 16,-4 0-7-16,1 0-17 0,-4 3 12 0,-3 4 0 15,0 1-10-15,-6 3-9 0,-8 8-7 0,-3 2-2 16,-3 1-11-16,-6 5-27 0,-3 5-46 0,-3 0-51 16,-3 3-72-16,-2 2-60 0,-3 0-89 0,-2 2-98 15,-7 7-137-15,3-10-82 0,-3 10-93 0,-8-3-707 16,-5 6-1059-16</inkml:trace>
  <inkml:trace contextRef="#ctx0" brushRef="#br0" timeOffset="92728.98">12164 14186 715 0,'-8'3'673'0,"8"-3"-139"0,-13 2-106 0,13-2-94 0,-9 3-57 0,9-3-39 16,0 0-24-16,-9 3-17 0,9-3-20 0,0 0-25 16,0 0-27-16,7-4-26 0,2 2-18 0,3-2-15 15,4 0-15-15,7-2-12 0,1 1-4 0,5-3-11 16,3 2-4-16,0-1-2 0,0-1-5 0,-1 2-8 15,1-1-45-15,-5 3-83 0,-3 0-80 0,-1 1-59 16,-4 2-47-16,-3 2-21 0,-4 0-33 0,-2 2-65 16,-2 3-351-16,-8 2-298 0</inkml:trace>
  <inkml:trace contextRef="#ctx0" brushRef="#br0" timeOffset="92862.23">12202 14434 224 0,'-17'11'460'0,"5"-1"-108"0,1-3-61 0,2 2-27 16,3-3 8-16,6-6-48 0,-4 9 12 0,4-9-59 15,13 5-14-15,0-5-50 0,6 0-2 0,8 0-39 16,8-4 5-16,10-3-31 0,5 1 3 0,2-3-27 16,2 2-19-16,13-8-107 0,0 5-127 0,-3-2-169 15,0-1-368-15,-10 2-284 0</inkml:trace>
  <inkml:trace contextRef="#ctx0" brushRef="#br0" timeOffset="93145.24">13615 13928 885 0,'-5'-12'725'0,"0"5"-119"0,1 0-144 0,2 2-96 15,2 5-76-15,-7-10-32 0,7 10-34 16,0 0-26-16,0 0-24 0,-5 9-17 0,5-3-17 15,2 7-20-15,0 2-12 0,-1 2-8 0,3 7-20 16,1 1-9-16,3 6-19 0,-2 0-10 0,2 1-10 0,2 5-14 16,-1 0 4-16,-2-4-15 0,0 0 11 15,2-2-15-15,0 1 2 0,-1 0-10 0,1-2 2 16,-3-2-108-16,2-4-138 0,-3-2-123 0,1-1-131 16,1-5-145-16,-1-1-373 0,-1-3-629 0</inkml:trace>
  <inkml:trace contextRef="#ctx0" brushRef="#br0" timeOffset="93378.62">14027 14273 780 0,'0'0'895'0,"0"0"-174"16,0 0-167-16,0 0-105 0,0 0-81 0,0 0-52 15,0 0-22-15,0 0-45 0,0 0 9 0,6 4-58 16,-6-4 7-16,18-3-77 0,-4 2 16 0,4-1-67 15,6-1 28-15,3-1-63 0,5-1 33 0,0 0-58 16,3-1 39-16,-1-1-52 0,-1 2 39 0,2-1-56 16,-1 1-5-16,-2-2-125 0,0 1-135 0,-10 2-150 15,1-2-115-15,-4 3-226 0,-6-2-438 0,-3 2-813 16</inkml:trace>
  <inkml:trace contextRef="#ctx0" brushRef="#br0" timeOffset="94062.33">15497 13264 233 0,'25'-24'712'0,"-2"3"-178"0,-5 2-129 0,1 2-67 0,-6 2-90 16,1 3-40-16,-5 1-55 0,0 0-19 0,-3 3-29 15,-2-3-10-15,-4 3-31 0,0-1 8 0,-1 0-6 16,-4 0 31-16,-3 1 0 0,-1-2-5 0,0 1-6 16,-3 0-13-16,-3 1-7 0,-2 0-11 0,-3 0-3 15,0 2-7-15,-2 0 8 0,0 1-2 0,-3 0-8 16,-1 3-8-16,1 0 0 0,2 1 10 0,2 1 8 15,0 0-10-15,0 2-11 0,2 0-6 0,0 2-8 16,1 3 0-16,1 1 3 0,1 4 26 0,2 1 50 0,2 4-22 16,1 3-11-16,0 5-15 0,6 2 68 15,-1 5-40-15,2 0 0 0,4 3 25 0,0 1 25 16,3 2-61-16,-2 6-10 0,4 2-9 0,-1 0 41 16,0 2-11-16,1 2-5 0,1 2-18 0,-2 0 34 0,6 11 33 15,-1 1-68-15,0 1 32 0,1 1-31 16,1-1 57-16,-1-2-54 0,1-1-5 0,-1-3-6 15,1 2 3-15,1-2 37 0,-1-11-4 0,-1 2-13 0,3-2 21 16,-2-3-47-16,3-1 23 0,-2 0-40 0,1-4 33 16,1-3-47-16,-3-2 31 0,2-8-42 0,-3 1 37 15,-1-8-41-15,1 0 35 0,-1-3-39 0,0-4 35 16,1 0-37-16,1-2 38 0,0-4-40 0,4-3 34 16,2-2-44-16,2-4 3 0,4-2-99 0,2-6-15 15,0-4-103-15,7-8-51 0,-1-4-122 0,-1-3-98 16,1-3-42-16,4-9-82 0,-2-1-123 0,-5-4-359 15,3-2-729-15</inkml:trace>
  <inkml:trace contextRef="#ctx0" brushRef="#br0" timeOffset="94295.7">15994 13668 348 0,'-8'-9'730'0,"0"2"-140"0,3 1-102 0,-1 0-68 15,6 6-27-15,-8-4-31 0,8 4-8 0,-6 5-32 0,6-5-23 16,-3 14-58-16,3-3-9 0,0 6-48 16,2 2-11-16,1 3-29 0,3 3-26 0,-1 6 17 15,2 3-74-15,2 3 33 0,-1 1-61 0,0 0 34 16,2 1-51-16,-1 0 35 0,0-3-53 0,1 2-12 16,-1-8-24-16,1 0-71 0,0-3-139 0,-1 0-163 15,0-5-101-15,-2-3-177 0,3-2-518 0,-4-6-817 16</inkml:trace>
  <inkml:trace contextRef="#ctx0" brushRef="#br0" timeOffset="94512.37">16382 14016 871 0,'0'0'897'0,"0"0"-171"15,0 0-150-15,0 0-121 0,0 0-78 0,0 0-65 16,0 0 7-16,0 0-73 0,9-2 28 0,1 0-86 15,4-2 13-15,8-2-71 0,4-1 22 0,6-1-64 16,2-1-25-16,7-1 7 0,3-3-27 0,0 1-11 16,0 1-8-16,-1-3-16 0,-2 4-55 0,-2-2-82 15,-6-1-130-15,-3 3-134 0,-1-1-119 0,-8 1-155 16,-2-1-612-16,-5 0-886 0</inkml:trace>
  <inkml:trace contextRef="#ctx0" brushRef="#br0" timeOffset="95095.74">17520 13421 72 0,'0'-9'687'0,"-3"1"-136"0,3 1-93 0,-1 1-88 16,1 6-55-16,-2-12-45 0,2 12-32 0,-1-7 0 0,1 7-1 15,0 0-16-15,0 0-3 0,-1 11-4 0,1-1-35 16,1 4 9-16,0 4-35 0,3 3-16 0,1 4-6 16,3 4-24-16,2 1-19 0,-1 5-4 15,4 2-26-15,0 1-11 0,-2-2-14 0,1 0-5 0,3 1-7 16,-3-1 17-16,2 0-29 0,-4-2 17 0,-1-3-27 15,1-1-13-15,-1-3-96 0,-4-2-94 0,2-3-92 16,-1-1-86-16,-2-5-83 0,-2-3-49 0,2-1-557 16,-4-6-687-16</inkml:trace>
  <inkml:trace contextRef="#ctx0" brushRef="#br0" timeOffset="95345.32">17573 13449 246 0,'-1'-34'618'0,"1"8"-117"0,1 1-118 15,3 0-29-15,3 2-39 0,0 2-21 0,6 3-10 16,0 1 7-16,3 2 4 0,0 4-23 0,4-1-27 16,1 6-25-16,2 1-47 0,-3 2-37 0,1 4-26 15,-1 2-23-15,4 1-8 0,-3 4-26 0,-5 3-2 16,2 0-20-16,-5 3 6 0,-4 2-22 0,0-1 11 16,-5 2-12-16,-4 2 10 0,-4 3-22 0,-5 1 22 15,-3 2-25-15,-2 0-2 0,-7 3-2 0,-1-1-4 16,-2-2 2-16,3-5-1 0,1-2-3 0,-2-3-47 15,4-1-72-15,0-5-91 0,4 0-86 0,0-5-60 16,5-2-98-16,9-2-90 0,-13-4-395 0,10-2-532 0</inkml:trace>
  <inkml:trace contextRef="#ctx0" brushRef="#br0" timeOffset="95595.39">18333 12870 1107 0,'16'-6'784'15,"-2"0"-156"-15,-4 4-136 0,-10 2-72 0,11 2-47 0,-11-2-45 16,-4 13-35-16,-6 2-40 0,-6 5-22 0,-5 11-27 16,-6 5-13-16,-4 10-40 0,-1 3-26 0,3 4-17 15,2 1-14-15,1 3-11 0,7-2-13 0,4 1-8 16,3-9-11-16,7 2-32 0,5-4 21 0,5 1-10 16,3-3-12-16,6 0 1 0,3-2-4 0,6-3-6 15,2-2-1-15,6-2-3 0,1-5-2 0,2-3 2 16,2-3-7-16,4-4-32 0,-1-4-60 0,1-3-81 15,-3-8-87-15,1-1-111 0,2-5-72 0,-2-2-107 16,4-6-214-16,-1-5-333 0,-5-5-717 0</inkml:trace>
  <inkml:trace contextRef="#ctx0" brushRef="#br0" timeOffset="97911.73">18837 13191 309 0,'-10'-2'617'0,"0"-3"-174"0,2 4-78 0,8 1-95 0,-14-5-19 15,14 5-54-15,-13-6 2 0,13 6-14 0,-9-4-7 16,9 4-28-16,-5-4-13 0,5 4-16 0,5-9 11 15,-1 2-20-15,5 3-17 0,0-1-17 0,5-4-15 16,2 4 18-16,5-5-17 0,1 3-13 0,7-4-12 16,1 3-5-16,0-3-5 0,2 2-6 0,-2-1 0 15,0 3-4-15,-4-2-2 0,-2 2-4 0,-1 1-2 16,-7 1-2-16,0-1-3 0,-3 2 2 0,1 3-1 16,-5-2-1-16,-9 3-1 0,13 0-2 0,-13 0 2 15,-3 7-3-15,-2 2 1 0,-5 0-4 0,-7 4 4 16,-3 4-4-16,-3 1 2 0,-4 3-3 0,3-3 3 15,3 2-8-15,-2-4 9 0,2 2-4 0,4-5 4 16,2 0 1-16,0-1-3 0,3-3 0 0,3 1 2 16,1-3-1-16,2-1-1 0,2 0 7 0,4-6-1 15,4 8-1-15,-4-8 0 0,18 5-3 0,-3-5 2 16,4 0-2-16,3-2 0 0,3-1-2 0,3 0 4 16,2-1-6-16,3 0 6 0,0 0-2 0,1-1 7 15,-4 5-5-15,-3 0 6 0,1 2-4 0,-1 2 3 0,-4 3-3 16,0 0 3-16,-4 4-4 0,-1 1 9 15,-1 2-4-15,-7 2 3 0,-1 1-1 0,-1 1 2 16,-7-1-7-16,-1 2 5 0,-4 1-5 0,-5 1 7 0,0-1-7 16,-7 2 11-16,-2-1 0 0,-4-2 37 0,-7 0-1 15,-3-1 12-15,-3-2 3 0,3-5 1 16,0-2-1-16,-1-3-5 0,4-3-7 0,-1-2-3 0,3-2 1 16,2-2 1-16,3-3-12 0,0-2-3 0,6-3-13 15,4-1-7-15,3-3-5 0,7-2 22 0,3 1-33 16,4-5 23-16,7 2-30 0,4-2 25 0,5 5-33 15,4 1 28-15,1 5-31 0,1 3 26 0,1 4-24 16,0 3 30-16,1 4-30 0,3 3 5 0,1 2 2 16,3 4-1-16,0 4-3 0,-3 1 7 0,-1-1-3 15,-1 1-1-15,-7-1-6 0,2 0-8 0,-5-1-16 16,0 0-30-16,-5-4-46 0,0 0-74 0,-4-2-75 16,0-1-64-16,-3-3-100 0,1-3-149 0,-10-3-515 15,18-3-706-15</inkml:trace>
  <inkml:trace contextRef="#ctx0" brushRef="#br0" timeOffset="98211.95">19953 12878 357 0,'12'-13'807'0,"0"1"-171"0,-2 5-83 0,1 4-95 0,0 1-32 0,-11 2-47 0,18 6-56 16,-8 0-27-16,-5 5-54 0,1 2-36 15,-4 1-30-15,-1 4-31 0,-2 4-34 0,-3 0-23 16,-3 6-17-16,-5 2-15 0,-5 3-10 0,-3 1-8 15,-4-1-2-15,-3 2 3 0,1-3-1 0,-3-2-5 0,-1-3 1 16,4-2-7-16,3-6 8 0,1-2 2 16,4-4 3-16,3 0 15 0,3-2 28 0,2-4-4 15,1-3-19-15,9-4-5 0,-9 3-16 0,9-3-8 0,5-4 32 16,3 1-56-16,6-1 38 0,1 1-55 0,6-2 45 16,4 4-48-16,3-1 2 0,3 2 46 0,2 2-50 15,4-2 45-15,2 3-54 0,0 0-1 0,-3 0-15 16,1 0-19-16,0 1-46 0,-1-1-64 0,0-2-83 15,-7 1-115-15,2-1-105 0,-3-1-110 0,0 0-194 16,-2-3-295-16,-1-3-687 0</inkml:trace>
  <inkml:trace contextRef="#ctx0" brushRef="#br0" timeOffset="98578.93">20505 12714 645 0,'0'-17'813'0,"1"3"-157"0,-1 3-123 15,4 0-75-15,-3 3-26 0,5-2-43 0,0 4-28 16,4 0-37-16,0 2-21 0,6 2-17 0,2 2 10 16,7 3-67-16,1 3-3 0,6 1-25 0,1 4-36 15,3 2-39-15,-2 1-23 0,-2 4-20 0,-5-1-16 16,-3 0-17-16,-1 1-7 0,-5 1-9 0,-4 2-36 16,-5-2 29-16,-4 2-33 0,-3 0 23 0,-6 1-11 15,-7 5-3-15,-4-4-9 0,-8 5-2 0,-2-3-1 0,-5-4 2 16,-2-3 1-16,5-4 3 0,-1-3 3 0,4-4-2 15,0-4 3-15,3 0 4 0,2-3-2 16,0-3 7-16,4-2-29 0,-1-2 35 0,6 0-31 0,1-3 33 16,5 2-33-16,4-2 31 0,1 2-2 0,5 0 3 15,4 0 8-15,5 2 9 0,1 3 3 16,5-1 9-16,2 4-24 0,5 1 38 0,-1 3-26 16,8 1 24-16,-3 1-32 0,0 2 15 0,-2 1-38 0,0 1 11 15,-5-2-24-15,-2 3-42 0,0-2-61 0,-6 1-88 16,2-3-89-16,-4 1-124 0,-2-1-163 0,-4 0-96 15,1 1-191-15,-6-4-429 0,-4-4-897 16</inkml:trace>
  <inkml:trace contextRef="#ctx0" brushRef="#br0" timeOffset="98745.33">21170 12823 736 0,'0'0'862'16,"0"0"-165"-16,12-1-152 0,-12 1-86 0,0 0-71 15,13 4-64-15,-13-4-56 0,10 3-54 0,-10-3-44 16,7 5-35-16,-7-5-30 0,6 9-55 0,-6-9-72 16,9 5-125-16,-9-5-141 0,4 8-132 0,-4-8-148 15,8 3-529-15,-8-3-713 0</inkml:trace>
  <inkml:trace contextRef="#ctx0" brushRef="#br0" timeOffset="99061.38">21347 12510 397 0,'3'-13'742'0,"-1"3"-161"0,1 1-93 0,3 3-60 0,-2-2-10 16,4 2-15-16,0 3-19 0,2 1-32 0,3 1-32 16,1 1-45-16,5 1-30 0,1 1-32 0,6 2-10 15,-3 3-31-15,5 4-31 0,-1-1 14 16,-3 2-67-16,-1 1 23 0,-5 1-63 0,-2 0 30 0,0 2-53 16,-3 0-6-16,-4 2-3 0,-3 1-5 0,-3 0-4 15,-5 0 2-15,-3 4-6 0,-4-2 3 16,-5 2-4-16,-4-1 2 0,-1-2-5 0,0-2-19 0,0-1 29 15,1-4-24-15,1-2 24 0,3-1-22 0,1-4 30 16,1 2 0-16,3-3 4 0,0-1 1 0,9-4-4 16,-12 5-3-16,12-5 3 0,0 0 3 0,0 0 16 15,0 0 14-15,9 3 6 0,-9-3 1 0,24 0-3 16,-11 2-7-16,8-2-9 0,-1 1 0 0,2 1-18 16,3 1-11-16,2-2-20 0,0 0-28 0,-4 2-40 15,4-2-46-15,-4 0-80 0,-1-1-89 16,-2 0-99-16,1-1-76 0,0-3-60 0,-4 2-75 0,1-4-121 15,-3-1-342-15,2-1-682 0</inkml:trace>
  <inkml:trace contextRef="#ctx0" brushRef="#br0" timeOffset="99428.33">21989 12427 352 0,'-3'-12'782'16,"1"3"-194"-16,0 0-96 0,2 9-65 0,-3-10-9 15,3 10 0-15,0 0-11 0,-8 4-28 0,4 2-28 0,2 3-23 16,0 1-16-16,0 2-29 0,-1 4-42 0,3-1-21 15,0 3-34-15,0-1-24 0,3 1-24 0,-1 1-23 16,2-2-22-16,0-1-16 0,4 0-17 16,-1-2-7-16,0 0-8 0,2-1-6 0,2-4 3 0,3 0 8 15,0-2 2-15,0-2-5 0,2-3-5 0,-2-1 4 16,2-2-15-16,0-3 3 0,0-4-4 16,2 1-3-16,-1-5-3 0,-3-1-2 0,0 0-3 0,-3-5 7 15,0-1-9-15,-1 1 10 0,-3 0-2 0,0 3-3 16,-3 0 0-16,0 2-5 0,1 2-6 0,-3 1 3 15,2 3-15-15,-3-1-4 0,-1 8 5 0,3-7 6 16,-3 7 7-16,0 0 7 0,-5 12 7 0,2-3 12 16,1 5 1-16,0 3-4 0,2 1 4 0,2 1-7 15,0 3-5-15,1 0-12 0,1 2-21 0,1-2-37 16,0-1-34-16,0 1-36 0,1-2-58 0,-1-1-59 16,1-3-50-16,-1 0-66 0,0-3-91 0,-1-1-79 15,-2-1-52-15,3-3-30 0,-5 0-92 0,0-8-522 16,0 0-820-16</inkml:trace>
  <inkml:trace contextRef="#ctx0" brushRef="#br0" timeOffset="99628.59">22182 12278 527 0,'-4'-31'588'16,"1"6"-125"-16,2 5-57 0,1 1-56 0,1 4-29 16,3 3-6-16,0 3-11 0,6 3 20 0,-10 6-10 0,21 3-6 15,-1 5-23-15,6 5-21 0,6 9-7 16,9 9-13-16,3 7-44 0,-1 3-13 0,-1 3-39 15,1 4-32-15,-2-1-21 0,-4 1-16 0,-1-3-11 16,-7 3-14-16,-6-9-17 0,-2-2-17 0,-7 1-59 0,-3-1-34 16,-7-6-59-16,-4 1-79 0,-4 4-104 15,-7 1-96-15,-6-2-75 0,-6-1-70 0,-2-3-57 16,-3-2-461-16,-2-4-689 0</inkml:trace>
  <inkml:trace contextRef="#ctx0" brushRef="#br0" timeOffset="100096.5">22007 11670 589 0,'-13'-26'732'0,"3"1"-96"15,1 5-73-15,1-1-74 0,2 1-47 0,3 4-49 16,1-1-60-16,2 0-35 0,2 0-61 0,6-2-40 15,3 3-38-15,5 0 7 0,7-1-33 0,2 5-24 16,7-1 28-16,7 2-11 0,2 5-29 0,-1 1-11 16,0 2-19-16,1 5-8 0,0-1 6 0,2 5-6 15,-2 4-35-15,-3 2 27 0,-3 4-37 0,-3 3 25 16,-3 4-4-16,-4 5-6 0,-2 2-5 0,-3 4-6 16,-3 2 34-16,-3 2-45 0,-3 4 36 0,1 2 0 15,-5 0-6-15,2-1-3 0,-2 3-6 0,2-2 30 16,0 5-9-16,0-2 57 0,3 2-44 0,-3-1 17 15,5 9 27-15,4 1-15 0,-2 0-7 0,1-3 48 16,4 1-1-16,-1-2-31 0,3 1 34 0,0-3-65 16,3 2 44-16,-3-1 1 0,3 0-1 0,-1-1-113 15,-1 1 0-15,-1 0 0 0,-1 0 0 0,-4-10 0 16,-4 3 0-16,1-2 0 0,-4-5 0 0,-4 4 0 0,-2-8 0 16,-5 1 0-16,-5-3 0 0,-2 6 0 0,-9-4 0 15,-4-1 0-15,-7-3 0 0,-13 2 0 16,-7-2 0-16,-7-6 0 0,-10-3 0 0,-11-4 0 15,-3-3 0-15,-11-3 0 0,-10-5 0 0,-9-2 0 0,-32-2 0 16,-4-2-415-16,-4-1-247 0,-6-1-198 0,-7 0-250 16,-4 3-518-16,0 2-1287 0</inkml:trace>
  <inkml:trace contextRef="#ctx0" brushRef="#br0" timeOffset="100795.47">16035 13430 509 0,'-7'7'534'0,"1"5"-126"0,-3 4-75 0,-3 9-44 0,-7 11-32 16,-6 13-60-16,-6 7-27 0,-2 8-48 0,-11 18-27 15,-3 0-16-15,-4 2-22 0,0 1-9 0,0-4-7 16,0 1 15-16,11-18-30 0,0-1 11 0,3-5-21 0,-1-5-19 16,3-4-14-16,4-6-32 0,4-10-63 0,1-4-111 15,-2-7-154-15,2-8-413 0,2-6-312 16</inkml:trace>
  <inkml:trace contextRef="#ctx0" brushRef="#br0" timeOffset="100978.65">14483 14064 513 0,'-23'13'490'0,"-5"9"-54"15,-3 6-84-15,-7 9-54 0,2 7-14 0,-2 1-63 16,2 4-21-16,0 5-49 0,4 4-35 0,2 2-21 15,3 2-22-15,5 6-17 0,3 1-19 0,6 1-8 16,3 3-68-16,4-2-111 0,4 3-138 0,4 1-158 16,3-2-324-16,1-2-287 0</inkml:trace>
  <inkml:trace contextRef="#ctx0" brushRef="#br0" timeOffset="101211.95">15162 16056 721 0,'0'0'715'16,"2"6"-148"-16,-2-6-120 0,0 0-103 0,0 0-73 16,12-6-49-16,-6 0-43 0,3-1-32 0,8-5-29 15,3-4-26-15,11-4-9 0,3-2-23 0,3-1-4 0,11-3-17 16,-5 4-2-16,-1 1-45 0,2 5-86 0,-3 0-101 15,0 4-97-15,-8 4-102 0,-5 5-129 16,-4-1-296-16,-2 4-353 0</inkml:trace>
  <inkml:trace contextRef="#ctx0" brushRef="#br0" timeOffset="101378.9">15316 16330 692 0,'-18'13'557'0,"2"-1"-134"16,2 0-86-16,1-4-67 0,8 1-64 0,1-3-37 15,4-6-25-15,7 8-19 0,4-7-23 16,3-1-19-16,12-5-19 0,8-1-14 0,13-8-8 0,12-4-9 16,8-2-38-16,2-4-58 0,1-1-82 0,0-2-110 15,2 1-175-15,-4-2-332 0,-6 1-274 0</inkml:trace>
  <inkml:trace contextRef="#ctx0" brushRef="#br0" timeOffset="102278.8">17238 15548 182 0,'-5'-21'750'0,"-2"-2"-164"0,-1 2-19 0,4 0-45 0,-1 4-99 0,1 2-75 15,2 3-75-15,-3 1-52 0,2 2-48 0,3 9 12 16,-4-10-2-16,4 10 4 0,0 10-23 0,0 1-16 15,4 6 10-15,0 5-24 0,6 9-23 0,3 6-26 16,2 4-9-16,3 2-22 0,3 7-9 0,1 1-8 16,0 0-3-16,3-1-34 0,-4-1 22 0,-3-7-4 15,3 1-40-15,-4-3-24 0,0-4-81 0,0 0-103 16,-2-4-101-16,-2-8-76 0,-4-4-30 0,-3-4-25 16,-1-2-20-16,-2-6-47 0,-3-8-296 0,5 6-362 15</inkml:trace>
  <inkml:trace contextRef="#ctx0" brushRef="#br0" timeOffset="102528.88">17255 15693 394 0,'-22'-50'437'0,"4"5"-39"16,4 2-36-16,2 1-48 0,3 3 0 0,3 6-63 15,5 4-36-15,4 3-2 0,5-1-2 0,3 1-9 16,6 5-12-16,3 2-9 0,3 5-5 0,7 3-14 16,2 3-8-16,2 6-19 0,3 3-30 0,-1 3-12 15,2 9-15-15,-1 2-10 0,-1 3-15 0,-4 4-8 0,-4 2-9 16,-2 1-9-16,-3 2-6 0,-8-5-4 0,-2 4 3 15,-7-4-9-15,-1 1 5 0,-5-1-12 0,-5 1 7 16,-4 2-8-16,-7 1 5 0,-4 1-9 16,-8-2 2-16,0-4-16 0,-5-2 7 0,0-2-23 0,2-4-15 15,0-5-22-15,3-3-24 0,4-3-56 0,2-1-52 16,4-4-75-16,0-1-76 0,6-5-87 16,2 0-97-16,4-5-322 0,5-2-403 0</inkml:trace>
  <inkml:trace contextRef="#ctx0" brushRef="#br0" timeOffset="102779.68">18233 14971 371 0,'10'-6'754'0,"-2"2"-131"16,-8 4-85-16,0 0-82 0,-10 4-47 0,-3 4-36 16,-12 6-37-16,-8 10-29 0,-9 5-56 0,-4 6-8 15,0 3-32-15,-1 5-7 0,3 5 5 0,3 2-72 16,6 2 33-16,3 3-30 0,6 2-30 0,7-1-31 15,6-7-7-15,8-2-13 0,5 1-12 0,5-4-4 16,5-2-52-16,6-1 72 0,4-3-50 0,6-5 43 16,3 0-52-16,4-5 37 0,3-3-54 0,5-3 31 15,4-5-22-15,-2-3-78 0,6-4 17 0,-2-4-87 16,3-4-58-16,-8-4-88 0,5-2-99 0,-2-4-64 16,-4-4-105-16,-2-4-152 0,-3-3-330 0,-4-6-665 0</inkml:trace>
  <inkml:trace contextRef="#ctx0" brushRef="#br0" timeOffset="103578.7">18564 15248 337 0,'-23'-2'688'0,"2"-1"-154"0,3 1-79 0,2 1-69 0,2-1-47 16,1 1-14-16,1 0-16 0,2-1-16 0,10 2-22 16,-16-2-1-16,16 2-41 0,0 0-21 0,0 0-49 15,0 0-7-15,12-5-50 0,2 5 2 0,7-3-39 16,2 0 5-16,10-2-32 0,4-2 10 0,5 0-26 16,4-2 11-16,0-1-26 0,4-5 25 0,0 2-11 15,9-7-3-15,-4 1-2 0,-9 4-2 0,-3-1-4 16,-4 3 2-16,-10 2 8 0,-5 2-9 0,-3 3-1 15,-5-1 0-15,1 2 7 0,-7 4 8 0,-10 1-1 0,0 0-1 16,7 4-6-16,-14 2 9 0,-4 5-8 16,-10 6-38-16,-3 0 46 0,-5 6-47 0,-3 3 9 15,1-1-1-15,-1 2 50 0,0-1-52 0,3 0 49 0,1-2-40 16,1-2 50-16,6-4-45 0,2-5 38 0,6 0-1 16,-2-3-4-16,5 1-9 0,-2-4-1 15,7-1-2-15,5-6-46 0,-4 4 49 0,4-4-49 0,16-3 49 16,-2-1-48-16,9-2 48 0,2 0-48 0,7-3 53 15,3 1-47-15,6 0 0 0,2 1 5 0,-6 1-1 16,1 3 7-16,2 2 4 0,-4 2-6 0,0 4 9 16,-4 3 44-16,-2 3-54 0,-5 3 45 0,-2 2-52 15,-2 4 47-15,-7 1-3 0,-1 4-9 0,-6-3-3 16,-5 2-6-16,-3 3-1 0,-4 1 0 0,-8 1 19 16,-4 3 2-16,-4-2 8 0,-6-2 4 0,-3-3 0 15,-3-1 2-15,-4-4 10 0,0-1 3 0,-4-4-3 16,-2-5 1-16,-1 0-10 0,8-8-3 0,-3-2-1 15,2-2-7-15,2-5-9 0,5-2-7 0,0-4-4 16,7-1-7-16,5-5-16 0,4 0 1 0,7 1-1 16,5-1-14-16,4 1 3 0,5-3-1 0,7 4 6 15,4-2-1-15,5 5-1 0,5 3 6 0,2 5-1 16,-2 1-7-16,1 7 6 0,6 2-1 0,-1 4-1 16,5 3-1-16,-2 5-4 0,0 2-2 0,-3 1-5 0,-2 1 0 15,1 0-10-15,-5 0-28 0,-1 3-25 16,-4-9-46-16,-1 4-70 0,-4-5-85 0,-3-1-95 15,-1-4-69-15,-1-3-113 0,0-2-175 0,-13-3-289 0,24-3-646 16</inkml:trace>
  <inkml:trace contextRef="#ctx0" brushRef="#br0" timeOffset="103894.83">19949 14658 1001 0,'13'-9'839'0,"-2"6"-136"0,2 1-116 0,-2 5-78 0,0 5-18 0,-1 5-140 0,-2 5-16 16,-3 3-52-16,0 5-42 0,-4-1-41 0,-3 0-34 16,-5 7-30-16,0-1-26 0,-6 6-23 0,-4-2-16 15,-4 1-57-15,-4-1 45 0,-7 7-58 0,-6-1 6 16,1-4-5-16,4-9 42 0,-1 0-55 0,4-3 44 16,-1-3-51-16,3-1 49 0,5-6-53 0,5-3 51 15,2-1-46-15,3-3 52 0,0 0-42 0,4-2 39 16,9-6-49-16,-8 5 39 0,8-5-42 0,0 0 39 15,11 3-46-15,1-2 48 0,5 2-51 0,3-2 55 16,7 4-48-16,5-1 55 0,3 3-55 0,8 0 52 16,1 0-46-16,-1 0 45 0,4 0-45 0,-2-1 46 15,2-1-53-15,-6-1 21 0,-5-3-79 0,1 2 7 16,-5-3-105-16,0-1-89 0,-3-1-126 0,0-1-108 16,-4-1-141-16,1-3-681 0,-3-1-927 0</inkml:trace>
  <inkml:trace contextRef="#ctx0" brushRef="#br0" timeOffset="104261.22">20589 14766 701 0,'-3'-5'814'16,"0"-2"-121"-16,-1 0-99 0,2 1-72 16,2 6-23-16,-4-8-95 0,4 8-17 0,-3-11-102 15,3 11 7-15,-5-7-82 0,5 7 6 0,0-10-90 0,4 6 19 16,1-2-73-16,3-2 29 0,4 4-63 0,4 0 37 15,0-2-59-15,2 2 37 0,3 3-56 16,-2 1 43-16,-1 3-53 0,0 2 47 0,0 2-49 16,0 3 46-16,-4 4-10 0,0 2-5 0,-5 2 1 0,-3 3-8 15,-3 3-1-15,-5 0 4 0,-3 4-1 0,-5 2-4 16,-8 4-1-16,0-1-2 0,-5-2-40 0,0 0 48 16,-1-1-43-16,-1-3 50 0,1-2-46 0,5-7 11 15,1 1 1-15,4-5 4 0,0-1 5 0,4-1 2 16,1-3 2-16,1-2 21 0,2 1 8 0,6-8 2 15,-3 7-9-15,3-7 35 0,0 0-48 0,18-2 34 16,-4-1-42-16,0-3 32 0,7-1-56 0,-2 1 20 16,5-4-42-16,2-1-45 0,1-1-92 0,-1-2-87 15,3-2-71-15,2 0-73 0,0-4-59 0,-1 1-87 16,-2-2-146-16,-6 2-359 0,-1 0-683 0</inkml:trace>
  <inkml:trace contextRef="#ctx0" brushRef="#br0" timeOffset="104428.9">21154 14761 514 0,'-7'-3'718'0,"7"3"-134"0,-12-6-68 0,12 6-76 0,-11-5-46 16,5 1-55-16,6 4-48 0,-11-4-48 16,11 4-48-16,-9-6-38 0,9 6-38 0,-8-7-45 0,8 7-97 15,-5-5-143-15,5 5-131 0,-6-7-89 0,6 7-136 16,1-10-475-16,2 2-595 0</inkml:trace>
  <inkml:trace contextRef="#ctx0" brushRef="#br0" timeOffset="105094.83">21249 14464 165 0,'4'-11'635'16,"1"1"-78"-16,-1 4-103 0,2-4-35 0,-1 4-42 16,0-1-19-16,0 0-17 0,2 1-4 0,2 1-18 15,-2 0-9-15,4 1-58 0,1 3 6 16,1 0-74-16,0 1-22 0,2 2-14 0,-2 1-5 0,4 3-17 15,-4 0-18-15,-1 2-22 0,-3 0-19 0,1 3-7 16,-1 1-5-16,-1 2 7 0,-3 0-10 0,-2 0 30 16,-1 3-62-16,-2 1 41 0,0 0-53 0,-2 0 40 15,-3 2-32-15,-1 1 43 0,1-2-14 0,-1-2-9 16,1-1-8-16,0-2-5 0,1-1-6 0,0-2-3 16,0-1-2-16,2-1 2 0,-1 1-4 0,-1-6 2 15,4-4 4-15,4 9-10 0,-4-9 2 0,12 4-3 16,-1-6 3-16,3-3-45 0,2-1 46 0,4-1-37 15,4-6 39-15,1 0-46 0,3-3 14 0,4-1-86 16,0-4-61-16,1 1-75 0,-4-1-51 0,1-1-19 16,-2 0-15-16,-3 0-3 0,-3 1 55 0,-5 1 4 15,-3 3 61-15,-3-1 41 0,-1 0 35 0,-3-1 25 0,-5 4 24 16,1-3 21-16,-3 1 31 0,-1 0 51 0,-1 0 41 16,0 2 51-16,-1-2 39 0,1 2 25 15,-1 1 36-15,-1 2 22 0,3 1-15 0,0 2-22 16,-2-1-48-16,3 2-1 0,-2 2-50 0,2-2 4 0,0 8-32 15,0-6 56-15,0 6-49 0,6-5 49 16,-6 5-61-16,13 2 60 0,-7 2-52 0,3-2 56 0,1 4-51 16,1-1 39-16,-2 1-60 0,3 0 31 0,-3 2-54 15,2-1 32-15,0 2-47 0,-1-2 31 0,-1 0-44 16,0-1 35-16,-1 0-42 0,-2-1 41 0,3 0-41 16,-1-1 40-16,-8-4-42 0,14 1 41 0,-14-1-45 15,15-4 36-15,-9-2-36 0,2-1 35 0,-1-2-41 16,-1-1 42-16,2-4-40 0,-3 1 37 0,-1-1-34 15,-2 0 56-15,2-2-38 0,-3 0 39 0,1 1-33 16,-1 3 53-16,0-1-12 0,-1 4 41 0,0-2-50 16,3 1-8-16,-3 2 23 0,0 8-46 0,1-12 29 15,-1 12-41-15,0 0 55 0,0 0-38 0,0 0 49 16,6 8-38-16,-3 1 34 0,1 7-28 0,1 0 57 16,1 6-37-16,-1 1 10 0,4 2-7 0,0 1-3 15,0 1-11-15,1-1-5 0,-2-3-42 0,-2 0 27 16,2 0-48-16,0-2 5 0,-2 0-57 0,1-1-73 15,-2-1-68-15,-1-2-64 0,1-3-56 0,0-1-74 16,-3-1-85-16,1 0-31 0,-1-3-50 0,0-1-89 0,-2-8-626 16,2 9-893-16</inkml:trace>
  <inkml:trace contextRef="#ctx0" brushRef="#br0" timeOffset="105344.89">22311 13969 644 0,'-3'-16'657'0,"2"3"-107"0,1 3-75 0,-1-1-83 0,0 4-60 0,1 7-7 0,2-12 17 16,-2 12 5-16,10-3-29 0,0 5-34 0,7 4-21 15,2 5 20-15,8 5-74 0,5 5 42 0,3 5-75 16,4 9 13-16,1 0-45 0,-4 5 8 0,-3 0-63 16,-3 3 37-16,-5-7-59 0,-6-1-12 0,-2 4-9 15,-6 1-40-15,-3-1 13 0,-6-4-20 0,-2 2-14 16,-6 5-91-16,-2-2 5 0,-3-2-99 0,-6-2-52 15,-2-1-86-15,-5-2-106 0,-2-5-52 0,-1-1-54 16,-1-5-82-16,3-4-498 0,1-4-745 0</inkml:trace>
  <inkml:trace contextRef="#ctx0" brushRef="#br0" timeOffset="105694.86">22478 13568 684 0,'-1'-9'727'15,"1"9"-164"-15,1-11-93 0,-1 11-50 0,9-7-17 0,0 6-13 16,5 1-44-16,-1 0 1 0,6 1-90 0,4 3-32 16,3 3-24-16,3 3 4 0,8 4-12 15,0 1-19-15,2 3-32 0,-1 1-44 0,1 5 21 16,0-2-13-16,-3 3-18 0,-2 0-17 0,-2 0-17 0,-2 0 25 15,-5-2-52-15,-3-4 29 0,-5 4-47 16,-2-8 33-16,-4 2-43 0,0-1 36 0,-3-3-41 16,-1 2 41-16,-3-3-42 0,-2 0 42 0,0-2-38 15,-2 0 34-15,-2 1-41 0,0-3 41 0,-1 3-42 0,2-6 37 16,0 2-39-16,-1 0 40 0,0-3-42 0,2-4 39 16,-3 10-38-16,3-10 39 0,-2 9-43 0,2-9 36 15,-2 8-52-15,2-8-7 0,0 0-115 0,0 0-88 16,0 0-126-16,0 0-121 0,4-9-78 0,-4 9-141 15,0-10-579-15,-1 4-891 0</inkml:trace>
  <inkml:trace contextRef="#ctx0" brushRef="#br0" timeOffset="106078.85">22367 13896 326 0,'-5'-9'552'0,"-1"0"-51"16,2 2-71-16,0 0-9 0,0 1-22 0,-2-3-35 16,3 3-7-16,-2-3-12 0,2 2 0 0,2 1-32 15,-1 0-60-15,-1-1-52 0,2 1-29 0,1 6-33 0,4-12-27 16,-4 12-9-16,13-4 3 0,-1 4 48 0,6 5 15 15,10 6 11-15,8 8 5 0,5 4 16 16,6 10-39-16,0 5 14 0,0 2-38 0,-3 6 44 16,-4 2-72-16,-4 0-11 0,-6 2-21 0,-3 0-15 0,-7 4-37 15,-7-9 23-15,-5 6-9 0,-5-1-9 0,-6 3-4 16,-3 9 32-16,-7-2-51 0,-5 1 33 0,-6-3-50 16,-7 0 29-16,-5-3-59 0,-7-2 10 0,-6-1-81 15,-1-3-40-15,-5-3-32 0,0 0-43 0,1-5-30 16,-1 1-39-16,1-5-76 0,-2-1-103 0,1-1-53 15,0-3 10-15,2 1 0 0,-2-5 14 0,4 0-85 16,1-3-309-16,6-7-461 0</inkml:trace>
  <inkml:trace contextRef="#ctx0" brushRef="#br0" timeOffset="142459.64">7022 6981 235 0,'-9'-30'474'0,"0"1"-97"0,-1-3-84 0,1 2-57 0,-2 1-37 0,-1 1-18 16,2 1 20-16,-2 4-14 0,2 1-2 15,1 2-13-15,-1 4 11 0,4 2-30 0,-1 0-28 16,1 4-28-16,1 3-20 0,-2 2-14 0,7 5-9 0,0 0 72 15,-6 11-19-15,9 0-16 0,-1 8 50 0,8 10-21 16,0 9-18-16,7 3 44 0,1 13-9 16,4 1-14-16,1 3-18 0,-2 0 8 0,4 1-14 15,-2 1-28-15,0-1-1 0,-1-1-22 0,0 0-3 0,1-1-9 16,-2 0-5-16,2-2 10 0,1-1-24 0,-3-2 10 16,-1-2-19-16,-2-8 16 0,0-1-23 0,0-2 23 15,-2-2-26-15,0-3 19 0,-5-5-20 0,1-3 13 16,-2-1-20-16,-2-5 9 0,-1-2-49 0,0-6-69 15,-5-1-159-15,2-3-142 0,-4-8-121 0,3 6-114 16,-3-6-372-16,-4-7-638 0</inkml:trace>
  <inkml:trace contextRef="#ctx0" brushRef="#br0" timeOffset="142777.89">6795 6863 664 0,'-10'-17'609'0,"3"-1"-166"15,6 1-71-15,2 0-95 0,6-4-66 0,5-2-38 16,9-5-10-16,8 1 34 0,6-1 20 0,12 0-18 16,3 0-31-16,2 6-7 0,-3 6-28 0,-1 4-26 0,2 4-14 15,1 5 26-15,-3 6-26 0,-1 4-19 16,-2 2-15-16,-2 6-11 0,-6 4-7 0,-1 3-17 16,-7 3 7-16,-3 4-9 0,-8 3 0 0,-3 6 2 15,-7 4-7-15,-7 2 2 0,-5 3-9 0,-6 0 6 0,-9 10 35 16,-7-1 7-16,-3-1-9 0,-6 0 22 15,-2-4-16-15,-6-3 36 0,-6-2-41 0,1-2-1 16,-5-3-12-16,-1-1 13 0,0-3-7 0,0-4-11 16,3-1 0-16,0-4-7 0,11-8-6 0,3-2 0 0,7-6-14 15,5-1-30-15,3-6-89 0,7-1-97 0,1-4-96 16,6-3-50-16,0-1-71 0,5-4-102 0,3-2-588 16,2-4-733-16</inkml:trace>
  <inkml:trace contextRef="#ctx0" brushRef="#br0" timeOffset="144276.7">10898 6536 19 0,'-5'-14'436'0,"-2"1"-126"0,0-2-67 0,-2 2-7 16,3-1-34-16,-4 0-34 0,1-1 18 15,0 1-2-15,0 1-23 0,-3 0-26 0,2 1-23 16,1 2 20-16,0-2-22 0,0 4-2 0,3-1-21 0,-1 2-15 15,1 1-13-15,1 0-16 0,5 6-3 0,-8-7 2 16,8 7 61-16,-4 7-18 0,4 0 77 16,2 5 36-16,0 5-35 0,2 7 10 0,0 6 16 0,4 5-26 15,0 6-32-15,0 1-31 0,0 6-12 0,1 2 30 16,-2 2-13-16,2 11-19 0,2 1 37 0,-1 3-30 16,0 0-13-16,-1 1-13 0,4-1-14 0,-4 1-3 15,1 1 6-15,0-2 12 0,2 0-1 0,-3-3-25 16,2 0 3-16,-2-4-8 0,-1-10-8 0,2-3-3 15,-2 0-7-15,1-4-5 0,-3-2 5 0,4-3-8 16,-3-6-4-16,-1-3 0 0,-1-6 0 0,-1-3-3 16,2-3 0-16,-3-1 1 0,1-3-12 0,-3-2-13 15,2-4-33-15,-3-7-69 0,0 0-91 0,0 0-76 16,6-3-64-16,-5-8-33 0,-2 0-85 0,0-7-62 16,-4-4-540-16,-2-9-688 0</inkml:trace>
  <inkml:trace contextRef="#ctx0" brushRef="#br0" timeOffset="144563.41">10722 6979 19 0,'-3'-18'702'15,"1"4"-181"-15,1 1-152 0,-2 1-49 0,3-1-67 16,1 0-15-16,2 1-41 0,2-3 1 0,1 2-5 16,3-1 8-16,4 0-25 0,0-1-1 0,5 0 7 0,3 2-40 15,1 0-2-15,5 0-15 0,0 3-21 0,-3 4-24 16,3 4-12-16,1 2-15 0,0 3 48 15,4 6-25-15,-3 1-11 0,0 3-11 0,1 8-9 16,-4-1-7-16,-3 7-2 0,-7-4 39 0,-1 3-24 0,-6 3 5 16,-3 0-14-16,-6-1 47 0,-4 4-35 15,-6 6 16-15,-4-3 20 0,-5 1-8 0,-3-1 8 0,-2 0 0 16,-6 0-3-16,-8 1 0 0,1 2-4 0,-3-5-5 16,3-8-9-16,1 3-32 0,-2-6 22 0,4-1-37 15,-1-3 17-15,7-4-35 0,4-2-15 0,4-2-86 16,5-4-130-16,4-3-195 0,11-3-128 0,-14-1-209 15,14 1-559-15,-3-12-922 0</inkml:trace>
  <inkml:trace contextRef="#ctx0" brushRef="#br0" timeOffset="147128.76">11646 6261 150 0,'0'-7'481'0,"0"0"-87"0,-1-4-72 0,-2 3-27 15,1-1-65-15,-1-1 2 0,-1-1-50 0,0 2 11 16,-2-5-34-16,0 4-3 0,-1-2-8 0,-2 0-20 15,-1 2-13-15,1-1-34 0,0 2-4 0,-2-1-24 16,-1 1 1-16,-1 3-22 0,-2-1 4 0,2 4-15 16,-5-1 5-16,4 4-14 0,-5 1 7 0,0 4-2 15,0 2 7-15,-3 3 30 0,-1 5-1 0,5 0-14 16,-1 3-4-16,2 3-11 0,2 0-3 0,5-2-5 0,0 0-1 16,3 0-2-16,2-1 9 0,1-3 6 15,2 0-2-15,2-2-2 0,1-1 24 0,1-1 21 16,4-2-5-16,0-2-11 0,4-1-7 0,2 0-7 15,2-3 18-15,0-3-1 0,5-3-21 0,-1-1-9 16,5-4-2-16,-1 0-7 0,-2-3-4 0,1-1-3 16,0-2 0-16,-4-1-7 0,-2 0 4 0,-2 0-5 0,0-1 2 15,-7 2-3-15,1-1 3 0,-5-1-1 0,1 4 2 16,-3 0 1-16,-3-1 11 0,1 2-3 0,-1 2-4 16,-1 0-3-16,0 1 0 0,-2 5-3 0,6 3 4 15,0 0-4-15,-13 3-1 0,12 7 7 0,0 1-1 16,-1 6 34-16,6 6-4 0,0 8 32 0,1 1-19 15,8 7 8-15,1 2 7 0,2-1 17 0,3 2-36 16,0-3-5-16,2 0-4 0,-1-3 30 0,1-1-2 16,1-5-1-16,-3-1 5 0,2-6 20 0,-5-3-20 15,2-2 33-15,-3-4-31 0,-2-2 33 0,-1-3-36 16,-1-1 28-16,-1-5-36 0,-1 0 17 0,-9-3-43 16,18-5 16-16,-10 0-13 0,-3-2-9 0,3-3-8 15,-5-3-4-15,0-2-5 0,0-4-5 0,-5 0-5 16,1-5 1-16,-3-2-7 0,-3-5 0 0,-1-2-2 15,-2-3 2-15,-3-1-3 0,1 2 5 0,1 1-2 16,-2 4-1-16,3 4 0 0,0 1 1 0,1 5-9 16,1 2-24-16,2 3-52 0,-1 2-74 0,1 1-100 15,3 2-81-15,2 4-36 0,1 6-56 0,0-8-53 16,0 8-127-16,0 0-528 0,0 0-758 0</inkml:trace>
  <inkml:trace contextRef="#ctx0" brushRef="#br0" timeOffset="147376.32">12179 6217 507 0,'0'0'745'0,"-9"3"-169"0,9-3-95 0,0 0-112 0,0 0-62 0,0 0-56 16,-6-4-18-16,6 4-29 0,9-10-25 0,-3 1-39 15,8 0-24-15,0-5-25 0,5 3-16 0,4-4-16 16,3 1-14-16,-2-3-11 0,3 4-14 0,0-2-57 16,-2 4-77-16,1-4-55 0,-1 3-81 0,-5 2-43 15,-3 3-87-15,-2 1-69 0,-3 2-414 0,-3 2-413 16</inkml:trace>
  <inkml:trace contextRef="#ctx0" brushRef="#br0" timeOffset="147526.37">12220 6389 489 0,'-8'11'698'0,"1"-4"-181"0,5 0-104 0,2-7-90 16,0 0-61-16,4 7-10 0,-4-7-30 0,17-5-40 15,-5-1-31-15,8-4-28 0,4-2-25 0,3-1-17 16,7-5-24-16,2-1-85 0,1-2-96 0,0-2-129 0,3 2-151 16,-2-2-553-16,-1-1-544 0</inkml:trace>
  <inkml:trace contextRef="#ctx0" brushRef="#br0" timeOffset="147842.39">12842 5872 634 0,'-5'-4'599'0,"5"4"-128"15,-11-5-57-15,11 5-40 0,-9-4-37 16,9 4-11-16,0 0-9 0,-16 2-25 0,16-2-28 0,-9 9-37 16,6-4-11-16,-1 5-53 0,1 0-24 0,2 4-26 15,1-1-20-15,1 3-17 0,2 2-17 0,-1 0-11 16,3 1-7-16,4 1-9 0,0-1-4 0,2-3-6 15,0 1-4-15,2-3 14 0,2-1-20 0,-2-4 16 16,1 0-4-16,1-3 7 0,-2-2 4 0,1-1 2 16,-1-2-3-16,0-2-4 0,-2-2 14 0,1-1-13 15,-1-2-8-15,-2-3-4 0,0 0 1 0,0-2-2 16,-4-3-3-16,-1 3-8 0,-3-4-2 0,-1 1 40 16,-4-2-49-16,-1 0 44 0,-2-1-53 0,-4 0 49 15,0 3-51-15,-2-1 43 0,-2 3-47 0,-2 1 45 16,-1 2-48-16,3 1 47 0,-2 4-56 0,1 0-4 15,2 4-14-15,0 0-44 0,1 1-100 0,0 3-144 16,3 0-137-16,1 3-160 0,0 0-640 0,5-1-880 16</inkml:trace>
  <inkml:trace contextRef="#ctx0" brushRef="#br0" timeOffset="148010.06">13277 5934 1127 0,'0'0'684'0,"0"0"-121"16,0 0-119-16,0 0-70 0,0 0-73 0,-4-6-57 16,4 6-49-16,-4-5-39 0,4 5-32 0,-3-6-41 0,3 6-112 15,0 0-150-15,-1-8-101 0,1 8-116 0,1-6-141 16,-1 6-366-16,6-8-467 0</inkml:trace>
  <inkml:trace contextRef="#ctx0" brushRef="#br0" timeOffset="148358.51">13442 5661 20 0,'3'-7'706'0,"-3"7"-191"16,3-9-130-16,-3 9-41 0,1-7-23 0,-1 7-24 0,0 0 19 15,0 0-6-15,4-4-18 0,-4 4-26 0,0 0-36 16,-4 4-38-16,4-4-17 0,-2 10-37 0,-3-4-21 16,1 4-1-16,-1-1-22 0,-2 4-19 0,1 0-9 15,-3-1-19-15,3 4-7 0,-1-3-6 0,1 1-7 16,-1-2-16-16,2 0 7 0,3-1-11 0,-1 0 7 15,4 0-11-15,2-5 10 0,3 2-13 0,3-2 11 16,2-2-12-16,2-3 13 0,6 1-14 0,1-2 9 16,2-2-12-16,2 2 24 0,3-2-16 0,0 0 2 15,1 1-5-15,-1-1 4 0,2 2-5 0,-2 0 0 16,-2 1 6-16,0 1-8 0,0 2 1 0,-3 2 1 16,-2 2-8-16,-3 1 13 0,1 3-11 0,-5 1 14 15,-1 0-11-15,-4 1 1 0,-3 1 4 0,-1 1 0 16,-1-1 0-16,-5 2 2 0,0-2-1 0,-2 1 3 15,-3 0-7-15,-1-2 5 0,-1-2-3 0,-3 1-4 16,-2-1-17-16,0-3-39 0,-4-2-105 0,3-3-122 16,-4-1-89-16,-3-3-145 0,1-1-151 0,-3-4-308 15,-1-2-574-15</inkml:trace>
  <inkml:trace contextRef="#ctx0" brushRef="#br0" timeOffset="148526.04">13435 5772 261 0,'4'-12'701'0,"2"5"-171"15,1-3-61-15,-2 3-11 0,1-1-34 16,6 0-24-16,-1-3-37 0,6 1-47 0,2-3-50 0,8 0-33 16,6-4-49-16,4 2-37 0,5-1-25 0,2 0-39 15,1-1-4-15,1 3-33 0,-2 1 6 0,1 0-40 16,-3 0-119-16,0 3-180 0,-9 1-123 0,1 2-189 16,-4 0-578-16,-3 1-788 0</inkml:trace>
  <inkml:trace contextRef="#ctx0" brushRef="#br0" timeOffset="149758.97">20970 7111 42 0,'31'-10'503'0,"-2"0"-111"0,-2-3-56 0,-1 1-26 0,-3-1-65 0,-3 0 14 15,-3 0-51-15,-2-1 5 0,2-3-19 0,-6 0-13 16,1-1-7-16,-1-1 9 0,-3-1-25 0,-2-1-8 16,0-1 7-16,-4-1-22 0,1-1-23 0,-1 1 4 15,-6-2-23-15,1 0-2 0,-4-3-7 0,-1 0-2 16,-4 0-19-16,-4-3-5 0,-4 1 17 0,-2 0-9 16,-6 0-15-16,-3 4-9 0,-6-2 6 0,-9-1 5 15,-5 1-17-15,-1 2 1 0,-6 3-13 0,-3 1 3 0,-2 1-18 16,-3 4 11-16,-4 0-13 0,-2 2 6 0,-6-1-6 15,-1 5 4-15,-4 2-5 0,-2 0 15 16,1 4-10-16,0 0 28 0,-5 3-3 0,3 4 0 16,-4 1 12-16,-2 3-28 0,0 4 15 0,-4 1-21 0,-1 3 40 15,2 2-36-15,2 1 37 0,-17 7-38 16,23-2 70-16,-19 5-54 0,22 0-1 0,2 1 2 0,2 1 7 16,3 1-2-16,2 3-2 0,4 1 11 15,2-1-21-15,7 3 15 0,1-1 2 0,5 2 19 0,5 3-23 16,1-1 35-16,3 4-5 0,5 0-12 0,0 1 0 15,3 0-11-15,4 0 2 0,1 1 1 0,4 3-8 16,2-2 5-16,1 2-3 0,6-7-7 0,5 1-30 16,-1 1 32-16,4 0-24 0,2 2 41 0,2 1-36 15,2 0 24-15,4 1-6 0,3-1 17 0,3 1 1 16,5-3 8-16,4 3-5 0,7 5-22 0,5-3 17 16,8 1-32-16,5-3 25 0,6 0-37 0,6-3 26 15,6-1-28-15,5-2 0 0,7-3 6 0,2-1 1 16,5-5 9-16,0-1 26 0,4-2 10 0,1-4 1 15,5-1-9-15,3-4-5 0,1-1-7 0,3-2-1 16,1-5 1-16,0-1-12 0,0 0-4 0,0-2 9 16,0-1 1-16,0-3-3 0,2 0-6 0,-2-2-4 15,-2-3 16-15,-4 1 1 0,1-2 1 0,-5-2-5 16,-4-2-22-16,-2-1 18 0,-1-4-23 0,-3 2 22 16,-3-8-28-16,-1 4 19 0,1-5-20 0,0-2 12 15,-4-2-12-15,2-3 0 0,-2-4 0 0,-1-2 0 16,-3-2 0-16,-1-2 0 0,-2-3 0 0,-3 0 0 15,-3-3 0-15,-1-1 0 0,-5 1 0 0,0 0 0 16,-5-3 0-16,-1 0 0 0,-3 2 0 0,-4-2 0 16,-4 0 0-16,-4 6 0 0,-5-5 0 0,-2 0 0 15,-4-1 0-15,-1-1 0 0,-4-2 0 0,-3-4 0 16,-4 1 0-16,-2-2 0 0,-4-1 0 0,-3 0 0 16,-4-10 0-16,-5 3 0 0,0 2 0 0,-5 0 0 15,-4 2 0-15,-3 1 0 0,-2 1 0 0,-3 4 0 16,-3 1 0-16,-2 3 0 0,-5 3 0 0,-5 2 0 15,0 4 0-15,-6 3 0 0,0 4 0 0,-6 4 0 16,-4 4 0-16,0 5 0 0,-6 3 0 0,-1 6 0 16,-4 4 0-16,-4 4 0 0,0 5 0 0,2 4 0 15,-3 3-172-15,4 4-142 0,1 3-137 0,6 3-158 0,1 4-201 16,4-2-1031-16,4 2-1552 0</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30:11.402"/>
    </inkml:context>
    <inkml:brush xml:id="br0">
      <inkml:brushProperty name="width" value="0.05292" units="cm"/>
      <inkml:brushProperty name="height" value="0.05292" units="cm"/>
      <inkml:brushProperty name="color" value="#FF0000"/>
    </inkml:brush>
  </inkml:definitions>
  <inkml:trace contextRef="#ctx0" brushRef="#br0">10390 5473 194 0,'0'0'412'0,"-9"6"-110"0,9-6-53 16,-11 11-39-16,8-3-42 0,-5-2 12 0,4 4-27 15,-1-1-20-15,1 0-19 0,0 0-19 0,2 2 9 16,-1-3-21-16,1 2-12 0,-2-2-12 0,4 3 8 15,0-4 17-15,0 1-16 0,2 1-3 0,2 0 49 16,0-2-18-16,1 0-14 0,3-1 23 0,3 0-4 16,3-1 27-16,6-4-7 0,0-2 7 0,12-4 7 15,10-4 12-15,6-7-20 0,14-7 36 0,5-6-8 16,7-6-20-16,22-9-32 0,6-5 41 0,8-2-4 16,0 0 6-16,2-2-52 0,-1-1 32 0,2-2-52 15,-1 2 11-15,-1 3-17 0,-3 0-14 0,-7 5-39 16,-2 2 29-16,-10 3-45 0,-17 10 36 0,-5 2-38 15,-6 4 30-15,-3 3-43 0,-15 7-11 0,-3 2-66 16,-12 2-72-16,-2 5-92 0,-7 3-86 0,-5 3-82 16,-4 3-147-16,-4 3-625 0,-6 2-806 0</inkml:trace>
  <inkml:trace contextRef="#ctx0" brushRef="#br0" timeOffset="1116.57">11205 8256 28 0,'0'-9'611'0,"0"9"-146"0,0-6-108 0,0 6-77 16,0 0-55-16,-1-7-52 0,1 7-5 0,0 0-4 0,0 0-18 16,0 0 2-16,4 5-21 0,-4-5-17 0,2 8 15 15,-2-8-19-15,3 10 20 0,-2-3-6 0,2-1 1 16,-1 2-39-16,-1 0 5 0,2-1-5 0,-2 0 11 16,3 0-26-16,-3 1 5 0,1-1 7 0,-2-7 10 15,2 10-27-15,-2-10 12 0,4 11-2 0,-4-11-3 16,3 8 15-16,-3-8 14 0,5 8-13 0,-5-8 10 15,10 4-21-15,-10-4 0 0,22 0-26 16,-6-3 6-16,3-3-3 0,10-2 1 0,5-7 8 0,7-3-2 16,1-2-4-16,10-7 5 0,1-5-15 0,6-1 23 15,1 0 7-15,1-5 20 0,3 1-11 0,4-2-12 16,-2 1-16-16,-2 0-9 0,1 1-3 0,-3 2-33 16,-4 3 23-16,-1-1-29 0,-6 3 24 0,-10 7-26 15,-4 4 23-15,-3 0-30 0,-8 5 12 0,-3 2-16 16,-5 1-9-16,-2 3 0 0,-3 0-16 0,-3 3-41 15,-1-1-57-15,-9 6-82 0,8-3-83 0,-8 3-96 16,0 0-42-16,-10 5-83 0,0 0-64 0,-2 2-489 16,-6 3-687-16</inkml:trace>
  <inkml:trace contextRef="#ctx0" brushRef="#br0" timeOffset="2000.83">11424 11340 357 0,'0'0'628'0,"-13"0"-100"0,13 0-85 0,-14 1-74 16,14-1-72-16,-12 2-42 0,12-2-40 0,-9 4-25 15,9-4-27-15,-6 3-1 0,6-3-19 0,-4 7-7 0,4-7-28 16,0 8-1-16,0-8 20 0,8 7 25 16,1-3-34-16,2 2 1 0,8-4 6 0,2-1-1 15,7-2-12-15,7-4-11 0,9-5-11 0,4-2 0 16,12-6 0-16,2-7-7 0,5 0-12 0,4-7 11 0,1 0-22 16,15-12 19-16,-2 0-20 0,-3-2 14 0,-10 5-34 15,-6 0 21-15,13-8-36 0,-11 7-3 16,-4 2-1-16,1-1-4 0,-2 0-7 0,-2 2 19 0,-2 4-25 15,-8 2 9-15,-2 3-36 0,-12 8-22 16,-5 3-69-16,-7 4-76 0,-6 5-60 0,-2-1-100 16,-4 5-80-16,-7 4-104 0,-6 2-108 0,0 0-451 15,5 4-712-15</inkml:trace>
  <inkml:trace contextRef="#ctx0" brushRef="#br0" timeOffset="8702.37">10267 5407 90 0,'0'0'442'0,"-6"-3"-119"0,6 3-36 0,-7-3-40 0,7 3-23 0,-6-6-29 0,6 6 16 16,-7-4-41-16,7 4-6 0,0 0-28 15,-7-6-4-15,7 6-41 0,0 0 0 0,0 0-42 0,1-9 14 16,-1 9-32-16,0 0 14 0,8-4-27 0,-8 4 21 16,0 0 6-16,11 0 29 0,-11 0-9 0,9 1 12 15,-9-1 10-15,9 7 6 0,-4-3-2 0,0 1-6 16,-1 3-11-16,1 0-2 0,-1 3-10 0,0 2-7 16,2 1-13-16,-3 2 1 0,-2 1-3 0,2 1-5 15,-2-1-10-15,2 2-3 0,-1-1-7 0,1-1-11 16,-2 0-96-16,2 1-151 0,-2 0-180 0,-1 2-636 15,-1-2-677-15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37:04.181"/>
    </inkml:context>
    <inkml:brush xml:id="br0">
      <inkml:brushProperty name="width" value="0.05292" units="cm"/>
      <inkml:brushProperty name="height" value="0.05292" units="cm"/>
      <inkml:brushProperty name="color" value="#FF0000"/>
    </inkml:brush>
  </inkml:definitions>
  <inkml:trace contextRef="#ctx0" brushRef="#br0">30523 4717 407 0,'-5'4'388'0,"5"-4"-90"0,0 0-57 0,0 0-55 0,0 0-19 0,0 0 4 15,5-6 1-15,-5 6 8 0,9-8-32 0,0 3-9 16,0-2-19-16,1-2 7 0,4 0-3 0,1-4-7 15,2 0-23-15,1-4-16 0,5-2-17 0,0 1-12 16,0 0-16-16,5-4-6 0,-2 0-8 0,2-2-10 16,0-1-17-16,2 2-61 0,-2-4-56 0,1 1-27 15,1-2-22-15,0 0-93 0,-2 0-24 0,2-2-73 16,0 1-233-16,-3-2-110 0</inkml:trace>
  <inkml:trace contextRef="#ctx0" brushRef="#br0" timeOffset="23398.29">18409 3041 337 0,'0'0'407'0,"0"0"-86"0,0 0-85 16,0 0-36-16,-1 9-48 0,1-9-2 0,0 0-36 16,1 8 10-16,-1-8-33 0,3 11-1 0,-3-5-36 15,2 1 10-15,-2 2-29 0,0 2-8 0,0 0 14 0,-1 0-19 16,-2 3-15-16,2-1-7 0,-2-1-24 16,2 0-46-16,-1-2-65 0,-2 1-81 0,3-1-103 15,-2-3-215-15,3-1-39 0</inkml:trace>
  <inkml:trace contextRef="#ctx0" brushRef="#br0" timeOffset="24315.68">18478 3140 357 0,'7'4'591'0,"-7"-4"-149"15,10 5-89-15,-10-5-81 0,7 3-41 0,-7-3-60 16,0 0-33-16,13 1-43 0,-13-1-44 15,0 0-132-15,14 0-177 0,-14 0-492 0,0 0-261 16</inkml:trace>
  <inkml:trace contextRef="#ctx0" brushRef="#br0" timeOffset="25599.12">19596 2707 10 0,'-2'-8'602'16,"-1"1"-180"-16,2 1-91 0,1 6-75 0,-4-9-44 15,4 9-40-15,-1-7-27 0,1 7-22 0,0 0-24 16,0 0-17-16,0 0-21 0,0 0-16 0,5 9-33 16,0-3-89-16,-2 1-174 0,2 2-462 0,-1-1-217 0</inkml:trace>
  <inkml:trace contextRef="#ctx0" brushRef="#br0" timeOffset="26901.06">21073 2863 233 0,'3'-6'435'0,"1"0"-119"0,1 1-60 0,-5 5-48 16,4-7-33-16,-4 7-27 0,0 0-2 0,0 0-11 15,0 0-7-15,0 0-7 0,3 6-4 0,-3-6-26 16,0 13-8-16,0-6-20 0,2 1 1 0,-2 1-9 16,3 0-10-16,-2 1-6 0,2-1-8 0,1 1-10 15,-2-2 5-15,6 2-12 0,-3-4 8 0,0 1 3 16,0-1 14-16,3 0-1 0,1-5-4 0,-9-1-12 15,15 5 3-15,-15-5 4 0,16-2-5 0,-6 1-12 16,-3-2-3-16,0-3-6 0,0 1 7 0,0-2-8 16,-5 0 2-16,2 1-4 0,-1-5 4 0,-3 3-6 15,-2-2-5-15,-2 1 5 0,1-1 1 0,-4-1-5 16,-4 2 1-16,1 0 0 0,-2 0 6 0,-2 4-5 16,0 0-7-16,-1 1-13 0,2 2-59 0,-2 1-83 15,2 2-96-15,-1 1-98 0,2-2-376 0,3 3-242 16</inkml:trace>
  <inkml:trace contextRef="#ctx0" brushRef="#br0" timeOffset="27415.05">21584 2977 394 0,'2'10'769'0,"0"-3"-162"0,0 0-115 16,-2-7-102-16,4 9-88 0,-4-9-53 0,4 9-56 0,-4-9-39 15,5 7-67-15,-5-7-143 0,6 6-213 16,-6-6-764-16,3 6-645 0</inkml:trace>
  <inkml:trace contextRef="#ctx0" brushRef="#br0" timeOffset="33564.9">18082 4070 429 0,'0'0'672'16,"-5"9"-167"-16,5-9-105 0,-4 7-76 0,4-7-83 15,-5 5-45-15,5-5-38 0,0 0-37 0,-6 5-31 16,6-5-68-16,0 0-103 0,0 0-107 0,-4 6-183 15,4-6-426-15,0 0-323 0</inkml:trace>
  <inkml:trace contextRef="#ctx0" brushRef="#br0" timeOffset="46117.58">24328 5242 20 0,'0'0'133'0,"16"0"-4"0,-16 0-22 0,17 0-20 0,-17 0-10 0,20-1-10 16,-8-2 3-16,-2 1 6 0,3 1-11 15,-2-2 7-15,3 0 10 0,-3 2 2 0,0-4 12 16,0 4 7-16,0-2-6 0,-2 0-1 0,1 1 5 16,-2-1 6-16,-2 1 6 0,-6 2-9 0,13-8 3 0,-13 8-11 15,7-9-13-15,-3 3-5 0,-2 1-4 0,-2 5-14 16,0-14-2-16,-2 6-5 0,0-2-11 0,-2 1 5 16,-1-3-6-16,-3 0-12 0,2-1-17 15,-2-2 15-15,-3 0-11 0,-1-2 7 0,-1-1-16 16,-3-2 18-16,-2 0-19 0,-3-1 27 0,-7-2-18 15,0 1 16-15,-4-1-8 0,-1 0 8 0,-6 3-7 16,-1-1-6-16,-4 0-1 0,-7 0-4 0,-3-1-4 16,-2 2 1-16,-1 2-5 0,-3 1 2 0,-3 1-1 15,-2 2-2-15,-2 0-3 0,-2 2 0 0,0 1 3 16,0 0-1-16,-1 2 1 0,0-1 0 0,2 3 20 16,0-1-29-16,8 1 6 0,0-1-4 0,-6 2 1 15,6 1-1-15,0 1 2 0,-2-2 1 0,2 1-4 16,-1 2 9-16,-2-2-2 0,3 1 16 0,-4 2-28 15,4 0 23-15,-2-1-19 0,-2 1 17 0,-9-1-20 16,-1 1 0-16,-2 1 4 0,-2 0 0 0,2 1 1 16,-4-3-1-16,2 3 1 0,-1 0 21 0,1 0-30 15,2 0 30-15,1 0-21 0,-4 0 14 0,4 0-20 16,-3 0 23-16,2 0-22 0,-3 3 22 0,4-2-30 16,-3 1 28-16,2-1-21 0,1 2 23 0,1-1-26 15,10 1 22-15,-2-3-23 0,-9 0 21 0,1 3-18 16,10-2 26-16,-12-1-30 0,0 4 26 0,2-1-24 15,1 0 21-15,-2 2-18 0,3-3 19 0,1 4-27 16,-2-1 27-16,3 1-22 0,-1 0-4 0,2 2 6 16,-5-2 5-16,5 2 0 0,0 0-3 0,0-1 3 15,2 3-1-15,-3-1-2 0,3 0 9 0,0 1 0 16,11-1-6-16,-9 1 3 0,9 0-5 0,-8 0 5 16,7 1 3-16,-5 1-1 0,-1 1-2 0,2 0 2 15,0 2 0-15,8-2 2 0,3-2-7 0,-1 3 5 16,1-2-3-16,4 0 4 0,-1 0 1 0,2 0-2 15,-1 0 0-15,4-1 2 0,1 1-2 0,-1-1 2 16,2 1-3-16,2-1-1 0,-4-1 2 0,4 1-5 16,-2-2-8-16,4-1 12 0,-6 0 5 0,1 0-1 15,3-3 0-15,-2 0-2 0,-3 1-4 0,-1 0 5 16,-2 0-4-16,3 0 4 0,-2 1-4 0,3 0-2 16,0 2 2-16,0 2 24 0,1 0-23 0,2 6 19 15,-1-3-21-15,0 2 17 0,3 4-23 0,-2 0 24 16,1 0-26-16,4 3 27 0,-1-1-18 0,2 1 0 15,1 1-6-15,0 0 22 0,3-1-23 0,-1-1 23 16,3 2-25-16,6-5 24 0,0 2-25 0,1-2 24 16,2 3-24-16,-1-2 26 0,2 4-26 0,4-2 26 15,-2 3-26-15,6 0 3 0,0 1 25 0,1 2-29 16,2 3 25-16,5-5-20 0,-1 3 24 0,4 3-20 16,3 3 19-16,1-1-1 0,3 5 4 0,4 0-2 0,2 1-15 15,4 1 3-15,1-1-15 0,6 6 22 16,5-2-23-16,1 0 27 0,4-3-20 0,3-2 19 15,5-1-25-15,6 0 26 0,2-3-22 0,10 0 21 16,3-5-28-16,6 3 32 0,5-2-22 0,3 0 21 16,18 5-23-16,3-3 27 0,2-1-7 0,8-3 2 15,2 0-7-15,2-2 4 0,2-3-1 0,6-4-3 16,3-2 11-16,8-4-11 0,6 0 0 0,5-6 5 0,7-1-1 16,5-6-13-16,8 1 16 0,3-1 2 15,6-1-5-15,2-3-1 0,4 2-3 0,2 1-17 16,2 0 18-16,-4-4-1 0,1 3-4 0,-1 0-17 15,-1-2 23-15,-7-1-18 0,-4-2 14 0,-6-3-14 16,-2-3 14-16,-6-3-18 0,-3-4 16 0,-7-3-18 0,-1-4-5 16,-8-6 3-16,0-5 20 0,-1-6-14 15,0-6-7-15,0-6 1 0,-3-4 13 0,-3-5-23 16,-5-2 33-16,0-1-35 0,-6-4 5 0,-3-1 4 16,-6 0-1-16,-7-1-1 0,-10 3 6 0,-7 1 13 15,-10 3 1-15,-7 4 16 0,-18 10 26 0,-6 1 14 16,-6 2 22-16,-4 3 3 0,-9 7 6 0,-5 1 11 15,-3 1-5-15,-6 2-9 0,-3 3-19 0,-3 5-6 16,-4-2-23-16,-4 0-3 0,-4-2-16 0,-3 1 1 16,-4 1-13-16,-5 1-7 0,-4 2-12 0,-3 3-32 15,-6 4-57-15,-5 5-73 0,-5 2-38 0,-4 4-114 16,-5 5-70-16,-5 5-467 0,-14 2-413 0</inkml:trace>
  <inkml:trace contextRef="#ctx0" brushRef="#br0" timeOffset="60497.3">20572 8999 12 0,'0'0'130'0,"-2"-8"-35"0,2 8-19 0,-2-6-29 0,2 6-12 16,-3-11-7-16,3 11-10 0,-3-10 3 0,2 3 2 16,1 0 1-16,0 0-1 0,-1-2 0 0,0 0-9 15,-2-3-5-15,2 3 7 0,0-2-2 0,-2-2-10 16,3 2 9-16,-2-2 1 0,0 0 4 0,1-2 13 15,-2 0-3-15,2-2-4 0,1 0 5 0,-1 0 8 16,0-2 0-16,1 1-8 0,0 0 6 0,0 0 4 16,0 0 0-16,0 1-10 0,0 1 9 0,-2 2 9 15,2 2-18-15,0-1-15 0,0 4-74 0,0-1-79 16,0 4-155-16,0 6 246 0</inkml:trace>
  <inkml:trace contextRef="#ctx0" brushRef="#br0" timeOffset="61331.06">21506 13766 72 0,'-23'-27'565'0,"0"-5"-127"0,1-3-117 0,4-1-46 15,-1 2-69-15,1-3 11 0,3 5-25 0,-1-1-12 16,5 5-44-16,-1 3 16 0,2 4-4 0,1 2 13 16,0 2-34-16,3 3-13 0,0 2-34 15,2 1-3-15,0 4-23 0,4 7-4 0,-3-7 15 0,3 7 24 16,4 11-16-16,4 4 0 0,3 10 43 0,7 11-14 15,6 10 17-15,5 10-15 0,1 7 17 0,2 7-5 16,5 18-24-16,2 3 2 0,0 2-6 0,-3-1-3 16,-3 1-30-16,2 0-5 0,-2 4 0 0,-1 0 29 15,0 1-5-15,1 1 15 0,-2-2-43 0,0 0-10 16,-1-2-2-16,0-1-8 0,-5-14-6 0,-1 0 20 16,1-1-37-16,-2-2 24 0,0 1-31 0,0-6 28 15,-2-1-35-15,-3-6 29 0,1 0-28 0,-2-7-1 16,-2-12 5-16,-2 0-5 0,-1-5 13 0,-3-3-39 15,0-10-17-15,-3-6-55 0,0 1-51 0,-2-6-56 16,1-2-73-16,-3-3-70 0,-1-1-90 0,-2-3-77 16,-3-4-511-16,4-4-648 0</inkml:trace>
  <inkml:trace contextRef="#ctx0" brushRef="#br0" timeOffset="61696.44">20136 15648 305 0,'-77'2'366'0,"0"2"-43"0,1 2-66 16,3 2-31-16,1 3-50 0,2 0-10 15,6 3-43-15,14-3 13 0,-1 1-33 0,9 0 1 16,1 1-30-16,12-3-2 0,7-1-30 0,1-1 7 16,9 0-29-16,4-2 17 0,4 1 12 0,4-7 0 0,12 12 1 15,3-8-1-15,9-1 24 0,15-4 4 0,16-4 21 16,20-6-7-16,15-7 5 0,27-10 5 0,12-5 0 15,12-9 21-15,13-3-8 0,10-7-1 0,42-14 15 16,3-1-12-16,3-1 18 0,1-1-21 0,0-1-21 16,1 0 4-16,-1 0 13 0,-5 0-4 0,-8 2 16 15,-38 14-12-15,-2 1 49 0,-2 3-36 0,-6 0 1 16,-8 5 1-16,-8 0-24 0,-9 6-5 0,-7 2-19 16,-10 6-21-16,-26 5-15 0,-2 5 3 0,-12 2-52 15,-5 1-26-15,-16 5-21 0,-7 3-3 0,-10 1-7 16,-8 3-17-16,-7 0-34 0,-8 2-63 0,-9 4-87 15,0 0-48-15,-8-3-51 0,-10 5-59 0,-10 3-46 16,-17 2-72-16,-8 2-346 0,-16 3-450 0</inkml:trace>
  <inkml:trace contextRef="#ctx0" brushRef="#br0" timeOffset="63915.04">19318 15532 403 0,'-9'-5'332'0,"1"1"-83"0,3-1-22 16,-1 2-57-16,6 3-14 0,-8-6-21 0,8 6-16 0,-6-7-19 15,6 7-6-15,-3-6-10 0,3 6 4 0,0 0-5 16,1-9 0-16,-1 9-13 0,0 0-4 0,9-4-13 16,-9 4 1-16,13-2 11 0,-13 2 8 0,14 0 12 15,-14 0 4-15,19-1 5 0,-6 1-17 0,-1-1 6 16,2-1-4-16,0 2-8 0,2-3 5 0,1 2-3 16,1-1-3-16,1-3-12 0,-1 1-17 0,2 0-3 15,1 0-2-15,1-2-2 0,1-1 1 0,-2 2 3 16,1-2-2-16,2 1-9 0,-2-2-3 0,1 2-2 0,-1-2 2 15,1 0 24-15,0 1 12 0,2 0 19 16,-3-3-7-16,6 1-5 0,-1-2-16 0,-1-1-5 16,0 2-14-16,1-2-1 0,0 1-11 0,-4-4 1 0,4 3 8 15,-3-3 14-15,0 1-13 0,-1-1 1 0,-1 1-3 16,1-1 1-16,-1-2 12 0,-3 2-3 0,-1 1-5 16,-3-1-8-16,4 1-3 0,1-5-7 15,-4 5 0-15,1-5-1 0,1 1-6 0,0 0 2 0,-3-1-3 16,4 1 0-16,-2-1-2 0,-2 0-3 0,2 0 3 15,-2-1-5-15,0 1 3 0,1 0 2 0,0 0-2 16,-2-2-6-16,3 1 6 0,-3 0-5 0,3 0 5 16,-2-3-5-16,3 4 6 0,-3-4-10 0,2 3 9 15,-2 0-3-15,0 0 0 0,1-1 3 0,-2 5-5 16,-3-3 8-16,1 2-8 0,2 0 7 0,-2 1-5 16,0 1 6-16,-3-4-6 0,3 4 5 0,-1-3-5 15,-2 2 10-15,1-1-9 0,2 0 6 0,-2-1-1 16,-1 0-1-16,4 0 2 0,-4 0-4 0,1 1 1 15,0-2 1-15,2 0-1 0,-3 0 0 0,1 1-1 16,-2-1 1-16,1 1-2 0,-3-3 0 0,4 2 2 16,-3-1 0-16,0 1-2 0,1-1-6 0,-2 0 7 15,2 1-3-15,-3-1 3 0,2 0-5 0,0 1 8 16,-2 1-12-16,0 1 12 0,2 0-6 0,-3 0-2 16,1 1 3-16,2-1-3 0,-3 3 1 0,1-2 0 15,-1 2 5-15,3-2-1 0,-2 0-2 0,1 2 0 16,-1-1-2-16,0 1 2 0,2 0 0 0,-2-1 0 15,2 0-3-15,-3 2 4 0,3-3 3 0,-1 1-5 16,-1 1 4-16,3-1-6 0,-3 1 7 0,1-1-12 16,1 1 12-16,-1-1-6 0,2 3 8 0,-3-2-9 15,3 1 6-15,-2-2-5 0,0 2 10 0,3 1-14 16,-2-1 7-16,-1 1-6 0,2 1 8 0,1-3-8 0,-2 3 8 16,1-2-4-16,0 2 2 0,2-1-5 0,-1-1 7 15,0 2-7-15,1 0 57 0,-2 0-23 0,-1 0 11 16,1 1-24-16,0 2 8 0,-1-1-13 15,-3 2 8-15,3-1-18 0,-2 2 16 0,2 1-21 0,-4-1 15 16,-3 6-14-16,8-8 13 0,-8 8-16 0,7-8 12 16,-7 8-13-16,7-8 15 0,-7 8-18 0,7-6 17 15,-7 6-16-15,7-9 14 0,-7 9-14 0,9-5 14 16,-9 5-14-16,12-6 14 0,-3 3-13 0,-2-1 16 16,2 2-16-16,1 0 12 0,-1-1-14 0,1 1 13 15,0 2-11-15,1-2 13 0,-11 2-19 0,22 0 19 16,-10 0-9-16,2 0 7 0,-1 2-12 0,1-2 14 15,1 2-13-15,-1 1 12 0,4 0-14 0,-2 2 18 16,0 1 7-16,3-2 15 0,-3 0-24 0,3 5 19 16,-1-1-23-16,1 0 15 0,-1 0-21 0,0 0 19 15,-2 0-25-15,1-1 21 0,1 1-16 0,-3 1 39 16,2-2-28-16,-2 0 24 0,2 4-29 0,-2-3 24 16,2 0-25-16,-3 1 22 0,2 1-30 0,-3-1 26 15,2-2-29-15,0 2 31 0,-2 0-33 0,0-1 4 16,5 3 6-16,-5-2-7 0,2 1 3 0,-2-1 4 15,4 2 3-15,-2 0-3 0,2 1 0 0,-1-3 0 16,1 4 7-16,-2-2-3 0,3 0-1 0,-1-1-3 16,1 2 0-16,-3-1 7 0,3 1-6 0,0 0 3 15,-3-1-1-15,4-1-3 0,-3 1 0 0,0 0-1 16,0 0 2-16,0 0 3 0,1 0-3 0,-2 0-1 16,2 1 13-16,-1-2-4 0,0 1-1 0,0 1 7 15,0-1-2-15,0 1-3 0,0-2-1 0,0 0 41 16,0 1-52-16,0 0 58 0,-2-1-68 0,2-1 44 15,-4 0-49-15,4 0 47 0,-3 0-45 0,2-1 41 0,-2 3-44 16,2-3 43-16,-2 1-45 0,1 0 44 0,-2-1-46 16,0 2 48-16,3-2-41 0,-2 2 41 15,0-3-46-15,-2 3 42 0,2-2-38 0,1 0 37 16,-3 0-40-16,1 1 54 0,1-1-56 0,1-2 48 0,-2 2-15 16,0-1 56-16,1 0-58 0,1 0 47 0,0-3-53 15,-1 1 39-15,1 2-50 0,-1-2 46 16,0-1-50-16,1 1 44 0,-3-1-50 0,2 0 48 15,-3-1-48-15,2 1 43 0,-1 1-47 0,-1-1 49 0,1-1-51 16,0 1 48-16,-2-2-50 0,0 1 53 0,1 1-50 16,1-1 47-16,-2 0-47 0,-1 0 47 0,1 0-51 15,-1-1 56-15,0 2-50 0,1-2 45 0,-2 1-48 16,2 0 46-16,0-1-45 0,0 1 50 0,0 0-52 16,0 0 51-16,1-1-36 0,2 0 37 0,-2 1-41 15,1-2 58-15,1 1-43 0,1 1 47 0,-2 0-55 16,1-2 51-16,0 2-11 0,0-1-50 0,3 1 47 15,-3-1-51-15,1-2 50 0,-1 3-49 0,1 0 47 16,1-1-42-16,-1-1 39 0,-1 2-49 0,2-1 49 16,-1 0-48-16,-1 0 49 0,2-1-46 0,0 0 47 15,-2 0-46-15,1 1 45 0,-1-1-48 0,1 0 48 16,1 1-52-16,-1-1 49 0,0-1-46 0,-2 2 50 16,2-1-52-16,0 0 53 0,-3-1-51 0,4 1 50 15,-2 1-51-15,-1-2 50 0,1 1-42 0,-1 0 43 0,-1-1-52 16,3 1 51-16,-13-1-44 0,22 0 48 0,-22 0-33 15,24 0 52-15,-11 0-46 0,-3 0 35 0,4-1-45 16,0 0 42-16,-1 0-48 0,4-1 45 16,-2 0-46-16,4-1 46 0,-2 0-50 0,-1 1 42 0,2-1-43 15,0 2 45-15,1-1-8 0,-3-1-3 0,3 1 0 16,-1-1-5-16,-3 0-1 0,4 2 0 0,-3-1-5 16,0-1 1-16,2 3-1 0,-1-2 0 0,-2-1 5 15,2 1-8-15,-2 1 1 0,2-2 1 0,-2 0 1 16,2 0-1-16,0 1 0 0,-1-1 1 0,2 0-2 15,0-1 1-15,-1 0 34 0,1 1-27 0,2 0 36 16,-1-2-40-16,1-1 37 0,3 2-38 0,-1 0 34 16,-2-2-33-16,3-1 60 0,0 2-29 0,0-1 36 15,-1-1-37-15,2 1 34 0,1-3-44 0,-1 2 34 16,4-1-44-16,-2-2 40 0,2 2-43 0,-4 0 38 16,0-1-46-16,-1 2 42 0,-1-1-49 0,2 1 37 15,-2 0-44-15,-2 1 39 0,0-1-41 0,-3 1 41 16,0 1-42-16,0 1 43 0,-2-2-39 0,2 1 38 15,-4 1-41-15,-1 1 40 0,0 0-34 0,-2-1 33 16,0 1-40-16,-1 0 43 0,0 2-42 0,-9 1 44 16,15-4-44-16,-15 4 42 0,12-4-43 0,-12 4 39 15,11-4-39-15,-11 4 37 0,8-2-43 0,-8 2 42 16,0 0-40-16,10-4 35 0,-10 4-70 0,0 0-20 16,4-6-99-16,-4 6-35 0,0 0-93 0,-9-6-92 15,9 6-109-15,-15-2-74 0,5 2-30 0,-3 2-78 16,-4 1-569-16,-1 2-860 0</inkml:trace>
  <inkml:trace contextRef="#ctx0" brushRef="#br0" timeOffset="64563.15">23753 14489 270 0,'0'0'207'0,"0"0"-33"0,-13 0-25 0,13 0-17 0,0 0-17 16,-13 1-7-16,13-1-4 0,0 0-5 0,0 0 0 15,-14 0-15-15,14 0-11 0,0 0-15 0,0 0-10 16,-12 0-8-16,12 0-8 0,0 0-4 0,0 0-1 16,-15 1 1-16,15-1 2 0,0 0 17 0,-12 0 0 15,12 0 8-15,0 0-8 0,-13 3 15 0,13-3-9 16,-11 3 25-16,11-3-20 0,-11 0 28 0,11 0-17 16,-14 3 17-16,14-3-29 0,-13 3 32 0,13-3-30 15,-14 4 36-15,14-4-31 0,-12 1 10 0,12-1-20 16,-9 2 14-16,9-2-22 0,-10 1 18 0,10-1 8 15,0 0 15-15,0 0-2 0,-11 3 19 0,11-3 1 16,0 0-4-16,0 0-4 0,11-3-14 0,1 1-8 16,-1-2-18-16,8-1 6 0,3 1 24 0,4-3 5 15,4-2 2-15,9-3-7 0,3 2 3 0,1-5 15 16,3 5-1-16,0-3-23 0,4-2 24 0,-1 1-30 16,1 1 15-16,1-1-29 0,7-3 54 0,-8 3-42 15,1-1 33-15,8-1-60 0,-10 3 37 0,1-3-53 16,1 1 44-16,-3 1-35 0,2 0 47 0,-1 0-56 15,-1 0 38-15,3 1-54 0,-5-1 41 0,3 1-52 16,-3 0 59-16,0 3-24 0,-4-5 39 0,2 5-52 16,-2-2 41-16,-4 0-44 0,-1 1 37 0,-5 0-41 15,0 1 29-15,-4-1-42 0,0 3 37 0,-5 0-45 16,-2 1 34-16,-6 1-38 0,0 2 35 0,-2-2-37 16,-2 1 31-16,-3-1-41 0,0 2-7 0,-8 4-11 0,5-10-22 15,-5 10-41-15,-6-7-48 0,-2 4-52 0,-5 1-65 16,-1 2-100-16,-7 0-91 0,-6 1-46 0,-8 1-114 15,-2 3-585-15,-11 1-812 0</inkml:trace>
  <inkml:trace contextRef="#ctx0" brushRef="#br0" timeOffset="65279.89">20100 14555 366 0,'1'-15'293'0,"0"3"-62"0,1-1-13 0,-1 0-17 0,0 1-37 0,-1-1 6 16,0 1-15-16,-1 0-8 0,1 2-3 0,-1 0-8 0,1-1-10 15,-2 3 14-15,1-1-33 0,1 2 23 0,0 0-41 16,0 7-14-16,-1-12-13 0,1 12-4 15,0-11-21-15,0 11-8 0,0-6-4 0,0 6 28 0,0 0 10 16,0 0 50-16,9 7-1 0,-4 3 3 0,0 2-21 16,5 8 83-16,2 8-32 0,1 5 52 0,3 9-32 15,1 12 55-15,1 5-17 0,2 3-3 0,-2 4-28 16,1 2 21-16,0 2-23 0,-2 5 9 0,5 4-21 16,-3 3 51-16,5-2-42 0,3 17-29 0,-1-17 19 15,2-2-18-15,0-1-49 0,1-3 49 0,3 1-33 16,0-3 57-16,1-3-57 0,1 2 25 0,0-7-27 15,-1 0 26-15,-1-4-66 0,0-4 27 0,-2-3-55 16,-2-3 33-16,-1-6-51 0,-6-7 40 0,-1-4-48 16,-3-3 32-16,-2-5-44 0,-3-6 32 0,-3-4-50 15,0 0 43-15,-1-2-48 0,-2-2 40 0,-1-2-56 16,0-3-16-16,-1 1-101 0,-4-7-68 0,0 0-58 16,0 0-58-16,0 0-106 0,-5-14-103 0,1-2-59 15,-1-3-55-15,0-5-98 0,-1-7-459 0,3-4-830 16</inkml:trace>
  <inkml:trace contextRef="#ctx0" brushRef="#br0" timeOffset="65979.64">23544 13694 123 0,'3'-20'548'0,"-1"4"-128"0,-2-1-79 0,4 1-44 0,-1 0 31 0,-1 4-36 0,-2 1-57 0,3 1-37 0,-2-1-34 0,2 3-28 15,-2 1-24-15,0 0-22 0,-1 7 29 0,3-7 82 16,-3 7-24-16,0 0 39 0,7 11-32 0,-4 1 13 15,1 5-44-15,0 6 13 0,2 9-23 0,0 9 14 16,3 5-4-16,0 2 0 0,4 13 59 0,1 3-61 16,2 0 29-16,1 2-35 0,0-2-18 0,5 0-16 15,2 3 17-15,0-1 33 0,-1-1-1 0,4 2-27 16,-1-4 14-16,-1 0-58 0,5-1 95 0,-4-3-67 16,1-2 18-16,1-1-60 0,-5-3-3 0,3-3-12 15,-7-6-12-15,2-5-10 0,-2-1-5 0,0-3-36 16,-2-2 32-16,-3-6-39 0,-3-2 31 0,2-2-22 15,-3-3-32-15,-2-4-28 0,-2-4-20 0,1 1-19 16,-1-3-30-16,-2 0-30 0,0-3-79 0,-2-1-104 16,-2-6-137-16,0 6-152 0,0-6-95 0,0 0-145 15,-4-4-387-15,-1-1-868 0</inkml:trace>
  <inkml:trace contextRef="#ctx0" brushRef="#br0" timeOffset="66796.47">24496 14344 138 0,'-9'-3'155'0,"9"3"-16"0,-9-5-38 0,9 5-12 0,-9-6-3 0,9 6 12 15,-11-6 3-15,11 6 32 0,-13-6-17 0,13 6-9 16,-13-7-19-16,13 7 6 0,-10-5-15 0,10 5 5 16,-13-5-4-16,13 5 0 0,-12-5-9 0,12 5-3 0,-11-2-15 15,11 2-11-15,0 0 18 0,-15 0 7 0,15 0 25 16,0 0-6-16,-6 5-15 0,6-5-2 0,-3 9 18 15,3-9 1-15,3 6-12 0,-3-6 49 16,5 8-24-16,-5-8 19 0,11 5-19 0,-11-5 3 0,13 4-10 16,-4-2 4-16,6-2-16 0,-2 0 7 0,6-3-8 15,4-3 11-15,8-2 3 0,2 0 9 0,8-7 11 16,6-1-6-16,7-3-11 0,6-3 1 0,0 1 2 16,2-3 12-16,1-2 4 0,3 0-19 0,1-1-1 15,0 1-33-15,1-2-11 0,-1 3 20 0,1 0-15 16,2-1-7-16,-2 1-4 0,0 3-6 0,0 1-7 15,-2 0-6-15,-1 1-1 0,-5 2 9 0,-1 2-3 16,-10 3-4-16,-5 1-1 0,0 0 0 0,-5 0-11 16,-7 5 3-16,-2-2-8 0,-6 1 2 0,-2 4-8 15,-6 0 2-15,0-1-6 0,-4 2 2 0,1 0-4 16,-3 0-4-16,-2 0-5 0,-8 3-15 0,12-4-32 16,-12 4-41-16,0 0-36 0,1-7-50 0,-1 7-56 15,0 0-82-15,-15-2-38 0,15 2-95 0,-21 2-71 16,11-2-486-16,-2 1-617 0</inkml:trace>
  <inkml:trace contextRef="#ctx0" brushRef="#br0" timeOffset="67329.94">24491 14041 286 0,'-18'2'317'0,"18"-2"-91"0,-12 1-65 0,12-1-7 0,-12 0-14 16,12 0-21-16,0 0-7 0,-14 2 1 0,14-2 2 15,0 0-6-15,-12 0-13 0,12 0-8 0,0 0-10 0,0 0-14 16,-11 1 1-16,11-1-9 0,0 0 5 0,0 0 0 15,0 0-1-15,0 0-4 0,-13 0-7 16,13 0 0-16,0 0-16 0,0 0 12 0,0 0 3 16,0 0-2-16,0 0-3 0,0 0-5 0,0 0 9 0,-11 0 3 15,11 0-3-15,0 0 21 0,0 0 5 0,0 0 9 16,0 0 10-16,0 0 16 0,0 0 19 16,0 0 0-16,7-6 0 0,1 4-10 0,7-4-6 0,1 1-9 15,7-3 4-15,6-1 19 0,11-5-12 0,3 1 3 16,3-2-2-16,14-3 19 0,3-1-36 0,2-1-13 15,4-1 2-15,0 0-8 0,-1 0 10 0,2 1-5 16,2-1 9-16,-2-1-4 0,0 2-12 0,-1 0-16 16,3-2 3-16,-3 2-1 0,0 1-9 15,-3 0 33-15,1 0-53 0,-3 0 65 0,-4 2-54 16,-3 0 39-16,-8 1-57 0,-1 2 40 0,-4-3-50 0,-2 3 35 16,-1-3-46-16,-3 3 36 0,-2 1-46 0,-8 1 40 15,-2 1-44-15,-5 4 40 0,-3 0-43 0,-3 0 38 16,-3 1-61-16,-3 0 14 0,-3 3-110 0,-6 3-59 15,0 0-68-15,-8-7-91 0,-1 10-104 0,-7 1-71 16,-4 5-140-16,-8 1-557 0,-2 2-830 0</inkml:trace>
  <inkml:trace contextRef="#ctx0" brushRef="#br0" timeOffset="68380.06">19673 15327 34 0,'0'0'79'0,"19"0"13"0,-19 0 0 0,18 0 4 0,-18 0-5 16,22 0 0-16,-12-2 6 0,-1 1-8 0,2-1 11 15,-2 0-6-15,2 0 11 0,-2-1 7 0,-9 3 1 16,14-3 6-16,-14 3-1 0,14-4-10 0,-14 4 0 16,13-2-6-16,-13 2-16 0,10-4-11 0,-10 4 3 0,11-3-9 15,-11 3-1-15,0 0 7 0,11-1-25 16,-11 1 11-16,0 0-18 0,9-5 23 0,-9 5-28 16,0 0 32-16,0 0-18 0,10-2 36 0,-10 2-19 15,0 0 33-15,0 0-19 0,0 0 20 0,0 0-12 16,0 0 5-16,0 0-15 0,0 0 9 0,-8 7-6 15,8-7 11-15,-13 7 13 0,5-4 1 0,-2 1 11 16,0 0 6-16,-3 2-1 0,-2-1 3 0,0 1-10 16,-3-2 13-16,-4 3-20 0,-1 1-16 0,-6 0-14 0,-3 1 14 15,-8 2-16-15,-1-1-4 0,-1 1 9 0,-5 0-14 16,-1 1-7-16,-3 1 29 0,-9 2-17 0,-2 1 13 16,0-1-1-16,0 1 9 0,-2 0 5 15,1-1-8-15,-2 3-22 0,-3 0-10 0,1-1-14 0,-3 0-7 16,0 1 38-16,-4-2-27 0,1 2 11 0,-5-2-30 15,3 0 14-15,-3-1 1 0,1 2 5 0,1-2-10 16,-1 2-10-16,-2-3-4 0,1 1-7 0,-1 1-3 16,0-1-3-16,3-2-4 0,-1 1-2 0,3-1-2 15,4 0-2-15,3-1 21 0,11-2-2 0,1 0-4 16,5-1-5-16,2 1-3 0,2-1-3 0,2 0-2 16,3-1 1-16,8-2-3 0,1 0-1 0,8-1 0 15,2 0 0-15,4-2-4 0,0 1 1 0,4-2-2 16,2 2 3-16,1-3-7 0,1 1 3 0,0 1-7 15,10-3-7-15,-13 1 0 0,13-1-11 0,0 0-17 16,-9 3-32-16,9-3-23 0,0 0-15 0,0 0-57 16,0 0-9-16,6 2-35 0,-6-2-21 0,9 2-17 15,-9-2-26-15,12 3-35 0,-12-3-23 0,19 3-33 16,-9-1-57-16,3 1-51 0,1 0-52 0,3 1-327 16,-3 0-405-16</inkml:trace>
  <inkml:trace contextRef="#ctx0" brushRef="#br0" timeOffset="69363.25">17425 16224 279 0,'0'0'228'0,"3"9"-52"0,-3-9-38 0,0 7-17 0,0-7-11 0,0 0-1 0,-2 9-3 16,2-9-8-16,-1 6 7 0,1-6 1 15,-4 6-11-15,4-6 1 0,-4 5-9 0,4-5-12 0,-10 5 13 16,10-5 8-16,-11 5 9 0,2-2 0 0,-1-2-4 16,-1 3 12-16,0-1-5 0,-2 0-6 0,-2 0 14 15,-2 2-13-15,-2-4 17 0,2 5-1 0,-2-3-23 16,1 1 33-16,-1 1-16 0,-4-1-19 0,5 1-17 16,-1 0-18-16,2 0-13 0,-2-1-8 0,0 2-5 15,4-2-10-15,-2 1-1 0,2-2 12 0,-1 1 21 16,6 0-6-16,-1-2-8 0,1 1-12 0,1-1-2 15,9-2-5-15,-13 4-6 0,13-4-1 0,0 0-4 16,0 0 1-16,0 0 4 0,0 0 2 0,5-4-4 16,5 0-3-16,5 0 0 0,2-2-3 0,6 1-1 15,5-3 62-15,4-2-15 0,6-1-1 0,5-2 1 16,3-1 7-16,0 1-11 0,2-1 17 0,10-3 2 16,-8 1 13-16,7 0-13 0,2-2-10 0,-8 3-12 15,-1 3-7-15,0-3-5 0,-2 2-8 0,2 4-5 16,-1-1-5-16,-2 1-3 0,1 0-4 0,0 2-2 15,-5 1 3-15,-3 0-2 0,-1 3 18 0,-2 0 1 16,-1 0 0-16,0 0-3 0,-1 1 2 0,-5 0 0 16,0 0-19-16,-1 1 18 0,-1 1-20 0,2-2 27 15,-2 1-28-15,-2-1 51 0,1 1-50 0,-1-1 47 0,2 1-47 16,0-2 38-16,0-3-42 0,-1 4 34 0,8-3-40 16,-1-1 40-16,-1 0-8 0,4-1-6 15,4-3 0-15,0 2-4 0,1-3 4 0,-1 2 16 0,0-3-3 16,1 3 2-16,-1-2-10 0,0 0-6 0,0 2 6 15,-8 0-15-15,2 1-1 0,-1-3-2 0,-2 4 5 16,1-2-8-16,1 0-2 0,-2 3-1 0,0-2-1 16,-2 2 2-16,1 0-2 0,-4-1 1 0,-2 2-3 15,2 2 1-15,-1 0-1 0,-2-2 0 0,0 3 1 16,2-1 3-16,-2 0-4 0,2 2 20 0,-3-2-22 16,2-1 19-16,-2 1-20 0,-1 0 20 0,1 0-24 15,1 1 23-15,1-3-17 0,0 1 16 0,1-1-7 16,-2-1 21-16,8-1-13 0,1 0-5 0,-1 1 13 15,0-3-2-15,0 2-2 0,0-3 6 0,1 2-10 16,-1-2-2-16,1 1-5 0,-1 0 3 0,0-1-3 16,0-1 0-16,0 2 2 0,0-1-3 0,0 0-3 15,1 0 4-15,1 1 10 0,-1-2 14 0,0 1-4 16,-1 0-6-16,2 1-1 0,-3 0-4 0,-2 1-5 16,-4 1-1-16,0-1 6 0,-2 2 3 0,-2 2 2 15,-3 0 6-15,-2-2-6 0,-3 3-3 0,1-1-6 16,-4 1-1-16,1 0-1 0,-1 1-7 0,-10 2 4 15,14-4-4-15,-14 4 13 0,13-2 6 0,-13 2 4 16,11-4 1-16,-11 4-6 0,0 0-4 0,0 0 4 0,0 0-12 16,0 0-4-16,0 0 1 0,-8-4-4 15,8 4 1-15,-15 2-1 0,15-2-1 0,-23 2 0 16,8 1-3-16,-7 0 1 0,-2 0-4 0,-8 2-2 0,-4-1-6 16,-9 4 1-16,-7 1-1 0,-15 1-2 0,-7 2 0 15,-6 4 0-15,-10 0 11 0,-23 5-16 0,-5 2 1 16,-3 1 1-16,-6 1-6 0,-1 1 9 0,-1-1-16 15,3 2 4-15,2 0-3 0,4 0-2 0,5 0 9 16,2 1-16-16,3-1-21 0,5 1-14 0,1-1-17 16,17-3-10-16,2 1-55 0,-3-1-54 15,4 0-92-15,0-1-116 0,2 3-84 0,0-1-98 0,0 0-127 16,3 2-353-16,0-2-694 0</inkml:trace>
  <inkml:trace contextRef="#ctx0" brushRef="#br0" timeOffset="70961.72">19989 15266 377 0,'2'-6'349'0,"2"0"-52"0,-4 6-16 0,4-10-30 0,-4 10-25 15,5-8-26-15,-5 8-32 0,4-7-35 0,-4 7-28 0,1-6-20 16,-1 6-20-16,0 0 91 0,0 0-14 0,10 2 7 16,-6 3-34-16,0 3 33 0,5 3-15 15,-4 2-24-15,4 4-6 0,0 2-22 0,1 1-11 0,0-1-17 16,2 6-5-16,1-1-17 0,-3 0 1 0,3 0-11 15,-4-3-1-15,0-2-21 0,0 0-19 0,-1 0-70 16,0-1-126-16,-3-3-89 0,1-1-81 0,-4 0-100 16,-1-3-289-16,1-2-293 0</inkml:trace>
  <inkml:trace contextRef="#ctx0" brushRef="#br0" timeOffset="71163.31">19760 15462 34 0,'-18'-7'714'0,"5"0"-198"0,1 2-135 0,3-1-74 16,0 3-57-16,9 3-23 0,-14-4-16 0,14 4-15 16,0 0-11-16,-9 7-22 0,7-1 18 0,4 2-30 15,-1 2-25-15,0 3-33 0,3 0-10 0,3 5-24 16,-2 3-2-16,2 1-22 0,0-2 0 0,0 1-17 16,0 2 0-16,0-2-19 0,-3 0-71 0,1-3-123 15,-2-2-76-15,-2 0-46 0,-1-2-58 0,0-1-67 16,-1-1-310-16,-3-3-262 0</inkml:trace>
  <inkml:trace contextRef="#ctx0" brushRef="#br0" timeOffset="71346.62">19306 15624 327 0,'-16'-9'596'0,"4"3"-158"0,3 2-93 16,-1 1-36-16,10 3-12 0,-10-2-49 0,10 2-2 15,-4 5-13-15,4-5 5 0,4 11-27 0,1 0-50 0,1 0 4 16,4 3-36-16,1 0-21 0,-1 3-26 15,4 1-7-15,-4-1-26 0,3 2-11 0,-3 0-34 16,-1 0-69-16,-1-1-105 0,-2 1-96 0,-2-2-92 0,0-1-86 16,-3 0-496-16,-2-4-515 0</inkml:trace>
  <inkml:trace contextRef="#ctx0" brushRef="#br0" timeOffset="71546.25">18874 15736 640 0,'-14'-5'569'0,"4"3"-129"16,10 2-65-16,-13 2-29 0,6 1-42 0,2 3-32 16,-2 3-47-16,3 1-40 0,-1 4-36 0,3 0-24 15,-1 3-31-15,-1-2-18 0,3 3-14 0,1-1-9 16,0 2-12-16,0 0-6 0,1 0-6 0,2 0-10 16,-3-1-5-16,0 0-9 0,0 0-29 0,-3-1-84 15,2 0-86-15,-3-4-37 0,2 2-77 0,-5-5-55 16,3 1-65-16,-3-4-334 0,-3-2-277 0</inkml:trace>
  <inkml:trace contextRef="#ctx0" brushRef="#br0" timeOffset="71713.19">18253 15902 490 0,'-39'-15'436'16,"7"8"-85"-16,2 0-98 0,7 2-16 0,3 2-36 16,1 2-16-16,5 4-7 0,2-2-12 0,-1 7-32 15,7-1 35-15,-1 3-28 0,6 1-30 0,1 1-20 16,1 2-16-16,5 2-16 0,0 1-14 0,1 3-9 15,1 1-7-15,1-2 5 0,-1 1-21 0,1-1-9 0,0 2-26 16,-3-4-98-16,-1-1-85 0,-1-2-50 0,-2-1-67 16,-4-1-89-16,0-2-253 0,-3-2-174 15</inkml:trace>
  <inkml:trace contextRef="#ctx0" brushRef="#br0" timeOffset="71880.11">17697 15981 388 0,'-18'-7'391'0,"6"1"-62"0,-1 4-51 15,13 2-15-15,-19 3-24 0,11 4-29 0,-1 3-34 16,5 3-41-16,0 3 2 0,2 0-36 0,2 5-10 16,0 4-29-16,1 0 0 0,2 2-30 0,-1-2 1 15,2 2-14-15,-1-2-10 0,1 0-89 16,-3-1-158-16,0-3-135 0,2-4-346 0,-3-4-225 0</inkml:trace>
  <inkml:trace contextRef="#ctx0" brushRef="#br0" timeOffset="72246.46">18224 14794 911 0,'28'-32'824'0,"-6"9"-165"0,-6 5-160 0,-3 5-106 16,0 7-68-16,-4 3-61 0,-1 6-44 0,-2 3-41 15,0 6-34-15,-5 4-34 0,-2 4-23 0,-1 4-15 16,-6 5-17-16,-3 5-13 0,-6 3-9 0,-2-1-5 15,-4 2-8-15,-3-2-3 0,-6 5-10 0,-1 0 5 16,1-9-4-16,3-2 0 0,-1-3-4 0,2-4 4 16,1-1-7-16,5-5 3 0,1-4-5 0,2-2 5 15,2-4-4-15,1-3 3 0,3-4-8 0,-1-1 10 16,1-5-12-16,3-4 10 0,-2-2-8 0,4-6 4 16,3-2 1-16,1-1-2 0,3 2-1 0,2 0-2 15,3 0 2-15,3 0 0 0,2 2-3 0,2 2-6 16,5 5 4-16,1 1-8 0,1 6-1 0,4 2 3 0,4 5 1 15,4 5 2-15,5 4 3 0,1 4 4 0,-2 2-1 16,4 2 2-16,-3 2-3 0,-2 0 5 0,0 3-4 16,-1-1 5-16,-4 0-5 0,0-1-25 15,-1-2-20-15,-7-4-64 0,0-1-119 0,-6-3-117 0,0-1-113 16,-2-3-100-16,-1-1-388 0,-5-5-534 0</inkml:trace>
  <inkml:trace contextRef="#ctx0" brushRef="#br0" timeOffset="72480.12">18514 14695 138 0,'4'-9'807'0,"-4"9"-213"0,5-7-92 0,-5 7-55 16,6 4-31-16,-2 6-50 0,1 5-33 0,-1 8-67 16,4 7-14-16,2 9 5 0,0 6-62 0,0 3-15 15,6 11 14-15,0 4-46 0,4 2-19 0,-1 1 13 16,1 1-34-16,-1 2-26 0,3-3-13 0,-1-2-15 15,0 1-9-15,2-4-1 0,-2-3-9 0,-1-2-17 16,2-4-21-16,-5-10-63 0,0-4-43 0,-1-3-82 16,0-3-88-16,-5-6-82 0,-1-7-54 0,-1-1-47 15,-3-5-68-15,-1-4-532 0,-5-9-680 0</inkml:trace>
  <inkml:trace contextRef="#ctx0" brushRef="#br0" timeOffset="72798.97">18929 15280 515 0,'3'-14'662'0,"-2"2"-168"0,2 1-99 0,-2 3-80 0,0 0-71 16,1 0-33-16,-1 2-34 0,0 1-25 0,-1 5-21 15,3-10 18-15,-3 10-10 0,5-8-19 0,-5 8-2 16,0 0-7-16,12 1-20 0,-12-1-18 16,11 9-13-16,-7-1-15 0,0 2-2 0,-2 2-6 0,3 2 9 15,-4 2 12-15,1 3-7 0,-4-2 15 0,2-1-10 16,-1 3 19-16,-1-4 1 0,-1 0 14 0,3-2-1 15,-2-2 4-15,0-2-11 0,2 1-5 0,0-2-2 16,-1-2 7-16,1-6-11 0,1 9-11 0,-1-9-13 16,14-4-2-16,0-4-36 0,4-3 22 0,8-2-30 15,6-5 33-15,2-1-28 0,3-1-7 0,4-2 8 16,10-3 26-16,-1 0-36 0,1 1 31 0,-7 4-34 16,-2 1 27-16,-1 1-28 0,0 1 29 0,-4 1-37 15,-3 3 36-15,-4 2-38 0,-6 3-10 0,-4 0-83 16,-2 2-110-16,-5 3-108 0,-13 3-108 0,15 0-156 15,-15 0-662-15,2 10-863 0</inkml:trace>
  <inkml:trace contextRef="#ctx0" brushRef="#br0" timeOffset="73629.95">24213 14257 497 0,'-2'-11'435'0,"2"1"-75"0,0 1-55 0,-1 0-38 0,0 3-31 0,1 6-19 15,-2-13-54-15,2 13-34 0,-1-10-22 0,1 10-21 16,0-8-11-16,0 8 59 0,0 0-11 0,0 0-26 15,0 6-19-15,3 0-10 0,-1 1-8 0,2 3-22 16,0 1-2-16,2 2-6 0,-1-1-7 0,2 2-6 16,-1-1 0-16,1 3 0 0,0-2 2 0,0 1-21 15,-1 0 11-15,1 1-9 0,-1-1-10 0,0-1-84 16,2-1-50-16,-2 1-108 0,1-1-95 0,0-2-130 16,-2-1-260-16,2-6-242 0</inkml:trace>
  <inkml:trace contextRef="#ctx0" brushRef="#br0" timeOffset="73830.13">24510 14020 134 0,'3'-5'666'0,"-3"5"-162"16,5-6-129-16,-5 6-21 0,0 0-66 0,8 3-37 16,-8-3-45-16,5 10-19 0,-1-2-19 0,-2 1-24 0,3 1-29 15,0 2-24-15,3-1-18 0,0 3-11 0,-1-1-9 16,2 3-14-16,2-1-4 0,1-1-15 0,1 1-49 15,-1-2-127-15,2-1-75 0,0 1-116 16,0-5-135-16,-1-1-316 0,3-3-323 0</inkml:trace>
  <inkml:trace contextRef="#ctx0" brushRef="#br0" timeOffset="74029.88">25057 13862 459 0,'0'0'689'0,"9"-1"-182"0,-9 1-93 0,0 0-82 16,12 1-55-16,-12-1-56 0,11 6-20 0,-6-2-7 16,-1 1-21-16,3-1-21 0,-1 2-26 0,2 0-22 15,-1 0-21-15,0 1-17 0,-1 1-11 0,4 0-24 16,-1 3-26-16,0-1-42 0,0 1-62 0,0 0-76 16,-1 0-60-16,1 0-74 0,0 0-46 0,-2-1-86 15,0-3-332-15,-1 0-291 0</inkml:trace>
  <inkml:trace contextRef="#ctx0" brushRef="#br0" timeOffset="74229.82">25402 13702 180 0,'0'0'695'0,"3"-6"-203"16,-3 6-89-16,0 0-84 0,4-5-33 0,-4 5-72 0,0 0-6 15,0 0-36-15,0 0-21 0,0 0-25 16,10 4-27-16,-10-4-18 0,11 9-12 0,-4-2-14 15,1 1-9-15,-1 3-23 0,3 0-5 0,1 4 3 16,0 1-16-16,1-1-31 0,-1 3-106 0,1-2-49 16,-3 2-70-16,2-3-37 0,-1-1-78 0,-1-4-402 0,0 1-282 15</inkml:trace>
  <inkml:trace contextRef="#ctx0" brushRef="#br0" timeOffset="74430.17">25805 13564 430 0,'5'-13'528'16,"2"2"-121"-16,-5 3-94 0,4-1-59 0,-2 4-43 16,-4 5-3-16,9-3-16 0,-9 3-20 0,9 1-27 0,-9-1-22 15,10 11-30-15,-6-2 4 0,3 1-35 0,0 3 3 16,0 0-26-16,0 2-3 0,2 0-11 0,0 2-5 16,1 1-4-16,-1 0 7 0,0-1-16 15,0-2 2-15,0-1-63 0,0-1-51 0,-1-3-84 0,1 2-77 16,-3-5-79-16,1-1-452 0,-7-6-321 0</inkml:trace>
  <inkml:trace contextRef="#ctx0" brushRef="#br0" timeOffset="74579.8">26153 13527 246 0,'0'0'577'0,"6"-4"-103"16,-6 4-88-16,6 5-36 0,-3 2-35 0,-2 2-53 15,-1 2-44-15,3 3-38 0,-2 0-22 0,0 2-28 16,2 1-11-16,-1 1-29 0,2 0-11 0,0-1-22 15,0 0-16-15,1 0-58 0,-3-1-90 0,2-2-129 16,-1-1-144-16,-2-3-543 0,1-1-495 0</inkml:trace>
  <inkml:trace contextRef="#ctx0" brushRef="#br0" timeOffset="74963.12">25018 12636 466 0,'6'-5'506'0,"2"1"-52"0,-8 4-92 0,20 0-32 16,-6 3-64-16,-1 3-59 0,6 4-44 0,-5 2-25 16,4 2-16-16,-4 3-35 0,0-3-4 0,-3 4-26 15,1 1 5-15,-4 2-14 0,-3 0 4 0,0 0 0 0,-5-1-7 16,-2 2-3-16,-3-1-18 0,-3 2 5 15,-2-3-15-15,-2 0 25 0,-1-2 1 0,-1-3 4 16,-1 0-8-16,-2-3-5 0,3-6-3 0,0-1-2 16,0-3-3-16,0-2-1 0,4-2-8 0,0-3-2 15,-2-3 4-15,4-4-9 0,3-2 4 0,1-1-10 16,3 0 6-16,4-1-8 0,-1 1-2 0,5 1-3 0,2 3 5 16,2 2 1-16,3 2 16 0,3 6 11 15,-2 1 11-15,4 1-4 0,3 6-2 0,-1 4-11 16,4 1-1-16,-1 4 0 0,4 4-7 0,1 2-1 0,-4 2 0 15,0-1-9-15,-4-3-1 0,-2-1-22 0,-2-2-74 16,-2-1-88-16,-2-4-96 0,-1-3-81 0,-4-3-141 16,0-2-373-16,-8-4-425 0</inkml:trace>
  <inkml:trace contextRef="#ctx0" brushRef="#br0" timeOffset="75162.19">25397 12565 196 0,'0'-12'723'0,"-1"4"-162"0,1 8-80 0,0 0-14 0,0 0-44 16,10 11-28-16,-6 3-46 0,1 9-30 0,5 5-28 16,-1 4-60-16,3 6-50 0,3 5-28 0,3 10-34 15,3 1-23-15,0 2-20 0,0 0-8 16,3-1-1-16,-1-1-17 0,0-1 3 0,-1-3-31 0,-2-7 6 16,-1-1-38-16,1-3-32 0,1-4-93 0,-2-2-110 15,-1-3-81-15,-1-5-94 0,-2-4-98 0,-2-7-69 16,-3-3-373-16,1-4-545 0</inkml:trace>
  <inkml:trace contextRef="#ctx0" brushRef="#br0" timeOffset="75545.87">25902 13071 294 0,'0'-13'807'0,"0"2"-191"0,0 3-127 0,0 2-114 16,0 6-75-16,0-14-54 0,0 14-47 0,1-10-24 15,-1 10 24-15,4-9 22 0,-4 9 4 0,10-7-23 16,-5 3-34-16,3-1-33 0,3 2-27 0,-1 1-15 15,1 1-22-15,-11 1-17 0,19 0-8 0,-8 3 8 16,-2 3 14-16,-1 0-1 0,1 3 0 0,-4 3-3 16,1 2 5-16,-4 1 6 0,0 1-10 0,-1 2 3 15,-2-2 33-15,1 1-58 0,-2 0 40 0,2-4-61 16,0 0 41-16,-1-2-52 0,1-1 48 0,3-1-2 16,2-3 50-16,6-4-26 0,3-2 34 0,9-4-48 15,8-5-8-15,11-7-9 0,14-7-6 0,9-9-9 16,12-3-25-16,20-13 16 0,6-4-4 0,5-4 26 15,3-4-42-15,4-2 81 0,4 2-33 0,1 2 20 16,-2 1-45-16,-7 3 29 0,-4 5-35 0,-11 5-8 16,-5 5-5-16,-22 8 1 0,-6 6-4 0,-10 2 1 15,-12 6 1-15,-6 2 2 0,-8 2-1 0,-6 6-4 16,0-2 0-16,-10 2 4 0,-4 4-13 0,-7 3-19 16,0 0-28-16,-7-3-52 0,-6 4-72 0,-6 2-69 15,-9 3-97-15,-4 3-162 0,-11 4-111 0,-6 0-147 16,-8 3-622-16,-3 3-983 0</inkml:trace>
  <inkml:trace contextRef="#ctx0" brushRef="#br0" timeOffset="80896.03">8730 16086 170 0,'-18'5'356'0,"0"0"-72"0,-3 1-8 0,-2 1-61 0,-1 0-19 0,-4 3-25 0,-1-1-12 0,-2 4-17 16,-5 0-18-16,2 1-10 0,-2 0 2 0,5-1 5 16,2 0-16-16,1-3 12 0,1 1-15 0,5-3-8 15,7 0 12-15,-2-2-7 0,6-2-6 0,-1 1-10 16,4-1-15-16,8-4-10 0,0 0-9 0,0 0-14 16,14-3-2-16,3-3 15 0,10-2 1 0,13-6-3 15,15-8-8-15,7-3 0 0,11-3 30 0,2-1 6 16,21-9-1-16,4-4-20 0,6 3 4 0,4-7 2 15,8-1 29-15,6-3-24 0,2 0-2 0,4-2-17 16,3-2 0-16,4-1-15 0,6 1-1 0,4 2-5 0,0-1-4 16,-1 0-3-16,5 0 5 0,3 1-4 15,2-1-3-15,0-2 0 0,0 0-2 0,37-16 5 16,-37 14 12-16,36-15 24 0,-6 0-7 0,-34 12-6 0,2-1-11 16,35-14 6-16,-36 15-12 0,-1-2 1 0,0 4-3 15,-2-2-1-15,-3 0-3 0,-3 3-4 0,-2 1-3 16,-6 1 0-16,-10 5-4 0,-5 2 2 15,-9 4-7-15,-9 4 7 0,-8 3-5 0,-23 10 16 0,-4 2 10 16,-10 3 12-16,-13 5-8 0,-6 2 9 0,-8 5-11 16,-7 0 1-16,-1 2-5 0,-4 1-4 0,-3 1-4 15,-4 3-5-15,-4 0-7 0,-8 3-14 16,0 0-21-16,0 0-57 0,5 5-86 0,-13-1-121 0,-4 5-112 16,-8 3-130-16,-6 4-146 0,-10 2-310 0,-6 0-586 15</inkml:trace>
  <inkml:trace contextRef="#ctx0" brushRef="#br0" timeOffset="81996.02">11250 15066 175 0,'-4'-5'210'0,"0"-1"-32"0,-1 0-6 0,1-2-14 16,-1 1-8-16,-3 0-21 0,2-2-6 0,0-1-14 15,-2-1 1-15,-1 0-17 0,0-2 17 0,0 0-7 16,-4-1 6-16,2-2 13 0,-1 1-5 0,0-1-3 16,-1 0-28-16,0 1 10 0,0-1-14 0,2 0 17 15,-2 1 30-15,0 1-22 0,3 1-18 0,1 2 53 16,1 0-14-16,1 1-1 0,-1 2-13 0,4 1-18 0,-2-1-23 15,2 2-14-15,-1 2-13 0,5 4-11 16,-7-8-8-16,7 8-2 0,0 0 10 0,0 0 54 16,3 12-6-16,2-2 27 0,1 5 31 0,5 2-20 15,4 5-32-15,-1 0-18 0,7 7-12 0,0-1-6 16,0 2 50-16,2-1-14 0,1 1-17 0,0 1-15 16,-1 0-14-16,4 0 37 0,-1 2-24 0,-1 2 5 15,2-2-24-15,-1 2 4 0,-2 0-6 0,3-1-8 0,-3 1 1 16,2 0-11-16,-2-2-5 0,-4 0 2 0,2-2 9 15,0 0-16-15,-3-5 1 0,-4-2 0 0,1-3-4 16,-5-4 2-16,1 0-3 0,-3-4-14 16,1-1-13-16,-4-1-25 0,2-1-35 0,-3 0-66 15,1-3-117-15,-2 0-109 0,0 0-88 0,-4-7-153 0,4 7-471 16,-4-7-705-16</inkml:trace>
  <inkml:trace contextRef="#ctx0" brushRef="#br0" timeOffset="82579.39">11719 15733 393 0,'0'0'495'0,"0"0"-128"0,0 0-47 0,0 0-66 0,0 0-29 16,0 0-5-16,9-3-28 0,-9 3-48 0,0-7-11 15,0 7 21-15,-3-11-11 0,3 11-24 0,-5-10-26 16,0 6-12-16,1-3-18 0,-2 2-14 0,-2-1-5 15,0 3-12-15,-2 0-4 0,1 2-4 0,-5 2 22 16,1 2 55-16,-1 1-14 0,-6 6 25 0,-4 3-16 16,-1 3-9-16,0 7-23 0,-2 2 76 0,3 3-37 15,1 2-21-15,1 3-16 0,7 3 32 0,2 3-19 16,4 0-7-16,5-4-25 0,4 0-2 0,5 1 15 16,5 2 15-16,3-1-5 0,6-5 15 0,1-3-26 15,4-4 31-15,1-4-31 0,1-5 32 0,1-4-37 16,2-3 21-16,-3-6-45 0,2-5-4 0,4-1-4 15,1-6-1-15,6-7-1 0,-1-4 2 0,-3-4-1 16,-1-1-41-16,-2-2 44 0,-6-3-41 0,0-2 30 16,-7-1-2-16,-2 0-3 0,-6-3-7 0,-3 4 2 0,-7-4-4 15,-3 2-6-15,-6-5 3 0,-5 2 0 0,-3 1 4 16,-5 1-3-16,-2 4 4 0,-5 4-2 0,0 2-4 16,-3 4-2-16,5 6 2 0,-5 3-1 0,0 5 1 15,3 5-4-15,2 2 11 0,-2 5 8 0,0 2-8 16,0 6-3-16,5 1 3 0,0 2-1 0,8 3-1 15,2 0 5-15,4 0 1 0,5 2 0 0,3-2 6 16,2 0-4-16,4 1 0 0,7 1-34 0,-1-3 45 16,5 1-40-16,3-3 55 0,2 2-53 0,1-4 43 15,3-2-45-15,0 0 47 0,2-1-43 0,0-2 41 16,-2 4-43-16,1-3 43 0,1 2-42 0,-3 2 40 16,2-2-44-16,-5 4 42 0,0 0-4 0,-1 5-4 15,-1-1-6-15,-3-1-4 0,0 2-2 0,-4-3-1 16,-2 2 2-16,3-3 24 0,-3-1-59 0,-1 0-39 15,0-4-46-15,-1-1-105 0,-2-2-114 0,2-3-103 16,-1-1-86-16,-7-5-112 0,14 0-456 0,-6-4-711 16</inkml:trace>
  <inkml:trace contextRef="#ctx0" brushRef="#br0" timeOffset="82846.03">12162 15980 572 0,'0'0'543'0,"0"-7"-126"0,0 7-94 0,0-7-10 0,0 7-15 15,0 0 5-15,0-8 37 0,0 8-16 0,0 0-42 0,2-8-28 16,-2 8-27-16,0 0-43 0,6-6-39 16,-6 6-30-16,0 0-22 0,14 3-17 0,-14-3-13 15,9 7-1-15,-4-2-11 0,0 2-11 0,0 3 0 16,3 0-11-16,-3 2-6 0,0 2-4 0,-1-2-3 0,1 1-6 16,-1-2-1-16,1-3 1 0,-1 3-4 0,-2-3-1 15,1 1 46-15,1-3 21 0,0-2-2 0,-4-4-8 16,14 2-14-16,-5-6-3 0,4-2-35 0,-1-3 20 15,6-2-26-15,-1-5 21 0,1-3-16 0,0-4-43 16,3-5-67-16,-3 0-107 0,-1-2-103 0,-4 1-85 16,-1 3-69-16,-1-4-138 0,-5 2-491 15,-1 3-711-15</inkml:trace>
  <inkml:trace contextRef="#ctx0" brushRef="#br0" timeOffset="83328.96">9678 15437 264 0,'-10'-14'356'0,"2"-1"-67"0,-2 1-31 0,1 2-24 0,1-1 8 0,-2 2 7 0,1 1 25 0,3 1-68 0,-1 1-31 15,3 1-44-15,-3 1-23 0,7 6-30 0,-8-7 64 16,8 7-24-16,0 0 41 0,-1 13 11 16,5-3-8-16,3 8-34 0,7 9 60 0,3 4-26 15,3 2-31-15,2 5-9 0,6 7 24 0,0-1-33 0,2 0-14 16,-1 0-29-16,-2-1-1 0,-1-7-22 0,-2 1-10 16,0-1-5-16,-1 0-4 0,-2-2-7 0,0-2-3 15,-3 0-3-15,0-2-1 0,-3-6-8 0,-2-2 0 16,-1-3-4-16,-1-2 1 0,-3-2 2 0,1-3-8 15,0-2-2-15,-3-1-24 0,-1-1-148 0,2-2-151 16,-2-1-102-16,-5-5-151 0,9 3-521 0,-9-3-719 16</inkml:trace>
  <inkml:trace contextRef="#ctx0" brushRef="#br0" timeOffset="83929.1">10257 16584 30 0,'0'0'508'0,"0"0"-154"16,0 0-64-16,0 0-47 0,4-5-19 0,-4-1-9 16,1-5-10-16,-2 1-19 0,1-4-32 0,-3-1 5 15,2-2-18-15,-2 0-23 0,-1 1-15 0,-1-1 0 0,-1 0 15 16,0-1-19-16,-3 1-19 0,-2 1-16 0,0 2 10 15,-3 2 4-15,-1 4-17 0,-1 2-2 16,-3 4-1-16,0 2 38 0,-8 5-13 0,-4 6 21 0,-3 8-10 16,-2 4 6-16,3 6 10 0,-3 8-22 15,4 4-3-15,5 3 10 0,7-3-9 0,3 0-21 16,7 5-7-16,5-2-12 0,5-4 5 0,3 3-16 0,8-2 3 16,3-3 43-16,6-2-6 0,5-5 15 0,0-4-2 15,6-5-16-15,2-4 17 0,-2-7-40 0,3-3 20 16,1-7-13-16,1-2-2 0,8-7-33 0,-3-3 25 15,3-8-23-15,-1-2 25 0,3-8-31 0,-3-2-3 0,-8 3-8 16,-4 0 26-16,-5-2-33 0,-5-1 24 0,-2-1-28 16,-7 3 21-16,-5-1-36 0,-3-1 21 0,-5-2-33 15,-7 0 34-15,-2-2-28 0,-7 0 30 16,-4 4-29-16,-5 1 2 0,-2 5 6 0,-1 2 3 0,-3 4 7 16,2 7 1-16,2 2-2 0,0 5-2 0,2 3 30 15,1 3-34-15,-2 1 27 0,4 8-33 0,-2-1 31 16,0 7-27-16,5 1 32 0,2 2-34 0,4 3 30 15,1 2-28-15,7-1 30 0,2-2-27 0,2 1 3 16,5 0 6-16,4 2 0 0,1-3 6 0,4-2 2 16,2 2 1-16,4-3 1 0,0-5-7 0,0-1 0 15,2-2-1-15,1-2 20 0,-1-2-22 0,4-1-5 16,-7 0-4-16,5-2-23 0,-2 0-28 0,-2-1-37 16,1 2-32-16,0-1-56 0,-2 1-29 0,1-1-14 15,-3 2-18-15,2 0-34 0,-2 0-44 0,0-1-29 16,0 2-41-16,-2-2-16 0,-1-1-21 0,2-1-288 0,-14-2-230 15</inkml:trace>
  <inkml:trace contextRef="#ctx0" brushRef="#br0" timeOffset="84111.94">10639 16577 517 0,'0'0'382'0,"4"-9"-58"0,-4 9-10 0,0 0-17 15,6 3 7-15,-1 5 38 0,2 2 13 0,-1 3-19 16,4 3-24-16,2 6 1 0,2 3-60 0,0 0-40 15,5 5-52-15,-1 0-31 0,1 1-29 0,3-1-15 16,-3 1-24-16,4-2-4 0,-1 0-11 0,0-2-11 16,-2-4-9-16,0-3-7 0,-3 0-27 0,5-4-53 15,-7-2-156-15,4-3-154 0,-2 0-174 0,-3-3-650 0,-3-2-804 16</inkml:trace>
  <inkml:trace contextRef="#ctx0" brushRef="#br0" timeOffset="84649.77">12477 14372 82 0,'-8'-19'563'0,"0"2"-99"0,1 3-71 0,-1 0-24 0,4 0-47 0,-2 4-72 0,2 0-46 15,0 2-47-15,-1 0-31 0,5 8-22 0,-5-10 63 16,5 10 15-16,0 0 46 0,0 0-46 0,3 12 66 15,5-1-34-15,3 5-58 0,4 6-28 0,8 6-30 16,2 3 5-16,9 9 19 0,2 4-31 0,1-2 1 16,2 3-35-16,1 2-1 0,0-2-9 0,0 3-13 15,1-4-5-15,-2 4-7 0,-2-3-6 16,1 1 7-16,-1 0-27 0,-2-2 4 0,-1-3-34 0,-1 0-35 16,-3-7-119-16,-2-3-126 0,1-1-84 0,1-3-143 15,-1-3-97-15,-1-2-345 0,-4-8-576 0</inkml:trace>
  <inkml:trace contextRef="#ctx0" brushRef="#br0" timeOffset="85145.12">13743 15388 183 0,'0'0'631'0,"0"0"-158"0,0 0-95 16,4-4-34-16,-4 4-62 0,-4-7-38 0,0 2 10 15,-1-1 2-15,-3 0-18 0,-3-2-5 0,1-1 1 16,-2 0-29-16,-4 0-2 0,2 2-30 0,-3 0-12 15,0 2-37-15,0 0-2 0,-4 2-6 0,3 3-27 16,-4 1-13-16,0 6 13 0,-4 3-9 0,3 4 33 16,-1 4-38-16,2 7 18 0,3 4-14 0,2 5-17 15,4 1-8-15,7-4-10 0,2 4-6 0,4 1-12 0,4-3 7 16,6 5 32-16,3-2 13 0,3-2 2 0,4-5 6 16,3-1-38-16,5-6 40 0,1-3-3 15,-2-4-8-15,2-5-6 0,2-1-11 0,1-6 2 0,-1-1-18 16,-1-4-8-16,6-4-8 0,4-6-1 15,-3-3-9-15,1-2-4 0,-3-5 4 0,-2-3-7 0,-5-4 0 16,-1-3-3-16,-8 0 1 0,0-3-6 0,-7-2-35 16,-5 4 40-16,-3-2-38 0,-6 2 11 0,-5-1 0 15,-4-5 37-15,-6 3-33 0,-2 0 30 0,-7 6-35 16,0 1 37-16,-5 5-40 0,0 2 40 0,1 5-40 16,2 6 42-16,2 5-41 0,2 3 37 0,1 4-35 15,-3 3 37-15,3 4-40 0,-2 7 11 0,4 2 2 16,3 7 38-16,3 1-24 0,3 4 43 0,6 3 8 15,2 1-8-15,7 3 0 0,3 3 1 0,5 3 9 16,5-3-11-16,4 1-10 0,5-2 1 0,5 3-7 16,5-4-4-16,-6-5-4 0,4-1-46 0,1-3 13 15,-1-2-63-15,0-4 7 0,-1 1-94 0,0-4 1 16,-4-6-81-16,0 0-78 0,-2-2-127 0,-6-4-101 16,2-1-30-16,-3-2-105 0,-3-4-551 0,-1-3-844 15</inkml:trace>
  <inkml:trace contextRef="#ctx0" brushRef="#br0" timeOffset="85515.22">14215 15624 63 0,'-4'-15'865'0,"4"2"-188"0,-1 0-132 0,1-2-100 0,0 2-40 0,1-4-15 16,0 1-22-16,4-2-35 0,0-3 18 0,2 0-80 16,1-4-11-16,4 1-21 0,0 1-30 0,1-1-21 0,1 2-26 15,-3 5-28-15,3 1-27 0,-2 3-23 0,-2 2-20 16,0 3-12-16,-1 3-10 0,-9 5-6 15,17-1-8-15,-11 5 0 0,-1 3-13 0,-2 2-6 0,-2 3 33 16,-1 1-44-16,-3 6 35 0,1 2-8 0,-5 1-5 16,2-1-5-16,-3 1-5 0,1 0-1 0,-2-3-5 15,5-2 0-15,-3-2 0 0,2-2-3 16,-1 0-1-16,4-3 2 0,-2-1-3 0,1-2 1 0,3-7 1 16,2 10 4-16,-2-10-2 0,9 3-3 0,-9-3 4 15,16 1-4-15,-4-1 0 0,-1 0 0 0,2 0 1 16,1 0-2-16,0 2 1 0,2-1-3 0,-1 2 3 15,0 0-3-15,-1 2 2 0,2 1-1 0,-4 1 1 16,-1 2-2-16,-2 2 4 0,-3 2-2 0,-2 1 2 16,-4-1-4-16,-5 4 0 0,-3 2 4 0,-6 4-2 15,-8 0 2-15,-6 2-1 0,-4 2-2 0,-13 1-2 16,-6 1-10-16,-9-1-36 0,-6-3-112 0,-7 4-81 16,-6-2-172-16,-6 0-166 0,-21 3-149 0,-5 1-647 15,-4-2-976-15</inkml:trace>
  <inkml:trace contextRef="#ctx0" brushRef="#br0" timeOffset="87162.48">10281 15148 20 0,'-24'8'119'0,"2"0"-19"0,3-1-24 0,1-1-18 0,3 0-5 0,1-3 0 0,2 0-7 16,2-1-14-16,10-2-7 0,-14 3-16 0,14-3-20 15,-12 2-13-15,12-2-26 0,0 0-20 0,-10-3-72 16,10 3 41-16</inkml:trace>
  <inkml:trace contextRef="#ctx0" brushRef="#br0" timeOffset="88428.5">9979 15229 128 0,'0'0'177'0,"-10"3"-29"16,10-3-35-16,-12 2-24 0,12-2-19 0,-11 1-11 15,11-1-7-15,0 0-12 0,-15 0-11 0,15 0-3 16,0 0-6-16,-18 0 1 0,18 0-5 0,0 0 1 15,-18 1-2-15,18-1 2 0,-14 0-2 0,14 0 24 16,-14 1 7-16,14-1 14 0,-15 1 1 0,15-1-2 16,-17 2 2-16,17-2 0 0,-14 1 2 0,14-1-1 15,-15 2-11-15,15-2-10 0,-14 1-3 0,14-1-11 0,-16 2-2 16,16-2-3-16,-14 2 1 0,14-2 7 16,-13 1 11-16,13-1-6 0,-12 2 10 0,12-2-5 15,-12 1-7-15,12-1 9 0,-10 2 10 0,10-2 1 16,0 0-4-16,-10 0 12 0,10 0-3 0,0 0-7 0,0 0 2 15,-12 0-1-15,12 0 14 0,0 0-24 0,0 0 27 16,0 0-27-16,0 0 20 0,4-6-29 0,-4 6 5 16,12-7 1-16,-5 2 39 0,5 1 4 15,-2-3-11-15,5 0-10 0,-1 0-9 0,4-2-4 0,0 0 34 16,1-1-8-16,2 1-11 0,-2-3-14 0,0 4-5 16,3-3-4-16,-3 1 12 0,1-1 11 0,2 0 9 15,-3 1-6-15,3-1-12 0,0 0-14 0,-3 0-5 16,4 1-6-16,-3-1-5 0,2 1 0 0,0-2-10 15,2 1 3-15,0-1-13 0,1 1 12 0,-1-1-12 16,-1 1 8-16,-1 3-10 0,-2-1 10 0,2-1-11 16,-2 2 10-16,1-1-12 0,-1 0 14 0,2 2 18 15,-3-2 12-15,0 0-13 0,2 2 1 0,-3-2-11 16,-2 3 3-16,1 0-12 0,-1-1 11 0,0 0-17 16,2 2 7-16,-3-3-6 0,4 2 10 0,0-2 5 15,-1 1-2-15,1 0 1 0,1-3 8 0,0 3 0 16,-1-2-4-16,2 0-4 0,-2 1-4 0,1 0 1 15,1-3 17-15,-1 3-12 0,0-3 0 0,1 3-1 16,-1-3-4-16,2 2-3 0,-4 0-2 0,3 0-10 0,-2 0 7 16,0 0-5-16,-1 1 5 0,-3 1-9 15,3 1 6-15,-4-2-4 0,3 2 5 0,-3 1-6 16,1-2 4-16,-1 3-7 0,0-2 6 0,0 1-3 16,0-2 5-16,2 4-7 0,-2-1 7 0,0 1-9 0,1-3 6 15,-1 2-8-15,3 1 11 0,-3-2-7 0,0 2 8 16,1-2 9-16,-2 2 12 0,4-2-6 15,-3 2 1-15,1-2-8 0,-1 0 3 0,1 3-11 16,0-3 3-16,0 2-3 0,-1-2 4 0,1 2-8 0,-3 0 3 16,4-1-2-16,-3 0 5 0,4-1-10 15,-2 2 8-15,0-2-6 0,1 1 3 0,0 0-2 16,-3-1 3-16,0 1-8 0,2-1 6 0,-2 2-5 16,1-2 9-16,0 3-9 0,-1-2 6 0,0-1-8 0,2 2 9 15,-1-1-7-15,-2 1 8 0,2-1-10 0,-3 1 8 16,2 0-6-16,0-1 7 0,-2 1-6 0,3-1 7 15,-1 0-3-15,2 1-1 0,-2-1 2 0,0 1-3 16,1-1 2-16,1 1-2 0,-2 0 3 0,0 0-3 16,2-2 4-16,-2 1 11 0,1 2-5 0,-2 0-1 15,0-2-3-15,1 0 0 0,-1 1-1 0,0-2-1 16,1 4-1-16,-1-3 2 0,2-1-2 0,-3 1 1 16,3-1 11-16,-1 2-1 0,-2 0-5 0,1-1 1 15,0 0 1-15,-1 1-7 0,1 0 0 0,0-2-2 16,0 1 0-16,-2 0 1 0,1 2-1 0,0-2 0 15,-1 1-2-15,0 0-1 0,-1-1 3 0,0 1-3 16,0 1 2-16,0-2 0 0,-9 4-2 0,14-5 4 16,-14 5-3-16,15-6-2 0,-15 6 1 0,16-5 1 15,-10 2-1-15,3-1 0 0,-1 0-1 0,0 2 6 0,-1-1-6 16,1 0 0-16,-8 3 1 0,13-6-1 16,-13 6 1-16,14-7 1 0,-14 7 3 0,10-5-4 15,-10 5 0-15,10-3 1 0,-10 3-1 0,10-5 1 16,-10 5-1-16,9-4 0 0,-9 4 4 0,8-3-3 0,-8 3-1 15,0 0 0-15,9-5 0 0,-9 5 0 0,0 0 3 16,7-2-3-16,-7 2-1 0,0 0 1 0,8-5 0 16,-8 5 1-16,0 0-3 0,9-7 4 15,-9 7-2-15,4-3 4 0,-4 3-4 0,8-5 1 0,-8 5-2 16,5-3 3-16,-5 3-1 0,0 0 6 0,6-8 8 16,-6 8-8-16,0 0 1 0,4-3-2 0,-4 3 0 15,0 0 0-15,0 0-3 0,5-5-1 0,-5 5 6 16,0 0-6-16,0 0 1 0,0 0-3 0,0 0 4 15,4-3-4-15,-4 3 2 0,0 0 4 0,0 0-6 16,0 0 0-16,0 0 0 0,0 0-1 0,0 0-3 16,0 0 4-16,0 0-2 0,0 0 3 0,0 0-2 15,0 0 1-15,0 0 0 0,9 6 25 0,-9-6 4 16,6 13 24-16,-2-5-24 0,1 2 35 0,3 0-42 16,1 3 28-16,-2-1-40 0,5 3 31 0,1 0-42 15,0 4-1-15,2 0-6 0,0 2-56 0,3 4-105 16,-1 4-225-16,-1 5-284 0,-3 3-711 0,0 1-990 15</inkml:trace>
  <inkml:trace contextRef="#ctx0" brushRef="#br0" timeOffset="89849.66">7985 16492 54 0,'0'0'153'0,"-13"2"-23"0,13-2-47 0,-13 3-5 16,13-3-21-16,-10 2 8 0,10-2-17 15,-13 3 37-15,13-3-12 0,-13 2 7 0,13-2-17 0,-15 2 4 16,15-2-21-16,-18 0 22 0,9 3-27 0,-1-1 10 16,-3-1-5-16,1 2 15 0,0-1-21 0,-1 2 10 15,-4-2-9-15,3 1-16 0,-2 2 11 0,2-1 24 16,-3-1-2-16,4 1-10 0,-1-2 14 0,3 2 6 15,-1-1-1-15,2 0 18 0,1-2-11 0,9-1-3 16,-16 4-8-16,16-4-10 0,-11 2 3 0,11-2-13 16,0 0-8-16,-14-1-4 0,14 1-4 0,0 0 1 15,5-8 7-15,2 4-1 0,3-4-4 0,1 1 0 16,6-3-1-16,3-1-2 0,7-2-4 0,6-3-8 16,5-2 4-16,4-1 1 0,10-4 4 0,3-4 8 15,4-2 7-15,2-1-13 0,3-2 22 0,4-3-3 0,3-1 1 16,19-8-14-16,-3 0-12 0,2 0 10 0,-2-2-18 15,-14 13 2-15,0-2-8 0,-7 6 9 16,-1 1-12-16,-3 3 6 0,-5 6-15 0,-12 5-2 16,0-1-74-16,-6 5-56 0,-7 2-86 0,-5 3-62 0,-4 1-60 15,-5 3-298-15,-4 1-154 0</inkml:trace>
  <inkml:trace contextRef="#ctx0" brushRef="#br0" timeOffset="90151.82">7607 16461 335 0,'-11'-6'299'0,"1"-1"-31"0,2 2-28 0,2 1-44 0,-1-1-40 0,7 5-36 0,-9-5-19 0,9 5-8 15,0 0 16-15,0 0-2 0,0 0 21 0,7 13-9 16,-1 0 27-16,7 6-31 0,2 7 19 0,6 7-16 16,0 4-20-16,8 8-7 0,-1 6-28 0,1 1-12 15,3 5-11-15,-1 1 3 0,-1 1-19 0,1-1 4 16,1 1-21-16,-1-1 15 0,-2-2-15 0,2 0 8 16,-3-4-17-16,0-2-12 0,0 0-28 0,-4-5-88 15,-2-8-153-15,-3-2-122 0,-1-2-356 0,-4-8-274 0</inkml:trace>
  <inkml:trace contextRef="#ctx0" brushRef="#br0" timeOffset="90679.78">7953 17535 520 0,'-7'8'476'0,"5"3"-104"0,-1-2-75 0,3 4-29 16,3 1-63-16,-1 2-35 0,2 1-47 0,1 2-16 15,3-1-32-15,-1 1-8 0,1 0-25 0,1-2 5 0,1-2-9 16,-2-2-10-16,0 2-8 0,-2-3 2 16,2-1-8-16,-3-3-2 0,0 1 1 0,-1-2 5 15,-4-7 17-15,4 9-10 0,-4-9-2 0,0 0 0 16,0 0-19-16,-12-1 23 0,6-4-29 0,-6-4 12 16,-2-3-11-16,-2 0 9 0,-4-5-13 0,-3-1 18 0,-5-4-10 15,0 2-5-15,-3-3 4 0,2 2-4 0,-2 0 0 16,2 0 3-16,6 7 3 0,5 3 3 0,2-2-4 15,0 3-1-15,2 2-6 0,5 1 5 0,3 0-3 16,-1 2 3-16,7 5 3 0,0-10-5 0,0 10 0 0,7-7 6 16,-1 4-3-16,3-1 14 0,5 2-20 15,-1-3 16-15,2 1-15 0,2 1 14 0,-2-1-17 0,2-1 20 16,-2-1-17-16,-2 2 11 0,2-2-8 0,-2-1 11 16,1 2-8-16,-5-3 3 0,0 2-11 0,-1-2 7 15,-1-1-8-15,-4 1 15 0,-1-2-11 0,0 1 8 16,-2-2-9-16,-3 2 10 0,0-2-7 0,1 0 3 0,-4 0-12 15,-1 0 16-15,2 1-5 0,-1 0 7 16,1 2-14-16,-2 0 17 0,2 2-20 0,3 0 12 0,2 6-10 16,-4-6 16-16,4 6-16 0,0 0 14 0,6 6-14 15,3 1 11-15,1 3-9 0,3 2 9 0,5 1-14 16,5 3 29-16,-1 2-25 0,2-1 21 0,4 3-24 16,-2-2-4-16,-1-1 10 0,1-1 2 0,-2 2-3 15,0 0-5-15,1-2 4 0,-2 0-11 0,-3-1-75 16,-1 0-103-16,-1-5-120 0,-4 2-58 0,0-4-330 0,-1 0-209 15</inkml:trace>
  <inkml:trace contextRef="#ctx0" brushRef="#br0" timeOffset="90828.89">8291 17462 443 0,'0'0'366'0,"0"0"-33"0,0 0-35 0,0 0-51 0,8 8-20 0,-8-8-34 0,6 11-35 0,-1-5-37 16,-1 1-23-16,1-1-23 0,1 0-10 15,1 4-10-15,-2-3-14 0,3 1-4 0,-3-2-13 0,4 2-16 16,-2-1-82-16,0 0-129 0,-2-3-138 0,3 0-346 16,-8-4-196-16</inkml:trace>
  <inkml:trace contextRef="#ctx0" brushRef="#br0" timeOffset="91212.68">8309 17345 265 0,'0'0'410'15,"-10"-3"-78"-15,10 3-40 0,-9-3-26 0,9 3-23 16,-9-2-33-16,9 2-30 0,0 0-34 0,-8-4-27 16,8 4-36-16,0 0 0 0,0 0-26 0,-5-4-4 0,5 4-13 15,0 0-2-15,17 0-15 0,-8 2 3 16,2 1-17-16,5 2 5 0,0 3 1 0,2 0-9 0,3 2 2 16,-1-1-9-16,-2 2 4 0,4-2-2 0,-3 2 3 15,-1-1-5-15,-2-1 8 0,-2-2-11 0,-1 1 3 16,-1-4 2-16,-2 2 5 0,-1-1 4 0,-2-1 23 15,0 0-4-15,-7-4 1 0,10 3-7 0,-10-3-1 16,0 0-4-16,4-3 9 0,-4 3-19 0,-4-10 5 16,0 1-12-16,0 3 16 0,-1-5-15 0,-1-2 9 0,-3 2-17 15,0-4 18-15,3 2-11 0,-2 1 8 16,-1 0-14-16,4 1 13 0,1 2-14 0,0-1 14 0,3 2-16 16,1 8 15-16,1-10-14 0,-1 10 21 0,12-6-20 15,-12 6 28-15,23 0-17 0,-5 2 23 0,0 1-26 16,5 0 19-16,1 2-8 0,0-2 21 0,2 2-24 15,-2 1 19-15,0-3-27 0,0 0-3 0,-3-2-67 16,-1 0-82-16,1-1-151 0,-4-2-190 0,-2-2-256 16,-2-3-258-16</inkml:trace>
  <inkml:trace contextRef="#ctx0" brushRef="#br0" timeOffset="92945.53">14101 14197 331 0,'-10'0'272'0,"10"0"-49"0,0 0-33 0,-14 0-11 0,14 0-41 0,-9-3 8 0,9 3-28 16,-7-3 10-16,7 3-2 0,-8-5-12 0,8 5 3 16,-7-5 6-16,7 5-19 0,-6-4-17 0,6 4-8 15,-6-5-18-15,6 5-7 0,-7-4-9 0,7 4-10 16,-6-4-4-16,6 4 1 0,-7-5-1 0,7 5 8 0,-8-3 1 16,8 3-5-16,-6-4 2 0,6 4 20 15,-9-4 0-15,9 4 11 0,0 0 1 0,-8-4-6 16,8 4-7-16,0 0-12 0,-2-7-9 0,2 7-11 15,6-14-2-15,2 7-1 0,3-2-4 0,6-4-6 0,5-1 2 16,7-5-3-16,6-2 2 0,2 0 3 0,4-3-6 16,9-3 8-16,3-4-13 0,5 2 18 15,2-1 18-15,1 0-2 0,0 0-1 0,2 1 13 16,-2-1 35-16,1 1 4 0,-5 1-11 0,-3 0-16 0,0 3-7 16,-12 4-15-16,-4 2-5 0,-1 3-9 0,-9 1 0 15,-2 3-14-15,-6 1 4 0,1 2-8 0,-3 2 2 16,-4 0-6-16,0 0 2 0,-3 1-12 0,0 2 12 15,-1-1-5-15,-3 2 2 0,1-2-11 0,-8 5-8 16,13-5-65-16,-13 5-44 0,11-4-22 0,-11 4-46 16,8-4 8-16,-8 4-11 0,0 0 34 0,14-2-2 15,-14 2 8-15,0 0 23 0,9 2 18 0,-9-2 29 16,0 0 17-16,5 4 14 0,-5-4 12 0,0 0 6 16,0 0 8-16,5 4 4 0,-5-4 2 0,0 0 13 15,0 0 7-15,4 8 8 0,-4-8 32 0,8 6 30 16,-8-6 32-16,9 12 9 0,0-2 44 0,2 2-5 15,3 4 14-15,7 4-17 0,3 7 35 0,7 5 34 16,8 7-41-16,2 5-25 0,0 4 15 0,4 1-21 16,0 2-27-16,-1 0-14 0,-2 0-14 0,2 0 22 15,-3-3-13-15,-4-1-2 0,0-2-21 0,-4-7-10 16,-6-5-7-16,-3-3 4 0,-1-4-9 0,-6-5-10 16,-3-3 1-16,-1-4-8 0,-2-2-1 0,-3-2 19 15,-2 0-8-15,-2-4-7 0,-4-6-10 0,0 0-7 0,0 0 4 16,0 0-9-16,-9-5 18 0,-2-6-22 15,-4-2 17-15,-2-4-27 0,-4-5 25 0,-3-3-29 16,-3-9 17-16,0 0-23 0,-5-9 28 0,2-1-29 16,0-1 27-16,2 0-27 0,6 9 1 0,1-1 16 0,3 3-2 15,1 5-8-15,6 4 1 0,0 4-1 16,5 3 3-16,1 3 0 0,1 2-1 0,3 2-2 0,3 2 3 16,1 2-1-16,3 1-1 0,3 1 1 15,3 4 0-15,-1-1 10 0,3 2-9 0,5 2 2 0,1 1-1 16,-2 0-3-16,2-1 5 0,0 0-4 0,0 1 2 15,0-2 2-15,-2 2-4 0,1-3 2 0,0 0 2 16,-1-3-1-16,-1 1 1 0,-2-1 5 0,-1-3-3 16,0-2 7-16,-2 2-11 0,-3-4 7 0,-2 0-9 15,1-3 2-15,-3 1-5 0,-2-2 5 0,-2-2 2 16,-1-2-4-16,-1 2 5 0,-1-2-4 0,-3 0-1 16,3 2 23-16,-1 0-25 0,-1 2 30 0,2 3-34 15,-1-1 22-15,3 3-28 0,-2 0 24 0,2 2-23 16,0 7 25-16,2-6-26 0,-2 6 28 0,0 0-30 15,16 4 3-15,-6 0 1 0,3 2-2 0,3 2-1 16,2 0 2-16,4 0 3 0,-1 1-5 0,4-1-5 16,-1-1-4-16,4 0-7 0,-1 0-6 0,0-4-6 15,0 2-15-15,1-4 0 0,0 1 12 0,-1-5-33 16,-3 0 13-16,2-2 8 0,-3 1 16 0,-2-3 5 16,-4-1 11-16,1-1 2 0,-7-1 7 0,0-1 0 15,-1 0 8-15,-4-1 2 0,-3 1 1 0,-2-1-1 16,-2 0 7-16,-2 0-3 0,-2-1 6 0,-1 1 3 15,-4 2 8-15,-1 0-4 0,1 0 5 0,-3 2-8 0,2 1 8 16,-3 2-11-16,2 2 4 0,1 1-6 16,-2 2 5-16,0 3-8 0,-1 0 7 0,1 5-8 15,2 0 6-15,-2 2 14 0,4 0 5 0,1 2-6 16,2 2 12-16,1 1-8 0,1 1-2 0,3-2-2 0,1 0 3 16,1 0-4-16,4 0-5 0,-1-2 2 0,4-1-5 15,-1 0 2-15,1-4-5 0,1-1 2 0,1-1-3 16,0-2 3-16,1 0-3 0,-11-3-2 0,20 0-1 15,-11-3 11-15,1 0-13 0,-1 0 9 0,-2-2-9 16,-1-1 4-16,2 1-3 0,-3-1 8 0,1 1-10 16,-1-1 7-16,2 1-8 0,0 0 5 0,-2 1-7 15,3 1 9-15,0-1-13 0,3 2 12 0,-2 1-9 16,4 0 9-16,2 1-10 0,-2 0 11 0,4 0-8 16,-2 0 9-16,4 0-10 0,2 0 13 0,-2-1-10 15,1-1-12-15,-3 0-23 0,2-1-32 0,0 1-49 16,-3-2-47-16,0-1-53 0,-3-1-70 0,1-1 2 15,-4 0-39-15,-2-1-20 0,-3 1-14 0,3-3 0 16,-5 1-39-16,0-3-274 0,0 0-180 0</inkml:trace>
  <inkml:trace contextRef="#ctx0" brushRef="#br0" timeOffset="93212.02">16773 13311 359 0,'-6'-9'513'0,"2"1"-70"0,2 3-123 0,-1-1-45 0,3 6-77 16,-4-8 3-16,4 8-47 0,0 0 13 0,0 0-28 15,0 0 13-15,18 2-18 0,-10 1 16 0,3 3-19 0,3-2-8 16,0 1-17-16,4-2-16 0,0 2-21 0,1 0-11 15,-2-4-13-15,2 2-4 0,0-3-9 16,-1 0-7-16,0-3 14 0,-3-1-7 0,2-3-1 16,-4 0-9-16,1-1 1 0,-4-3-7 0,-2-1-1 0,-1 0-3 15,-3-1 2-15,-3 0-5 0,-2 0 1 0,1 1-2 16,-4-2 5-16,-2 0 6 0,0 3 19 16,-1 0 7-16,-2 4-6 0,0 3 0 0,9 4 25 15,-14 1 7-15,5 7-9 0,2 5-4 0,0 7-4 0,1 8-5 16,1 7-7-16,2 1-5 0,2 9-14 0,1 2-8 15,1 2-15-15,3-2-19 0,0 3-42 0,2-1-39 16,-2-2-59-16,4-3-47 0,-3-1-70 16,0-2-52-16,-2-6-117 0,-2-4-563 0,-1-4-613 0</inkml:trace>
  <inkml:trace contextRef="#ctx0" brushRef="#br0" timeOffset="93728.99">14081 13576 145 0,'-30'-22'420'0,"1"1"-88"0,2-3-13 0,8 5-25 16,0 1-2-16,4 2-59 0,4 1 12 0,2 4-59 0,4-1 4 16,1 2-5-16,4 3 2 0,3 0-18 0,-3 7 12 15,11-5 25-15,1 6 14 0,2 3-18 16,5 6-13-16,4 5-11 0,9 7 1 0,2 5-22 0,9 9 7 16,0 6-20-16,4 7 17 0,2 6-17 0,12 16-9 15,3 4 46-15,-1 2-44 0,1 3 38 0,-1 0-71 16,0-2 52-16,1 0-59 0,-3 1-39 0,1-3 14 15,-5 0 15-15,1-3-51 0,-12-13 31 0,0-1-52 16,-2-3 26-16,-1-2-82 0,-1-4-4 0,-6-4-112 16,-3-3-45-16,-8-13-68 0,-4 0-105 0,-3-7-108 15,-8-2-82-15,-2-3-184 0,-7-3-446 0,-2-2-805 16</inkml:trace>
  <inkml:trace contextRef="#ctx0" brushRef="#br0" timeOffset="94462">8395 15809 476 0,'-18'-10'383'0,"0"1"-53"0,5 0-45 0,2 2-22 16,-1-1-40-16,2 3-11 0,1 0-47 0,0 1-23 0,0-2-37 16,4 1-13-16,5 5-31 0,-10-4 55 0,10 4 28 15,-3 8 35-15,8 1 27 0,3 9 3 0,6 6-19 16,8 10 11-16,8 15-25 0,9 7 19 16,4 7-37-16,15 16 12 0,3 5-38 0,4 1-18 0,3 0-6 15,1-1 12-15,0-1-41 0,-1-2-11 0,-3-4 24 16,-4-4-47-16,-1-4 31 0,-12-13-18 0,-1-4 25 15,-6 0-49-15,0-5 22 0,-2-2-55 0,-7-3-11 16,-5-8-66-16,-4-5-54 0,-6-5-93 0,-2-3-131 0,-4-4-120 16,-3-4-184-16,-5-3-546 0,-2-5-813 15</inkml:trace>
  <inkml:trace contextRef="#ctx0" brushRef="#br0" timeOffset="95578.22">8156 14812 257 0,'-3'-18'545'0,"1"1"-109"0,-2-1-69 0,-4-1-44 0,2 0-19 0,-3-1-29 0,-3 1-28 0,-2-3-32 15,-1 3-8-15,-3 0-4 0,-5 1-5 0,0 3-17 16,-1 0-4-16,-6 6-2 0,1 2-9 0,-2 4-29 0,-3 5-25 16,-11 6-18-16,3 8 21 0,-9 8-8 15,1 8-9-15,4 7 3 0,2 3 19 0,6 9-42 16,4 3 9-16,7 4-20 0,6 1 49 0,9 2-37 0,8-7-3 16,5 0 33-16,7-1-66 0,8 4 47 0,5-3-45 15,3-9 52-15,8-3-2 0,0-12-4 0,4-5-8 16,2-6-9-16,3-5-14 0,2-6 0 15,-3-6-11-15,0-4-11 0,4-8-41 0,1-6 36 0,-3-4-47 16,-1-3 3-16,3-8-7 0,-12 4-2 0,-4-4 38 16,-5-1-47-16,-7-2 30 0,-3-2-48 0,-8 2 38 15,-5 1-64-15,-2-3 36 0,-10-5-40 16,-3 1 61-16,-7-1-47 0,-6-3 58 0,-7 3-48 0,-2 3 56 16,-1 4-42-16,2 7 10 0,-1 4 1 0,1 6 8 15,3 3 3-15,4 4 3 0,4 5 1 0,4 2 0 16,2 4 2-16,2 5 45 0,0 5-50 0,3 1 46 15,4 7-50-15,4 2 49 0,3 2-37 0,3 1 50 16,5-1-46-16,5 5 45 0,3-2-50 0,8 2 57 16,-1-2-53-16,6-3 46 0,-1-1-48 0,1-3 49 15,-2-3-50-15,3-3 47 0,0 0-54 0,-2-2 50 16,2 0-51-16,-4-3 49 0,-1 0-47 0,1-2 40 16,1 3-43-16,-2-1 44 0,-2 2-50 0,5 2 8 15,-1 2 3-15,-1 3 5 0,-1-1 2 0,-1 1 0 0,1 0-2 16,-4 1 0-16,1-1 1 0,-1-3 1 0,-4-1-6 15,-1-2-50-15,1-2-48 0,-4-1-92 16,2-4-126-16,-3 0-114 0,-9-4-144 0,15-1-137 16,-9-2-465-16,2-2-797 0</inkml:trace>
  <inkml:trace contextRef="#ctx0" brushRef="#br0" timeOffset="95778.98">8424 14874 752 0,'0'0'939'0,"0"0"-194"0,14-1-161 0,-14 1-109 0,0 0-41 0,13 3-71 16,-13-3-55-16,14 7 1 0,-9-2-90 0,4 0 3 15,1 6-82-15,-1 0 14 0,0 1-76 0,4 2 33 16,0 3-69-16,-2-1 34 0,3 0-63 0,-1-1-15 16,1 2-42-16,0-2-49 0,0 0-130 0,0-2-149 15,-1-3-99-15,0 0-145 0,-2-4-697 0,1-1-916 16</inkml:trace>
  <inkml:trace contextRef="#ctx0" brushRef="#br0" timeOffset="96195.53">8450 14555 289 0,'0'0'674'0,"0"0"-154"0,0 0-56 0,0 0-40 15,0 0-51-15,0 0-28 0,0 0-41 0,0 0-24 16,-2-7-13-16,2 7-19 0,7-13-27 0,-2 4-28 16,1-3-32-16,3-3-34 0,5-1-27 0,-2-1-15 15,6-2-2-15,-2 1-36 0,5-1-5 0,-3 0-59 16,2 0-73-16,-1 0-95 0,-1 2-110 0,-3 2-75 15,0 0-90-15,-3 2-111 0,-3 0-446 0,-1 2-624 16</inkml:trace>
  <inkml:trace contextRef="#ctx0" brushRef="#br0" timeOffset="96446.45">8562 13914 589 0,'-9'-15'627'0,"0"2"-97"16,2 0-18-16,0 2-51 0,1 2-42 0,1 0-64 15,-2 1-46-15,4 1-44 0,-3 1-46 0,4-1-46 16,2 7 6-16,0 0-2 0,0 0-28 0,4 7-17 16,2 5-23-16,8 2-23 0,3 7-17 0,7 6 18 15,3 0-48-15,2 3 29 0,3 1-52 0,-1-1 33 16,2 2-44-16,4 4 33 0,-5-7-40 0,-1 0-12 0,-2-2-70 15,-2-1-118-15,1-2-130 0,-6-5-95 16,-3 1-106-16,-2-5-102 0,-3-1-437 0,-3-5-688 0</inkml:trace>
  <inkml:trace contextRef="#ctx0" brushRef="#br0" timeOffset="96595.1">8956 14105 43 0,'-4'-11'737'16,"0"3"-186"-16,2 2-127 0,-1 0-81 0,1 0-40 15,2 6-61-15,-3-10-52 0,3 10-38 0,-4-9-32 16,4 9-38-16,0-12-85 0,3 5-69 0,-2 1-121 16,0 0-110-16,2 0-163 0,-2-3-214 0,2 0-189 15</inkml:trace>
  <inkml:trace contextRef="#ctx0" brushRef="#br0" timeOffset="96928.22">8988 13690 442 0,'0'0'575'0,"-6"-12"-149"0,6 12-46 0,-7-7-50 16,7 7-34-16,-8-5-48 0,8 5-13 0,-10-1-28 16,10 1-19-16,-14 1-29 0,14-1-30 0,-13 7-24 15,4-3-23-15,2 2-12 0,-1 1-15 0,-1 0-9 16,1 3-11-16,1 1-5 0,-1-1-6 0,4 3-7 16,-1-1-7-16,1 1 3 0,3-2-8 0,1-1-2 15,1 2-4-15,2-3 4 0,1-1-2 0,2 0-1 0,2 0-3 16,2-4 5-16,0 0-2 0,3-1 5 15,2-2-5-15,1 0 2 0,3-1-3 0,0 0 0 16,0 0 3-16,0 0 0 0,3 0-1 0,-3 0-1 16,0 1 1-16,-1 1 1 0,1 1-3 0,-1 1 2 0,0 2-2 15,-1-2 2-15,-3 4 0 0,-2 2 2 16,0-2-3-16,-3 3 1 0,0 3-6 0,-4-2 5 16,-1 1 0-16,-3 1-4 0,-1 0 2 0,-2-3-1 0,-2 3-10 15,0 0-62-15,-5-3-85 0,1-2-78 0,-2 2-84 16,-1-6-96-16,-3 0-490 0,1-4-473 0</inkml:trace>
  <inkml:trace contextRef="#ctx0" brushRef="#br0" timeOffset="97095.16">8902 13762 432 0,'-2'-18'532'0,"-1"2"-122"0,3 0-33 16,0-1-87-16,0 0-16 0,3-1-76 0,-2-1-26 15,3 2-21-15,-2-2-22 0,5 0-21 0,0-3-20 16,0 3-20-16,-1 0-9 0,3 1-16 0,1 0-36 15,-1 2-68-15,0 3-23 0,0 1-73 0,-1 2-45 16,-1 2 9-16,1 2-4 0,1 3-10 0,-9 3-37 16,13-1-32-16,-13 1-261 0,13 5-42 0</inkml:trace>
  <inkml:trace contextRef="#ctx0" brushRef="#br0" timeOffset="97478.65">9178 13554 385 0,'9'5'442'0,"1"0"-60"0,-1 0-30 16,2 1-39-16,1 0-1 0,-3 2-43 0,4 0-5 15,0-2-9-15,-3 3-20 0,3 0-20 0,-3 0-36 0,2 0-27 16,-1-1-32-16,-1 2-21 0,-2-2-19 0,2 0-14 16,-1 1-16-16,-4-4-9 0,3 2-9 15,-3 0-10-15,1-1-8 0,-3-1-2 0,-2 1-8 16,-1-6-44-16,-1 9-38 0,1-9-23 0,-9 9-25 0,9-9-4 16,-13 4 7-16,13-4 12 0,-20 0 12 0,8-1 19 15,-6-2 13-15,3-2 10 0,-5-2-8 0,-1 1 35 16,-2-4-38-16,-2-3 15 0,-2-2-21 15,1 0 18-15,-3-6-21 0,-2 1-2 0,4-4 13 0,3 1 15 16,0-1 13-16,3 4 6 0,6-2 7 0,1 5 8 16,4 0 7-16,1-1 6 0,1 4 0 0,3 2 23 15,1 0 3-15,0 1 0 0,4 2-1 0,0 1-7 16,0-1-3-16,0 1-2 0,3 1-5 0,-1 2 5 16,2 0-2-16,-4 5-2 0,9-7-6 0,-9 7 1 15,10-3-11-15,-10 3-6 0,0 0 1 0,13 0-5 16,-13 0 8-16,10 3 1 0,-10-3 1 0,0 0-4 15,8 3 0-15,-8-3-2 0,0 0 4 0,8 4 9 16,-8-4 3-16,0 0-1 0,0 0 2 0,0 0-13 16,0 0-41-16,7-2-56 0,-7 2-63 0,5-7-85 15,-5 7-337-15,7-9-109 0</inkml:trace>
  <inkml:trace contextRef="#ctx0" brushRef="#br0" timeOffset="97862.43">9003 13551 550 0,'0'0'429'0,"-10"4"-30"0,10-4-82 0,-12 3-11 0,12-3-51 0,-10-1-25 0,10 1-56 0,-6-7-35 0,3 1-16 15,2-2-5-15,1-1-12 0,1-2-17 0,2-1-15 16,1-3-11-16,2-3-7 0,3-1-19 0,1-2-6 15,3-2-4-15,2 0-4 0,-2-1-6 0,2 2-14 16,1 1-22-16,-2 5-3 0,-4 1-64 0,3 3-13 16,-4 1-60-16,0 4-34 0,-2 1-42 0,1 2-15 15,-8 4-44-15,11 3-91 0,-5 1-184 0,-3 3-85 16</inkml:trace>
  <inkml:trace contextRef="#ctx0" brushRef="#br0" timeOffset="98013.87">9220 13716 218 0,'7'11'474'0,"-2"-4"-68"16,1-1-81-16,-6-6-34 0,13 6-46 0,-13-6-44 16,19-2-36-16,-7-2-35 0,3 0-26 0,-1-4-45 15,4-2 7-15,-1-4-25 0,3-1 12 0,-1-2-35 16,-1-1 14-16,1 0-60 0,-1-2-40 0,-4-1-85 16,-2 3-54-16,-1-2-54 0,-2-1-54 0,-2 0-244 15,-2-3-77-15</inkml:trace>
  <inkml:trace contextRef="#ctx0" brushRef="#br0" timeOffset="98844.76">9454 13241 517 0,'-9'-13'444'0,"-1"4"-36"0,1 0-83 0,1 2-5 16,1 1-71-16,-3 2-5 0,3 1-35 0,7 3-5 15,-19 3-5-15,10 1 13 0,-1 7 3 0,0 2-18 16,1 3 6-16,2 4-33 0,2 2 13 0,1 2-33 16,4 3-19-16,3 0-30 0,3 3-9 0,2 2-16 15,7 1-12-15,1-2-12 0,4-3 2 0,2-3 4 0,-3-4-9 16,5-3-4-16,2-3-4 0,-1-3-1 0,1 0 7 15,1-8 4-15,0 0-11 0,-2-4-4 0,3-4-5 16,3-3-5-16,-3-4 5 0,0-2-6 0,1-6-5 16,-2-4 3-16,-5 0-11 0,0-5-3 0,-8 2-3 15,-1-2-1-15,-4-2-3 0,-5-3-9 0,-3 0 3 16,-2-2-3-16,-3 1 1 0,-7-5 2 0,-1 0 4 16,-4 3-3-16,-3 2 0 0,-1 3 2 0,-3 1 0 15,-2 7-3-15,0 0-2 0,2 9 2 0,-3 1 3 16,3 4 2-16,-1 4-7 0,1 4 5 0,2 2-3 15,-3 7 6-15,-1 2-4 0,2 5 1 0,2 3-2 16,2 1-1-16,5 3 1 0,3-2 10 0,4 0-11 16,6 1-1-16,2-2-3 0,4 2 6 0,7 0 1 15,3 1 41-15,4-2-45 0,4-2 27 0,8 1-34 16,5-1 34-16,-2-2-35 0,3-3 30 0,0 1-36 16,2 0 36-16,-2-2-33 0,0 1 2 0,-7 0 2 15,1-2-2-15,-3 3-4 0,0-1-6 0,-2 3-8 16,-2-3-7-16,-1 3-36 0,0-1-20 0,-6-1-28 15,-1 0-19-15,-1-2-15 0,-2 1 0 0,-2-2-2 0,-1-1-4 16,0-2-18-16,-1 2-8 0,-2-2-7 0,-1-2 10 16,0-1 22-16,1-2 29 0,-1 0 8 15,-6-3 46-15,12 5 1 0,-12-5 49 0,12 3 7 16,-12-3 68-16,11 0 14 0,-11 0 52 0,0 0 17 0,14 1 28 16,-14-1-12-16,0 0-15 0,9-1 16 15,-9 1-23-15,0 0-15 0,2-8-16 0,-2 8-20 0,-1-9-12 16,-2 4-14-16,-2-3-6 0,0 0-13 0,-4-4 1 15,0-1-12-15,-6-4 4 0,0-2-6 0,-5-4 4 16,-1-4-6-16,-5-2 3 0,2-1 5 0,-3-4 7 16,0 1-14-16,-5-9 6 0,3 1-7 0,2 3-1 15,5 1 3-15,-1 1-5 0,4 0 8 0,1-1-7 16,2 2 4-16,3 0-3 0,5 7 0 0,-1 1-6 16,7 4 8-16,-1 2-3 0,4 4 6 0,3-1-8 15,0 3 5-15,5 1-4 0,0 4-2 0,1 2-3 16,0 4 3-16,1 4-7 0,-1 1 9 0,1 6-7 15,1 1 1-15,-2 4-1 0,4 2-1 0,-5 4 13 16,0 2-17-16,1 4 7 0,-2 2-2 0,-2 2 0 16,-1-3 0-16,2 0 8 0,-5 0-4 0,2-1 6 15,-1-1-10-15,-1 0 15 0,2-3-1 0,-1 1 13 16,1-4-2-16,-2 0 3 0,6-3-5 0,-3 1 6 16,1-1 5-16,3-3 23 0,3 0-29 0,-1-4 10 15,3 1-20-15,4-4 5 0,1-1 0 0,3-2 0 0,4-2 3 16,3-3-8-16,4-3-2 0,9-1-2 0,2-6-7 15,2-1-7-15,1-2-19 0,7-5-20 16,-3-2-62-16,0 0-50 0,-10 4-48 0,-2-1-59 16,-3-2-81-16,-4 1-115 0,-4 1-141 0,-5 2-386 0,-6 1-574 15</inkml:trace>
  <inkml:trace contextRef="#ctx0" brushRef="#br0" timeOffset="99928.45">14226 12953 119 0,'-28'-22'481'0,"3"-3"-84"0,4 5-65 0,-2 0-33 0,3 2-43 0,-1 2 18 16,5 4-25-16,-1-1-15 0,3 0-20 0,0 5-10 15,1 3 2-15,0-2-14 0,1 5 4 0,-1 4-5 16,-1 6-11-16,-2 1-5 0,0 11-15 0,-1 4 8 0,3 10-18 15,1 5-2-15,2 5-16 0,2 2-10 16,4 5 4-16,5 1-14 0,2-2-17 0,6 1-1 16,5-2 0-16,3 3-9 0,7-3-11 0,2-10 10 0,3-5-25 15,2-3 17-15,5-6-29 0,1-4 20 0,2-4-35 16,2-6 17-16,-6-6-43 0,5-4 24 16,0-5-27-16,4-9 18 0,1-4-2 0,6-8-4 0,-5-6 0 15,-2-1-7-15,-6-6-7 0,-2-1-38 0,-10 4 12 16,-4-3-28-16,-5-4 20 0,-4 0-5 0,-5 1 6 15,-4-7 6-15,-8 6-12 0,-1-1 19 0,-7-1-5 16,-4 4 7-16,-3 2-7 0,-5 2 14 0,0 7-7 16,-3 1 12-16,-3 6-6 0,-2 3 9 0,2 6-4 15,2 6 4-15,-1 4 1 0,2 1-4 0,0 5 0 16,-2 6-1-16,0 3 1 0,6 5 1 0,1 2-6 16,4 3 17-16,3 3-11 0,6 2 4 0,4 3-7 15,3-3 6-15,6-2-5 0,2 7-1 0,5-3 0 16,3-1 3-16,5 1-1 0,0-5 4 0,6 0-3 15,0-3 4-15,2-4-8 0,4 2 12 0,-4-5-8 16,3-1 7-16,1-1-2 0,-1-3 1 0,2 1-1 16,-2 1-6-16,-2-3-1 0,1 4 18 0,-2-1-17 15,-3-2 2-15,-3 2 5 0,-1 1 0 0,-2 0 1 16,1-1-2-16,-2 1 7 0,-3 1 1 0,0 0-2 16,-2-2-3-16,0 1 2 0,-2-1-8 0,-1 0-3 15,0-1-22-15,-1-2-38 0,-1-1-41 0,0-1-64 16,-2 1-70-16,1-2-74 0,-1 0-25 0,-4-5-85 0,9 5-138 15,-9-5-558-15,12-3-736 0</inkml:trace>
  <inkml:trace contextRef="#ctx0" brushRef="#br0" timeOffset="100444.77">14951 13028 417 0,'0'0'701'0,"-17"-6"-159"0,7 4-101 0,1-2-42 0,0 2-35 0,0-1-41 0,4-2-36 0,-4-1-42 15,5 0-14-15,0-1-34 0,3-1-14 0,0 0-34 16,2-2-8-16,3 1-28 0,1-2-7 0,5 2-33 15,-1-1-15-15,0 2-14 0,4-1-13 0,-1 4-3 16,-1 2 8-16,-1 0-19 0,2 2 9 0,-2 2-19 16,1 1 9-16,0 1-14 0,-4 3 14 0,2 0-17 0,-2 2 9 15,-3 1-11-15,-2 2 15 0,1 1-16 16,-3-1 10-16,-2 3-11 0,0-1-3 0,-2 0 4 16,-1 1 1-16,0-2 3 0,0-1 0 0,0-3 1 15,2 1 1-15,-1 0-2 0,2-3 2 0,-2 0 1 0,4-6-4 16,-3 7-1-16,3-7 2 0,0 0 0 0,0 0 0 15,12 2 7-15,-12-2-10 0,14-2 15 16,-14 2-16-16,16-1 12 0,-16 1-13 0,22 0 9 0,-13 1-14 16,3 1 16-16,-1 2-11 0,-1-1 6 0,2 4-14 15,-3 0 13-15,-3 0-10 0,2 1 24 16,-3 0-27-16,1 3 3 0,-5 1 1 0,1-1 1 16,-5 0 5-16,2 0-7 0,-7 3 8 0,2 0-2 0,-4 0 3 15,-4-1-1-15,0 0 2 0,-3-2-2 0,0-1-2 16,1-5-15-16,-1-1-50 0,2-1-91 0,-2-7-93 15,2-1-85-15,-1-5-66 0,3-6-109 0,0-7-538 16,4-3-671-16</inkml:trace>
  <inkml:trace contextRef="#ctx0" brushRef="#br0" timeOffset="100928.45">15049 12398 585 0,'9'-7'661'0,"2"3"-105"0,1 6-56 0,0 3-90 16,2 4-36-16,1 4-33 0,2 7-43 0,-1 2-44 15,5 6-28-15,-2-2-38 0,4 5-44 0,-1-4-22 16,-3 2-23-16,4-1-15 0,-1 1-5 0,-1-2-29 16,0 1 6-16,-2-6-32 0,-4 0-14 0,3-2-58 15,-6-4-47-15,-1 3-76 0,-1-3-8 0,-2-2-29 16,0-2-13-16,-6 0 2 0,1-2 20 0,-5-1 16 16,1-3 10-16,-5 1 34 0,0-3 23 0,-2-1 31 15,-2-1 17-15,10-2 22 0,-26-2 22 0,10 1 21 16,-1-4 1-16,-1 2 56 0,1-2 31 0,-2-1 19 15,1 1 20-15,4-2 23 0,-1 1-14 0,3 0-30 0,3-2-17 16,4 0-16-16,-1-1-15 0,6 0-9 0,1-1-11 16,4 1-6-16,3-6-5 0,2 5-5 15,4-5-3-15,2-1-6 0,3-1 0 0,0 0-4 0,3-1 3 16,-2-1-2-16,1 1-6 0,-2-2 3 0,0 3 1 16,-2-4-4-16,-2 2 2 0,-4 0 0 0,0 0-2 15,-1 0-1-15,-4-1 5 0,-2 3 1 0,-1-1 8 16,-2 1 17-16,-2-1 22 0,-2 2 15 0,-1 2 0 15,2 0 14-15,-5 0 6 0,1 1 29 0,0 4-4 16,0-1 11-16,3 2-31 0,-3 0-8 0,4 2-18 16,2 6 9-16,0 0-4 0,0 0 6 0,-3 12-16 15,6-2-10-15,3 5-12 0,3 6-5 0,5 4 1 16,2 6-18-16,3-1-4 0,0 1-1 0,4 1-4 16,-1 0 0-16,-1-3 3 0,1 0-7 0,-1 0-1 15,-6-5-9-15,4-2-7 0,-4-1-62 0,-2-3-75 16,-3-2-100-16,2-3-70 0,-4-3-42 0,-2 1-63 15,-1-4-111-15,-1 1-557 0,-4-8-708 0</inkml:trace>
  <inkml:trace contextRef="#ctx0" brushRef="#br0" timeOffset="101061.73">15730 12619 462 0,'3'-11'654'0,"-3"11"-185"0,1-8-81 15,-1 8-96-15,4-6-55 0,-4 6-64 0,7-5-21 0,-7 5-49 16,0 0-16-16,12-3-78 0,-12 3-49 15,0 0-116-15,11-2-132 0,-11 2-517 0,9-1-331 16</inkml:trace>
  <inkml:trace contextRef="#ctx0" brushRef="#br0" timeOffset="101395.35">15931 12303 824 0,'3'-7'681'16,"-3"7"-116"-16,5-10-71 0,-5 10-68 0,4-6-18 15,-4 6-44-15,2-8-15 0,-2 8-43 0,0 0-49 16,3-7-34-16,-3 7-24 0,0 0-32 0,0 0-27 16,0 0-10-16,-4 10-43 0,1-4-1 0,-2 2-35 15,1 0 8-15,1 3-31 0,0-1 14 0,-1 0-23 16,2 2 2-16,0-2-16 0,1 0 14 0,0-1-21 16,2 0 16-16,0 0-16 0,3-1 15 0,0-2-20 15,1 0 17-15,5-1-16 0,-1-1 17 0,2-1-14 16,1-2 14-16,0 1-18 0,4-1 19 0,-3 1-21 15,6-1 19-15,-2-1-18 0,2 1 17 0,-2 0-22 16,1 2 24-16,-4-1-22 0,0-1 15 0,-1 1-11 16,-1 1 16-16,0 1-26 0,-2 0 22 0,0 1-15 15,-1-1 12-15,-2 2-27 0,-3 0 1 0,-2-2-13 16,1 2-31-16,-5 2-29 0,0-3-77 0,-2 3-77 16,-4-1-81-16,2-2-71 0,-4 0-118 0,-3 2-130 15,-1-2-405-15,-3-2-673 0</inkml:trace>
  <inkml:trace contextRef="#ctx0" brushRef="#br0" timeOffset="101544.78">15935 12407 157 0,'4'-12'638'0,"-2"1"-150"0,2 2-119 0,-1-2-69 16,2 1-22-16,1-3-34 0,1 0-10 0,0 1-34 16,2-1-11-16,2-3-47 0,0-1-12 15,2 1-46-15,2-1-13 0,-1 2-25 0,5-1-74 16,-5 0-101-16,4 1-139 0,-4 2-157 0,3-2-432 0,-2 1-405 15</inkml:trace>
  <inkml:trace contextRef="#ctx0" brushRef="#br0" timeOffset="103395">16692 11941 172 0,'-3'-13'563'0,"0"-3"-154"0,2 4-44 0,-2 1-61 0,2-2 28 0,-1 3-41 0,-2 2-34 0,4-2-50 0,-1 3-33 16,-1 2-45-16,2 5 20 0,0 0 20 0,0 0 0 16,0 0-22-16,14 8-32 0,-6 3-20 0,1 6-22 15,5 2-10-15,0 2-12 0,3 4-10 16,1 4 5-16,1 0-32 0,1-2-1 0,-6-2-77 0,4-1-100 16,-4-2-93-16,0-3-114 0,-3-2-55 0,-2 0-129 15,-3-5-240-15,-1 1-320 0</inkml:trace>
  <inkml:trace contextRef="#ctx0" brushRef="#br0" timeOffset="103578.34">16532 12089 227 0,'-15'-27'536'0,"3"1"-155"0,4-4-81 0,-1 0-76 16,6 0-29-16,1 2-54 0,4 1-11 0,3-5-42 15,2 2 0-15,3 1-3 0,7-3 24 0,1 3-5 16,2-1-13-16,5 6-15 0,-5 5-20 0,2 4-9 15,-2 5-18-15,-2 2-37 0,0 3-79 0,-4 5-78 16,3 3-57-16,-2 3-89 0,-2 1-358 0,-3 3-175 16</inkml:trace>
  <inkml:trace contextRef="#ctx0" brushRef="#br0" timeOffset="104044.76">16791 12133 446 0,'4'20'496'15,"2"-1"-85"-15,1-4-43 0,-1 0-44 0,5-5-35 16,1-1-50-16,1-2-38 0,2-3-9 0,3-4-41 0,0-1-14 15,6-4-42-15,-2-3 5 0,6-2-29 0,-1-4-18 16,1 0-7-16,0-4-12 0,-5-1-8 0,-2-2-8 16,-1 0 0-16,-4-3-13 0,-1-1 6 0,-5-3-13 15,0-1 10-15,-6-2-12 0,-1-2 6 0,-6-1 5 16,0-1-2-16,-4-5 0 0,-3 2-5 16,-4 0 4-16,-4 6 2 0,-1-1 14 0,1 3-14 0,-5 4 14 15,2 6-13-15,1 4 11 0,-1 3-15 0,1 5 11 16,3 4-11-16,-3 4-4 0,-1 5 1 0,0 6 4 15,-1 6 23-15,-1 12-3 0,6 3-3 0,2 4-1 16,6 3-9-16,5-4 1 0,4 0-1 0,5 1-1 16,6 3 0-16,3-5-1 0,1-2 13 0,2-6-6 15,2-5 26-15,1-3-14 0,3-3 11 0,0-6-18 16,0-2-6-16,3-6 1 0,2-2-7 0,-1-5-7 16,2-3 3-16,2-2-1 0,-4-5-2 0,-2 0 0 15,-3-4-2-15,-2-1 2 0,-2-1-7 0,-5-1 7 16,-4 1-5-16,-3-1 2 0,-3 0-1 0,-4 3-4 15,-2-4 3-15,-6 2 0 0,0 3-3 0,-1-2 8 16,-3 5 2-16,-2 2 4 0,0 3 0 0,2 2 5 0,-3 5 3 16,5 2-4-16,-1 5 4 0,-3 3-1 15,5 4-3-15,-3 5-1 0,4 2-4 0,4 3 3 16,1 2 0-16,4 4 10 0,3 1 2 0,3 1-3 16,3 4-3-16,5 1-3 0,4 1-3 0,4-3 10 0,1 2-18 15,2-5 12-15,5-1-47 0,-2-3-71 16,-1-3-121-16,-3-4-110 0,0-3-137 0,-5-3-563 15,-2-3-649-15</inkml:trace>
  <inkml:trace contextRef="#ctx0" brushRef="#br0" timeOffset="104478.45">17409 11818 149 0,'1'-8'614'0,"1"2"-180"0,-2 6-50 0,13 0-60 0,-4 5 13 16,3 2-63-16,4 3-14 0,1 4-24 0,1 2-15 15,2 2-27-15,-2 1-15 0,1 0-30 0,2 0-21 16,-5 0-26-16,-1-3-23 0,0 1 4 0,-3-3-23 16,-1 1 2-16,-4-3-25 0,0 0 9 0,-2-2-24 15,-3-1 7-15,-2-2-15 0,-2-1 9 0,2-6-19 16,-9 8 14-16,9-8-21 0,-14-4 1 0,4 1 1 16,-2-4-1-16,-1-3 0 0,-1-5 1 0,-4-3 0 15,-1-5-2-15,-4-4 1 0,-1-5-1 0,5-2 4 16,1-1-3-16,2-2 2 0,4-1 1 15,3 0-3-15,5 5-5 0,1 6 12 0,5 0-8 0,0 3 5 16,2 2-10-16,4 1 14 0,1 4-14 0,0 3 12 16,0 3-11-16,1 5 17 0,-1 4-21 0,-9 2 6 15,15 3 0-15,-7 4 2 0,-2 4-3 0,-1 3 1 0,-1 3 3 16,-1 2 0-16,-3 2 1 0,-3 2 1 16,0 3 5-16,0-1 3 0,-1-2 3 0,-1 1 8 15,0-1 0-15,2-6 26 0,1 1 43 0,2-1 24 16,2-3 4-16,7-2-3 0,1-2-13 0,9-4-4 0,7-4-16 15,12-9-19-15,22-10-5 0,9-6-16 0,25-19-6 16,7-5-7-16,7-10-13 0,0-2 0 16,0-7-59-16,-3-2-93 0,-6-1-138 0,-10 3-138 0,-10-2-121 15,-10 9-150-15,-19 14-362 0,-10 5-664 0</inkml:trace>
  <inkml:trace contextRef="#ctx0" brushRef="#br0" timeOffset="105677.98">15617 15258 436 0,'0'0'366'0,"-5"-7"-51"0,5 7-17 0,-3-7-1 0,3 7-34 0,-4-6 12 0,4 6-32 0,0 0-5 0,-1-6-18 16,1 6-9-16,0 0-25 0,-3-5-30 0,3 5-19 16,0 0-1-16,0 0-5 0,0 0-24 15,0 0-12-15,0 0-21 0,4 5-12 0,-4-5-13 0,8 4-8 16,-8-4-12-16,8 5-2 0,-8-5-8 0,10 3 0 16,-10-3-5-16,10 2 12 0,-10-2 0 0,12-3 3 15,-12 3-11-15,12-7 1 0,-4 1-9 0,-3-2 5 16,2-2-4-16,-2 0-2 0,0-5-2 0,-2 2-1 15,0 0-2-15,2-3-1 0,-5 1 0 0,4 0 0 16,-3-1 0-16,3 2 1 0,-1 0 0 0,3-1-3 16,-1 0 1-16,4-1-1 0,3 2 0 0,3-1 0 15,0 2 0-15,4 0 2 0,6 1 8 0,0 1 13 16,-3 2 13-16,2 2-1 0,3 1-10 0,-1 3 0 16,-1 0-10-16,-3 3 2 0,1 0-4 0,-1 2-2 15,-2-1-3-15,1 4-3 0,-4-2 0 0,0 2-1 16,-3 0 2-16,-1-1-4 0,-4 1 4 0,1 1 0 15,-5-1 0-15,-1 1 9 0,-3 0 10 0,-1-6 9 16,-1 12-6-16,1-12 17 0,-5 9-10 0,5-9 16 16,-9 3-13-16,9-3 23 0,-11-3-23 0,11 3 19 15,-8-10-29-15,5 0 16 0,3-1-33 0,2-2 27 16,0-1-37-16,5-2 24 0,0-1-29 0,5 2 21 16,1-2-26-16,2 1 30 0,0 0-36 0,6 2 30 15,0 0-29-15,-1 3 31 0,1 1-31 0,0 0 30 0,-3 3-26 16,3-1 20-16,-4 3-24 0,1 2 24 0,-2-1-29 15,-2 1 29-15,-2-1-27 0,1 2 27 16,-4-1-24-16,0 2 31 0,-9 1-33 0,16-5 33 0,-16 5-30 16,9-4 29-16,-9 4-30 0,3-9 33 0,-3 9-31 15,-1-13 3-15,-1 4 3 0,-3-1 7 16,3-2 1-16,-2-4 26 0,0 1-24 0,-1-2 2 16,-2-4-7-16,4 2 1 0,-1-2-2 0,-1 2 0 0,2 3-2 15,-1 1-15-15,2 4-40 0,-2 0-111 0,-1 1-155 16,-3 4-114-16,0 4-167 0,8 2-651 0,-21 3-863 15</inkml:trace>
  <inkml:trace contextRef="#ctx0" brushRef="#br0" timeOffset="106810.86">8377 17922 261 0,'0'0'349'0,"-18"1"-66"0,18-1-21 0,-18 2-21 0,7-1-19 0,-1 0-11 15,3 2-10-15,9-3-17 0,-16 1-33 16,16-1-29-16,-13 3-2 0,13-3 17 0,-7 5-23 16,7-5-14-16,1 8 23 0,3-4-24 0,3 4-15 0,2-3-20 15,2 3-10-15,1-1-11 0,-1 0-9 16,3 0-3-16,-1-1-13 0,1 0 1 0,-2-1 0 16,-2 0-6-16,3-2 4 0,-4 2 3 0,0-2 46 15,-2 0 18-15,1-1 30 0,-8-2 20 0,10 3-3 0,-10-3-26 16,12-1-27-16,-12 1-6 0,7-9-51 0,-3 2 30 15,0-2-34-15,-1-1 45 0,-1-4-18 16,2-2 45-16,2-2-52 0,-2-1 33 0,1 0-47 0,2-3 35 16,-1-1-44-16,5-2-3 0,1 0-1 0,2 0-2 15,0 1 2-15,5 2-6 0,-2 2 1 0,3 0 2 16,2 5-3-16,1 3-1 0,0 0-3 0,0 6 2 16,4 1 4-16,-3 4-3 0,3 2-2 0,0 3-5 15,1 0 4-15,1 4 35 0,0 1-42 0,-5-1 40 16,-2 1-35-16,-2 2 27 0,0-2-41 0,-3 2 41 15,-3-3-39-15,-1 1 40 0,-3 0-42 0,-2 0 46 16,-2 0-49-16,-2-1 44 0,-4-2-42 0,3 2 41 16,-6-3-41-16,3-5 45 0,-6 10-43 0,6-10 44 15,-12 2-45-15,12-2 43 0,-14-4-43 0,6-3 45 16,3 0-47-16,-4-4 44 0,3-2-46 0,3-1 10 16,2 0 0-16,1-4 0 0,4 3 4 0,1-1 2 15,5-2 0-15,-1 3-3 0,4-1 9 0,1 3-3 16,1-1 0-16,3 3-1 0,-1-2 1 0,2 4 2 15,0-1 1-15,-1 3-2 0,0-4 4 0,-4 6-6 16,1-3 4-16,-2 2-2 0,1 0 4 0,-5 1-1 0,0 1 2 16,0-2-5-16,-1-1 4 0,-3 0-5 15,-3 0 5-15,0-1-2 0,-2 0 3 0,-3-3-3 16,1 1 5-16,-5-3-1 0,0-1-7 0,-1 1 3 16,-4-1 1-16,0-3-2 0,-1 3-4 0,0-1 4 0,-1 2-2 15,1-1-2-15,2 6-5 0,0-3-19 0,4 4-54 16,-1 3-74-16,8 4-141 0,0 0-95 0,-11 7-108 15,8 2-112-15,4 5-338 0,2 4-531 0</inkml:trace>
  <inkml:trace contextRef="#ctx0" brushRef="#br0" timeOffset="107261.76">9307 18505 511 0,'-15'-3'425'0,"-2"3"-62"0,4 2-19 0,1-1-46 0,0 2-13 0,-3 2 21 15,5 4-49-15,-2 0-1 0,2 4-60 0,1 1-13 16,3 2-7-16,2 4-22 0,2-2-46 0,4 1-4 15,2 5-39-15,2-2 6 0,4 3-30 0,4-3 13 16,0 0-26-16,4-4 31 0,-2-2-21 0,0-4 23 16,3-4-23-16,-2-2 23 0,2-2-26 0,-2-4 19 15,2-4-29-15,1-3 15 0,-3-6-21 0,1-2 10 16,-3-4-23-16,2-3 12 0,-7 0-14 0,-1-1-1 0,-1 0-3 16,-5-2 3-16,-1 2 3 0,-5-2-37 15,1 0 39-15,-7-2-17 0,-3 2 46 0,1 0-33 16,-6 5 35-16,2-1-41 0,-4 4 42 0,1 5-48 15,0 3 33-15,0 5-36 0,1-1 33 0,-2 5-41 0,0 3 52 16,4 3-43-16,-4 3 38 0,3 3-9 0,2 3-3 16,3 2-5-16,3-1-1 0,3 2-7 15,2-1 11-15,8 2-50 0,-1 1-56 0,5-1-112 16,3-2-75-16,4-5-81 0,3 0-68 0,1-4-49 0,3-3-41 16,-2-4-289-16,0-2-334 0</inkml:trace>
  <inkml:trace contextRef="#ctx0" brushRef="#br0" timeOffset="107777.85">9614 18381 403 0,'-1'-12'444'0,"-3"1"-61"0,0 3-52 16,-3 0-36-16,0 3-33 0,1-1-46 15,-2 4-15-15,-1-3-33 0,9 5-1 0,-14-1-19 16,14 1-23-16,-13 0-25 0,13 0 0 0,-8 8 39 0,8-8-18 16,-3 11 17-16,4-3 3 0,3 1-3 0,-2 1-3 15,5 0-11-15,-1-1-15 0,3 1-8 0,1-2-19 16,0-1-5-16,2 1-14 0,1-2-12 0,-3-2-7 15,3-2-9-15,-2 1-11 0,1-2 2 0,0 1-8 16,0-4 1-16,-3 1-52 0,4-2 40 0,-6-1-35 16,1-2 43-16,1 0-39 0,-4-1 36 0,0-1-33 15,-1 0 36-15,-1-3-37 0,-2 2 38 0,-1-1-37 16,0 0 39-16,-1-1-37 0,-1 4 35 0,1 0-31 16,0 1 33-16,1 6-38 0,-3-12 35 0,3 12-38 15,0-10 38-15,0 10-2 0,0 0-38 0,4-5 43 16,-4 5-39-16,0 0 36 0,9 3-39 0,-9-3 40 15,11 5-35-15,-11-5 39 0,12 2-38 0,-12-2 36 16,14 5-36-16,-14-5 39 0,12 0-40 0,-12 0 42 16,11-5-40-16,-11 5 45 0,10-8-43 0,-7-2 35 15,-2 2-40-15,2-3 38 0,-3 0 3 0,-2-3-38 16,1-3 35-16,-3 1-4 0,-2-5-4 0,-3-1-2 16,0-3-36-16,-4-1 39 0,-1-2-36 0,-2-5 41 15,-4 3-36-15,-1-1 35 0,-2-1-34 0,0 2 33 16,-3 2-31-16,1 2 35 0,4 5-30 0,1 2 0 0,-1 4 2 15,6 2 3-15,2 4 17 0,4 4-20 0,-1 2 35 16,10 3-39-16,-9 7 33 0,8 4-36 0,2 2 36 16,4 7-26-16,6 5 44 0,2 3-43 0,8 1 38 15,1 4-43-15,3-2 50 0,1 1-47 0,2-3 42 16,1 0-35-16,-2-1 22 0,1-2-60 0,0-3-11 16,-6-2-124-16,0-4-72 0,-2-1-104 15,-3-3-91-15,-2 0-79 0,-3-3-475 0,-1 0-592 0</inkml:trace>
  <inkml:trace contextRef="#ctx0" brushRef="#br0" timeOffset="108060.76">9652 17762 512 0,'-10'-14'445'0,"2"3"-27"0,1 0-13 0,-1 2-18 0,3 0-42 0,0 2-44 0,0-1-47 16,1 2-43-16,1 0-6 0,3 6 37 0,0 0-9 16,0 0-12-16,0 0-26 0,13 7-36 0,-3 4 16 0,6 3-76 15,4 6 29-15,-1 1-65 0,8 4 30 16,1 1-65-16,-1 2 38 0,1-3-58 0,0 1 44 16,0 1-62-16,-2-2 34 0,0-1-82 0,-1-1-26 15,-5-4-119-15,0-1-50 0,-2-1-79 0,-3-2-28 16,-1-2-46-16,-2-2-32 0,-1-1-5 0,-3-1-35 0,-2-3-221 15,1-2-205-15</inkml:trace>
  <inkml:trace contextRef="#ctx0" brushRef="#br0" timeOffset="108194.34">10050 18042 437 0,'-4'-9'406'0,"1"2"-43"0,2 1-83 16,1 6-58-16,-4-8-21 0,4 8 6 0,0 0-41 0,3-8-27 16,-3 8-30-16,0 0-27 0,10 2-16 15,-10-2-12-15,10 6-19 0,-1-1-2 0,-2-1-20 0,3 1-24 16,-3 0-56-16,1 0-76 0,1 1-70 0,-1-2-37 15,-1 1-48-15,0-1-17 0,-7-4-161 0,10 6 37 16</inkml:trace>
  <inkml:trace contextRef="#ctx0" brushRef="#br0" timeOffset="108760.99">10217 17988 460 0,'9'-5'366'0,"-9"5"-36"0,9-7-38 16,-9 7-18-16,10-8-16 0,-6 3 12 0,0 1-38 15,0-3 3-15,0 2-59 0,-2-4 19 0,2 1-57 16,-1 0 8-16,-1-2-63 0,1 2 23 0,-2-3-54 16,0 4 20-16,-1-3-46 0,0 1 32 0,-1 2-44 15,-2-2 28-15,2 0-26 0,-4 2 42 0,1 1-40 16,-1 0 39-16,1 1-24 0,-2 1 43 0,6 4-24 16,-13-2 19-16,13 2-32 0,-13 4 26 0,7 0-40 15,1 5 24-15,0-2-35 0,2 5 24 0,2-1-34 16,2 3 26-16,0 2-33 0,3 0 26 0,4-1-3 15,1 2 1-15,1-2 10 0,3 1-3 0,1-3 8 16,1 1-33-16,-1-4 32 0,2-1-5 0,-1-3-5 0,0-2-4 16,1 1 1-16,-1-5-38 0,-1 0 37 0,3-5-32 15,-3 1 28-15,0-2-32 0,-1-2 37 16,-2 0-36-16,-1-1 35 0,-1 0-31 0,-5-1 29 16,1 0-33-16,-2-1 30 0,-2 0-34 0,-1-1 35 0,-1 0-32 15,-2-2 32-15,-2 1-36 0,1-1 37 0,-2 2-21 16,1 3 25-16,0-1-28 0,1 2 32 0,0 1-39 15,1 0 33-15,1 3-37 0,2 4 37 16,0 0-39-16,0 0 35 0,0 0-33 0,0 0 35 0,4 6-35 16,0-1 34-16,1 1-34 0,2-2 39 15,0 4-38-15,-1-4 39 0,2 1-30 0,2 0 42 16,-1-2-37-16,0-1 40 0,-9-2-45 0,18-2 46 16,-8-1-48-16,-1-2 47 0,0-1-38 0,0-4 53 0,-1 1-45 15,0-3 53-15,-1 0-49 0,-1-1 0 0,-2-2 0 16,-1 0 1-16,-1 4-2 0,-2-3-1 0,0 3 4 15,-1-2 9-15,0 2 13 0,-1 1 22 0,1 1-32 16,1 0 15-16,-1 2-30 0,1 7 17 0,1-9-24 16,-1 9 12-16,0 0-18 0,6 5 13 0,1 0-1 15,-1 2-3-15,4 2-7 0,2-1-6 0,2 2-1 16,3-2-25-16,0 2-85 0,4-3-86 0,-2-1-147 16,2-2-82-16,-2-2-126 0,-1-1-622 0,2-2-791 15</inkml:trace>
  <inkml:trace contextRef="#ctx0" brushRef="#br0" timeOffset="110245.18">16555 15268 662 0,'-8'-17'684'0,"2"3"-85"0,-1 1-89 0,-2 1-91 0,-1 4-67 0,1 0-52 15,0 3-46-15,-2 4-34 0,1 4-41 0,-1 2-12 16,1 3-21-16,1 4-11 0,0 5-11 0,4 2-10 16,0 3 11-16,5 0-21 0,4 2-2 15,1 0-10-15,5 2 15 0,3 0-7 0,4-1-8 0,2-2-8 16,1-4-8-16,3-1-7 0,1-4-14 0,-3-3-9 15,5-6-4-15,-1 0-9 0,-2-5-5 0,2-3-46 16,2-3 49-16,-1-4-55 0,0-2 48 16,-2-1-50-16,-4 0 7 0,-3-2 1 0,-2-2-1 0,-6 0 0 15,0-1 2-15,-4 3-2 0,-1-4-1 0,-5 0-3 16,-3 2 9-16,-4-3 0 0,-2 2 42 0,-6-2-43 16,-4 2 41-16,-3 3-45 0,-4 3 41 0,-1 2-49 15,3 4 51-15,-2 3-48 0,3 1 49 0,-2 6-47 16,2 0-2-16,1 4 8 0,2 8 7 0,0 3 2 15,4 3 41-15,4 3-48 0,8-3 36 0,1 2-46 16,7 1 18-16,4 2-16 0,5-3-10 0,7-1-22 16,3-2-16-16,1-2-34 0,4-4-54 0,1-3-46 15,0-4-36-15,-1-2-17 0,0-3 4 0,-1-3 3 16,1-4 25-16,1-1 38 0,-2-4 35 0,2-3 31 16,-5-2 21-16,-1-1 47 0,-5 1-16 0,-4-3 47 15,-1-2-12-15,-3-1 50 0,-1 1 2 0,-6 0 38 16,-2 0-9-16,0 1 21 0,-4 0-9 0,-2-3 35 15,-2 3 40-15,2 0 27 0,-2 5 2 0,-1 0-16 0,3 0-9 16,-2 3-26-16,3 1-18 0,1 2-16 0,-2-1-10 16,2 4-18-16,4 4-7 0,0 0-8 15,0 0-9-15,0 0 2 0,-6 4-10 0,6-4 13 16,6 12 2-16,3-6-6 0,-1 3-3 0,1-3 1 0,3 2-1 16,0 0-6-16,-2 0-6 0,4-3 0 0,-1 1-4 15,-3-1-4-15,4-2 0 0,-3 0-6 0,0-2-2 16,-1 1-5-16,-10-2 2 0,21-3-2 15,-12-2 0-15,-3 2 7 0,2-3-6 0,-1-2 5 0,-3 0-8 16,1-1 3-16,-2-1-5 0,-2-2 6 0,2 2-4 16,-1-3 2-16,-2 4 2 0,0-3 6 0,0 4-2 15,2 1 0-15,-2 0 3 0,0 0-3 0,0 7-4 16,2-9 1-16,-2 9 0 0,0 0 2 0,8-4-1 16,-8 4 5-16,0 0-1 0,11 4-9 0,-11-4 10 15,11 7-7-15,-3-3 9 0,0 0-9 0,-2-1 2 16,2 0-5-16,2-1 8 0,-10-2-5 0,13 3 5 15,-13-3-4-15,15 0 7 0,-15 0-5 0,16-5 9 16,-8-1-3-16,-1-2 0 0,-2 1 0 0,3-5 1 16,-3 1 2-16,0-3-3 0,-1-2 2 0,0-2 3 15,-4-1-3-15,0-1-3 0,-4-5 19 0,0-4-20 16,-5-2-1-16,-1-4-6 0,-3-3 9 0,-2 2-4 16,-3-2 0-16,-4 2 1 0,2-2 2 0,-5 0-1 15,1 2 4-15,-4-1 8 0,0 4-2 0,2 0 1 16,-2 4-4-16,0 2 11 0,3 4 0 0,4 4 13 0,3 4-12 15,3 1 20-15,2 7-14 0,2 2 5 16,11 5-9-16,-12 3 15 0,8 4-10 0,3 5-9 16,4 5 7-16,3 10-6 0,9 8-4 0,3 1 19 0,5 3-22 15,5 8 12-15,2-2-20 0,3 1 15 0,3-3-17 16,-2-2 14-16,1-4-19 0,-4-8 18 0,-1-1-21 16,1-2 20-16,0-4-22 0,-2-1 19 15,-5-7-16-15,3-2 11 0,-5-1-20 0,-2-3 16 0,-2-3-15 16,-3-2 14-16,1 0-14 0,-3-3 19 0,-1-1-14 15,-3-1 11-15,0-2-14 0,1-1 5 0,-6 0-16 16,1-3-6-16,-1 3-13 0,-3-2-24 16,1 0-46-16,-2 7-62 0,0-11-93 0,0 11-81 0,-3-11-58 15,3 11-68-15,-4-8-101 0,4 8-312 0,-6-7-445 16</inkml:trace>
  <inkml:trace contextRef="#ctx0" brushRef="#br0" timeOffset="111610.96">17627 14641 6 0,'-6'-16'614'0,"1"3"-119"0,-2 1-72 0,3 1-69 0,-2-1-3 16,2 3-59-16,0-1-19 0,-1 1-12 0,1 1-10 15,-1 1-15-15,3 1-12 0,0 0-17 0,-3 0-17 16,5 6-23-16,-5-8-35 0,5 8-28 0,-2-9-22 16,2 9-15-16,-3-6-15 0,3 6-10 0,-4-6-11 15,4 6-4-15,0 0-5 0,-1-7-4 0,1 7-4 16,0 0-5-16,0 0-2 0,0 0 4 0,0 0 9 15,-1-8 6-15,1 8 17 0,0 0 23 0,0 0 3 16,-2-6-15-16,2 6-10 0,-5-8-3 0,3 0 2 16,-5-2-8-16,2-3-5 0,-1 1-3 0,-2-4-1 15,-2 0-4-15,2-3 2 0,-2-2 20 0,-4-1-40 16,4-3 50-16,-3 3-42 0,-2 1-2 0,2 0-1 0,0 1 4 16,0 4-8-16,2-2-2 0,-1 4 7 15,3 1 4-15,0 2 0 0,-1 0 7 0,5 3-13 16,0 2-2-16,5 6 5 0,-9-4 45 0,9 4-49 0,-6 15 44 15,6-1-57-15,3 10 43 0,4 5-47 0,3 8 2 16,7 4 6-16,-1 2 2 0,7 9 6 16,4 0-3-16,1 1 3 0,4-5 38 0,0 1-53 15,4-6 49-15,0-4-53 0,1-3 47 0,-4-8-35 0,0-3 38 16,4-6-55-16,-1-3 46 0,-4-6-56 0,1-3 46 16,-5-5-62-16,0-4 55 0,2 0-46 0,-1-6 38 15,-6 1-51-15,3-5 10 0,-4-1-4 0,-5-2-2 16,-4-1 6-16,-2 0 10 0,-3-2-4 0,-4 0 13 15,-3 1 8-15,-1-1 0 0,-2 1 2 0,-1 0 1 16,-4 3 3-16,2-1-1 0,-2 2 5 0,-1 3 16 16,3 1-15-16,-2 2 0 0,2 0 2 0,-2 4 0 15,7 3-7-15,-9-1 5 0,9 1 5 0,-7 6-4 16,7-6-2-16,-2 12 0 0,5-5-1 0,2 1 3 16,0 0-3-16,3 1 4 0,1 0-3 0,2 1 0 15,2-4-5-15,2 3-20 0,-2-3-9 0,6-2-25 16,-3-2-6-16,0 2-32 0,0-3-4 0,-1-1-4 15,-1-1 19-15,1-1 18 0,-1-2 13 0,2 0 8 16,-5-2 11-16,2-3 9 0,0 3 5 0,-3-5 8 0,-1 1 4 16,1-1 5-16,-3-1 5 0,0 2 5 15,-3-4-3-15,0 3 5 0,2-4-1 0,-3 2 2 16,-1-2-10-16,0 3 10 0,-1-1-1 0,0 0 7 16,-1 1-6-16,0-1 2 0,-2 0-9 0,0 2 13 0,1-1 3 15,0 2 5-15,-2 0-10 0,1 1 7 0,-2 0-8 16,3 3-1-16,-2-1-5 0,3 7 5 15,-5-9-9-15,5 9 2 0,-5-7-5 0,5 7 8 16,0 0-3-16,-5 4 5 0,5-4-5 0,0 11 4 0,2-3 7 16,0 0-11-16,0 2-5 0,3-1 0 0,0 1 2 15,4-3 8-15,-2 3 9 0,2-2 4 0,-2-2-1 16,3 1 8-16,1-2 4 0,-2-2-4 0,2 0 0 16,1-2-3-16,-2-2-7 0,4-2-3 0,-2-1 0 15,0-4-1-15,0 0-3 0,-2-1-2 0,0-3-2 16,-1-2 14-16,-2 0-17 0,-1 0 12 0,0-3-15 15,-2 1 14-15,-1-2-17 0,-1 1 17 0,-2-1-19 16,2 1 18-16,-4 4-17 0,2 0 36 0,0 1-28 16,2 3 23-16,-2-1-29 0,0 1 19 0,-2 1-25 15,4 2 22-15,-2 6-24 0,1-9 26 0,-1 9-24 16,0 0 20-16,8-2-23 0,-8 2 24 0,10 4-24 16,-10-4 22-16,14 7-20 0,-6-6 20 0,2 2-19 15,0-1 0-15,0 1 5 0,0-2 0 0,2 1-5 16,-12-2 7-16,23-2 2 0,-13 0-4 0,0-1-4 15,0-1-9-15,-1 0 8 0,1-4-30 0,-2 1-3 16,-3-3-11-16,2 2 0 0,-2-4-26 0,-1 3-41 16,-3-4-56-16,2 2-65 0,-3 0-31 0,-2 0-65 15,1 0-78-15,-4 0-68 0,0 3-475 0,-3 0-542 0</inkml:trace>
  <inkml:trace contextRef="#ctx0" brushRef="#br0" timeOffset="111810.97">17194 14777 748 0,'-13'9'778'0,"3"-2"-159"0,2-1-138 0,8-6-92 0,-6 5-69 0,6-5-52 0,10-7-40 0,4-3-42 15,9-6-32-15,9-8-33 0,4-3-15 0,9-8-29 16,2 2-18-16,-2-1-98 0,-1 3-176 0,-9 6-217 15,-3-2-781-15,-2 3-821 0</inkml:trace>
  <inkml:trace contextRef="#ctx0" brushRef="#br0" timeOffset="111977.71">17425 14689 1524 0,'-14'-4'878'0,"14"4"-202"16,-11-2-129-16,11 2-104 0,0 0-91 0,-17 1-86 15,17-1-50-15,0 0-45 0,-9 1-33 0,9-1-36 16,0 0-51-16,0 0-77 0,0 0-136 0,0 0-184 0,0 0-163 16,-4 5-272-16,4-5-327 0,4 8-723 15</inkml:trace>
  <inkml:trace contextRef="#ctx0" brushRef="#br0" timeOffset="113928.26">10574 13969 111 0,'-13'-25'315'0,"-1"0"-72"0,1 2-40 0,0-3-24 0,1 0-31 0,-1 0-11 0,-3-1-19 16,4 2-14-16,-4-1-16 0,2 0-12 0,-2-5-8 15,-1 1-10-15,-1-1 3 0,3 2-7 0,-4 0 2 16,2-2 3-16,-2 0 18 0,0 1-19 0,-1 2 4 16,-1-2-13-16,-1 2 13 0,0 0-14 0,-2 0 26 15,-3 0-29-15,3 2 6 0,-3-2-20 0,3 2 31 16,-3 1-2-16,0-1 10 0,2 0-8 0,-1 1-7 16,-1-2-13-16,3 3 12 0,2-1-8 0,2 3 6 15,1 0-16-15,2-1 13 0,-1 2-14 0,5-1 17 16,2 3-19-16,-2 1 16 0,5 5-8 0,1 0-1 15,-1 1-14-15,3 3 4 0,0 0-17 0,0 2 0 16,1 2-6-16,4 5 6 0,0 0-11 0,0 0 9 16,0 0-9-16,0 0 8 0,6 11-8 0,2 0 7 15,1 3-4-15,1 4 7 0,3 5 0 0,2 4-7 16,3 5 17-16,1 3 13 0,3 2 5 0,5 9 7 16,-2 0-1-16,6 3 60 0,0 0-5 0,2 3-5 15,6 0-22-15,2 2-3 0,3 1 20 0,6 4 2 16,8 11-14-16,4 1-11 0,2 3-16 0,-2-3 0 0,4 2-3 15,0-1 31-15,2 0-20 0,-2-2 0 0,3 1-17 16,3 0 3-16,1-1 28 0,-2 5 7 0,2-1 19 16,2 1-34-16,-3 1 44 0,0 1-45 15,-2 1 53-15,-4 1-55 0,1 2 21 0,-3 0 5 0,-3 5 17 16,-1 2 5-16,0-1 37 0,-2 3-36 0,-1-1 22 16,-1-1-32-16,-3-3 38 0,-1 1-38 0,-1-4-3 15,-3 0 29-15,0-2-44 0,1-4 28 0,-6-10-48 16,1-4 34-16,0-2-17 0,2 1-49 0,2-3 40 15,-1-2-58-15,3-1 31 0,1-4-48 0,0-2 40 16,0-1-43-16,0-1 46 0,0-3-54 0,-1 1 33 16,-2-3-6-16,-1 1-24 0,-5-3-33 0,-1-1-18 15,0-2 8-15,-4-2-14 0,-8-5-2 0,-2-2-38 0,0-2 13 16,-5 1-24-16,-4-6 17 0,-2 2-29 16,-2-3 15-16,-1-2-32 0,-3 0 21 0,-1-1-46 15,-1-3 6-15,-3-1-27 0,1 0-9 0,-3-2-44 0,-2-2-60 16,2 1-66-16,-3-2-43 0,-2-2-56 0,2-6-37 15,-5 11-84-15,5-11-308 0,-10 3-464 0</inkml:trace>
  <inkml:trace contextRef="#ctx0" brushRef="#br0" timeOffset="115260.44">9997 15548 152 0,'-15'-8'206'0,"2"0"-52"0,-3-3-12 0,-1 0-31 0,-3-2 3 0,-1-3-5 0,-2-1 15 16,0-1-9-16,1-1 11 0,1 0 32 0,0 1 14 15,2 0-2-15,5 2-7 0,-1 3 22 0,2 0-33 16,1 3-17-16,2 1-48 0,4 2-3 0,6 7-24 15,-9-6 31-15,9 6-29 0,0 0 35 0,2 10-11 16,2 0-2-16,4 5 0 0,2 6-14 0,4 5-10 16,3 6-14-16,2 2-3 0,0 3-11 0,2 2-9 15,0-1 1-15,5 8-2 0,-4-6-4 0,3 5-6 16,-3-5-2-16,-1-2 3 0,0 1-4 0,-1-4 10 16,0 2-12-16,-2-5-2 0,-5-3 0 0,2-5-4 15,-4-4 5-15,-2-1-4 0,0-5 4 0,-1-1 32 16,-1-1 26-16,-4-3-13 0,-3-9-12 0,0 4-8 15,0-4-4-15,-12 0-9 0,5-6 1 0,-6-2-8 16,-5-7-2-16,-2-1-5 0,-5-9-2 0,-3-1 2 16,1-4 4-16,-1-2-6 0,0-2 6 0,-3-7-9 0,6 5 10 15,2-1-8-15,1-1-1 0,3 2 4 16,5-2 8-16,0 2 6 0,6 4 5 0,3 3 2 16,4 1 0-16,2 5 0 0,3-3 1 0,1 3-6 15,7 0 1-15,2-1-8 0,1 4 3 0,7 1 1 0,1 1 2 16,5-1-5-16,4 0 5 0,1 2 9 15,3 0 4-15,2 1-11 0,3-1 2 0,1-2-3 16,3 2-1-16,9-7-2 0,3-1-2 0,1-1 2 16,0-4-4-16,4 0 1 0,-2-4-1 0,1 0 11 0,-1-4-5 15,0 1 0-15,2-1-3 0,-4-1-1 0,0 0 0 16,1 1-7-16,-3 1 5 0,0 3-3 0,-1 0 2 16,-5 0-6-16,1 2 6 0,-4 4-11 0,-7 4 3 15,-3 1 2-15,0 2 1 0,-1 1-5 0,-2 1 0 16,0 0 0-16,-4 1 1 0,-4 2 0 0,1 2 0 15,0 0 0-15,-2-2 0 0,-1 2-1 0,1-2 0 16,-2 1 2-16,-3 1-1 0,2-1 1 0,-5 1 12 16,-1 1 8-16,-1-1 0 0,2 0-5 0,-3-2-2 15,1 0 1-15,0-1-5 0,0 2-1 0,-2-2 31 16,1 0-13-16,-3 3 2 0,1-1-12 0,-2 3 10 16,-1 1-14-16,-1 0 3 0,-2-1-10 0,3 2 4 15,-3 2 3-15,-2 0 16 0,1 2-11 0,-1 0 0 16,1 0-11-16,-5 6 6 0,6-7-13 0,-6 7 9 15,7-10-19-15,-7 10 15 0,5-5-8 0,-5 5 8 16,4-6-10-16,-4 6 7 0,6-5-10 0,-6 5 11 16,12-3-11-16,-12 3 15 0,11-2-14 0,-11 2 12 15,21 3 17-15,-10 0 12 0,2-1-20 0,1 3 11 16,4 0-14-16,-3 1 36 0,7 2-24 0,0 1 25 16,2 1-36-16,4 1 38 0,0 0-39 0,2 3 35 15,-2-1-37-15,-1-1 37 0,-1 2-47 0,0-2 37 16,-3 0-43-16,-3 0 51 0,1-3-46 0,-4 2 42 15,-1 0-50-15,1 2 43 0,-2 0-42 0,0 2 40 0,5 4-40 16,-5 3-1-16,4 0 7 0,0 9 0 0,3 4-4 16,0 2 9-16,1 2-2 0,2 9-3 15,3 3-1-15,-2-1 44 0,2-1-56 0,3 2 13 0,1-2-102 16,-2-4-111-16,4 0-166 0,-1-3-164 16,-9-5-280-16,-1-4-389 0,-3 0-820 0</inkml:trace>
  <inkml:trace contextRef="#ctx0" brushRef="#br0" timeOffset="116293.99">7955 16811 41 0,'0'0'319'0,"0"0"-89"0,-14 1-51 0,14-1-39 16,-14 6-22-16,8-2-16 0,-1 0 0 0,-2 0-18 15,2 1-12-15,-1-2-6 0,2 2-3 16,-1 0-5-16,7-5-1 0,-13 6-5 0,13-6-6 0,-10 4-14 16,10-4 2-16,-8 4-5 0,8-4-8 0,-6 5 12 15,6-5 11-15,0 0 7 0,-9 3 5 0,9-3 3 16,0 0-3-16,-9 3-2 0,9-3-6 0,0 0-11 15,0 0-10-15,-8 1-3 0,8-1-2 0,0 0-5 0,0 0-2 16,0 0-13-16,0 0 12 0,-11 3-4 0,11-3-7 16,0 0 0-16,0 0-2 0,0 0 4 0,0 0-7 15,-8 2 4-15,8-2 0 0,0 0 1 0,0 0 0 16,-9 2-5-16,9-2-2 0,0 0 10 0,0 0-4 16,0 0-5-16,-12 0 6 0,12 0 1 0,0 0-3 15,0 0-2-15,0 0-3 0,0 0-9 0,-12 0-76 0,12 0-104 16,0 0-112-16,0 0-269 0,0 0-87 15</inkml:trace>
  <inkml:trace contextRef="#ctx0" brushRef="#br0" timeOffset="117997.89">8547 17810 318 0,'-13'3'278'0,"3"0"-42"0,-2-1-37 0,2 0-24 16,1 2-36-16,-1-1-17 0,0 0-14 0,1 0-14 15,1 0-18-15,-2 0-15 0,2 0-12 0,0 1-8 16,2-1-5-16,-3 2-7 0,4 0-12 0,-1 0 1 16,-1 1-9-16,1 1 4 0,2-1-8 0,2 1 1 15,0 1-2-15,2-1 4 0,3 2-8 0,1 2 7 16,2 1-2-16,0 1 0 0,5 3 24 0,0-1-5 15,1 2 10-15,0-1 5 0,4-1 8 0,-3-1 5 16,2-1 28-16,-1 0 20 0,-1-3 2 0,-2-2 28 16,-2 0 21-16,1-2 5 0,-2-1-11 0,1-1-12 15,-9-4-17-15,15 0-20 0,-15 0-21 0,8-5-15 0,-4 0-4 16,-2-1-10-16,1 0-1 0,-3-2-1 16,0 0-13-16,-1-2-2 0,-2-1-6 0,1-1-6 15,-2-1 5-15,1-1-6 0,-1-2 0 0,2 0-31 0,-1 0 38 16,3 0-34-16,3-1 36 0,-1 0-34 0,2 1 60 15,4-3-37-15,1 1 29 0,3 0-37 16,1 2 28-16,5-3-34 0,0 2 28 0,4 1-4 16,-1 2 28-16,0-1-32 0,5 3 30 0,-6 2-37 0,4 3 25 15,-2-2-32-15,1 3 27 0,0 2-31 0,1-2 26 16,-4 3-13-16,1 1 30 0,0 2-37 0,-1 0 28 16,1 1-35-16,0 3 24 0,1 0-26 15,4 1 24-15,-2 0-30 0,0 2 30 0,0 1-32 0,-2-2 27 16,1 0-32-16,-1 0 32 0,-5-2-30 0,-1 1 58 15,-2-2-22-15,-1 1 59 0,-3-3-25 0,-10-1 36 16,19 0-58-16,-11-4 34 0,0 0-54 16,-3-2-4-16,0-3 4 0,0 0-6 0,-4 2-3 0,2-5 0 15,-3 1-1-15,0-2-8 0,-2 1 9 0,1-1 0 16,1 1 2-16,-2-1-4 0,-2 2-1 0,1 0-1 16,2 1-1-16,0 1-2 0,1 0-2 0,1 1 7 15,2-1-4-15,2 1-3 0,-2 1 2 0,5 0 0 16,-1 0 1-16,2-1 1 0,2 1-2 0,1 1 4 15,2-2-4-15,-3 2 1 0,6-1-1 0,-5 0 0 16,3 1 2-16,-1-1 3 0,-3-1 6 0,3 1-7 16,-2-2 0-16,-3 2 3 0,-1 0 4 0,0-1 7 15,-3-1-5-15,-1 0 0 0,0-2 3 0,-1 0-8 16,-2 1 3-16,-1 0-3 0,-1-2 1 0,-2 1 6 16,-1 0 0-16,-1-2-3 0,1 2 4 0,-5 0-9 15,-1-2-1-15,1 1-2 0,-1 2 1 0,-3 1 0 16,0-1-2-16,1 2 4 0,-1 2-11 0,1 0 2 15,-3 1 0-15,5 2 2 0,-2-1 0 0,3 1-6 16,9 3 5-16,-14-1 2 0,14 1-5 0,-14 4-4 0,14-4 6 16,-8 7 0-16,7-1 3 0,0 2 0 0,1 0-6 15,1 1 7-15,3 3-6 0,0 2-1 16,2 0 3-16,2 1-2 0,0 3 0 0,-2-4-1 16,0 3 11-16,2-3-11 0,-3 2 3 0,-1-1-11 0,0-1 13 15,-3 2-7-15,0-3 10 0,-2 4-11 0,-1-1 14 16,-2 1-5-16,-3 2 8 0,-3 0-11 15,0 0 0-15,-7 5-2 0,1-4 3 0,-7 8 45 0,-3-1-55 16,-2-1 45-16,-1-1-51 0,-3 0 46 0,-3-1-46 16,2 0 41-16,-3-4-40 0,2-1 43 0,-2-1-48 15,1-4 45-15,5-3-47 0,1-1 45 0,4-3-44 16,2-1 47-16,0-2-50 0,6-1 49 0,0 0-49 16,2-3 45-16,1 0-46 0,3-1 48 0,-1-2-48 15,1-1 52-15,2 1-52 0,0 0 47 0,9 3-46 16,-14-6 43-16,14 6-43 0,-12-5 47 0,12 5-50 15,-11-3 56-15,11 3-52 0,-8-4 43 0,8 4-46 16,0 0 50-16,0 0-50 0,-14 3 49 0,14-3-44 16,-10 7 44-16,6-1-42 0,-1 0 43 0,-1 1-48 15,-1 1 46-15,0 0-45 0,0 0 48 0,1 1-51 16,-3 1 49-16,0 0-36 0,0 1 33 0,0 0-46 16,-4-1 47-16,3 1-49 0,-4 2 48 0,-3-1-43 15,2 0 47-15,-3 0-48 0,3-2 42 0,-6 0-37 16,2-3 41-16,0 1-43 0,1-2 43 0,-1-1-41 15,2 0 43-15,-1-4-47 0,3 2 47 0,0-1-45 16,2-2 46-16,-1-2-45 0,2-1 44 0,2 1-46 16,0-2 45-16,1-2-40 0,3 1 37 0,-1-1-46 15,7 6 43-15,-5-9-42 0,5 9 52 0,-5-10-47 0,5 10 42 16,5-10-47-16,-2 4 52 0,2 0-51 0,0-1 48 16,3 1-47-16,2 0 45 0,1-1-37 15,2 0 34-15,4 0-43 0,1-2 50 0,2 1-51 16,2-1 45-16,1 2-42 0,-3-3 30 0,3 2-47 0,3-1 37 15,-1 0-61-15,2-1 23 0,-3 1-37 0,-1-1 34 16,0 2-31-16,-2-2 20 0,1 3-39 0,-3-2 19 16,-1 1-45-16,-3 1 16 0,-1 1-47 15,0-1 0-15,-2 0-35 0,-1-1-41 0,-1 1-40 0,-2-1-66 16,0 2-69-16,-1-1-86 0,-3-2-242 0,0 2-233 16</inkml:trace>
  <inkml:trace contextRef="#ctx0" brushRef="#br0" timeOffset="118377.8">8032 17673 187 0,'0'0'381'0,"0"0"-86"0,-13 1-81 0,13-1-27 0,0 0-61 0,-9 1-15 0,9-1-38 15,0 0-1-15,0 0-34 0,0 0-14 0,-1 6-88 16,1-6-82-16,5 5-100 0,-5-5-152 0,10 5 145 0</inkml:trace>
  <inkml:trace contextRef="#ctx0" brushRef="#br0" timeOffset="118761">10235 18010 193 0,'-5'7'134'0,"0"0"-142"0,2-2-102 0,-2 0 38 0</inkml:trace>
  <inkml:trace contextRef="#ctx0" brushRef="#br0" timeOffset="134526.97">20101 15252 130 0,'-11'0'174'0,"11"0"-25"0,0 0-29 0,0 0-13 0,0 0-20 15,-9-3-2-15,9 3-13 0,0 0-8 0,0 0-14 16,0 0-6-16,0 0-13 0,0 0-2 0,-9-1-9 16,9 1-1-16,0 0-6 0,0 0 0 0,0 0-7 15,0 0 2-15,-13-1-4 0,13 1 1 0,0 0-4 16,-13 1 5-16,13-1-6 0,-10 1 7 0,10-1-3 16,-13 2 9-16,13-2-6 0,-10 1 8 0,10-1 3 15,-14 2 8-15,14-2 1 0,-14 3 2 0,14-3 11 16,-18 1-2-16,18-1-5 0,-18 1-13 0,18-1 10 15,-19 0-3-15,19 0 1 0,-22-1 4 0,11 1-7 16,-1 0-4-16,0-1-4 0,-1 1-6 0,-1 0 0 16,1 0-3-16,-1 1-3 0,-2-1 1 0,2 1-2 15,-1 0-2-15,-2 0-1 0,1 1 0 0,-2 0 3 16,4 1-4-16,-1-3 1 0,-1 5 2 0,3-4 0 16,-2 1 0-16,2 1 0 0,-1-2 4 0,3 2-2 15,-3 0 0-15,2-2 5 0,-1 1-2 0,-2 2 11 16,3-2-2-16,0 1-3 0,0 0 4 0,-3 0 0 15,3-1 7-15,1 0 2 0,-3 2 4 0,1-2-20 16,-2 2 11-16,3 0-14 0,-3-2 10 0,0 1-14 16,-2 1-5-16,4-2-1 0,-3 2 15 0,0 0-15 0,0-1 12 15,0 2-9-15,-2-2 9 0,2 1-17 16,-1 1 15-16,-1 0-7 0,-1 0 64 0,-3 1-19 0,3 0 0 16,-3-1-19-16,2 1 5 0,-2-1-24 15,2 3 19-15,-2-3-16 0,0 1 31 0,-2 0-19 0,1 0 11 16,2 1-25-16,-3-1 17 0,1-1-21 0,-1 3 14 15,1-2-15-15,1 0 14 0,-2 0-18 0,1 1 38 16,0-1-12-16,1 3 10 0,1-1-20 0,-2-1 12 16,1 1-20-16,0 0 8 0,-1 1-14 0,2 0 13 15,-1 0-21-15,-5 1 2 0,0 0 3 0,0 3-3 16,-2-2 4-16,1 2 4 0,-3-1-8 0,-2 2 4 16,-2 1-7-16,5-4 7 0,-5 5 5 0,6-5 0 15,-2 3 3-15,0-4 19 0,3 2-12 0,-1-1 6 16,-1 0-9-16,4-3 1 0,-1 1-4 0,3 0 10 15,0-2-18-15,-2 3 15 0,-1 1-16 0,0-1 8 16,0 1-10-16,-2-1 9 0,1 0-9 0,-3 1 13 16,3 0-13-16,-3 0 21 0,4 0-13 0,-5 0 14 15,2-3-2-15,-2 4 7 0,-6 1-14 0,-1-1 6 16,-2 3-5-16,-2 0-4 0,-1-2 3 0,0 5 0 16,-1-4-7-16,0 4-8 0,-7 2 11 0,-2 4 6 15,3 0-7-15,1-1 5 0,-1 2-6 0,2 2-8 16,0-1 25-16,-2 2-23 0,0-1-2 0,2 0 1 15,-1 1 3-15,0 0-5 0,2-2 11 0,0 1-6 16,7-5 2-16,3-3 1 0,0 0 0 0,0 0 6 0,4-2-1 16,0-3 2-16,7 1-6 0,0-3-1 15,5-4-2-15,1 0 3 0,2-1-4 0,4-1-3 16,1 0 7-16,4-1-5 0,0-1-13 0,2-1-36 16,8-3-12-16,-11 7-47 0,11-7-52 0,0 0-44 0,2 6-75 15,-2-6-86-15,10 5-222 0,-1-4-99 0</inkml:trace>
  <inkml:trace contextRef="#ctx0" brushRef="#br0" timeOffset="135260.51">17577 16674 178 0,'-20'0'197'0,"-2"0"-36"0,3 1-41 0,-4-1 7 0,0-1-34 0,-4 0 2 16,1 1-21-16,-1-1 19 0,1 1-10 0,-2-1-17 15,1 1-12-15,0-2-2 0,3 2-7 0,1-1-10 16,0 2-6-16,0-1-5 0,0 2-4 0,2-1-4 16,-2 1-4-16,3-1 0 0,-1 3 0 0,1-2 2 15,-1 2 0-15,2-1-3 0,0 2 3 0,0 0-2 16,2-2-7-16,-2 0 7 0,2 2 10 0,2-2 15 0,-2 2-5 16,2-2-3-16,2 0 18 0,1 0 7 15,0 0 1-15,3-2 8 0,-1 0-1 0,2 2-9 16,8-3-2-16,-14 3-9 0,14-3 5 0,-11 3-5 15,11-3-5-15,-9 3-1 0,9-3-6 0,0 0-6 0,-12 0-3 16,12 0 1-16,0 0-9 0,0 0 5 0,7-3 0 16,-7 3 11-16,15-6 3 0,-4 1 4 15,5 0 6-15,0-1 6 0,9-1-13 0,3 0-8 16,6-4 10-16,6-1-3 0,4-1 3 0,3-1-1 0,13-3 5 16,1-3 26-16,4-1-13 0,1-2-13 0,3-2 1 15,3-1-12-15,4-2-4 0,3-1-3 0,0 1 1 16,4 1-1-16,16-7-5 0,-18 8 1 15,1 0-7-15,1 0 8 0,-1 1-9 0,0 0 4 0,1 1 2 16,0 2 1-16,0 1-2 0,2 2 11 0,-2 0 2 16,0 3 2-16,-3-1-4 0,1 0-3 0,-5 1 0 15,2 1 8-15,-3 1 17 0,-2-3-6 16,-1 3-5-16,1-2-7 0,-3 1-4 0,1 0-1 0,-4-2-1 16,1 1-1-16,0 0-1 0,-3-2-6 0,0 1 1 15,0-2 3-15,-2 0 5 0,-2 1-4 0,1-1-4 16,-2 1-1-16,1-1-4 0,-2 0 1 0,-2 2-2 15,-9 2-1-15,0 0-3 0,-2-1 1 0,0 2-2 16,0-2 3-16,-4 2 5 0,1-1-1 0,-4 3-6 16,-3-1 7-16,-4 2-9 0,-4 2 6 0,-4 2-11 15,-2 1 6-15,-5 0-31 0,-1 1-31 0,-4 1-45 16,-1 2-4-16,-11 2-44 0,12-1-70 0,-12 1-50 16,0 0-68-16,1 6-71 0,-1-6-404 0,-6 9-343 15</inkml:trace>
  <inkml:trace contextRef="#ctx0" brushRef="#br0" timeOffset="136492.44">24083 14101 104 0,'0'0'279'0,"-6"3"-66"0,6-3-51 0,0 0-29 0,-11 3-28 0,11-3-16 16,0 0-20-16,-7 3-9 0,7-3-22 0,0 0-2 15,0 0-8-15,-6 4-3 0,6-4-6 0,0 0 0 16,-8 2-5-16,8-2 10 0,0 0 0 0,-6 4 22 16,6-4-7-16,0 0 8 0,-10 3-13 0,10-3 12 15,-9 4-12-15,9-4 14 0,-11 3-15 0,11-3 8 16,-11 4-11-16,11-4 21 0,-12 5-20 0,12-5 13 15,-9 2-7-15,9-2 22 0,-10 3-21 0,10-3 20 16,0 0-19-16,-10 2 15 0,10-2 3 0,0 0-4 16,0 0-10-16,-9 3-8 0,9-3-4 0,0 0 12 15,6-3 3-15,-6 3-12 0,13-6 10 0,0 3-16 16,1-2 7-16,4-1 5 0,2-1-9 0,6-1 5 16,5-1 21-16,1-2 7 0,6-1-7 0,3-1 11 15,2-1 7-15,1-1-4 0,0-1-6 0,6 0 19 0,5-6-16 16,4 0-5-16,2-2-17 0,2 2 20 15,3-4-10-15,1 1-6 0,1 1-7 0,-1-1-5 16,1-1-11-16,4 1 1 0,-5-2 0 0,0-1-10 16,2 2-2-16,0-2-3 0,1 1-1 0,-1 1-2 0,3 0 9 15,-1 2 37-15,-2-1-7 0,-1 2-10 0,-1 2-6 16,-4-1-8-16,0 0-2 0,-2 3 0 16,-2 0 25-16,0 0-4 0,-11 3-8 0,1 0-5 15,-2 0 2-15,-2 1-4 0,0 1 1 0,-2-2-8 16,1 2-3-16,-3-1-3 0,-2 1-3 0,-3 0-4 0,2 0-3 15,-6 1 1-15,-4 2-2 0,-2 0 0 0,-2 0-6 16,-3 3 4-16,-6 2-4 0,0-1 6 16,-2 2-14-16,-1 0-3 0,-5 1-24 0,-7 4-53 15,4-4-80-15,-4 4-98 0,-10 6-44 0,-5-1-103 16,-6 4-110-16,-6 3-335 0,-8 4-405 0</inkml:trace>
  <inkml:trace contextRef="#ctx0" brushRef="#br0" timeOffset="137043.12">24183 14537 185 0,'-32'10'263'0,"4"-3"-62"0,5 1-38 0,-1-4-5 0,2 2-4 0,4-2-1 16,3 0-4-16,1-1 18 0,0 0-1 0,3-2-13 16,0 1 13-16,2-1-36 0,9-1 6 0,-13 3-51 15,13-3 5-15,0 0-37 0,-14-3 35 0,14 3-15 16,0 0 26-16,2-9-13 0,-2 9 21 0,7-8-14 16,1 3 18-16,1-1 2 0,2-1-1 0,5 0-8 15,4-2 3-15,2-1 0 0,7-1 5 0,7-4 12 16,6 1-23-16,2-3-10 0,12-3-15 0,3-3-1 15,3 1 5-15,5-2-4 0,3 0-4 0,7-2-7 16,1-1-11-16,5-2-12 0,15-4-5 0,-1 0-5 16,2-1 3-16,-2 0 12 0,1-2 11 0,5 0-19 15,4-1 0-15,0 0-14 0,2 1 4 0,-2-1-16 16,0 2-1-16,2-1 5 0,0-1 0 0,-2 5 2 16,3-3-10-16,-3 1 4 0,-1 2-1 0,-6-1-3 15,-17 7-2-15,-5 1-1 0,0 1-1 0,-5 1-1 16,-3 1 1-16,-3 2-4 0,-4 1 1 0,-1 2-1 15,-5-1 18-15,-8 5-21 0,-2 0 1 0,-3-2-1 16,-2 3 0-16,-3 0 6 0,-5 3-1 0,-4-1-3 16,0 0 2-16,-6 1 0 0,-2 3 4 0,0-2-8 15,-1 2 5-15,-5 0 1 0,-1 0-4 0,-2 0 0 16,-2 3 0-16,-2-1-1 0,0 2-5 0,-2-2-2 16,-7 4-2-16,0 0-49 0,0 0-69 0,0 0-99 15,-12 3-84-15,-1 0-71 0,-2 3-93 0,-5 2-116 16,-2 1-370-16,-3-1-546 0</inkml:trace>
  <inkml:trace contextRef="#ctx0" brushRef="#br0" timeOffset="143678.32">20657 15591 45 0,'0'0'130'0,"0"0"-13"0,0 0-4 16,-10 2-6-16,10-2-4 0,0 0-13 0,0 0-22 0,0 0-14 15,0 0-7-15,0 0-13 0,0 0-2 0,-12 2-12 16,12-2-2-16,-3 5 3 0,3-5-4 0,-4 6 3 16,1 0-2-16,3-6 5 0,-4 12 12 0,1-5 8 15,0 0 6-15,2 1-7 0,1 1-11 0,-1-2-10 16,1 2 2-16,0 0-4 0,1-1-2 0,0 3-5 16,-1-1-3-16,5-1-2 0,-2 3-3 0,-1-3 2 15,1 2-2-15,-1-2-2 0,2 3 0 0,-1-2-3 16,1 0 1-16,-2 1 1 0,3 3-3 0,0-1 2 15,2 0 0-15,-2-1-1 0,1 2 1 0,-2-2-4 16,2 0 17-16,1 0 12 0,-3-4 15 0,1 3 0 16,-1-3 8-16,1-1 13 0,-3 1 7 0,3 0 17 15,-2-4 3-15,-3-4 13 0,5 9-1 0,-5-9 24 16,4 9 4-16,-4-9-32 0,1 5-21 0,-1-5 11 16,0 0 6-16,0 0-13 0,-4 4-15 0,4-4-33 15,-7-5 35-15,2 1-39 0,0-4 28 0,-2 0-26 16,-1-3 21-16,1-2-37 0,-5-2 19 0,2-4-20 15,-4-4 20-15,-1-2-27 0,-3-5 22 0,0-1-29 16,-4-3 23-16,-1-1-25 0,3-2 22 0,-10-7-18 16,2-1 36-16,-1 1-8 0,-2-4-2 0,-1 0 11 0,0 0-33 15,-1-2 11-15,0-2 0 0,-2-1-1 16,2 0-7-16,-1-1-1 0,0 2 0 0,-2-1-6 16,3 5 7-16,1 2 3 0,4 10 12 0,4 4 6 0,0 3 3 15,2 3-1-15,3 4-4 0,2 3-1 16,2 3-5-16,3 3 5 0,0 0-7 0,3 4-6 15,1-1-4-15,-1 4-4 0,4-1-4 0,0 0 1 16,5 7 3-16,-3-6-3 0,3 6 1 0,0 0 1 0,14 7 21 16,0 3 11-16,7 8 6 0,3 5-5 0,4 5 13 15,10 9 2-15,-2 4 13 0,3 2-3 0,-2 4 11 16,0 2 3-16,2 2 1 0,-4 2 13 16,1 3-38-16,-3-1-4 0,-3 3 22 0,1-1-2 0,-3 0-9 15,-2 0 6-15,-2-2 5 0,-1-1 12 0,0-2-10 16,0-3-13-16,-2-8-11 0,-1-4-8 0,-1-1-7 15,2-3-8-15,-1-2-5 0,2-2 11 0,-2-2-17 16,-2-4-2-16,1-4-3 0,-1 2-1 0,-4-6-2 16,2-2-6-16,-1 2 6 0,-1-4-1 0,-1 0-2 15,-3-4 0-15,0 2 0 0,-1-2-2 0,-1 0-1 16,-2-2 0-16,1-1 0 0,-1 2 0 0,-6-6 25 16,10 7-28-16,-10-7 2 0,9 6 2 0,-9-6 0 15,5 6 3-15,-5-6-6 0,0 0-12 0,0 0-9 16,0 0-3-16,0 0-1 0,0 0-7 0,0 0-9 15,-7-7-8-15,1 2-11 0,1-2-14 0,-2-1-25 16,-1-3-7-16,0-1 1 0,-2-1 4 0,1-4 6 16,-2-1 14-16,-3-5 15 0,0-1 0 0,-3-3 19 15,-1-5 2-15,0 0 14 0,-2-3 6 0,-1-1 2 16,-2-1-3-16,0 1 2 0,1-2-8 0,0 2-13 0,-8-8-30 16,6 9 4-16,-3-3-12 0,3 2 12 15,-6-6-2-15,2 8 2 0,3-3 0 0,-6-6-4 16,4 9-1-16,0-3 16 0,-3-5 16 0,-1-1 2 0,7 7 3 15,-4-8 10-15,1-1 0 0,0 1 5 0,4 5 4 16,1-2 0-16,-2 1 13 0,5 1 6 0,-3-1-6 16,5 2 4-16,-2 0 2 0,0 5 11 0,5 0-6 15,0 8 13-15,1 0 5 0,4 6 13 0,-2 0 14 16,2 2 22-16,1 4-9 0,-1 0-1 0,3 2 0 16,-1 1 1-16,2 3-8 0,0 3 8 0,5 4-13 15,0 0 10-15,0 0-18 0,-5 10 19 0,9 5-13 16,4 4-6-16,3 10 6 0,10 6 28 0,5 12-13 15,2 2-2-15,6 3 26 0,0 2 4 0,5 1 0 16,1 0 14-16,-1 4 5 0,2 0 1 0,0 2 1 16,1 0-34-16,-1 2-6 0,-3 2 10 0,3-1-14 15,-3-1-7-15,-2-2-14 0,1 1 14 0,-5-3-16 16,1-4-9-16,-1 0-5 0,-1-3-8 0,-3-3 2 16,1-3-7-16,0-2-5 0,-5-6-12 0,0-1-9 15,0-3-41-15,-2-1-18 0,4-4-49 0,-1-1-54 16,-2-3-45-16,-2-6-90 0,0 0-17 0,1-3-53 15,-5-4-72-15,2-2-482 0,-6-4-510 0</inkml:trace>
  <inkml:trace contextRef="#ctx0" brushRef="#br0" timeOffset="145358.45">21044 15993 476 0,'0'0'571'0,"0"0"-134"0,-7 6-93 0,7-6-76 0,-7 6-48 0,7-6-51 16,-6 9-33-16,6-9-49 0,-4 9 11 0,4-9-36 16,-6 7 16-16,6-7-32 0,-3 6 14 0,3-6-30 15,0 0 19-15,-5 7-19 0,5-7 33 0,0 0-12 16,-4 6 39-16,4-6 12 0,0 0 17 0,0 0 14 16,-2 6 18-16,2-6 5 0,0 0-28 0,0 0-8 0,0 0-22 15,-11-3-24-15,11 3-10 0,-12-9-9 0,5 2-13 16,-2-3-4-16,-1-1-4 0,-3-5-7 0,-1 1-2 15,0-4-7-15,-5-3 3 0,2 1-8 0,-2-2-1 16,-1-3-8-16,-3-1 6 0,0 3-5 0,-1-1 4 16,4 5-7-16,-1-1 7 0,-2 2-9 0,1 0 13 15,0-1-8-15,-1 1 4 0,0 1 0 0,3 0 10 16,-2 2 9-16,0-2-2 0,3 2-9 0,-1-1-2 16,1 0-2-16,2-1 0 0,-2 0-4 0,6 1-3 15,-2 2 0-15,3-2 13 0,-2-1-17 0,4 1 14 16,1 1-17-16,-1-2 15 0,2 1-17 0,2 2 15 15,-1 1-21-15,5-2 17 0,-2 0-12 0,0 1 15 16,1-1-14-16,2 3 10 0,1-2-12 0,0 4 13 16,0-2-12-16,0 2 12 0,-1 1-7 0,2-1 25 15,-1 1-15-15,0-1 22 0,1 1-16 0,1 0 8 16,-1 0-11-16,4 0 10 0,-2-1-17 0,0 0 12 0,3-2-16 16,-1 1 13-16,1-1-14 0,4-1 4 15,-1-4-2-15,0 0 7 0,4-1 6 0,-3 1 6 16,7-3 15-16,-6 3-8 0,2 0 2 0,1 1-2 15,0 0-12-15,-1 4-4 0,-3-1 3 0,2 1-5 16,-1 3-2-16,-2-1 0 0,0 0 3 0,1 2 1 0,-1-1 3 16,0 2 5-16,1-2-3 0,-3 0 6 15,2 2-7-15,0-3 12 0,1 0-6 0,0 1 9 0,0-5-17 16,3-1 18-16,1 1-19 0,0-2 19 0,3-3-25 16,-1-1 0-16,1 1 1 0,1 1 2 0,-3-2 8 15,3 1 0-15,-2 1 6 0,-1 2 31 0,-2 1-44 16,1 0 24-16,-1 1-30 0,0 0 25 0,-1 1-34 15,1-1 29-15,-2 5-25 0,-2-3 23 0,2 1-15 16,-1 1 34-16,-1-2-23 0,0 1 33 0,-1-1-29 16,2-2 27-16,-3-2-34 0,3 1 27 0,-2-5-33 15,0 0 36-15,1-5-26 0,0-1 28 0,0 0-36 16,-2 0 28-16,1-2-33 0,1 0 27 0,-3 0-28 16,2 1-1-16,-3 5 1 0,0 0 1 0,1-2-2 15,0 3-1-15,-2 0 2 0,1-1-1 0,-1 3 2 16,-1-1 4-16,2 2 13 0,-1 2-3 0,-1-1 8 15,1 0 4-15,-2 0 2 0,1 2-5 0,1 1-3 16,-2-2-7-16,2 1-4 0,0 0 5 0,0 0-13 0,-3-1-2 16,3-1-3-16,-2 1 23 0,2-4-21 15,1 1 16-15,-1-3-17 0,1 2 22 0,-1-1-27 16,-2 1 23-16,1 2-27 0,1 1 26 0,-3 0-30 16,2 1 28-16,-2-1-28 0,3 0-2 0,-1 2 0 0,-2 0 1 15,1 1 1-15,3 1-2 0,-3 2 0 0,0 0 2 16,3 0-4-16,-1-2 2 0,0 2 0 0,3 0 4 15,0-1-3-15,-2 1 2 0,4 0 1 16,-2 0 0-16,-1 1 0 0,4 1 1 0,-2-1-1 0,1 1 0 16,1 0 3-16,-1 0-1 0,0 1 1 0,2-1 2 15,0 2-1-15,0-2 0 0,1 3 4 0,-1-1-6 16,3 2 1-16,-1-1 2 0,-1 1 0 0,0 1-1 16,1 1 0-16,2 0 7 0,-2 1-5 15,0 0 2-15,2 0 2 0,-2 1-2 0,2 2 0 0,0 0 0 16,1-1 1-16,-2 1 2 0,5 1 1 0,0-1-1 15,-2 2 0-15,1-2 0 0,0 3-3 0,0-1 1 16,0 2 1-16,0-2 19 0,-1 1-24 0,0 0 28 16,1 3-29-16,-1-1 26 0,2 1-29 0,-1-1 28 15,2 4-30-15,-1-1 26 0,2 1-23 0,-1 0 29 16,-1 3-23-16,1-2 25 0,-1 3-30 0,1 0 25 16,2 0-29-16,-2 0 30 0,1 2-32 0,-1 1 32 15,-1 0-24-15,2-1 28 0,-2 0-20 0,0 3 37 16,-1-1-35-16,1 1 30 0,0-1-37 0,-1-1 28 15,1 3-35-15,-4-4 31 0,2 0-36 0,-3 0 30 16,4 0-31-16,-5-1 30 0,5 1-33 0,-4 0 32 16,1-2-32-16,-1 1 31 0,3-1-36 0,-3 1 7 15,0-2 14-15,0 2-12 0,1 0 0 0,0-2 4 0,1 1 1 16,-2-3 0-16,0 2 0 0,2-1 5 0,-2 1-2 16,-2-3 0-16,1 1-1 0,1 0 1 15,-1-1-1-15,1-1 2 0,-2 2 3 0,2-1-4 0,-3 0-1 16,2 1 2-16,2-1 0 0,-2 0 3 0,0 1-3 15,0-3 0-15,1 4 0 0,-3-3 1 0,2 3-1 16,0-2 2-16,0 1 29 0,-1-1-36 16,0 1 30-16,-2-1-29 0,3 1 26 0,-3-1-32 0,2 0 33 15,0 0-34-15,-1 1 34 0,1-4-34 0,-1 3 37 16,0-2-33-16,2 2 35 0,-3-1-31 0,3 0 47 16,0 0-27-16,-2-2 33 0,2 1-44 0,-2 0 38 15,1-1-47-15,1 0 38 0,-2 0-43 0,2-1 39 16,-1 2-41-16,-1-2 40 0,0 0-40 0,1-1 35 15,-3 2-41-15,6 0 40 0,-4-2-42 0,1 2 38 16,1 0-37-16,-1 0 44 0,0-2-46 0,1 2 43 16,1 1-42-16,-2-2 42 0,2 1-41 0,-3-1 48 15,2-1-48-15,2 1 45 0,-2 1-34 0,1-1 97 16,0-2-33-16,3 2 19 0,0-1-55 0,-1 0-22 16,2-1 0-16,0-1 0 0,-1 1 0 0,2-2 0 15,-2 1 0-15,2-1 0 0,-2 1 0 0,0-1 0 16,0 0 0-16,-3-1 0 0,2 2 0 0,-2-2 0 15,3 0 0-15,-3 1 0 0,1-1 0 0,-2 0 0 0,4 0 0 16,-3 0 0-16,0-1 0 0,1-1 0 0,-1 1 0 16,4 0 0-16,0-3 0 0,0-1 0 15,4 0 0-15,-1-4 0 0,6-2 0 0,1-2 0 16,4-4 0-16,3-1 0 0,-1-2 0 0,0 2 0 0,-1-3 0 16,0 1 0-16,-2 1 0 0,-1 0 0 0,-3 2 0 15,-4 3 0-15,1 1 0 0,-7 1 0 0,1 1 0 16,-5 3 0-16,1-1 0 0,-3 3 0 0,-2-1 0 15,0 3 0-15,1-2 0 0,-3 2 0 0,-1-2 0 16,-2 4 0-16,0-4 0 0,-4 6 0 0,-1-12 0 16,-3 5-218-16,-3 1-267 0,-2-3-31 0,-6 1-80 15,-5 1-53-15,-5 0-62 0,-7 1-92 0,-3 0-533 16,-5 2-940-16</inkml:trace>
  <inkml:trace contextRef="#ctx0" brushRef="#br0" timeOffset="146109.74">21122 14756 265 0,'-6'-9'473'0,"-2"1"-108"0,3-1-96 0,-4-1-45 0,1 1-18 0,2 2 1 16,-1-2-6-16,0 0-9 0,3 3-9 0,-2 2-19 15,3-3-20-15,-3 4-27 0,6 3-17 0,-5-8-4 16,5 8 50-16,0 0 25 0,0 0 15 0,1 8 13 16,7 0-12-16,-2 4-14 0,3 6-17 0,3 0-26 0,4 7-22 15,3 3-5-15,1 1-15 0,1 0-12 0,1 0-16 16,-1-1-13-16,0 1-9 0,2-1-6 15,-2-1-4-15,-1 1-10 0,-1-5-7 0,-3-1 6 16,-1 0 6-16,0-1-16 0,-2-2 10 0,-1-2-23 0,-2-3-12 16,-1 0-64-16,-2-4-73 0,1 0-89 0,-3-1-72 15,2-3-118-15,-7-6-167 0,7 7-450 16,-7-7-668-16</inkml:trace>
  <inkml:trace contextRef="#ctx0" brushRef="#br0" timeOffset="146343.16">21453 14841 583 0,'0'0'734'0,"0"0"-176"0,0 0-110 16,-2 6-118-16,2-6-57 0,0 0-41 0,0 0-3 16,-5 5-13-16,5-5-5 0,0 0-12 0,0 0-2 15,0 0-18-15,0 0-23 0,7-5-18 0,0-2-21 16,2-4-16-16,5-3-14 0,4-5-20 0,7-6-6 15,-1-3 5-15,3 1-32 0,3-3-1 0,-3 4-50 16,1-3-50-16,-1 4-101 0,-1-1-75 0,1 0-87 16,-3 2-113-16,-2 5-115 0,-1-1-511 0,-2 1-684 15</inkml:trace>
  <inkml:trace contextRef="#ctx0" brushRef="#br0" timeOffset="146725.95">22057 14110 762 0,'0'0'808'0,"12"1"-184"0,-12-1-147 0,11 4-104 15,-4 1-70-15,0 1-44 0,3 2-22 0,-1 2-11 0,1 2-40 16,3 2 4-16,-3-1-28 0,4 4-21 0,-2-1-26 16,-1 4-9-16,0-1-32 0,1 3 0 0,0-1-22 15,-2 2 1-15,-4-3-12 0,1 0-2 16,-2 2-6-16,-4-3 16 0,-1 0-8 0,-1 0-1 0,-2 2-3 15,-5-2 6-15,1-2 15 0,-3 0-22 0,-2-3 3 16,-1-3-21-16,-3-2 11 0,0-3-19 0,-2-3 12 16,-2-2-15-16,2-4 10 0,-5 0-14 0,0-6-2 15,0-1 7-15,0-5-4 0,1-1 14 0,8 4-17 16,-1-4 7-16,3 1-17 0,7 2 15 0,-1 1-9 16,5 1 9-16,2 3-18 0,5-2 21 0,1 3-15 15,4 0 12-15,3 2-18 0,2 2 24 0,3 2-13 16,0-1 11-16,5 4-15 0,3-1 15 0,1 1-14 15,2 2 9-15,4 0-8 0,-1 1 6 0,3 0-28 16,-4 0-26-16,3 1-46 0,0-4-55 0,-5 2-88 16,-2-2-74-16,0-1-74 0,0-1-87 0,-5 0-99 15,-1-2-527-15,0-1-717 0</inkml:trace>
  <inkml:trace contextRef="#ctx0" brushRef="#br0" timeOffset="147276.1">22588 13990 250 0,'-4'-5'669'15,"-1"-1"-161"-15,0 0-107 0,1 1-55 0,-2-2-55 16,-2 0-59-16,3 0-40 0,-4 0-23 0,3-1-30 16,-4-3-31-16,1 2 4 0,-3-1-9 0,1-1-17 15,-2 0 1-15,-4-1-12 0,3-1 2 0,-5 2-31 16,1 0 17-16,-2-1-19 0,-5-1 19 0,2 1-22 15,-5 0 11-15,-2 0-20 0,-7-1 23 0,-2 3 4 16,-2 1 16-16,-5 2-27 0,0 0 12 0,-5 2-12 16,-5 2 17-16,0 1-23 0,-3 4 2 0,-4 1-15 15,-11 3 15-15,1 4 10 0,2 3 15 0,-2 3-25 16,1 4 9-16,1 3-10 0,1 2 14 0,2 3-20 16,1 1 3-16,2 2-3 0,6 1-7 0,1 1-10 15,3-1 3-15,5 1 4 0,1 1-14 0,7 1-3 16,1-1 7-16,9-6-11 0,0 3 8 0,4-2-14 15,-1 1 12-15,4 0 2 0,1 1 8 0,0 1 1 16,2 0-3-16,3 3-9 0,0-2-4 0,0 1 4 16,3 2 10-16,1 0-3 0,2 1 3 0,2 0 2 15,-1-1 5-15,3-6-10 0,3 1 3 0,1-2 3 0,0-4-2 16,1-1-8-16,3 0 2 0,1-4-3 0,1 1 12 16,1 1-12-16,6 0 5 0,-2-1-11 15,3-1 3-15,4-1-1 0,1 3 22 0,-1-1-15 16,5-2 18-16,1-2-22 0,0 0 13 0,2-1-18 0,2 0 15 15,-2-1-21-15,6-1 38 0,-1-2-25 0,2 0 14 16,1 0-25-16,1-2 18 0,0-1-21 16,0-2 20-16,2-1-27 0,-6-2 30 0,3 0-32 15,-1-2 24-15,-1-2-34 0,1 0-5 0,-1-2-38 0,-2 0-27 16,2-3-26-16,-3 0-45 0,-2-1-32 0,1-2-66 16,-3-2-60-16,0 2-53 0,-4-5-99 0,2 3-109 15,-5-3-491-15,-3 0-687 0</inkml:trace>
  <inkml:trace contextRef="#ctx0" brushRef="#br0" timeOffset="147676.29">20556 14647 19 0,'-18'-17'599'0,"-1"3"-166"0,4 2-86 0,-2-1-70 0,3 3-24 16,0 0-17-16,5 3-26 0,0-2-20 0,-1 5-19 15,4-2-6-15,-1 0-33 0,7 6 17 0,-9-5 35 0,9 5 34 16,0 0 24-16,-1 9 23 0,3 0-9 15,6 7-16-15,2 9-6 0,8 9-21 0,5 7-2 16,5 11 7-16,6 3 8 0,0 4-13 0,4 0-26 0,2 5-36 16,3-3 2-16,0 1-32 0,-2-2-25 0,1-1-20 15,-4-4-15-15,-1-1-11 0,-1-2-12 0,-3-5-6 16,0-2-7-16,-11-10-5 0,1-3-5 0,-1-2-16 16,-7-6-42-16,-1-7-60 0,-2-1-57 15,-2 0-28-15,0-7-39 0,-1-3-51 0,-2-2-69 0,-7-4-59 16,7-5-53-16,-3-2-65 0,-4-4-99 0,-4-5-494 15,-1-7-732-15</inkml:trace>
  <inkml:trace contextRef="#ctx0" brushRef="#br0" timeOffset="147925.51">20798 14468 709 0,'4'-13'774'15,"1"1"-169"-15,-3 5-140 0,1-2-110 0,-3 9-67 16,7-7-29-16,-7 7-28 0,12 0-17 0,-2 3-8 15,-1 3 11-15,3 4-41 0,0 3-11 0,5 7-9 16,1 2 3-16,2 8-16 0,2 5-11 0,1 3 13 16,5 12-14-16,0 0-8 0,-1 2-9 0,1-2-22 15,2 0-43-15,-2 0 21 0,-3-3-36 0,2-2 21 16,-4-7-41-16,-1-2 21 0,-3 0-32 0,0-3 24 16,0-3-13-16,-6-5-18 0,-1-2-23 0,-1-5-38 15,-2-1-27-15,0-4-50 0,-4 0-57 0,3-4-61 16,-2 0-63-16,-2-2-71 0,-4-7-40 0,7 6-115 0,-7-6-603 15,1-8-766-15</inkml:trace>
  <inkml:trace contextRef="#ctx0" brushRef="#br0" timeOffset="148195.6">20846 13909 218 0,'-15'-31'794'16,"2"6"-115"-16,2 2-120 0,1 5-115 0,2 3-102 0,1 2-55 15,2 3-68-15,4 4 37 0,1 6-31 0,0 0 2 16,6 4-18-16,2 7-39 0,7 5 15 0,7 12-20 16,2 7-19-16,11 11-3 0,1 4-29 0,6 6 8 15,0 1-17-15,5 5 10 0,7 13-42 0,2-1-13 16,-1 0 12-16,0-1-16 0,-11-11-18 0,2 1-6 16,-5-2-7-16,-2 0-4 0,1-4-4 0,-6 0-6 15,-2-4 4-15,-3-3-7 0,0-3-14 0,-9-10-33 16,-1-2-20-16,-2-4-30 0,-2-8-72 0,-4-3-53 15,0-2-91-15,-3-6-54 0,-2 1-58 0,-2-5-121 16,-4-8-130-16,0 0-361 0,0 0-638 0</inkml:trace>
  <inkml:trace contextRef="#ctx0" brushRef="#br0" timeOffset="148492.28">21101 13616 379 0,'-13'-27'718'0,"-1"0"-167"16,0 2-95-16,1 4-79 0,4 5-68 0,0 0-63 16,1 3-53-16,1 3-34 0,3 1-15 0,4 9 55 0,0 0 11 15,0 0 7-15,8 7-17 0,3 9-12 16,4 6-10-16,7 10-1 0,10 14-6 0,4 6-18 16,2 10-14-16,13 15-18 0,3 8 26 0,1-1-22 0,-1 2-21 15,1-2-28-15,-2 2 53 0,0 0-46 16,-3-1 17-16,-3-4-22 0,-10-10-15 0,-1-4-12 0,-2-2-9 15,-2-3-3-15,0-2-4 0,-1-4-7 0,-4-4-31 16,-2-3 25-16,-3-9-48 0,-4-6 5 0,0 0-68 16,-6-9-34-16,1-3-42 0,-3-5-67 0,-2-3-85 15,2-2-51-15,-5-3-79 0,-5-9-93 0,9 3-151 16,-9-3-432-16,4-15-738 0</inkml:trace>
  <inkml:trace contextRef="#ctx0" brushRef="#br0" timeOffset="148792.69">21557 13253 584 0,'-12'-37'732'0,"2"7"-120"0,-1 2-94 0,4 6-94 16,-3 1-97-16,6 7-56 0,-1 0-68 0,3 7 9 16,2 7-11-16,0 0 10 0,7 11-29 0,3 6-9 15,3 9-15-15,6 14-2 0,6 13-12 0,3 7 15 16,5 5-14-16,9 22 13 0,-1 2 7 0,4 5 16 15,-2 3-35-15,0 0 38 0,-2-1-59 0,0-2 14 0,-1-2-3 16,2-1-10-16,-5-4-28 0,-5-14 7 0,-1-1-49 16,-2 1 13-16,1-3-14 0,-2-1-13 15,0-4-9-15,-2-2-11 0,-1-6-41 0,-2-1 8 16,-1-1-54-16,-7-13-3 0,-1-1-66 0,0-6-5 0,-6-5-47 16,3-5-12-16,-3-5-23 0,-3-5-60 0,-1-3-79 15,-4-3-78-15,0-9-95 0,0 0-163 0,-9-9-535 16,3-8-840-16</inkml:trace>
  <inkml:trace contextRef="#ctx0" brushRef="#br0" timeOffset="149058.46">21993 13589 651 0,'-3'-24'750'16,"2"6"-138"-16,-2 1-125 0,3 2-116 0,-2 2-76 15,2 2-59-15,0 4-48 0,0 7 1 0,0 0 15 16,11 7 8-16,-2 6-8 0,3 6-21 0,1 6-14 15,4 10 6-15,0 4-3 0,7 13-3 0,2 7 25 16,1 5-36-16,1 4 10 0,0 3-18 0,1 1-23 16,2-1 15-16,1 2-51 0,0-1 4 0,0 0-47 0,0-2 19 15,-2 1-12-15,2-3-12 0,0-3-8 16,-2-2-10-16,-2-3-5 0,1-1-3 0,-1-6-5 16,-1-3-14-16,-1 0-55 0,-6-9 3 0,2-4-58 15,-4-2-23-15,0-4-53 0,-4-8-91 0,-3-4-68 0,-1-2-59 16,0-7-25-16,-2-2-87 0,-8-8-138 0,12-4-448 15,-8-8-720-15</inkml:trace>
  <inkml:trace contextRef="#ctx0" brushRef="#br0" timeOffset="149311">22563 13909 1066 0,'-3'-12'820'0,"-2"-1"-127"0,1 4-150 0,0-2-92 0,2 5-105 16,-1-4-54-16,-1 3-58 0,2 1-36 0,2 6-33 15,0-11-43-15,0 11-4 0,0 0 6 0,15 5-7 16,-2 7 32-16,4 8-17 0,6 10 33 0,1 7-31 16,5 14 25-16,3 4-23 0,0 7 16 0,3 3-56 15,-2 2-10-15,0 1-12 0,-1 2 24 0,1 1-43 16,-3-3 21-16,-1-1-14 0,-2-2-13 0,-3-4-9 16,2-1-5-16,-6-6-36 0,1-3 24 0,-6-9-39 15,0-4 0-15,-1-2-80 0,-1-11-46 0,-4 0-79 16,0-7-77-16,1-2-60 0,-3-2-65 0,-1-3-26 15,1-3-34-15,-2-5-103 0,-5-3-66 0,7-2-368 16,-4-7-628-16</inkml:trace>
  <inkml:trace contextRef="#ctx0" brushRef="#br0" timeOffset="149525.42">22981 14162 507 0,'-6'-23'850'15,"3"-1"-115"-15,0 7-164 0,-1 1-90 0,2 0-105 16,0 6-57-16,-1 1-67 0,3 9 6 0,0 0-39 15,0 0-11-15,7 5-16 0,0 7-15 0,0 4-2 0,5 5-37 16,1 2-4-16,3 9-48 0,2-1 11 0,1 1-36 16,2 1 10-16,-1 1-38 0,3 1-4 15,1-3-8-15,-2 1 6 0,1 1-42 0,0-2-1 16,-1-3-39-16,0 0-25 0,-3-6-36 0,-4-2-87 0,4-2-87 16,-6-3-71-16,0-3-71 0,-3-4-98 0,0-4-107 15,-10-5-387-15,18-2-633 0</inkml:trace>
  <inkml:trace contextRef="#ctx0" brushRef="#br0" timeOffset="149692.19">23409 14079 1418 0,'0'0'1004'0,"11"-4"-240"0,-11 4-131 16,5 7-127-16,-5 2-116 0,1 8-67 0,2 8-33 16,2 7-56-16,-1 3-16 0,3 8-69 0,1 0-28 15,0-2 0-15,1 0-63 0,0-1 6 0,4-1-63 16,-2-2-27-16,3 0-69 0,-1-3-77 0,0-6-127 15,0-2-146-15,-2 1-144 0,-1-3-275 0,-1-5-334 16,-1-5-807-16</inkml:trace>
  <inkml:trace contextRef="#ctx0" brushRef="#br0" timeOffset="150925.81">19640 12006 168 0,'-2'-16'606'0,"1"4"-145"0,1 2-114 0,0 1-83 0,-1 1-41 0,1 8-42 16,0 0-30-16,0 0-10 0,0 0-12 0,2 7-4 15,1 1-16-15,-3 4-1 0,1 1-5 0,1 4-11 16,-2 1-25-16,0 3 10 0,-3 4-14 0,-1 5 3 16,-5 4 7-16,-1 2 6 0,-3 4 1 0,-5 0-11 15,-2-2-12-15,2 0 19 0,-5-1 7 0,0-4-9 16,1-1-12-16,-3-4-10 0,2-5-7 0,1-5-10 16,4-6-3-16,-1-1-7 0,4-6-5 0,1-4-5 15,-1-3-7-15,2-6 0 0,0-4-2 0,0-5-9 0,5-4 6 16,3-2 8-16,1-2-19 0,2 1 12 0,3-1-16 15,2 1 13-15,0 2-18 0,5 2 17 16,2 1-14-16,-1 2 17 0,4 4-12 0,1 1 20 16,2 3-13-16,0 5 9 0,1 1-10 0,2 4 15 0,1 2-11 15,2 2 14-15,1 4-12 0,5 3 14 0,0 2-17 16,4 4-1-16,-1 3-1 0,-2 1 2 0,-1-1-6 16,-1 1-7-16,-5-3-11 0,0 0-38 15,-2-2-52-15,-1-1-66 0,-2-4-28 0,-3 1-68 0,-1-2-41 16,-3-4-35-16,-1-3-65 0,-9-4-353 0,15 3-287 15</inkml:trace>
  <inkml:trace contextRef="#ctx0" brushRef="#br0" timeOffset="151341.74">19987 12066 223 0,'0'0'601'0,"0"0"-138"0,0 0-78 0,12 0-30 0,-12 0-27 0,0 0-43 0,0 0-47 0,8-4-40 15,-8 4-28-15,5-9-14 0,0 0-29 0,1 1-27 16,2-3-17-16,5-3-17 0,1-2-13 0,1 0-11 15,3-1-9-15,1-2-11 0,2 2-44 16,-2 3-122-16,-1-1-64 0,-3 4-120 0,0-1-115 0,-2 3-432 16,-1 3-432-16</inkml:trace>
  <inkml:trace contextRef="#ctx0" brushRef="#br0" timeOffset="151492.39">20173 12155 137 0,'0'0'649'15,"-1"10"-171"-15,1-10-127 0,0 0-59 0,0 0-51 16,10 1-34-16,-3-5-54 0,4-5-30 0,3-3-24 16,2-1-21-16,7-6-21 0,3-5-22 0,2 1-80 15,1-5-117-15,2 2-111 0,-1-4-495 0,-2 0-283 16</inkml:trace>
  <inkml:trace contextRef="#ctx0" brushRef="#br0" timeOffset="151825.48">20671 11526 61 0,'0'0'648'0,"-5"-6"-189"0,5 6-109 0,0 0-58 16,0 0-38-16,-13 2-32 0,13-2-16 0,-11 6-24 15,4-1-24-15,2 1-15 0,-1-1-21 0,0 2-20 16,1 0-22-16,-2 3-14 0,3 0-13 0,-1 1-10 16,0 1-10-16,-1 1-6 0,3-1-7 0,1 1-13 15,0-5-4-15,1 4 12 0,1-3-20 0,1-2 18 16,1 0-15-16,-2-7 12 0,8 10-13 0,-8-10 10 15,12 4-8-15,-12-4 10 0,17-1-14 0,-5 0 13 0,1-3-11 16,0 1 10-16,1-1-1 0,1 2-4 0,1-3 6 16,0 4-6-16,0-1 0 0,-1 2 1 15,2 3-8-15,-1 0 9 0,0 2-15 0,1 1 17 16,-3 5-16-16,3 2 15 0,-4-2-15 0,-1 4 15 0,-1 1-10 16,-3 0 8-16,-3 2-16 0,-2-2 20 0,-1 0-10 15,-2 2 7-15,-4 0-3 0,-1-1 0 0,-2 2-5 16,0-1-16-16,-6 1-63 0,3-2-28 0,-3-1-50 15,-4-4-58-15,2 1-65 0,-3-2-88 0,3-5-368 16,-3-3-248-16</inkml:trace>
  <inkml:trace contextRef="#ctx0" brushRef="#br0" timeOffset="152008.49">20519 11746 466 0,'-4'-12'496'0,"2"3"-114"15,-1 2-92-15,1 0-56 0,0 1-44 0,0-1-11 16,2 7-1-16,1-11-6 0,0 5 3 0,3-3-15 15,1 1-28-15,3-5-21 0,2 3-23 0,4-5-17 16,-1 3-11-16,1-5-12 0,5-2-1 0,1 2-19 16,0-2 9-16,0-2-22 0,0 1-5 0,1 2-3 15,-2-1-5-15,1 1-26 0,-3 0-38 0,-2 4-49 16,0 0-60-16,-4 1-101 0,0 2-119 0,0 1-415 16,-2 1-334-16</inkml:trace>
  <inkml:trace contextRef="#ctx0" brushRef="#br0" timeOffset="152208.45">21139 11332 436 0,'10'8'639'0,"-1"-2"-116"0,-2 1-77 16,0 2-29-16,2 5-79 0,0-1-28 0,0 5-16 16,1 1-37-16,-1 2-49 0,0 4-23 15,4 4 6-15,-2 5-36 0,1 2-35 0,5 1-23 16,-3-1-22-16,2 2-15 0,0-1-13 0,0 0-10 0,1-2-16 15,-2 0-20-15,-1-3-32 0,0-4-79 0,-3-2-95 16,-3-5-98-16,-1-1-98 0,-3-3-116 16,-2-4-509-16,-3-3-637 0</inkml:trace>
  <inkml:trace contextRef="#ctx0" brushRef="#br0" timeOffset="152375.69">21034 11583 582 0,'-4'-10'793'0,"-1"4"-148"0,1-2-158 16,4 8-98-16,-7-9-93 0,7 9-47 0,-4-10-64 16,4 10-23-16,0 0-44 0,-1-8-24 0,1 8-14 15,6-4-66-15,-6 4-111 0,0 0-181 0,17 1-257 16,-17-1-460-16,10 6-593 0</inkml:trace>
  <inkml:trace contextRef="#ctx0" brushRef="#br0" timeOffset="153225.79">20561 14868 322 0,'-10'-14'360'0,"0"3"-81"0,0-3-46 0,-2-3-29 15,3 2-4-15,-1-1 18 0,-1 1-16 0,2 1-15 16,1 1 2-16,-1 0-19 0,1 2 25 0,2 0-29 16,-1 3-23-16,2-1-14 0,-1 5 8 0,6 4-4 15,-4-4 34-15,4 4-1 0,1 8-1 0,2 7-19 16,6 4-20-16,0 7-19 0,4 8-1 0,3 3-6 16,3 2-14-16,1 1-8 0,5 9-11 0,1-2 4 15,0 0-13-15,1 1 2 0,-1-1-26 0,1 1-9 16,0-4-3-16,-6-3-7 0,2-3-3 0,-3 2-2 15,0-1-10-15,0-1-6 0,-4-3-26 0,2-2-33 16,-7-3-49-16,2-5-53 0,-3-5-45 0,-1-2-56 16,-2-4 3-16,-1-3-28 0,0-2-34 0,-6-9-37 15,8 4-37-15,-8-4-413 0,4-10-345 0</inkml:trace>
  <inkml:trace contextRef="#ctx0" brushRef="#br0" timeOffset="153460.45">20754 14697 165 0,'-5'-17'618'0,"3"3"-139"0,0 2-112 0,1 1-79 16,-3 1-46-16,3 4-21 0,1 6-8 0,0 0 15 0,0 0-5 15,8 6 22-15,-3 7-15 0,2 5-3 0,5 7-6 16,3 8-20-16,1 4-3 0,4 3-29 16,4 9-7-16,3 3-28 0,1-1-16 0,3 2-18 15,-1-2 1-15,1 2-27 0,1-3-13 0,-2 0-15 0,0-3-9 16,1-1-8-16,-2-3-9 0,-4-7-18 0,-1-1-18 15,-1-2-20-15,-1-6-62 0,-6-3-85 0,1-5-79 16,-4-3-55-16,-1-5-3 0,-1-2-64 0,-2-5-54 16,-9-4-49-16,14-3-417 0,-11-4-469 0</inkml:trace>
  <inkml:trace contextRef="#ctx0" brushRef="#br0" timeOffset="153675.98">20934 14330 75 0,'-5'-16'751'0,"-1"4"-215"16,5 5-127-16,1 7-44 0,4 6-52 0,3 7-51 16,7 9-27-16,4 10 30 0,4 5-36 0,6 14 1 15,3 2-10-15,1 4-26 0,3 2-31 0,-1 1-32 16,0 2-26-16,3-1-17 0,-1-1-15 0,-3 1-17 16,3-3 6-16,2 1-28 0,-3-4-12 0,-1-1-16 15,-2-4-25-15,0-3-44 0,-9-10-79 0,-1-2-87 16,1-4-96-16,-7-7-58 0,-1-9-86 0,-1-2-110 15,-3-8-247-15,-11-5-362 0</inkml:trace>
  <inkml:trace contextRef="#ctx0" brushRef="#br0" timeOffset="153946.35">21264 13766 892 0,'-14'-17'636'0,"1"1"-160"0,1 5-100 15,1 3-91-15,0 2-61 0,11 6-27 0,-14 0-7 0,10 7 31 16,1 5 8-16,5 8 23 0,2 10-8 0,5 9 0 16,8 16-33-16,5 6-36 0,4 3-11 0,7 5-11 15,12 15-18-15,-1 4-24 0,5 3-13 0,-2-1-27 16,3 2 1-16,-3-3-17 0,1-2-7 0,-2-4-10 16,-12-15-19-16,3 0 9 0,-5-5-25 0,0 2 6 15,-4-7-24-15,0 2-10 0,-5-5-24 0,-7-12-32 16,0 1-41-16,-3-7-42 0,-4-7-51 0,1-4-45 15,-5-5-64-15,-1-7-31 0,-1-5-110 0,-3-9-44 16,0 0-73-16,0 0-266 0,-12-15-393 0</inkml:trace>
  <inkml:trace contextRef="#ctx0" brushRef="#br0" timeOffset="154208.45">21411 13636 659 0,'-11'-34'514'0,"-1"8"-91"15,3 5-68-15,2 2-64 0,0 4-70 0,1 1-51 16,1 4-33-16,2 3 28 0,3 7 38 0,0 0 17 16,4 3-5-16,6 9 3 0,2 6 27 0,8 13-26 15,8 14-4-15,3 9-43 0,3 7 9 0,10 22-22 0,3 4-13 16,-2 3-6-16,1 4-35 0,-1 2-17 0,1 0 11 16,-3 0-5-16,-2 0-34 0,-3-5 5 15,-6-18-29-15,0-2 4 0,-4 0-26 0,-1-5 8 16,-1-3-37-16,-3-6-4 0,-3-2-20 0,-2-11-55 0,-4-5-37 15,0-5-100-15,-4-7-68 0,-1-5-52 0,-4-7-42 16,3-4-111-16,-5-4-80 0,-3-7-424 0,0 0-614 16</inkml:trace>
  <inkml:trace contextRef="#ctx0" brushRef="#br0" timeOffset="154425.24">21979 13918 443 0,'-4'-24'733'0,"0"5"-204"0,3 2-97 15,1 4-106-15,0 7-26 0,0 6-12 0,0 0-14 16,16 13-28-16,-7 7 2 0,6 14-32 0,4 7-6 16,2 13-35-16,5 4-4 0,-1 4-40 0,3 0-8 15,-2 3-23-15,2-1-32 0,0 1-5 0,2-3-22 16,-1-2-9-16,-1-2-8 0,0-3-5 0,0-6-11 16,-6-8-10-16,-3-4-20 0,2-5-38 0,-7-7-83 15,2-5-78-15,-4-2-28 0,1-5-74 0,-3-6-38 16,-2-3-72-16,-8-4-57 0,16-7-420 0,-9-6-475 15</inkml:trace>
  <inkml:trace contextRef="#ctx0" brushRef="#br0" timeOffset="154591.79">22390 13865 668 0,'3'-7'615'0,"-3"7"-112"16,10 6-39-16,0 13-82 0,7 14-48 0,6 16-38 0,2 7-34 15,2 5-12-15,1 0-18 0,-1 4-10 0,0 0-64 16,1-1-21-16,-1 0-42 0,-2-6-14 15,2-1-14-15,-1-3-15 0,2-8-9 0,-9-8-17 16,2-6-49-16,-2-3-101 0,-4-7-109 0,0-7-88 0,-2-5-129 16,-1-3-132-16,-1-5-404 0,-2-5-581 0</inkml:trace>
  <inkml:trace contextRef="#ctx0" brushRef="#br0" timeOffset="154759.13">22955 13989 657 0,'10'4'841'0,"-1"5"-130"0,1 9-144 0,8 12-94 16,3 6-83-16,-2 1-80 0,3 4-43 0,4 5-70 16,-4-7-29-16,5 6-32 0,-3-8-45 0,2-2-9 15,-2 1-24-15,2-2 3 0,-4-4-30 0,-1 0-23 16,1-4-74-16,-7-3-144 0,-2-4-147 0,-3-3-199 16,-5-3-660-16,-1-1-826 0</inkml:trace>
  <inkml:trace contextRef="#ctx0" brushRef="#br0" timeOffset="155525.12">22063 16324 234 0,'0'0'402'0,"5"-7"-71"0,-5 7-40 0,3-11-45 0,-1 3-4 0,-1-1 13 0,2-1-51 16,-2-3 20-16,1 1-32 0,-1-5 1 0,-1 1-32 16,0-3 6-16,0 0 7 0,-3 1-17 0,1-2-12 15,-1-1-17-15,-2 1 5 0,-1-3 3 0,-1 4 15 16,-2 0 13-16,0 2 1 0,-1 2-16 0,-4 0 29 16,0 2-31-16,1 6-9 0,-2 0-23 0,-2 4-12 15,0 4-17-15,-3 5-15 0,-1 1-5 0,-4 8-10 0,1 2-13 16,5 2-7-16,-2 4 34 0,6 2-59 15,0 0 46-15,3 0-57 0,6-3 42 0,1 0-7 16,3-2-4-16,5 0-8 0,3 1-2 0,1-3-4 16,2-3-12-16,1-3-10 0,3-2-47 0,0-3 56 0,2-4-51 15,-2-1 49-15,2-4-47 0,0 1 42 0,-1-5-37 16,2-5 51-16,0 1-48 0,-3-3 9 0,-1-2 5 16,-1 1 8-16,-3 0-1 0,-2-1 6 0,-2-1 3 15,2 0 10-15,-3 3-5 0,-2 1 19 0,3 2 11 16,-3 0 1-16,2 0-3 0,-2 3 7 0,0 1-23 15,3 0-5-15,-4 6 20 0,0 0 10 0,15 6 4 16,-5 3 11-16,2 6-5 0,6 4 35 0,4 8-54 16,0 2 41-16,2 2-12 0,0 1-12 0,3 1-9 15,0 1-5-15,-2-2-8 0,0 0-4 0,0-2-6 16,0-4-13-16,-3 1-42 0,-3-5-95 0,0-4-53 16,-4-4-102-16,0-2-90 0,-2-5-62 0,-3-2-51 15,-10-5-129-15,18-3-566 0,-14-6-801 0</inkml:trace>
  <inkml:trace contextRef="#ctx0" brushRef="#br0" timeOffset="155825.5">22321 15925 500 0,'0'-13'834'0,"-1"5"-203"0,-1 0-137 0,2 8-117 0,-1-9-74 0,1 9-53 16,0 0-32-16,0 0-21 0,-2 11-23 0,2-11-20 15,1 8-4-15,0-2-29 0,-1-6-30 0,0 13-17 16,3-7-12-16,-2 3-15 0,3-2-8 0,0 1-11 15,-2-1-2-15,4 2-8 0,-1-1-5 0,1-1 4 0,0 0-7 16,1 1-2-16,-1-1 0 0,4 0 4 0,1 1 3 16,0-1 2-16,3 0-6 0,-1-1 7 15,2 1-8-15,-1-1 8 0,3 0-9 0,0 0 7 16,-1 0-8-16,1-1 0 0,-1 1-5 0,0 0 5 0,0 0-6 16,-3 1 3-16,1-2-5 0,-2-1 5 0,-2 4-10 15,0-2 8-15,-2-2-6 0,-2 4 4 0,-1-1-6 16,0 1-1-16,-3 0-12 0,-2-2-29 15,-2 3-40-15,-1 0-73 0,-4-2-102 0,1-1-77 0,-5-1-85 16,0-3-121-16,-3 0-428 0,-4-4-565 0</inkml:trace>
  <inkml:trace contextRef="#ctx0" brushRef="#br0" timeOffset="155976.01">22362 15904 643 0,'5'-17'645'16,"3"0"-133"-16,-2-4-82 0,3 1-43 0,3-4-39 15,2-1-24-15,-1-3-43 0,4-3-44 0,0 0-43 16,0 0-40-16,-3 5-30 0,0 2-32 0,0 2-68 16,-3 3-85-16,-1-1-107 0,1 2-66 0,-1 1-88 15,-1 4-140-15,-1 3-523 0,-2-1-577 0</inkml:trace>
  <inkml:trace contextRef="#ctx0" brushRef="#br0" timeOffset="156225.65">22950 15287 783 0,'0'0'842'0,"5"-5"-169"16,-5 5-173-16,0 0-62 0,6 5-37 0,-4 3-7 16,0 6-11-16,1 4-37 0,1 9 14 15,-1 5-14-15,4 9-6 0,2 3-17 0,-3-2-60 0,3 4-58 16,0 0-39-16,1-2-31 0,2 0-29 0,1 0-22 15,1-2-19-15,-1-2-49 0,-1-3-43 0,0-1-55 16,-2-9-94-16,-1-2-65 0,-1-4-70 0,-1-3-98 16,-3-3-85-16,-3-2-90 0,1-6-107 0,-4 1-625 15,-1-3-921-15</inkml:trace>
  <inkml:trace contextRef="#ctx0" brushRef="#br0" timeOffset="156358.46">22776 15734 750 0,'-13'-16'756'15,"3"2"-144"-15,2 1-125 0,-2 2-92 0,5 3-67 16,-1-2-50-16,2 3-55 0,1 0-46 0,3 0-61 16,3-1-80-16,-2 2-98 0,6 1-89 0,-2-2-119 15,2 3-176-15,3-1-562 0,1 1-612 0</inkml:trace>
  <inkml:trace contextRef="#ctx0" brushRef="#br0" timeOffset="156526.01">23727 15848 2360 0,'-13'1'1292'0,"-5"-1"-232"0,3 2-287 16,1-2-162-16,14 0-264 0,-13-2-189 0,13 2-185 16,0 0-171-16,-10 0-176 0,10 0-210 0,0 0-171 0,-10 2-725 15,10-2-1102-15</inkml:trace>
  <inkml:trace contextRef="#ctx0" brushRef="#br0" timeOffset="164558.95">18881 14577 52 0,'-5'9'634'0,"5"-9"-203"0,-9 4-74 0,9-4-88 0,-9 3-9 0,9-3-53 0,-7 6-11 16,7-6-53-16,0 0-6 0,-7 3-26 0,7-3-7 15,0 0-40-15,0 0 7 0,0-7-29 0,5 1 9 16,3-3-9-16,3-3-7 0,3-2-21 0,5-4 11 16,-1 0-22-16,3 2-5 0,-4 3 3 0,-1-1 15 15,0 1-21-15,0 3 6 0,-5-1-78 0,2 3-61 0,-3 2-64 16,-2 2-19-16,-8 4-11 0,0 0-55 0,13 3-60 15,-13-3-201-15,-3 14-58 0</inkml:trace>
  <inkml:trace contextRef="#ctx0" brushRef="#br0" timeOffset="164676.51">18902 14752 108 0,'-1'9'362'0,"1"-9"-99"0,1 7-41 16,-1-7-27-16,11-2-31 0,-4-2-19 0,6 0-22 15,1-7-23-15,5 1-19 0,6-6-16 0,3-4-13 0,4-2-4 16,0-2-13-16,2-1-13 0,-1 0-91 0,1-1-140 15,-2-1-325-15,-2 2-38 0</inkml:trace>
  <inkml:trace contextRef="#ctx0" brushRef="#br0" timeOffset="165195">19308 14097 458 0,'0'0'425'16,"0"0"-100"-16,0 0-54 0,0 0-25 0,0 0-45 15,-7 5-38-15,7-5 6 0,-1 7-44 0,1-7 6 16,-1 12-54-16,-1-7-9 0,1 3-9 0,0-2-8 16,-3 2-8-16,0 2 0 0,0-4-13 0,-1 4 3 15,0-3-2-15,-3 1-8 0,0 0 13 0,-3 1-4 16,0-3 7-16,-3-2 4 0,1 2-9 0,-1-4-9 16,0-1-2-16,-1-1-3 0,0-3-7 0,0 0-4 15,0-1 2-15,1-3 2 0,1-2-4 0,1-1-2 16,2-2 0-16,1-3-1 0,4-1-3 0,1 0-2 15,4 0 15-15,3-2-12 0,3-1 12 0,2 0-16 16,3 0 19-16,2 2-16 0,0 3 14 0,4 0-11 0,-1 4 9 16,2 0-11-16,1 7 19 0,-2 1 6 0,2 2 22 15,-2 3-13-15,2 4 0 0,1 4-10 16,-4 2-9-16,1 5-6 0,-2 2-2 0,-3 5-2 16,-1 0 0-16,-4 4-4 0,-4-3 1 0,-2 2 10 0,-3-2-9 15,-4 6 8-15,-1-4-8 0,-6 1 11 0,1-4-1 16,0 0 12-16,-2-3 9 0,3-5 8 15,-3-2 7-15,4-3-7 0,1-1-2 0,-2-3-11 0,3-2-1 16,0-2-11-16,8-4-1 0,-14 0-10 0,14 0 6 16,-5-10-19-16,5 4 13 0,0-3 1 0,3-1-5 15,3 0-3-15,-1-1 1 0,4-1 1 0,0 4 2 16,1-1-1-16,1 1 4 0,0 6 3 0,2-3 3 16,-2 4 2-16,3 4 2 0,-1 0-1 0,4 1 12 15,-2 2-10-15,4 3-1 0,-3-1-7 0,1 3 1 16,0-1-8-16,2 2-9 0,0-1-8 0,-3 1-17 15,2-1-86-15,-6-3-96 0,1 1-80 0,1-3-94 16,-3-1-98-16,-1-4-422 0,-10-1-469 0</inkml:trace>
  <inkml:trace contextRef="#ctx0" brushRef="#br0" timeOffset="165358.7">19548 14116 355 0,'1'-8'530'0,"-1"8"-141"0,3-11-74 0,-3 11-83 0,1-10-26 0,-1 10-63 16,1-5-7-16,-1 5-64 0,0 0-25 0,0 0-59 16,7-5-35-16,-7 5-50 0,0 0-63 0,12-5-73 15,-12 5-355-15,11-3-99 0</inkml:trace>
  <inkml:trace contextRef="#ctx0" brushRef="#br0" timeOffset="165675.17">19752 13797 197 0,'5'-10'509'16,"-2"4"-109"-16,-3 6-96 0,1-12-51 0,-1 12-47 0,-2-4-43 16,2 4-17-16,0 0-22 0,-18 1-36 15,9 4-14-15,-4 1-37 0,3 2 0 0,-2 3 5 0,-3 2-23 16,2 2 14-16,1 4-29 0,1-1 19 0,2 1-22 16,-1 0 17-16,6-2-22 0,-1 0 21 0,4-4-22 15,2-2-2-15,2 1-3 0,2-5 9 0,1 0-2 16,6-1 2-16,-1-4 2 0,3 0 0 0,0-2-2 15,4 1 4-15,1-2-5 0,2 1 6 0,0 0-4 16,0 0 0-16,1 0 1 0,-2 1-1 0,1 1-1 16,-1 1 2-16,-1 3-4 0,-2 0 5 0,-2-1 1 15,-1 4-1-15,-1-1 0 0,-3 3 2 0,-5 1-6 16,1 0 3-16,-4 2 1 0,-3 0 1 0,-2 0 1 16,-2 2-3-16,-3 1 1 0,-3-1-1 0,2 2-14 15,-3-4 11-15,0 0-2 0,0-3-42 0,1 1-92 16,-2-4-99-16,0-1-132 0,2-3-220 0,-1 0-105 15</inkml:trace>
  <inkml:trace contextRef="#ctx0" brushRef="#br0" timeOffset="165841.93">19631 13994 132 0,'4'-16'512'0,"-2"2"-115"0,2-1-34 0,0 0-66 15,1-3-19-15,2 1-51 0,3-4-43 0,1-2-39 0,2-2-42 16,5 0 7-16,2-3-37 0,2-2 5 0,1 2-36 15,-1 3 10-15,-3 4-34 0,-1 3 0 16,-4 3-32-16,0 2-95 0,-4 2-150 0,0 3-116 16,-1 0-347-16,-9 8-227 0</inkml:trace>
  <inkml:trace contextRef="#ctx0" brushRef="#br0" timeOffset="167041.91">26684 11933 21 0,'0'0'552'0,"0"0"-146"0,0 0-97 0,14 2-72 0,-14-2-44 0,2 6-36 0,-2-6-33 15,0 7 15-15,0-7-9 0,-4 10-27 0,4-10 38 16,-7 8-30-16,2-4 22 0,5-4-38 0,-11 6 20 16,3-1-35-16,0-2-1 0,-3-1-34 0,1 1 12 15,-1-3-25-15,-1 0 5 0,0-3-27 0,-2 1 17 16,4-3-21-16,-2-2 17 0,0 0-22 0,3-1 13 16,1-5-15-16,0 1 9 0,6-2-17 0,2-1 5 15,2 1-5-15,7-5 9 0,0 0-4 16,4 4 0-16,9-3 4 0,1 1-1 0,2 6 0 0,3 2 2 15,-3 2-2-15,3 5 0 0,-1 2-2 0,-1 3 12 16,4 4-4-16,-1 3 2 0,-1 4-3 0,-2 1 1 16,-4 3 3-16,3 7 0 0,-6-2 13 0,-4 2-11 15,-3-2 20-15,-3 4-17 0,-4-5 16 16,-2 0-6-16,-4-2 28 0,-2 3 9 0,-3-3 2 16,-5 0 7-16,-1-2 7 0,-3-2 2 0,0 0-3 0,-3-5-6 15,-1-2-8-15,5-2-11 0,-4-1-9 0,2-4-5 16,3-2-8-16,1-2-9 0,0-1 4 0,3-2-6 15,2-4-1-15,3 0-7 0,4-1 0 0,3-1-7 16,3-2 4-16,2-1 4 0,6 1 4 0,0 4 2 16,4-2 2-16,-1 4-5 0,2 2 10 15,-1 2 0-15,2 3 2 0,-1 3-4 0,1 0 0 16,1 3-9-16,0 3 1 0,-2-1-3 0,1 4-21 0,-1-1-28 16,-1 2-22-16,0-1-41 0,-1 0-88 0,-1 1-87 15,0-1-108-15,0-1-91 0,-4-2-480 16,1 0-542-16</inkml:trace>
  <inkml:trace contextRef="#ctx0" brushRef="#br0" timeOffset="167208.47">27355 11905 544 0,'4'-9'454'0,"1"2"-97"15,-2-1-82-15,-1 2-50 0,1 1-37 0,-3 5-41 16,4-11-30-16,-4 11-30 0,2-9-17 0,-2 9-19 0,5-11-28 15,-5 11-64-15,4-13-80 0,-1 8-120 0,-3 5-435 16,5-11-182-16</inkml:trace>
  <inkml:trace contextRef="#ctx0" brushRef="#br0" timeOffset="167511.9">27468 11597 4 0,'0'0'597'0,"5"-5"-166"16,-5 5-119-16,5-6-46 0,-5 6-66 15,0 0 2-15,0 0-19 0,0 0-14 0,0 0-60 16,0 0 2-16,0 0-38 0,-10 4 0 0,3 2-30 16,-3-1 13-16,2 2-35 0,-1 3 18 0,2-2-34 15,-3 3 24-15,2-2-26 0,3-1-2 0,1 2-4 0,1-2 3 16,1 2-4-16,-1-3 7 0,7 1-5 0,-1 0 6 16,3-2-2-16,2 1-5 0,3-3 4 15,3 2-1-15,-1 0 2 0,6-1-8 0,-3-1 1 16,3 0 8-16,0 0 1 0,0 0-3 0,0-1 4 15,2 1-3-15,-3 1 2 0,1 0-4 0,-4-1 2 16,3 2-3-16,-4-1 2 0,-1 1-3 0,-2 1 4 0,-2 0-8 16,-1 0 1-16,-4 1 2 0,-2 2 4 15,-2-2 0-15,-4 2-8 0,-1-1-8 0,-4 2-18 16,-1 0-34-16,-1-1-27 0,-7-1-40 0,0 1-59 16,0-2-67-16,-4-1-79 0,4-3-218 0,-3 0-68 15</inkml:trace>
  <inkml:trace contextRef="#ctx0" brushRef="#br0" timeOffset="167642.31">27433 11668 97 0,'16'-21'445'0,"3"0"-119"15,6-4-50-15,1 2-47 0,1-1-56 0,1 2-28 16,0 0-35-16,-1 2-21 0,-2 2-20 0,-2 2-14 16,0 0-15-16,0-1-38 0,0 5-95 0,-4-1-97 15,-2 2-363-15,0 0-66 0</inkml:trace>
  <inkml:trace contextRef="#ctx0" brushRef="#br0" timeOffset="168092.03">27961 11264 489 0,'-5'-8'407'0,"-4"0"-76"0,-1-1-73 0,-2 1-33 16,-6-4-28-16,-1 3-3 0,-8-4-22 0,-1 0 10 15,-9 1-25-15,-6-1 1 0,-2 3-12 0,-6 1 8 16,-5 2-16-16,-3 0 32 0,-14 6-21 0,-6 1 9 15,-4 5-8-15,-7 5-4 0,-6 5-9 0,-17 8-34 16,-1 8-12-16,1 4-16 0,2 7 2 0,6 7 1 16,1 10 25-16,5 6 0 0,12 8-1 0,10 4-7 15,12 4-10-15,9 4-11 0,15 4-7 0,18-7 20 16,13 5-14-16,10 1-8 0,13 3 6 0,15 15-15 16,10-8-8-16,13-5-7 0,8-8 8 0,15-8-17 15,9-9 6-15,9-7-11 0,4-9-4 0,5-8-4 16,4-11 1-16,-14-11-7 0,5-11-5 0,4-7-3 15,4-8-1-15,16-7-8 0,0-8 7 0,-8-8 1 16,-4-7 0-16,-6-5-1 0,-1-6 48 0,-9-6-52 16,-6-8 43-16,-2-6-54 0,-8-3 49 0,-10-4-48 15,-6-2 0-15,-10-3 2 0,-14 7 32 0,-9-3-66 16,-7-2 33-16,-11-2-38 0,-9 1 22 0,-9 2-27 16,-11 5 14-16,-10 5-9 0,-7 3 6 0,-9 7 10 15,-9 9 3-15,-6 6 5 0,-8 7 30 0,-6 7-25 16,-5 6-12-16,-3 4-20 0,-2 9-6 0,-1 6-21 15,2 6-13-15,-1 5-63 0,0 5-63 0,2 8-66 16,3 6-61-16,-10 9-106 0,5 9-80 0,20-7-492 16,-8 15-631-16</inkml:trace>
  <inkml:trace contextRef="#ctx0" brushRef="#br0" timeOffset="168975.08">23949 14093 16 0,'-7'-9'393'0,"2"-1"-101"0,-2 2-78 0,3 0-29 0,-1 2-33 0,1 0-36 16,-3-1-23-16,3 2-16 0,-1 1-19 0,5 4-7 16,-12-5-11-16,12 5-9 0,-11-3 0 0,11 3-6 15,-12 3 1-15,12-3 26 0,-11 5 0 0,3 1-9 16,2-1-9-16,1 3-16 0,-1-1-6 0,1 1 14 16,3-1 42-16,-3 2-7 0,2-2-15 0,2 2 13 15,1-1 7-15,1-1-4 0,3 3 9 0,4-2 14 16,1 2-11-16,5-2-18 0,5 3-8 0,6 0 8 15,2-2 13-15,8 2-11 0,6-3-5 0,3 0-9 16,2-3-4-16,4-4-3 0,1-2 57 0,4-6-2 16,10-3-14-16,6-6-7 0,-1-5 4 0,4-6-6 15,5-1-11-15,17-11-7 0,0-2-2 0,1-2 11 0,3-1-11 16,1-1-1-16,1-1-9 0,2 0-13 0,4-1-1 16,2-1-9-16,-1 1-3 0,1 1-5 15,-4 1 1-15,1 3 1 0,-2 0-2 0,-3 3 2 16,0 3-5-16,-6 3 3 0,-18 8 1 0,-1 0-3 15,-7 3-3-15,-2 2 3 0,-8 4 0 0,-14 3-9 0,-5 2-13 16,-10 3-43-16,-6 2-31 0,-8 2-53 0,-3 3-28 16,-14 1-80-16,9 3-87 0,-12 3-81 15,-5 1-402-15,-8 6-358 0</inkml:trace>
  <inkml:trace contextRef="#ctx0" brushRef="#br0" timeOffset="169341.79">24335 14448 97 0,'-20'10'321'0,"-1"0"-60"0,2-3-26 0,2-1-12 0,2 0-15 0,4 0 1 0,-2-2-33 0,4-1 6 16,0 0-30-16,1 2 3 0,8-5-46 0,-14 3-7 15,14-3-35-15,0 0 23 0,0 0-23 16,0 0 23-16,7-9-14 0,8 3 27 0,7-3-9 0,12-4 30 16,8-3-23-16,16-6 14 0,7-3-30 0,7-1-14 15,24-10 14-15,8-1-6 0,4-2 1 0,5-1 6 16,6-4-9-16,5 0-9 0,4 1 9 0,5-1 13 16,1 0-18-16,-1 3-10 0,0 0-14 0,-1 0-11 15,-1 4-1-15,0-1-12 0,-3 3-2 0,-6 0-3 16,-4 0-8-16,-6 0-2 0,-6 0 2 0,-6 3-4 15,-20 6-4-15,-2 1-2 0,-7 2-1 0,-6 2-13 16,-6 0-50-16,-16 6-93 0,-2 2-86 0,-15 4-83 16,-7 2-127-16,-9 2-567 0,-10 5-627 0</inkml:trace>
  <inkml:trace contextRef="#ctx0" brushRef="#br0" timeOffset="170207.99">20169 15156 334 0,'9'-10'280'0,"-3"1"-61"15,1 1-15-15,-2 2-43 0,-3-1-15 0,-2 7-40 0,3-8-1 16,-3 8-9-16,0 0 18 0,-8-4-32 0,8 4 49 16,-15 4-30-16,5-1-4 0,-4 2 34 0,-2 2-29 15,-3 3 11-15,-3 0-14 0,-6 3 28 0,-5 2 4 16,-6 4-6-16,-2 2 6 0,-9 3 16 0,-3 1-14 15,-2 2 20-15,-5 0-15 0,-4 0-4 0,-3 3-2 16,-6-2-12-16,-7 3-4 0,-17 5-28 0,-5 0-9 16,-1-1-26-16,-6 1-2 0,-1-3 5 0,-5 2-7 15,-2-3-15-15,-5 1-2 0,0-2-14 0,1 1 3 16,0-2-10-16,3 1 2 0,-2-2-9 0,0-1-1 16,1 3-4-16,4-2 3 0,5 0-1 0,3-1-1 15,20-5-1-15,5 0 3 0,2-1-5 0,8-2 5 16,8-1-8-16,16-6 3 0,5-1-37 0,11 0-64 15,6-2 10-15,8-1 18 0,6-1-54 0,7-2-33 16,5-6-53-16,4 11-65 0,5-6-58 0,6-2-68 16,6-1-100-16,8-2-241 0,7-3-259 0</inkml:trace>
  <inkml:trace contextRef="#ctx0" brushRef="#br0" timeOffset="170627.6">20243 15765 335 0,'0'0'512'0,"0"0"-132"0,0 0-77 0,0 0-78 0,0 0-26 0,-13-1-50 16,13 1-20-16,-21 1-27 0,3 3-4 16,-5 0-14-16,-5 0 30 0,-8 3-16 0,-9 2 40 0,-2 2-18 15,-6 1 19-15,-12 3-16 0,-3 3 5 0,-6 3-11 16,-5 2 1-16,-5 1 0 0,-22 8-23 0,-4 0-21 16,-4 5 10-16,0-1 1 0,-6 2-26 0,0 0-6 15,-4 0 22-15,-3 3-8 0,2-2-13 0,1 0-10 16,0 0-6-16,3 0 3 0,1-2 7 0,2-2-8 15,5-1-9-15,2-1-6 0,8-2-8 0,19-7-4 16,3-3-6-16,8 1 2 0,3-1-7 0,9-4 6 16,12-5-4-16,6 1-1 0,11-5-7 0,1 0 7 15,9-2-12-15,3-2-6 0,8-2-46 0,11-2-74 16,-12 2-95-16,12-2-90 0,0 0-82 0,10-10-126 16,1 5-413-16,4 0-521 0</inkml:trace>
  <inkml:trace contextRef="#ctx0" brushRef="#br0" timeOffset="184907.46">18922 17211 631 0,'-12'8'433'0,"4"0"-83"0,1 0-103 0,-1-2-72 0,0 1-80 0,3-1-41 0,-1-1-83 0,0-1-56 16,6-4-58-16,-7 10-60 0,7-10-42 15,-6 6-162-15,6-6 135 0</inkml:trace>
  <inkml:trace contextRef="#ctx0" brushRef="#br0" timeOffset="189142.4">17945 17972 208 0,'-20'-6'347'0,"2"2"-107"0,1 3-33 0,2 1-61 0,5 2-13 0,-1 4-41 0,6 4 25 0,-1-2-25 15,5 6-7-15,3 2-9 0,6 3 3 0,2 0-21 16,9 3 21-16,3 5-19 0,9-2 39 0,1-3-31 16,7 0-1-16,0-3-25 0,4-2 1 0,4-2-7 15,2-3 12-15,5-4 7 0,1-4-7 0,2-4-5 16,4-4 4-16,15-7 16 0,-1-4-13 0,5-5 2 16,-1-5-11-16,4-5 28 0,11-9 15 0,2-6 13 15,-4-2-37-15,0-5 29 0,0-2-5 0,0-3-8 16,1 1-1-16,1-1-21 0,-2 0-5 0,1 1-13 15,-1 1 2-15,0 5 2 0,0 2 22 0,4 7 23 16,1 5-9-16,-10 15-2 0,5 5 17 0,5 10 19 16,2 8-4-16,2 7-22 0,23 7-17 0,0 8-13 15,3 4-10-15,-2-1-8 0,2 4-11 0,-2 1 0 16,-3-2-4-16,-2-5-2 0,-4-1 15 0,1-5 20 16,-23-5 4-16,2-4 35 0,-3-6 1 0,-2-2 1 15,1-5 32-15,-2-4-44 0,-2-5 2 0,1-7 18 16,18-7-14-16,-2-3 11 0,0-9-34 0,1-1 2 15,-2-6-32-15,0-8 17 0,-1-3-24 0,0-6-7 0,1-6 0 16,-1-3-4-16,5-3-42 0,0-5 45 16,-3-6-4-16,4 0-6 0,-3-5 7 0,2 2-8 0,0 7-1 15,3 6-44-15,-1 11 65 0,-3 10-37 16,-1 9 5-16,-2 9 3 0,-19 14 2 0,1 4-4 0,2 6 45 16,2 5-56-16,2 1 48 0,1 4-11 15,2-1-2-15,-1 2-3 0,3-2-48 0,0 0 51 0,2-4-53 16,0-4 53-16,1 1-49 0,20-6 53 0,-2-5-51 15,-3-1 15-15,-5-3 41 0,1-2-47 16,-4-2 44-16,3-5-49 0,-4-1 45 0,2-5 0 0,-2-1-6 16,0-5-6-16,-3-3-2 0,-2-6-3 0,1-2-44 15,1-6 53-15,0 0-44 0,1-4 9 0,-1-2 43 16,1 0-8-16,-3-1-6 0,-5 1-3 0,-3 7-1 16,-5 1 0-16,-7 7 0 0,-16 11-3 0,-8 5-2 15,-2 2 1-15,-6 2 7 0,-6 1-7 0,-8 7-1 16,-5 1-41-16,0-2 53 0,-5 1-45 0,-2 1 52 15,-6 3-47-15,-2 0 9 0,-2-2 44 0,-3 2-45 16,-5 0 45-16,-2-1-41 0,-4 0 39 0,-3-4-4 16,-5-2-9-16,-4-6-6 0,-7 1 2 0,-1-1-1 15,-2 1-7-15,-6 0-59 0,-2 3 29 0,-1 2-40 16,-14 1-70-16,4 6-37 0,-8 6-89 0,-4 7-96 0,-7 6-76 16,-13 6-22-16,-3 8-58 0,-2 7-39 15,1 5-454-15,3 3-615 0</inkml:trace>
  <inkml:trace contextRef="#ctx0" brushRef="#br0" timeOffset="189472.97">28507 16308 1125 0,'-7'-10'819'0,"2"-1"-135"0,1 0-131 0,-1 1-110 0,3 2-86 0,-1 1-77 0,-1-1-50 0,4 8-59 0,0 0-13 15,0 0-12-15,0 0-12 0,5 12-12 0,-1 1-8 16,1 4-18-16,3 4-13 0,2 7-13 0,2 1-10 15,3 7-12-15,2 1-6 0,3 1-11 0,1 1-12 16,7 7-11-16,1 0-67 0,2-1-29 0,-2 0-77 16,3-3-128-16,-4 2-142 0,-2-8-104 0,-1 1-201 15,-2-4-345-15,-1-2-703 0</inkml:trace>
  <inkml:trace contextRef="#ctx0" brushRef="#br0" timeOffset="191123.89">22450 17340 145 0,'-20'-1'331'0,"3"-1"-98"0,-1 2-34 0,2 0-25 0,-4-1 8 0,6 1-39 0,-2-2 5 15,4 2-21-15,-2-1 8 0,3 1-21 0,-1-2-5 16,12 2-14-16,-16 0-7 0,16 0-14 0,-14 0-11 0,14 0-19 16,0 0 2-16,-4-8 21 0,4 8-13 15,16-11-12-15,0 0-2 0,9-4-9 0,11-4-3 16,13-6 6-16,4-5-9 0,7-3 3 0,7-4 10 16,13-10 18-16,9 0 26 0,1 0-17 0,4-3 0 0,1 1 16 15,1-2-12-15,1-2-6 0,-5 3-8 0,-3 0 2 16,-4 0 3-16,-2 1-3 0,-18 12-8 0,-2 1-12 15,-7 6-4-15,-6 1-8 0,-13 8-6 16,-4 4-4-16,-8 0-4 0,-7 9-2 0,-4 1-5 0,-8 2-16 16,-6 5-28-16,0 0-89 0,-10 7-41 0,-7 3-36 15,-6 4-37-15,-7 6-39 0,-6 2-44 0,-3 0-418 16,-10 9-252-16</inkml:trace>
  <inkml:trace contextRef="#ctx0" brushRef="#br0" timeOffset="191873.48">18450 17385 46 0,'-5'6'375'0,"5"-6"-114"0,-5 6-28 0,5-6-16 0,-5 4-5 0,5-4-3 16,0 0 10-16,-8 4-6 0,8-4-15 0,0 0-39 16,0 0-33-16,0 0-13 0,19-8 10 0,0-2-7 15,13-8 1-15,9-2-13 0,13-11 1 0,7-1-39 16,8-5 14-16,17-8 1 0,3-3-13 0,0 1-9 0,0-3-10 15,-1 3-6-15,0 0-1 0,2 1-9 16,-5 1-7-16,-14 8-5 0,-1 2-2 0,-5 2-1 16,0 3-7-16,-8 2 0 0,-4 3-5 0,-9 6-7 15,-5 2-49-15,-4 1-98 0,-6 6-72 0,-6 1-71 16,-5 2-47-16,-3 4-63 0,-2 0-340 0,-13 3-247 0</inkml:trace>
  <inkml:trace contextRef="#ctx0" brushRef="#br0" timeOffset="192773.21">26362 14893 366 0,'-11'0'421'0,"11"0"-71"0,-20-2-85 0,20 2-24 16,-12-1-21-16,12 1-19 0,-12-2-23 0,12 2-22 15,-9-2-30-15,9 2-24 0,0-7 11 0,7 0-5 16,9-4-16-16,6-5 24 0,18-6-17 0,12-7 1 15,16-3-13-15,6-4-13 0,22-7-7 16,6-3 20-16,7-2-10 0,6-1-20 0,5-2-7 0,0-1-18 16,1-1 3-16,0 0-11 0,-3-1 4 0,-1 1-12 15,-3-1 4-15,-1 0-14 0,-2 3 3 0,-3-2-1 16,-5 5-2-16,-7 0-3 0,-7 9-3 0,-21 6-1 16,-3 4-49-16,-8 4-164 0,-15 7-95 0,-3 4-105 15,-12 6-512-15,-8 5-499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40:27.454"/>
    </inkml:context>
    <inkml:brush xml:id="br0">
      <inkml:brushProperty name="width" value="0.05292" units="cm"/>
      <inkml:brushProperty name="height" value="0.05292" units="cm"/>
      <inkml:brushProperty name="color" value="#FF0000"/>
    </inkml:brush>
  </inkml:definitions>
  <inkml:trace contextRef="#ctx0" brushRef="#br0">5583 13696 212 0,'0'0'403'0,"0"0"-108"0,0 0-55 15,-4 5-58-15,4-5-37 0,0 0-34 0,0 0-20 16,0 0-25-16,0 0-25 0,0 0-44 0,0 0-51 16,0 0-37-16,0 0-70 0,0 0-86 0,0 0-145 15,0 0 155-15</inkml:trace>
  <inkml:trace contextRef="#ctx0" brushRef="#br0" timeOffset="134.76">5775 13841 65 0,'0'0'-23'16,"1"8"8"-16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47:22.549"/>
    </inkml:context>
    <inkml:brush xml:id="br0">
      <inkml:brushProperty name="width" value="0.05292" units="cm"/>
      <inkml:brushProperty name="height" value="0.05292" units="cm"/>
      <inkml:brushProperty name="color" value="#FF0000"/>
    </inkml:brush>
  </inkml:definitions>
  <inkml:trace contextRef="#ctx0" brushRef="#br0">16253 14110 65 0,'7'-19'438'0,"-2"0"-110"0,0-3-75 0,-1-1-50 16,-1-1-39-16,0-1-23 0,-3-1-9 0,-1-2 9 15,-3-6-43-15,-1 2-4 0,-4-10-22 0,-3 3 1 16,-6-2-13-16,-2-1-13 0,-8-6-2 0,-5 1-6 15,-6 0 11-15,-7 3-6 0,-5 1-8 0,-9 4-3 16,-8 4-3-16,-7 3-9 0,-4 6 2 0,-11 5 9 16,-7 6-20-16,-28 4-4 0,-8 5 20 0,-4 9 17 0,-3 4 8 15,-5 5 5-15,-7 4 5 0,0 3 4 0,1 5 11 16,-1 1 8-16,4 5 7 0,2 4 11 0,6 2-17 16,2 6-5-16,6 6 9 0,12 6-6 15,11 6-11-15,12 8-15 0,14 4-12 0,16 6-14 0,16 3-3 16,22-11-1-16,10 8-7 0,18 1 6 0,12 8-4 15,20 17-2-15,14-2 32 0,12-3-16 0,15-8 9 16,12-3-4-16,11-9 21 0,12-5-14 0,7-9 7 16,8-5 7-16,9-9-9 0,4-11-7 0,8-10 2 15,6-10-12-15,3-10-2 0,1-10-2 0,2-8-2 16,4-10 3-16,-3-8-5 0,-4-9-8 0,-3-8-5 16,-6-9-4-16,-9-9-1 0,-3-7-6 0,-8-7 0 15,-8-1 1-15,-7-9 0 0,-13-1-29 0,-9-3-25 16,-14-2-45-16,-14 0-14 0,-14 3 7 0,-17 15-7 15,-13 4 2-15,-14 9-2 0,-14-4-5 0,-13 5 10 16,-11 5 11-16,-10 6-3 0,-12 9 0 0,-9 5-6 16,-6 9-17-16,-11 8-5 0,-4 4-3 0,-4 10-28 15,0 5-51-15,-2 6-46 0,1 9-50 0,-10 8-132 16,3 6-188-16,4 9-132 0</inkml:trace>
  <inkml:trace contextRef="#ctx0" brushRef="#br0" timeOffset="683.72">13470 16225 526 0,'0'0'397'0,"0"0"-87"0,7 4-76 0,-7-4-17 0,0 8-21 0,-1-2-32 0,-4 5-12 0,1-3-18 16,-4 4-20-16,-1 1 4 0,-2-2-14 0,-2 3-20 15,0-1-17-15,-2-1-10 0,-3 1 4 0,2-2 21 16,-3-1 8-16,0-2 18 0,2-2 35 0,0-3-58 16,-2-1-12-16,5-4 16 0,-3-1-1 0,3-5-18 15,0-2-11-15,4-5-11 0,1-3-9 0,5-2-8 16,4-1-4-16,3-2-8 0,4-3 4 0,2 0-12 15,4 1 7-15,6 0-13 0,0 3 4 0,3 3-6 16,1 2 5-16,3 4-9 0,-3 4 12 0,-2 4-12 16,1 2 4-16,0 6-2 0,3 1 9 0,-3 3-13 15,1 7 6-15,1 2 1 0,-2 3-3 0,-4 3 0 16,-1 0 0-16,-6 6-4 0,-1-2 3 0,-2-2-3 0,-7 0 6 16,-1 1-2-16,-6-2 8 0,-4 6 12 15,-4-3 39-15,-7 2 19 0,-3-2-6 0,-3-4 7 16,-1-1-10-16,4-5-13 0,-3-3-8 0,1-2 11 0,2-4-2 15,2-2-13-15,6-3-10 0,-1-2-6 0,4-1-6 16,2-3-3-16,1 0-5 0,3-1-3 16,3-2-1-16,4 7-7 0,-1-11 2 0,5 6-8 15,1 1 3-15,-5 4-3 0,18-3 8 0,-8 4-1 0,3 1 4 16,5 1 0-16,-2 3 2 0,4 0 2 0,0 2-1 16,-2 1-4-16,4 0-1 0,-2 2 0 0,-1-3-11 15,2 3-39-15,-2-4-67 0,-2 3-117 16,-1-2-115-16,-2-1-102 0,0-1-109 0,-1-3-467 0,1 0-627 15</inkml:trace>
  <inkml:trace contextRef="#ctx0" brushRef="#br0" timeOffset="900.13">13796 16362 87 0,'7'-6'675'0,"-7"6"-167"0,0 0-84 0,0 0-45 0,7 7-34 0,-7-7-50 0,1 8-41 0,-1-8-41 0,5 8-35 15,-5-8-37-15,1 8-23 0,-1-8-23 0,4 7-17 16,-4-7-15-16,3 8-14 0,-3-8-10 0,0 0 0 16,2 8-9-16,-2-8 5 0,0 0-12 0,1 7-2 15,-1-7-9-15,0 0-3 0,0 0-25 0,0 0-51 16,-1 6-73-16,1-6-84 0,0 0-83 0,0 0-88 16,0 0-70-16,-10-5-326 0,10 5-313 0</inkml:trace>
  <inkml:trace contextRef="#ctx0" brushRef="#br0" timeOffset="1317.22">14031 16050 485 0,'0'0'606'16,"0"-8"-112"-16,0 8-74 0,1-8-61 0,-1 8-41 15,0 0-49-15,-5-5-21 0,5 5-53 0,0 0-29 0,0 0-40 16,-10 2-14-16,10-2-32 0,-7 11-6 0,2-4-27 15,1 0 6-15,-1 5-26 0,0 0 1 0,0 1-1 16,1 0-11-16,-1 2-10 0,1-2 6 0,2-1-10 16,0 0 5-16,1-2-3 0,-1 1 2 0,2-3-6 15,2-1 3-15,-1-1 0 0,-1-6 1 0,8 6 3 16,-8-6-5-16,14 0 4 0,-3-1-1 0,1-4-3 16,1 1 10-16,2-5-18 0,-2 3 14 0,4-2-12 15,2 0 11-15,-4-1-10 0,4 2 8 0,-2 1-9 16,-2-1 10-16,2 2-7 0,-2 3 7 0,-2-1-9 15,2 1 8-15,-2 2-9 0,-1 3 8 0,2-1-9 16,-1 4 10-16,-1 2-8 0,-2-2 13 0,1 6-9 16,-1 0 10-16,-2-2 0 0,-3 4 5 0,0-5 6 15,-1 4 7-15,-3-1 18 0,-1-1-1 0,-3 1 0 16,1-3 6-16,-3 2-6 0,-2 0-5 0,-1 0 2 16,-2-2 0-16,0-2-8 0,0-1-4 0,-3 1-9 15,0-3-3-15,-1-2-5 0,2-2-2 0,0 0-4 16,-2-1-19-16,2-2-54 0,1-1-116 0,2-2-120 15,3-3-87-15,-1 0-124 0,5-1-546 0,-3-3-674 16</inkml:trace>
  <inkml:trace contextRef="#ctx0" brushRef="#br0" timeOffset="1500.75">14082 16004 517 0,'-12'-5'590'0,"12"5"-90"0,-16-1-40 0,16 1-64 0,-12-3-53 0,12 3-71 16,-9-2-38-16,9 2-49 0,0 0-23 0,0-9-43 0,7 5-12 16,3 0-30-16,4-1-10 0,0-3-26 0,8 1-63 15,-3 0-91-15,4-1-119 0,-1-2-84 0,1 1-107 16,-3-2-96-16,3-2-257 0,1-1-292 16</inkml:trace>
  <inkml:trace contextRef="#ctx0" brushRef="#br0" timeOffset="1816.59">14358 15890 452 0,'-5'6'587'0,"1"0"-79"15,4-6-51-15,-8 7-47 0,8-7-30 0,-6 7-27 16,6-7-11-16,0 0-30 0,0 0-54 0,0 0-56 16,6 5-26-16,-6-5-52 0,14-5-12 0,-1 1-17 15,1-2-2-15,-1 2-23 0,6-5-6 0,3-1-22 16,-3 0 6-16,3-1-22 0,2-2 6 0,-6 2-15 15,1 2 7-15,0-4 0 0,-6 6 31 0,1 0-15 16,-2-1 28-16,-3 2-32 0,1 1 20 0,-4 1-32 16,1 0 22-16,-7 4-17 0,0 0 22 0,0 0-29 15,11 6 26-15,-11-6-36 0,-2 15 25 0,0-5-37 16,2 3 3-16,-1-1 2 0,1 5-2 0,0-3-2 0,1 5 8 16,1-1-8-16,-1 0 2 0,0 0-1 15,2 1 0-15,2-2-6 0,-2 0-6 0,1 0-2 16,1 1-54-16,2-4-146 0,-2 3-169 0,3-4-108 0,-2 0-129 15,-1-1-110-15,2-4-284 0,-1-2-616 0</inkml:trace>
  <inkml:trace contextRef="#ctx0" brushRef="#br0" timeOffset="2200.88">14896 15774 415 0,'2'-12'637'0,"2"4"-101"0,-2 0-59 16,-1 1-53-16,0 2-44 0,-1 5-39 0,3-11-26 15,-3 11-48-15,1-8-37 0,-1 8-42 0,3-6-18 16,-3 6-37-16,0 0-9 0,0 0-31 0,0 0-8 16,-7 5-26-16,7-5-2 0,-9 9-21 0,5-5 4 15,-2 3-18-15,0-1 4 0,-1 2-12 0,2-1 6 16,0 0-15-16,-1-1 5 0,1 0-10 0,2 0 8 16,3-6-7-16,-8 8 7 0,8-8-12 0,-1 8 17 15,1-8-17-15,4 6 14 0,-4-6-13 0,11 2 11 16,-11-2-12-16,18 1 11 0,-5 0-8 0,0-1 3 15,2 0-7-15,-1-1 10 0,3 2-9 0,2-1 10 16,0 2-11-16,-1 0 12 0,0 0-7 0,0 2 5 16,0 2-10-16,-3-1 9 0,2-1-9 0,-3 3 11 15,0 3-12-15,-3-4 18 0,1 4-16 0,-3-1 10 16,-3-1-8-16,-1 1 1 0,-1 1 5 0,-1-2-1 16,-2 2 10-16,-2-1 6 0,-2 1-6 0,-1-3 1 15,-1 3-5-15,-1-2 1 0,-1-1-5 0,-3 1-1 0,0-2 3 16,0-2-6-16,-2 2 8 0,1-4-18 15,0-1-62-15,-4-1-135 0,3-1-158 0,0-2-82 16,0-3-147-16,-2-1-529 0,3-4-736 0</inkml:trace>
  <inkml:trace contextRef="#ctx0" brushRef="#br0" timeOffset="2350.52">14907 15691 56 0,'4'-6'513'0,"1"0"-116"16,3-1-28-16,0-2-37 0,2 1-43 0,3-3-25 15,1 0-58-15,4 0-36 0,-2-3-39 0,3 2-23 16,1 0-19-16,-1 1-17 0,1-1-24 0,-2 2-33 16,4 0-79-16,-3 1-123 0,-2 0-131 0,0-1-471 15,-2 2-311-15</inkml:trace>
  <inkml:trace contextRef="#ctx0" brushRef="#br0" timeOffset="2683.73">15852 15630 378 0,'-15'1'651'0,"2"-1"-126"0,0 2-49 15,4-1-45-15,9-1-67 0,-17 3-26 0,17-3-24 16,-15 1-10-16,15-1-40 0,0 0-36 0,-9-2-54 0,9 2-28 16,5-7-41-16,2 2-12 0,3 0-27 15,4-2-3-15,0 1-23 0,5-4 4 0,3 0-19 16,5-3-3-16,-3-1-8 0,4 0-6 0,0-1 5 16,0 1-4-16,-1 0-3 0,-1-1-5 0,-7 5-17 15,0 1-30-15,0 0-34 0,-6 2-53 0,0 0-76 0,-4 2-82 16,-3 2-70-16,-6 3-66 0,0 0-55 0,0 0-475 15,7 2-542-15</inkml:trace>
  <inkml:trace contextRef="#ctx0" brushRef="#br0" timeOffset="2900.29">15794 15849 521 0,'-6'10'493'15,"0"-2"-31"-15,6-8-44 0,-2 6-33 0,2-6-61 16,0 0-50-16,25-2-43 0,-9-2-40 0,6-4-9 15,6-3-10-15,9-3-6 0,1-4-9 0,5 0 2 16,9-7-22-16,0 0 0 0,0-3-23 0,-1 1-11 16,-10 5-30-16,-3 1-6 0,-4 2-24 0,-8 3 0 15,-2 3-18-15,-5 4-9 0,-4 0-21 16,-4 4-65-16,-11 5-94 0,0 0-93 0,0 0-57 0,-3 7-46 16,-7 2-22-16,-7 4-17 0,-4 4-38 0,-6 6-356 15,-1 1-318-15</inkml:trace>
  <inkml:trace contextRef="#ctx0" brushRef="#br0" timeOffset="3050.13">15931 16006 649 0,'-9'8'510'0,"4"-4"-91"16,5-4-35-16,0 0-16 0,0 0-28 0,0 0-12 15,0 0-35-15,14-6-44 0,-1-2-31 0,2-3-33 16,6-1-15-16,3-1-19 0,9-5-5 0,2-1-27 16,2 0-18-16,1 0-25 0,2 0-8 0,-3 1-22 15,0 4-4-15,-4-2-45 0,-5 3-98 0,0 4-167 16,-5 1-167-16,-7 3-243 0,-1 0-375 0,-5 0-670 15</inkml:trace>
  <inkml:trace contextRef="#ctx0" brushRef="#br0" timeOffset="3617.08">14386 16996 187 0,'-13'8'730'16,"3"-1"-173"-16,1-1-147 0,3 0-58 0,-1 2-70 15,-2 4-3-15,4 1-72 0,-2 3 0 0,-1 0-30 16,-1 2 31-16,0 2-64 0,0 2 36 0,-4 0-44 16,0 0 29-16,1 1-53 0,-5-2 38 0,3-1-37 15,-4 0-4-15,-1-3 8 0,1-2 0 0,0-3 3 16,0-1-16-16,-2-2-11 0,2-2 3 0,1-4 6 15,2-1-19-15,2-4-14 0,-2-3-13 0,5-4-8 16,1-2-11-16,2-3-6 0,7-5-9 0,0 0-3 16,5-5-3-16,6-2-1 0,5-5-3 0,5 1-22 15,3 4 23-15,4 2-27 0,3 4 28 0,-1 3-29 16,0 4 31-16,-1 7-29 0,-2 2 28 0,0 4-31 16,0 4 29-16,1 4-4 0,0 4-2 0,0 3-1 15,0 5-4-15,-2 2 0 0,-7 0-1 0,-2 3 2 16,-3 0 0-16,-4 1-1 0,-5-2 2 0,-5 2 0 15,-1-1-1-15,-6 5-22 0,-4-1 31 0,-6 1-13 16,-3 1 36-16,-3-3-21 0,-5-1 26 0,-3-3 8 16,0-3-2-16,-1-2-12 0,4-4-8 0,0-4-2 0,4-3-5 15,2-1-9-15,2-4-10 0,2-2-13 0,2-4-33 16,2-1 17-16,4-5-43 0,5 2 19 16,0-5 25-16,9 1-1 0,-1-3 3 0,5 1 3 0,5-2-2 15,5 2 6-15,1 1 3 0,0 2 2 0,4 1 2 16,1 0-4-16,2 3 19 0,-2 5-15 0,3-2 5 15,0 1-3-15,1 4-1 0,-1 1-9 0,0-2-29 16,0 4-38-16,-3 1-54 0,2-1-75 0,-2 1-88 16,-1-1-64-16,-1 0-60 0,-3-1-99 0,-3-2-53 15,0 0-366-15,0-4-528 0</inkml:trace>
  <inkml:trace contextRef="#ctx0" brushRef="#br0" timeOffset="4017.29">14853 16931 315 0,'0'0'625'0,"-3"-7"-126"0,3 7-50 0,0 0-20 0,-8 6-45 0,4-2-28 15,-1 5-31-15,-1-1-39 0,1 3-35 0,-3 1-30 16,2 0-36-16,-2 1-47 0,-1 0-24 0,3 2-10 16,-3 1-17-16,1 2-15 0,-1-2-14 0,0-1-16 15,3-1 7-15,1-2-23 0,-3 0-7 0,3 0-3 16,1-5-5-16,0 2 42 0,0-2-54 0,4-7 0 15,0 11 34-15,0-11-44 0,0 0 32 0,12 3-44 16,-12-3 45-16,19-6-44 0,-7 1 3 0,3-1 7 16,-1-1 0-16,5 0 2 0,0-1 3 0,3-1 0 15,1 2 0-15,-1 1 4 0,0 0 1 0,-1 0-2 16,0 4 2-16,-2-2 0 0,0 3 3 0,-2-1-4 16,1 2 3-16,-3 0 4 0,0 1-1 0,-2 0-4 15,1 1 2-15,-2 2-5 0,0 0 5 0,-3 0-1 0,-2 4 0 16,-1-2 1-16,-3 1 5 0,-2 1-4 15,-1 1 0-15,-1-1-1 0,-2 1 42 0,-3 0-48 0,-3 1 42 16,0 1-47-16,-4-1 41 0,0-1-50 0,-1 0 47 16,1 0-47-16,-2-2 44 0,4 0-47 0,-2-2 44 15,1 0-56-15,2-4-19 0,10-1-117 0,-18-1-55 16,9-4-83-16,0-4-63 0,-1-1-35 0,5-5-50 16,-1 0-39-16,0-7-341 0,1-2-379 0</inkml:trace>
  <inkml:trace contextRef="#ctx0" brushRef="#br0" timeOffset="4200.3">14844 16873 257 0,'-11'-6'547'0,"1"1"-118"0,1-1-57 16,3 4-49-16,6 2-1 0,-13-8-11 0,13 8 2 15,-9-6 20-15,9 6-20 0,-6-6-30 16,6 6-52-16,1-8-39 0,3 1-45 0,3 0-10 0,6-1-33 16,1-3-15-16,4-1-26 0,0 2-17 0,1-3-49 15,0 3-58-15,-1-2-52 0,1 0-38 0,-2 3-38 16,2-2-32-16,-6 5-34 0,0-1-48 0,-3 2-14 15,-1 3-15-15,-9 2-36 0,14-1-79 0,-14 1-200 16,5 7-157-16</inkml:trace>
  <inkml:trace contextRef="#ctx0" brushRef="#br0" timeOffset="4500.14">14759 17366 490 0,'-4'-10'408'0,"4"10"-25"16,-1-9-29-16,1 9-32 0,-1-8 0 15,1 8-64-15,-3-6 0 0,3 6-56 0,0 0 14 16,0-7-51-16,0 7 34 0,0 0-16 0,0 0 32 0,0 0-73 16,0 0 7-16,-4 8-53 0,4-8 10 0,2 11-43 15,-2-11 50-15,1 11-49 0,0-4 25 16,0-1-48-16,2 1-3 0,-2 0-2 0,-1-7-9 0,4 10 1 15,-4-10-1-15,3 9 6 0,-3-9 0 0,1 7 0 16,-1-7 0-16,3 6-5 0,-3-6-2 0,0 0-4 16,0 0-39-16,0 0-72 0,0 0-99 0,0 0-156 15,7-6-99-15,-7 6-122 0,0-11-548 0,0 5-729 16</inkml:trace>
  <inkml:trace contextRef="#ctx0" brushRef="#br0" timeOffset="4966.74">15434 16942 712 0,'20'-23'702'0,"-3"3"-130"0,2-2-110 0,-6 1-101 16,-2 3-66-16,-2 1-27 0,-1-2-37 0,-3 3-29 15,0 1-28-15,-4-1-32 0,-1 3-25 0,-1 0-15 16,-1-2-23-16,-5 3-16 0,1 1-13 0,-2 1-10 15,-1 2-5-15,-2 3-10 0,-2-1-5 0,-2 4-4 16,1 1-2-16,-3 1-4 0,-1 2-2 0,-1 2-7 16,-3 2 2-16,3 2 1 0,1 0-7 0,2 3 4 15,-1 1-7-15,4 1 10 0,2-2-4 0,3 3 4 0,3-3-6 16,1 2 7-16,4-2-8 0,3 2 7 16,2-3 0-16,4 3 0 0,5 1 2 0,0-2-5 0,2-1 5 15,1 1-5-15,3-1-1 0,2-1 3 0,-1 0-4 16,2-1 11-16,2 2-13 0,-2-3 2 0,-1 2-1 15,0 0-1-15,-2 1-2 0,1-1-11 0,-4 2-8 16,1 0 25-16,-5 0-35 0,-1-2 30 0,-2 2-24 16,-4-1 29-16,-2 0-22 0,-1-1 40 0,-2 1-23 15,-4 0 47-15,1-1-25 0,-5-1 53 0,0 1-33 16,-5-2 58-16,1-2-30 0,-3 0 14 0,1-2 3 0,-2-3 6 16,-1 0-11-16,0-3 6 0,0-1-23 0,-3-1 23 15,5-4-24-15,-2-1 19 0,0-2-47 0,2-4 13 16,5 1-49-16,0-4 0 0,3-2-66 0,2 1-24 15,1-5-52-15,5-1-44 0,3 0-74 0,0-4-55 16,3 1-45-16,1 1-46 0,3 0-42 0,-1 2-73 16,-1 6-382-16,4 1-472 0</inkml:trace>
  <inkml:trace contextRef="#ctx0" brushRef="#br0" timeOffset="5466.71">15955 16730 394 0,'-1'-7'543'0,"-3"-5"-79"0,-1 0-57 0,1-2-37 0,-3-2-22 15,-1-2-7-15,-1-2-9 0,-5-5-45 16,-1-1-41-16,-4-3-43 0,-1-4-21 0,-5 1-22 16,-1 0-32-16,-8-5-34 0,-3-1-10 0,-7 2-25 0,-2-1-2 15,-4 4-16-15,-5 0-9 0,-6 4-8 0,-4 2 0 16,-7 5-4-16,-8 6-6 0,-5 5-5 0,-4 6 2 15,-4 9-3-15,-6 8 5 0,-18 10 24 16,-2 14 16-16,-1 8-5 0,1 7 41 0,1 11-15 0,7 6 25 16,4 5-7-16,8 9 1 0,9 7 16 0,8 6-17 15,11 1 10-15,13 2-14 0,12-2-14 0,10 0-8 16,17-13 1-16,10 0-17 0,5 2-12 0,14-1-11 16,8-2-4-16,15 10 26 0,15-6-52 0,6-5 35 15,12-6-39-15,4-8 5 0,9-6-74 0,1-10-3 16,5-6-103-16,-11-16 1 0,7-6-45 0,0-11 61 15,3-5 29-15,3-9 25 0,-3-9 34 0,0-6 9 0,-3-8 16 16,11-14-18-16,-4-8 48 0,-4-8-22 16,-6-8 38-16,0-5-26 0,-5-5 15 0,-1-4 2 0,-6-5 36 15,-1-5-38-15,-5-5 28 0,-5-1-26 0,-4 0 7 16,-3 1 6-16,-10 2-2 0,-11 16 7 0,-8 1-10 16,-9 3-12-16,-6 3-7 0,-8 12 3 0,-12-5-3 15,-7 7 8-15,-11 6-1 0,-8 7-4 0,-8 7-24 16,-7 8-5-16,-6 7-27 0,-7 4-71 0,0 10-53 15,4 2-39-15,-9 7-10 0,0 5-18 0,2 2-34 16,1 4-44-16,7 4-102 0,5 0-233 0,8 1-190 16</inkml:trace>
  <inkml:trace contextRef="#ctx0" brushRef="#br0" timeOffset="7099.7">15707 15538 30 0,'0'0'347'0,"-6"7"-88"0,6-7-50 0,0 0-15 16,-11-4-35-16,11 4-7 0,-7-7-16 0,2 2-5 15,1-6-37-15,-1 2-7 0,1-4-29 0,-2 0 3 16,1-2-9-16,0 1-10 0,-2-1-1 0,0-1-8 16,-5-2 0-16,3 1-9 0,-2 1-7 0,-3 0-3 15,-2-1-4-15,-3 1-3 0,-4-1 1 0,1 2-2 16,-2 0-2-16,-3 0-1 0,-5-2-3 0,-1 2 4 16,-3 1 1-16,-2 1-22 0,0-2 23 0,-1 2-17 15,-4 1 16-15,-2 1-18 0,-2-1 17 0,-2 2-17 16,-4-1 23-16,-1 2-15 0,-1-1 23 0,-3 2-11 15,2 0 28-15,-4 0 5 0,3 1-3 0,-2 1-13 16,-1 3-18-16,0 2 25 0,-3-1-17 0,3 4 8 16,-4-1-4-16,-6 5-1 0,-2 1-9 0,2 4 1 15,1 2-7-15,1 2 7 0,2 3-2 0,0 1-2 16,3 5 10-16,0 3-10 0,2 3-5 0,1 3 4 16,-1 3-6-16,4 2-2 0,1 1 13 0,1 4-10 15,4 1 16-15,0 3-16 0,2-1 15 0,6 4-12 16,0-3 23-16,4 5-7 0,3-4-1 0,3 4-1 15,5-1 1-15,2 0-2 0,7 4-6 0,4-8-15 16,3 0 23-16,3 2-6 0,7-2 9 0,0 2-14 16,5 0 7-16,7 0 27 0,3-1-2 0,9 5 15 15,3-3-13-15,7 0 13 0,8-6 17 0,7 0 6 0,4-4-4 16,8-4-10-16,6-1-9 0,8-4-12 0,4-4-2 16,8-3-9-16,3-3-7 0,6-4-3 0,0-2-3 15,2-7 0-15,0-6 2 0,1-4-6 0,-1-5 10 16,0-6 0-16,15-8 10 0,-2-4 47 0,-8-7 5 15,-3-2 39-15,-3-6-21 0,-5-3-16 0,0-4-15 16,-5-3-14-16,0-4-15 0,-3-1-1 0,-3-3-14 16,-4 0 0-16,-1-3-2 0,-5-2-9 0,-5-4 1 15,-5-3-5-15,-5-2-1 0,-15 7-5 0,-3-5 2 16,-4-2-4-16,-4-1 0 0,-5 3 2 0,-5-3 0 0,-7 4-4 16,-3 2-2-16,-8 11-4 0,-2 4-7 15,-5 0-3-15,-4 5 6 0,-3 3-3 0,-7 1-9 16,-3 7-8-16,-4 4-9 0,-4 2-13 0,-5 6-33 15,-3 4-10-15,-4 4-4 0,-1 3-31 0,-1 7-16 0,-3 1-36 16,6 5-10-16,-6 2-34 0,-1 3-75 0,4 3-73 16,3 2-418-16,2 2-311 0</inkml:trace>
  <inkml:trace contextRef="#ctx0" brushRef="#br0" timeOffset="21548.97">17507 10779 443 0,'-5'-5'442'0,"-2"0"-71"0,7 5-42 0,-7-7-18 0,7 7-37 16,-7-5-37-16,7 5-44 0,-7-6-10 0,7 6-30 15,0 0-7-15,-5-2 26 0,5 2 23 0,0 0-23 16,0 0 24-16,6 6-1 0,1 1 16 0,1-1-42 16,-1 4-6-16,2 1-22 0,1 1-4 0,0 4-33 15,0 0-5-15,2 1-29 0,-2 1-4 0,3 3-23 16,-4-3 2-16,2 3-19 0,-3 0-6 0,3-1-5 16,-2 0 6-16,0 0-12 0,0-1 5 0,0 1-14 15,0-2-5-15,-1-2-91 0,-2-3-103 0,-1-1-119 16,-1-1-84-16,1-3-166 0,-1-1-621 0,-4-7-798 15</inkml:trace>
  <inkml:trace contextRef="#ctx0" brushRef="#br0" timeOffset="21749.31">17770 10956 526 0,'0'0'715'0,"0"0"-166"0,9-3-105 0,-9 3-38 16,0 0-38-16,10-4 3 0,-10 4-37 15,9-8-15-15,-2 2-55 0,2-3-47 0,2-1-52 0,3-5-27 16,1 0-26-16,3-2-22 0,4-1-26 0,-3 0-10 16,3 0-20-16,0 2-97 0,-2-2-119 0,1 1-118 15,-5 2-99-15,0 0-143 0,0 3-614 0,-5-1-771 16</inkml:trace>
  <inkml:trace contextRef="#ctx0" brushRef="#br0" timeOffset="22098.45">18211 10462 408 0,'0'0'678'0,"0"0"-145"0,0 0-76 15,0 0-46-15,0 0-48 0,0 0-24 0,-11 6 3 16,11-6-54-16,-8 10-9 0,3-3-52 0,0 1-21 16,1 0-43-16,0 3-5 0,0-1-32 0,4 0-23 15,-1 2-18-15,1 1-15 0,1-1-10 0,2-1-16 16,1 2-14-16,1-1-5 0,4 1-2 0,-2-3-5 15,2-1-8-15,-1-2 20 0,3 0-1 0,1-4 1 16,1 0-3-16,-2-3-3 0,2 0 9 0,0-1-24 16,0-2 16-16,0-3-23 0,-1-1 6 0,3-1-7 15,-4-2 0-15,-2-2 3 0,0-1 1 0,-2-2-1 16,-2 0-1-16,-1-2-1 0,-4-1 1 0,0 2-10 16,-2 1 16-16,-4-1-10 0,0 0 2 0,-3 4-5 15,-2 1 4-15,-3 1 2 0,0 3-4 0,-3 2 2 16,0 1-1-16,-2 4-1 0,1 1 4 0,-1 4-7 0,-1 0-3 15,0 4-6-15,3 0-27 0,1 3-65 0,4-2-97 16,1 1-114-16,5 0-70 0,3-3-123 16,1 3-175-16,2-4-378 0,2-2-680 0</inkml:trace>
  <inkml:trace contextRef="#ctx0" brushRef="#br0" timeOffset="22332.71">18547 10370 559 0,'0'0'781'0,"0"0"-156"0,0 0-97 0,-2 6-89 16,2-6-65-16,0 0-56 0,0 0-49 0,-6 6-50 15,6-6-41-15,0 0-24 0,0 0-36 0,-1 6 10 16,1-6-34-16,1 7-6 0,-1-7-29 0,8 8-1 16,-8-8-20-16,7 10 5 0,-1-4-18 0,-2-1 4 15,1 0-14-15,-5-5 9 0,8 9-21 0,-8-9 11 16,6 9-22-16,-6-9 6 0,9 6-34 0,-9-6-44 15,4 5-89-15,-4-5-89 0,0 0-67 0,0 0-81 16,0 0-88-16,0 0-125 0,0 0-256 0,-7-8-432 16</inkml:trace>
  <inkml:trace contextRef="#ctx0" brushRef="#br0" timeOffset="22666.3">18660 10210 24 0,'6'-4'747'0,"-6"4"-190"15,0 0-108-15,7-5-45 0,-7 5-47 0,0 0-36 16,0 0-22-16,0 0-15 0,0 0-17 0,0 0-22 0,0 0-17 16,8 6-40-16,-8-6-17 0,0 11-47 0,0-11-6 15,3 14-35-15,-2-4-6 0,3-1-27 0,-1 1 6 16,0-2-26-16,1 1 6 0,0-3-21 0,0 3 9 16,3-3-8-16,0 0 13 0,-2-2-13 0,-5-4 11 15,15 6-12-15,-15-6 6 0,13-2-14 0,-4 0 5 16,1-2-6-16,-1-3 9 0,-1 1-10 0,0-5 7 15,1 2-8-15,-2-3 7 0,-3 0-14 0,1-1 13 16,-2 0-12-16,-2-1 10 0,-1 3-11 0,-2-1 6 16,-1 1-5-16,-2 1 5 0,-2 1-5 0,0 1 4 15,-3 3-4-15,-1 1 7 0,-1 2-9 0,-1 2 12 16,0 1-13-16,-2 4 7 0,-1 0-7 0,4 3 6 16,-1 1-7-16,0-1-8 0,3 3-47 0,1 0-81 15,2-1-91-15,0-1-78 0,4 0-78 0,-1-1-142 16,3-1-623-16,1-7-768 0</inkml:trace>
  <inkml:trace contextRef="#ctx0" brushRef="#br0" timeOffset="23132.12">19074 10029 198 0,'-5'3'813'0,"-2"2"-181"16,1 1-97-16,-1-2-77 0,-1 0-43 0,0-1-51 15,0 2-37-15,-2-2-20 0,10-3-27 0,-10 6-38 0,10-6-40 16,-12 3-38-16,12-3-29 0,-11-2-27 16,11 2-14-16,-8-4-22 0,8 4-11 0,-5-11-15 15,1 6-5-15,4-1-11 0,-1-2-6 0,1 1-19 16,1-2 12-16,-1 3-5 0,4-3 2 0,-2 1-3 0,4 1-5 16,-1 0-3-16,4 1 5 0,-2 1-5 0,4 1 2 15,1 1-3-15,1 2 5 0,0 2-7 16,2 3 4-16,3 2-1 0,-1 1-4 0,1 4 0 0,-2 0-7 15,1 4 14-15,-2 4-7 0,0 3 2 0,-3 1 4 16,-3 4-4-16,1 0-2 0,-6-2 0 0,-3 1-1 16,-2 0 11-16,-3 1-5 0,-2 1-5 0,-3 0 7 15,1-8 10-15,-2 1-8 0,-1-5 11 0,0-1-7 16,0-4 6-16,-1-2 2 0,3-4 9 0,0-3-12 16,9-2 6-16,-16-2-13 0,11-3 5 0,1-4-16 15,1 0 12-15,2-4-13 0,2 0 10 0,3 0-19 16,1 0 20-16,2-1-11 0,-1 3 14 0,4-1-12 15,0 3 15-15,2 1-17 0,-1 2 10 0,1 1-17 16,-1 3 19-16,1 0-16 0,-12 2-1 0,22 1-12 16,-12 0 2-16,0 2-26 0,0 0-33 0,1-1-28 15,-2 2-72-15,-1 0-79 0,-8-4-58 0,13 4-37 16,-13-4-30-16,13 4-68 0,-13-4-63 0,11-3-487 16,-4-1-595-16</inkml:trace>
  <inkml:trace contextRef="#ctx0" brushRef="#br0" timeOffset="23515.67">19336 10022 179 0,'-4'-13'565'0,"1"1"-103"0,3 4-55 0,-2 1-29 0,-2 0-36 0,3 0-45 0,1 7-34 0,-3-11-63 15,3 11-17-15,-1-10-52 0,1 10 9 0,-1-6 6 0,1 6 5 16,0 0-29-16,0 0 1 0,0 0-25 16,0 0-2-16,0 0-31 0,1 8-1 0,-1-8-28 15,0 8 7-15,0-8-22 0,-1 12-5 0,1-12-2 16,-2 12-3-16,2-5-3 0,0-7-1 0,0 12-6 15,0-12 1-15,0 13 1 0,0-13-2 0,2 11 2 0,-2-11-3 16,5 7 1-16,-5-7 0 0,10 4 1 0,-10-4-5 16,14 2 5-16,-14-2 13 0,19-2-15 15,-10 0 13-15,3 1-18 0,0 0 16 0,1 0-17 16,0 0 11-16,0 0-12 0,3 1 14 0,-4 1-14 0,1 0 16 16,-1 2-18-16,0 1 3 0,-1 0 3 15,0 2-4-15,-4 0 2 0,1 1 7 0,-2 1 3 0,-2 0 6 16,1 3 7-16,-5-4 24 0,0 2 10 15,-2 0 1-15,-2-1 0 0,0 1-6 0,-4-2-3 0,2 1 7 16,-2-2-1-16,-1 0-9 0,-3-1-7 0,1-2-9 16,2 1-3-16,-3-4-14 0,12 0-28 0,-17 0-53 15,7-4-85-15,2-1-72 0,2 0-49 0,1 0-64 16,-2-5-72-16,2 1-66 0,3-2-503 0,-2-1-576 16</inkml:trace>
  <inkml:trace contextRef="#ctx0" brushRef="#br0" timeOffset="23682.79">19329 9941 249 0,'0'0'627'16,"0"0"-155"-16,-10 2-87 0,10-2-7 0,0 0-32 15,0 0-20-15,0 0-49 0,-4-6-17 0,4 6-53 16,8-11-20-16,1 4-52 0,-1 0-9 0,3-4-39 16,2 1-3-16,1-1-32 0,1-2 1 0,1 1-25 15,0 1-35-15,2-1-58 0,-1 1-68 0,-2 0-79 16,0 4-90-16,-2-1-125 0,1 1-553 0,-5 4-572 15</inkml:trace>
  <inkml:trace contextRef="#ctx0" brushRef="#br0" timeOffset="23899.67">19593 10343 769 0,'-3'14'768'0,"-1"-3"-159"0,3-3-156 0,-2 1-81 15,3-2-85-15,0-7-34 0,2 9 8 0,-2-9-52 0,0 0-31 16,14-2-35-16,-3-3-32 0,1-2-24 16,4-4-16-16,4 0-15 0,1-3-14 0,3-2-7 15,1-1-19-15,-2 2-50 0,1-1-60 0,0 1-66 16,-7 2-59-16,2 3-50 0,-2 0-82 0,-6 3-80 16,1 0-120-16,-3 3-273 0,-9 4-362 0</inkml:trace>
  <inkml:trace contextRef="#ctx0" brushRef="#br0" timeOffset="24049.06">19697 10555 196 0,'-10'15'790'16,"4"-4"-179"-16,-1 1-123 0,2-4-46 0,3 1-76 15,2-9-18-15,-2 8-22 0,2-8-46 0,0 0-59 16,13 0-53-16,-4-5-20 0,5-3-50 0,4-3-6 16,5-2-37-16,1-3-10 0,6-4-48 0,-1 0-86 15,3-2-94-15,-3 1-94 0,1-2-87 0,-3 1-116 16,-2-2-542-16,0 1-633 0</inkml:trace>
  <inkml:trace contextRef="#ctx0" brushRef="#br0" timeOffset="24366.29">20179 10168 311 0,'0'0'770'0,"0"0"-191"16,0 0-118-16,-6 4-66 0,6-4-33 0,-3 7-18 15,3-7-1-15,-4 9-22 0,3-3-34 0,0 1-42 16,-2 1-29-16,3 1-22 0,0 1-25 0,0 4-8 15,3 0-42-15,-1 1-14 0,4 0-30 0,-1 0 0 16,1 2-24-16,4-1 37 0,0-1-18 0,2 1 10 16,1-5-26-16,0 3 23 0,-1-5-27 0,1-1 27 15,2-2-30-15,-1-2 34 0,-1-2-35 0,3-2 30 0,-2-2-48 16,2-2 25-16,-3-2-37 0,1-2 25 0,-2-2-36 16,0-3 30-16,-3 0-39 0,-2-1 29 15,-1-3-32-15,-3 1 31 0,-2-1-33 0,-2-3 29 16,-2 2-33-16,-2-1 33 0,-1-1-34 0,-3 2 32 0,-3 2-34 15,-2 3 32-15,0 2-37 0,1 2 33 0,-5 4-28 16,2 2-2-16,-2 1-59 0,0 4-15 0,-1 1-56 16,-3 4-60-16,4 2-69 0,0-1-82 15,3 5-78-15,0-1-94 0,3-4-142 0,3 4-497 0,4-3-781 16</inkml:trace>
  <inkml:trace contextRef="#ctx0" brushRef="#br0" timeOffset="24615.86">20611 10174 975 0,'0'0'719'0,"0"0"-155"0,9 2-122 0,-9-2-48 16,4 6-43-16,-4-6-51 0,4 8-41 0,-4-8-41 16,2 9-36-16,-2-9-20 0,4 11-28 0,-4-5-27 15,5 0-20-15,-1 1-16 0,0 1 11 0,1-1-31 16,-3-1-1-16,-2-6-12 0,8 9 0 0,-8-9-8 15,4 10-5-15,-4-10-3 0,5 7 0 0,-5-7-8 16,0 0-2-16,3 6-4 0,-3-6-10 0,0 0-13 16,0 0-25-16,0 0-48 0,-9-3-83 0,9 3-99 15,-8-7-67-15,8 7-109 0,-5-9-129 0,5 9-490 16,-5-9-682-16</inkml:trace>
  <inkml:trace contextRef="#ctx0" brushRef="#br0" timeOffset="25032.29">20970 10066 664 0,'7'-10'618'0,"-3"1"-107"0,-2-1-49 15,-1 3-66-15,1-1-71 0,-4 0-27 0,0 0-36 16,-1-1-6-16,-2 2-37 0,1 0-7 0,-4 2-44 16,0-1-19-16,-1 4-42 0,0 0 1 0,-4 3-32 15,0 2 2-15,-2 1-30 0,1 4 3 0,-3 4-19 16,3 1-12-16,1 3-2 0,1 2-3 0,1-1-6 15,5 2 11-15,-2 1-4 0,6-4-2 0,1 1 2 0,1 0-4 16,2-5 2-16,1 1 3 0,3 0 2 0,2-3 5 16,-2-3 3-16,3-1-3 0,1-3-7 15,2-3-1-15,2-1-3 0,-1-4-2 0,-1 1-2 16,2-5-8-16,-1 0 2 0,1-4 7 0,-2-2-11 0,-2 0 10 16,0-2-13-16,-2-1 12 0,-2 1-15 0,-3 1 4 15,-1-1 3-15,0 3 17 0,-1 1-10 0,1 1-3 16,-2 1-1-16,0 0-5 0,0 3-3 15,0 2 2-15,0 6 8 0,0 0-9 0,0 0 9 0,0 0-11 16,3 7 17-16,-2 3-6 0,2 2 9 0,1 3-3 16,-1 2 4-16,4 2 5 0,-1 1-1 0,3 1-5 15,0 1 2-15,0 0-8 0,1-1-1 0,-1-1 0 16,2-1 2-16,-1 2-5 0,0-3-6 0,0-1-27 16,0-1-73-16,-1-3-127 0,-1-1-103 0,0-1-86 15,1-4-169-15,-2 0-633 0,0-2-828 0</inkml:trace>
  <inkml:trace contextRef="#ctx0" brushRef="#br0" timeOffset="25365.82">21194 9996 197 0,'0'0'741'0,"-5"-4"-177"0,5 4-97 0,0 0-11 15,0 0-58-15,0 0-2 0,0 0-25 0,0 0 8 16,0 0-23-16,0 0-51 0,8-6-45 0,-8 6-47 15,15-8-43-15,-6 5-24 0,2-4-28 0,3-1-17 16,-1-1-20-16,4-1-15 0,-2 0-13 0,2-2 9 16,-2 0-36-16,2-1 20 0,-3 1-26 0,-3 2 11 15,1 0-19-15,-2 1 21 0,0 0-20 0,-3 2 20 16,0 1-34-16,-2 1 22 0,3 0-25 0,-8 5 22 16,8-6-26-16,-8 6 28 0,0 0-25 0,5 10 25 15,-4-3-28-15,0 3 5 0,1 2 13 0,0-1 10 16,-1 6-33-16,2 0 28 0,3-3-25 0,-2 4 28 15,1-2-30-15,2 2 26 0,-1 1-14 0,3-2 7 0,-3 0-5 16,2-4-59-16,1 0-67 0,1 0-111 16,-1-2-126-16,0-3-96 0,1 3-61 0,-1-6-136 15,0-1-545-15,0-1-810 0</inkml:trace>
  <inkml:trace contextRef="#ctx0" brushRef="#br0" timeOffset="25765.86">21685 9810 536 0,'-3'-7'660'0,"3"-1"-145"16,0 8-86-16,-2-10-58 0,2 10-28 0,-2-9 5 16,2 9 1-16,-2-7-10 0,2 7-34 0,-2-7-37 0,2 7-34 15,0 0-24-15,0 0-8 0,0 0-33 0,0 0-4 16,0 0-43-16,0 0 5 0,0 0-40 16,0 0 12-16,-2 7-48 0,2-7 21 0,-1 10-41 15,-1-2 17-15,1-2-32 0,-3 4 23 0,3 0-32 0,0 2 21 16,-1-1-33-16,1 0 26 0,1 0-33 0,1 0 24 15,1 0-30-15,-1-1 23 0,5-1-26 0,-3-1 25 16,3 0-23-16,1-2 29 0,-1-1-37 16,4-2 39-16,1 0-26 0,-1-1 24 0,1-2-3 0,2 0 2 15,0 0-29-15,-2-2 34 0,1 1-30 0,0-1 8 16,0 1-4-16,0-1 6 0,0 2 2 0,-1-2-1 16,1 0-1-16,-12 2 1 0,20 0 3 0,-20 0 2 15,17 0-2-15,-17 0-7 0,17 3 8 0,-8-2 1 16,-3 4 26-16,-1 1-29 0,1-2 24 0,-4 4-28 15,1 0 26-15,-3-1-31 0,0 3 27 0,-3-2-27 16,1 3 28-16,-2-1-26 0,-1 0 24 0,-2 1 1 16,-3 0-8-16,1-2-2 0,0 1-3 0,-5-1-9 15,1 0-16-15,-2-2-30 0,2-1-33 0,-2-1-78 16,2-3-138-16,1-1-126 0,1-1-108 0,1-3-169 16,0 0-510-16,1-3-823 0</inkml:trace>
  <inkml:trace contextRef="#ctx0" brushRef="#br0" timeOffset="25949.1">21681 9906 536 0,'0'0'716'16,"0"-9"-167"-16,0 9-58 0,2-11-43 0,-2 11-2 15,6-11 0-15,-1 4-40 0,2-3-45 0,4-1-51 16,3-1-57-16,2-1-9 0,6-3-29 0,0 0-34 16,3-2-39-16,3-1-22 0,2-2-24 0,0 0-18 15,1-2-15-15,0 0-10 0,-1 1-11 0,0 0-19 16,-3 0-11-16,-4 4-67 0,-4 0-64 0,-4 2-92 15,-1 4-109-15,-6 1-152 0,-2 2-93 0,-6 9-209 16,0-9-392-16,0 9-782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48:24.630"/>
    </inkml:context>
    <inkml:brush xml:id="br0">
      <inkml:brushProperty name="width" value="0.05292" units="cm"/>
      <inkml:brushProperty name="height" value="0.05292" units="cm"/>
      <inkml:brushProperty name="color" value="#FF0000"/>
    </inkml:brush>
  </inkml:definitions>
  <inkml:trace contextRef="#ctx0" brushRef="#br0">23395 14009 274 0,'5'-8'489'0,"-1"-2"-114"0,-1 2-56 0,1-2-61 16,0 1-8-16,-1-2-46 0,-1-1 10 0,1-1-50 0,-2 1 5 15,-2-4-24-15,-2 0-20 0,3 0-1 0,-5-1-23 16,3-1-15-16,-4-3-16 0,1 2-12 0,-2-2-18 16,-3 1 7-16,0-1-15 0,-1-2 8 15,-4 0-7-15,-1-1 10 0,-5-2-15 0,-2-1 5 0,-3 0 3 16,-1 1 8-16,0-1-3 0,-5 1 2 0,0 1 3 16,-6-2 5-16,0 2 3 0,-8-4-7 0,-3 4-3 15,-1 1-5-15,-1 1-1 0,-2 1-7 16,-4 3-3-16,1 2-18 0,4 5 12 0,-1-1-3 0,-3 5 0 15,1-1-5-15,-2 3-2 0,0 3-4 0,-3 0-1 16,0 3 7-16,-3 2 3 0,-9 2 4 0,0 2-5 16,1 4 2-16,-2-1-7 0,1 6 4 0,1 2 2 15,-1 1 11-15,3 3 19 0,1 4-5 0,-1 1-8 16,5 2-5-16,-2-1-7 0,5 2-2 0,3 2-4 16,2 0 20-16,2 1 7 0,4 0 8 0,8 1-21 15,2 0 5-15,11-1-16 0,2 4-5 0,3 1-1 16,7 3 2-16,2 2-1 0,6 3 17 0,4 1 6 15,4 3-12-15,3 1 5 0,5-2-14 0,6 10-1 16,6 1 12-16,4-2 29 0,2-2-18 0,8 2 0 16,1-4 4-16,5 1 13 0,4-1 12 0,4-1-8 15,3-2 13-15,5-3 7 0,2-1 44 0,2-1-56 16,2-3 40-16,3-1-50 0,0-3-4 0,-1 0-7 16,1-5-7-16,-2-3-3 0,2-3-3 0,0-5 20 0,4-5-10 15,-2-2-10-15,2-8 6 0,-7-1 3 0,2-6 5 16,-1-2 14-16,11-5 21 0,0-3-34 15,-4-3-1-15,-2-3-10 0,-2-3-1 0,-4-5-7 16,-1-4-1-16,-5-3-10 0,1-4-1 0,-7-5 0 0,-1-4-6 16,-4-1 1-16,-2-4-23 0,-5 1 31 0,-6-5-9 15,-2-4-9-15,-6 0-1 0,-3-4 17 0,-5-2-37 16,-5-1 4-16,-5-2 3 0,-5 8 0 0,-2-8 4 16,-5 1-21-16,-4 1 30 0,-7 2-1 0,-3 3-3 15,-2 1 0-15,-2 4 1 0,-5 3-4 0,-7 4-1 16,-1 3-7-16,-4 5-30 0,-4 4-51 0,-5 3-69 15,-2 7-76-15,-4 6-136 0,4 8-157 0,-3 7-128 16,-3 5-848-16,-10 5-1139 0</inkml:trace>
  <inkml:trace contextRef="#ctx0" brushRef="#br0" timeOffset="6149.69">18996 7082 163 0,'2'-17'506'0,"1"1"-120"0,-2 1-33 0,-1 3-54 0,0 1-38 0,1-1-49 16,-1 4-42-16,0-1-41 0,0 9-24 0,-1-10-16 15,1 10-11-15,-4-5-10 0,4 5 40 0,-6 5-32 16,6-5 9-16,-9 7-21 0,9-7 10 0,-2 7 5 16,2-7 26-16,0 10 11 0,0-10 7 0,10 8 17 15,-3-6-3-15,6-1 12 0,1-2-26 0,7-2-20 16,8-4-17-16,4-3 2 0,9-4 6 0,3-5 1 16,9-5-1-16,3-2-8 0,2-3-6 0,5-3-4 15,1-6-9-15,6-3 0 0,13-9-28 0,0-4 4 16,3-6-27-16,-4-3 14 0,3 2-23 0,-2-4-6 15,2 0-26-15,-3 2 0 0,-1 3-40 0,-6 4-42 16,-14 12-42-16,-6 6-65 0,-8 4-67 0,-12 9-74 16,-5 7-78-16,-11 7-73 0,-4 3-467 0,-7 5-563 15</inkml:trace>
  <inkml:trace contextRef="#ctx0" brushRef="#br0" timeOffset="7166.22">21474 15906 294 0,'0'0'226'0,"0"0"-77"0,5 5-82 0,-5-5-82 15,9-5-111-15,-9 5-63 0,14-4 55 0</inkml:trace>
  <inkml:trace contextRef="#ctx0" brushRef="#br0" timeOffset="7467.29">22142 15133 545 0,'0'0'736'16,"-8"6"-173"-16,8-6-133 0,-8 6-106 16,8-6-135-16,-8 6-89 0,8-6-86 0,-8 4-64 0,8-4-46 15,-5 3-72-15,5-3-74 0,0 0-66 0,-6 4-333 16,6-4-154-16</inkml:trace>
  <inkml:trace contextRef="#ctx0" brushRef="#br0" timeOffset="7650.02">22204 15118 543 0,'-4'6'445'0,"4"-6"-153"0,0 0-154 16,-7 5-118-16,7-5-85 0,0 0-90 0,0 0-70 15,0 0-86-15,0 0 230 0</inkml:trace>
  <inkml:trace contextRef="#ctx0" brushRef="#br0" timeOffset="8233.33">15467 14033 90 0,'0'0'483'0,"-9"-5"-134"0,9 5-110 0,-9-1-47 0,9 1-67 0,0 0-28 0,-12 0-21 0,12 0-10 16,0 0-18-16,-9 3-7 0,9-3-7 15,0 0 2-15,-8 3-14 0,8-3-4 0,0 0-2 0,0 0-3 16,-5 6-8-16,5-6 1 0,4 5-57 0,-1 0-117 15,4 1-374-15,1 1-52 0</inkml:trace>
  <inkml:trace contextRef="#ctx0" brushRef="#br0" timeOffset="8900.26">28369 13774 471 0,'-11'3'766'0,"-4"-3"-203"0,5 0-129 16,-4-2-147-16,-3 1-142 0,-3-1-158 0,0 2-187 16,0 2-212-16,-5 1-231 0,-3 1-154 0</inkml:trace>
  <inkml:trace contextRef="#ctx0" brushRef="#br0" timeOffset="13266.51">23062 7522 174 0,'13'-5'217'0,"0"4"-34"0,-3-2-13 0,-1-1-32 0,4 1 13 16,-4 0-11-16,0 0 12 0,0 0-22 0,-2-3 11 16,1 1-7-16,-1 1-21 0,-2 0-24 0,-2-3-20 0,0 1-8 15,-2 0-14-15,-2-3-6 0,-2 1-13 0,-3-2-23 16,-3 0 18-16,1-2-19 0,-7-1 17 0,2-2-22 16,-5 0 20-16,-1-1-2 0,-4-1-5 15,0-1-13-15,-5-1 17 0,-1 0-17 0,-2-2 21 16,-1 2-24-16,0-2 14 0,-2 3-12 0,-1-3 15 15,-2 2-17-15,-3-2 15 0,-2 2-1 0,1 1-3 0,-6-1-1 16,2 2 2-16,-11-5-3 0,1 4-2 0,8 3 5 16,-12-2 5-16,0 1-13 0,-1-1 4 15,0 2 2-15,7 4-5 0,-10-1 1 0,-1-1 1 16,8 5 7-16,-11-3-10 0,10 5 9 0,-2 0-10 16,0 0 9-16,0 1-15 0,-1 1 14 0,0 2-27 15,0-2 33-15,-1 3-11 0,1 0 8 0,-2 0-11 16,2 1 8-16,3-1-9 0,-2 1 10 0,4 0-16 15,3 0 14-15,-1 0-7 0,4 0 12 0,6 1-14 16,2 0 10-16,-1 0-11 0,3 0 12 0,0 2-11 16,0 0 13-16,0 0-17 0,2 0 14 0,0 2-8 15,-2 1-6-15,2-1 6 0,-6 2-5 0,-1 2 0 16,3-1 1-16,-3 0-1 0,0 0 7 0,0 1-4 0,-2 1 2 16,0-1 0-16,-2 1-1 0,0 1 3 15,-2-1-6-15,2 2 9 0,-1-2-1 0,-1 2-3 16,2 2 0-16,-1-3-1 0,2 5 0 0,-3-3 5 15,-1 3-5-15,4-1-11 0,-11 2 12 0,8-1-17 16,-3 3 22-16,4-3-1 0,1 1 0 0,2-1 4 16,-3 2-3-16,4-2-1 0,-2 1-2 0,4-2-2 15,0 1 4-15,0 0 2 0,2-1 0 0,1 0-3 16,1 0 5-16,2-1 0 0,-2 1 0 0,2 1 5 16,-1-1 18-16,2 2-19 0,-1-5 13 0,1 6-20 15,0-3 21-15,2 1-24 0,-3 2 5 0,4-4 11 16,0 4-16-16,1 0 14 0,2-2-16 0,0 3 16 15,3-1-17-15,2-2 20 0,1 2-19 0,1-1 47 16,0 1-21-16,4 0 29 0,-2 0-25 0,2 1 18 16,1 0 12-16,1 0 10 0,0 1-32 0,-1 2 18 15,4-2-24-15,-3 0 9 0,6-2-26 0,-2 2 15 16,3-2-23-16,0 1 19 0,-1-1-21 0,4-1 10 16,-1-1-14-16,2 1 11 0,-1-2-13 0,2 1 19 15,1-2-18-15,2 2 15 0,-1-1-17 0,3 0 11 16,0 1-10-16,3 0 14 0,1 0-8 0,0 1 17 15,4 2 0-15,0 1-1 0,2-1-1 0,3 0-3 0,1 2-3 16,3 1-3-16,-1 0 2 0,2-1-5 0,2-1 8 16,0-1-8-16,1 2 9 0,6 2 12 15,-1-1 12-15,5-1-6 0,-1 0 2 0,4-2-2 16,4 0 19-16,2 0 1 0,3-3 28 0,7-1-9 16,11-1-17-16,6-1-3 0,4 0-15 0,6-3-5 0,5 2-3 15,-2-3-6-15,5-1-4 0,-3 1-9 0,2 1 4 16,0-4-8-16,2 2 4 0,-1-1-3 15,0-3-3-15,2 1 4 0,-1-2 17 0,1-2 22 16,-2 1-4-16,-2-4-6 0,1 1-9 0,0-3 1 0,3-1-6 16,-2 0-4-16,4-3 3 0,-2 1 35 0,3 1 0 15,-5-3-19-15,3 1-11 0,-6-2 1 0,-1 1 0 16,-2 1 3-16,0-1-14 0,2-2 5 0,-1 3 24 16,3-2 10-16,0 0-4 0,-1 0-11 15,1 1-22-15,0-1 11 0,-1 2-17 0,0-3 1 0,-2 5 10 16,1-4-4-16,-1-1-6 0,0 3-4 0,-1-1 0 15,-1-1-3-15,-3-1 5 0,-3 2 0 0,-1-2-3 16,-3-1 2-16,-3 1-6 0,-10 1 0 0,8-3 1 16,-11 1 0-16,8-1 8 0,-7 0 22 15,0 1-32-15,-3-2 25 0,1 0-25 0,-1 0 49 16,0 1-42-16,-1-3 25 0,-5 2-38 0,2-1 30 0,-3-1-34 16,-3 1 27-16,-1-2-31 0,-2 0 25 0,-3-1-23 15,1 1 27-15,-3-4 3 0,-2 2-29 16,1 0 35-16,-3-1-38 0,-2-2 38 0,-1-2-44 15,-7 2 44-15,0-1-46 0,0 0 40 0,-4-3-44 16,-2 1 4-16,-1-3 3 0,-5 0 6 0,-2 3-3 16,-2-1 6-16,-2 1 0 0,-3-3-2 0,-3-2 35 0,-3-1-36 15,-7-2 28-15,1 0-35 0,-5 2 29 0,-3-1-3 16,-4 4-2-16,-4-3-4 0,-1 4-5 16,-4-1 1-16,-1 5-1 0,-11-7-1 0,0 5 0 15,-4 2 0-15,-3 3 9 0,3 1-37 0,2 3 34 16,-10-1-1-16,6 4-8 0,3 2 0 0,-3 1-4 15,1 3-32-15,1-2-13 0,-1 4-60 0,2 3-53 16,3 0-94-16,4 4-99 0,-4-1-41 0,0 6-74 16,2 4-81-16,-3-1-485 0,1 3-653 0</inkml:trace>
  <inkml:trace contextRef="#ctx0" brushRef="#br0" timeOffset="14083.2">20497 7552 179 0,'-20'-10'415'0,"-2"0"-92"0,3 2-17 0,-3 1-58 0,5 1-12 0,0 2-43 15,0 0 16-15,3 0-53 0,1 0 7 0,3 0-53 16,1 1 7-16,9 3-37 0,-10-4 29 0,10 4-25 16,6-3 17-16,5-2-3 0,10-4-1 0,11-2-9 15,13-3 11-15,16-9-9 0,8-4 27 0,7-5-10 16,18-9-11-16,0-1 14 0,3-6-2 0,4 1-17 15,2-4-24-15,2 1-6 0,4 0-13 0,-3-1-6 16,-3-1-17-16,2 2-2 0,-4 0-3 0,-2 1-7 16,-5 2-4-16,-2 1 0 0,-6 2-4 0,-16 6-1 15,-2 2-1-15,-6 2-2 0,-3 0-2 0,-5 3 3 16,-4 3-4-16,-11 6-1 0,-4 1 2 0,-5 2-1 16,-4 6-4-16,-6 0-59 0,-4 2-126 0,-2 3-90 15,-5-2-69-15,-3 4-28 0,-6 6-52 0,0-9-436 16,-8 5-419-16</inkml:trace>
  <inkml:trace contextRef="#ctx0" brushRef="#br0" timeOffset="14283.08">22307 6142 480 0,'3'-8'443'0,"2"1"-102"16,1 2-68-16,4 0-60 0,4 5-12 0,-1 0-39 16,5 3 11-16,-1 2-48 0,3 2-25 0,1 2 12 15,-2 3-12-15,1 3-9 0,-2 3 9 0,1 3-12 16,-6 1-23-16,2 4-12 0,-6 1-15 0,-1 2 2 15,-3 2-4-15,-5 5-2 0,-6-3 1 0,-6 8-1 16,-4 2-7-16,-9 6 13 0,-5 1-13 0,-4 1-4 16,-3 1-51-16,2-1-35 0,-1-1-97 0,1 0-63 15,1 0-104-15,4-4-510 0,0-2-378 0</inkml:trace>
  <inkml:trace contextRef="#ctx0" brushRef="#br0" timeOffset="24832.64">18942 6991 212 0,'0'0'173'0,"8"3"-39"0,-8-3 6 0,0 9-8 0,0-2 0 0,0 1-15 15,0 3-15-15,1 1-22 0,-1 4-3 0,4-1-4 16,1 2-11-16,0 1-2 0,0 0-4 0,4 1-11 0,3 0 11 16,-2-3-6-16,0 1-10 0,4-3 5 15,0 1 15-15,3-4 27 0,-2 0 4 0,4-4-11 16,-2-5-10-16,6-3-7 0,4-5 38 0,11-8 5 15,3-8-40-15,10-10 6 0,7-8-33 0,17-13 5 16,6-6-1-16,7-3-13 0,5-4-38 0,4-6 14 0,5-4-4 16,3-7-3-16,8-1 18 0,2-4-25 15,6 3 22-15,1 0-1 0,0-4-20 0,0 3 0 16,-1 0-6-16,4 0-6 0,-3 3 12 0,-2 5-19 16,-4 6 18-16,-5 6 4 0,-5 7-12 0,-10 7-35 15,-5 10-95-15,-21 11-84 0,-3 9-138 0,-7 5-218 16,-14 4-98-16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7:57.617"/>
    </inkml:context>
    <inkml:brush xml:id="br0">
      <inkml:brushProperty name="width" value="0.05292" units="cm"/>
      <inkml:brushProperty name="height" value="0.05292" units="cm"/>
      <inkml:brushProperty name="color" value="#FF0000"/>
    </inkml:brush>
  </inkml:definitions>
  <inkml:trace contextRef="#ctx0" brushRef="#br0">30567 13608 322 0,'0'0'448'0,"13"-2"-64"0,-13 2-59 0,11-3-43 16,-11 3-19-16,10-4-25 0,-10 4-16 15,7-8-17-15,-7 8-6 0,4-10-13 0,-3 4-16 0,-1-4 6 16,0 0-33-16,-3-1-14 0,-2-4-7 0,-4-3-24 15,0 0-13-15,-4-6-14 0,-2 0-16 0,-7-3-10 16,-1-4-9-16,-6 2-10 0,-8-7-3 0,-5 0-4 16,-4 0-1-16,-5-3 1 0,-4 2 8 0,-3-3 3 15,-4 0 11-15,-5-1 5 0,-14-6-4 0,-3 0 9 16,-3 3 7-16,-3-1-8 0,-2 4-7 0,-4 3 3 16,-3 3 4-16,14 10-7 0,-19-2 1 0,11 12-3 15,-4 2-2-15,-8 5 1 0,-1 6 1 0,-21 9-7 16,-3 6 12-16,1 9-7 0,-3 3-2 0,-4 8-5 15,3 5 3-15,0 4 21 0,5 6-11 0,3 4 2 16,3 2 2-16,11 2-1 0,7 2-9 0,11 0-13 16,10 0-6-16,13 1-5 0,19-11 0 0,10 4-5 15,9 2-9-15,9 5 15 0,11 3-14 0,6 4 8 16,12 2 4-16,7 5 5 0,8 1 5 0,4 2-3 16,13 11 0-16,6-2-1 0,4-1 18 0,5-4-22 15,5-3 7-15,4-1-1 0,5-5-10 0,5-3-1 16,4-3 76-16,3-5-56 0,0-4 44 0,7-5-58 15,1-3 40-15,5-5-56 0,2-6 45 0,5 0-53 16,-15-12 45-16,4-1-51 0,0-4 48 0,3-2-50 16,-1-2 2-16,-1-4 45 0,3-4-49 0,-1 0 56 15,-3-6-60-15,2-2 47 0,-2-4-49 0,-1-2 58 16,-2-5-61-16,-3-4 51 0,1-5-50 0,0-1 55 16,-3-4-18-16,-1-5-2 0,11-11-4 0,-19 3-6 15,12-9 2-15,-18 3-43 0,8-11 51 0,-14 7-40 16,7-14 45-16,-1-2-47 0,-15 7 49 0,8-13-6 15,-5-4-2-15,-9 13-6 0,-5-6 9 0,1 1 5 16,-4-1-41-16,-3 0 20 0,-5-1 44 0,-4-3 2 0,-6 0 0 16,-6 1 9-16,-6-3-12 0,-7 4-14 0,-7-3 2 15,-8 3-7-15,-9-1-36 0,-9 5 36 0,-10 2-34 16,-21-8 36-16,-10 9-44 0,-11 3 37 0,-7 7-57 16,-7 7 20-16,-10 4-79 0,-4 7 36 0,-4 6-59 15,-1 6-6-15,1 5-80 0,21 5-3 0,3 6-82 16,4 4-65-16,6 2-41 0,7 4-76 0,4 4-125 15,6 1-512-15,13 2-731 0</inkml:trace>
  <inkml:trace contextRef="#ctx0" brushRef="#br0" timeOffset="1033.81">27543 6954 115 0,'-18'-13'491'0,"-5"-3"-93"0,2 0-49 0,-3 0-87 0,0 1-25 16,-8-4-39-16,1 1-6 0,-2-1-60 0,-5 1 5 16,0 2-23-16,-2-3 26 0,-5 3-39 0,1-1 18 15,-5 2-14-15,-10-3-1 0,-5 3-13 0,-1 3-7 16,-4 3-3-16,9 3 19 0,-5 6-16 0,-14 3-10 15,-3 6-13-15,-6 7-11 0,-21 11-12 0,2 11-2 16,-4 12 10-16,2 11 3 0,0 8 29 0,4 10 41 16,6 2 6-16,8 6-12 0,9-1 12 0,18 7 3 15,15 2-20-15,17-1 1 0,20-15-16 0,15-4-19 16,17-2-18-16,13-4-10 0,27 8 7 0,13-10-7 16,13-7-15-16,8-8-12 0,5-6 11 0,3-9-14 15,5-8 9-15,-11-16 10 0,5-5 2 0,1-8 7 16,2-8 24-16,17-11-9 0,-2-6-5 0,0-8-10 15,-4-6 98-15,3-6-73 0,-3-9 31 0,-3 0-63 16,-6-7-4-16,-3-4-5 0,-8-5-24 16,-6-2 8-16,-8-4-10 0,-10-1 40 0,-13-3-56 0,-7 2 42 15,-19 10-56-15,-7 0 0 0,-9 0 2 0,-9 3 1 16,-9 9 12-16,-8-5 39 0,-10 3-48 0,-11 2 42 16,-10 5-6-16,-11 2-1 0,-11 5-8 0,-19-2 0 15,3 12-45-15,-17 1 54 0,8 10-42 0,-19-1 39 16,11 10-3-16,-1 2-3 0,1 5-49 0,3 2 50 15,3 5-58-15,6 2 23 0,5 4-71 0,8 2-48 16,7 1-92-16,13 4-83 0,5 3-58 0,8 4-42 16,3 5-85-16,7 3-74 0,3 4-445 0,4 4-638 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49:56.342"/>
    </inkml:context>
    <inkml:brush xml:id="br0">
      <inkml:brushProperty name="width" value="0.05292" units="cm"/>
      <inkml:brushProperty name="height" value="0.05292" units="cm"/>
      <inkml:brushProperty name="color" value="#FF0000"/>
    </inkml:brush>
  </inkml:definitions>
  <inkml:trace contextRef="#ctx0" brushRef="#br0">10819 10709 82 0,'-10'-16'462'0,"0"-2"-122"0,-2 0-69 0,-2-4-58 0,-1 2-31 0,2-5-19 16,-4 2-20-16,2-2-12 0,-3-5 4 0,0 2 7 15,-2-3-23-15,-1-1-11 0,2 3 7 0,-1-3-8 16,-2 2-11-16,0-1-16 0,1 2-11 0,-2 2-2 15,-2 2-10-15,2 0-9 0,-1 6-12 0,-3 2-1 16,0 3-7-16,-7 0-6 0,1 5 6 0,-3 2-18 16,-5 5-3-16,-1 2-2 0,-12 3-4 0,-1 4 3 15,-14 6 0-15,0 4-2 0,-1 4 2 0,-3 4-8 16,3 0 0-16,-1 6 27 0,2 2 27 0,0 3 22 16,4 4 8-16,0 2 21 0,5 7 17 0,-5 14-34 15,5 3 16-15,5 9-7 0,7 4-10 0,9 6 5 0,11-7-5 16,3 1 3-16,8 9 34 0,4 21-32 15,6-14 4-15,7 1-22 0,4 2-7 0,8 16 27 16,4-5-21-16,1 1 12 0,7-4-15 0,4-4-18 0,4-1 12 16,0-4-16-16,7-1 0 0,4-6-13 0,-1-5-2 15,5-5-8-15,-4-15-3 0,0-3 8 0,3-4-15 16,3-3-17-16,3-2 5 0,-1-6 7 16,5-4-6-16,-2-4 11 0,4-6-14 0,-1-6 12 0,2-4 3 15,1-5-6-15,-6-8 1 0,1-6 6 0,2-4 9 16,3-4 13-16,8-8 12 0,0-3-3 0,-2-6-2 15,1-4-5-15,-2-7-2 0,-4-2-18 0,-2-6 2 16,-3-2-1-16,0-5-6 0,-6-6 1 0,-3 1-5 16,-3-8 0-16,-3-1-5 0,-7-3 10 0,-3-4 1 15,-2-4-2-15,-7-3-7 0,0-4 1 0,-3-1-8 16,-5-6 5-16,-5 1 2 0,1-2-1 0,-5 2 11 16,-1-2-10-16,-5 1-6 0,-3-2 1 0,-1 1-1 15,-7-1-5-15,0 4 9 0,-5-1-6 0,-5 4 8 16,-2 5-1-16,-5 1 1 0,-6 3-10 0,-2 8-4 15,-15-11 27-15,3 17-29 0,-3 3 19 0,-6 5-20 16,-1 6 11-16,-2 5-14 0,-2 3 17 0,1 3-16 16,-1 5 15-16,2 3-18 0,-1 5 4 0,11 6-19 15,4 3-10-15,1 1-11 0,9 4-23 0,4 1-44 16,5 3-46-16,2-1-44 0,6 3-46 0,2 1-29 0,1 3-4 16,3 3-20-16,1 0-12 0,3 3-22 15,1 2-28-15,3 0-59 0,-2 3-382 0,2 1-344 16</inkml:trace>
  <inkml:trace contextRef="#ctx0" brushRef="#br0" timeOffset="1666.4">14383 11337 379 0,'-10'-7'629'0,"-1"1"-148"0,-2-2-98 0,-2 0-88 15,-1-3-54-15,-3 3-66 0,1-5-23 0,0 2-48 16,-2-3 3-16,1 0-13 0,-4-2 28 0,1-1-8 16,0 0 29-16,-1-2-31 0,-2-5 20 0,-1 1-25 15,1-2-2-15,0-3-28 0,2 3 6 0,-2-4-27 16,1 2 16-16,-2-1-23 0,3 1 7 0,-1-2-27 15,-2 2 12-15,1 2-8 0,-1-1-5 0,0 2-4 16,1-1-4-16,-3 2-2 0,1 2-4 0,1 4-4 0,1 1 5 16,-2 3-20-16,1-1 18 0,-3 2-20 15,-2 3 17-15,-1 2-12 0,-1 1 9 0,-4 5-11 16,1-1 18-16,-2 4-17 0,-2 1 14 0,-8 4 3 16,0 2 12-16,0 4 34 0,-2 0-13 0,-6 8 12 0,-2 4-1 15,2 0 11-15,1 6-9 0,0 2-27 0,-1 3 18 16,5 2 2-16,0 3 4 0,2 3-12 15,2 2 4-15,2 1-8 0,2 4-9 0,4 1-8 0,2 5 22 16,4 3-1-16,2 2 3 0,7 6-2 0,2 3 11 16,7 3 3-16,4 3-3 0,4 2 9 0,6 5 11 15,5 3-8-15,1 6-3 0,10 16-10 0,2 1-10 16,6-4 0-16,1-1-8 0,4-8 1 0,4 1 37 16,3-1-13-16,-1-6-9 0,3-2 5 0,5-5 15 15,2-2-4-15,-6-15-9 0,13 11 10 0,1-5 22 16,4-2-1-16,-8-12-4 0,15 6-9 0,1-1 6 15,-8-12-4-15,12 7 3 0,-8-12-6 0,2 0-13 16,16 6-5-16,-14-10-12 0,5-3-4 0,0-1-3 16,3-1-10-16,-2-3-8 0,2-3-2 0,-3-2-4 15,1-2-3-15,-5-2-3 0,0-3-2 0,-3-4-1 16,-1-1-1-16,-9-4-3 0,-2-5 0 0,1 1 4 16,2-4-1-16,-3-3 0 0,-1-1 14 0,0-2-14 15,2-3 10-15,0-3-5 0,-2-3 0 0,1-1-2 0,-4-3-9 16,1-5-2-16,-4-2-11 0,7-5-2 15,0-4 1-15,-8-1 1 0,0-3-18 0,-1-3 13 16,-4-4-13-16,-2-1-3 0,-3-7 2 0,-4 0-19 16,-3-6 0-16,-3-5-11 0,-1-5-2 0,-5 0-3 0,-2-5-6 15,-1-2-8-15,-5 0-8 0,-2-5 2 16,-3-5 0-16,-2-3-11 0,-2-7 5 0,-2 0 10 16,-3-1 12-16,-4-22 1 0,-2 21 18 0,-2-16-12 15,-5-1 10-15,-3 3-2 0,-1-2 13 0,-4 4 3 0,-5 2 3 16,0 1 5-16,-7 4-2 0,-2 1 14 0,-6 2-11 15,-1 4 6-15,-7-1-4 0,-1 3 7 0,-4 3 2 16,-1 3 0-16,-4 5 12 0,-2 5-7 0,-1 5 14 16,-1 3-13-16,-5 7 4 0,9 14-4 0,-1 2-3 15,-5 5 5-15,1 5-6 0,0 4-3 0,1 6 5 16,-2 4-1-16,1 4-18 0,2 7 6 0,8 5-4 16,2 3-11-16,-12 6 3 0,4 4-5 0,1 3-11 15,1 3-7-15,2 3-11 0,5 4-19 0,2-1-41 16,4 1-46-16,11 0-39 0,3 2-36 0,4-1-22 15,1 1-41-15,5 1-50 0,3 0-30 0,2 0-68 16,8-5-400-16,-1 0-416 0</inkml:trace>
  <inkml:trace contextRef="#ctx0" brushRef="#br0" timeOffset="3033.06">19806 11146 683 0,'5'-12'488'0,"-1"-1"-124"0,0-1-71 0,-2 2-59 15,-2-2-47-15,-2-5-43 0,-2 1-30 0,0-2-26 16,-4-4-14-16,-2-4-13 0,-1-1 15 0,-6-5 15 15,-1-1 16-15,-5-3-11 0,-2-7 15 0,-6 1-17 16,-5-3-3-16,-1 1-17 0,-2-3-9 0,-6 2-8 16,-4-2-7-16,-4 2-6 0,-5-1-6 0,-3 2 2 15,-15-6-8-15,-5 3-6 0,11 8-3 0,-14-1-2 16,-7 1 7-16,-2 4-19 0,-5 3 12 0,-3 5-18 16,-8 1 13-16,2 6-16 0,11 5 14 0,-22 0-17 15,-4 4 14-15,-5 4-21 0,0 1 20 0,18 5-13 16,-4 2 9-16,-18 2-7 0,2 5 14 0,1 3-15 15,1 4-2-15,3 4 5 0,4 2 5 0,5 5 9 16,4 5 19-16,6 3-7 0,4 4 25 0,3 6-5 16,2 4 14-16,4 4-6 0,5 5 24 0,3 3-3 0,3 6 5 15,10 7 2-15,1 4-2 0,8 7-13 16,3 5-11-16,7 0 6 0,4 3-8 0,5 0 1 16,7 3 18-16,12-14-3 0,5 5-21 0,5-1 0 0,7 3-10 15,7-1 3-15,9 0-11 0,8 1 4 0,12 14-3 16,8-5-6-16,9 0-7 0,9-2-10 0,4-4 9 15,8-3 21-15,4-5-14 0,3 0-1 16,5-6-1-16,6-6 1 0,8-1 4 0,2-7 8 0,7-3 17 16,0-2-16-16,3-7 4 0,5-4 14 0,2-3 5 15,2-6-7-15,2-6 1 0,2-3 14 0,-2-5-38 16,-17-9-5-16,-1-4 2 0,3-4-8 0,4-4-3 16,0-2 1-16,1-5-5 0,-3-2-2 0,20-5 1 15,-8-6-2-15,-5-1 3 0,-3-7-7 0,-5-3 6 16,-2-7-7-16,0-7-6 0,-6-5 19 0,-3-8-38 15,-5-10 19-15,-3-8-27 0,-3-2-5 0,-6-9 8 16,-2-7-2-16,-3-7 3 0,-7-8 25 0,-1-4-29 16,-8-3 3-16,0-2 21 0,-5-2-14 0,-7-4 15 15,-2-2-23-15,-7 4 23 0,-7 2-24 0,-5 7 6 16,-7 3 23-16,-9 20-13 0,-6 2 1 0,-9 5-30 16,-5 3 22-16,-7 4-20 0,-7 4 7 0,-9 6-23 15,-5 5-24-15,-7 7-4 0,-8 4-49 0,-2 5-16 16,-3 8-42-16,-1 4-11 0,1 6-56 0,4 5-27 0,11 5-37 15,2 3-65-15,6 7-40 0,9 0-99 0,4 4-362 16,6 2-445-16</inkml:trace>
  <inkml:trace contextRef="#ctx0" brushRef="#br0" timeOffset="97644.59">21404 14723 429 0,'0'0'610'0,"-11"3"-126"0,11-3-56 0,-11-3-84 0,11 3-18 0,-10-2-9 0,10 2-49 0,-9-5-21 15,2 1-24-15,2-1-27 0,3 0-6 0,0-2-27 0,2-2-13 16,0 2-26-16,2-6-16 0,3 2-22 16,4-1-9-16,0 0 10 0,3 0-15 0,4 1 10 15,-1-2-25-15,3 5-2 0,-4 1-20 0,4 1 9 0,0 4-24 16,-3 1 7-16,2 2-12 0,-2 1-4 0,2 5-6 16,-3 1 4-16,2 3-2 0,-3 3 0 0,-1 3-8 15,-2 2 24-15,-4 2-26 0,-2 1 16 16,-1 3-17-16,-3-4 18 0,-2 2-9 0,-2 2 39 0,1-3-9 15,-4-1 23-15,0-2-30 0,0 0 4 0,-2-3-2 16,1-1 3-16,1-3 1 0,-1-1 49 0,3-3 1 16,-1-1-13-16,6-7-16 0,-10 4 31 15,10-4-60-15,-7-5 36 0,5-4-54 0,2-3 38 0,0-4-55 16,2-3-1-16,2-6 1 0,1 0 7 0,0-6-1 16,0 1 1-16,2 0-18 0,-1-2 21 0,-2 4-22 15,2 4 22-15,-2 2-13 0,-1 5 18 0,-1 1 6 16,1 2-8-16,-2 1 1 0,2 4-5 0,-1-3 0 15,-2 3-6-15,2 1 0 0,-2 8 1 0,1-8-14 16,-1 8 19-16,0 0-13 0,0 0 13 0,1 9-13 16,0 0 14-16,2 0-1 0,1 1 5 0,-2 2-8 15,3 1 4-15,-1 0-5 0,3 0 2 0,-1 1 2 16,2-2 4-16,-2 1 2 0,0-2-12 0,2 0-4 16,0-3-3-16,-1-1-2 0,1-1-9 0,2-1-23 0,2-3-21 15,-2-2-73-15,5 0-74 0,-2-6-78 16,-1 1-90-16,2-3-66 0,-3-3-98 0,1-1-83 15,-1-3-373-15,-3-2-604 0</inkml:trace>
  <inkml:trace contextRef="#ctx0" brushRef="#br0" timeOffset="97878.9">21263 14468 507 0,'-17'3'521'0,"1"0"-98"0,4-2-54 0,1 1-20 0,1-1-31 0,10-1-18 0,-16 2-20 0,16-2-19 16,-9-2-19-16,9 2-20 0,-2-6-24 0,4 0-16 16,4-2-14-16,4-5-27 0,4-2-17 0,3-4-25 15,5-2-13-15,4-4-16 0,1-3-7 0,1 0-15 16,1 2-10-16,1-2-14 0,-5 5-24 0,-1 3-37 16,-7 2-69-16,1 4-58 0,-5 2-87 0,-2 2-97 15,-3 1-97-15,-2 3-98 0,-6 6-439 0,3-4-574 16</inkml:trace>
  <inkml:trace contextRef="#ctx0" brushRef="#br0" timeOffset="98327.84">22039 14593 822 0,'-7'6'659'0,"4"-1"-140"0,3-5-87 0,-7 8-63 16,7-8-46-16,-4 6-23 0,4-6-13 0,0 0-13 16,0 0-22-16,0 0-29 0,0 0-24 0,16-10-34 15,-2 1-23-15,1-4-11 0,9-3-19 0,1-1-21 16,1 0-20-16,-1 0-10 0,-1 1-13 0,2 2-5 15,-2-1-15-15,-3 2-5 0,-4 2-3 0,2 0-6 16,-6 5-6-16,-2-4-2 0,0 5-7 0,-3 1-32 16,-8 4-42-16,8-7-64 0,-8 7-69 0,0 0-71 15,0 0-66-15,-15 2-64 0,5 3-102 0,-3-1-625 16,-2 1-749-16</inkml:trace>
  <inkml:trace contextRef="#ctx0" brushRef="#br0" timeOffset="100194.74">22717 13791 403 0,'0'0'473'0,"-11"-2"-80"0,11 2-55 15,-12 0-19-15,12 0-21 0,-11 0-19 0,11 0-13 16,-13 1-13-16,13-1-8 0,-13 1-20 0,13-1-30 0,-10 2-33 16,10-2-31-16,0 0-28 0,-13 1-13 0,13-1 10 15,0 0 2-15,0 0 2 0,-9-1-8 0,9 1-18 16,4-7-11-16,1 1-5 0,3-2-19 16,3-2-11-16,2-3-1 0,4 0-9 0,1-5-4 0,2 1-4 15,-1-1-4-15,3 0 1 0,1-1 1 0,-1 0 6 16,-2 3-1-16,-1 4-5 0,-2-1-1 0,1 2-7 15,-5 1 1-15,-2 3-2 0,2 1-1 0,-3 2 3 16,0 1 7-16,-10 3 3 0,13 3 4 0,-8 1-1 16,0 3-4-16,-1 2 0 0,-4 0-3 0,0 3 10 15,-2 1-16-15,0 4 19 0,-6 1-20 0,0 2 7 16,-1-1-10-16,-1 0-1 0,-2 0 2 0,2 0 1 16,-3-3-5-16,4 1 5 0,-1-5 0 0,1 0-1 15,0 0 4-15,4-3-3 0,-2-2 1 0,2 1 0 16,-1-1-1-16,6-7 2 0,-2 6 1 0,2-6-6 15,0 0 4-15,8-5-3 0,-1-1 12 0,2 0-13 16,0-1 9-16,3-1-10 0,1-2 13 0,3 3-20 16,-2 0 17-16,5-2-10 0,-2 1 8 0,0 3-12 15,0 0 12-15,2 1-12 0,-2 2 12 0,-2 2-13 16,2 2 12-16,-1 2-9 0,0 2 11 0,-4 0-12 16,1 3 1-16,-1 3 10 0,-3 1 2 0,-3 1 4 15,-2 3 7-15,-2 2-8 0,-7 2 2 0,0 3 3 16,-4 1 15-16,-6 2-2 0,0-2 0 0,-6 4-8 15,2-4 5-15,-1-4 3 0,-2-2-4 0,3-1 2 16,-2-5 6-16,2-2 1 0,2-1 3 0,2-6-5 0,1 1-1 16,0-2-2-16,4-5-2 0,1-2-2 0,2-2-12 15,1-3 0-15,5-1 9 0,1-4-16 16,4 1-4-16,2-2 15 0,2 0-18 0,2-1-12 0,4 2 17 16,0-1-12-16,2 3 13 0,3-1-17 0,0 5 16 15,2 0-6-15,-1 2-1 0,-1 1 1 16,0 4 1-16,0 1-5 0,0 1-5 0,-2 3-1 0,1 0-10 15,-3 2-9-15,2 3-8 0,-4-2-27 0,0 5-7 16,0-3-32-16,-5 4-52 0,2-2-71 0,-3 1-97 16,-2 3-47-16,-3-2-72 0,1-1-60 0,-2 0-103 15,-1-1-322-15,1-3-501 0</inkml:trace>
  <inkml:trace contextRef="#ctx0" brushRef="#br0" timeOffset="100477.84">23406 13614 175 0,'7'-12'731'0,"-2"4"-172"0,2 4-110 0,-7 4-32 0,0 0-66 15,13 5-50-15,-8 2-52 0,-1 2-24 0,2 4-6 16,-2 0-16-16,1 4-43 0,-1 0-5 0,1 1-21 16,1 1-29-16,-4 3-19 0,4-2 26 0,-3 2-18 15,-2-3-17-15,-1 1-16 0,1-1-15 0,-2-1 9 16,0 2-18-16,-2-2 4 0,0-2-15 0,-2 1 9 15,-1-1-15-15,1-2 8 0,1-2-17 0,-1 0 17 16,-1-2-19-16,1-2 19 0,0-1-13 0,0 0 2 16,1-3-4-16,-2 1-1 0,6-5 0 0,-7 6-3 15,7-6-2-15,-6 7-3 0,6-7-7 0,-7 4-12 0,7-4-43 16,0 0-67-16,-4 5-86 0,4-5-83 16,0 0-49-16,0 0-116 0,0 0-121 0,-2-6-428 15,2 6-611-15</inkml:trace>
  <inkml:trace contextRef="#ctx0" brushRef="#br0" timeOffset="101277.62">23420 13978 348 0,'-5'-5'362'0,"5"5"-67"0,0 0-26 15,0 0-21-15,-6-2-27 0,6 2 6 0,0 0-41 0,0 0 6 16,-11 2-46-16,11-2 11 0,0 0-33 0,-8 3 13 15,8-3-36-15,-5 4 0 0,5-4-35 16,-6 4 12-16,6-4 7 0,0 0 6 0,-7 5-1 16,7-5 10-16,0 0-5 0,-7 4 2 0,7-4-4 0,0 0 2 15,0 0-4-15,0 0-24 0,-10 2-6 0,10-2 0 16,0 0 23-16,0 0-17 0,-10-1-7 0,10 1-7 16,-7-4-3-16,7 4-4 0,-5-7-6 0,0 1-5 15,4 1-10-15,-3-3-3 0,4-1-4 0,0 1-6 16,0 0 0-16,0-3-5 0,1 2 2 0,2 1 0 15,2-3-4-15,-1 2 1 0,2 1-2 0,1 0-2 16,-1 2 0-16,5 1 15 0,0 0 18 0,0 4 10 16,3 1-2-16,-1 1-3 0,4 4 1 0,-2 2-7 15,4 2-4-15,0 2-7 0,1 0-8 0,-4 3 1 16,2 0-4-16,-3 0-4 0,1 1-2 0,-2-1-1 16,-1 2 0-16,-1-6 1 0,-3 2-2 0,-1-2-9 15,-2 0-12-15,1-2-50 0,-5 0-83 0,-2-8-106 16,4 9-84-16,-4-9-26 0,0 0-55 0,-4 6-37 15,4-6-48-15,0 0-331 0,-14-4-376 0</inkml:trace>
  <inkml:trace contextRef="#ctx0" brushRef="#br0" timeOffset="101511.07">23558 13772 9 0,'1'-10'629'16,"2"0"-170"-16,-2 2-79 0,3 3-32 0,-2-3-5 15,-2 8-6-15,8-7 5 0,-8 7 7 0,0 0-23 0,13 2-4 16,-6 2-26-16,-1 5-2 0,2 1-45 15,-1 3-23-15,1 5-16 0,0 4-31 0,0 2-29 16,2 4-28-16,0 1-22 0,1 2-14 0,-2 2-14 0,3 4-13 16,-1-7-3-16,-1 5-19 0,1-4-5 0,-1-1-6 15,0 0-7-15,-2-2-18 0,2 0 16 16,-4-6-21-16,1 0-6 0,-1-1-42 0,-2-4-22 16,2-1-14-16,-2-2-46 0,0 0-27 0,-1-3-72 0,-1-1-56 15,2-3-54-15,-1 1-63 0,-3-8-117 0,2 7-59 16,-2-7-410-16,0 0-591 0</inkml:trace>
  <inkml:trace contextRef="#ctx0" brushRef="#br0" timeOffset="101861.97">23853 14193 597 0,'0'-10'566'0,"0"2"-108"0,2-1-14 16,-2 2-22-16,0 7-43 0,0-13-5 0,0 13-15 16,-2-10-22-16,2 10-22 0,0-12-40 0,0 12-40 15,2-6-25-15,-2 6-15 0,0-9-15 0,0 9-21 16,2-6-16-16,-2 6-12 0,4-5-7 0,-4 5-14 15,8-4-5-15,-8 4-11 0,9-3-16 0,-9 3-15 16,0 0-13-16,16 0-8 0,-16 0-11 0,9 3-4 16,-9-3-9-16,8 7-3 0,-3-3-2 0,-2 2 2 15,-2 2-3-15,0 0 3 0,-2 2 1 0,1-1 9 16,-1 3 6-16,-2-5 5 0,2 2 5 0,-3-2-6 16,3 1-5-16,-2-3-5 0,3-5-5 0,-1 11-3 15,1-11-7-15,-3 10 8 0,3-10 11 0,0 0-5 16,4 4-4-16,-4-4 0 0,14-3-8 0,-5-3-1 15,4-2-3-15,2 2-1 0,2-6-2 0,3 0 0 16,2-2 0-16,2-1-2 0,-2-1-1 0,4 1-2 16,-3 0 0-16,0 2 1 0,-7 1-3 0,2 1-10 15,-6 2-16-15,2 1-23 0,-4 1-40 0,-2 1-90 16,-2 0-56-16,-1 1-58 0,-5 5-75 0,1-6-74 0,-1 6-30 16,0 0-63-16,-15 0-112 0,6 4-505 0,-2-2-767 15</inkml:trace>
  <inkml:trace contextRef="#ctx0" brushRef="#br0" timeOffset="102727.32">24100 13047 69 0,'-2'-11'748'0,"-1"3"-172"0,2-2-121 0,0 3-92 0,1-2-77 0,-2 3-46 0,2 6-46 16,0-9 9-16,0 9 13 0,3-8 25 0,-3 8-29 16,9-2 2-16,-9 2-47 0,11 5-4 0,-2 0-31 15,3 3-11-15,-2 0-36 0,0 3-19 0,5 3-11 16,-2-1-11-16,0 1-10 0,-3 2-8 0,0-1-3 16,2 1-1-16,-6-2-6 0,1-1-2 0,-3 2 0 15,-2-1-2-15,-1-4 3 0,-1 2 4 0,-1-1 0 16,-1 0 21-16,-2-3 8 0,-3 0-6 0,1-2 8 15,-3 0-4-15,0-2-8 0,-3-3-5 0,0-1-13 16,0-1 4-16,-4-4-4 0,0-2-2 0,-3 0 1 16,1-3 9-16,2-1 15 0,0 0 4 0,2-1-9 15,4 0-4-15,1 1-13 0,0-3-1 0,7 3-9 16,2-1 2-16,2-3-9 0,6 2 17 0,3-4-3 16,2 1 7-16,9-3-10 0,1 2 5 0,6-6-11 0,4 3 7 15,3-1-13-15,1-4 14 0,2 3-11 0,-1 0 19 16,2-1 5-16,-2-2 34 0,0 2-15 15,0-1 16-15,-2 3-14 0,-1-1-7 0,-4 4-12 16,-7 4-1-16,-6 1-3 0,0 4-8 0,-4-1-7 16,-2 2 1-16,1 1-4 0,-5 1-16 0,-1 2-45 0,-7 4-46 15,8-3-32-15,-8 3-47 0,0 0-52 0,-8 7-71 16,1-1-73-16,-1 2-43 0,-3 1-74 16,-3 4-60-16,0 1-557 0,-3 0-723 0</inkml:trace>
  <inkml:trace contextRef="#ctx0" brushRef="#br0" timeOffset="102994.42">24197 13552 646 0,'0'13'852'0,"0"-2"-193"0,0-4-153 0,0-7-110 0,4 10-74 0,-4-10-33 0,12 2-39 0,0-4-12 15,1-5-13-15,6-3 1 0,7-4-20 0,7-5 10 16,0-3-17-16,12-9-45 0,1-1 6 0,0-4-26 15,5-1 1-15,-1-1-33 0,5 0 25 0,-1 0-51 16,-1 1 34-16,-1 0-45 0,-1 2 16 0,-2 1-44 16,-6 3 20-16,-9 6-38 0,-1 6 22 0,-10 2-32 15,0 1 20-15,-7 5-46 0,-1 2-7 0,-5 2-71 16,-3 1-54-16,-7 6-38 0,0 0-64 0,0 0-48 16,-9 6-80-16,-5 3-42 0,-3 4-57 0,-6 6-87 15,-6 3-597-15,-1 4-776 0</inkml:trace>
  <inkml:trace contextRef="#ctx0" brushRef="#br0" timeOffset="103360.94">24591 14072 511 0,'5'8'841'0,"-3"-2"-208"16,2-1-135-16,0 2-122 0,1-2-70 15,2 1-64-15,2 1-38 0,0 1-8 0,1 2-26 16,1 1-15-16,0 0-6 0,-1-1-6 0,1 2-6 16,3 1-15-16,0-2-15 0,-1 3-18 0,0-1 14 0,-2-3-10 15,1 0-2-15,-1-1 2 0,-2 1-3 16,-2-5 26-16,1 4 21 0,-1-4 36 0,-2 1 31 0,0-3 28 16,-1 2 24-16,-4-5-3 0,9 7 61 15,-9-7-71-15,0 0 0 0,0 0-94 0,5-10 13 0,-5 1-80 16,-2-4 27-16,-1-4-65 0,-2-5 38 0,0 0-63 15,-2-7 5-15,2-4-24 0,-3 1 0 0,-2-6 0 16,3-1 0-16,-3 0 0 0,1-1 0 16,0 2 0-16,0 0 0 0,1 4-1 0,-1 3-40 0,1 3 2 15,3 4-16-15,-2 2 16 0,4 5-66 0,-2 2-18 16,1 0-87-16,0 5-34 0,2-1-75 0,-1 1-66 16,3 0-116-16,-1 3-62 0,1 7-55 0,1-8-119 15,-1 8-599-15,0 0-938 0</inkml:trace>
  <inkml:trace contextRef="#ctx0" brushRef="#br0" timeOffset="103827.28">24899 13968 204 0,'0'0'791'15,"-4"9"-191"-15,4-9-84 0,-1 10-55 0,1-10-36 16,-1 6-25-16,1-6-18 0,-2 5-16 0,2-5-22 15,0 0-52-15,0 0-30 0,0 0-11 0,0 0-9 16,0 0-32-16,-6-5-38 0,6 5-17 0,1-13-25 16,2 6-23-16,-1 0-23 0,0-2-16 0,0-1-40 15,4 3 29-15,-2-1-44 0,0-2 23 0,1 2-32 16,0-1 27-16,2 1-35 0,2 1 26 0,-2 3-35 16,2-1 30-16,0 4-30 0,-9 1 27 0,21 1-2 0,-9 4-1 15,1 0-3-15,-1 3-5 0,0 2 4 16,3 3-3-16,-2 1-1 0,0 1-1 0,1 0-4 15,-3-1 6-15,-2-1-3 0,-2-1 1 0,2-2 0 16,-2 2 3-16,-1-5 1 0,-1 2-1 0,0-3 5 0,0 1 2 16,-5-7-2-16,3 9-6 0,-3-9-4 0,0 0-6 15,0 0-14-15,0 0 3 0,-12-7-4 0,9-2-16 16,-1 0 5-16,1-1 5 0,-1-5 5 0,0 1 2 16,3-2 5-16,0 3-24 0,1 0 35 0,0 1-27 15,1 0 32-15,-1-1-26 0,4 5 30 0,-1-4-30 16,0 6 31-16,3-3-28 0,0 2 29 0,2 2-30 15,-1 1 32-15,1 1-43 0,0 0 13 0,-8 3-30 16,16-1 1-16,-16 1-44 0,19 4-20 16,-11-2-43-16,1 0-64 0,-1 3-58 0,1-2-57 0,-2 0-40 15,0 3-67-15,-1-4-77 0,-1 4-81 0,-5-6-371 16,8 5-563-16</inkml:trace>
  <inkml:trace contextRef="#ctx0" brushRef="#br0" timeOffset="104060.67">24960 13875 449 0,'-23'-3'600'0,"1"1"-141"0,1 1-101 0,1-3-30 0,0 3-16 0,2-1-10 15,3 1 32-15,0-2 21 0,3 3 14 0,2-5-62 16,0 1-31-16,3-1-60 0,3 0-29 0,3-1-24 16,2-3-23-16,5 1-26 0,2-4-24 0,5-2-6 15,0-1 10-15,9-2-20 0,1-4 11 0,5-2-26 16,1-1 8-16,3-1-13 0,-3 1-15 0,2 1-3 15,-6 2-8-15,-4 5-10 0,-3 3-3 0,-2 0-22 16,-4 3-29-16,0 1-42 0,-3 0-79 0,-2 3-101 0,-7 6-100 16,4-7-81-16,-4 7-48 0,0 0-91 15,-12 1-555-15,1 3-747 0</inkml:trace>
  <inkml:trace contextRef="#ctx0" brushRef="#br0" timeOffset="104714.84">25581 12516 675 0,'0'-12'569'0,"1"-1"-78"0,1 6-36 0,-2-2-58 0,1 3-45 0,-1 6-51 0,1-13-54 16,-1 13-49-16,0-11-38 0,0 11 26 0,0 0 29 15,0 0-2-15,0 0-25 0,0 0-23 0,2 14 0 16,-1-1-19-16,-1 6-25 0,-1 1-22 0,-1 5-6 16,1 3-18-16,-3 5 4 0,-1 1-23 0,-2 5 3 15,-1 0-23-15,-1 1-2 0,-4 1 20 0,0-3 8 16,-2-1 16-16,2-2-42 0,2-8 15 0,-1-1-29 16,2-6 18-16,2 0-29 0,-1-5 53 0,4-3-8 0,0 1 50 15,0-2-12-15,1-2 36 0,4-9-48 16,-1 6 12-16,1-6-45 0,10-6 16 0,3 0-42 15,5-2-6-15,3 0-1 0,8-3-4 0,3 2-2 16,7-2 26-16,2 1-31 0,1 2 30 0,4 1-29 0,0 2 20 16,-7 1-26-16,0 0 18 0,2 3-52 0,-3 1-40 15,1 0-41-15,-6-1-60 0,-2 1-79 16,-2-1-149-16,1 1-139 0,-4-2-143 0,-6-1-835 16,-1 1-1150-16</inkml:trace>
  <inkml:trace contextRef="#ctx0" brushRef="#br0" timeOffset="105278.23">26475 12728 659 0,'7'6'933'0,"0"-1"-183"0,-1 0-161 16,-6-5-102-16,10 8-64 0,-10-8-49 0,8 4-41 0,-8-4 0 15,5 6-12-15,-5-6 43 0,0 0-48 0,0 0-36 16,0 0-80-16,7-4-18 0,-9-2-50 0,-3-6 3 15,1-1-20-15,-1-6-21 0,-1-4-44 0,-3-4 11 16,0-4-42-16,0-7 16 0,-4-1-32 0,4-1 19 16,-2-4-27-16,-1 0 3 0,-1 0-2 0,-2-3 31 15,-2-9-38-15,0-1 27 0,-1-2 0 0,-3 1-6 16,1-2-3-16,-2 2-1 0,-2 1-1 0,-2 1-3 16,1 4-25-16,-1 2 33 0,6 13-19 0,2 3 55 15,4 9-18-15,1 0 25 0,3 9-38 0,3 3 16 16,0 4-33-16,7 9 33 0,0 0-19 0,-3 12 26 15,8 8-28-15,3 11 44 0,5 12-2 0,4 14-25 16,5 3 38-16,1 4-43 0,2 4-16 0,1-1 12 16,1 0 28-16,2 0-42 0,2-4 36 0,1-4-36 15,0-5 43-15,3-1-38 0,-2-8 43 0,0-4-36 16,-5-10 33-16,2-3-48 0,-1-3 36 0,-1-6-46 16,-4-6 32-16,-2-6-49 0,-3-2 23 0,-2-5-44 15,1 0 39-15,0-6-32 0,-3-5 33 0,0-2-36 16,-4-3 33-16,-2-3-33 0,-2-5 24 0,-3-2-30 15,-3 1 38-15,-3-4-30 0,-2 1 16 0,-2-2 5 16,-1 7 6-16,3 2 39 0,-3 0-26 0,2 5 32 16,0 2-42-16,1 0 19 0,1 6-53 0,-1-2 31 15,4 10-22-15,0 0 11 0,0 0 6 0,0 0 26 16,0 8-27-16,3 0 31 0,1 3-30 0,2 2 32 16,3 1-26-16,1 2 23 0,2 1 0 0,2 1 0 15,-1-2-27-15,2-2-65 0,0-1-69 0,2 1-68 16,-2-3-43-16,4-2-55 0,-6-5-89 0,5 1-84 15,-4-3-79-15,1-2-96 0,-3-3-740 0,3-4-1007 16</inkml:trace>
  <inkml:trace contextRef="#ctx0" brushRef="#br0" timeOffset="105611.09">27268 11658 675 0,'9'-7'756'0,"-9"7"-73"0,14-1-87 0,-7 4-63 0,2 6-64 0,-2 0-54 15,0 4-55-15,-2 3-51 0,-1 1-36 0,1 0-34 16,-4 4-31-16,0-1-37 0,-2 3-29 0,-3 1-27 16,-1 2-21-16,-4 2-8 0,0 1-44 0,-5-2 20 15,-4 5-30-15,0-3 25 0,-2 0-37 0,3-8 2 16,-2 1 24-16,5-5-31 0,0-2 26 0,1 0-25 16,4-5 35-16,-1 1-23 0,4-5 48 0,1 0-39 15,5-6 17-15,0 0-35 0,0 0 22 0,0 0-37 16,20-5 30-16,-5 1-40 0,10-4 31 0,4 0 1 15,4 0 0-15,8-3-5 0,5 1 4 0,-1 0 5 16,2-2 0-16,-1 2-5 0,-3 0-3 0,0 1-1 16,-7 2-11-16,-2-2-1 0,-3 1-1 0,-6 3-2 15,0-1-39-15,-4 2-22 0,-3-1-26 0,-4 0-73 16,-2 3-66-16,-4-3-57 0,-1 0-86 0,-7 5-96 16,3-6-29-16,-3 6-69 0,-7-5-134 0,7 5-479 15,-14-4-780-15</inkml:trace>
  <inkml:trace contextRef="#ctx0" brushRef="#br0" timeOffset="106327.42">28050 11650 446 0,'0'0'736'0,"0"0"-132"0,0-7-58 0,0 7-68 0,-4-12-36 16,3 5-38-16,1 1-32 0,0-4-42 15,0 2-42-15,0-3-9 0,5 0-37 0,-1-2-4 16,4 2-52-16,3 0 12 0,2-1-39 0,6 1 2 15,-1 3-58-15,4 3 9 0,-2 2-44 0,1 3 19 16,1 3-46-16,2 2 20 0,-2 1-9 0,3 7-7 16,-2-1-8-16,-1 3-7 0,-3 0-2 0,0 5-11 0,-6-4-3 15,-2 3 0-15,-2 0 0 0,-1-2 3 16,-3-2-9-16,0 0 0 0,-2-3 2 0,-2 0 8 16,-2-2-12-16,0 1 3 0,-2-4-1 0,-2 0-2 0,5-7 2 15,-9 6-1-15,9-6-4 0,-13-1-5 16,9-4-2-16,-3-2-1 0,2-3-5 0,0-4 3 0,1 0-2 15,0-5 1-15,1 0-1 0,1-4-25 16,-1 0 34-16,2-1-27 0,0 0 30 0,1-1-2 16,0 6 1-16,0-1-4 0,0 2 1 0,0 2-2 15,-2 2-1-15,4 1-2 0,-2 1-5 0,0 1-6 0,0 4-4 16,0 7 0-16,2-10 6 0,-2 10 4 16,0 0 3-16,0 0 3 0,12 3-25 0,-7 2 35 0,1 2-29 15,-1 1 32-15,4 4-2 0,1 0 1 16,3 1-3-16,1-1 2 0,-1 1-1 0,1-1 1 15,0-2-4-15,0 0-1 0,-2-1 1 0,1-2 0 0,1 0-12 16,-2-4-11-16,2 1-32 0,-3-4-55 16,1 0-62-16,0-7-93 0,-2 1-85 0,3-4-62 15,-4-3-31-15,-1 0-41 0,-3-3-85 0,0-2-108 16,-5 1-312-16,0-4-583 0</inkml:trace>
  <inkml:trace contextRef="#ctx0" brushRef="#br0" timeOffset="106545.42">28265 11272 622 0,'-23'1'499'0,"5"2"-111"0,0-3-41 0,2 4-12 0,3-3 9 0,1 0 20 0,0 0 21 0,12-1-3 0,-18 1 0 15,18-1-43-15,-14 0-50 0,14 0-52 0,-7-6-33 16,7 6-53-16,0-10-17 0,5-1-13 0,3 1-10 16,6-5-6-16,0-1-12 0,7-3-7 0,4-6-13 15,3-1-16-15,0 1-8 0,1-1 28 0,0 0-55 16,-1 3-5-16,0 1-4 0,-5 3-3 0,-1 3-14 15,-5 1-41-15,-1 5-74 0,-3-1-109 0,-2 3-112 16,0 2-59-16,-4 4-57 0,-7 2-64 0,13 0-126 16,-13 0-441-16,4 8-704 0</inkml:trace>
  <inkml:trace contextRef="#ctx0" brushRef="#br0" timeOffset="106896.32">29047 11322 316 0,'-2'4'814'16,"2"-4"-189"-16,-9 2-134 0,9-2-97 0,0 0-23 15,-16 0 11-15,16 0-7 0,0 0-6 0,-11 0-16 16,11 0-2-16,0 0-33 0,-9-2-1 0,9 2-54 15,0 0-49-15,1-8-44 0,2 4-35 0,3-3-26 16,2 1-20-16,3-3 8 0,2 1-5 0,6-3-14 16,-1 2 17-16,3-2-46 0,4-3 38 0,1 1-25 15,1-1 34-15,7-4-44 0,-1 0 45 0,-1 0-54 16,-1 0 31-16,-7 1-56 0,2 1 31 0,-3 0-43 16,-2 1 35-16,-4 1-66 0,0 0-30 0,-6-2-23 15,1 5-87-15,-5-2-13 0,-3 0-99 0,-2 2-56 16,-4 2-83-16,-2 2-79 0,-3-1-45 0,-5 5-35 15,1 0-67-15,-6 0-524 0,-1 3-780 0</inkml:trace>
  <inkml:trace contextRef="#ctx0" brushRef="#br0" timeOffset="107098.77">29069 10971 255 0,'-15'-1'770'0,"15"1"-141"0,-21 0-141 16,21 0-104-16,-14 2-27 0,14-2 7 0,-9 6 0 15,7 0-26-15,0 2-1 0,4-1-26 0,0 3-11 16,3 3-21-16,-1 1-21 0,6 3-5 0,-1 2-22 15,3 2-34-15,2 1-37 0,1 2-35 0,2-1-22 16,0 2-19-16,0 0-18 0,1-2-16 0,3 4-33 16,-2-3 28-16,-2-2-39 0,0 0 5 0,-3-2-57 15,0-2-50-15,-2-1-58 0,-2-4-60 0,0-2-89 16,-2 1-86-16,0 0-74 0,-1-5-28 0,-3 0-135 16,3-4-638-16,-7-3-871 0</inkml:trace>
  <inkml:trace contextRef="#ctx0" brushRef="#br0" timeOffset="107827.94">29489 10657 514 0,'-7'-7'801'0,"0"-3"-151"16,2 4-95-16,-3 0-73 0,2-1-45 0,0 2-14 15,-2-1-59-15,4 1-26 0,-1 0-23 0,5 5-21 16,-9-7-34-16,9 7-8 0,-7-7-76 0,7 7 14 15,-7-6-54-15,7 6 18 0,-2-5-55 0,2 5 14 16,1-6-52-16,-1 6 22 0,9-10-53 0,-1 4 27 16,4-1-45-16,0 0 30 0,2-1-40 0,1-2 31 15,3-2-36-15,-1 2 32 0,1-2-41 0,1 0 39 16,-3 0-41-16,2 0 38 0,-1 1-40 0,-1 0 37 16,-1 3-38-16,0-1 35 0,-2 1-37 0,-2 1 38 15,2 2-37-15,-4-2 35 0,-1 1-38 0,2 3 37 16,-4-1-38-16,1 0 39 0,-7 4-38 0,12-6 36 15,-12 6-36-15,9-3 37 0,-9 3-36 0,9 3 40 16,-9-3-37-16,4 8 35 0,-4-2-37 0,0 5 36 16,-2-1-34-16,-2 5 38 0,-3 2-37 0,1 3 32 15,-3-1-32-15,1 0 5 0,-1 1 3 0,0 2 0 16,1 0 7-16,0-3-5 0,1 0 3 0,2-5 0 16,-2 1-1-16,3-2 6 0,-1-4-5 0,2 2 3 15,-1-3 2-15,2 1 11 0,2-9 8 0,-2 8-5 16,2-8-3-16,0 0-8 0,13 2 1 0,-13-2-1 15,14-6 0-15,-3 3 0 0,0-6-4 16,4 3-1-16,-2-2 1 0,4-3-3 0,1 2 29 0,0 1-34 16,1-2 28-16,-1 3-35 0,2 0 35 0,-3 2-38 15,1 0 39-15,-2 3-42 0,1 2 34 0,1 1-31 16,-2 4 33-16,0 0-35 0,-2 2 5 0,0 3 8 16,-1 2 0-16,-2 3 0 0,-1 1 34 0,-1 2-38 15,-2 1 40-15,-3 0-43 0,-2 0 35 0,-2 2-35 16,-2 1 36-16,-4 0-35 0,-1 0 33 0,-6 2-35 15,-1-4 39-15,-3 1-37 0,-1-2 36 0,-1-2-36 16,1-4 35-16,-1-3-35 0,-1-2 36 0,3-2-34 16,-1-3 33-16,0-2-30 0,0-2 40 15,3-2-33-15,-2-1 41 0,4-2-43 0,2-3 37 0,2-1-34 16,1 0 30-16,5-4-40 0,1 4 0 0,2-2 7 16,3-2-8-16,3 3 2 0,1 0 15 0,4 0-19 15,1 2 1-15,2 4 2 0,2 0 8 0,2 2 1 16,0 1-2-16,3 4 38 0,-2 1-42 0,3 4 38 15,-1-1-49-15,0 3 31 0,-1 0-49 0,0 1 32 16,0 1-49-16,-4 1 20 0,2 1-69 0,-2-3-1 16,-2 3-59-16,0-6 6 0,-3 3-88 0,-1-2-84 15,-1 0-107-15,-2-2-89 0,-1-3-54 0,-6-3-115 16,7 5-490-16,-7-5-794 0</inkml:trace>
  <inkml:trace contextRef="#ctx0" brushRef="#br0" timeOffset="108210.69">30213 10444 391 0,'4'-14'528'0,"0"4"-97"0,-1 3-33 0,2 3-7 15,-5 4-30-15,0 0-10 0,11-1-15 0,-11 1-12 16,9 11-28-16,-6-4-44 0,1 3-20 0,3 1-23 16,-4 3-42-16,1 0-3 0,0 1-62 0,0 1-18 15,-1 0-15-15,-2 0-16 0,0-3-6 0,-2 3-10 16,-2-2 10-16,-1 2-26 0,-1-1 13 0,-1-3-24 15,-4 1 18-15,1-1-22 0,-3-4 15 0,0 4-17 16,-1-5 20-16,-1-1-30 0,1 0 25 0,1-4-24 16,-2 0 4-16,3-2-1 0,-1-2 13 0,1 0 6 15,2 0-2-15,2-5 2 0,0 0-3 0,2 2-2 16,3-5-3-16,2 3 27 0,2-3-39 0,2 2 31 16,2 0-36-16,1 2 29 0,1-2-32 0,3 1 32 0,0 3-34 15,0 1 31-15,2 0-33 0,1 3 39 16,-1 0-35-16,1 1 33 0,-1 2-33 0,1 1 1 0,0 2 2 15,1 3 3-15,-3-1 7 0,1 2 2 16,1 2-13-16,-3-1-11 0,3 2-6 0,-5-1 3 0,2 0-54 16,-3 0-50-16,0-3-72 0,-3 4-61 0,0-5-58 15,-1 0-30-15,-1-2-33 0,-1 1-28 16,-2-7-35-16,3 8-74 0,-3-8-256 0,0 0-291 0</inkml:trace>
  <inkml:trace contextRef="#ctx0" brushRef="#br0" timeOffset="108428.95">30421 10487 634 0,'-1'-11'654'0,"-1"1"-134"0,1 1-102 0,1 2-88 16,0 7-15-16,0-6 11 0,0 6 8 0,0 0-5 15,0 0-16-15,0 13-18 0,0-2 14 0,1 3-54 16,2 5 1-16,0 2-24 0,0 4-17 0,4 6-36 16,-1 3 6-16,4 7-35 0,1 0 22 0,0-1-65 15,3 2 14-15,-2 1-54 0,2-3 18 0,-3 0-48 16,3-2 22-16,-1-1-43 0,0-3 23 0,-2-6-97 15,0 0-32-15,-2-5-104 0,1-3-48 0,-2-1-103 16,-1-3-103-16,0-2-60 0,0-5-46 0,-3 0-146 16,1-5-501-16,-5-4-810 0</inkml:trace>
  <inkml:trace contextRef="#ctx0" brushRef="#br0" timeOffset="108743.8">30818 10809 45 0,'7'-9'756'0,"-2"0"-183"0,0 3-99 15,-1 0-33-15,2-1-36 0,-3 3-6 0,2-2-7 0,-5 6-24 16,8-9 3-16,-2 5-64 0,2-1-35 16,-2 0-35-16,2 0-28 0,0 2 16 0,-1 0-82 15,3 0 16-15,-10 3-78 0,13-1 30 0,-13 1-68 16,14 0 47-16,-14 0-23 0,12 8 51 0,-8 1-46 0,-2 0 27 16,0 3-18-16,-4 2-17 0,0 3-10 0,-4 4-11 15,1 1-4-15,-4-1-10 0,1 0-5 16,0 0-4-16,1-5-4 0,1 0-3 0,-2-4-1 15,3-1-1-15,1 0 20 0,1-2 40 0,0-1 44 0,0-1-9 16,3-7 35-16,0 7-67 0,0-7 24 0,0 0-57 16,17-1 32-16,-4-2-61 0,0-3 40 0,3-4-54 15,2 3 39-15,4-5-44 0,1 0 19 0,2-2-83 16,0-2-9-16,0 0-100 0,5-5-22 0,-2-2-98 16,-1 1-95-16,-6 1-106 0,-1 0-86 0,-3 1-84 15,-4-2-830-15,-3 3-1127 0</inkml:trace>
  <inkml:trace contextRef="#ctx0" brushRef="#br0" timeOffset="109210.99">30908 10084 773 0,'6'-9'632'0,"0"0"-106"15,0 2-35-15,0 2-50 0,3 0-42 0,0-1-39 16,-1 3-30-16,0 0-31 0,-8 3-37 0,16 0-36 16,-7 1-29-16,1 2-37 0,-1 2-28 0,0-1-21 15,-2 3-14-15,0-1-23 0,0 2-17 0,-2-3-11 16,0 6-7-16,-2-3-3 0,0 1-10 0,-3 0-2 16,0-1 1-16,0 1-1 0,-1-1-9 0,-1 1 0 15,0-3 1-15,-2 0-3 0,-1 1 0 0,1-2 1 16,4-5 6-16,-12 7 10 0,12-7 6 0,-13 1 4 15,13-1-2-15,-17-5 0 0,10-1-1 0,-1-1-2 0,-1-3 2 16,0-1-15-16,1 0-2 0,-1-4 4 0,2 2-7 16,-1-1-45-16,4-1 52 0,-1 0-46 15,1 1 50-15,4 2-49 0,0-1 47 0,2 1-50 16,3-1 48-16,1 0-48 0,5 1 46 0,2-2-1 0,3 1-6 16,-1 0-6-16,3 1 0 0,1 0-2 15,5-4-3-15,1 4-1 0,1-2-2 0,1 1 9 0,-2 0-8 16,1 1 0-16,1-2 0 0,-5 5-1 15,-2-1 20-15,-2 1-25 0,-1 1 18 0,-4 2-16 0,1 1-6 16,-5-1 3-16,1 3-5 0,-2-1-19 0,-1 1-52 16,0-1-55-16,-7 4-58 0,0 0-63 0,0 0-70 15,0 0-61-15,0 0-35 0,-16 7-52 0,7-2-31 16,-2 2-81-16,-2 0-342 0,0 2-502 16</inkml:trace>
  <inkml:trace contextRef="#ctx0" brushRef="#br0" timeOffset="109460.92">30978 10276 109 0,'0'14'771'0,"-1"-1"-193"0,2-1-84 0,1-3-31 0,0-1-17 0,5-2-22 0,-2 2-27 0,3-5-12 0,3 1-47 16,-1-4-32-16,5 0-39 0,1-2-34 0,4-2-25 16,4-3-30-16,1-1-29 0,5 0-23 0,0-4-20 15,-1-1 7-15,7-3 9 0,-2 0-27 0,2-2-19 16,-1 0-15-16,-3-1 1 0,0 0-26 0,-7 4-5 15,-2 0-4-15,-1 1-6 0,-4 2 2 0,-3 1-12 16,-2 2 0-16,-3-1-13 0,2 3-27 0,-6 0-53 16,-1 1-65-16,-5 6-81 0,3-8-80 0,-3 8-85 0,0 0-72 15,-14-1-35-15,2 5-43 0,1 2-73 16,-5 2-429-16,2 3-663 0</inkml:trace>
  <inkml:trace contextRef="#ctx0" brushRef="#br0" timeOffset="109794.08">31371 10688 348 0,'9'11'495'0,"1"-1"-79"0,3 0-62 15,-1-1-14-15,5 2-9 0,-2-1-35 0,2 0-3 16,-2-3 0-16,1 1-9 0,-2 0-10 0,1-1-37 16,-1 0-38-16,1-2-19 0,-3 1-25 0,0 1-26 15,-1-2 15-15,-1 0-31 0,-1-1 22 0,-1 0-11 16,-1 0 20-16,-7-4 20 0,13 6 13 0,-13-6 20 15,10 3 33-15,-10-3 6 0,0 0-48 0,0 0-38 16,13-3-30-16,-13 3-20 0,1-10-14 0,-2 2-15 16,1-4-5-16,-4 1-49 0,0-5 35 0,-1-1-40 0,-2-2 36 15,0-2-22-15,-3-4 43 0,-1-2-8 0,0 2-8 16,2-1-16-16,-3 0 2 0,3-1 1 0,0 1 2 16,2 4-3-16,0-1-8 0,2 3-3 0,1-2-7 15,1 5-4-15,1 0-6 0,0 0-9 0,2 3-9 16,0-1-17-16,2 4-29 0,-1-1-30 0,2 2-42 15,0-1-50-15,1 4-32 0,0-2-63 0,2 3-91 16,1 1-107-16,-7 5-76 0,11-3-38 0,-11 3-57 16,14 4-685-16,-6 0-927 0</inkml:trace>
  <inkml:trace contextRef="#ctx0" brushRef="#br0" timeOffset="110260.93">31768 10561 692 0,'0'0'586'0,"1"10"-71"16,-1-10-19-16,0 0-40 0,0 7-36 0,0-7-28 15,0 0-24-15,0 0-33 0,-10 0-21 0,10 0-27 16,-5-6-16-16,5 6-39 0,-6-7-7 0,6 7-17 16,-6-7-26-16,6 7-14 0,-1-11-22 0,1 11-15 15,-1-10-6-15,2 4-1 0,2-1-31 0,1 1 1 16,-1-2-28-16,4 2 4 0,1 2-27 0,-1-2 6 0,2 2-23 16,0 1 6-16,3 3-19 0,-1 0 11 15,-1 3-23-15,3 0 14 0,0 4-13 0,0 0 14 16,-2 4 1-16,0-1 2 0,-1 2-6 0,-1 1-2 0,-2 1 4 15,-2 0-5-15,2 2 1 0,-5-3 1 0,1-1 2 16,-1 0 5-16,-2-2 4 0,0 0 11 0,-2-1-4 16,-1-2-7-16,1-1 1 0,-5-3-3 0,2 0 0 15,5-3-4-15,-13 0-41 0,5-3 52 0,1-2-38 16,-2-1 40-16,0-5-37 0,0 0 46 0,0-1-7 16,3-4-8-16,-2 1 4 0,3 0-3 0,0-2-7 15,5 1-1-15,-1-2 4 0,1 0-6 0,1 0-2 16,3 1-7-16,1 1-2 0,0 1 0 0,0 2 4 15,4 2-10-15,-2 1 8 0,4 2-15 0,-2 3 11 16,1 0-10-16,0 5 18 0,3 0-7 0,-1 3 15 0,1 2-10 16,-1 3 4-16,2 1 0 0,-1 1-4 0,1 3-4 15,-2 0-1-15,-1 1-5 0,-1-2-13 0,-1 1-16 16,-1-1-28-16,2 0-41 0,-3 0-31 0,0-4-33 16,-3 0-34-16,1 0-29 0,0 0-44 0,-1-2-59 15,-4-6-126-15,5 8-114 0,-5-8-28 0,0 0-102 16,-1 6-576-16,1-6-884 0</inkml:trace>
  <inkml:trace contextRef="#ctx0" brushRef="#br0" timeOffset="111411.06">19727 14777 108 0,'-14'-34'436'0,"2"5"-65"0,2-1-55 0,1 4-57 0,1 1-20 16,3 6-9-16,-4-2-4 0,6 8-35 0,-3-2-40 15,3 2-27-15,-1 4-29 0,4 1 41 16,0 8 26-16,5-8-10 0,-5 8 13 0,20 7 4 0,-2 5 12 16,13 10 8-16,8 12-37 0,6 8 52 0,4 10-25 15,12 18-17-15,2 7 11 0,2 5 8 0,3 9 7 16,2 8 27-16,4 5-18 0,0 6 45 0,7 1-50 15,-3 3 42-15,2 5-66 0,1 5 29 0,-1 0-44 16,-1-2 35-16,-2-1-38 0,0-5-21 0,-2-2 5 16,1-2 36-16,-2-6-80 0,-3-4 26 0,-3-7-15 15,1-5-20-15,-5-6-12 0,-3-6-19 0,-3-5-54 16,-14-15 44-16,0-2-51 0,-2-5 46 0,-2-2-74 16,-6-6 16-16,-7-11-37 0,-3-1-28 0,-7-9-11 15,0-1 5-15,-6-6 1 0,3-1 2 0,-5-3-24 16,-2-4-61-16,-7-7-64 0,0 0-106 0,2-6-80 0,-6-7-78 15,-7-12-29-15,-6-13-4 0,-8-14-29 16,-4-8-18-16,-6-7-36 0,-13-19-273 0,-8-5-454 0</inkml:trace>
  <inkml:trace contextRef="#ctx0" brushRef="#br0" timeOffset="113444.45">19544 14836 283 0,'-29'-21'366'0,"6"2"-58"15,1 2-42-15,5 2-49 0,1 3-50 0,2 0-23 16,1 3-31-16,3 0-2 0,-1 2-24 0,3 0 0 16,0 3-32-16,1-3 16 0,2 3-22 0,-1-2 9 15,1 3-25-15,5 3 53 0,-7-7-10 0,7 7 17 16,0-8-8-16,0 8 7 0,8-7-1 0,1 3 19 15,1-5 2-15,4 1-12 0,7-3 9 0,4-5-13 16,8-3 1-16,6-3 19 0,11-5 17 0,3-3-13 16,4-3-5-16,4-3 22 0,5-1-20 0,1-2-26 15,12-10 13-15,3 0-20 0,-2-2-1 0,2 4-8 16,1-4 4-16,0 4-14 0,-1 0-8 0,1 0-10 0,0 0 13 16,-14 8-13-16,16-6 0 0,-5-2-13 15,3 1 15-15,1 1-8 0,1-3 12 0,3 1-15 16,0-1-6-16,4-1 7 0,0-2-1 0,3-1-10 0,-2-1-3 15,3-1 10-15,4 1-3 0,-1-1-7 0,4 0-5 16,1 1 21-16,1-1-17 0,0-1 15 0,2-1 0 16,1-3 15-16,5-1 14 0,4-1 1 15,3-1-12-15,1 1-11 0,-3 0-27 0,1 2 23 0,2-1-24 16,1 4 2-16,3-1 23 0,0 0-11 0,2-1-6 16,-2 0-8-16,-1 2-5 0,0-2-1 0,2-1-4 15,1 2-3-15,1 1 2 0,-2-2 0 16,-2 2-1-16,0 0-21 0,-1 2 25 0,2 1-28 15,0 0 22-15,2 1-4 0,-3-2-1 0,0 1-4 0,-3-2 3 16,3-3-2-16,0 3 37 0,5-4-28 0,-2 1 0 16,-4-2 13-16,0 2 0 0,0-2-26 0,-2 1 30 15,-2 1-13-15,0 2 1 0,1-1 33 0,-5 1-50 16,-2 0 40-16,-5 1-43 0,1 0 38 0,-4-1-45 16,3 1 42-16,-3 0-42 0,1 1 42 0,0 1-39 15,-5 2 3-15,0 2 6 0,-2 1 1 0,-2 2-5 16,-1 1 39-16,-1 1-45 0,1 1 38 0,0 1-5 15,-2 2-4-15,-2 1-5 0,-3-1 0 0,-14 5-7 16,-1 0 3-16,13-6-3 0,-14 5 2 16,0-2-3-16,-1 2 2 0,-1-2 16 0,-2 0-4 15,3-1-39-15,-3 1 34 0,-1-1-27 0,-1 1 46 0,0-1-37 16,-2 0 33-16,-1 1-5 0,-2 1-4 0,0-1-5 16,0 1 13-16,-3 2-21 0,-1 1 16 0,-2 0-21 15,-2 2 14-15,-1 1-17 0,-2 1 16 16,-1 3-21-16,-3-1 22 0,2 1-24 0,-2 0 22 15,-7 4-20-15,0 1 23 0,2-1-21 0,-4 1 16 0,4 0-17 16,0 0 3-16,-2 0-4 0,1 2 3 0,2-2 1 16,-2 2 0-16,4-2 3 0,4-2-1 0,-5 4-5 15,1 0 24-15,7-5-25 0,-11 9 16 0,2-4-12 16,-1 4 14-16,-5-2-18 0,0 2 18 0,-4 0-20 16,-3 2 19-16,-2 1 5 0,-3-1 16 0,-4 5-22 15,-3-2 17-15,1 2-4 0,-6 0-5 0,0 2-1 16,0 0 2-16,-4 2-9 0,1 0 2 0,-1 0-2 15,-1 2-1-15,0-3-1 0,-8 6-1 0,11-6-1 16,-11 6 0-16,9-4-2 0,-9 4-1 0,10-4 0 0,-10 4 1 16,7-5-2-16,-7 5-2 0,0 0 0 15,9-5 0-15,-9 5-1 0,0 0 15 0,0 0-6 0,13 3 4 16,-13-3-14-16,8 8 14 0,-1-2-18 0,-1 1 31 16,1 2-22-16,3 0 23 0,-1 2-21 0,0 2 17 15,3 0-17-15,1 1 15 0,0 5-16 0,1 0 18 16,0 4-20-16,3-1 12 0,-2 1-16 0,2 2 16 15,2 7-2-15,0-2-2 0,2 4-5 0,-1 1 1 16,-1 2 0-16,2 1 7 0,5 9 25 0,-1 4 16 16,0 1-10-16,2 1-8 0,-1 5 0 0,2 2 27 0,1 5-19 15,1 4 14-15,-1 2 8 0,2 3-9 0,-1 0-14 16,6 15-6-16,-4-15-5 0,5 13-18 16,-1 1 18-16,2-1-21 0,-7-14 15 0,0 0-5 0,0 0 0 15,4-3-6-15,0 3-3 0,2-5-6 0,1 0 8 16,2-4 60-16,0 0 21 0,3-1-4 0,-1-1-22 15,-4-1-12-15,3-4-7 0,-5-3-5 0,0-2-9 16,-2-1-3-16,-3-2-29 0,-1-4 0 0,-8-8 0 16,1-1 0-16,0-2 0 0,-4-3 0 0,-1-2 0 15,-4-7 0-15,-2-3 0 0,-2-2 0 0,0-1 0 16,-1-2 0-16,-4-4 0 0,2 0 0 0,0-2 0 16,-3 2 0-16,1-4 0 0,-1 2 0 0,1-3 0 15,-5-5 0-15,6 9 0 0,-6-9 0 0,7 9 0 0,-7-9 0 16,3 6 0-16,-3-6 0 0,0 0 0 15,0 0 0-15,-2 8 0 0,2-8 0 0,-8 2 0 0,8-2 0 16,-13 4 0-16,2-2 0 0,-1 3 0 0,-4-1 0 16,-2 2 0-16,-6 0 0 0,-3 4 0 0,-5-1 0 15,-5 4 0-15,-2 1 0 0,-5 0 0 0,1 0 0 16,-3 3 0-16,-12 2 0 0,2 0 0 0,-3 0 0 16,-1 4 0-16,1 1 0 0,-3-1 0 0,-2 0 0 15,1 3 0-15,-3-1 0 0,-1 2 0 0,-2 0 0 16,2 3 0-16,-4 3 0 0,-2-3 0 0,-3 4 0 0,-14 7 0 15,-2-2 0-15,0 2 0 0,2 0 0 0,-2 0 0 16,1 0 0-16,0 1 0 0,-2 1 0 16,-2-3 0-16,-1 4 0 0,-1 4 0 0,1-4 0 0,-2 1 0 15,-2 3 0-15,3 0 0 0,0 0 0 0,0 2 0 16,-2 2 0-16,0-1 0 0,-5 1 0 0,3 1 0 16,-2 0 0-16,1 3 0 0,-1-2 0 0,1 3 0 15,-3 1 0-15,0 0 0 0,-3 2 0 0,0 1 0 16,1 2 0-16,0-2 0 0,-1 3 0 0,4-2 0 15,-4-2 0-15,2 2 0 0,-5 3 0 0,5-2 0 16,-4 2 0-16,5 2 0 0,-3 1 0 0,2 0 0 16,-1 2 0-16,0 0 0 0,0 0 0 0,-2 0 0 15,4 0 0-15,-1 3 0 0,1 1 0 0,-2 0 0 16,2 0 0-16,-3 2 0 0,0 0 0 0,0-2 0 16,0 2 0-16,1-4 0 0,2 3 0 0,2-2 0 15,-1 1 0-15,1-2 0 0,-1 1 0 0,-1 0 0 16,2 0 0-16,1 1 0 0,1-2 0 0,0-1 0 15,-2 0 0-15,1-3 0 0,-1 5 0 0,-1-2 0 16,-3 2 0-16,2 0 0 0,2 2 0 0,-1-2 0 16,0 4 0-16,-3-4 0 0,2 2 0 0,2-2 0 15,-1-3 0-15,3-1 0 0,5-1 0 0,-1-5 0 16,7 0 0-16,1-5 0 0,2-3 0 0,3-1 0 0,1-4 0 16,15-9 0-16,1-1 0 0,-4-2 0 0,2-2 0 15,2 0 0-15,-1-2 0 0,1-1 0 0,1-2 0 16,3 1 0-16,-1-2 0 0,2-2 0 0,0-1 0 15,4 0 0-15,0-2 0 0,2 0 0 0,4-3 0 16,8-2 0-16,1-4 0 0,3 0 0 0,3-1 0 16,6-4 0-16,1 0 0 0,3-3 0 0,4 0 0 15,2-1 0-15,5-1 0 0,0-2 0 0,0 2 0 16,3-1 0-16,-2 0 0 0,2-2 0 0,-2 3 0 0,2-2 0 16,-4 2 0-16,3-2 0 0,-4 2 0 15,3 1 0-15,-6-3 0 0,5 3 0 0,-2-2 0 0,-1 0 0 16,1 0 0-16,-1-2 0 0,1 2 0 0,-1-4 0 15,-2 2 0-15,3-1 0 0,0-2 0 0,0 1 0 16,2-1 0-16,3 2 0 0,-2-2 0 0,2 0 0 16,0 0 0-16,0 0 0 0,-2 0 0 0,3 0 0 15,12 0 0-15,-24 1 0 0,13-1 0 0,-2 2 0 16,1-2 0-16,1 0 0 0,11 0 0 0,-22 1 0 16,11 0 0-16,-1 1 0 0,12-2 0 0,-20 3 0 15,20-3 0-15,-18 1 0 0,18-1 0 0,-14 2 0 0,14-2 0 16,-13 1 0-16,13-1 0 0,-10 2 0 15,10-2 0-15,0 0 0 0,-13 0 0 0,13 0 0 0,0 0 0 16,0 0 0-16,0 0 0 0,-13 0 0 0,13 0-222 16,0 0-164-16,0 0-110 0,0 0-168 0,-10-2-121 15,10 2-111-15,-9-9-608 0,4 4-1133 0</inkml:trace>
  <inkml:trace contextRef="#ctx0" brushRef="#br0" timeOffset="115427.46">22954 16430 555 0,'-8'6'494'0,"3"0"-121"0,-3 0-90 0,2 5-45 0,1 1-22 0,1 3-7 15,0 0 3-15,3 0-5 0,0-2-1 0,1 0-3 16,0-1-7-16,1 1 4 0,0-3-14 0,2 0-4 0,-1-2-10 16,2 1-9-16,0-4-13 0,-4-5-8 0,7 9-10 15,-7-9-17-15,0 0-21 0,12 0-20 0,-12 0-10 16,8-10-6-16,-6 1-9 0,2 0-2 0,-3-2-5 16,-1-5-5-16,-3-1-5 0,-1-5-6 0,-1-2-7 15,-4-6-2-15,0 0-13 0,-7-6 12 0,2 0-23 16,-5-1 21-16,0-1-24 0,0 1 7 0,-3-1-2 15,-2 0 18-15,-5-7-17 0,-1 2 14 0,6 7-12 16,-3 1 19-16,0 4-17 0,-1 2 34 0,1 3-27 16,4 5 31-16,5 5-31 0,-1 2 22 0,4 4-30 15,-1 4 20-15,5 6-25 0,-2 2 23 0,4 8-33 16,1 3 53-16,5 11-19 0,3 3 25 0,5 17 35 16,4 5-34-16,8 11 41 0,7-2-31 0,3 3 6 15,3-3-14-15,3-2-8 0,4-5-4 0,-2-2 5 16,1-4-41-16,1-5 46 0,-5-11-51 0,0 0 52 15,0-7-47-15,0-3 50 0,-6-4-53 0,2-7 49 16,-3 1-52-16,-1-7 48 0,-5-2-15 0,2-4-2 16,0-3-9-16,-3-3-1 0,-1-2-4 0,-2-4 2 15,-3 1-8-15,-2-2-3 0,-5-6-8 0,0 2-3 16,-3-2-3-16,-2 2 6 0,-2-2 5 0,-3-2-47 16,1 5 56-16,-2 1-47 0,-2 2 52 0,3 3-45 15,0 1 51-15,0 2-48 0,0 5 47 0,5 6-47 16,-7-5 49-16,7 5-52 0,-3 10 49 0,5 1-3 0,1 1-2 15,2 4-2-15,2 6-4 0,5 1-1 0,2 0 2 16,0-1-2-16,4 0 0 0,-1-3 0 0,3 1 1 16,-1-3-1-16,-1-2 4 0,1-3 1 15,-1-3-2-15,-1-1 2 0,-1-2 1 0,0-3-3 0,-5-1 2 16,3-4-3-16,-2-1 2 0,-1-1-5 0,-2-4 2 16,0 3 0-16,-2-3-1 0,-1-2 1 0,-2 0-2 15,-2-3-2-15,-2 1 4 0,0-1-3 0,-4-1-1 16,-1-1 0-16,-2 1 2 0,-4-2-4 0,1 2 4 15,-5 0-2-15,-1 2-1 0,-1 2 0 0,1 0 0 16,-3 3-2-16,0 3 1 0,2 1-1 0,-2 3 0 16,3 3 0-16,-2 2-4 0,2 1 3 0,0 2 1 15,3 2 1-15,0 1-2 0,4 0 1 0,0 3-1 16,2-1 0-16,4-3-1 0,3 3 4 0,0-2 4 16,5-3-6-16,4-2 4 0,0-1 1 0,4-4-2 15,2-2-2-15,4-4 1 0,2-3 1 0,3-4-2 16,2-4-5-16,2-5 3 0,0-1 2 0,-1-4 0 15,-3-2 4-15,0-1-47 0,-2 0 57 0,-7 6-44 16,2-2 48-16,-4 2-45 0,-3 4 7 0,-2 2 10 0,-2 3 10 16,-1 0 12-16,-2 1 1 0,1 1-1 15,-1 3 6-15,-1 2-3 0,-1-1-2 0,-1 8-4 16,0 0-1-16,0 0 34 0,0 0-50 0,1 14 43 16,2-4-53-16,-1 5 45 0,2 2-3 0,1 0-8 0,2 3 6 15,2-1-1-15,0 0 2 0,0 0 2 0,3-1-3 16,0 1-3-16,1-3 2 0,-1-1-3 15,1-3-6-15,1-1 0 0,-2-3 0 0,2-1-2 0,-3-3 0 16,0-2 2-16,-11-2-1 0,21-2-5 0,-11-2 1 16,3-2 0-16,-4-2-42 0,0-3 48 0,1 0-41 15,-3-3 45-15,-2 0-39 0,0-3 38 0,-2 1-37 16,-1-1 2-16,-2-2 3 0,0 1 8 0,-1 1 10 16,0 0 7-16,-2 2-1 0,-1 1 2 0,3 3 15 15,-2-2-1-15,2 4-5 0,-2-1-6 0,2 4-7 16,1 6-6-16,-1-7 4 0,1 7-2 0,0 0-3 15,6 9 35-15,-3-5-42 0,3 5 35 0,1 0-37 16,3-1 33-16,0 3-36 0,4-1 37 0,-2-1-43 16,2-1 39-16,0 0-2 0,0-2-4 0,0 1-9 15,-1-1-5-15,-1-3 4 0,0-2-6 0,-2 1-1 16,-10-2 5-16,22-2-40 0,-12 0 48 0,0-2-38 16,-3 0 46-16,-1-5-40 0,-1 3 40 0,-1-1-37 15,-1-2 40-15,0 2-40 0,-3-3 8 0,-2 1 0 16,-1-1 6-16,1 1 3 0,-3-1 1 0,0 4 2 15,-2-5 0-15,-2 5 1 0,2 0-2 0,-1-1 1 16,0 2 0-16,-1 1 0 0,4-1-2 0,-1 0 2 16,6 5-7-16,-9-6 0 0,9 6 0 0,-4-7 4 0,4 7-2 15,4-7 4-15,2 1-1 0,2-2 2 0,5-1-3 16,1-4 29-16,2 1-47 0,2-1 42 16,4-3-43-16,0-1 43 0,-2 0-1 0,1 1-42 15,-4 1 42-15,-1 3-44 0,0-1 42 0,-3 0-40 0,-4 4 46 16,3-1 0-16,-3 1-6 0,-4 0-5 0,0 1-41 15,-1 1 48-15,-1-2-5 0,-3 4-3 0,0 5-1 16,-2-14-3-16,-2 10 2 0,0-2-1 16,-1 3-4-16,1-1-39 0,4 4 52 0,-14-4-13 0,14 4-36 15,-11 1 42-15,4 2-44 0,1 3 49 0,0 2-43 16,2 3 42-16,1 3-33 0,2 0 37 0,2 4-41 16,1-1 4-16,0 1 8 0,7 4 0 0,-1-3 2 15,2 0 36-15,3 0-37 0,-1-2 34 0,2-1-38 16,0-2 39-16,3 0-44 0,-3-4 30 0,-1-1-47 15,2-2 32-15,-2-2-89 0,0-3-56 0,0-2-114 16,-1 0-100-16,-3-4-78 0,0 0-43 0,-1-2-54 16,0-2-86-16,-3 0-490 0,-1 0-731 0</inkml:trace>
  <inkml:trace contextRef="#ctx0" brushRef="#br0" timeOffset="115730.43">24270 15830 628 0,'-4'-9'609'0,"4"9"-155"0,-2-9-89 15,2 9-54-15,-2-8-25 0,2 8-12 0,2-10-3 0,-2 10-2 16,5-10-5-16,0 5-7 0,0-2-9 16,5-1-22-16,2 0-43 0,-1 2 3 0,5-1-57 15,-2 1 0-15,2 0-21 0,-3 4-17 0,4-3-43 16,-4 4 19-16,0 1-39 0,0 0 19 0,1 0-36 0,-3 3 32 16,-1 1-24-16,1 0 43 0,-3 2-48 0,-2 2 46 15,1 0-57-15,-3 0 44 0,1 2-44 16,-4-1 52-16,-1-1-53 0,-1 3 50 0,-1-3-53 15,-4 1 44-15,2-1-55 0,-1-1 52 0,-1-1-53 0,-1-3 48 16,7-3-53-16,-19 3 47 0,19-3-40 0,-20-4 45 16,8-3-50-16,-1-2 41 0,-1-4-58 0,0-1 40 15,-5-6-79-15,4-3-17 0,-3 3-56 16,-1-4-34-16,2 3-34 0,-2 1-50 0,1 1-41 0,0 4-34 16,-1 3-38-16,2 5-38 0,-2 1-54 0,1 6-501 15,-2 3-558-15</inkml:trace>
  <inkml:trace contextRef="#ctx0" brushRef="#br0" timeOffset="116212.06">22901 16652 446 0,'0'0'444'0,"0"-11"-54"0,0 11-64 0,0-11-43 0,0 11-35 0,0-8-37 0,0 8-40 16,0-8-31-16,0 8-11 0,0 0 20 15,0 0 7-15,12 1-4 0,-6 6 7 0,3 2-12 0,1 3-24 16,-2 4-7-16,1 0 10 0,1 4 4 0,-1 3-5 15,0 2-17-15,1 4 12 0,-1 0-24 0,-5 1-10 16,1 1 4-16,-1 0-23 0,-3 2-6 0,1-5-19 16,-4 1 1-16,1-1-19 0,1-2-4 0,-2 1-20 15,0-1-16-15,0-4-51 0,-1-4-49 0,3 0-119 16,-1-5-106-16,1-3-97 0,0-2-146 0,0-8-395 16,0 0-572-16</inkml:trace>
  <inkml:trace contextRef="#ctx0" brushRef="#br0" timeOffset="117127.58">24983 15582 303 0,'-2'5'561'0,"2"4"-138"0,0 1-75 0,1 2-47 0,0 1-41 0,2-1-39 0,1 3-44 16,-1-5-14-16,1 2 16 0,0-2 17 0,0-1 19 15,-2 0 11-15,2-2 9 0,0 1-2 0,0-2-6 16,-4-6-17-16,9 7-38 0,-9-7-20 0,0 0-44 16,10-5-2-16,-7-3-38 0,-1-1-6 0,1-3-20 15,-2-4 8-15,-1-2-25 0,-1-1 13 0,-2-6-27 16,1 1 21-16,-3-8-29 0,-2 2-1 0,2 0-2 15,-6-10 6-15,0 4 1 0,-1-3-5 16,-2 0 3-16,-2-1-4 0,0-1 0 0,-2 1-1 0,-2-2 3 16,0 2 2-16,-3-1-5 0,1 2 1 0,-1 1 7 15,-2 3-1-15,-1 3 7 0,2 6 3 0,0 2 7 16,2 7-2-16,2 4-1 0,0 3-2 0,4 5-1 16,2 2-8-16,0 6-1 0,-1 5-3 0,3 6-2 15,4 4-1-15,3 5-3 0,2 3 9 0,6 7-9 16,5 8 2-16,4 2 0 0,5 0 5 0,7 7-9 15,3-1-2-15,5 0 5 0,1-3 28 0,3-2-37 16,3-4 32-16,1-2-36 0,-8-9 33 0,0-1-34 16,1-5 34-16,-1-1-29 0,-1-2 38 0,-5-7-36 15,-3-1 41-15,-2-4-44 0,1-1 43 0,-5-3-31 16,1-4 26-16,-3 0-43 0,0-4 41 0,-1-3-43 0,0 0 0 16,-2-3 7-16,-3-2-1 0,0-1 3 15,-3-1 6-15,-2-2 1 0,-1 1-5 0,-2-2 2 16,0 1-1-16,-2 0 2 0,0 2 3 0,-1 2-1 15,2 1-1-15,0 0 3 0,-1 2 4 0,0-1-6 16,1 2-6-16,0 8 5 0,0-11-5 0,0 11 5 16,0 0 7-16,0 0 15 0,0 0-23 0,16 8 2 15,-9-2-2-15,2 2 0 0,0 3 2 0,2-1 0 16,-2 1 5-16,3-1-6 0,-1 0-9 0,-1-2-21 0,-1 0-38 16,0-2-45-16,0 1-68 0,0-2-68 0,-1-2-62 15,-8-3-79-15,11 1-116 0,-11-1-110 16,9-7-390-16,-7 1-608 0</inkml:trace>
  <inkml:trace contextRef="#ctx0" brushRef="#br0" timeOffset="117276.98">25229 15184 413 0,'0'0'510'0,"-8"-1"-145"0,8 1-68 0,0 0-91 15,-9-4-20-15,9 4-57 0,0 0-13 0,0 0-61 16,0 0-43-16,0 0-81 0,0 0-78 0,0 0-103 15,10-5-320-15,-10 5-82 0</inkml:trace>
  <inkml:trace contextRef="#ctx0" brushRef="#br0" timeOffset="117843.61">25390 15284 9 0,'0'0'749'0,"0"0"-209"0,0 0-106 0,0 0-47 16,10-1-55-16,-10 1-67 0,0 0-38 0,4-9-19 15,-4 9-16-15,5-6 0 0,-5 6-3 0,6-10-6 16,-2 4-11-16,4 1-25 0,-1-1-16 0,1 2-29 16,1-1-19-16,1 2-14 0,0 1-16 0,1 0-7 15,-11 2 16-15,24 2 0 0,-11 1-13 0,-2 1-4 0,1 3-3 16,-1 0-9-16,2 0-7 0,-3 1-5 16,0 2-4-16,-2-1-4 0,1 0 2 0,-3-1 0 15,-1 1 9-15,-1-1-5 0,0 0 12 0,-3-1-17 16,-1-7 8-16,2 12-15 0,-2-12 17 0,-3 9-23 0,3-9 0 15,-6 4-1-15,6-4 3 0,0 0 0 0,-15-2-2 16,7-3-2-16,3-1 4 0,-2-1 9 0,2-4 5 16,0 0-10-16,1-2-3 0,-1-1 2 15,3-2-1-15,0-1-1 0,2 0 1 0,0 2-4 0,2-2 0 16,0 1-2-16,3 2 0 0,-1 1 0 0,1 3 15 16,0 1-21-16,2 3 23 0,-1 1-21 0,3 2 12 15,-9 3-14-15,17 0 19 0,-7 0-20 0,0 4 3 16,-1 0-6-16,0 0 10 0,-1 2-4 0,2 1 2 15,-4 0 3-15,2-2-2 0,-3 1-2 0,3 1 2 16,-5-3 3-16,1 0 0 0,-4-4 1 0,4 11 0 16,-4-11-4-16,0 8 4 0,0-8-1 0,-4 5-2 15,4-5-2-15,0 0 4 0,-15 0-1 0,15 0 12 16,-9-5-13-16,5 1-3 0,-2-4 0 0,1 0-3 16,-2-1 0-16,4-3 7 0,-1-1 1 0,1 0 10 15,1 0-16-15,0 0 15 0,2 1-17 0,2-1 17 16,0 2-24-16,-1 2 28 0,5 0-24 0,-1 2 18 15,2 2-16-15,0 1 18 0,2 2-13 0,-9 2 16 16,19 3-17-16,-8 0 24 0,2 4-26 0,-1-2 16 16,-1 4-17-16,3-2-1 0,-2 3-26 0,-1-1-18 15,-1 1-27-15,-1-1-47 0,-1 0-55 0,1-1-51 16,-3-1-67-16,-2 1-31 0,0-2-97 0,-4-6-121 16,3 7-401-16,-3-7-531 0</inkml:trace>
  <inkml:trace contextRef="#ctx0" brushRef="#br0" timeOffset="118013.02">25841 14990 562 0,'4'-7'549'0,"-4"7"-130"0,0 0-28 0,0 0-57 0,15 3-28 0,-11 4-38 16,2-2-19-16,-1 2-25 0,2 0-33 0,0 2-32 16,2 1-38-16,0-1-14 0,1 1-26 15,-1-1-13-15,0 0-14 0,-2 0-25 0,2-3-81 16,-3 1-99-16,-1-1-46 0,-5-6-100 0,9 6-148 0,-9-6-487 15,0 0-505-15</inkml:trace>
  <inkml:trace contextRef="#ctx0" brushRef="#br0" timeOffset="118294.12">25819 14906 622 0,'-11'-4'648'0,"11"4"-169"0,0 0-78 0,-11 0-63 0,11 0-50 16,0 0-47-16,-5 6-33 0,5-6-29 0,3 7-12 15,-3-7-13-15,5 7-17 0,-5-7-13 0,8 5-10 16,-8-5-22-16,10 4-12 0,-10-4-17 0,11 3-14 16,-11-3-8-16,0 0-10 0,18-1-6 0,-18 1-4 15,10-3-2-15,-10 3-5 0,7-3-1 0,-7 3 0 16,4-5-3-16,-4 5-3 0,0 0-2 0,-6-9 0 16,6 9-3-16,0 0 4 0,-15 2 2 0,6-1-1 15,0 5-4-15,-1-1 2 0,-1 3-6 0,0 0 12 16,1 1-15-16,0 0 2 0,2-2-15 0,2 2-39 15,-2-3-69-15,4-2-66 0,4-4-39 0,-4 9-62 16,4-9-81-16,0 0-82 0,8-6-451 0,-3 0-471 16</inkml:trace>
  <inkml:trace contextRef="#ctx0" brushRef="#br0" timeOffset="118510.8">25851 14602 261 0,'-4'-19'778'0,"0"4"-132"0,0-1-82 16,3 4-71-16,-3 1-77 0,2 1-62 0,-1 1-50 15,3 9-27-15,-2-11-9 0,2 11-28 0,0 0-22 16,7 6-11-16,-3 4-25 0,5 2-19 0,4 7 4 16,2 5-21-16,4 6-28 0,2 3-15 0,2 0 19 15,0 2-58-15,0 1 22 0,2-1-60 0,-3 0-3 16,1-1-2-16,0-2-5 0,-1 1 6 0,0-4-11 16,-2-1-4-16,-5-5-27 0,2-1-49 0,-5-7-40 15,0-1-59-15,-4-1-33 0,0-2-44 0,-3-3-81 16,-1-3-89-16,-4-5-23 0,0 0-81 0,-3 8-49 0,3-8-439 15,-10-2-610-15</inkml:trace>
  <inkml:trace contextRef="#ctx0" brushRef="#br0" timeOffset="118694.07">25953 14972 16 0,'-7'-4'736'0,"7"4"-182"0,-9-8-148 0,9 8-69 16,-3-9-63-16,3 9-19 0,3-10-33 0,1 3-9 15,4 0-23-15,1-4-10 0,4-1-4 16,4-3-7-16,4-3-3 0,5-4-28 0,2-1 6 0,0-1-10 15,2-1-29-15,-1 0-23 0,-1 2-17 0,0-1-35 16,-1 2-55-16,-6 3-86 0,-1 2-83 0,-5 1-75 16,-2 3-101-16,-4 1-159 0,-1-1-439 0,-3 7-557 15</inkml:trace>
  <inkml:trace contextRef="#ctx0" brushRef="#br0" timeOffset="119593.73">29842 12382 85 0,'-1'-20'574'0,"-2"4"-115"16,1 0-98-16,-2 1-24 0,0 2-55 0,-2-2 3 16,1 4-39-16,-2 0 3 0,3 3-30 0,-2-1-11 15,-3 5-15-15,9 4-5 0,-10-5 4 0,10 5-1 16,-9 6-27-16,6 0 1 0,-2 3-25 0,4 3-18 16,1 3-32-16,1 1-11 0,4 3-15 0,2 2-18 0,2 0 0 15,1-1-12-15,5 2-6 0,-3-5-3 0,4-1 25 16,-2 0-7-16,4-5-4 0,0 1-3 15,3-4 3-15,-4-3 1 0,1-2-6 0,3-3-8 16,-1-1-3-16,-2-2-9 0,-1-3-20 0,0-4 8 16,0 0-14-16,-4-5 7 0,2-1-10 0,-6-1 15 15,0-1-13-15,0-1 14 0,-6 2-14 0,-1-1 5 0,0 1 18 16,-4-2-21-16,0 2 20 0,-1 2-18 0,-4-1 18 16,0 2-15-16,1 1 17 0,-1 2-18 15,2 1 15-15,-2 4-12 0,2-1 11 0,5 7-14 16,-9-2 1-16,9 2 2 0,-7 9 7 0,7-3-1 15,0 4 11-15,1 1-17 0,3 3 13 0,3 3-13 16,-1 0 15-16,7 1-6 0,-2-1 0 0,3 0-1 16,0 0-6-16,3-2-22 0,-3-1-45 0,3-2-60 15,-2-3-77-15,-1-1-94 0,2-2-69 0,-5-4-70 16,0 1-59-16,-11-3-84 0,17-1-291 0,-17 1-426 16</inkml:trace>
  <inkml:trace contextRef="#ctx0" brushRef="#br0" timeOffset="120010.76">30277 12203 517 0,'0'-12'524'16,"0"4"-143"-16,1 0-60 0,-1 8-28 0,5-6 15 16,-5 6-35-16,13 3 7 0,-5 3 14 0,1 7-7 15,4 4 15-15,4 4-12 0,2 9-32 0,2 2-34 16,1 4 2-16,-1 2-52 0,1 3-4 0,2 6-62 16,1-1 15-16,-4-5-57 0,0 0 21 0,-1 0-58 15,-1-3 44-15,-1 0-54 0,1-3-7 0,-2 0 8 16,-6-9-11-16,2 0 1 0,-3-6-5 0,-2-2-3 15,0-2 5-15,-2-3 6 0,0-1 63 0,-2-3-47 16,0-3 37-16,-4-6-49 0,0 0-2 0,0 0-9 16,-4-6 0-16,-1-2 41 0,-2-6-50 0,-2-7 41 15,-4-5-52-15,-2-9 43 0,-1-3-7 0,-2-5-8 16,-5-8-46-16,3-3 47 0,-2-2-46 0,4 1 7 16,2 0 6-16,2 9 3 0,5 0 46 0,1 2-51 15,3 9 48-15,4 2-10 0,2 6-7 0,1 0 0 16,2 5-8-16,3 3 0 0,0 2-2 0,2 3 1 15,2 6-44-15,-2 2 50 0,2 4-44 0,-11 2 51 16,19 4-40-16,-9 1 49 0,-1 2-54 0,0 4 9 16,-2 1 2-16,-1 1 8 0,-4 1 45 0,0 3-52 15,-2 0 49-15,-3-2-51 0,-3 1 52 0,0 3-57 16,-3-3 51-16,-2 1-58 0,-3-3 15 0,0-3-60 16,2-3-21-16,-3 0-48 0,0-4-43 0,2-1-53 15,-2-3-60-15,2-3-55 0,-1-3 2 0,-1 2-57 16,3-5-37-16,2-1-82 0,2-1-335 0,2-3-419 15</inkml:trace>
  <inkml:trace contextRef="#ctx0" brushRef="#br0" timeOffset="121010.56">30617 11941 207 0,'12'3'660'0,"0"1"-117"0,0 4-79 0,1 1-47 0,2 7-64 15,1 3-32-15,0 3-19 0,0 3-38 0,1 7-15 16,1 3-2-16,-2-1-22 0,2 2-15 0,1 1-25 15,1 1-23-15,-1 0-23 0,1 2-31 0,-1-1-18 16,0-1-16-16,-2-3-13 0,2 0-14 0,0-3-6 16,-3 0-5-16,-2-7-9 0,-1-1-5 0,-4-5-4 15,-1-2-6-15,0-6 2 0,-3 3 5 0,2-2-3 16,-3-4 36-16,-1-2-14 0,-3-6 2 0,2 6-2 16,-2-6-4-16,0 0-15 0,-7-11 2 0,1 2-7 15,-1-7-1-15,-2-4 0 0,-3-8-7 0,-3-7 4 16,0-4-38-16,-3-3 44 0,-1-9-41 0,-2-3 14 0,1 0 28 15,-3 0-39-15,4-1 41 0,0 4-2 0,4 7-10 16,0 1-4-16,4 3 3 0,2 10-3 16,3 2-3-16,-1 4 1 0,2 3 4 0,4 5-3 15,1 3 0-15,1-2-4 0,6 5-5 0,-2 1 3 0,1 3-1 16,3 2 2-16,1 2 1 0,-10 2 2 0,20 3-3 16,-9 2 2-16,-1 2 0 0,-1 1 1 0,3 3-4 15,-5 1 8-15,2-2-3 0,-5 3 1 0,1 2-2 16,-2 0 0-16,-3-2-30 0,-3 2 41 0,-2 0-36 15,-1-1 40-15,-1 0-35 0,-2-1 4 0,-5 0-3 16,3-3-5-16,-3-1-13 0,1 0-19 0,-2-3-25 16,2-1-29-16,1-2-27 0,-2 0-51 0,14-3-43 15,-19-1-25-15,10-3-34 0,1 0-9 0,5-3-6 16,1 1-12-16,2-1-4 0,2-3 27 0,3 1 16 16,3-3 26-16,3 2 37 0,0 1 43 0,2-1 35 15,3 1 32-15,-1 3 42 0,0-2 39 0,1 2 36 16,0 1 28-16,-2 0 30 0,2 2 50 0,-5-1 2 15,2 1 37-15,-2 0-13 0,-3 1 24 0,2-2 5 16,-1 2 19-16,-9 2 6 0,14-7-28 0,-6 4-35 16,-2-2-28-16,1 1-16 0,-1-3-22 0,2-1-5 15,-2-1-18-15,-1 0-4 0,2-3-8 0,-1 1 5 16,0 0 24-16,-2-3 5 0,1 2-20 0,-1 0-2 16,-3 0-17-16,2 2 21 0,-2-1 4 0,1 1 18 15,-2 2 7-15,0 0 4 0,-2 1-18 0,0 1 7 0,2 6-13 16,-8-4 2-16,8 4-15 0,-13 1 17 15,7 6-18-15,-2 1 6 0,2 3 0 0,-2 4 11 16,3 1-16-16,0 0-8 0,1 2-7 0,2 0-7 16,2 0-5-16,1 1-4 0,0-2-3 0,4 1 3 0,-1-2-9 15,6 0 1-15,-1 1-5 0,3-5 1 16,0-1-5-16,1-1-3 0,3-4-7 0,-2-1-39 16,2-2-59-16,-2-2-49 0,2-2-44 0,-1-2-34 15,0-2-30-15,-2-2 3 0,-3-2-16 0,2 0 38 0,-3-4 5 16,-3-1 37-16,1 0 14 0,-2 0 37 0,-3-2 29 15,-1 0 31-15,-2 0 23 0,1-1 52 0,-5 3 43 16,3 0 12-16,-1 2 45 0,2 1 9 16,-2 0 7-16,2 2-21 0,0 1-7 0,3 1-19 0,0 1 1 15,0-1-7-15,3 2 7 0,3 1-5 0,0 1 11 16,2 3 5-16,-10 0 4 0,23 2-5 0,-12 2-11 16,5 1-10-16,-2 1-10 0,0 2-4 0,-1 1-5 15,-1 0-4-15,-2 1-11 0,1 1 3 0,-2-2-3 16,-2 2-1-16,-3-2 0 0,1 0 5 0,-3 0 1 15,-1-1 2-15,-2-2-5 0,-1 3 13 0,0-3 17 16,-2-2 2-16,-1 2-4 0,5-6 26 0,-12 4-12 16,12-4 11-16,-14-1 0 0,8-2-5 0,-1-3-17 15,0 0-7-15,0-3-11 0,4-1-3 0,-3-3-8 16,4 0 1-16,-1-2-8 0,3-1 2 0,1-2-8 16,3 0 0-16,0-4-18 0,1 2-29 0,1-2-36 15,2 2-75-15,-3 0-54 0,3 1-48 0,1 1-77 16,-2 2-100-16,1 3-498 0,0 0-506 0</inkml:trace>
  <inkml:trace contextRef="#ctx0" brushRef="#br0" timeOffset="122059.83">31789 11687 472 0,'5'11'499'0,"1"-1"-84"0,-2-3-60 0,0 0-27 0,0 2-37 16,-2-3-22-16,1 0 10 0,-3-6 40 0,4 8 28 15,-4-8-57-15,0 0-37 0,0 0-53 0,7-4-36 16,-2 0-19-16,-5-5-17 0,4-1-33 0,-1-5-6 16,-1 1-30-16,1-5-2 0,-1 1-21 0,1-5 9 15,-2-1-26-15,1 2-6 0,-2-5-4 0,0 0 8 0,-2 1-16 16,-2-5 4-16,-1 0-10 0,-3-1 5 0,-3-4-13 16,0 0 6-16,-5 0-7 0,-2 0 11 15,-1 0-6-15,-1 2 10 0,-3 2-9 0,0 2 15 0,0 5-15 16,2 2 8-16,3 5-4 0,2 5 9 0,-1 2-10 15,4 8 12-15,1 1-13 0,1 6 9 0,2 5-4 16,1 2 16-16,2 8-5 0,3 6 7 16,1 3 8-16,5 7 10 0,3 8-5 0,4 4 24 0,3-1-9 15,8 8-4-15,-1-2-2 0,6-3 12 0,0-3-34 16,4-2 18-16,-5-11-29 0,2-1 23 0,1-6-32 16,-1-1 26-16,0-4-26 0,-1-6 23 0,-1-3-25 15,-3-4 28-15,-2-3-33 0,2-4 23 0,-3-2-16 16,1-2 14-16,1-5-31 0,-2 0 28 0,-2-3-26 15,-2-3 23-15,-1 0-32 0,-1-3 27 0,-4-1-18 16,-3-3-2-16,0-1 4 0,-4 1 0 0,1 1-3 0,-5-1 29 16,1-2-28-16,-4 1 20 0,0 1-17 0,-3 1 18 15,3 2-17-15,-2 4 19 0,0 0-12 0,1 3 11 16,-1 4-15-16,0 1 18 0,7 6-14 0,-11-3 13 16,11 3-19-16,-11 6 3 0,8-1 4 0,1 4 3 15,2-1 0-15,1 5-2 0,2 1 23 0,2-1-24 16,2 1 31-16,2 2-31 0,5 0 16 0,-1-2-21 15,1 0 23-15,0-1-22 0,3-4 23 0,-2-1-24 16,-1-2 22-16,2-1-24 0,0 0 20 0,-2-4-18 16,2-2 16-16,0-1-19 0,1-2 19 0,-2-3-17 15,-1 2 24-15,0-4-22 0,0 0 16 0,-3-1-16 16,-2 0-1-16,-2-2 20 0,3-1-22 0,-4-1 19 0,-3 1-14 16,-1 0 15-16,-2-2-16 0,-2 2 19 0,-1-1-14 15,0 3 11-15,-1 0-16 0,-1 0 17 0,-1 5-16 16,1-3 18-16,-2 3-20 0,7 6 18 0,-8-4-20 15,8 4 23-15,-10 1-21 0,10-1 20 0,-5 7-17 16,5-7 21-16,0 14-23 0,2-7 3 0,1 3 5 16,4 0 14-16,0-1-21 0,2 1 21 0,0-1-23 15,3-1 22-15,-1 1-12 0,3-3 10 0,-2 0-22 16,-1-2 18-16,3-2-16 0,-2-2 23 0,1 0-25 16,-2-2 27-16,-1-2-25 0,6-1 16 0,-5 0-18 15,3-3 18-15,-4-1-18 0,1 1 17 0,0-3-1 16,-2 0-2-16,-1 0 5 0,-2-4-6 0,-1 3-1 0,0-1 1 15,-1 0 0-15,-2 1 2 0,-2 1-3 0,0-1 0 16,0 1 0-16,-2 1 2 0,1 2-1 0,0 1-1 16,-1 1 2-16,2 6 1 0,-5-6 2 0,5 6-3 15,0 0 4-15,0 0-3 0,-10 3-1 0,10-3-4 16,-2 9-1-16,2-9-12 0,2 11 19 0,1-7-18 16,4 4 20-16,-2-1-19 0,3-1 22 0,0 1-15 15,3-2 13-15,-2-1-19 0,2 1 19 0,2-3 5 16,-2 0-8-16,3-1-3 0,-3-1-1 0,2-1-1 15,1-1 1-15,-2-2 0 0,0 0 3 0,-3-1-10 16,2-1-1-16,-1-1 3 0,-3-1 3 0,0-2 0 0,-2 2-3 16,-2-2 1-16,-1-1-1 0,-2-1 2 0,0-1 1 15,0 2 2-15,-4-3-1 0,2 1-2 16,-3 1 3-16,-1 0 2 0,3 1 3 0,-4 3-7 0,2-1 1 16,0 3-1-16,5 6 0 0,-9-8 0 0,9 8 0 15,0 0 0-15,0 0 0 0,-13 4 2 0,13-4 1 16,-2 8 2-16,4 0-7 0,0 0 2 0,3 0-2 15,0 0 4-15,1-1 0 0,2 4-9 0,2-4-36 16,0 3-48-16,-1-6-50 0,0 3-119 0,1-1-56 0,-1-2-68 16,0-2-48-16,-9-2-7 0,17 0-54 15,-17 0-382-15,10-4-434 0</inkml:trace>
  <inkml:trace contextRef="#ctx0" brushRef="#br0" timeOffset="122344.04">32142 11101 648 0,'-33'6'525'0,"4"2"-110"0,5-1-69 0,3 2-49 0,6-1-28 0,2-1-19 15,4 0-16-15,4-1-23 0,2-1-3 0,3-5 11 16,2 8-14-16,-2-8-29 0,15 3-36 0,0-4-20 16,0-1-21-16,4-2-23 0,2-3-11 0,-1 2-16 15,1-4-10-15,-3 2-9 0,1-2-18 0,-1-1-1 16,-1-1-7-16,-4 2 4 0,-2 1-8 0,-2-3-4 0,-4 4 3 15,1-2 1-15,-2 3-3 0,-2-1 3 0,-2 7-1 16,-2-9 0-16,2 9 4 0,-10-4-2 0,10 4 2 16,-14 0 0-16,14 0-3 0,-13 7 2 0,6-3-3 15,0 5 0-15,2-1 0 0,0 0-4 0,1 1-52 16,4 2-102-16,3-3-109 0,1 2-74 0,2-2-121 16,3 0-584-16,4-1-666 0</inkml:trace>
  <inkml:trace contextRef="#ctx0" brushRef="#br0" timeOffset="122543.68">32701 10968 351 0,'0'0'425'16,"-13"-4"-46"-16,13 4-45 0,-11-7-16 0,11 7 7 15,-9-4-44-15,9 4-12 0,-10-3-68 0,10 3-6 16,-7-4-67-16,7 4 1 0,-6-3-61 0,6 3-5 15,0 0-111-15,0 0-87 0,-5-6-85 0,5 6-129 16,0 0-126-16,0 0-236 0,0 0-216 0</inkml:trace>
  <inkml:trace contextRef="#ctx0" brushRef="#br0" timeOffset="122876.29">32550 10593 403 0,'-4'-22'520'0,"2"4"-63"0,-1 2-56 0,3 0-57 15,0 2-44-15,0 4-73 0,3 0 22 0,1 2-38 16,1 3 60-16,1 0-30 0,-6 5 20 0,14 0-25 0,-4 5-21 16,3 2-22-16,3 0 10 0,0 6-5 15,5 6-42-15,-1 0 15 0,3 6-43 0,-1 4-1 16,0 3 5-16,-1 0-19 0,0 5-24 0,-1 0-12 0,1 1-1 15,-2 2 13-15,1 0-41 0,1 0 17 0,-3-3-45 16,3 1 29-16,-3-6-39 0,3 0 27 16,-2-1-36-16,-2-8 1 0,0-1 14 0,-1-4 3 0,0-1 0 15,2-5 3-15,0-4-7 0,0-3-9 0,-1-1 22 16,2-4-52-16,-3-3 8 0,2-1-71 0,1-4-27 16,-5-5-150-16,1-1-92 0,-3-3-117 0,-3-1-49 15,-1-1-55-15,-3 0-54 0,-2 2-423 0,-5 0-672 16</inkml:trace>
  <inkml:trace contextRef="#ctx0" brushRef="#br0" timeOffset="123060.76">32852 10957 390 0,'-17'3'572'0,"4"1"-47"0,2-3-47 0,11-1-17 16,-15 0-99-16,15 0-14 0,-4-5-66 16,8 1 10-16,3-2-67 0,9-4 17 0,7-2-63 0,12-4 5 15,2-3-65-15,7 0-16 0,11-5 70 0,2-1-29 16,2 1-10-16,1 1-19 0,2-2 12 0,-2 3-59 15,-4 2 24-15,-2-1-61 0,-12 6 26 0,-3 0-84 16,-9 6-69-16,-7 1-189 0,-5 3-142 0,-4 4-112 16,-14 1-171-16,9 1-424 0,-9-1-750 0</inkml:trace>
  <inkml:trace contextRef="#ctx0" brushRef="#br0" timeOffset="123944.02">22034 11518 712 0,'2'-11'690'0,"-2"1"-147"0,0 10-129 0,-2-8-88 15,2 8-14-15,0 14-43 0,3 4-24 0,-1 8-22 16,0 10 25-16,6 9-22 0,0 6 3 0,4 10-21 16,1 2-37-16,4 3-12 0,1 0-12 0,1 4-8 15,0-3 3-15,1 2-13 0,2 2-1 0,-3-3-35 16,2-5 16-16,-1-2-36 0,-2-6 15 0,-1-10-41 16,-4-5 28-16,-1-6-46 0,-3-7 21 0,0-5-34 15,-2-3 26-15,-2-5-34 0,-3-3 19 0,-2-11-58 16,0 7-9-16,0-7-16 0,-10-8 24 0,2-3-8 15,-3-7 21-15,-6-1-16 0,-6-9 4 0,0-2-23 16,-2-6 12-16,-7-6-3 0,0-4 9 0,-3 1 10 16,4-6-2-16,1 2 3 0,0-1 6 0,5 2 18 15,5 9 22-15,3 2 22 0,2 5-11 0,4 5 16 16,4 6-13-16,2 4 1 0,5 4 7 0,3 0 0 16,5 4 2-16,2 3 0 0,7 4-28 0,2 3 28 0,5 3-33 15,8 4 26-15,4 6-33 0,6 0 27 16,-2 5-35-16,2 0 32 0,1 2-34 0,0-1 3 15,1 0-1-15,-1-1-2 0,-2 0 29 0,-1-1-45 16,-5-4 3-16,-6 1-64 0,-1-5-42 0,-7-1-44 0,-2-2-49 16,-5-2-88-16,-4 1-128 0,-10-6-86 0,10 4-129 15,-10-4-547-15,0 0-806 0</inkml:trace>
  <inkml:trace contextRef="#ctx0" brushRef="#br0" timeOffset="124143.43">21995 12381 590 0,'-28'2'653'0,"6"-1"-107"0,2-1-80 0,1-1-88 0,6-3-46 16,4 0-30-16,3-5-24 0,3-1 3 0,7-3-29 15,5-5-1-15,6-2-31 0,8-9-27 0,3-1-22 16,12-7-18-16,9-6-27 0,3 0-26 0,5-2-17 16,4-5-17-16,2 4-11 0,1-2-14 0,-2 3-4 15,-3 1-14-15,-2 3-32 0,-2 1-82 0,-6 2-137 16,-5 4-93-16,-9 6-110 0,-6 3-193 0,-5 4-604 15,-7 0-836-15</inkml:trace>
  <inkml:trace contextRef="#ctx0" brushRef="#br0" timeOffset="124559.42">23057 11149 712 0,'0'0'726'0,"16"1"-171"0,-16-1-105 15,12 5-24-15,-7 1-40 0,1 5-53 0,0 1-19 16,0 10-5-16,3 0-45 0,-2 9-47 0,2 11-38 16,-2 4 26-16,2 4-36 0,0 11 8 0,0 3-25 15,1 1-2-15,-1-5-22 0,-2-6-39 0,0-4 15 16,4-1-40-16,-4-5 16 0,2-4-44 0,-4-8-4 16,2-2-7-16,-2-8-10 0,-1-1-5 0,-2-5-4 15,1 0 3-15,-2-6-34 0,-1-2-38 0,0-8-27 16,-6 7 9-16,6-7-2 0,-17-5-6 0,7 0-11 15,-4-6-8-15,-5-2 15 0,-2-4 18 0,-6-7 16 16,2-1 11-16,-3-5 18 0,-1-2-3 0,1-2 9 16,-4-8 3-16,2-4 18 0,0 1-11 0,4-1 13 15,3 8-1-15,3-1 17 0,1 4 30 0,6 4 15 16,1 6-3-16,4 5 2 0,3 5-2 0,5 3 32 16,2 3-15-16,5 4 30 0,3 2-21 0,5 6-1 15,7 2 15-15,5 7-7 0,11 7 15 0,2 4-50 16,7 5 17-16,6 2-16 0,-1 1-9 0,2 1-11 0,-2-3-6 15,-1 2-7-15,1-2-3 0,-3-3-10 0,-7-5-41 16,-5-3-69-16,-3-1-70 0,-9-4-133 16,-4-3-79-16,-4 0-89 0,-5-3-89 0,-4-1-122 15,-8-6-564-15,0 8-854 0</inkml:trace>
  <inkml:trace contextRef="#ctx0" brushRef="#br0" timeOffset="124726.46">23089 11864 327 0,'-42'-2'672'0,"2"2"-88"0,10 0-42 0,0-1-69 0,7-1-77 15,7-1-45-15,3-2-31 0,9-1-23 0,4-5-25 16,9-3-21-16,8-6-16 0,13-9 6 0,19-9-29 16,5-1 34-16,11-4-59 0,13-7-12 0,3-3-8 15,1-1-55-15,3-1 7 0,-2-2-48 0,-3 0 3 16,-2 2-24-16,-16 10-90 0,-6 0-157 0,-9 4-217 16,-9 2-208-16,-16 7-993 0,-8 10-1270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0:27.340"/>
    </inkml:context>
    <inkml:brush xml:id="br0">
      <inkml:brushProperty name="width" value="0.05292" units="cm"/>
      <inkml:brushProperty name="height" value="0.05292" units="cm"/>
      <inkml:brushProperty name="color" value="#FF0000"/>
    </inkml:brush>
  </inkml:definitions>
  <inkml:trace contextRef="#ctx0" brushRef="#br0">24165 10743 233 0,'-10'-9'546'0,"1"3"-102"0,0 0-83 0,0-2-30 0,0 3-9 0,2-1-70 16,-1 2-34-16,0-1-51 0,8 5-21 0,-9-7-41 15,9 7-10-15,-9-8-30 0,9 8-5 16,-7-4-18-16,7 4 2 0,0 0 21 0,0 0 5 15,2-7-14-15,-2 7 6 0,17-6-18 0,-2 1 30 16,3-1-14-16,12-5 7 0,5-5-23 0,9-5-5 0,9-4-6 16,6-11-7-16,10-5-3 0,21-17-7 0,9-9-8 15,8-8-1-15,6-5-5 0,10-10 17 0,30-27-29 16,6-9-41-16,1-3-17 0,-1-4-41 16,1 1 12-16,-4-2-28 0,-2-1-64 0,1-3-11 15,-7 2-56-15,-6 6-43 0,-11 8-94 0,-32 24-354 0,-7 4-254 16</inkml:trace>
  <inkml:trace contextRef="#ctx0" brushRef="#br0" timeOffset="10466.19">19710 16818 34 0,'-28'-1'126'0,"-3"0"-12"0,3 0-21 0,0-1-7 0,0 0-10 16,-1 0-5-16,3-1 7 0,-2 1-17 0,1-1-14 15,0 1-4-15,2-1 0 0,1 0-1 0,0 0-3 16,4 0 4-16,1 2-1 0,2-1-8 0,1 1-7 15,3-1-2-15,-1 2-12 0,2 0-2 0,12 0 1 16,-19 2-4-16,19-2 5 0,-11 5 35 0,11-5 5 16,-2 11 2-16,6-4 28 0,4 0-9 0,3 2 3 15,9 0-8-15,4 3-6 0,4 0-5 0,10 1 7 0,6 0-21 16,3-1-8-16,7-1 7 0,12-1 4 0,6 0 1 16,6-3-14-16,3-1 6 0,1-1-8 15,6-4 12-15,4-1 0 0,6-1-4 0,4-4 0 0,3-1 5 16,19-1-7-16,-2-3-6 0,0 0 1 0,-1-2 18 15,-19 1-24-15,22 0-3 0,-2 0-1 0,-21 1-2 16,1 1-3-16,-4 0-9 0,-2 2 21 0,1 0-14 16,-5 1-4-16,0 1-3 0,-5 0 0 0,0 2-2 15,-6 1-2-15,-2-1-1 0,-15 2 1 0,0 1 1 16,-4-1-2-16,-3 1-1 0,-2 0 12 0,-2 0-13 16,-10 0 11-16,-3 0-22 0,-2 0 17 0,-5 0-12 15,-2 0 16-15,-3 1-12 0,-4-1 12 0,-1-1-19 16,-2 1 17-16,-6 0-17 0,0 0 19 0,-2 0-13 15,0 0 17-15,-13 0-15 0,22 0 17 0,-22 0-22 16,17-1 15-16,-17 1-14 0,15 0 14 0,-15 0-11 16,12-2 8-16,-12 2-20 0,0 0-3 0,13-1-37 15,-13 1-16-15,0 0-53 0,0 0-51 0,0 0-63 16,0 0-61-16,0 0-297 0,-14 1-105 0</inkml:trace>
  <inkml:trace contextRef="#ctx0" brushRef="#br0" timeOffset="18965.65">31704 15377 294 0,'-14'0'321'0,"14"0"-91"0,0 0-27 0,-13 2-57 0,13-2-14 0,0 0-44 15,0 0 7-15,-14 0-28 0,14 0 13 0,0 0-14 16,0 0 16-16,0 0-21 0,0 0 10 0,-14 0-20 16,14 0 0-16,0 0-18 0,0 0-3 0,0 0-8 15,0 0 8-15,0 0-17 0,0 0 14 0,-11-2-12 16,11 2 33-16,0 0 15 0,0 0 20 0,0 0 4 16,0 0-16-16,4-11 3 0,3 4 3 0,2-5 3 15,3-4-3-15,6-7-13 0,3-5 12 0,0-5-32 0,8-10 2 16,3-3-20-16,0-4 11 0,1-4-23 15,4-3 7-15,-4 0-16 0,3-2 11 0,0 0-11 16,-3 1-8-16,-1 1 17 0,-1 0-16 0,-3 4 10 16,-2 1-18-16,-1 1-1 0,-7 9-43 0,1 0-44 0,-5 3-33 15,2 2-50-15,-2 4-41 0,-3 5-42 0,-1 3-65 16,-2 2-17-16,-1 0-154 0,0-1 8 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1:09.388"/>
    </inkml:context>
    <inkml:brush xml:id="br0">
      <inkml:brushProperty name="width" value="0.05292" units="cm"/>
      <inkml:brushProperty name="height" value="0.05292" units="cm"/>
      <inkml:brushProperty name="color" value="#FF0000"/>
    </inkml:brush>
  </inkml:definitions>
  <inkml:trace contextRef="#ctx0" brushRef="#br0">9890 15736 212 0,'-13'1'566'0,"-1"-1"-161"0,1 2-58 0,-1-2-53 16,2 0-4-16,-1 0-36 0,-1-2-44 0,1 2-1 16,0-4-28-16,4 0-33 0,0-2-24 0,2-1 9 15,3-1-17-15,3-1-7 0,2-2-26 0,1 2-9 16,7-4-22-16,0 3 0 0,4-2-19 0,2 2 1 15,2 1-13-15,1 5-5 0,0-1-2 16,0 3 5-16,2 2-11 0,-2 4 2 0,4 1-2 0,-2 3 7 16,-1 2-12-16,0 3 4 0,2 5 18 0,-4 0 2 15,-1 2-3-15,-6 0-2 0,1-1 21 0,-4 1-1 16,-3 1-5-16,-1-2-1 0,-2-1 16 0,-4 0 16 16,-2-1-3-16,0 2-14 0,-5 0-8 0,0-2 11 15,-3-3 0-15,0-1-6 0,0-3-5 0,-1-3 2 16,3-2 6-16,-2-4 0 0,4-2-9 0,0-4-5 15,1-2-11-15,1-4-6 0,3-3-5 0,1-3-2 16,2 0 0-16,1-1-7 0,3 0 0 0,2-3 1 16,0 2-3-16,1 2-1 0,2 1-1 0,0 3 0 15,-1 1 0-15,3 1-2 0,1 2 3 0,-2 4-3 16,2 2 0-16,1 1 0 0,-1 2 1 0,3 3-2 16,-1 0 2-16,4 3-2 0,-3 1 0 0,1-1 1 15,-1 2-3-15,0 1 3 0,-1-1-3 0,1-1-12 16,-4-1-19-16,2 2-28 0,-1-2-42 0,-2-2-41 15,0 0-40-15,-1-1-58 0,-8-3-77 0,13 0-79 0,-13 0-77 16,11-6-77-16,-7 2-264 0,2-3-351 16</inkml:trace>
  <inkml:trace contextRef="#ctx0" brushRef="#br0" timeOffset="199.48">9817 15543 645 0,'-23'0'580'0,"3"0"-117"0,2 2-70 0,3-2-46 0,0 0-56 0,3 0-24 0,0 0-11 16,12 0 0-16,-20 0-13 0,20 0-10 0,-12-2-22 16,12 2-20-16,-2-7-39 0,5 0-25 0,5-3-20 15,6-4-21-15,5-4-16 0,3-1-21 0,6-4 2 16,3-1-22-16,0 1-4 0,-1 2-5 0,0-1-22 16,-5 6-68-16,-3 1-76 0,0-1-78 0,-5 6-87 15,0-1-64-15,-4 6-90 0,-4 0-78 0,-9 5-384 16,10-3-501-16</inkml:trace>
  <inkml:trace contextRef="#ctx0" brushRef="#br0" timeOffset="616.75">10272 15659 186 0,'0'0'178'0,"3"-7"-53"0,-3 7-7 16,2-11-16-16,-1 4 28 0,1 2-6 0,-1-2 6 15,2-3-12-15,-1 3-1 0,-2-3 3 16,0 1 23-16,0 0 4 0,0 0-3 0,0 0-8 16,-2 1-10-16,-2-2-6 0,0 4-3 0,-2 0-11 0,-1 0-9 15,-2 2 10-15,9 4 5 0,-19 0 18 0,8 4 10 16,-5 3 13-16,1 4 2 0,-3 8-22 0,0 3 27 16,-2 5-23-16,-1 5-14 0,3 1 3 15,2 2-23-15,0 1-17 0,4 0-19 0,1-5-12 0,5 0-6 16,-1-1-5-16,6-4-9 0,0-4-15 0,2-3-36 15,6-3-67-15,-1-3-104 0,8-3-103 0,0-4-123 16,5-4-182-16,1-4-326 0,4-4-492 0</inkml:trace>
  <inkml:trace contextRef="#ctx0" brushRef="#br0" timeOffset="1766.52">11945 15197 396 0,'0'0'550'0,"-6"-6"-129"0,6 6-33 0,-9-4-38 15,9 4-21-15,-8-3-39 0,8 3-18 0,0 0-13 16,-9-4-16-16,9 4-13 0,0 0-32 0,-8-5-10 16,8 5-21-16,0 0-9 0,0 0-32 0,-6-5-16 0,6 5-27 15,6-8-7-15,-2 4-26 0,3-2 4 0,2 0-21 16,2-3 3-16,1 1-14 0,0 0 2 0,4-1-11 15,-1 1 4-15,2 0-5 0,-3 0 2 16,1 2-6-16,-1 1-3 0,-1 0-3 0,-3 1 2 0,-1 1-2 16,-9 3 1-16,17 1 1 0,-17-1-10 0,7 11 8 15,-5-4-9-15,-5 3 7 0,-1 4-7 0,-2 0 7 16,-7 3-3-16,4 2-1 0,-4-2 3 0,-3 4 6 16,2-5-6-16,0 1 8 0,-1-3 0 0,2 0 8 15,2-3-7-15,2 0 6 0,-1-3-13 0,4 0 9 16,1-2-9-16,-2 1 10 0,7-7-12 0,-4 6 9 15,4-6-10-15,0 0 11 0,0 0-13 0,0 0 1 16,14 0 1-16,-14 0 0 0,17-3-1 0,-7 1 2 16,1 1 1-16,-11 1-1 0,21 1 8 0,-9 2-10 15,-1 0 9-15,2 2-11 0,0 2 10 0,-2 2-10 16,-3 2 11-16,1 2-2 0,-2 1-2 0,-1 3 0 16,-4 1 0-16,-2 2-3 0,0-1 6 0,-5 5-5 15,0-2 2-15,-4 0 0 0,-2 3 2 0,-2-1 0 16,-4-2-1-16,2-3 1 0,-2 2 14 0,1-7-2 15,0 1 23-15,-2-5-4 0,6 1-5 0,0-5 1 16,1-1-2-16,0-2 11 0,11-3-45 0,-15 0 17 16,15 0-24-16,-8-11 22 0,6 4-21 0,2-4 19 15,1 1-17-15,3-5 15 0,0 1-21 0,3 0 16 16,1 1-17-16,1 0 23 0,0 3-25 0,1-2 20 16,-1 5-14-16,3-1 15 0,-1 3-16 0,1 2 18 15,0 2-4-15,1 1-1 0,-1 3 1 0,3 0-3 16,-1 3 5-16,0 2-4 0,-1-1 1 0,2 2-3 0,-2-2-1 15,-1 2-10-15,-1 0-17 0,-1-1-23 0,2 1-52 16,-5-1-63-16,1-2-59 0,-1-1-42 16,-1 1-39-16,-6-6-23 0,10 6-68 0,-10-6-56 15,9 2-38-15,-9-2-311 0,7-7-333 0</inkml:trace>
  <inkml:trace contextRef="#ctx0" brushRef="#br0" timeOffset="2149.51">12372 15132 57 0,'0'0'576'0,"8"-3"-143"0,-8 3-65 0,0 0-19 0,10 4-48 0,-10-4-21 0,5 8-58 16,-5-8-4-16,6 11-33 0,-6-5-1 0,0 2-17 16,0 0-6-16,0 1-23 0,0 1-16 0,-2 2 16 15,-2-1-26-15,-1 3-3 0,0 2-6 0,0-2-8 16,-3 2-19-16,-1 1-16 0,-1-2-12 0,-1 1-7 15,0-3 7-15,2 2 13 0,0-5-9 0,0 2-10 16,-2-3-7-16,2-1-3 0,1 0 0 0,-1-2 22 16,0 0 13-16,1-4-26 0,8-2-1 0,-15 3-8 15,15-3-10-15,-11-3 5 0,11 3-16 0,-9-4 24 16,9 4-31-16,-8-8 9 0,8 8-16 0,-1-7 11 16,1 7-10-16,1-6 9 0,-1 6-13 0,10-2 16 15,-10 2-13-15,13 2 18 0,-4 1-8 0,2 2 10 16,1 1-13-16,2 1 8 0,-1 2 3 0,0-1-9 15,2 0-2-15,-1 3-8 0,3 0-7 0,-3-3-14 16,0 2-44-16,-3-3-88 0,3-1-98 0,-5 1-56 16,2-2-46-16,0 0-64 0,-1-3-72 0,-10-2-73 0,14 0-259 15,-5-4-362-15</inkml:trace>
  <inkml:trace contextRef="#ctx0" brushRef="#br0" timeOffset="2316.23">12534 15236 580 0,'0'0'518'0,"3"-9"-138"0,-3 9 10 0,0 0-12 0,6 5-9 16,-3 1-11-16,2 4 2 0,-3 2-40 16,1 4-38-16,1 1-58 0,1 6-32 0,0 2-48 0,1 5-28 15,3 0-24-15,-1 1-19 0,0-1-14 0,-1 1-12 16,2-1-8-16,0-1-10 0,0-2-12 0,1-1-20 16,-2-6-90-16,0-1-133 0,-2 0-113 0,-2-3-94 15,2-4-121-15,-2-2-481 0,1-2-648 0</inkml:trace>
  <inkml:trace contextRef="#ctx0" brushRef="#br0" timeOffset="2632.81">12727 15526 712 0,'10'-4'588'16,"-10"4"-133"-16,0 0-59 0,11-4-43 0,-11 4-27 15,0 0-20-15,11-2-22 0,-11 2-22 0,0 0-24 16,14 0-26-16,-14 0-31 0,9 3-37 0,-9-3-28 15,9 3-22-15,-1 1-16 0,-8-4-14 0,9 9-11 16,-6-3-2-16,1 4-6 0,0 0-8 0,-4 2-7 16,2-1-4-16,-4 3 3 0,0 0 10 0,-1-1-3 15,-1 3 3-15,-1-3 12 0,1-1 4 0,0 1-26 16,1-5 18-16,-1 3-16 0,0-4 5 0,1 2-28 0,1-3 20 16,1 0-21-16,1-6 27 0,-2 10-29 0,2-10 38 15,0 0-38-15,0 0 30 0,16-2-38 16,-5-3 28-16,3-4-32 0,4-3 32 0,6-5-39 15,6-2 26-15,-1-4-48 0,4-1-21 0,-1-1-69 0,-2-1-81 16,0 1-92-16,-4 2-84 0,0-1-70 0,-5 3-137 16,-3 2-502-16,-1-2-710 0</inkml:trace>
  <inkml:trace contextRef="#ctx0" brushRef="#br0" timeOffset="3932.79">14842 15404 512 0,'0'0'501'0,"0"0"-90"0,11 5-118 16,-9-1-49-16,1 3-50 0,-2 2-33 15,3 3-37-15,-4 1-8 0,1 1-15 0,-2 1-13 0,1 2-7 16,-4 1-14-16,1-1 24 0,1 2-2 0,-3-3 2 15,-2 1 18-15,-1 2 10 0,-2-1 16 16,0-1-6-16,0-2-6 0,-3 0-13 0,-1-3-22 16,0 1-12-16,-1-4-13 0,-2 1-10 0,2-2 3 0,-3-4 6 15,1 0 10-15,-2-2 14 0,2-2 6 0,0-2-3 16,0 1 11-16,4-5-13 0,0 0-16 0,3-2-18 16,1-3-14-16,4 0-4 0,4-1-9 0,2-2-8 15,4-2-1-15,2-1-5 0,4-1-2 0,2 0-6 16,2-1 2-16,4 2 2 0,2 0-16 0,-1 1 12 15,2 2-8-15,2 0 7 0,-5 1-8 0,-2 3 7 16,5-1-7-16,-4 1 10 0,0 1-7 0,-3 2 5 16,0-2-4-16,-2 2-6 0,0 0-22 0,0 1 2 15,-3 0-16-15,-3-1-16 0,1 1-23 0,-1 0-17 16,-1 1-33-16,0-1-33 0,-2 1-39 0,0 0-65 16,-4 5-23-16,5-7-87 0,-5 7-84 0,7-8-433 15,-7 8-461-15</inkml:trace>
  <inkml:trace contextRef="#ctx0" brushRef="#br0" timeOffset="4166.22">15049 15312 286 0,'0'0'742'16,"3"6"-191"-16,-3-6-89 0,4 11-41 0,-3-3-39 0,0 3 1 15,-1 1-7-15,0 1-51 0,0 4-33 0,0 1-37 16,0 1-66-16,0 0-19 0,3 3-32 15,-2 3-24-15,2-2-25 0,1 2-14 0,-2 0-18 16,4-2-11-16,-1 2-10 0,2-1-28 0,-2 0 11 0,1-1-48 16,3 0-48-16,0-1-98 0,-2-2-117 0,2-1-72 15,1 0-57-15,-1-1-98 0,0-1-104 0,0-5-292 16,0 1-485-16</inkml:trace>
  <inkml:trace contextRef="#ctx0" brushRef="#br0" timeOffset="4449.78">15388 15862 808 0,'0'0'622'16,"10"3"-144"-16,-10-3-94 0,9 3-91 0,-9-3-52 15,12 5-41-15,-12-5-15 0,9 6 2 0,-9-6 10 16,7 2 3-16,-7-2-1 0,8 3-7 0,-8-3-14 16,0 0-17-16,10 3-8 0,-10-3-8 0,0 0 39 15,0 0-72-15,0 0 15 0,7-4-60 0,-7 4 40 16,-2-12-49-16,1 5 50 0,-3-3-59 0,0-1 39 15,-1-3-40-15,0-3 60 0,-4-1-43 0,0-2 43 16,-2-4-40-16,-1-2 34 0,1 1-55 0,-1-1 45 16,3 0-53-16,0 1-5 0,0 3-8 0,4 1-21 15,0 1-28-15,4 2-34 0,0 1-42 0,1 4-37 0,1 0-53 16,3-1-35-16,0 4-49 0,1 0-46 16,2 2-43-16,2 3 10 0,-1 2-48 0,-8 3-43 15,16 0-18-15,-7 3-51 0,2 2-314 0,-1 4-362 16</inkml:trace>
  <inkml:trace contextRef="#ctx0" brushRef="#br0" timeOffset="4783.74">15518 15669 507 0,'0'0'600'0,"0"11"-92"0,0-11-57 15,0 0-58-15,-4 5-50 0,4-5-36 0,0 0-43 0,-5-5-5 16,5 5-34-16,-6-11-18 0,6 4 1 0,-1 0-29 16,-1-2-16-16,2 0-19 0,2 1-19 0,-2 0 17 15,1-1-31-15,-1 3-2 0,0 6-51 0,5-11 20 16,-2 5-41-16,-3 6 17 0,9-3-39 0,-9 3 28 15,10 1-41-15,-5 3 36 0,4 1-35 0,-3 3 41 16,1-1-41-16,-1 3 35 0,2-2-41 0,-2 3 40 16,-1-3-42-16,0 2 51 0,2-2-47 0,-3-1 51 15,1 0 15-15,-3-1 11 0,-2-6 12 0,5 12 11 16,-5-12 14-16,4 7 2 0,-4-7-12 0,4 7-18 16,-4-7-7-16,0 0-27 0,0 0-7 0,0 0-7 15,0 0-8-15,1-8-8 0,1 2-41 0,0-4 33 16,1 1-46-16,2-1 42 0,-1 2-40 0,1-1 41 15,0 0-40-15,1 2 41 0,1 0-39 0,0 1 41 16,2 2-38-16,0 0 38 0,-9 4-38 0,17-3 38 16,-17 3-59-16,19 4 12 0,-9 1-86 0,-1-2-8 15,0 2-111-15,1-1-139 0,-3 4-141 0,-1-3-93 16,-1 3-211-16,-2-2-366 0,-2 0-798 0</inkml:trace>
  <inkml:trace contextRef="#ctx0" brushRef="#br0" timeOffset="7332.92">9872 15352 115 0,'4'-9'237'0,"1"0"-66"0,3 0-34 16,1-1-35-16,2 3-21 0,1-2-21 0,2 1-34 0,0 1-39 15,1 2-47-15,-1-3-51 0,7 0-125 16,-3 0 78-16</inkml:trace>
  <inkml:trace contextRef="#ctx0" brushRef="#br0" timeOffset="9249.68">19685 14877 621 0,'12'-3'560'0,"-12"3"-132"0,0 0-72 0,0 0-88 0,0 0-36 0,9-2-45 15,-9 2 16-15,0 0-16 0,0 0-4 0,0 0-12 16,0 0-13-16,0 0-7 0,0 0-17 0,8-4-11 15,-8 4-13-15,0 0-6 0,0 0-11 0,0 0-7 16,0 0-18-16,0 0 4 0,0 0-11 0,0 0-3 16,0 0-10-16,0 0-2 0,0 0-14 0,5-3 0 15,-5 3-10-15,0 0-1 0,0 0-4 0,0 0 0 16,0 0-7-16,0 0 0 0,0 0-10 0,0 0 10 16,0 0-8-16,0 0 3 0,0 0-4 0,0 0 2 15,0 0-1-15,0 0 0 0,0 0-3 0,0 0 11 16,0 0-16-16,0 0-3 0,0 0-25 0,0 0-25 15,0 0-53-15,0 0-63 0,0 0-61 0,0 0-93 16,0 0-112-16,0 0-149 0,0 0-324 0,0 0-483 16</inkml:trace>
  <inkml:trace contextRef="#ctx0" brushRef="#br0" timeOffset="10315.79">19543 15683 202 0,'-18'-3'576'0,"0"2"-113"0,3-5-96 0,-1 1-71 0,2 0-51 16,3 1-47-16,-2-3-48 0,4 2-30 0,1-1-21 16,1-4 0-16,2 2-6 0,2-3-3 0,4 1-2 15,3-5-6-15,1 1 5 0,4 0-12 0,4-2-4 16,2 3-25-16,1 2-3 0,0 4-9 0,2 4-13 16,1 2-6-16,-2 3-1 0,6 4 0 0,-3 2-8 15,5 6 0-15,-5 2 0 0,1 3-1 0,-1 1-3 16,-5-1 3-16,1 2 1 0,-5-2 0 0,-3 0 2 15,-3 0 0-15,0-1 14 0,-4-3 11 0,-1 1 16 16,-6 0 23-16,2-2 12 0,-2-2 10 0,-3 0-4 16,-1-1 11-16,-2-4-16 0,2-3-8 0,-3-3-13 15,2-1-6-15,0-4-5 0,-1-2-10 0,1-4-7 16,4-3-8-16,-2-4-6 0,1-1-3 0,4-3-6 16,0-1-2-16,2-2-4 0,-1 5 0 0,3-2-2 15,0 3-3-15,0 1 3 0,0 2-3 0,0 3-4 16,0-1 5-16,0 2-4 0,0 2-5 0,0 1 1 15,0 2 0-15,0 6 1 0,0 0 0 0,0 0 3 0,13 3-1 16,-8 3 0-16,4 7 0 0,-1-2-1 16,1 4 3-16,1 3-3 0,0-2 2 0,2 1 1 15,0-1-1-15,-3-1 0 0,2-3-4 0,-2-1-22 16,1 0-30-16,-1-3-61 0,-2-2-57 0,2-2-81 0,-9-4-51 16,13 0-87-16,-13 0-73 0,10-9-438 0,-5 3-471 15</inkml:trace>
  <inkml:trace contextRef="#ctx0" brushRef="#br0" timeOffset="10482.7">19490 15374 675 0,'-15'-6'654'0,"6"1"-144"0,0 2-96 16,1-2-105-16,0 2-57 0,1 0-56 0,7 3-33 0,-9-6-35 16,9 6 24-16,-4-6 2 0,4 6-15 0,4-10-13 15,3 1-28-15,3-1-17 0,5-3-16 0,6-3-13 16,5-5-22-16,5-2-70 0,-1 0-71 0,0 4-101 15,2-2-65-15,-5 7-91 0,-2-1-105 0,2 4-383 16,-5 1-404-16</inkml:trace>
  <inkml:trace contextRef="#ctx0" brushRef="#br0" timeOffset="10682.79">20041 15655 507 0,'4'16'700'0,"-1"-3"-183"0,2-2-100 0,0-2-92 16,2-3-79-16,1-1-44 0,4-2-40 0,0-3-29 16,1 0-27-16,6-6-14 0,2-2 1 0,4-5-7 15,6-6-16-15,0-1-10 0,1-2-14 0,-3-2-42 0,-1 5-81 16,0-3-80-16,-5 3-47 0,-2 0-90 0,-2 1-85 16,-5 0-458-16,-3 2-380 0</inkml:trace>
  <inkml:trace contextRef="#ctx0" brushRef="#br0" timeOffset="10835.94">20303 15366 159 0,'-14'3'632'0,"1"0"-97"16,6 2-91-16,0 3-15 0,2 1-51 0,2 7-15 15,2 3-29-15,4 7-34 0,-1 5-25 0,4 2-29 0,1 8-20 16,3 1-48-16,3 0-41 0,-1 2-16 0,4 1-33 16,0-4-22-16,2 1-6 0,1 1-15 0,-1-2-45 15,-1-3-48-15,0 0-100 0,1-2-107 0,-4-5-82 16,-1-2-81-16,-4-4-95 0,-1-4-516 0,-3 0-638 15</inkml:trace>
  <inkml:trace contextRef="#ctx0" brushRef="#br0" timeOffset="11664.94">10618 15752 379 0,'7'4'416'0,"1"1"-82"0,-8-5-33 0,21 1-44 0,-9-4-12 0,3 0-36 0,3-1-23 0,4-5-24 15,5-3-23-15,1-1-14 0,6-4-15 0,1-3-11 16,3 1-9-16,4-2-14 0,-2-2-18 0,8-2-12 0,-5 5-12 16,-3-2-2-16,2 3-4 0,-2 0-8 0,1 4-50 15,-5 0-44-15,-5 3-72 0,-3 0-28 0,-1 2-41 16,-6 4-60-16,-7 0-95 0,-1 2-281 0,-13 4-159 16</inkml:trace>
  <inkml:trace contextRef="#ctx0" brushRef="#br0" timeOffset="11832.6">10942 15454 376 0,'-18'0'531'0,"1"0"-136"16,6 0-81-16,1 2-53 0,5 3-3 0,3 2 8 15,4 4-42-15,3 3-13 0,5 6 7 0,8 8-23 16,5 7-29-16,9 4-31 0,3 6-25 0,6 0-24 16,4 5-15-16,5 1-5 0,0 5-25 0,11 13-41 15,-1 4-122-15,-1-3-138 0,-2 2-142 0,-13-12-580 16,2 0-575-16</inkml:trace>
  <inkml:trace contextRef="#ctx0" brushRef="#br0" timeOffset="13032.57">21273 15346 327 0,'-15'-2'574'0,"3"-1"-115"0,0 3-44 0,3-4-66 0,9 4-39 0,-16-1-56 15,16 1-44-15,-14-3-25 0,14 3-8 16,-13 0-5-16,13 0-3 0,-10-3-1 0,10 3-29 15,-5-6-23-15,5 6-23 0,4-10-20 0,2 2-4 0,-1 0-14 16,6-3-11-16,1 3-7 0,-1-3-12 0,2 2-2 16,2 1-10-16,-2-2-1 0,2 4-2 0,-2 0 1 15,1 0-5-15,-3 1 2 0,1 0-8 0,-2 3 4 16,0-1-4-16,-10 3 9 0,13 1 3 0,-13-1 3 16,11 6-5-16,-7 0 1 0,-4 0-1 0,0 2-1 15,-5 3-3-15,3 0 2 0,-6 0-3 0,4 1 2 16,-2 1-1-16,1-4 5 0,1 1-1 0,-1-2 8 15,0 1-6-15,1-2 4 0,1-2-4 0,1 1-2 16,2-6 6-16,-3 7-8 0,3-7 4 0,0 0-4 16,0 0 2-16,18-4-5 0,-10 0 2 0,1-1-5 15,1 1 3-15,0-2-2 0,0 2-6 0,-1-1 3 16,3 1 2-16,-2 1-4 0,1 0 2 0,-11 3 1 16,17 2-6-16,-7 2 9 0,2 2-4 0,-3 3 0 15,-2 1 3-15,2 3 0 0,-2 2 2 0,-3 0-2 16,-2 1 0-16,1 2 7 0,-3-1 10 0,-3 2 23 15,-1 2 3-15,-5-1 0 0,-1-1-1 0,0 0 5 16,-2 0 13-16,-3-5-10 0,1 2 1 0,-4-2 24 16,4-3-32-16,-4 1 24 0,5-6-41 0,-1 0 41 15,3-2-45-15,-2-1 40 0,13-3-57 0,-15-4 29 0,8-1-46 16,1-2 40-16,2-1-39 0,4-2 39 0,3 2-51 16,0-3 35-16,2 1-41 0,3-1 43 15,1 3-40-15,4-1 37 0,0 1-40 0,1 5 40 0,-1 1-38 16,1 1 18-16,2 1-34 0,0 2 18 0,1 2-19 15,1 3-5-15,0-3-7 0,-1 3-16 0,-2 0-9 16,0 0-3-16,0 0-25 0,-1 0-41 16,-3-1-57-16,-2-1-52 0,1-1-48 0,-1 0-17 0,-2-1-48 15,-7-3-127-15,14 2-445 0,-14-2-516 0</inkml:trace>
  <inkml:trace contextRef="#ctx0" brushRef="#br0" timeOffset="13349.15">21793 15227 379 0,'0'0'615'0,"9"6"-121"0,-4 2-44 0,1 0-67 0,-4 5-58 0,4 4-37 15,-4-3-34-15,-1 5-24 0,-1-1-14 0,-1 1-18 16,-1 0-25-16,-3 4-24 0,2-2-24 0,-4 0-20 16,-1 1-10-16,2-2 5 0,-7 1-16 0,-1-1-12 15,0-2-13-15,-1 2-1 0,0-6 2 0,-1 0-7 16,2-3-11-16,1 0-5 0,-2-4-5 0,2-3-10 15,3-1-8-15,10-3-7 0,-22-2-5 0,14-2-4 16,1-3-8-16,1-3-10 0,2-1 4 0,1 0-1 16,3-2 1-16,1 1 0 0,3 1-3 0,3 0 7 15,1 1 0-15,1 2-3 0,3 2-2 0,1 2 1 16,0 3 3-16,2 2-2 0,0 1 2 0,3 3-2 16,0 2 0-16,2 3-8 0,1 0-38 0,-3 1-49 15,1 0-45-15,-2 1-29 0,-1-1-64 0,2-1-14 16,-4-2-8-16,-2 1-25 0,-1-2-22 0,-2-3-13 0,0 2-44 15,-9-6-334-15,15 1-216 0</inkml:trace>
  <inkml:trace contextRef="#ctx0" brushRef="#br0" timeOffset="13532.58">21945 15391 428 0,'-1'-8'482'0,"-1"0"-86"0,2 8-100 0,0 0 16 0,0 0-24 15,0 0 1-15,8 12-16 0,-1 2-3 0,-1 8-5 16,2 4-28-16,2 6-41 0,3 5-34 0,0 3-31 15,-2 0-24-15,1-1-24 0,2 1-15 0,-1-2-15 16,-1-1-12-16,0-1-15 0,-2-8-8 0,0 1-32 16,1-6-79-16,-4-2-100 0,0-4-89 0,0-1-51 15,-2-7-92-15,-1 1-84 0,0-5-304 0,-4-5-345 16</inkml:trace>
  <inkml:trace contextRef="#ctx0" brushRef="#br0" timeOffset="13816.22">22146 15759 119 0,'0'0'717'0,"1"-7"-192"16,-1 7-118-16,0 0-68 0,2-7-39 0,-2 7-34 16,0 0-21-16,0 0 2 0,0 0 3 0,0 0-3 15,0 0-1-15,12 1-11 0,-12-1-12 0,9 4-56 16,-9-4-15-16,11 6-37 0,-6-1-16 0,2-1-31 0,-2 3 1 16,1-2-26-16,0 4 3 0,-2-2-21 15,0 2 10-15,-1 1-25 0,0 1 14 0,-2 1-12 16,-1-1 27-16,-2 1-19 0,-2 0 24 0,0 1 5 15,0-1 4-15,-1-1-6 0,3-1 3 0,-2-2-3 16,1-1-7-16,-1 2-10 0,3-2 14 0,1-7-23 16,-5 11 4-16,5-11 8 0,0 0-7 0,4 5-4 15,-4-5-1-15,14-4-2 0,-3-1 35 0,7-6-75 0,1-1 34 16,3-3-69-16,1-3 2 0,6-4-66 0,1 0-63 16,-1-2-72-16,-2 3-106 0,-3 2-65 0,-3 0-151 15,1 0-645-15,-2 1-830 0</inkml:trace>
  <inkml:trace contextRef="#ctx0" brushRef="#br0" timeOffset="14468.65">23437 15627 571 0,'0'0'407'0,"2"-8"-88"0,-2 8-61 0,0 0-25 0,0 0-30 0,0 0-10 0,14 4-9 0,-14-4 7 0,5 8-3 16,-1-1-4-16,-2-1-12 0,0 2-26 0,1 2-26 0,-2 0-16 15,-1-1 15-15,0 1-8 0,0 3-21 0,0-2-15 16,-3 0-8-16,1 0-6 0,-3 1-9 0,-2-2 4 16,0 2 12-16,-2-3-6 0,-2 1-2 0,0-2 23 15,0-1 11-15,-1-2 8 0,-1-3-7 0,0-1-10 16,0-1 12-16,0-1 0 0,-3-3-21 0,4-2 20 15,0-3-35-15,-1-1 15 0,6-1-36 0,0-5 17 16,3 3-36-16,3 0 29 0,2-3-39 0,6 0 21 16,2-3-33-16,7-1 26 0,1-1-31 0,5 1 31 15,4 0-34-15,4-1 33 0,2 3-35 0,-2 0 3 16,0 6-1-16,-1-1 4 0,-2 2 0 0,-1 2-2 16,-1 0 5-16,-2 2-22 0,0 0-29 0,-3 0-20 15,-3 3-39-15,-1-2-39 0,-2 2-57 0,-3 1-54 16,1 0-24-16,-12 3-75 0,11-3-64 0,-11 3-55 15,0 0-473-15,0 0-536 0</inkml:trace>
  <inkml:trace contextRef="#ctx0" brushRef="#br0" timeOffset="14699.31">23314 16109 223 0,'-2'18'842'0,"0"-3"-178"16,0-3-117-16,3-4-131 0,2 1-81 0,2-3-46 15,1-2-37-15,5-4-13 0,1-1-24 0,7-6-3 16,2-4-9-16,6-3 32 0,6-5-51 0,3-5-7 16,2-2-22-16,4-6-26 0,0-3 11 0,3 2-26 15,-3-2 22-15,-10 9-70 0,0 0 17 0,-1 2-110 16,-3 4-49-16,-6 2-64 0,-5 4-37 0,-3 2-61 16,-2 1-75-16,-1 4-62 0,-3 1-38 0,-8 6-59 15,9-3-62-15,-9 3-433 0,0 0-556 0</inkml:trace>
  <inkml:trace contextRef="#ctx0" brushRef="#br0" timeOffset="14949.65">23766 16473 582 0,'-1'10'704'0,"-1"0"-157"0,2-10-95 15,-2 11-94-15,2-11-55 0,2 6-38 0,-2-6-27 16,0 0 10-16,6-4-16 0,-6 4-17 0,5-8 8 15,-2 2-19-15,1-2-24 0,-2 1-41 0,1-2 28 16,1 2-52-16,1-2 41 0,-3 2-78 0,2-1 34 16,-1 2-70-16,-1 2 36 0,3-3-60 0,-1 0 43 15,1 2-57-15,3 1 43 0,-2-2-59 0,1 1 38 0,0 0-67 16,2 2 1-16,0-1-63 0,0 0-34 0,1 1-46 16,-1 1-62-16,0 1-62 0,-9 1-42 15,16-4-22-15,-16 4-32 0,16-2-43 0,-16 2-38 16,14-2-359-16,-14 2-386 0</inkml:trace>
  <inkml:trace contextRef="#ctx0" brushRef="#br0" timeOffset="15482.6">24036 16599 305 0,'-2'7'297'16,"2"-7"-145"-16,0 0-62 0,-5 6-32 0,5-6 0 0,0 0 15 15,0 0 44-15,-11-3 9 0,11 3 40 0,-7-4-5 16,7 4 36-16,-9-7-3 0,9 7-12 0,-9-8-1 16,9 8-26-16,-9-9-18 0,9 9-10 0,-10-5 5 15,10 5 14-15,-9-6 10 0,9 6 14 0,-8-7-3 16,8 7-15-16,-8-4-18 0,8 4-10 0,-5-4-2 16,5 4 0-16,0 0 2 0,-6-6-7 0,6 6-5 15,0 0-1-15,-3-6-15 0,3 6-19 0,0 0-14 16,2-6-9-16,-2 6-2 0,5-7-4 0,0 1-10 15,-5 6-8-15,9-9-3 0,-3 0-4 0,1 5-10 16,-1-1-5-16,1-1 0 0,1 1-3 0,1 0 2 16,-1 0-5-16,-2 2-2 0,3-2 15 0,-9 5-16 15,14-3 1-15,-14 3-1 0,14-3 0 0,-14 3 0 16,12-4 3-16,-12 4 2 0,11-2-2 0,-11 2 12 16,9-2 19-16,-9 2 6 0,8-3 2 0,-8 3 12 15,0 0-3-15,10-3 4 0,-10 3-18 0,0 0-4 16,5-6-7-16,-5 6-5 0,3-8 17 0,-3 8 26 0,0-8-14 15,0 8 21-15,-3-14-8 0,2 7-7 16,-2-1 0-16,0-2 1 0,-2-1-37 0,-1 0 47 0,0-3-34 16,-2 0 56-16,1 0-45 0,-2-3 29 0,0-2-47 15,0 2 2-15,0-1-8 0,1 0 0 0,2 2 0 16,-1 3 4-16,1 0-5 0,2 2-13 16,0 1-42-16,0 1-53 0,3 1-36 0,-1 0-3 0,3 2-13 15,0-1-17-15,4 1-25 0,-1 2-39 0,5-1-50 16,-1 2-46-16,-8 3-39 0,15-3 7 15,-15 3-43-15,22 1-13 0,-12 4-20 0,0 0-21 16,2 2-340-16,-2 2-310 0</inkml:trace>
  <inkml:trace contextRef="#ctx0" brushRef="#br0" timeOffset="15849.22">24175 16346 228 0,'0'16'563'0,"-1"-3"-54"0,1-1-61 0,0-1-12 0,0-1-23 16,-1-1-17-16,0-3-20 0,1-6-17 0,0 14-23 15,0-14-16-15,-2 9-32 0,2-9-34 0,0 0-40 16,0 0-50-16,0 0-33 0,0 0-26 0,0 0-18 15,3-12-14-15,-2 5-9 0,2-2-4 0,-2 2-6 16,3 0-9-16,-1-3-10 0,-1 6-7 0,1-2-2 16,-3 6-11-16,6-11 0 0,-6 11-8 0,6-6-1 15,-6 6 0-15,0 0-4 0,13 0 1 0,-13 0 0 16,13 6 3-16,-7 0-4 0,1 0-5 0,-1 1 4 0,3-1-2 16,-3 1 1-16,0 0 4 0,0 1 5 15,-1-2-17-15,1-1 8 0,-2 1 3 0,-4-6 2 16,9 8 1-16,-9-8 5 0,5 7 9 0,-5-7 20 15,5 6-4-15,-5-6-8 0,0 0-6 0,0 0-3 16,8-4-6-16,-8 4-5 0,3-14 0 0,-2 4-3 16,0 1-3-16,3-2 0 0,-1 2 2 0,0-2-4 15,1 2 4-15,0 1-1 0,0 0-3 0,2-1-2 0,-2 4-47 16,1 2 57-16,-5 3-1 0,13-5-1 0,-13 5-1 16,17 1-1-16,-10 3 0 0,1 0-1 0,2 0-6 15,-1 3-40-15,0-1-113 0,1-1-88 16,-1 1-139-16,-1 0-142 0,-2-2-179 0,-6-4-644 0,14 3-949 15</inkml:trace>
  <inkml:trace contextRef="#ctx0" brushRef="#br0" timeOffset="82298.32">22605 4438 413 0,'0'0'437'15,"6"-8"-63"-15,-6 8-71 0,3-9-35 0,-3 9-26 0,1-10-33 0,-1 10-37 0,0-15-38 16,0 7-20-16,-4-1-2 0,-1-1-4 0,1-2-6 16,-3 0-21-16,-5-1-9 0,2-2-6 0,-5 1-2 15,-1 1-2-15,0 0-7 0,-5 0-2 0,-3 2-20 16,-3 0 0-16,-4 3-8 0,-2 2 3 0,-3 4-7 16,-3 4 7-16,-10 2 8 0,-3 6 1 0,-11 5 16 15,-5 7 27-15,-1 6-2 0,0 4 28 0,-2 7-7 16,-7 13-7-16,5 9 5 0,9 5 2 0,10 3-14 15,12-3-16-15,9 3 23 0,6 4-23 0,9 2-10 16,8 2 5-16,10 4-13 0,8-3-1 0,8-3 0 16,11-2 5-16,9-5 2 0,7-5 17 0,7-6-30 15,5-7 15-15,4-8-17 0,4-6 12 0,3-9-5 16,3-7-11-16,8-9 31 0,-2-8-30 0,6-9 30 16,-3-8-44-16,2-8 47 0,-3-3-51 0,-3-8-9 15,-4-3 2-15,-6-3-2 0,-2-6 1 0,-9-1-5 16,-2-5-1-16,-10-4 47 0,-5-2-51 0,-9-5 26 15,-7-1-48-15,-8-5 34 0,-10 1-58 0,-7 0-4 16,-9 2 13-16,-9 2 1 0,-8 4 35 0,-6 4-35 16,-7 2 30-16,-7 7 1 0,-4 3-4 0,-4 7-2 15,-1 6-4-15,-3 4-43 0,4 6-51 0,7 9-74 16,3 3-106-16,7 5-123 0,5 6-105 0,1 5-181 16,2 6-375-16,2 4-685 0</inkml:trace>
  <inkml:trace contextRef="#ctx0" brushRef="#br0" timeOffset="85128.9">21566 4188 93 0,'-14'-2'553'0,"0"0"-151"0,2 0-36 0,1-1-64 0,-1 0-26 0,3-2-29 0,0 1-10 0,-1 0-18 15,1-2-28-15,3-2-32 0,-1 1-27 0,0-1-22 16,4-2-25-16,-1-1-11 0,3-1-17 0,1-1-1 15,0 3-14-15,4-2 0 0,0 0-9 0,1 3-2 16,1 1-12-16,2 0-1 0,1 0-8 0,2 4 8 16,0 1-7-16,0 2 2 0,4 1-5 0,-2 2 4 15,2 1-6-15,0 5 5 0,0 0-6 0,0 3 8 16,0 3-10-16,0 0 5 0,-1 1-5 0,-3 2 7 0,-2-1-7 16,3 0 8-16,-5-4-6 0,0 3 13 15,-1-3 47-15,-1-3 3 0,0 1 22 0,0-2 23 16,-1 0 22-16,0-2 25 0,-4-6-33 0,4 8-22 15,-4-8-7-15,0 0-18 0,0 0-12 0,-3-8-20 16,1 0 6-16,-1-5-26 0,-1-2 3 0,2-3-23 16,-2-6 1-16,0-1 1 0,2-1-6 0,-1 0-2 15,3-2-1-15,0 1 1 0,0 2 1 0,3 2-11 16,-1 3 8-16,3 2-1 0,-1 3-1 0,4 2-2 16,1 4 0-16,3 3 3 0,1 6 2 0,5 4 1 15,3 2 0-15,4 9 2 0,-1 1 3 0,7 7 0 16,-3 2-3-16,2 3 0 0,0 1 1 0,0 1-2 15,-1 2-4-15,0-4-48 0,1 0-122 0,-2-2-163 16,-2 1-155-16,-3-6-278 0,-2-1-304 0,-7-7-686 16</inkml:trace>
  <inkml:trace contextRef="#ctx0" brushRef="#br0" timeOffset="89879.02">9514 5653 550 0,'0'0'437'0,"-9"-2"-99"0,9 2-56 0,-7-4-29 15,7 4-32-15,-3-8-31 0,3 8-36 0,-1-11-26 16,2 6-18-16,2-4-16 0,2 1-24 0,1-5-3 16,3 1-9-16,3 2 6 0,4-4 11 0,-2 2-6 15,4 2 0-15,1 0-12 0,2 1-5 0,-1 3-11 16,-2 0-5-16,-1 3-4 0,-1 3-5 0,1 2-7 15,1 2-2-15,1 5-3 0,-1 3 4 0,-4 2-4 16,1 1-6-16,-2 3 0 0,0 0 1 0,-3 2 1 16,-2-1 3-16,1-3 32 0,-4 0 51 0,0-3 43 15,-1-4 43-15,0 3 23 0,-2-5-10 0,0-1-30 0,-1 3-3 16,-1-9-35-16,-1 7 38 0,1-7-37 0,0 0-10 16,0 0-61-16,-10-7 25 0,9-2-59 15,-3 0 41-15,3-4-48 0,0-3 33 0,-2 0-49 16,3-2 37-16,0-1-47 0,0-3 35 0,0-2-44 0,0-1 6 15,3-1 0-15,-2 1 15 0,0 0-13 16,1 0 5-16,0 2 0 0,-2 5-1 0,3 0-1 0,-3 4 5 16,1 0-1-16,-1 3-2 0,1 1-2 15,1 4 0-15,-2 6-1 0,4-8 0 0,-4 8 3 0,7 3 2 16,-2 3 2-16,3 6 1 0,-2 0 29 16,3 5-34-16,3-1 30 0,-2 2-34 0,3-1 32 0,-2-1-35 15,1 0 36-15,-1-2-37 0,2-2 35 0,0 0-38 16,0-3 42-16,-2-1-39 0,6-3 37 0,-2-2-58 15,-1-3-55-15,4-3-92 0,-1-2-71 0,-2 0-62 16,0-3-57-16,-2-1-21 0,0 1-73 0,-6-3-55 16,1-2-442-16,-6 2-547 0</inkml:trace>
  <inkml:trace contextRef="#ctx0" brushRef="#br0" timeOffset="90078.27">9422 5403 624 0,'-30'1'544'0,"1"1"-104"0,4-1-44 0,4-1-67 0,1 2-45 0,5-2-27 16,3-2-19-16,2-1 19 0,2 0-22 0,6-4-9 16,3-1-42-16,4 0-28 0,7-4-18 0,4-6-8 15,9 1-12-15,8-5-25 0,5-5-13 0,8-2-13 16,3-1-14-16,-2 1-11 0,1 0-9 0,-8 6-9 16,-1 2-4-16,-5 2-32 0,-2 1-84 0,-9 4-133 15,-4 5-106-15,-5 5-90 0,-14 4-115 0,10 2-498 16,-10-2-654-16</inkml:trace>
  <inkml:trace contextRef="#ctx0" brushRef="#br0" timeOffset="95794.68">12750 7097 341 0,'-2'-13'342'0,"-1"1"-71"0,0 0-29 0,0 1-56 16,-2-4-18-16,0 0-28 0,-1 2 25 0,1-1-12 15,-1 0 5-15,-3-1-15 0,3 0-32 0,-5 1-14 16,2-1-11-16,-3 0-15 0,0 1-8 0,-2-2-37 15,1 3 28-15,-3 0-39 0,-2 0 31 0,-1 0-24 16,-7 1 30-16,-1 0-14 0,-6 3 16 0,0 1-31 16,-4 2 19-16,-10 3-31 0,4 3 22 0,-7 0-10 15,-3 6 34-15,-1 2 15 0,-7 9 10 0,1 5-14 16,2 5-23-16,7 5 5 0,1 6 74 0,5 6-32 16,6 6-10-16,4 4-18 0,7 4-5 0,4 0 78 15,7 1-22-15,2 0-19 0,9-7-16 0,3 0-5 16,4-1 12-16,4-3-12 0,7 2-8 0,1-4 7 15,7 4-2-15,3-9-8 0,8 1-7 0,3-4-2 16,6-5 5-16,-2-9-6 0,6-2-3 0,-1-6 13 16,7-3-8-16,-1-4-7 0,2-6-10 0,2-3 13 15,-3-6 17-15,3-3-4 0,-4-4-21 0,6-8 12 0,-1-2-30 16,-4-2 17-16,-4-4-21 0,-3-1 11 0,-11 0-25 16,4-6 18-16,-8 2-21 0,-4-5 9 15,-3 0-8-15,-3-4-1 0,-5-3 5 0,-3-1-6 0,-4-5 7 16,-5 2 1-16,-3 2 2 0,-3-1-4 0,-4 3-16 15,-4 3 16-15,-1 2-14 0,0 5 19 0,-5 4-23 16,1 2 19-16,-4 3-14 0,3 7 3 16,-2 2-9-16,4 6 1 0,-4 1-20 0,3 5-22 0,2 0-38 15,2 5-64-15,0 2-108 0,-2 3-106 0,5 2-71 16,-2 3-102-16,5 3-127 0,-1-1-377 0,7-2-658 16</inkml:trace>
  <inkml:trace contextRef="#ctx0" brushRef="#br0" timeOffset="96211.21">13125 6713 541 0,'0'0'720'0,"12"-2"-185"0,-12 2-101 0,0 0-102 0,16 2-31 15,-16-2-17-15,10 5-19 0,-2 0-13 0,-3 1-40 16,1 0-22-16,1 2-33 0,-1 5-26 0,3-2-29 15,-1 3-25-15,-2 0-12 0,-1 2-16 0,3 1-4 16,-3-3-8-16,-1 3-9 0,-1-2-1 0,0 1-7 0,0-2-2 16,-2-1 0-16,0-1 31 0,-1 0-10 15,-2 0 11-15,-1-4 12 0,-1 3 16 0,-2-4-29 16,-2-1 36-16,-1-2-37 0,-5 0-11 0,0-3 5 0,0-2-2 16,-6-1-8-16,-1-4-4 0,-2-1-6 0,3-4 3 15,-3-2-4-15,2-2 37 0,6-1-18 0,2-1-1 16,3-1-16-16,6-1 5 0,4 2-13 15,3-1-4-15,4-3-4 0,3 0-4 0,8 1 2 0,-1-2 46 16,10-1-49-16,2 0 44 0,1 3-49 0,3 0 48 16,3 1-49-16,-2 2 53 0,2 0-44 0,2 2 49 15,-2 0-52-15,0 1 45 0,-7 3-58 0,1 2 49 16,-2-2-54-16,-5 5 50 0,-1-2-53 0,-1 3 51 16,-4-1-57-16,-3 2 46 0,0 0-67 0,-1-1-1 15,-3 2-102-15,-2 0-99 0,-8 3-127 0,0 0-107 16,11 5-107-16,-15-1-739 0,-6 4-931 0</inkml:trace>
  <inkml:trace contextRef="#ctx0" brushRef="#br0" timeOffset="98928.51">19159 7915 20 0,'0'0'358'15,"-10"7"-96"-15,5-1-55 0,-4-2-35 0,4 3-26 0,-1 1-25 0,-1-3-6 16,2 4 7-16,-1 0 1 0,3 1 11 0,-1 1-25 16,3-1 24-16,2 0-5 0,3 5-7 0,6-1 9 15,2 2-37-15,8 0 15 0,3 1-46 0,12 1 26 16,0 0-24-16,5-2 6 0,5-1-10 0,3 0-11 16,5-4 19-16,4 0-1 0,0-5-5 0,4-2 5 15,2-3-4-15,-2-2-1 0,14-5 1 0,-4-3 46 16,-1-3-12-16,0-4-5 0,-1-3-7 0,2-4-13 15,-1-4-10-15,-1-4-14 0,0-1-7 0,-1-3-10 16,-3-2-4-16,-1-1-9 0,-4-3 0 0,-4-3-6 16,-2-1-4-16,-6 0 2 0,-4-6-3 0,-3-3-6 15,-6-3 2-15,-1-2-6 0,-5-7 2 0,-2 1-6 16,-3-7 3-16,-2 2 2 0,-3-1 5 0,-2 0-8 16,-6-1 3-16,-1 1-5 0,-2 1 0 0,-5 3-1 15,-5 7 1-15,-2-5 1 0,-6 2-3 0,-3 4 3 16,-7 4 6-16,-3 2-9 0,-8 6-1 0,-11 4 7 15,-4 3-1-15,-10 7 2 0,-7 1-1 0,-6 3 3 16,-7 7-5-16,-6 3 6 0,-8 2-7 0,-2 5 5 16,-4 3-5-16,-3 4 5 0,3 4 0 0,0 2 2 15,1 6-1-15,5 1-3 0,2 4 2 0,3 6-1 16,7 2 2-16,0 6-3 0,8 4 8 0,5 3-6 16,5 6-2-16,6 2 5 0,4 9 0 0,8 3 1 15,5 9-1-15,5 10 27 0,1 22-19 0,7 5 55 16,11-11-1-16,4 2 0 0,3 1 4 0,6 3 14 15,6 1-17-15,5-2 1 0,4 14-8 0,4-21-1 16,5-5-12-16,6-9-10 0,4-5-4 0,3-6-1 16,9-8-1-16,2-7-6 0,5-7 11 0,6-8-20 15,6-7-5-15,8-9-12 0,6-10-50 0,4-6-65 16,3-10-74-16,5-7-37 0,17-13-84 0,0-5-51 0,-4-5-107 16,-4-5-530-16,-6 0-601 0</inkml:trace>
  <inkml:trace contextRef="#ctx0" brushRef="#br0" timeOffset="105094.75">1569 16458 514 0,'0'0'479'0,"0"0"-63"0,-4-3-52 0,4 3 12 0,0 0-56 0,-5-6 22 0,5 6-56 16,0 0-20-16,-9-6-45 0,9 6 48 0,-5-7-34 15,5 7 43-15,-4-9-91 0,4 9 46 0,-5-10-86 16,5 10-12-16,0-13-20 0,1 7-22 0,2-1-12 16,1 0-9-16,2-2-12 0,3 2-16 0,1 0-4 15,3 1-9-15,1 0-9 0,1 1-6 0,3 3 1 16,-1 0-7-16,2 4 0 0,0 2-1 0,3 0-2 16,0 2-7-16,-2 6 2 0,1 0 3 0,-1 1 9 15,-1 5-16-15,-1 0 16 0,-4-1-14 0,-1-1-2 16,-2 3 5-16,-2-2 9 0,-1 1 12 0,-3-4 11 15,0 0 7-15,0 0 6 0,-1-4 0 0,-1 1 14 16,-2-3 11-16,3 0 15 0,-4-8-6 0,1 11-17 16,-1-11-13-16,0 0-11 0,0 0-7 0,-8-11-10 15,3-3-7-15,-1 0-2 0,0-5-8 0,-3-8-7 16,0-1 9-16,-3-3-7 0,2 0-4 0,0 4 3 0,-2-3 5 16,2 5-6-16,1 3-22 0,1 3 31 15,2 4-27-15,1 1 26 0,0-2-26 0,1 7 24 16,0-2-28-16,-1 3 25 0,5 8-19 0,-1-11 29 0,1 11 3 15,0 0-2-15,0 0-4 0,16 6 0 0,-8 0-6 16,5 2 1-16,-3 2 3 0,4 2-2 0,3 1-3 16,-2 0 0-16,2 0 0 0,-3-1 7 15,2-2-10-15,0 0 3 0,-2 0 1 0,0-2-2 0,0-2 1 16,-3 0 5-16,2-2-4 0,-3-2 1 0,-10-2-18 16,22-2-29-16,-13-2-53 0,0-2-69 0,0-4-96 15,0-1-65-15,-3-2-40 0,-2-2-100 0,-1 1-25 16,-3-4-95-16,-3 1-51 0,-2-2-345 0,0 0-575 15</inkml:trace>
  <inkml:trace contextRef="#ctx0" brushRef="#br0" timeOffset="105477.85">1196 16224 597 0,'-13'6'575'0,"5"-1"-118"0,3 0-48 0,-1-2-23 15,1 1-39-15,5-4-11 0,-10 7-1 0,10-7-39 0,0 0 29 16,0 0-64-16,0 0 19 0,0 0-101 0,8-13 30 16,4 2-85-16,2-6 16 0,9-7-24 0,4-3-34 15,1-4 41-15,0 0-11 0,8-7-33 0,-8 7-14 16,3-1-11-16,-3 1-14 0,-2 3-3 0,0 0-6 16,-4 3-6-16,-2 5-5 0,-3 1-10 0,-3 2-8 15,-2 5-31-15,-1 2-46 0,-5 1-73 0,-2 2-63 16,-4 7-71-16,4-6-54 0,-4 6-87 0,0 0-49 15,-5 4-15-15,1 4-62 0,0-1-403 0,-1 3-535 16</inkml:trace>
  <inkml:trace contextRef="#ctx0" brushRef="#br0" timeOffset="105861.47">2185 16181 393 0,'-7'12'888'16,"1"-3"-206"-16,-4 0-112 0,2-1-142 0,2-1 31 15,-3 1-85-15,4-2-27 0,-3-2-39 0,4 1-45 16,-1 0-23-16,5-5-13 0,-6 7-9 0,6-7-7 16,-8 5-16-16,8-5-28 0,0 0-22 0,0 0-11 15,4-6-37-15,2 0 3 0,2-4-35 0,1 1 3 16,0-3-26-16,2 0 7 0,0 1-23 0,-2-2 10 16,2 5-23-16,-3-3 13 0,-1 2-19 0,1 1 12 15,-2 2-19-15,1 0-5 0,-2-2-32 0,0 6-10 16,-5 2-59-16,8-9-45 0,-8 9-81 0,3-8-79 15,-3 8-103-15,0 0-104 0,0-7-53 0,0 7-124 16,0 0-470-16,-7-3-779 0</inkml:trace>
  <inkml:trace contextRef="#ctx0" brushRef="#br0" timeOffset="108561.16">2288 15509 399 0,'0'0'518'0,"0"0"-120"0,0 0-73 0,-9-3-22 16,9 3 7-16,0 0-28 0,0 0-16 0,0 0-12 15,0 0-15-15,-9-1-10 0,9 1-28 16,0 0-9-16,0 0-11 0,0 0-29 0,-1-6-19 0,1 6-26 15,4-9-14-15,0 0-9 0,1 0-23 0,0-5-1 16,4 1-23-16,-1 0 3 0,-2-3-14 0,3-1-7 16,1 2-3-16,-2 2-2 0,0 0-6 0,-2 1 4 15,0 3-7-15,-1-1-1 0,1 3-1 0,-4-1-2 16,2 2 1-16,-4 6 6 0,8-5 6 0,-8 5-8 16,0 0 0-16,9 7 2 0,-8 0 6 0,0 2-17 15,-1 1 12-15,0 3-10 0,0 0 7 0,-1 1-7 16,1 2 7-16,-1-1 6 0,-2 0-10 0,3-1-1 15,0 0-1-15,-2-4 1 0,0 0-2 0,1 2 2 16,1-5 5-16,0-7-9 0,0 13 7 0,0-13 6 16,5 10-6-16,-5-10 11 0,0 0-13 0,14 1 10 15,-6-4-8-15,2-3 6 0,2-2-4 0,-2 1 1 16,4 0-12-16,-3-1 11 0,5 0-13 0,-5 2 17 16,6 3-17-16,-3-1 11 0,-1 4-10 0,2 0 11 15,-1 4-7-15,3-1 9 0,-3 4-14 0,0 2 17 0,0 1-18 16,2 3 13-16,-3 1-12 0,1 4 15 0,-5-2-13 15,0 1 14-15,0 3-13 0,-3 0 14 16,0 0-10-16,-4-2 14 0,-1 1-12 0,-1-1 12 16,-1-2-11-16,-1 1 15 0,-1 0-15 0,-2-3 8 0,-1 1-13 15,-1-3 14-15,1-1-14 0,-2-4 18 0,0 0-13 16,0-2 21-16,-1-3-5 0,9-2 13 0,-17-2-25 16,8-3 19-16,3-2-28 0,-1-2 13 0,1 0-21 15,-1-3 22-15,5 5-26 0,-1-5 16 0,2 6-16 16,2-2 18-16,2 1-14 0,1 0 19 0,2 3-16 15,3 1 17-15,-9 3-20 0,18-1 26 0,-5 4 1 16,1 1-1-16,1 2-23 0,1 0 25 16,1 4-23-16,0-3 19 0,2 5-24 0,-2-2 22 0,-2 0-20 15,2-2 24-15,-6 1-30 0,2-2-6 0,0 0-60 16,-4-2-74-16,-2 1-117 0,1-1-116 0,-8-5-76 16,9 3-121-16,-9-3-491 0,0 0-691 0</inkml:trace>
  <inkml:trace contextRef="#ctx0" brushRef="#br0" timeOffset="108896.04">2773 15362 661 0,'2'-8'634'0,"-2"8"-157"0,6-11-96 16,-6 11-48-16,7-4-25 0,-7 4-5 0,0 0 18 16,14 0-40-16,-14 0-51 0,9 4-30 0,-1 1-38 15,-3-1-2-15,0 2-40 0,0-1-8 0,-1 4-19 16,1-1-6-16,-4 3-25 0,2-1-3 0,-3 1-25 15,0 1 2-15,-4 1-16 0,2-1 7 0,-2 1-17 16,-1 0 10-16,-2-1-13 0,2 0 7 0,-1-3-14 16,-2-1 12-16,4-1-12 0,-5-1 12 0,4-2-13 15,5-4 15-15,-14 3-11 0,14-3 1 0,-14-4-7 16,8-1 12-16,1-1-17 0,1-2 12 0,1 4-12 16,2-3 10-16,1-1-10 0,1 1 13 0,2 3-14 0,1-2 18 15,2 3-15-15,-6 3 15 0,16-3-8 0,-16 3 19 16,22 1-22-16,-12 1 17 0,2 1-16 15,2 3 18-15,-1-2-17 0,-1 3 16 0,0 1-20 0,1-1 20 16,-2 0-22-16,1 1 6 0,-2 0-33 0,-2 0-25 16,-2 0-78-16,2-2-85 0,-3 0-124 0,0-1-80 15,-5-5-154-15,4 9-504 0,-4-9-700 0</inkml:trace>
  <inkml:trace contextRef="#ctx0" brushRef="#br0" timeOffset="109110.75">2879 15263 751 0,'0'0'617'0,"0"0"-144"16,6-4-15-16,-6 4-15 0,7 4-5 0,-4 1-32 15,3 3-46-15,-1 0-28 0,4 1-54 0,-2 4-40 16,2-1-22-16,4 3-33 0,1 1-17 0,3 3-24 16,-2 0-26-16,3 1-23 0,0 0-16 0,0 1-35 15,0-1-21-15,-2-1-38 0,2 2-43 0,0-3-46 16,-4-3-51-16,0-1-105 0,-1-1-90 0,-2-1-49 15,0-2-51-15,-5-2-15 0,2 0-54 0,-6-3-435 16,-2-5-542-16</inkml:trace>
  <inkml:trace contextRef="#ctx0" brushRef="#br0" timeOffset="109361.29">3127 15491 580 0,'-4'-8'526'0,"3"0"-90"16,-1 1-60-16,1 1-27 0,1 0-25 15,1-2-44-15,1 3-9 0,-1-1-10 0,4-1-8 16,-2 1-10-16,0 0-16 0,3-1-16 0,0 1-35 0,-1 2-33 15,4-1-23-15,-1 0-24 0,-1 2-10 0,-7 3-9 16,16-5-11-16,-16 5-12 0,11-3-5 0,-11 3-7 16,13 0 2-16,-13 0 12 0,13 6-22 15,-8-1 58-15,0 3-9 0,-1 1-18 0,-3 1-8 0,2 1-9 16,-2-3-9-16,-1 3-9 0,4-1-3 0,-4 0-5 16,1-3-5-16,-1 1-6 0,1-1-3 15,-1-7 4-15,1 12-5 0,-1-12 0 0,3 7-6 0,-3-7-4 16,0 0-39-16,7-10-51 0,-4-2-60 0,3-2-95 15,0-7-98-15,0-2-96 0,-2-2-117 0,-1 0-148 16,-2-5-326-16,-1-4-646 0</inkml:trace>
  <inkml:trace contextRef="#ctx0" brushRef="#br0" timeOffset="109794.75">2844 14745 190 0,'0'0'706'0,"-1"-9"-164"16,1 9-104-16,4-9-38 0,-4 9-66 0,7-6-25 15,-7 6-13-15,15-3-17 0,-15 3-29 0,17 3-22 16,-6-1-50-16,-1 4-25 0,0-1-37 0,2 2-10 16,-2 4-28-16,1-2-9 0,0 2-21 0,-4 0 4 15,2 0-20-15,-2 2 5 0,-2-2-11 0,-4 1 2 0,2-1-13 16,-3 0 6-16,0 0-11 0,-3-2 6 15,2 2-12-15,-4-5 8 0,-2 2-9 0,1-3 6 16,-3 1-9-16,0-3 8 0,0-2-11 0,-4-1 10 16,2 0-2-16,-2-4 17 0,3 1-11 0,-2-3 8 0,2-3-14 15,1 2 8-15,0-4-10 0,4 2 11 0,0-2-16 16,2-3 16-16,3 3-17 0,2-2 13 0,3-4-10 16,0 1 2-16,3-3 1 0,2 0 1 15,5-6 16-15,0 2 26 0,6-6 1 0,0 0 34 0,1 1-28 16,3-1 42-16,-2-2-52 0,1 0 40 0,-1 4-11 15,-1-2-8-15,-3 8-14 0,-5 1-8 0,0 4 2 16,-4 2-18-16,-1 3-1 0,0 0-18 0,-1 4-17 16,-4 0-54-16,-4 7-53 0,0 0-56 0,0 0-51 15,0 0-61-15,-7 7-57 0,1 2-45 0,-2 4-65 16,-1 4-49-16,-1 0-65 0,-2 4-313 0,2 4-435 16</inkml:trace>
  <inkml:trace contextRef="#ctx0" brushRef="#br0" timeOffset="110027.32">3096 15049 600 0,'5'5'860'0,"2"-1"-189"15,-7-4-131-15,0 0-70 0,11 0-48 0,-3-4-27 16,-2-3-18-16,3-3-50 0,0-2-20 0,5-5-31 16,0-4-25-16,4-3-7 0,4-4-33 0,-3-1-36 15,4-1-33-15,-1 2-65 0,-2-1 19 0,-2 7-54 16,0 0 27-16,1 1-50 0,-2 1 30 0,-5 4-46 15,0 2 12-15,-2 3-85 0,-1 1 19 0,-1 3-96 0,-3-1-20 16,-5 8-67-16,5-4-51 0,-5 4-66 16,0 0-58-16,-9 12-12 0,4-4-38 0,-4 4-50 15,0 3-21-15,-2 0-411 0,-1 2-522 0</inkml:trace>
  <inkml:trace contextRef="#ctx0" brushRef="#br0" timeOffset="110344.67">3464 15347 697 0,'12'9'568'0,"-5"0"-134"0,4-1-88 0,0-1-58 15,-1 1-39-15,3 2-28 0,0-3-21 0,1 1 3 16,0 0-25-16,0 0-38 0,4 2 28 0,-1-1-26 16,0-1-12-16,0 0 9 0,-3 0 2 0,1-3-26 15,-2 1-14-15,-1-2-4 0,-1 2 36 0,-2-2 20 16,-1-1 60-16,-8-3 30 0,13 5-5 0,-13-5-23 15,0 0-38-15,0 0-18 0,0 0-11 0,0 0-3 16,-9-11-23-16,-2 4-18 0,0-1-6 0,-4-5 34 16,-2 1-34-16,-3-5 36 0,-1-2-56 0,2-1 34 15,0-3-58-15,-3-3-8 0,4-5-10 0,-1 0 26 16,4 2-59-16,2 0 31 0,1 2-63 0,5-3 10 16,-1 6-80-16,3 2 0 0,2 0-52 0,2 4-41 15,1 0-62-15,3 4-78 0,-1 1-72 0,2 3-68 16,5 2-33-16,-4 3-19 0,-5 5-63 0,14 0-61 0,-5 3-345 15,0 3-592-15</inkml:trace>
  <inkml:trace contextRef="#ctx0" brushRef="#br0" timeOffset="110727.75">3693 15249 556 0,'0'0'756'0,"4"8"-153"0,-4-8-74 16,0 0-73-16,0 0-53 0,0 0-69 15,0 0-51-15,0 0-26 0,-4-8-32 0,4 8-26 0,-4-9 45 16,0 4-76-16,4 5 44 0,-2-12-68 0,2 12 40 15,-4-12-73-15,4 12 34 0,0-11-72 16,0 11 36-16,4-10-69 0,-4 10 39 0,6-7-64 16,-6 7 48-16,12-8-62 0,-12 8 45 0,12-4-54 0,-12 4 47 15,14-1-55-15,-14 1 50 0,17 1-50 0,-17-1 48 16,14 4-45-16,-6 0 45 0,-3 0-33 0,4-1 51 16,-9-3-39-16,10 7 42 0,-10-7-36 0,8 7 41 15,-8-7-34-15,9 5 41 0,-9-5-27 0,5 4 38 16,-5-4-48-16,0 0 33 0,0 0-46 0,0 0 27 15,0 0-46-15,4-7 27 0,-7-1-47 0,3-2 33 16,-1-2-4-16,-2-2-5 0,3 1-2 0,0-2 2 16,0 1-1-16,0 2 2 0,1-1-3 0,1 1 2 15,-1-1-2-15,0 5-2 0,1-1-1 0,0 0 4 16,2 5-6-16,0-1 3 0,-4 5 1 0,14-2 3 16,-14 2-2-16,17 4 1 0,-6 0 1 0,-1 3-46 15,2 1 29-15,0 2-95 0,0-1-1 0,0-1-127 16,-1 0-134-16,1-1-160 0,-6 0-113 0,1 0-227 15,-7-7-348-15,10 7-830 0</inkml:trace>
  <inkml:trace contextRef="#ctx0" brushRef="#br0" timeOffset="111994.56">3936 14500 326 0,'-3'-10'863'0,"3"10"-188"0,0-10-131 0,0 10-114 0,0-8-55 16,0 8-44-16,5-6-17 0,-5 6-37 0,13-2-21 15,-13 2-65-15,18 5-37 0,-6-2-31 0,0 5-22 16,4 3-23-16,0 1-12 0,2 7-14 0,0 4-14 15,0 4-38-15,-1 7-171 0,-6 3-237 0,-2 3-219 0,-5 0-633 16,-4-2-867-16</inkml:trace>
  <inkml:trace contextRef="#ctx0" brushRef="#br0" timeOffset="112861.13">4582 15874 505 0,'-15'3'684'0,"1"-1"-122"0,-1-1-100 0,3-1-39 0,-3-1-33 0,2-2-4 0,0 0-14 16,2 1-33-16,1-1-45 0,-2-1-55 0,2-1-18 0,2 0-11 16,-1-1-2-16,4 1-32 0,-1-2-30 15,2 1-28-15,4 6-25 0,-1-9-19 0,1 9-16 16,9-9-12-16,1 7-8 0,0 1-5 0,7 2-8 15,-2 0-9-15,5 4 3 0,3 1-6 0,1 2-3 0,1 4 3 16,2 0-9-16,-3 2-39 0,-1 2 49 0,-1 0-48 16,0 1 52-16,-3 1-48 0,-5-1 51 0,-4-1-51 15,3 1 57-15,-7 2-7 0,-1-5-5 0,-2 1 3 16,-3-1-10-16,0-5-1 0,-3 4 0 0,-2-5 1 16,0 0-5-16,-1-3-2 0,6-5-8 0,-17-3-19 15,8-3-69-15,-1-4 6 0,1-7 2 0,0-4-29 16,0-4-7-16,-1-4 6 0,2-1 22 0,0 0 14 15,2 1 14-15,1 4 25 0,1 3-1 0,2 2 17 16,-1 2-7-16,0 1 20 0,2 4-12 0,0 2 14 16,2 3-1-16,-1 8 17 0,3-13 19 0,-3 13 9 15,8-2 5-15,-8 2 7 0,12 9-10 0,-5-3-4 16,2 3-9-16,1 3 0 0,1 2-4 0,2 0-1 16,1 0 0-16,-1 1-10 0,1-1-17 0,-3 0 20 15,1-5-20-15,-1 1 20 0,1-4-32 0,-3 2-6 0,2-4-39 16,-11-4-38-16,21-1-70 0,-11-4-97 15,-1-5-75-15,0-2-39 0,-1-1-86 0,-5-2-41 16,0-2-437-16,-3-3-533 0</inkml:trace>
  <inkml:trace contextRef="#ctx0" brushRef="#br0" timeOffset="113060.32">4420 15706 301 0,'-26'14'640'0,"2"-1"-148"0,4-3-112 0,3 2-79 0,2-5-35 0,2 0 0 15,3-2 27-15,1 0-6 0,9-5-11 0,-10 2-20 16,10-2-30-16,-3-6-35 0,7-3-33 0,2-2-35 16,5-8-26-16,5-7-14 0,7-5-19 0,-1-5-11 15,4-1-11-15,3-5-8 0,-4 7-21 0,1-3-52 16,-3 5-66-16,0 1-70 0,0 2-56 0,-4 0-85 16,-3 10-72-16,-4 1-85 0,0 4-501 15,-3 2-566-15</inkml:trace>
  <inkml:trace contextRef="#ctx0" brushRef="#br0" timeOffset="113327.8">5106 15584 915 0,'0'0'889'16,"-6"3"-188"-16,6-3-155 0,0 0-79 0,-4-5-38 0,4 5-97 16,4-14-8-16,-2 3-76 0,4-6 16 15,1-2-79-15,5-6 7 0,3 0-36 0,3-7-27 16,0 3-31-16,1 1-19 0,-2 4-48 0,-1 0-47 16,1 2-53-16,-3 3-71 0,0 2-49 0,-2 2-86 15,-3 3-85-15,-3 3-30 0,-1 1-84 0,-5 8-92 0,4-9-530 16,-4 9-713-16</inkml:trace>
  <inkml:trace contextRef="#ctx0" brushRef="#br0" timeOffset="113544.61">5019 15283 736 0,'0'0'768'0,"-10"3"-179"16,10-3-138-16,-7 3-100 0,7-3-68 0,-3 7-27 15,3-7 7-15,4 12-4 0,2-4-8 0,1 3-6 16,0 3-29-16,6 1 22 0,-1 2-65 0,3 1 19 15,3 3-80-15,1 1 28 0,2-1-29 0,3 3-24 16,1-1-15-16,1 1-17 0,1-2-10 0,-7-4-13 16,3 0-41-16,-1 0-56 0,-3-4-87 0,-1 0-99 15,-1-3-114-15,-1 0-77 0,-6-1-82 0,3-3-140 16,-5 0-415-16,-2-4-694 0</inkml:trace>
  <inkml:trace contextRef="#ctx0" brushRef="#br0" timeOffset="114260.87">5133 14662 132 0,'-6'4'812'15,"1"1"-200"-15,-2 1-131 0,1-1-61 0,-2 0-71 16,-1 1-24-16,3-1-30 0,0 1-32 16,0-3-24-16,6-3-7 0,-10 7-23 0,10-7-7 15,-6 6-24-15,6-6 21 0,0 0-63 0,0 0-28 0,0 0-11 16,0 0-30-16,2-12-14 0,5 5-11 0,0-5-4 16,1 0-13-16,1-3-1 0,1 0-2 0,2-2-3 15,-2-1-4-15,3 1-1 0,-2 2 14 0,2-1-1 16,-1 3 3-16,-3 1-6 0,1 2-13 0,-3-1 0 15,1 4-4-15,-1-1 2 0,-1 4-4 0,-6 4 13 16,13-2-7-16,-13 2-3 0,9 6 9 0,-7 3-6 16,1 1-2-16,-2 4-2 0,0 3 43 0,-1 1-53 15,-1 0 44-15,1 1-53 0,-2-2 47 0,-1 1-50 16,2 0 56-16,-3-2-55 0,1 0 51 0,1-2-57 16,-1-3 50-16,2 1-54 0,-2-3 54 0,3 1-51 15,-2-3 53-15,0-1-50 0,2-6 42 0,0 7-56 16,0-7 49-16,0 0-59 0,9-8 56 0,-2-1-49 15,1-2 53-15,2 0-49 0,1-4 6 0,1 1 3 16,0-1 9-16,0 2 2 0,1 2-3 0,-2 1 4 16,2 1 9-16,0 2-5 0,-2 1 3 0,2 3 1 15,-1 1 2-15,-1 4 0 0,2 0 7 0,-2 2 1 16,1 4 40-16,1 3-55 0,0 3 45 0,-2 0-51 16,-2 3 48-16,-1 1-52 0,-2 1 52 0,-1 2-52 0,-3-2 51 15,-2 0-53-15,-1 0 51 0,0 1-51 16,-4 2 57-16,-1-3-59 0,-2 1 54 0,-1-1-55 15,-2-1 52-15,0-2-53 0,-4-3 52 0,5-4-46 16,-2 0 45-16,1-6-43 0,-1 0 40 0,12-3-53 0,-20-4 50 16,12-2-52-16,2-2 52 0,-1-2-50 0,5-1 51 15,-1-2-57-15,3 1 54 0,3 1-49 0,-1-4 50 16,5 5-48-16,-1-3 59 0,3 4-62 0,4 0 51 16,-3 2-51-16,5 2 62 0,-2 1-65 0,0 4 59 15,3 0-53-15,2 1 62 0,-1 2-57 0,2 2 45 16,-2-1-50-16,1 1 58 0,-3 2-59 0,2 0 49 15,-2-2-86-15,-1 2-49 0,0-1-65 0,-1-1-93 16,-4 0-106-16,0-1-64 0,0 1-89 0,-9-5-123 16,9 4-402-16,-9-4-674 0</inkml:trace>
  <inkml:trace contextRef="#ctx0" brushRef="#br0" timeOffset="114576.42">5619 14568 449 0,'1'-10'710'0,"3"1"-193"0,-3 3-71 0,-1 6-45 0,9-6-31 0,-9 6-4 16,12 0-22-16,-12 0-31 0,15 8-41 0,-7-2-37 16,-2 1-46-16,4 3-28 0,-2-1-32 0,1 3-23 15,-4 1 7-15,3-1-42 0,-5 3 13 0,0-1-39 0,0 0 29 16,-3-3-41-16,-3 5 21 0,0-1-43 16,0 0 33-16,-5-2-40 0,3 0 30 0,-1-1-39 15,-3-2 37-15,0 0-42 0,1-5 35 0,-1 1-36 16,0-2 34-16,9-4-35 0,-15 2 46 0,15-2-41 0,-14-8 47 15,6 4-50-15,6-4 39 0,-1 0-43 16,2-1 3-16,2 0 4 0,2 2-2 0,-1-3 7 16,6 2-6-16,-2-1 2 0,2 2 5 0,2 1-2 15,0 1-1-15,2 0 0 0,-2 3 2 0,4 1 16 0,0 2-21 16,0 0-8-16,-1 0-22 0,2 3-36 0,-1 1-48 16,2-1-79-16,-2 2-68 0,0 1-53 15,-3-1-78-15,1-1-68 0,-1 2-49 0,-4-1-491 16,-1-2-607-16</inkml:trace>
  <inkml:trace contextRef="#ctx0" brushRef="#br0" timeOffset="115027.7">5846 14622 875 0,'-1'-7'661'0,"1"7"-153"0,-1-10-105 0,1 10-77 16,1-8-9-16,-1 8 19 0,0 0-5 0,0 0-21 15,18 5-15-15,-10 1-46 0,1 2-26 0,0 3-39 16,3 3-31-16,1 4-31 0,-1-1-24 0,3 4 26 15,2 0-72-15,-1 2 33 0,-3 0-61 0,4 0 40 16,-3-1-62-16,-3-2 41 0,1-2-70 0,-2-1-42 16,0 0-50-16,-2-5-83 0,-2 3-57 0,2-4-47 15,-4-1-31-15,-1-3-8 0,0-2 0 0,-3-5 0 16,0 0 13-16,0 0 25 0,0 0 38 0,0 0 57 16,-10-6 32-16,5-4 58 0,0-3 42 0,-2-2 72 15,2 1 68-15,-1-5 59 0,-2 0 15 0,3 3 59 0,1-1-4 16,-1 2 44-16,2 1 20 0,1 2 5 15,-1 0-6-15,3 0-15 0,0 2-11 0,0-1-29 16,3 1-32-16,1 2-31 0,0 1-17 0,-2 2-7 0,5 0 5 16,-7 5-5-16,12-5-14 0,-12 5-11 0,13 1-9 15,-4 3-8-15,0 0-4 0,0 0-10 0,-1 2-3 16,-2 3-12-16,3-2-6 0,-4 2 8 0,0 0 50 16,-1 2-35-16,0-2 38 0,-2 4-63 0,0-4 45 15,-1 3-62-15,-1-1 46 0,0-3-56 0,0-1 52 16,0 3-58-16,-1-4 47 0,2 0-43 0,-1-6 80 15,0 10-37-15,0-10 27 0,0 0-48 0,0 0 28 16,14-8-54-16,-9-2-1 0,4-5-83 0,1-3-50 16,-1-1-60-16,1-6-81 0,1-2-92 0,-4-1-83 15,0-2-98-15,-3 0-199 0,-3 3-383 0,-1-1-747 16</inkml:trace>
  <inkml:trace contextRef="#ctx0" brushRef="#br0" timeOffset="115410.61">5817 14066 156 0,'-5'-10'636'0,"2"1"-125"0,2-1-124 0,1 1-12 0,1 1-32 16,3-1-20-16,0 1-4 0,1 0-9 0,2 2 2 0,-1-1-33 16,3 2-21-16,-3 1-22 0,3 3-21 15,-9 1-19-15,18 1-41 0,-8 2-30 0,2 3-17 16,-3 2-25-16,0 1-11 0,-3 4-16 0,2-1-9 15,-5 3-9-15,0-1-9 0,-3 4-1 0,0-3-9 16,-1 2-3-16,-2 0-1 0,-3-3-6 0,0 1 5 16,-1-2 2-16,1 0-3 0,-3-2-4 0,-1-3 14 15,1-2 46-15,-2-3 14 0,11-3 32 0,-21-1-52 0,12-4 42 16,-4-3-61-16,4-4 29 0,1-6-54 0,1-2 34 16,2-4-41-16,2-2-2 0,2 2-3 15,1-2-6-15,1-1 1 0,4 2 1 0,3-5-26 16,1 3 32-16,1-1-29 0,4 4 30 0,0 0-30 0,0 3 25 15,3 2-1-15,-2 2-1 0,-2 4-3 0,1 0-12 16,0 1-19-16,-1 3-32 0,-2 2-38 0,2 1-41 16,-4 0-60-16,1 2-65 0,-1 1-76 0,-9 3-57 15,13-1-53-15,-13 1-95 0,10 7-106 0,-10-7-329 16,3 9-575-16</inkml:trace>
  <inkml:trace contextRef="#ctx0" brushRef="#br0" timeOffset="115610.54">5937 14219 428 0,'-3'17'630'0,"2"-2"-102"0,1-5-9 16,0 1-19-16,0-3-18 0,3 1-20 0,-1-5-34 15,-2-4-47-15,9 5-58 0,-9-5-44 0,18-5-38 16,-5-1-20-16,5-8 26 0,1-2-65 0,7-6 12 16,2-3-54-16,1-4 23 0,2-3-63 0,5-5-17 15,-2 0-17-15,2 1-11 0,-7 5-13 0,-1 1-25 0,-2 5-71 16,-7 6-91-16,-1 1-57 0,-4 4-91 15,-2 2-128-15,-6 5-99 0,2 2-100 0,-8 5-166 16,0 0-366-16,0 0-765 0</inkml:trace>
  <inkml:trace contextRef="#ctx0" brushRef="#br0" timeOffset="115910.79">6383 14652 563 0,'9'13'803'15,"-1"-4"-198"-15,-1-3-123 0,4 0-93 16,0-2-40-16,1-1-44 0,2-3-42 0,-3 0-37 0,2 0-11 16,1 0-12-16,-1 0-10 0,0-3-5 0,-2 0-14 15,-2 1-24-15,4 0-25 0,-6-2-3 16,3 1-14-16,-3-4 9 0,-2 3-9 0,-1-2-14 0,0-1-11 16,-3-1-6-16,-2 0 0 0,-3-1 6 0,0-2-38 15,-1 0 38-15,-5-1-17 0,-2-2 13 0,-3-1-14 16,1-1-15-16,-5-3 3 0,0 1-1 0,-2-2-1 15,2 0 1-15,2-1-3 0,1-2-8 0,2 1 21 16,2 3-52-16,3-1 21 0,4 0-67 0,0 1 12 16,4 1-73-16,2 0 4 0,2 1-87 0,2 3-48 15,0 0-81-15,4 2-92 0,0 2-88 0,0 2-25 16,0 6-117-16,2-1-596 0,-11 3-834 0</inkml:trace>
  <inkml:trace contextRef="#ctx0" brushRef="#br0" timeOffset="116277.24">6576 14407 612 0,'0'0'811'0,"-2"9"-171"16,2-9-111-16,0 0-67 0,-5 6-36 0,5-6-29 16,0 0-49-16,0 0-56 0,0 0-42 15,-7-4 8-15,7 4-23 0,-1-10-47 0,1 10-12 16,4-11-7-16,-2 5-33 0,2-1-28 0,4 1-21 0,-2-1-17 16,2 2-14-16,-1 0-15 0,5 0-3 0,-3 1-13 15,1 1-4-15,0 1-6 0,-10 2 0 0,20-1-5 16,-20 1-2-16,16 1 6 0,-7 2-6 0,-1 0 4 15,-2 2 2-15,-6-5-1 0,10 8 5 0,-6-3-1 16,-4-5 2-16,4 11 3 0,-4-11-33 0,0 9 28 16,0-9-31-16,-4 10 35 0,4-10-31 15,-6 4 31-15,6-4-1 0,0 0-5 0,-16-2-2 0,16 2 2 16,-10-12-4-16,6 3-3 0,0-5-4 0,1-1 2 16,-1 1-4-16,3-3 1 0,1 1-2 0,1-1-1 15,3 1 3-15,-2 1 3 0,5 1 7 0,-1 2-10 16,3-1-3-16,1 4 1 0,0 1 0 0,2 2-3 15,2-1 2-15,-2 5-2 0,1-1 7 0,-1 2 26 16,2 1-42-16,0 3-30 0,-4 0-34 0,3-1-35 16,-1 1-50-16,-2 0-70 0,0 2-73 0,-4-1-85 15,1 1-88-15,-3 0-24 0,-4-5-114 0,1 9-594 16,-1-9-816-16</inkml:trace>
  <inkml:trace contextRef="#ctx0" brushRef="#br0" timeOffset="116543.72">6083 13562 704 0,'-12'-16'755'0,"7"5"-168"0,1 2-129 0,6 2-27 0,4 3 26 16,4 1 31-16,9 5-78 0,7 0-28 0,15 9 65 16,9 3 49-16,10 6-12 0,5 2 42 0,3 7-85 0,3 3-50 15,3 6-35-15,13 10-9 0,-5 3-316 0,-3 4-31 16,-6 3 0-16,-5 3 0 0,-14-5 0 0,-6-1 0 15,-7 6 0-15,-4 1 0 0,-5 1 0 16,-6 3 0-16,-6 3 0 0,-8 2 0 0,-6 3 0 0,-7-1 0 16,-8 1 0-16,-7-1 0 0,-7 2-205 0,-3-2-118 15,-8-3-68-15,-3-1-60 0,-11 10-87 0,-6-4-83 16,-1-3-94-16,-6-4-168 0,-6-3-403 0,-3-5-891 16</inkml:trace>
  <inkml:trace contextRef="#ctx0" brushRef="#br0" timeOffset="117261.01">596 16018 145 0,'0'-30'625'0,"-1"3"-59"0,0 3-78 0,-3 3-61 0,0 3-53 0,-1 3-26 0,0 5-14 16,0 5-14-16,5 5 3 0,-12 0-43 0,7 12 58 16,4 3-86-16,2 12 4 0,7 16 8 0,8 16 47 15,9 10-46-15,12 21 22 0,8 6-67 0,7 4-2 16,8 5-17-16,5 3-1 0,3-2-5 0,5-2-39 16,1-4-8-16,0-4-7 0,4-11-18 0,-1-6-21 15,-1-10-25-15,0-8-7 0,-15-16-25 0,3-6-19 16,-1-6-35-16,-2-8-21 0,2-7-62 0,-10-9-21 15,1-9-70-15,1-7-18 0,6-13-67 0,-1-6-74 16,-1-8-86-16,-8-7-92 0,-1-3-123 0,-9-5-82 16,-5-2-106-16,-8-4-345 0,-9-3-787 0</inkml:trace>
  <inkml:trace contextRef="#ctx0" brushRef="#br0" timeOffset="117642.96">2204 14322 1065 0,'0'0'856'0,"0"0"-209"0,5 8-137 0,-5-8-124 0,0 0-111 0,7 3-110 16,-7-3-84-16,0 0-90 0,11 0-80 0,-11 0-74 16,15 0-89-16,-15 0-114 0,17-2-605 0,-17 2-563 15</inkml:trace>
  <inkml:trace contextRef="#ctx0" brushRef="#br0" timeOffset="117960.79">6482 14904 1273 0,'10'-2'655'0,"-10"2"-428"16,0 0-551-16,-10 0-247 0,10 0-88 0</inkml:trace>
  <inkml:trace contextRef="#ctx0" brushRef="#br0" timeOffset="122710.29">10204 14105 503 0,'0'0'652'0,"10"3"-167"0,-10-3-66 0,10 6-63 15,-5 1-61-15,2 2-35 0,2 4-31 0,1 2-36 16,1 2-25-16,0-1-15 0,1 3-29 0,-1-2-11 15,2-1-17-15,0 0 6 0,1-2 0 0,-1 2 28 16,2-4-3-16,2-2 16 0,0 0 5 0,4-6-10 16,5-1-20-16,2-4-14 0,16-8-20 0,1-8-16 15,18-11-11-15,3-8-7 0,22-14-10 0,8-7-10 16,3-7-5-16,5 0-11 0,1-4-11 0,1-2-7 16,-2-4-52-16,-2-1-57 0,1 0-71 0,-2 1-94 15,-3 4-84-15,-6 4-72 0,-5 8-159 0,-11 7-503 16,-17 14-712-16</inkml:trace>
  <inkml:trace contextRef="#ctx0" brushRef="#br0" timeOffset="126793.54">12707 13966 226 0,'-4'-17'683'0,"3"2"-172"0,-2-1-105 0,3 3-63 0,0 1-70 16,1 0-63-16,1 2-37 0,-1 3-16 0,3 1-19 16,-4 6-6-16,6-5 1 0,-6 5-6 0,10 1-8 15,-10-1-8-15,11 10 10 0,-4-1-14 0,-2 1 2 16,2 4-6-16,-1-2-4 0,-2 1-15 0,2 1 1 0,1-3-21 16,-3 0 4-16,1-1-10 0,-1-2 4 15,-2 0-6-15,2-3 23 0,2-1-3 0,-6-4 11 16,18-2-22-16,0-7 11 0,13-11-33 0,5-6-7 15,13-8-12-15,5-7 11 0,9-5-16 0,12-11-7 0,3-6 4 16,4-1-2-16,2-5-5 0,2-2-5 16,1 1 1-16,0-1-1 0,-2 0-3 0,-2 6-3 15,-2-1-20-15,-3 7-51 0,-18 11-80 0,-4 3-85 0,-5 6-76 16,-2 4-99-16,-13 7-132 0,-2 4-584 0,-8 7-744 16</inkml:trace>
  <inkml:trace contextRef="#ctx0" brushRef="#br0" timeOffset="129860.09">14153 13868 379 0,'0'0'361'0,"0"0"-82"0,0 0-55 0,0 0-51 0,-1-6-43 16,1 6-13-16,0 0-5 0,0 0 19 0,0 0-6 15,0 0 14-15,8 7-24 0,-8-7 16 0,6 8-23 16,-2-2 23-16,1 0-32 0,-1-1 24 0,5 3-15 15,-1-2 6-15,2 2-23 0,1-2 12 16,2 2-2-16,2-2 2 0,1-1 4 0,3 0-18 0,0-2-5 16,7 1-8-16,-3-3 6 0,2-2 7 0,5-1 10 15,3-5-10-15,5-2 0 0,3-5-17 0,1-5-14 16,8-6-13-16,0-4-7 0,2-1-1 0,0-4-10 16,1-3-4-16,2-2-10 0,0-3-1 0,-1-2-36 15,2-3 5-15,3-2-27 0,-2 0-20 0,1-1-31 16,-1 1-48-16,2 2-38 0,-4 3-66 0,-1 0-36 15,-6 9-81-15,-3 2-110 0,-9 8-366 0,-5 5-385 16</inkml:trace>
  <inkml:trace contextRef="#ctx0" brushRef="#br0" timeOffset="134126.85">13969 18056 739 0,'0'0'542'0,"8"2"-109"0,-8-2-118 0,0 0-32 0,0 0-87 16,10 1-28-16,-10-1-53 0,0 0-2 0,0 0-44 16,0 0 7-16,0 0-42 0,0 0 20 0,0 0-35 15,0 0 21-15,4-5-33 0,-4 5 21 0,-5-5-26 16,5 5 24-16,-3-6-34 0,3 6 2 0,-3-6-65 15,3 6-36-15,-4-4-26 0,4 4-57 0,-4-6-30 16,4 6-83-16,-1-6-84 0,1 6-186 0,0-9-87 16</inkml:trace>
  <inkml:trace contextRef="#ctx0" brushRef="#br0" timeOffset="134792.76">19834 17879 497 0,'0'0'836'0,"13"4"-209"0,-13-4-117 16,10 3-121-16,-10-3-75 0,0 0-62 0,9 3-55 16,-9-3-42-16,0 0-49 0,0 0-66 0,0 0-88 15,-2 6-73-15,2-6-85 0,-13 5-104 0,1-1-174 16,-4-2-383-16,-5 0-419 0</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4:22.962"/>
    </inkml:context>
    <inkml:brush xml:id="br0">
      <inkml:brushProperty name="width" value="0.05292" units="cm"/>
      <inkml:brushProperty name="height" value="0.05292" units="cm"/>
      <inkml:brushProperty name="color" value="#FF0000"/>
    </inkml:brush>
  </inkml:definitions>
  <inkml:trace contextRef="#ctx0" brushRef="#br0">28412 3759 292 0,'1'-11'565'0,"1"0"-125"0,-2 0-99 0,0 0-60 0,-2-2-30 0,2-1-23 15,-5-1-12-15,1-1-12 0,-1-3 14 0,0-4-15 16,-4 0-5-16,-1-2-14 0,-1-1-9 0,0-1-18 16,-3 1-4-16,1-2-24 0,-3-5-10 0,-1 2-29 15,-2 1 24-15,-1-2-7 0,0 4-10 0,-4-1 4 16,0 3 3-16,-4 1-15 0,-2 2-1 0,-2 4-8 16,-1 0 8-16,-6 6-10 0,-2 3-43 0,-5 5 28 15,3 3 0-15,-6 7-6 0,-2 6-13 0,-6 7-4 16,2 7-2-16,6 6-6 0,2 5-1 0,4 6-3 15,6 5-2-15,2 5-42 0,6 2 68 0,5 4-34 16,3 1 0-16,5 0 46 0,4 0-50 0,8-8 63 16,4 1-44-16,2-1 57 0,5-4-47 0,5 2 58 15,3-4-59-15,11 3 33 0,-1-3-42 0,7-3 40 16,0-10-30-16,3-3 48 0,2-4-38 0,4-4 42 16,3-5-16-16,1-3 19 0,2-9-11 0,3-2-10 15,1-4 56-15,2-6-44 0,4-7 24 0,2-6-66 16,-4-2 38-16,-3-5-61 0,-5-4 38 0,-5-4-54 15,-3-2 36-15,-7-2-54 0,-2-3 5 0,-9 2 2 16,-3-3 36-16,-4 1-50 0,-5-1 33 0,-4-2-51 16,-3 0 33-16,-6-1-26 0,-3 1 2 0,-5-1-33 15,-1 3 3-15,-5 2-8 0,0 0 12 0,-4 2 5 16,1 4-18-16,-1 2-35 0,-1 3-50 0,1 3-52 16,2 1-77-16,2 5-114 0,-1 2-134 0,5 5-57 15,1-1-58-15,-1 3-144 0,2 2-378 0,3 1-780 16</inkml:trace>
  <inkml:trace contextRef="#ctx0" brushRef="#br0" timeOffset="482.99">28611 2889 845 0,'-5'-6'808'0,"-2"-1"-141"0,-1 0-175 0,0-2-71 0,2 1-15 0,-2 1-13 0,1-2-61 16,2 0 1-16,-1 2-59 0,3 0 5 0,0-4-53 15,2 4-8-15,1 0-58 0,2-3-15 0,3 2-45 16,3 1-6-16,5 1-40 0,1 1 10 0,1 2-34 16,3 2 11-16,1 2-24 0,-1 2 15 0,3 3-22 15,0 2 16-15,-3 2-21 0,3 2 3 0,0 2 0 16,-1 3 7-16,-4-4-3 0,0 4-1 0,-2-1-38 0,-3 0 46 15,2-1 2-15,-4-2 10 0,-3-1 4 16,1 0 9-16,0-1 9 0,-4-3 9 0,1 1 14 16,-2-3 17-16,-2-6-11 0,1 10-46 0,-1-10 33 15,0 0-43-15,-5 5 44 0,5-5-35 0,-9-11 38 16,3 3-41-16,2-6 39 0,-1-2-20 0,4-1-13 16,0-4-11-16,1-3-12 0,1-1-5 0,3 0-9 15,0 0 2-15,1 3-6 0,2 0 15 0,0 3-18 16,0 1 10-16,1 4-17 0,2 3 13 0,0 3-16 15,1 2 16-15,1 3-11 0,3 4 27 0,0 4-10 16,4 4 22-16,0 4-10 0,3 2 1 0,-3 6 0 16,3-1-3-16,-1 5 0 0,-2 0-44 0,-2-3 49 15,-1 1-57-15,-1 1-12 0,-2-2-56 0,-2-3-77 16,-3-1-70-16,-2-4-90 0,0 0-123 0,-3-4-209 16,-3-1-147-16,0 0-688 0,-5-2-1135 0</inkml:trace>
  <inkml:trace contextRef="#ctx0" brushRef="#br0" timeOffset="1682.58">17513 2963 171 0,'0'0'371'0,"0"0"-33"0,0 0-6 0,0 0-35 0,4 7 5 0,-4 0-35 16,4 6-49-16,-3 1 11 0,3 3-5 0,0 1-45 15,0 2 8-15,2 3-28 0,-2-3 34 0,1 2-35 0,0 0-25 16,-1-2-25-16,0-2-1 0,0-1 6 0,1-1-15 16,-3-3-23-16,1-1-11 0,-2-2-8 15,2 1 59-15,-1-3-2 0,0 0 36 0,-1-2-10 16,-1-6-14-16,0 10-28 0,0-10-15 0,0 0-18 15,0 0-14-15,-8-3-10 0,6-2-8 0,-5-3-6 16,2-1-3-16,0-6-6 0,-1-1-8 0,-2-3-2 0,-2-1-2 16,1-5-3-16,0-1-15 0,-3-2 15 15,2 1-3-15,1 2 3 0,3 2-4 0,-2 4 1 16,3 2 2-16,1 3-4 0,-2 0-2 0,2 3 1 16,1 3-3-16,3-1 2 0,2 3 2 0,-2 6 8 15,11-6 13-15,2 5 19 0,5 4-9 0,1-1-25 16,4 4 41-16,6 0-39 0,2 3 39 0,0 0-41 15,1-2 38-15,0 1-46 0,0 0 42 0,-2 0-47 16,1-2 42-16,-4 0-6 0,-3-4 0 0,0 3-10 16,-7-2 0-16,1 0 40 0,-4-1 21 0,0 1 16 15,-2-3-6-15,-12 0-17 0,21-5-10 0,-14 0-57 16,-1-1 56-16,0-2-36 0,-2-3 32 0,-1 1-9 16,-3-3-8-16,-2-2-15 0,0-3-6 0,-1-2-4 15,-4-2 11-15,0 0-23 0,1-2 16 0,-2-2-23 16,-2 4 15-16,5 0-18 0,-3 3 15 0,3 3-34 15,1 2-31-15,-2 1-122 0,3 3-84 0,1 1-82 16,-1 3-42-16,3 6-36 0,-1-5-23 0,1 5-42 16,1 6-48-16,1 1-520 0,-1 4-676 0</inkml:trace>
  <inkml:trace contextRef="#ctx0" brushRef="#br0" timeOffset="5432.84">14686 4369 154 0,'3'-8'298'0,"-3"8"-58"15,1-8-59-15,-1 8-18 0,0-11-40 0,0 11-2 0,0-8-25 16,0 0-2-16,0 8-28 0,0-13 21 0,0 4-12 15,0 1 17-15,-1 2-23 0,1-2 16 0,-1 0-28 16,1 0 27-16,-2-1-12 0,1 0 13 0,1-1-27 0,-3 0-3 16,1-1-27-16,-1 1 17 0,0-1-21 15,-1 0 25-15,-1-1-20 0,-2 2 16 0,2-4-11 16,-1 3-8-16,-4 0 0 0,1-2-6 0,-1 2-4 16,-1 0-1-16,0-2 2 0,-5 3-11 0,2-2 7 0,-1 1 6 15,0 0-7-15,-2 2 6 0,0-1-2 0,-2 1-3 16,1 0-1-16,-1 1-4 0,0 0 2 15,0 0-4-15,-3 1-5 0,-1 1 3 0,1 2-1 16,1-1 0-16,0 1-3 0,-1 1 3 0,2 2-1 16,-2-1-4-16,-1 2 4 0,1 0-5 0,-3 0 3 15,-2 3 2-15,-1 0-2 0,1 2 4 0,-3 1-7 0,-1-1 24 16,0 2-8-16,3-1 11 0,-1 1-2 16,4-1-3-16,-2 0 2 0,3 1 18 0,-1 0 0 15,0 0-8-15,4 0 1 0,-2 3-9 0,0-5-2 0,1 4-5 16,0-3-4-16,2 3-6 0,-2-1 1 0,3 3 2 15,-3-1 28-15,0 1 12 0,-1 0-10 16,0 3-5-16,-1 0-4 0,1 0-3 0,1 0 3 0,-2 0 3 16,1 2-1-16,1-2-2 0,2 2 3 0,-2-2-4 15,4 1 17-15,2-1 14 0,-1 1 1 0,0-1 4 16,2 0-11-16,1 1-14 0,0-2-5 0,1 2-5 16,2-1-4-16,-1-1-4 0,3 3-10 0,-1-1 16 15,1 0 7-15,3 0 1 0,-1 2-13 0,2-2 2 16,3 1-7-16,-2 2 6 0,0 1-6 0,3-2 3 15,1 4 20-15,1-2-8 0,0 3-4 0,4 1-2 16,-1 0-3-16,1-2-3 0,0 2-1 0,3-1-3 16,1 0 9-16,-1-2-2 0,3 4 1 0,2 0-10 15,1-1-1-15,1 0-1 0,1 0 0 0,3-2-3 16,-1 1-6-16,5 3 5 0,-3-5-3 0,6 5 6 16,-1-4-1-16,4-1 2 0,0 1 35 0,2-2-12 15,2-3 10-15,0 2-1 0,5-4 1 0,-2-2-5 16,1 1 6-16,2-2-2 0,-5-4 5 0,4 0-2 15,1-2-6-15,-1 0-6 0,2-5 22 0,-1 0 16 16,2 0-36-16,0-3-5 0,5 0-8 0,-2-5 3 16,0 1-6-16,-2-2 6 0,-1 0 6 0,0-1 10 15,-1-1-2-15,-7 0 40 0,-1 1-60 0,-1-1 45 16,-1 0-59-16,0-3 42 0,-1 1-56 0,-1-1 48 16,-2 0-54-16,-1-3 48 0,-2-1-44 0,2 0 60 15,-2-2-53-15,0-4 44 0,-3 2-44 0,1-4 50 0,0-3-55 16,-3 0 47-16,-1-2-52 0,-3 4 5 15,-1 0 15-15,-2-1-13 0,-1 0 11 0,-1-3 33 16,0 2-53-16,-2-1 48 0,-2-1-52 0,-3 2 48 16,1 1-6-16,-1 2-5 0,0-4-5 0,-6 2-2 0,3-6-5 15,-3 2-3-15,0 1-1 0,-2 0 0 16,-2 0 5-16,-2 2-11 0,-2-2 1 0,-1-2-1 0,-6 4 0 16,0 0-2-16,-2 3-1 0,-1 1 4 15,-4 1-48-15,2 6 55 0,-4-1-54 0,1 5 57 0,-1 1-49 16,-1 2 51-16,0 3-59 0,-2 0 24 0,5 3-69 15,-1 4-10-15,0 1-65 0,4 0-71 0,0 1-96 16,-1 4-93-16,1 1-63 0,2 4-99 0,3 1-559 16,1 2-764-16</inkml:trace>
  <inkml:trace contextRef="#ctx0" brushRef="#br0" timeOffset="6316.26">15181 4228 176 0,'0'0'457'0,"0"0"-80"0,0 0-55 0,0 0-17 16,-8-3-1-16,8 3-25 0,-7-4-13 15,7 4-10-15,-9-4-29 0,9 4-10 0,-8-8-29 0,8 8-6 16,-8-6-28-16,8 6-30 0,-9-9-23 0,9 9-20 16,-3-10-11-16,1 4-21 0,2 6-4 0,3-14-15 15,-1 6 0-15,6-2-12 0,0 2 0 16,-1-2-3-16,4 2-8 0,0 1 0 0,3 1-2 0,0 2 0 15,-1 2 17-15,2 3 4 0,-1 2-4 0,4 1 1 16,-2 5-10-16,0 3 11 0,1 3 4 16,-2 0-2-16,-2 3-7 0,2 4-2 0,-6-3-1 0,2 0-2 15,-3 0 0-15,0 2-4 0,-3-3-3 16,-1 0 3-16,-1-1-2 0,-1-3 27 0,-2-2 14 0,1 0 11 16,-1-1 9-16,-1-2-3 0,1-2 18 0,-4 0-10 15,2-3 4-15,2-4-2 0,-8 4-2 0,8-4-27 16,-8-1-9-16,8 1 19 0,-8-11-40 0,5 3 22 15,-1-3-32-15,0-2 21 0,3-1-28 16,-3-4 22-16,3 0-8 0,-1-1-7 0,1 0-2 0,1-1 1 16,0 0-2-16,-1 2-1 0,1 1 4 0,-1 4-7 15,1 1 3-15,0 0-6 0,0 4-2 0,0-3 1 16,0 5-1-16,0 6 1 0,0-10-1 0,0 10 1 16,0 0 6-16,0 0-4 0,10 3 5 0,-6 3-4 15,1 1-2-15,0 2 2 0,3 0 1 0,-1 3 1 16,1 0 0-16,1-1 3 0,0 1 0 0,0 0-25 15,1-1 32-15,0-1-30 0,1 1 31 0,-1-4-35 16,1 2-19-16,1-3-64 0,-2-3-89 0,1 0-114 16,1-2-93-16,1-3-107 0,-2 0-109 0,-2-3-423 15,1-1-657-15</inkml:trace>
  <inkml:trace contextRef="#ctx0" brushRef="#br0" timeOffset="6582.51">15071 3967 650 0,'-13'7'598'0,"-2"-2"-117"0,6 0-101 0,1-1-65 0,-1 0-50 0,9-4-27 16,-15 4-4-16,15-4-3 0,-9 6-2 0,9-6-16 16,0 0-3-16,0 0-31 0,9-6-25 0,6 2-31 15,2-6-22-15,6 1-16 0,4-4 6 0,7-5-12 16,2-1 1-16,2-1-26 0,4 1 3 0,1-2-18 15,7-4 5-15,-8 3-10 0,-3 1-12 0,1 3-3 16,-7 1-4-16,-3 3 1 0,-7 2-10 0,-3 2-3 16,-1 2-5-16,-6 1-20 0,2 0-91 0,-7 3-122 15,0 1-102-15,-8 3-92 0,0 0-137 0,0 0-542 0,-5 7-724 16</inkml:trace>
  <inkml:trace contextRef="#ctx0" brushRef="#br0" timeOffset="9565.68">18087 5174 639 0,'-1'-8'498'0,"-3"1"-145"0,-1-4-48 0,0 3-76 0,-2-4-31 0,-3 1-26 0,1 1-21 16,-2 1-21-16,-2-3-5 0,-1 1-2 0,-1 0 2 15,-1 0 3-15,0 1 11 0,0 1-17 0,-2-1-13 16,4 2-16-16,-4 1-20 0,3 2-12 0,-3-1-12 0,-2 4-10 16,0 2-7-16,-1 2-8 0,-3 4 2 0,-6 4 61 15,0 8-15-15,-2 4-12 0,1 8 16 16,-2 8-3-16,1 7-11 0,4 5-11 0,2 4-11 0,5 3-4 16,6-1-8-16,5-8 52 0,5 2 0 15,5-1-5-15,4-1-3 0,2-2 11 0,7-5 2 0,5-3 18 16,2-2 12-16,6-4-12 0,2-7-19 0,8-3-4 15,1-5-10-15,2-4-6 0,7-7-19 16,-5-4 7-16,7-5-9 0,3-5-12 0,0-4-2 16,6-6 4-16,-4-4 10 0,-2-3 2 0,-11 2 4 15,-2-2-7-15,-4-4-1 0,-3 0 0 0,-7-3-7 0,-1-2 12 16,-4-2-1-16,-4 0-7 0,-5-1-30 0,-8 3 27 16,-1-3-10-16,-4-5-8 0,-6-1 34 15,-3 1-44-15,-6 3 39 0,-1-2-51 0,-4 4 35 0,-2 3-45 16,-2 1 40-16,-4 5-43 0,2 1 50 0,-3 5-58 15,1 3 44-15,3 6-47 0,2 2 31 0,2 5-97 16,4 4-23-16,2 2-96 0,0 2-73 0,0 4-88 16,3 5-92-16,1 2-47 0,2 5-119 0,7-4-556 15,1 3-800-15</inkml:trace>
  <inkml:trace contextRef="#ctx0" brushRef="#br0" timeOffset="10265.49">18575 5024 230 0,'0'0'540'0,"4"-7"-108"0,-4 7-96 0,0 0-8 0,0 0-66 15,4-4-38-15,-4 4-30 0,0 0 1 0,0 0 8 16,0 0 11-16,0 0-8 0,10 5-23 0,-5 0-22 16,-5-5-17-16,9 11-15 0,-5-3-13 0,4 1-26 0,-2 3-13 15,1-2-16-15,0 2-13 0,-3 1-9 0,4-2-9 16,-3 2-4-16,-1 0-9 0,-2-1 1 15,1 0 14-15,-3 0 15 0,0 1-1 0,-3 0 10 16,3-3-1-16,-5 2-1 0,1-2-6 0,-2 0-6 16,-2-1-6-16,1-1-1 0,-4-1 9 0,1 0 6 0,-1-4-5 15,-2 0-8-15,-1-3-6 0,1-2 10 16,-4-1 15-16,3-2-6 0,0-2-9 0,3 0-8 0,-1-4-1 16,5-1-10-16,0 0-7 0,6-1 29 15,0 0-42-15,3-2 30 0,3-1-37 0,4-2 30 16,4 0-34-16,1-1 32 0,5 0-35 0,0 0 36 0,3 2-37 15,0 1 53-15,2-1-33 0,3 2 52 16,-3 1-46-16,3-1 50 0,1 2-41 0,2 1 50 0,-1-2-45 16,0 2 47-16,1 0-54 0,-1 2 43 15,-3-1-59-15,-6 3 45 0,1 1-52 0,-5 1 49 16,0 1-61-16,-2-1 53 0,-3 3-53 0,-2-2 44 0,1 2-57 16,-1 0 47-16,-9 3-72 0,9-5-18 0,-9 5-97 15,0 0-101-15,0 0-128 0,-5-4-88 16,5 4-120-16,-19 2-693 0,9-2-901 0</inkml:trace>
  <inkml:trace contextRef="#ctx0" brushRef="#br0" timeOffset="12315.97">24822 5259 275 0,'-4'-6'458'0,"-1"-2"-111"0,-5 1-62 0,1-2-43 0,-4-3-32 0,-1 1-24 0,-1-3-15 16,-4-2-17-16,-3-1-15 0,0-2-25 0,-3-4 9 15,-3-2-10-15,-2 0-16 0,-2-1 29 16,-4 0-15-16,1-3 12 0,-9-2 2 0,-2-1 0 0,-2 2-17 15,-1 1-10-15,-3 1 19 0,-1 3 2 0,-3 0-14 16,-1 5-25-16,-2 5-4 0,4 4-14 16,-3 6-13-16,-3 6 20 0,-11 8-10 0,-3 10 6 15,1 9-10-15,-13 16-11 0,4 12-6 0,5 9-7 16,5 12-10-16,9 12 17 0,8 7-18 0,11 6 8 0,13 1 23 16,16-16 18-16,11-1-18 0,12 1 6 0,11-4-17 15,19 13-9-15,12-9-6 0,8-6 9 0,12-9 4 16,7-10 1-16,7-11-3 0,6-8-3 0,-8-16-7 15,4-6-5-15,6-9-3 0,1-8-2 0,0-8 0 16,0-6-4-16,17-15 4 0,-3-6-4 0,-3-6 3 16,-4-6 9-16,-5-6 9 0,-7-5 3 15,-5-5-5-15,-4-5 38 0,-12-6-58 0,-4-4 41 0,-10-6-60 16,-6 1 0-16,-15 8 9 0,-6-1-3 0,-6-2 35 16,-7-2-51-16,-7-1 21 0,-7 1-40 0,-9 1 23 15,-9 5-20-15,-9 3 33 0,-10 6-41 16,-7 6 36-16,-5 7-28 0,-8 8 2 0,-5 5 4 15,-3 10 8-15,-6 7 9 0,-1 5-30 0,-3 8-42 16,13 5-57-16,-9 6-97 0,4 5-88 0,0 4-49 0,9 6-59 16,5 4-48-16,4 3-68 0,9 2-331 15,7-1-436-15</inkml:trace>
  <inkml:trace contextRef="#ctx0" brushRef="#br0" timeOffset="19315.37">26045 9638 488 0,'-12'5'546'0,"12"-5"-156"0,-13 0-34 0,13 0-68 0,-13 0 20 0,13 0-33 0,-13-2 12 0,13 2 4 16,-9-4-21-16,9 4-27 0,-10-5-23 0,10 5-31 15,-8-8-24-15,6 2-16 0,-1-2-28 0,3-1-22 16,0 1-9-16,3-2-4 0,1-1-19 0,-1 0-15 15,5-1-9-15,-2 3-6 0,0 0-7 0,1 2-9 16,3 1-5-16,1 1-4 0,0 4-2 0,2-1 0 16,0 4 9-16,3 3 9 0,-3 0-12 0,4 2-4 15,-2 4-2-15,2 0 0 0,-3 2 0 0,0 1-2 16,-1-1-4-16,-2 0 0 0,-1 1-5 0,-1-3 8 16,-2 1-1-16,-1-2 5 0,2-2-4 0,-3 1 19 15,0-1-1-15,-1-2 11 0,-4-6-9 0,4 10 0 16,-4-10-9-16,0 0 3 0,0 0-6 0,0 0 3 15,-8-5 1-15,3-4 3 0,0 0-5 0,-3-4-7 16,4-3 11-16,-2-3 7 0,1-3 1 0,1-1-7 16,1-2-5-16,3 0-4 0,1-1 0 0,3 1-15 15,0 3 5-15,0 0-6 0,5 3 5 0,1 2-6 16,-1 3 4-16,3 4-6 0,-1 2 10 0,5 2-13 16,-3 6 14-16,2 0-7 0,1 3 3 0,4 6 4 15,-3 0-7-15,1 3 3 0,-1 1 0 0,-2 3 3 16,2 0-2-16,-4 2 3 0,1 0-9 0,-4 1-1 15,0-2-15-15,-5 2-24 0,2-3-42 0,-5-1-69 16,3 0-82-16,-5-4-80 0,2 2-60 0,-2-4-66 16,0 1-96-16,-2-3-559 0,0-3-715 15</inkml:trace>
  <inkml:trace contextRef="#ctx0" brushRef="#br0" timeOffset="19564.74">26154 9997 573 0,'-17'16'831'0,"2"-3"-182"0,-1-2-144 0,4 1-109 15,0-5-60-15,3 0-17 0,-1-1-31 0,10-6-30 16,-6 7-11-16,6-7-60 0,0 0-24 0,16-4-44 16,0-2-11-16,5-3-34 0,9-4-6 0,9-3-1 15,5-4 8-15,11-4-5 0,2 0 3 0,1 1-9 16,-1 1-6-16,-2 0-16 0,-9 3-5 0,-2 2-14 15,-5 2 4-15,-3-1-17 0,-5 5 2 0,-4 2-32 16,-6 0-46-16,-5 3-64 0,-1 0-70 16,-5 3-97-16,-10 3-76 0,7-4-73 0,-7 4-92 15,0 0-125-15,-12 4-262 0,1 1-495 0</inkml:trace>
  <inkml:trace contextRef="#ctx0" brushRef="#br0" timeOffset="20166.12">26305 10474 907 0,'0'0'817'15,"0"0"-146"-15,0 0-180 0,-9 1-100 0,9-1-76 16,0 0-62-16,0 0-34 0,0 0-36 0,0 0 26 15,0 0-36-15,-7 7 5 0,7-7-29 0,0 6-26 16,0-6-7-16,3 15-16 0,-1-5-17 0,0 1-18 16,0 0-17-16,2 1 4 0,-1 2-17 0,1 0-1 15,-1 0-11-15,2-2-2 0,-1 0 4 0,-1-1-13 16,-1 0-9-16,1-2 11 0,-2 0-11 0,2-3 9 16,-1 2 8-16,-2-8 38 0,2 11 28 0,-2-11 10 15,1 9-19-15,-1-9-18 0,0 0-9 0,0 0-1 16,-9-6 0-16,4-1-3 0,0-4-3 0,-2-1 11 15,2-4 22-15,-1-3-36 0,1-1 20 0,1-2-32 16,1-1 37-16,3 3-43 0,0-1 24 0,0 2-38 16,4 2 27-16,0 1-36 0,1 2 28 0,2 1-34 15,4 3 26-15,-1 3-33 0,3 4 31 0,2 3-32 16,1 2 34-16,3 2-29 0,4 4 30 0,-3 1-32 16,7 6 32-16,-1-3-25 0,-1 2 23 0,-2-1-28 15,0 2 26-15,-2-5-23 0,0 2-3 0,-4-3 3 16,2 0 5-16,-6-1 4 0,2-2 52 0,-4-2 38 15,1-2-3-15,-12-2 3 0,18-1-12 0,-9-3-2 16,1-3 18-16,-1-4-46 0,-2-3 17 0,2-3-44 16,-4-4 30-16,0 1-41 0,-4-4 33 15,2-3-45-15,-6-1 31 0,2-4-39 0,-4 1 33 0,0 2-33 16,-4-1 31-16,2 2-35 0,-2 2 30 0,2 6-39 16,-2-1 1-16,2 5-6 0,2 2-14 0,0 1-9 15,1 1-82-15,-2 2-40 0,2 4-63 0,2 0-19 16,2 6-14-16,0 0-80 0,-7-3-94 0,7 3-79 15,-1 5-91-15,1-5-163 0,1 10-438 0,-1-10-820 16</inkml:trace>
  <inkml:trace contextRef="#ctx0" brushRef="#br0" timeOffset="20733.18">27836 9482 697 0,'-9'3'821'0,"9"-3"-119"0,-18 3-161 0,18-3-109 0,-12 2-72 0,12-2-53 15,-12 1-32-15,12-1-23 0,0 0-27 0,-13 2-6 0,13-2-14 16,0 0-34-16,0 0-21 0,-3-8-32 0,10 2-23 16,4-1-24-16,3 0-13 0,4-5-15 15,9-4-33-15,4-1-59 0,3-2-78 0,-2 2-93 16,3-1-68-16,-2 2-48 0,-8 3-41 0,1 0-83 16,-6 2-75-16,-7 3-512 0,-1 4-665 0</inkml:trace>
  <inkml:trace contextRef="#ctx0" brushRef="#br0" timeOffset="20881.4">27774 9689 598 0,'-9'12'723'0,"2"0"-164"15,3-4-113-15,1-3-107 0,3-5-39 0,4 9-36 0,-4-9-35 16,14 1-44-16,-5-2-35 0,9-4-34 16,1-3-18-16,8-3-23 0,1-3-46 0,8-2-96 15,-1-1-143-15,-1-3-121 0,2 1-225 0,-3-2-369 16,0-1-496-16</inkml:trace>
  <inkml:trace contextRef="#ctx0" brushRef="#br0" timeOffset="21348.83">28799 8791 290 0,'7'-13'523'16,"-3"3"-65"-16,1-1-101 0,-2 3 12 0,1 0-33 0,-1-1-29 16,-2 2-40-16,2 1-32 0,-3 6-24 15,1-12-33-15,-1 12-24 0,-1-8-19 0,1 8-11 0,-5-6-21 16,5 6-18-16,0 0 16 0,-18 4-16 0,10 2-16 16,-2 1-16-16,-2 2-8 0,1 2-12 0,-1 3-6 15,-2 2-4-15,0 2-5 0,3 0-3 0,-1 0-6 16,3-1 2-16,-2 1-3 0,4-5-1 0,1 0 1 15,1 0-3-15,2-2 8 0,-2-3 19 0,5 0 5 16,0-8 1-16,5 10-12 0,-5-10-1 16,12 3-5-16,-2-5-4 0,3 1-4 0,2-5-3 0,0 0-3 15,3 0 2-15,3-2-7 0,-1 0 4 0,0 2-3 16,0-3 6-16,-2 5-4 0,0 0 5 0,-2 0 3 16,2 2 3-16,-3 2 5 0,2 2-1 0,1 3-8 15,-4 1 5-15,1 2-11 0,1 3 6 16,-4 4-7-16,0 1 6 0,-3 1-3 0,-1-3-7 15,-6 2 4-15,1 1 3 0,-3 1 2 0,-3 0-4 0,-1 1 2 16,-5 0 1-16,0 0-2 0,-1 0-1 0,-5-2 2 16,-1 0-2-16,0-2-1 0,-1-2-4 0,-2-1-5 15,-1-2-22-15,0-2-66 0,3-2-98 0,0-4-97 16,-1-2-111-16,2-2-121 0,0-1-606 0,0-3-741 16</inkml:trace>
  <inkml:trace contextRef="#ctx0" brushRef="#br0" timeOffset="21764.66">28568 8860 32 0,'5'-14'747'0,"0"4"-199"0,3-2-124 15,0 0-56-15,4 0-14 0,1-3-14 0,4 2 16 16,3-5 2-16,3 2-12 0,5-5-35 0,4 0-54 16,0 0-44-16,2 2-40 0,-1 1-35 0,2 4-24 15,-8 0-24-15,1 3-23 0,-1 0-9 0,-2 2-14 16,-4 2 21-16,0 1-42 0,-3 1 25 0,-3 1-37 15,-1 2 27-15,-2 1-42 0,-12 1 30 0,19 3-32 16,-12 1 27-16,-1 4-30 0,-1 1 33 0,-2 1-33 16,0 5 28-16,-2 0-34 0,2 2 36 0,-1 2-36 15,0 1 33-15,0 2-33 0,3 0 32 0,-1 1-32 16,1-2 44-16,4-1-42 0,-1-1 33 0,1-2-42 16,2 0 13-16,-2-3 18 0,2-5 16 0,1 1 32 15,0-3 14-15,4-2 2 0,-3-2 35 0,4-4-65 16,-1-2 38-16,3-2-58 0,1-3 38 0,0-3-53 15,3-3 42-15,-5-3-52 0,2-3 46 0,-2-2-54 16,-2 0 48-16,-2-2-53 0,-4-2 47 0,-5 3-47 16,0-1 41-16,-3-1-41 0,-4 2 1 0,-3-1 7 0,-3 0 6 15,-7 0-2-15,-3 3-1 0,-4 0-2 16,-2 4 1-16,-3 2 0 0,-1 3-7 0,1 4-16 16,-1 2-36-16,3 2-34 0,0 4-40 0,1 4-53 0,0 2-78 15,2 2-99-15,-2 7-57 0,1 1-118 16,-1 10-153-16,2 1-365 0,0 3-678 0</inkml:trace>
  <inkml:trace contextRef="#ctx0" brushRef="#br0" timeOffset="21983.2">28577 9564 714 0,'-8'17'886'0,"4"-5"-153"0,-2-1-176 0,2-2-115 0,4-1-64 0,0-8-11 0,8 7-19 0,-8-7-11 15,24 0-22-15,-1-4-8 0,8-5-4 16,7-3-41-16,7-5-7 0,12-4-26 0,2-1-39 16,6-4-20-16,2-1-27 0,2-1-29 0,1-1-21 0,0 1-20 15,-3-1-12-15,-3 2-19 0,-4 2-59 0,-6 1-64 16,-11 6-74-16,-5 1-100 0,-4 2-87 0,-8 4-132 16,-5 1-92-16,-8 5-100 0,-4 1-145 0,-9 4-436 15,0 0-857-15</inkml:trace>
  <inkml:trace contextRef="#ctx0" brushRef="#br0" timeOffset="22315.47">28964 10015 855 0,'-5'18'836'0,"4"-4"-182"0,0-5-165 16,1-9-94-16,5 10-69 0,-5-10-19 0,16 2-20 15,-3-8-34-15,6-2-30 0,2-3-14 0,3-3-21 16,2-3-1-16,3-2-33 0,-1-2-2 0,-1 0-46 15,-4 1 5-15,-3-1-14 0,1 2-25 0,-3-1-11 16,-4-1-12-16,-3 2-8 0,-3 1-12 0,-4 1-4 0,-3-1 36 16,-4 2-57-16,-2 1 41 0,-6-2-57 15,-3 2 50-15,-5 3-51 0,-1 1 4 0,-3 1 12 16,-2 4-8-16,1 0-2 0,-1 3-1 0,5 0 1 16,-1 1-1-16,2 2 3 0,1 3 0 0,0-1 2 0,6 1 0 15,-2-1-1-15,3 2 2 0,2-2 3 0,-1 2-4 16,5 1 3-16,5-5 0 0,-5 8-11 15,5-8-28-15,1 5-33 0,-1-5-41 0,12 4-74 16,-12-4-72-16,16-1-65 0,-7-2-45 0,3 0-62 0,-3 2-86 16,0-3-95-16,0-1-396 0,-2 1-613 0</inkml:trace>
  <inkml:trace contextRef="#ctx0" brushRef="#br0" timeOffset="22930.85">29151 9833 580 0,'0'0'536'0,"6"-7"-166"15,-2 2-48-15,0-2-92 0,1 0 7 0,0-3-23 16,1 0 15-16,1-1-20 0,-1-2 6 0,-2-1-14 15,0 0-28-15,-1-2-9 0,-1 2-1 0,-1 2-2 16,-1-2-30-16,-2 2-17 0,1 1-7 0,-3-2-12 16,-2 2-17-16,1 0-10 0,-4 2-8 0,-2 1 0 15,-2 3 3-15,-3 2 8 0,-2 3-18 0,-3 3-2 16,-6 1-13-16,-7 3-4 0,-6 7 3 0,-2 2 10 0,-1 3-6 16,2 1 17-16,0 2-1 0,4 2-1 15,2 0-17-15,5 1-1 0,3 1-12 0,6-4-1 16,6 1-9-16,2-4 0 0,6 0 8 0,3-2 25 15,5-2 1-15,2-1-5 0,4 1 3 0,7-2-12 0,-1-1-8 16,7-1-6-16,2-3-4 0,4-2-19 16,-1-3 17-16,6 0-4 0,5-2 10 0,2 1-15 15,0-2 2-15,3-2 26 0,3 1 29 0,-1 0 18 0,7 1-5 16,-8 0-1-16,2 1 4 0,-3 2-9 0,-2 1-13 16,-2 1-14-16,0 1-8 0,-5 4-6 0,-1-1-5 15,-5 4-5-15,-1 2-2 0,-3-1-8 16,-2 2-3-16,-7 1-1 0,-1 1-1 0,-2 1-2 0,-4 0-2 15,-3-2-2-15,-3 2 1 0,-3-1-1 0,-3 2 2 16,-4 0 5-16,-5 1-6 0,-2 0 5 0,-3-1-1 16,-1-3 13-16,-5-1 1 0,1-1-1 0,-2-3-2 15,-3-3-1-15,1-1-2 0,2-5 0 0,0 0-2 16,2-4-2-16,-1-4-3 0,4-1 4 0,1-2 1 16,2-5 5-16,2-5-3 0,3-4 2 0,5-4-17 15,4 1-5-15,5-2-1 0,4-8 4 0,5-6-17 16,5 1-39-16,1 1 23 0,3 1-30 0,1 3 15 15,0 0-2-15,3 2-37 0,-3 4-42 0,3 2-31 16,-4 4-55-16,-2 3-61 0,0 3-81 0,-4-1-100 16,1 5-83-16,-1 3-190 0,-1-2-359 0,1 3-711 15</inkml:trace>
  <inkml:trace contextRef="#ctx0" brushRef="#br0" timeOffset="23280.87">29643 9714 714 0,'0'0'937'0,"-7"10"-176"0,4-3-181 0,-4 0-100 0,2 5-32 0,-3 0-28 0,-2 4-21 16,0 3-52-16,0 1 8 0,-2 3-18 16,-1 1-34-16,2 2-40 0,1 0-33 0,3-1-1 0,1-1-18 15,0 1 1-15,4-2-43 0,2-3 2 0,0 1-8 16,4-3-59-16,0 0 41 0,2-2-66 0,1-2 43 15,2-2-110-15,2-1-12 0,-1-4 0 0,3-2 0 16,1-2 0-16,-1-3 0 0,5-3 0 0,-3-3 0 16,2-4 0-16,1-3 0 0,-2-4 0 0,2-2 0 15,-4-3 0-15,0-2 0 0,-3-2 0 0,-4 1 0 16,-3 0 0-16,1 2 0 0,-5 2 0 0,-4-3 0 16,-1 2 0-16,-4-1 0 0,-5 0 0 0,0 3 0 15,-5 1 0-15,-3 4 0 0,1 2 0 0,-2 2 0 16,-2 6-143-16,2 0-210 0,-1 4-72 0,-3 4-88 15,3 1-156-15,-5 3-111 0,2 4-898 0,2 2-1351 16</inkml:trace>
  <inkml:trace contextRef="#ctx0" brushRef="#br0" timeOffset="23847.43">29826 9694 563 0,'3'-9'583'0,"0"0"-108"0,-2 3-23 0,-1-2-45 16,0 8-36-16,1-11-20 0,-1 11-43 0,2-10-39 0,-2 10-28 15,0-7-16-15,0 7-13 0,0 0 13 0,0 0-1 16,-7 9 12-16,4 4 12 0,-1 1-1 0,1 3-31 15,-1 3-62-15,-1 4 3 0,3 0-55 0,0 3 8 16,2 0-21-16,0 1-16 0,3-1-15 0,-1-1-13 16,4 0-4-16,-1-2 13 0,2-2 40 0,0-2 24 15,2-1-16-15,1-2 10 0,3-2-2 0,0-1 4 16,2-4 9-16,0-2-8 0,2-4-25 0,-2-2-18 16,4-2-16-16,-1-5-9 0,3-2-8 0,-1-1-42 15,-2-3 35-15,0-3-45 0,-3 0 42 0,-1-3-44 16,-2-2 43-16,-3-1-51 0,-3-4 39 0,-3 2-4 15,-3 0-9-15,-4-2 1 0,-3-3-3 0,-7 2-3 16,0 0-4-16,-5 4 6 0,-2 1-4 0,-3 2-1 16,-3 2-32-16,1 3-23 0,-2 3-39 0,1 4-72 15,1 1-76-15,-2 5-60 0,6 0-87 0,-3 4-150 16,1 3-110-16,-1 1-148 0,4 2-679 0,1 0-1104 0</inkml:trace>
  <inkml:trace contextRef="#ctx0" brushRef="#br0" timeOffset="24515.29">30140 8443 572 0,'-10'0'776'0,"10"0"-94"0,-14-4-129 16,14 4-126-16,-11-2-83 0,11 2-75 0,0 0-47 15,0 0-8-15,-12 1 10 0,12-1-18 0,0 0 6 16,12 5-54-16,-12-5 25 0,18 1-61 0,-2 2-19 16,2-1-19-16,3-2-16 0,7 0-13 0,-1 0-13 15,5 0-8-15,-1 0-5 0,6-2 0 0,-1 1-10 16,1-2-5-16,1 1-5 0,-2-1-1 0,0 0 0 0,-6-1-2 16,-4 2 0-16,-2-1 0 0,-3 1-5 15,-2 0 0-15,-4 0 42 0,0 2-51 0,-4-1 15 16,-11 1 61-16,15 1-53 0,-15-1 47 0,4 8-44 15,-7-1 49-15,-2 2-52 0,-1 6 54 0,-4 2-46 0,-4 7 52 16,1 2-51-16,-3 9 37 0,0 1-6 0,2 4-3 16,-2-1-54-16,4 4 47 0,-2-2-45 15,1 0 44-15,0 2-43 0,2 0 1 0,0-4-1 16,1 1 0-16,0-3-3 0,2-5 34 0,-1-2-38 0,4 0 37 16,-1-6-53-16,3-1 1 0,-1-5-97 0,2 0-58 15,0-5-120-15,1-1-94 0,1-3-98 16,0-9-54-16,5 8-191 0,-5-8-426 0,7-5-774 15</inkml:trace>
  <inkml:trace contextRef="#ctx0" brushRef="#br0" timeOffset="25664.49">31109 8079 9 0,'-7'-4'716'0,"7"4"-142"0,-11-6-118 0,11 6-89 16,-17-3-60-16,17 3-44 0,-18 3-22 0,9 0-20 15,0 1-10-15,0 2-20 0,1 3-21 0,0 0-18 16,1 1 7-16,1 2-30 0,0 1-19 0,3 1-15 16,2 0-15-16,1 1-14 0,1 0-10 0,2 2-11 15,4-2-7-15,-2 2 13 0,6-2 24 0,-1 2 18 16,3-4-9-16,0-1 11 0,-1-3-7 0,1 1-18 15,1-4 43-15,-2-4-49 0,-1 0 32 0,4-2-60 16,-2-4 32-16,1-2-51 0,-1-2 35 0,2-3-8 16,-3-2-8-16,-2-4-10 0,0-1-2 0,-1-1 2 15,-4-2-1-15,-1 0-4 0,-2-3-5 0,-2 4 1 0,-3-4-2 16,-2 1 0-16,-2-1-2 0,-3 0-10 16,-4 2 2-16,3 4-1 0,-5 3-4 0,2 0 0 15,-2 4 0-15,0 2-4 0,0 4-3 0,2 2-26 16,-2 4-20-16,1 5-29 0,0 1-37 0,-1 2-58 15,1 4-72-15,3 2-72 0,0 0-58 0,5 0-55 0,2 0-107 16,5-1-570-16,0 1-726 0</inkml:trace>
  <inkml:trace contextRef="#ctx0" brushRef="#br0" timeOffset="25982.73">31532 8111 618 0,'0'0'901'0,"0"0"-162"0,-14-3-167 15,14 3-105-15,-12 2-62 0,12-2-75 0,-11 3-39 16,4 1-53-16,7-4-31 0,-9 7-26 16,4-2-22-16,1 1-14 0,2 0-17 0,-2 0-19 0,3 0-24 15,-1-1-15-15,2-5-12 0,0 14-2 0,0-14 3 16,0 10-7-16,0-10-2 0,3 9-1 0,-3-9 5 15,1 8 11-15,-1-8-1 0,0 0-12 0,5 5-10 16,-5-5-9-16,0 0-7 0,0 0-5 0,7-5-6 16,-7 5-3-16,2-9-3 0,-2 9-8 0,0-14-10 15,0 6-9-15,0 1-20 0,0-1-28 0,-1-3-63 16,-2 1-80-16,2 0-87 0,-1 1-112 0,0-1-79 16,-3 1-61-16,4-1-120 0,-2 1-422 0,0-1-706 15</inkml:trace>
  <inkml:trace contextRef="#ctx0" brushRef="#br0" timeOffset="26349.84">31725 7749 128 0,'2'-8'845'0,"1"-2"-110"0,-2 4-72 0,-1 0-126 16,0 6-61-16,3-11-43 0,-3 11-45 15,1-8-46-15,-1 8-43 0,0 0-34 0,0 0-17 16,0 0-27-16,0 0-27 0,-5 7-34 0,2 2-5 15,2 2-45-15,0 0-7 0,-1 3-38 0,2 2 2 0,2 0-29 16,0 3 11-16,2-3-26 0,1 1 9 16,1-1-22-16,2 0 21 0,3 0-12 0,0-1 19 15,-1-4-20-15,3-2 19 0,2 1-21 0,-2-3 11 16,5-1-19-16,-3-4 9 0,3-1-18 0,0-3 14 16,-1-2-7-16,-1-3 2 0,2 0-16 0,-1-5 20 0,-2-2-18 15,-1-1 16-15,-4-3-18 0,-2 1 20 0,1-3-15 16,-6 2 10-16,-2 0-14 0,-4 0 0 15,-2 2 3-15,-4 0 2 0,-2-2-2 0,-4 3 4 16,-2 2 2-16,-2 2-5 0,-3 1 3 0,0 4-3 16,-1 2 1-16,2 1-3 0,0 3-23 0,-1 4-32 0,3-1-44 15,-1 3-40-15,4 1-74 0,2 2-80 16,4 1-84-16,1-1-80 0,3 4-46 0,4-2-68 16,2 0-66-16,2-1-413 0,4-1-671 0</inkml:trace>
  <inkml:trace contextRef="#ctx0" brushRef="#br0" timeOffset="26731.97">32129 7618 381 0,'12'-15'783'0,"0"0"-143"15,-3 4-65-15,0-2-86 0,-2 4-68 0,0-1-66 0,-1 3-27 16,-1 0-44-16,0 0-10 0,-2 2-58 0,-3 5 17 16,6-9-54-16,-6 9 9 0,0 0-52 0,0 0-2 15,0 0-42-15,0 0 5 0,0 0-38 0,-7 10-13 16,4-5-4-16,-3 2-7 0,3 2-10 15,-1-3-3-15,2 4-6 0,-1-1 15 0,1 2-23 16,2-3 18-16,0 1-28 0,0 1 23 0,2-1-27 0,3-1 20 16,1 2-22-16,2-5 18 0,1 2-20 0,4 0 19 15,1-4-20-15,0 1 20 0,4 0-17 0,-1 1 17 16,1-2-20-16,-2 0 18 0,3-1-21 0,-1 0 25 16,0 0-26-16,0 2 23 0,-3 0-22 0,3 1 20 15,-4-1 6-15,2 1-9 0,-3 2 0 0,-1-1-4 16,0 3 2-16,-2-1 1 0,-1 2-1 0,-3-1 0 15,-3 1 2-15,-1-1-5 0,0 2 5 0,-2-2 4 16,-2 3-8-16,0-2-1 0,-2 0 3 16,-2-1-2-16,-3 0-2 0,-2 2-3 0,1-4 3 0,-4 0-49 15,1 1 6-15,-2-2-71 0,0-3-57 0,-2-1-73 16,3 0-93-16,-4-4-102 0,1-1-69 0,0-1-85 16,-1-5-536-16,-1-1-748 0</inkml:trace>
  <inkml:trace contextRef="#ctx0" brushRef="#br0" timeOffset="26897.98">32146 7610 391 0,'11'-11'728'16,"1"3"-148"-16,1-3-84 0,3 0-48 0,3 0-9 15,4-3-22-15,2-2-20 0,8-2-55 16,1-1-8-16,1 0-56 0,5-1-45 0,5-2-46 16,6-2-34-16,1-3-27 0,2 4-28 0,-3-1 16 0,-2-3-57 15,-8 5 16-15,-2 0-49 0,-2 3 6 0,-3-3-119 16,-5-1-74-16,-6 4-200 0,-5 1-145 0,-7 2-126 15,-4 2-694-15,-7 1-931 0</inkml:trace>
  <inkml:trace contextRef="#ctx0" brushRef="#br0" timeOffset="28797.73">30122 9744 270 0,'-4'-6'274'0,"4"6"-38"0,-2-10-37 15,0 4 7-15,2 6-31 0,-5-8 0 0,5 8-16 16,0-8-24-16,0 8-15 0,-2-6-29 16,2 6-18-16,0 0 26 0,0 0 12 0,-4 8-3 0,1 1 49 15,1 5-7-15,-2 4 0 0,-2 7-32 0,-2 7-6 16,-5 7-35-16,0 4-7 0,-2 3-4 0,-2 9-12 16,-2 0-11-16,1 2-4 0,-1-1-9 0,-3-1 6 15,3-2-15-15,-2 0 2 0,-1-3-16 0,0 1-20 16,2-11-8-16,-1 2-30 0,2-3-26 0,-1-1-63 15,-1-3-31-15,3-1-65 0,4-9-90 0,0-2-129 16,1-5-206-16,6-5-171 0</inkml:trace>
  <inkml:trace contextRef="#ctx0" brushRef="#br0" timeOffset="29230.72">29268 8519 249 0,'0'0'382'0,"0"0"-69"0,9 3-30 0,-2 6-34 16,-1 4-24-16,2 5-30 0,3 7-30 0,-2 4-24 15,3 6-33-15,2 6-22 0,-3 0-16 0,3 2-16 16,0 2-25-16,0 3-126 0,-3 1-148 0,0 1-455 16,-1 0-206-16</inkml:trace>
  <inkml:trace contextRef="#ctx0" brushRef="#br0" timeOffset="40463.75">18046 11856 183 0,'-5'-9'597'0,"1"-1"-113"0,0 2-87 0,-2 0-48 0,2 1-18 0,-1 0-41 0,1-2-28 16,-1 3-11-16,1-1 0 0,-2 3-11 0,3-2-16 16,3 6-30-16,-5-9-34 0,5 9-31 0,-6-4 26 15,6 4 10-15,-3 9 19 0,3 1-1 0,0 6-36 16,3 6 20-16,-1 5-29 0,5 8 15 0,-1 6-56 15,3 3-7-15,0 4-18 0,1 3-17 0,3 6 13 16,-4-5-37-16,0 8 16 0,0-8-34 0,-3-1 24 16,-2-3-46-16,0 0-30 0,1-4-74 0,-2-7-114 15,-2-3-151-15,3 1-166 0,-2-7-241 0,-2 0-495 16,1-6-888-16</inkml:trace>
  <inkml:trace contextRef="#ctx0" brushRef="#br0" timeOffset="47829.5">5717 13401 17 0,'0'0'463'0,"4"-7"-126"0,-4 7-88 0,0 0-38 0,4-5-64 0,-4 5-20 0,0 0-37 16,0 0-15-16,0 0-13 0,4 6-5 0,-4-6-22 16,1 7 4-16,-1-7-20 0,0 0 10 0,3 10 18 15,-3-10 78-15,4 3 13 0,-4-3-11 0,6 4-5 16,-6-4-13-16,13-3-8 0,-4-1-13 0,5-6-14 15,5-7-12-15,9-8-14 0,9-10-10 0,9-6 14 16,5-3-30-16,4-5 18 0,17-13-21 0,-1-2 11 16,2-6-28-16,2-1-15 0,0-1-25 0,0-2-66 15,-1 2-75-15,-1 2-78 0,1 3-121 0,-2 5-330 16,-6 2-215-16</inkml:trace>
  <inkml:trace contextRef="#ctx0" brushRef="#br0" timeOffset="51814.03">10001 13084 244 0,'0'0'216'0,"0"0"-24"0,0-9-15 16,0 9-3-16,0 0-8 0,0 0-22 0,0-7-12 15,0 7-12-15,0 0-13 0,0 0-22 0,0-6-11 16,0 6-17-16,0 0-6 0,0 0-15 0,0 0-6 16,0 0-4-16,0 0-5 0,0 0-15 0,0 0 49 15,0 0 5-15,0 0-10 0,0 0-12 0,0 0 3 16,10 4 0-16,-10-4 20 0,11 2-17 0,-11-2 21 16,14 1 4-16,-14-1 7 0,20-3-1 0,-3-2-3 15,2-3-10-15,3 1-12 0,6-6-2 0,6-2-6 16,4-2-8-16,2-2-7 0,2-2-24 0,9-4 18 15,2-3-31-15,-2 1 21 0,1-3-36 0,-1 1 10 16,-2-2-46-16,-3 2-31 0,-6 6-59 0,-6-1-78 16,0 4-95-16,-9 4-371 0,-2 2-205 0</inkml:trace>
  <inkml:trace contextRef="#ctx0" brushRef="#br0" timeOffset="52712.64">9949 14874 98 0,'0'0'337'0,"-7"-6"-57"0,7 6-54 0,-5-5-47 0,5 5-35 16,-6-5-30-16,6 5-22 0,0 0-8 0,-5-4-10 15,5 4-19-15,0 0-5 0,-5-6-9 0,5 6-5 16,0 0 2-16,0 0-3 0,0 0 9 0,0 0-2 0,0 0-3 16,0 0-2-16,0 0 8 0,0 0 6 15,0 0-2-15,0 0 5 0,0 0 3 0,0 0 2 16,9 3-2-16,-9-3 4 0,0 0 3 0,15-2 23 0,-15 2-30 15,12-2 37-15,-4-2-34 0,3-2 28 0,0-2-30 16,6-5 6-16,2-4-27 0,7-7 10 0,0-4-36 16,5-3 19-16,6-6 9 0,5-2-18 15,-1-4-32-15,0 1-17 0,4-2-66 0,-3 1-39 0,1-2-91 16,-3 2-104-16,1 0-439 0,-4 1-282 0</inkml:trace>
  <inkml:trace contextRef="#ctx0" brushRef="#br0" timeOffset="55346.45">9582 13318 143 0,'-3'-6'252'0,"3"6"-68"0,-3-7-28 0,3 7-20 0,-6-8-27 0,6 8-15 0,-6-8-9 0,1 3 7 0,5 5-3 16,-8-8 1-16,3 3 4 0,0-2 10 0,-1 2-16 15,-2-2-13-15,2 0-8 0,-1 1-9 0,-2-1 5 16,-1-3-13-16,1 2 3 0,-2-3-24 0,-2 1 11 15,-3 0-12-15,0-4 13 0,-1 3-8 0,-3-2 4 16,-4 0-12-16,-3-1 1 0,0 0-11 0,-8-1 14 16,2 0-1-16,-4 1 9 0,-1 1-9 0,-2-1-11 15,-3 1 5-15,-1 2-19 0,-3 0 14 0,1 2-12 16,-4-4 9-16,-1 5-15 0,0-2 13 0,-3 2-12 16,1-1 10-16,-4 3-19 0,2-1 17 0,-5 1-15 15,-1 2 13-15,-2 2-16 0,-2 1 13 0,-13 2-11 16,3 1 7-16,-3 2-5 0,1 5 11 0,-1-1 1 15,5 1-2-15,-2 2-13 0,3 1 18 0,3 1-14 0,2 0 9 16,3 2-7-16,1 1 16 0,6 0-19 0,0 2 2 16,9-1-1-16,4 1 0 0,-3 1 7 15,-2 5-9-15,9 0 6 0,0-2 0 0,3 2 0 0,1 2 1 16,3-1 0-16,1 3-4 0,5-1 3 0,0 3-2 16,4 0 1-16,2 2 13 0,3 0-14 0,1 3 9 15,4 0-10-15,1 3 17 0,2 1-20 0,4 2 22 16,2 2-18-16,4-5 21 0,4 6-12 0,2 2 17 15,5-1-1-15,3 0 5 0,5 6-7 0,7-2 2 16,3 1 3-16,4-5 0 0,4-1 17 0,7 0-3 16,-1-5-7-16,3-1 17 0,4-3-27 0,1-3 10 15,3-1-7-15,1-4 15 0,1-3 5 0,7-1 16 16,2-4-22-16,1-1 7 0,4-5-21 0,2-3 15 16,3-1-21-16,1-5 12 0,-1-1-11 0,-10-3 8 15,12-4 0-15,1-2-2 0,-1-3-15 0,1-3 9 16,0-2-6-16,2-5 0 0,-2 0 3 0,-1-6 0 15,-3 1 0-15,0-4-1 0,-1-1 2 0,-5-3-3 16,-2-1 0-16,-1-1 6 0,-5-3-11 0,-1-1 5 16,-5 0-7-16,-2-2 3 0,-7-1-4 0,2-1 4 15,-7 1 0-15,-3-2-2 0,-4-3 5 0,-2-1-2 16,-7-2 3-16,-1-2 1 0,-8 5 0 0,-3-2 1 16,-6-1 2-16,0-2 4 0,-6-1-1 0,-4-1 7 15,-3 2-2-15,-8-8 0 0,0 2 6 0,-7 5-6 16,-4 2 4-16,-2 2-11 0,-6 4-2 0,-3 4-7 15,-4 2 0-15,-8 4-6 0,-1 6-2 0,-7 2-1 16,-6 6 0-16,-2 4-11 0,-5 5-1 0,-2 3-7 16,11 5-15-16,-2 3-16 0,2 4-38 0,-10 2-21 0,5 3-47 15,10 1 1-15,2 1-32 0,6 5-33 16,3 2-37-16,3 1-25 0,2 5-13 0,6 3-128 16,2-1-158-16,4 3-94 0</inkml:trace>
  <inkml:trace contextRef="#ctx0" brushRef="#br0" timeOffset="62962.99">29166 12024 212 0,'7'4'637'0,"-7"-4"-105"0,8 8-123 0,-8-8-70 0,4 8-74 0,0-2-36 0,-3 3-41 0,1-2-3 16,-1 1-20-16,-1 1-14 0,-1-1-8 0,-1 2 0 16,2-1 9-16,-4 1-5 0,2-1-2 15,-1 1-3-15,-3-3-12 0,2 0-10 0,-2 1-19 16,-1-1-18-16,0-3-15 0,-2 2-15 0,0-1-8 15,0-4-11-15,-2 2-3 0,11-3 5 0,-20 0 18 16,9-3-3-16,2 0-12 0,1-1-8 0,-1-2-7 0,4-3-3 16,-1 0-3-16,2-3-7 0,1 0 3 15,3 1 3-15,0 0-10 0,3 0 5 0,1 0-11 16,2 3 14-16,4-1-16 0,-1 3 11 0,0 2-14 16,3 1 10-16,-1 1-7 0,1 4 8 0,2 2-9 15,-1 2 11-15,2 1-9 0,-2 5 4 0,2 1 2 16,-4 4 9-16,1 2-1 0,-2 4-6 0,-1 4 9 15,-4 2 23-15,-1-4-19 0,-4 3 19 0,-2 0-18 16,-4 1 32-16,0 3-36 0,-3-2 36 0,-4 0-38 16,-1-5 7-16,-1 2 8 0,-2-3-23 0,1-3 4 15,0-1 3-15,2-5 0 0,0-2 10 0,2-3-3 16,1-2-1-16,2-5-18 0,9-3-3 0,-18 0-14 16,12-5 2-16,0-4 4 0,3 1-1 0,-1-5 0 15,4 0-2-15,5-3 3 0,-1 2-1 0,5-3-1 16,3 3 8-16,4-1 30 0,0 6-29 0,4-1 2 15,2 4 1-15,1 1 6 0,1 1-6 0,-1 3-1 16,3 2-2-16,0 2 2 0,0 0-7 0,-3 2-16 16,1-1 17-16,-1 2-45 0,-1-2-1 0,-4 2-82 15,-2-3-83-15,1 0-91 0,-4 0-91 0,0-1-114 16,-2-4-164-16,2-2-353 0,-4-1-642 0</inkml:trace>
  <inkml:trace contextRef="#ctx0" brushRef="#br0" timeOffset="63162.8">29543 11841 253 0,'8'-5'683'0,"-8"5"-115"0,7-8-103 0,-7 8-36 0,8 3-66 16,-8-3-29-16,9 8-30 0,-1 0-32 0,-3 3-38 16,0 1-29-16,1 4-17 0,-2-1-47 0,0 5-24 15,2 0-29-15,-2 1-17 0,1 1-16 0,-1 0-9 16,-1 0-23-16,1 2-36 0,-2-4-88 0,1 3-111 15,-1-3-119-15,1-1-93 0,-2 0-87 0,0 0-503 16,-1-2-618-16</inkml:trace>
  <inkml:trace contextRef="#ctx0" brushRef="#br0" timeOffset="63332.01">29670 12216 484 0,'0'0'684'0,"-5"-4"-163"0,5 4-105 0,-8-5-90 16,8 5-74-16,-10-4-49 0,10 4-41 0,-12-1-33 16,12 1-32-16,-11-2-17 0,11 2-61 0,-11-1-110 15,11 1-158-15,-10-3-217 0,10 3-345 0,-9-5-344 0</inkml:trace>
  <inkml:trace contextRef="#ctx0" brushRef="#br0" timeOffset="63496.51">29465 12055 625 0,'0'0'711'0,"0"0"-153"0,0 0-104 15,-4 5-117-15,4-5-78 0,0 0-42 0,0 0-39 16,0 0-42-16,0 0-32 0,0 0-72 0,0 0-69 16,-2 6-108-16,2-6-113 0,3 5-172 0,-3-5-434 15,6 8-412-15</inkml:trace>
  <inkml:trace contextRef="#ctx0" brushRef="#br0" timeOffset="63863.11">29064 13786 537 0,'-13'18'800'0,"2"-6"-191"15,3 1-123-15,0-3-116 0,2-3-75 16,3-1-42-16,3-6-11 0,0 0-25 0,0 0-19 0,0 0-17 16,4-7-28-16,6-3-31 0,-1-2-19 15,7-4-6-15,3-4-28 0,1-1-13 0,8-2-15 0,-3 0-6 16,-2 2-28-16,-2 5-58 0,1-1-85 0,-5 4-80 16,-1 1-60-16,-5 6-77 0,-2 1-52 15,-9 5-64-15,12-2-461 0,-12 2-504 0</inkml:trace>
  <inkml:trace contextRef="#ctx0" brushRef="#br0" timeOffset="64030.07">28959 14270 683 0,'-8'17'670'0,"3"-2"-153"0,0-3-98 16,3-2-101-16,2-3-61 0,0-7-46 0,6 8-9 16,-6-8-13-16,19-8-37 0,-2-5-26 0,10-8-21 15,5-6-23-15,9-11-14 0,3-5-26 0,2-1-57 16,1-3-99-16,0 4-126 0,-4 0-155 0,-5 2-627 15,-2 2-632-15</inkml:trace>
  <inkml:trace contextRef="#ctx0" brushRef="#br0" timeOffset="64330">29575 13608 490 0,'-4'6'915'0,"-1"-1"-179"15,0 3-169-15,-3 4-112 0,1 1-55 0,0 1-39 16,2 3-37-16,-1 2-47 0,2 1-36 0,0 1-32 15,0-3-36-15,2-1-26 0,2 2-13 0,2-1-6 16,2-1-17-16,0-1-20 0,2 0-17 0,1-3 4 16,0-1 4-16,4-4-12 0,-1 0-13 0,0-4-2 15,0-1 16-15,-10-3-6 0,22-3-10 0,-8-1-5 16,-2-4-9-16,0 0-8 0,-3-4-6 0,2-1-34 0,-4-4 40 16,1 2-27-16,-2-2 33 0,-3-1-5 0,-2 2 4 15,-1-1-3-15,-2 0-5 0,-1 0-1 0,-4 2-5 16,1 3-5-16,-3 0-4 0,-2 4-2 0,-5 1-5 15,2 3-3-15,-5 3-2 0,1 3-2 0,-1 2-1 16,-4 3-45-16,5 2-18 0,0 2-104 0,4 0-57 16,2 1-111-16,5 0-144 0,3-1-115 15,2 0-168-15,3-1-561 0,2-1-926 0</inkml:trace>
  <inkml:trace contextRef="#ctx0" brushRef="#br0" timeOffset="64512.45">30007 13541 1500 0,'-13'2'909'0,"-5"-2"-219"0,6 2-138 0,1-1-105 15,0 1-96-15,11-2-63 0,-17 4-59 0,17-4-37 16,-15 5-41-16,15-5-34 0,-12 2-23 0,12-2-19 16,0 0-22-16,-12 3-71 0,12-3-115 0,0 0-114 15,0 0-115-15,0 0-55 0,0 0-133 0,7-10-168 16,-2 4-282-16,2 1-602 0</inkml:trace>
  <inkml:trace contextRef="#ctx0" brushRef="#br0" timeOffset="64813.67">30134 13255 1141 0,'0'0'883'0,"-5"10"-149"0,2-2-156 15,-1 2-33-15,0 1-95 0,0 3-16 0,-1-1-82 16,1 3 0-16,1-1-71 0,0 2 5 0,2-1-70 0,1-1 51 15,0-3-64-15,4 3-21 0,1-1-10 0,2 0-17 16,1-3-23-16,2 0-31 0,4-2-16 16,-1-1-23-16,5-3-14 0,-1-2-16 0,1-1-26 15,1-2-5-15,-1-2-1 0,1-3-4 0,-1-3-4 0,1 0 2 16,-3-2 0-16,-3-2 1 0,1-1 38 0,-5 0-44 16,0-1 37-16,-4-1-45 0,-2 2 47 0,-2-1-47 15,-2 2 39-15,-3-1-43 0,-2 0 43 0,-3 2-46 16,-3 2 46-16,-3 2-44 0,-3 3 40 0,-4-2-43 15,0 6 40-15,-2 0-50 0,-1 0-18 0,-1 6-40 16,-1-3-64-16,4 2-77 0,1 3-72 0,3-1-78 16,5 1-153-16,3 0-74 0,-1 2-132 0,7-2-692 15,1-1-1048-15</inkml:trace>
  <inkml:trace contextRef="#ctx0" brushRef="#br0" timeOffset="65512.95">30587 13015 500 0,'9'-3'727'0,"-9"3"-183"0,0 0-101 0,0 0-113 0,10 2-17 16,-10-2-10-16,0 0-2 0,-1 10 4 0,1-10 2 16,-4 9-9-16,4-9-20 0,-6 10-7 0,6-10-19 15,-8 9-5-15,8-9-13 0,-7 6-14 0,7-6-20 16,-7 7-20-16,7-7-20 0,-9 3-10 0,9-3-27 15,0 0-23-15,-15-2-19 0,15 2-16 0,-12-7 3 16,5 1-6-16,2 0-2 0,1-2-5 0,0-1-21 16,1-1 20-16,1 2-13 0,2-2-9 0,1 2-4 15,2-2-11-15,1 3-4 0,1-1-4 0,2 0-3 16,2 4 1-16,3 0-2 0,-1 2-4 0,3 2-2 0,-1 3 3 16,2 2-28-16,2 6 32 0,2 1-2 15,0 4 2-15,-3 5 30 0,0 3-36 0,-2-1 35 16,-2 2-46-16,-1 3 42 0,-2-2-46 0,0 0 44 15,-2-3-37-15,-2-1 37 0,-3 1-42 0,2-5 52 0,-3-2-35 16,3 0 45-16,-2-3-33 0,0-1 72 16,-2-2-13-16,3-1 33 0,-1-2 25 0,-2-7-18 15,7 9-79-15,-7-9-36 0,15-3 0 0,-2-4 0 16,3-5 0-16,7-3 0 0,7-7 0 0,0 0 0 0,2-5 0 16,2 2 0-16,-2-1-130 0,-1 0-89 0,0 3-49 15,-3 2-121-15,-5 3-90 0,-2 2-104 0,-2 2-64 16,-4 4-117-16,-1 3-731 0,-3-1-1121 0</inkml:trace>
  <inkml:trace contextRef="#ctx0" brushRef="#br0" timeOffset="65996.34">29989 14466 473 0,'-16'6'797'0,"3"-1"-171"0,1-1-124 0,1-1-122 0,0 2-72 16,3-3-43-16,-1 1-18 0,9-3 6 0,-12 5 3 15,12-5-6-15,0 0-10 0,0 0-10 0,0 0 2 16,10-8-44-16,8-3-27 0,15-7-13 0,12-10 22 0,8-5-68 15,7-4 54-15,4-5-41 0,17-11 29 0,3-2-46 16,2-3 19-16,3-1-54 0,0-1 21 0,0-1-47 16,0 1 27-16,-4 2-47 0,0-3 31 15,-5 4-15-15,-17 11-6 0,-5 5-36 0,-6 2-51 0,-5 6-60 16,-14 9-77-16,-2 2-86 0,-11 6-104 0,-6 5-116 16,-5 3-25-16,-9 8-74 0,0 0-106 0,0 0-364 15,-9 5-689-15</inkml:trace>
  <inkml:trace contextRef="#ctx0" brushRef="#br0" timeOffset="66645.46">30576 14621 608 0,'-9'1'790'0,"9"-1"-172"0,-14 2-99 0,14-2-104 0,0 0-45 0,-13 1-42 0,13-1-48 0,-8-3-50 16,8 3-10-16,-1-8-23 0,1 8 1 0,1-10-10 15,1 3-18-15,1 1-10 0,0-2-32 0,1-1-17 16,-2 3 15-16,2 0-3 0,1-2-11 0,-1 1 7 16,1 0 3-16,2 1-14 0,-2 0-18 0,0 0-18 15,0 0-15-15,-5 6-13 0,8-6-6 0,-8 6-13 16,11-5-3-16,-11 5-5 0,0 0-3 0,16 2-2 16,-11 2-5-16,2 1 5 0,-2 3 36 0,2 1-39 15,-1 1 34-15,-1 2-44 0,2 1 32 0,-2 0-39 16,0-1 38-16,-1 1-7 0,0-1-7 0,-1-1-1 15,1-1-1-15,1-2-6 0,-4 2-2 0,3-3 3 16,-2-2-4-16,0 3 0 0,-2-8 6 0,5 9 15 16,-5-9 89-16,4 7-34 0,-4-7 47 0,13 3-45 15,-4-6 30-15,3-5-60 0,5-3 27 0,6-5-53 0,3-9 33 16,3 1-53-16,3-4 41 0,3-2-54 0,2-6 48 16,1-2-56-16,-1 2 36 0,-5 5-63 15,-2 1-17-15,-4 2-64 0,-3 4-66 0,-5 5-75 16,-2 4-132-16,-6 3-143 0,-4 1-146 0,-1 2-136 0,-5 9-662 15,-5-7-1105-15</inkml:trace>
  <inkml:trace contextRef="#ctx0" brushRef="#br0" timeOffset="67083.06">29369 16618 608 0,'-9'11'777'0,"4"-3"-148"0,-1 1-137 0,1-3-108 0,0 1-75 0,1-1-52 15,-1-2-44-15,5-4 6 0,-7 10 3 0,7-10 12 16,-4 6 7-16,4-6-1 0,0 0-4 0,0 0-41 15,22-4-38-15,-5-5-26 0,8-4-23 0,5-9-24 16,4 2-12-16,1-4-7 0,3-2-26 0,-2-1-42 0,0 2-82 16,-2-3-87-16,-3 8-69 0,-2-1-101 15,-6 6-75-15,-5 7-16 0,-3 0-59 0,-4 5-10 0,-11 3-505 16,14 5-610-16</inkml:trace>
  <inkml:trace contextRef="#ctx0" brushRef="#br0" timeOffset="67246.53">29500 16856 298 0,'-19'23'810'0,"2"-2"-163"0,0-1-129 0,3-3-129 16,3-2-78-16,3-1-53 0,2-1-25 0,4-4 32 16,2-1 3-16,4-2-24 0,-4-6-6 0,16 3-50 15,0-7-16-15,11-7-51 0,6-9-27 0,12-9-29 16,5-7-45-16,3-7-22 0,4-6-41 0,10-13-85 16,-1-3-97-16,-4 0-100 0,-12 9-84 0,-5-3-151 15,-3 4-517-15,-4 2-692 0</inkml:trace>
  <inkml:trace contextRef="#ctx0" brushRef="#br0" timeOffset="67546.44">30169 16109 372 0,'-10'9'867'15,"1"2"-150"-15,-2 3-112 0,-1 5-109 0,3 2-40 16,1 7-67-16,0 3-10 0,3 1-65 0,1 2-10 16,2 0-65-16,2-1-7 0,2 1-50 0,3-3 2 15,2-3-37-15,2 1-9 0,0-4-1 0,5-3-17 16,0-1-27-16,3-6-12 0,-3-2 5 0,5-2 2 15,-1-7-15-15,1-1-10 0,-1-5-10 0,5-3 5 0,0-4-28 16,0-6 9-16,0-3-22 0,0-1 11 16,-4-1-17-16,-4-4 11 0,-3-1-15 0,-2-3-2 15,-3 3-3-15,-6-2 2 0,-1 2 0 0,-4 0-3 16,-3-1-3-16,-6 1 3 0,-2 2-3 0,-6 2 1 0,-1 5-1 16,-5 2-1-16,-2 3-3 0,-4 5 3 0,2 3 1 15,2 3-4-15,-6 3 0 0,3 1-2 16,2 6-30-16,1-1-54 0,5 3-49 0,5 0-79 15,5 0-81-15,3 0-106 0,4 0-89 0,5-1-46 0,2-1-62 16,4-1-128-16,4-3-339 0,1-1-687 0</inkml:trace>
  <inkml:trace contextRef="#ctx0" brushRef="#br0" timeOffset="67813.81">30601 16102 1029 0,'0'0'796'0,"0"0"-170"16,0 0-147-16,-5 6-59 0,5-6-45 0,-5 5-47 16,5-5-34-16,-4 11-35 0,4-11-31 0,-1 10-29 15,1-10-26-15,-1 11-36 0,1-11-1 0,0 9 11 16,0-9-22-16,4 10-4 0,-4-10-2 0,3 9-12 16,-3-9-7-16,7 7 2 0,-7-7-25 0,5 4-8 15,-5-4-9-15,0 0-6 0,6 6-10 0,-6-6-8 16,0 0-4-16,0 0-20 0,5-4-18 0,-5 4-12 0,0-9-25 15,0 9-26-15,-2-13-29 0,1 5-55 16,-2 0-64-16,0 2-13 0,-2-2-49 0,3 1-65 16,-5 1-66-16,4 0-20 0,-1 2-62 0,4 4-67 0,-9-7-481 15,9 7-655-15</inkml:trace>
  <inkml:trace contextRef="#ctx0" brushRef="#br0" timeOffset="68462.74">31055 15637 626 0,'-4'-6'718'0,"0"0"-163"0,4 6-113 0,-9-3-105 0,9 3-11 0,-15 2 11 15,7 4 1-15,1 4-17 0,-2 2 27 16,-1 4-64-16,1 2 2 0,0 1-55 0,0 2-16 15,2-1-25-15,3 2-28 0,3-3-28 0,1 2-26 16,1-3-21-16,5 4-10 0,1-3-16 0,2-2 7 0,0 1 4 16,4-4-5-16,1-1-6 0,0-1 13 0,1-5 0 15,1-1-16-15,2-4-4 0,-2 0-7 0,3-5-8 16,3-2 6-16,-1-3-25 0,0-3 15 0,-2 1-25 16,2-5 14-16,-4-1-19 0,0-1 15 0,-3-5-20 15,-3 2 15-15,0 0-15 0,-4-1 16 0,-2-3-21 16,-3 3 16-16,-2 0-13 0,-2 1 11 0,-3-4-20 15,-4 5 19-15,-3 1-17 0,-1 2 14 0,-6 1-18 16,1 3 15-16,-5 3-20 0,0 4 3 0,-2 1-36 16,3 4-19-16,-4 2-66 0,3 3-38 0,2 4-105 15,0-1-96-15,3 5-110 0,3-1-58 0,1 5-56 16,2-2-122-16,1 2-378 0,5-2-717 0</inkml:trace>
  <inkml:trace contextRef="#ctx0" brushRef="#br0" timeOffset="70565.27">31520 15409 526 0,'0'0'573'0,"-9"-7"-105"0,4 3-75 0,5 4-33 15,-9-7-40-15,9 7-2 0,-9-7-17 0,9 7-2 16,-6-5-20-16,6 5-3 0,-7-7-53 0,7 7-25 15,-5-7 16-15,5 7 16 0,-5-6-33 0,5 6-30 16,-2-7-30-16,2 7-33 0,0 0-17 0,-5-5-14 16,5 5-16-16,0 0-12 0,0 0 10 0,0 0-10 15,0 0 15-15,10 7 6 0,-4-1-13 0,2 2 9 16,1 3-33-16,0-2 18 0,2 2-29 0,1 2 12 16,1 2-21-16,-1-1 18 0,2 0-23 0,-2-1 17 15,2 2-21-15,-3-1 16 0,2 0-20 0,1-1 17 0,-5-1-20 16,3 0 23-16,-3-2-26 0,0 0 19 15,-2-2-22-15,0 0 21 0,-1 1-32 0,-1-2-5 16,0-1-59-16,-1 2-33 0,0-1-98 0,0-3-68 0,-2 2-102 16,-2-6-86-16,-2 12-51 0,-3-6-102 0,0-1-504 15,-2 0-748-15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7:23.636"/>
    </inkml:context>
    <inkml:brush xml:id="br0">
      <inkml:brushProperty name="width" value="0.05292" units="cm"/>
      <inkml:brushProperty name="height" value="0.05292" units="cm"/>
      <inkml:brushProperty name="color" value="#FF0000"/>
    </inkml:brush>
  </inkml:definitions>
  <inkml:trace contextRef="#ctx0" brushRef="#br0">8414 14997 5 0,'-13'-8'302'0,"-1"2"-67"16,1-1-27-16,2-1-17 0,-3 3-33 0,1 0-26 15,0-1-17-15,-1 1-7 0,3-1-13 0,-1 3 5 16,3 0-7-16,-2-2-11 0,2 2 9 0,0 0-19 15,1 1-6-15,8 2-23 0,-14-3-1 0,14 3-2 16,-9 3 19-16,9-3 20 0,-1 15 5 0,2-3-30 16,2 4 8-16,0 5-18 0,5 1 17 0,1 4-12 0,1 1-7 15,3-3-8-15,0-2 2 0,1 0-4 0,1-8 16 16,-1-1 14-16,5-3 22 0,1-6 2 0,3-6 1 16,10-5-5-16,10-13 0 0,12-13-5 0,7-10 17 15,16-17-11-15,2-9-2 0,1-6-15 0,3-6-1 16,5-6-8-16,2-4-23 0,1-8-29 0,1 1-31 15,-2 5-56-15,-4 2-59 0,-5 7-39 0,-7 8-57 16,-6 8-52-16,-14 16-67 0,-10 7-464 0,0 3-355 16</inkml:trace>
  <inkml:trace contextRef="#ctx0" brushRef="#br0" timeOffset="1267.33">19554 14639 68 0,'-9'-12'421'0,"2"1"-105"0,0 3-39 16,2 0-81-16,1 1-29 0,-1 3-47 0,5 4-6 16,-10-6-47-16,10 6 15 0,0 0-14 0,-6 3-3 15,6-3 1-15,-3 9-5 0,2-2 19 0,2 2 8 16,0-1-21-16,2 2 11 0,-2 0-8 0,3-2-14 16,4 2-8-16,-3-1 2 0,4-1 19 0,0 1-1 15,3-5-5-15,3 2 20 0,2-4-3 0,0-4 2 16,10-4 9-16,4-2 17 0,9-12 2 0,10-10 16 15,5-6-11-15,5-8 3 0,12-14-35 0,3-11-18 0,2-6 0 16,5-10-27-16,2-3-35 0,2-3-91 0,3-3-90 16,1-5-118-16,-1-1-179 0,-1-1-452 15,-2 1-500-15</inkml:trace>
  <inkml:trace contextRef="#ctx0" brushRef="#br0" timeOffset="2836.36">19457 16979 780 0,'14'-2'790'0,"-2"-1"-166"0,-3 2-146 0,-9 1-110 0,14-4-96 15,-14 4-76-15,14-2-53 0,-14 2-33 0,10-2-22 16,-10 2-20-16,9-2-15 0,-9 2-8 0,0 0-9 16,17 4-5-16,-10-1-8 0,3 3-3 0,-2-1-7 15,1 1 5-15,0 0-8 0,4-1 0 0,0-4 20 16,2 1 10-16,3-4 9 0,5-4-4 0,11-8-5 16,2-10-10-16,15-13 5 0,7-13-8 0,17-24-5 15,11-15-9-15,10-15-39 0,35-33-80 0,14-12-105 0,9-11-172 16,7-8-314-16,9-7-268 0,7-6-553 15</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7:35.186"/>
    </inkml:context>
    <inkml:brush xml:id="br0">
      <inkml:brushProperty name="width" value="0.05292" units="cm"/>
      <inkml:brushProperty name="height" value="0.05292" units="cm"/>
      <inkml:brushProperty name="color" value="#FF0000"/>
    </inkml:brush>
  </inkml:definitions>
  <inkml:trace contextRef="#ctx0" brushRef="#br0">5307 6503 244 0,'0'-13'268'0,"-1"1"-41"0,-2-5-40 0,1-1 0 0,-3-2-27 0,-1-1-5 16,0-3 1-16,-3-1 11 0,-2 0-21 0,-1-1 22 15,-2-1-35-15,1 2 5 0,-2 0-51 0,-3 0-3 16,-2-2-32-16,-6 2 16 0,1 1-38 0,-5 1 32 16,-2 1-35-16,-5 4-1 0,-1 1-3 0,-7 5 8 15,-4 1-5-15,-3 4 13 0,-3 3-3 16,-5 4-9-16,-1 4 15 0,-11 5-28 0,-1 8 29 0,-2 3-29 16,2 6 15-16,3 5-23 0,1 6 0 0,6 2-3 15,3 7 9-15,9 4 2 0,4 3-5 0,10 7 5 16,7 2-3-16,6 5 26 0,11 5-28 0,9 4 2 15,8 1 25-15,8-1-3 0,5 1 12 0,9-6 1 16,7-2 5-16,6-7 15 0,7-4-9 0,9-5 7 16,6-11 10-16,4-4-12 0,7-8-6 0,1-5-8 15,2-8-2-15,2-5-3 0,1-9 10 0,1-7 1 16,0-9 7-16,-1-6 27 0,0-10-7 0,-4-2 22 16,13-15-3-16,-21 5-12 0,12-15-22 0,-21 9-6 15,-5-3 11-15,-5-4-13 0,-7-1-7 0,-7-3-18 16,-6-1-7-16,-9-5-8 0,-5 0-11 0,-10 7-13 0,-5 1-8 15,-8-8-7-15,-9 1-7 0,-11 2 7 0,-2 8 7 16,-9 2-3-16,-6 7-1 0,-4 4 9 16,-3 8-1-16,-5 6-3 0,-1 8-2 0,-2 3-11 15,7 10-36-15,-3 5-60 0,2 5-74 0,-9 8-94 0,5 7-62 16,1 3-72-16,8 9-117 0,0 3-333 0,6 4-425 16</inkml:trace>
  <inkml:trace contextRef="#ctx0" brushRef="#br0" timeOffset="2732.61">21073 6256 42 0,'-8'-14'318'0,"0"0"-81"0,2-1-39 0,-2 0-31 15,-1 1-16-15,1-3-24 0,0 0 0 0,1 1-20 0,-2-2-21 16,0 0-23-16,-1 1 3 0,1-1-18 16,-1-1-1-16,-3 2-21 0,2 0 7 0,-6 0-17 15,2-1 6-15,-6 0-14 0,1 0 9 0,-3 2-14 16,-3 2 6-16,-1-4-6 0,-3 0 9 0,-4 1 4 16,1-1 9-16,1 2-18 0,-4-3 13 0,2 1-6 15,-3 0 29-15,0 2-4 0,-3-1 5 0,1-1-29 16,-5 1 15-16,1-1-19 0,-4 1 11 0,-11 0-15 15,3-2 13-15,-4 4-16 0,-2 0 17 0,-2 3-17 16,8 0 9-16,-1 4-1 0,-1 1 8 0,-3 1-20 16,-2 3 14-16,-2 2-14 0,-11 4 22 0,-2 0-16 15,-2 7 10-15,-2 3-16 0,0 2 14 0,-1 6-15 16,-1 1 15-16,0 5-19 0,-16 4 19 0,3 4-22 0,3 1 21 16,16-4-3-16,-15 6-3 0,17-3 0 15,3 2 5-15,3 0 3 0,3 3 9 0,6-1-10 16,4 5 17-16,3 0-15 0,4 0 4 0,5 4 7 15,4-4-3-15,5 3 3 0,4 0 9 0,7 1 2 16,3-6 22-16,7 0-30 0,0 2 33 0,5 3-23 16,3 5 19-16,2-1-19 0,6 4 7 0,2 1-27 15,5 12 20-15,4-3-11 0,6 2 13 0,4-3-18 16,5 1 6-16,7-4-16 0,3-1 14 0,4-2-3 16,8-2-6-16,5-3 1 0,17 5-12 0,-8-12 16 15,16 0-11-15,8-3 11 0,4-6-16 0,-10-9 13 16,23-1-13-16,-14-8 7 0,2-7-12 0,1 1 13 15,6-9-8-15,0-3 7 0,3-3-8 0,0-7 11 16,18-5-13-16,-5-4 8 0,-4-5 4 0,-4-2-2 16,-3-2-15-16,-4-4 10 0,-3-4-13 0,-3-3 5 15,-4-1-6-15,-20 2-9 0,12-9 8 0,-19-1 0 16,-5 1-2-16,-4-7 3 0,-5-2 12 0,-4-4-13 16,-8-1 17-16,-5-3-15 0,-7-3-2 0,-7-2-3 15,-4-2-2-15,-10 0 2 0,-5-4-2 0,-5 2 4 16,-10 1 2-16,-4 3 13 0,-7 3-6 0,-4 4 6 15,-6 1-11-15,-5 6 2 0,0 3-3 0,0 4 2 0,-1 3 0 16,2 5-1-16,7 8 0 0,5 4 0 16,3 4 0-16,5 4-5 0,4 6-75 0,2 0-70 15,2 5-54-15,3 4-42 0,9 4-59 0,-19 0-139 16,10 2-213-16,-4 4-166 0</inkml:trace>
  <inkml:trace contextRef="#ctx0" brushRef="#br0" timeOffset="3416.72">21485 6430 101 0,'-10'4'388'0,"10"-4"-88"0,-13-4-23 0,4-1-41 0,-1-1 2 16,-3 0-8-16,1-3-19 0,-1 0-16 0,0-2-18 15,-1-4-7-15,1 2-27 0,2-3-10 0,2-1-23 16,2-1 10-16,1 2-34 0,3-2-5 0,3 0-24 15,4 0-1-15,3-3-20 0,4 1 3 0,7-1-18 16,1 3 8-16,6-1-14 0,3 6-2 0,0 1-6 16,2 4-1-16,1 0-1 0,-3 5 8 0,0 3-6 15,0 3 6-15,-1 2-11 0,1 5 13 0,-2 0-18 16,-2 4 2-16,-1 2 1 0,-4 3 1 0,-3 2-4 16,-5 2 8-16,-2-1-3 0,-2-1 3 0,-5 2-2 15,1-4 1-15,-3 0-1 0,-3-2 3 0,1 0 2 16,-4-1 4-16,1-2 2 0,0-1 7 0,-1-2 43 15,1-2 33-15,1 0-3 0,-1-2-16 0,1-2-11 16,4-5-14-16,0 0-11 0,0 0-9 0,-10-4-6 16,10-3-5-16,1-3-6 0,5-4-3 0,-2-2-3 15,4-5-1-15,2-4-4 0,1-3 0 0,1-1-6 16,3-5 7-16,-2 1-10 0,-1 4 5 0,-1 0 2 16,-1 4 8-16,-2 4 3 0,1 0-3 0,-4 7 1 15,0-2-6-15,-1 3-1 0,1 3-4 0,-2-1 0 16,-2 6 0-16,-1 5 0 0,0-9-2 0,0 9 2 15,0 0 1-15,-9 5-3 0,5 2 3 0,-1 2 3 16,1 1-6-16,-1 2 7 0,3 1 2 0,-1 1-8 16,3 0 0-16,0 0 1 0,0 1 0 0,3 1 0 15,2-2 0-15,0 1 0 0,1 0 2 0,1-2-3 16,2-1 1-16,3-1 0 0,1-2-2 0,1-2-5 16,4 1-33-16,1-5-46 0,3-3-72 0,1 0-71 15,5-5-54-15,3-3-81 0,-2-3-84 0,1-3-414 16,-5-2-410-16</inkml:trace>
  <inkml:trace contextRef="#ctx0" brushRef="#br0" timeOffset="3633.19">21517 5854 500 0,'-39'3'450'0,"4"3"-101"0,7-3-72 0,4 2-54 0,2-4-37 0,4 2-17 0,0 0-10 0,4 0-6 16,4-2 4-16,10-1-3 0,-15 0 2 0,15 0-14 15,0 0-14-15,5-9-26 0,6 2-20 0,7-4-11 16,5-3-13-16,12-5-3 0,3 0-11 0,3 0-9 16,11-6-12-16,-1 0-3 0,3-2-6 15,0 4-4-15,-9 3-3 0,-2 1-1 0,-3 2-1 0,-3 3-5 16,-7 3-18-16,-2 0-90 0,-5 4-76 16,-6 2-57-16,-2 3-75 0,-4 3-78 0,-5 2-390 0,-1 5-305 15</inkml:trace>
  <inkml:trace contextRef="#ctx0" brushRef="#br0" timeOffset="5651.21">5422 6260 330 0,'0'0'505'0,"-5"7"-120"0,5-7-95 0,-4 7-41 0,4-7-23 15,-4 6-13-15,4-6-13 0,0 0-15 0,-7 5-2 16,7-5-37-16,0 0-3 0,-8-3-18 0,8 3-22 16,-4-9-17-16,4 9-9 0,-2-12 8 0,-1 3-13 0,2-1-18 15,-2-3-5-15,3 1-8 0,-1-1-7 0,0-1-2 16,1-1 0-16,0 3-4 0,1-3-1 16,0-1-19-16,3 1 5 0,1 1-7 0,2 0-2 15,-1 3-3-15,5-2 0 0,1 4 0 0,2 0-4 0,0 4 8 16,4 3 0-16,-1 2 4 0,2 3-2 15,2 7 3-15,3 2 6 0,0 7-1 0,3 4-4 0,-2 4 0 16,-1 2 3-16,-2 0-3 0,0 1 1 16,-2 0-3-16,-4-7 1 0,-2 0-1 0,-3-5 55 0,-2-2 20 15,0-3 38-15,-1 1 31 0,-3-6 3 0,-1 1 17 16,0-3-49-16,-4-6 2 0,0 10-49 0,0-10 13 16,0 0-35-16,-9-6 25 0,2 1-31 0,2-4 36 15,-5-4-57-15,2-5 30 0,-1-1-45 0,0-1-4 16,3-3-2-16,0-2-3 0,2-1 1 0,1-1-4 15,3 0 3-15,3 3-6 0,1-2 35 0,5-1-39 16,3 2 31-16,0 3-40 0,3 6 39 0,2 2-40 16,2 3 34-16,1 4-36 0,2 4 36 0,0 2-33 15,5 5 6-15,3 3 3 0,1 5 6 0,5 6 5 16,-3 2-7-16,3 3 2 0,-3 5-3 0,2-2 12 16,2 11-68-16,-8-4-57 0,-1-1-110 0,-1 2-129 15,-3 1-87-15,-3-1-114 0,-3 3-163 0,-3-4-287 16,-5-5-606-16</inkml:trace>
  <inkml:trace contextRef="#ctx0" brushRef="#br0" timeOffset="7368.2">10902 7947 363 0,'-5'-47'334'0,"-4"4"-43"0,0-1-50 0,-2 2-20 0,-2 0-31 0,0 1-26 15,-1 2-37-15,-4-3-9 0,-1 3-30 16,0 0-13-16,-4 4-5 0,-1 0-3 0,-5 0-7 0,-4-3-10 15,0 8-4-15,-8-2 19 0,-5 2-25 0,5 10 30 16,-6 2-34-16,0 4 10 0,-8 7-22 0,-3 4 26 16,-12 10-28-16,-2 8 36 0,-7 6-31 0,1 8 13 15,-15 14-18-15,3 4 17 0,5 8 1 0,4 6-4 16,10 7-27-16,4 3 17 0,6 4-30 0,7 1 32 16,17-10-11-16,4 2 16 0,6 1 1 0,9 2 23 15,8 2 14-15,6 0 10 0,12 1-17 0,8 1 0 16,10-3-10-16,19 9 0 0,8-4-4 0,9-7-5 15,7-4-3-15,5-7-11 0,5-7 2 0,-10-10 7 16,4-8-21-16,2-5 25 0,3-6 54 0,4-8 31 16,0-5-20-16,-2-10 21 0,2-7-14 0,-3-9-18 15,-1-6-17-15,-1-6-13 0,9-16-11 0,-3-3-9 16,-3-9-12-16,-7-1-11 0,-4-5 8 0,-5-1-19 16,-13 8 4-16,-4-5-26 0,-8-2-12 0,-5-2-9 15,-7-3-4-15,-9 0-5 0,-5 0-7 0,-9 0 2 16,-8 1-6-16,-9 1-4 0,-2 5 22 0,-11 1-5 15,-3 5 5-15,-6 2 7 0,-6 6 0 0,-3 4 7 16,-4 5-1-16,-3 4 3 0,-1 4 0 0,-1 4 5 16,7 8 0-16,4 2 4 0,0 3-4 0,10 4-12 0,8 5-74 15,2 1-74-15,4 2-52 0,5 3-52 0,4 3-27 16,3 1-43-16,5 2-77 0,2 0-417 16,5 1-380-16</inkml:trace>
  <inkml:trace contextRef="#ctx0" brushRef="#br0" timeOffset="7815.73">11536 7263 263 0,'8'-3'646'0,"-8"3"-144"0,10-4-138 0,-10 4-49 0,9 2-41 0,-9-2-41 0,9 11-40 0,-5-1 1 0,-1 4-17 0,0 0-31 0,2 3-28 0,-3 2-14 15,0 5-15-15,1-3-18 0,-1 2-14 0,1 2-5 16,-3 0-8-16,0 0-7 0,0 0-5 0,-3 2-4 16,-1-4-5-16,1 2-9 0,-3-1 2 0,1-2-1 15,-3-1-2-15,0-4 31 0,0-1 8 0,0-3-8 16,-2-2-1-16,-1-3-5 0,-1-2-6 0,1-3-7 16,-2-5-3-16,-3 1 3 0,0-7-2 0,-5-2-8 15,1-4-3-15,-2-4 3 0,2-3-1 0,3-1-3 16,2-3 3-16,2-3-2 0,5-1-4 0,2 0-2 15,6 3-2-15,5-1-1 0,3-2-1 0,2 2 2 0,9-5-1 16,3 4 5-16,6-1 1 0,3 3 34 16,4-3 15-16,1 6-3 0,9-6-7 0,2 2 11 15,2 2-2-15,2 0-7 0,1 3-5 0,0 0-4 16,-7 4-13-16,2 2 1 0,-3 0-4 0,1 3-11 0,-2-1 1 16,-4 1-5-16,-7 5-1 0,-3-2-3 0,-5 3-3 15,-4 2 0-15,-3-2-1 0,-1 3-9 16,-2 1-3-16,-4-1-29 0,-10 4-63 0,10-3-90 0,-10 3-113 15,0 0-62-15,-5 4-114 0,-5 0-138 0,-3 2-317 16,-5 1-513-16</inkml:trace>
  <inkml:trace contextRef="#ctx0" brushRef="#br0" timeOffset="9815.62">25085 7978 49 0,'-7'-21'415'0,"-1"-1"-119"0,-2-2-64 0,-5-1-39 16,-1-1-38-16,-4-3-23 0,-3 1-25 0,-3-3 18 16,-1 3 16-16,-3-2-32 0,-2 2-14 0,-8-7-3 15,-1 0 29-15,0 0-38 0,-2 1-6 0,-3-2-11 16,-3 3-3-16,-2-2-1 0,-1 0-8 0,-6 3-9 16,-4 3-7-16,-4-2 6 0,-4 8 2 0,-1 4-2 15,-6 3 13-15,-5 9-27 0,-3 6 9 0,-6 9 9 16,-4 9-1-16,-21 10-10 0,2 9 11 0,3 8-9 0,4 10 16 15,3 10-9-15,10 5-24 0,4 9-7 16,12 5 16-16,7 5 10 0,13 0 13 0,9 2 15 16,15 0 3-16,14-10-5 0,12 1 19 0,9-3-7 15,12-2-12-15,11-2-5 0,10-6 15 0,18 5 1 16,13-7-13-16,12-10-10 0,7-12-6 0,14-6-5 16,5-8-8-16,-10-14-7 0,7-8-1 0,8-10-5 15,25-9-6-15,0-7 31 0,1-9-6 0,-6-8-2 16,-3-5-7-16,-2-5-2 0,-4-5-9 0,-8-3-3 15,-2-4 2-15,-8-5-5 0,-8-4 0 0,-7-4-9 16,-11-2-3-16,-7-6-1 0,-11 0-1 0,-11-2-6 16,-14 13 4-16,-8 1 3 0,-7-1 4 0,-8 2-11 15,-10 10 5-15,-9-8-3 0,-10 4 0 0,-9 4-1 16,-12 4 0-16,-8 4-4 0,-7 6 3 0,-8 4 2 16,-5 5-1-16,-5 9-3 0,-4 3-3 0,-2 7-13 15,-3 5-30-15,1 8-48 0,-1 3-75 0,1 8-50 16,5 5-29-16,1 3-27 0,4 5-37 0,3 3-15 15,3 4-30-15,4 5-98 0,7 1-229 0,3 1-197 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5:57:48.218"/>
    </inkml:context>
    <inkml:brush xml:id="br0">
      <inkml:brushProperty name="width" value="0.05292" units="cm"/>
      <inkml:brushProperty name="height" value="0.05292" units="cm"/>
      <inkml:brushProperty name="color" value="#FF0000"/>
    </inkml:brush>
  </inkml:definitions>
  <inkml:trace contextRef="#ctx0" brushRef="#br0">11990 11234 300 0,'-4'-6'473'0,"0"0"-105"0,4 6-87 0,-9-7-63 0,9 7-38 0,0 0-19 16,-14 3-9-16,14-3-8 0,-5 10-19 0,2-1-20 15,2 0-21-15,1-1-14 0,0 3 15 0,4-1 13 16,0-1 16-16,1 0-24 0,5 1 14 0,0-4 3 16,6 3 1-16,-1-5-22 0,4 0 21 0,0-2-7 15,8-4-12-15,7-3-12 0,6-7-12 0,2-4-16 16,13-9-5-16,4-8-8 0,2-5-11 0,18-13-2 16,6-5-9-16,2-3-1 0,8-1-14 0,-1-2-32 15,0 2-111-15,-4 1-133 0,-3 3-187 0,-9 6-523 16,-15 10-584-16</inkml:trace>
  <inkml:trace contextRef="#ctx0" brushRef="#br0" timeOffset="1849.99">15509 11262 108 0,'0'0'482'0,"-15"5"-131"0,15-5-80 0,-12 2-62 0,12-2-45 0,-11 3-15 16,11-3-35-16,-6 8-10 0,6-8-4 0,-5 9-11 16,5-9-6-16,-3 8-16 0,3-8-14 0,1 11-3 0,-1-11 11 15,4 10-3-15,1-6-1 0,2-2 12 16,3 0 0-16,0 0-2 0,5-2 6 0,1-3-12 0,4 0-8 15,4-5-10-15,7-1-5 0,4-6-6 16,3-3-32-16,2-3 26 0,8-7-30 0,1-1 27 0,2-4-4 16,1-3-2-16,2-2-7 0,2-2-3 0,-1-1-9 15,1 0-23-15,-1 0-20 0,-1-2-50 0,-3 4-33 16,0 0-36-16,-5 4-17 0,-2 0-34 0,-10 10-55 16,-2 1-376-16,-1 2-155 0</inkml:trace>
  <inkml:trace contextRef="#ctx0" brushRef="#br0" timeOffset="24748.55">16127 12430 104 0,'0'0'193'0,"0"0"-119"0,2 7-91 0,-2-7-104 0,0 0 41 16</inkml:trace>
  <inkml:trace contextRef="#ctx0" brushRef="#br0" timeOffset="25399.06">26379 12147 424 0,'0'0'423'0,"0"0"-81"0,-8 6-81 0,8-6-71 0,0 0-55 16,0 0-38-16,0 0-22 0,-2 5-27 0,2-5-16 16,0 0-16-16,0 0-6 0,2 6-2 15,-2-6-7-15,0 0 6 0,0 0-3 0,0 0-1 0,1 5-10 16,-1-5-33-16,0 0-39 0,0 0-53 0,4 6-79 15,-4-6-293-15,0 0 2 0</inkml:trace>
  <inkml:trace contextRef="#ctx0" brushRef="#br0" timeOffset="31198.5">20538 14851 239 0,'-15'3'654'0,"2"-3"-122"0,0 0-89 0,1 0-78 0,12 0-79 0,-21 0-61 16,21 0-49-16,-15 1-29 0,15-1-25 0,-14 0-10 15,14 0-13-15,-13 0 2 0,13 0 4 0,0 0 1 16,0 0 7-16,-8 3 4 0,8-3 14 0,0 0 3 15,7-6-12-15,-1-3-19 0,8-5-19 0,9-15-16 0,14-12-12 16,9-10-2-16,21-18-36 0,13-15-45 0,14-9-53 16,37-33-44-16,15-4-93 0,18-7-78 15,11-5-213-15,14-8-573 0,11 0-698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6:28:13.204"/>
    </inkml:context>
    <inkml:brush xml:id="br0">
      <inkml:brushProperty name="width" value="0.05292" units="cm"/>
      <inkml:brushProperty name="height" value="0.05292" units="cm"/>
      <inkml:brushProperty name="color" value="#FF0000"/>
    </inkml:brush>
  </inkml:definitions>
  <inkml:trace contextRef="#ctx0" brushRef="#br0">1914 3246 509 0,'8'-5'414'0,"-1"0"-42"0,0 1-47 0,-2-2-13 0,-1 3 51 0,-4 3-60 0,7-9 24 15,-7 9-43-15,7-8 11 0,-7 8-64 0,2-11 13 0,-2 11-58 16,0-11-12-16,0 11-24 0,-4-11-11 0,1 7-19 16,-2-1-12-16,-2-1-19 0,2 1-9 0,-4 3-4 15,-1-3-3-15,-2 3-18 0,-2-1-6 16,0 2-3-16,-2 1-3 0,-2 2 14 0,-4 2 3 0,-2 4-12 15,-2 3-13-15,0 1 7 0,1 5 5 0,2-1-1 16,1 1-6-16,4 4-4 0,3 1-6 0,2 2-3 16,5-3-4-16,1 2-1 0,6 2-2 0,-1-2 0 15,5 2-3-15,2-2 19 0,4 3-11 0,3-2 40 16,3-1-9-16,0-3 27 0,4 1-20 0,3-4 22 16,0-1-29-16,2-5 10 0,-1-2-24 0,4-3-1 15,0-3-34-15,2-3-4 0,-2-1-53 0,5-4-20 16,0-3-90-16,-3 0-37 0,-1-4-87 0,-2 0-106 15,-3-3-85-15,-1 0-41 0,-7 0-98 0,-1-1-77 16,-1 1-284-16,-5 0-567 0</inkml:trace>
  <inkml:trace contextRef="#ctx0" brushRef="#br0" timeOffset="388.29">2393 3220 407 0,'9'-7'701'16,"-5"1"-148"-16,0 0-98 0,1-1-62 0,0 0-39 0,-1-1-15 15,-2 0-22-15,1 0-38 0,-3 1-26 16,3-3 2-16,-2 4-19 0,-1-2-73 0,-1 0-2 16,-1 1-57-16,1 0 0 0,-3 1-45 0,2 0 7 15,-5 2-31-15,2-1 12 0,5 5-30 0,-14-3 14 0,14 3-18 16,-20 2 13-16,9-1-16 0,0 4 1 0,-2 2 0 15,0-1-5-15,2 3 0 0,-1-1 0 16,2 1-8-16,1 2 5 0,1-2-7 0,2 1 1 16,1 0-3-16,0-1-5 0,4 0-9 0,2-2 6 0,1 2-4 15,2-2 4-15,3 0-5 0,-1 1 4 0,2-1 5 16,2-1 1-16,0 0 2 0,2 1 1 0,-1 1 2 16,2-1 1-16,0 0 0 0,-1 1 9 0,0 2-12 15,2-1 4-15,-2 1 3 0,-1 1-2 0,1 1 0 16,-2-1-2-16,-1 4 1 0,0-3 1 0,-3 1 2 15,-1 0 9-15,-1 1-20 0,1-2 14 0,-5 1-14 16,0-2 18-16,-2 0-16 0,-1 0 34 0,-2-2-11 16,1 0 31-16,-2-2-15 0,-2-1 41 0,-2 1-34 15,1-4 31-15,-3 0-49 0,1-1 31 0,-2-2-43 16,2-2 29-16,-1 1-23 0,0-2-41 0,0-3-32 16,0-1-51-16,2 0-54 0,1-2-43 0,3-2-115 15,1 1-66-15,1 0-70 0,1-2-113 0,3 1-476 0,1-2-665 16</inkml:trace>
  <inkml:trace contextRef="#ctx0" brushRef="#br0" timeOffset="621.4">2657 3076 750 0,'0'0'681'0,"-7"-6"-124"0,7 6-73 0,-9-4-52 0,9 4-25 0,-10-2-33 15,10 2-28-15,-8 3 11 0,8-3-78 0,-6 8 29 16,2-1-41-16,4 5 8 0,0-1-33 0,3 5-3 16,-1 2-64-16,3 2-13 0,3 3-50 0,2 2-14 15,2 2-59-15,0-2-32 0,0 1-70 0,1 1-48 16,1-1-118-16,-4-1-94 0,3 0-142 0,-6-4-105 16,0 2-106-16,-2-3-640 0,-1-1-921 0</inkml:trace>
  <inkml:trace contextRef="#ctx0" brushRef="#br0" timeOffset="905.18">1652 4088 1463 0,'-22'10'792'0,"6"-1"-199"0,3-3-129 16,4 2-90-16,0-3-74 0,5-1-53 0,4-4-24 15,0 0-18-15,13 4-32 0,0-6-27 0,8-2-14 0,13-4 13 16,10-5-23-16,17-3 4 0,5-2-1 0,5-2-26 16,5 1 22-16,0-5-23 0,4 0 6 0,2 1-22 15,-2 1 37-15,1 0-25 0,-4 1-17 16,-2 1-14-16,-5 4-7 0,0-1-13 0,-7 1-10 0,-13 4-5 16,-3 2-9-16,-5 1-14 0,-7 0-27 0,-6 4-22 15,-5-1-46-15,-5 3-40 0,-3-1-77 0,-5 2-78 16,-11 2-93-16,0 0-105 0,0 0-54 15,0 0-168-15,0 0-488 0,-21 4-803 0</inkml:trace>
  <inkml:trace contextRef="#ctx0" brushRef="#br0" timeOffset="1255.03">3821 3192 331 0,'0'0'846'0,"-9"-8"-197"0,9 8-131 0,-8-6-123 15,8 6-86-15,-7-5-60 0,7 5-47 0,-7-4-44 0,7 4-31 16,0 0-29-16,-5-6-37 0,5 6-70 0,0 0-98 16,0 0-116-16,0 0-122 0,12 2-139 0,-12-2-390 15,11 5-426-15</inkml:trace>
  <inkml:trace contextRef="#ctx0" brushRef="#br0" timeOffset="1422.48">3945 3538 244 0,'2'11'770'16,"2"-3"-200"-16,-4 0-116 0,3-2-86 0,-2 0-51 16,3 1-23-16,-4-7-3 0,2 7-28 0,-2-7-33 15,4 9-55-15,-4-9-25 0,3 6-36 0,-3-6-18 16,4 7-48-16,-4-7-87 0,3 6-130 0,-3-6-116 15,6 4-57-15,-6-4-106 0,0 0-522 0,6 3-560 16</inkml:trace>
  <inkml:trace contextRef="#ctx0" brushRef="#br0" timeOffset="1671.46">4098 3364 72 0,'0'0'1004'16,"4"-4"-232"-16,-4 4-135 0,0 0-129 0,8-7-43 16,-8 7-54-16,10-5 8 0,-10 5-67 0,14-6-39 15,-4 2-7-15,4-2-66 0,4 1-21 0,3-1-59 16,3 0-16-16,0 0-48 0,8-1 3 0,0 0-39 16,1 1 3-16,-2-1-31 0,-3 2 13 0,-3-1-27 0,1 2 10 15,-3 0-29-15,-4 0-9 0,0 0-71 0,-2 1-39 16,0 0-101-16,-6-1-55 0,1 3-85 0,-1-4-70 15,-3 4-30-15,-8 1-109 0,6-6-135 16,-6 6-302-16,-2-7-611 0</inkml:trace>
  <inkml:trace contextRef="#ctx0" brushRef="#br0" timeOffset="3504.34">5979 3676 595 0,'0'0'544'0,"0"0"-128"0,0 0-90 0,0 0-62 16,0 0-45-16,0 0-19 0,0 0 2 0,-2 6-1 16,2-6-18-16,0 13-9 0,1-6-12 0,-1 5-25 15,3-2-22-15,-2 3-19 0,3 0-19 0,1 1-15 16,0 0-13-16,-1 0-7 0,1 1-9 0,0-2-1 0,0 1 19 16,-1-2 0-16,2-1-6 0,-2-2-1 15,-1 1 6-15,1-2 27 0,-2-2 29 0,-1 0 20 16,-1-6-6-16,3 7-20 0,-3-7-21 0,0 0-8 0,0 0 2 15,-6-8-3-15,2 0-32 0,-3-5 21 16,1 1-36-16,0-8 21 0,-1-1-32 0,-1-2 10 16,1-5-12-16,-1-3-12 0,2-1-3 0,1 1 21 0,-1-1-25 15,4 5 21-15,-2 1-17 0,2 3 13 0,-1 4-20 16,3 2 21-16,-1-1-21 0,1 5 19 0,0 3-20 16,1 1 20-16,4 4-10 0,-5 5 34 15,10-2-28-15,-2 5 29 0,1 3-28 0,4 2-1 0,-3 1 1 16,5 4 4-16,1 0-3 0,-1-1-1 0,-1 1-1 15,0 0 2-15,0-1 0 0,-1-4-2 0,0 2 1 16,-3-3 0-16,3 0 1 0,-4-3 2 0,1-1-3 16,0-2-1-16,0-2-1 0,1-2-2 0,-1-1 0 15,-1-3-11-15,0-4-2 0,-3 1 23 0,4-5-28 16,-6 0 18-16,1-6-24 0,-1 0 5 0,-3-3-5 16,1 1 7-16,-5-1-15 0,2 0 23 0,-3-1-12 15,0 5 23-15,0 2-12 0,0 2 19 0,2 2-19 16,-1 2 16-16,2 4-13 0,1 8 14 0,-2-7-11 15,2 7 28-15,0 7-23 0,2 2 25 0,1 6-22 16,2 2 22-16,0 4-23 0,1 2 23 0,2 5-24 0,3-1 3 16,0 2 5-16,0-1 2 0,1 1-23 15,-2-4 26-15,0 2-25 0,4-2 28 0,-2-1-44 16,-2 0-14-16,1-5-52 0,0-1-88 0,-1 0-109 16,-4-5-99-16,2-1-93 0,-3-2-85 0,0-1-509 0,-1-3-690 15</inkml:trace>
  <inkml:trace contextRef="#ctx0" brushRef="#br0" timeOffset="4187.58">6478 3604 189 0,'6'5'555'0,"-6"-5"-128"0,12 8-63 0,-6-4-33 0,-6-4-14 0,10 7-28 0,-2-3-20 15,-8-4-12-15,13 6-22 0,-13-6-26 0,14 4-30 16,-14-4-29-16,15 0-28 0,-6-1-25 0,2-2-20 15,0-1-14-15,-1-2-17 0,3-1-8 0,-3-1-3 16,0-2-13-16,2 0-2 0,-3-1-9 0,-3-1 3 16,3-1-9-16,-4 1 1 0,-1-1-4 0,-3 1 7 15,-1 2-6-15,0-2 11 0,-4 3-7 0,0 1 9 16,-3 0-3-16,1 5 7 0,6 3 6 0,-16-3 16 16,5 6 13-16,0 3 11 0,1 2-16 0,-3 3 8 15,3 4-16-15,-1 2-8 0,1-1-6 0,2 3-6 16,1-4-4-16,3 1 1 0,3 1-8 0,1 0-1 15,1 0 4-15,5 0 0 0,0-1 0 0,3-2-2 16,5 0 1-16,0-2-8 0,4-2 2 0,4-2-17 16,-2-2 1-16,4-2-3 0,2-1-11 0,1-3 1 15,1-3-2-15,0-2 5 0,3-1 1 0,-3-5 1 16,3 0 7-16,-6-3-2 0,2 1 9 0,-4-3-5 16,-1-1 6-16,-7 3-6 0,-1-3 8 0,-2 0-7 15,-3 1 10-15,-3-1-1 0,0 3 29 0,-5 0 2 16,1 0 17-16,-5 2 11 0,1 2 14 0,-3-1-21 0,-3 3 7 15,2 1-22-15,-2 2 5 0,-5 2-16 16,13 3 17-16,-22 3-28 0,8 2 19 0,1 2-27 16,0 0 0-16,1 5-2 0,-2 0 7 0,4 1-10 15,2 0 2-15,2-1-2 0,-2 1-18 0,6 1 20 0,-1-3-18 16,2 1 19-16,2 0-19 0,0-2 19 0,3 0-21 16,1 1 19-16,3-1-19 0,1-3 18 15,1 3-18-15,0-5 26 0,0-2-23 0,2 0 18 16,-2-2-17-16,-10-1 17 0,21-1-3 0,-11-2-2 0,0-2 0 15,-2-1-2-15,1-4-2 0,-3 1-1 0,-1-4 0 16,0-2 17-16,-2 0-21 0,-2-2 22 0,-1-1-19 16,-1 4 32-16,-3-3-8 0,4 5 40 15,-3-1-30-15,2 2 28 0,0 1-37 0,0 1 21 0,-2 2-38 16,3 7 28-16,-1-8-36 0,1 8 29 0,0 0-29 16,0 0-1-16,1 11 7 0,2-3 4 0,0 1-3 15,1 3 3-15,1-1 1 0,4 3 1 0,-2-1-34 16,-1 0 42-16,2 1-40 0,3-3 40 0,-2 1-37 15,2-2 6-15,0-1-68 0,-1 2-63 0,2-6-116 16,-1 1-127-16,-1-3-70 0,1-3-124 0,-11 0-591 16,20-2-785-16</inkml:trace>
  <inkml:trace contextRef="#ctx0" brushRef="#br0" timeOffset="4521.62">7224 3414 573 0,'0'0'469'0,"0"0"-43"0,5 7-46 0,-5-7-6 15,4 13-28-15,0-7-31 0,-2 3-11 0,1 1-26 16,2 0-1-16,-1-1-55 0,2 4-36 0,-1-2-38 16,1 1-30-16,-1 1-21 0,0 1-17 0,0-3-12 0,1 1-9 15,-3-2-14-15,1 0-10 0,-2-1-5 16,2 0-6-16,-1-1-3 0,-1-1-4 0,-1-1 0 16,-1-6 2-16,3 11 0 0,-3-11-5 0,-1 5-2 15,1-5 0-15,0 0-4 0,0 0-2 0,-8-7 1 0,7 1-2 16,-1-1 6-16,1-5-11 0,1 0 11 0,0-1-18 15,3-3 14-15,-2-1-14 0,3 2 14 16,0-2-13-16,1 3 24 0,-1 2-14 0,-2 0 8 0,3 3-9 16,0 1 12-16,1 0-13 0,0 3 3 0,1 2-8 15,-7 3 12-15,15-1-7 0,-15 1 12 16,16 4-14-16,-7 1 14 0,-2 1-10 0,0 1 8 0,2 2-13 16,0 2 1-16,-2 0 0 0,0 1-3 0,2 1-40 15,-2 0-77-15,-1 0-81 0,2 2-126 0,-1-3-99 16,-2 1-94-16,0 0-573 0,1-3-710 0</inkml:trace>
  <inkml:trace contextRef="#ctx0" brushRef="#br0" timeOffset="4687.57">7668 3495 152 0,'14'3'663'0,"-7"0"-117"0,-2 3-61 15,3 3-41-15,-1 2-64 0,0 0-62 0,-2 2-23 16,-1 0-51-16,1 2-50 0,0 1-36 0,-1 1-29 15,1 0-25-15,0 2-22 0,-1 0-30 0,0-1-83 16,-1-1-139-16,-2 1-130 0,-1-1-159 0,-4-1-566 16,0 0-635-16</inkml:trace>
  <inkml:trace contextRef="#ctx0" brushRef="#br0" timeOffset="5438.37">8231 3375 518 0,'0'-12'815'0,"-1"0"-185"0,0 5-132 0,1-2-127 15,0 9-68-15,-2-10-66 0,2 10-41 0,0 0-29 16,0 0 17-16,0 0-21 0,4 9-19 0,-1 1-26 16,2-1-13-16,-1 7-9 0,1-1 9 0,0 2-28 15,0 2-16-15,1 0-10 0,3 1-7 0,-2-3-10 16,-1-1-8-16,-2-1-3 0,2-2-4 0,1 2-3 15,-2-4-2-15,0 0-4 0,-3-2 4 0,2-1 7 16,0 2 27-16,-1-5 12 0,-3-5-19 0,4 7 8 16,-4-7-28-16,0 0 20 0,0 0-17 0,2-5-3 15,-2-2-11-15,-4-6-4 0,2-1-4 0,-3-2 20 16,1-8-30-16,-4-2 20 0,2-3-25 0,-3-3 18 16,0-6-22-16,0-1 22 0,-1 1-22 0,1-1 1 15,1 1 6-15,0 6 6 0,2-1-7 0,0 5 5 16,2 4-1-16,-1 2 3 0,2 5 1 0,-1 2 1 0,2 0 8 15,-1 4-15-15,3 4 2 0,0 7 3 16,0 0 17-16,8-3-1 0,-4 10-2 0,2 3 5 16,3 3-4-16,1 4-3 0,3 6 1 0,2 0 23 0,-2 2-29 15,4 1 3-15,-2-1-1 0,3-2 4 0,-3 2-1 16,3-3 23-16,-1-1 14 0,1-2 5 0,-4-2 4 16,1-3-5-16,-1-2 0 0,-2-1-3 0,-1-2-3 15,-1-2 3-15,0-2-9 0,0-2-6 0,-10-3-3 16,16 0-8-16,-10-6-6 0,2-1-4 0,-4-2-6 15,1-5 3-15,-4-1-2 0,1-3-1 0,-2-2-5 16,-2 0-2-16,0-2 0 0,-2-3 4 0,-1 4 1 16,0 1-41-16,1 2 58 0,-2 3-41 0,3 2 46 15,-1 0-55-15,2 4 50 0,-1 0-51 0,3 9 50 16,-4-7-5-16,4 7 4 0,0 0-4 16,-5 7-1-16,5 2-1 0,0 1-2 0,0 3-3 0,3 5 11 15,1 2-11-15,-1 2-1 0,4 1 0 0,2 3 2 16,0 1-1-16,0 0 1 0,2-2-3 0,1 1 0 15,-2-2-16-15,1-1-56 0,2 0-40 0,-3-5-57 16,2-1-64-16,-2-1-90 0,-1-3-86 0,1 0-48 16,-3-4-106-16,-1-2-632 0,-1-1-802 0</inkml:trace>
  <inkml:trace contextRef="#ctx0" brushRef="#br0" timeOffset="6323.52">8686 3409 514 0,'0'0'481'0,"7"5"-123"0,-7-5-40 0,6 4-12 16,-6-4 0-16,9 5-16 0,-9-5 7 0,10 4 19 0,-10-4-20 16,12 2-24-16,-12-2-49 0,15-2-33 15,-15 2-42-15,18-4-25 0,-9 1-35 0,0-3-7 16,1-1-25-16,1-1-2 0,0-2-22 0,-4 0 5 16,2 0-16-16,-1-3 3 0,-3 1-14 0,0-4 9 0,-2 2-15 15,-2 1 11-15,-1 0 14 0,0 1 18 0,-3-1-5 16,2 2 32-16,-4 3-23 0,1-2 7 0,-1 3-13 15,-1 3 0-15,6 4-10 0,-16-3-5 0,9 6-6 16,-1 4-4-16,-1 1 19 0,0 5-32 0,4-1 25 16,0 5-30-16,1-1 3 0,0 1 0 0,4 1-2 15,5 1 3-15,-1 1 1 0,4 1 1 0,2-2-4 16,5 1 0-16,3-2 0 0,4-1-2 0,1-3-24 16,4-1-6-16,2-3-4 0,1-2 0 0,-2-4-13 15,0-2 11-15,1-2 6 0,7-3 4 0,-3-3 4 16,2-1 8-16,-3-2-2 0,-3-4 2 0,-1 0 2 15,-1-1 15-15,-4-2-9 0,-1-1 7 0,-2 1-11 16,-6-1 24-16,-1 1-17 0,-3 0 14 0,-3 2 7 16,-2 1 12-16,-4 2 12 0,-1 0-1 0,-4 1 3 15,-1 1-13-15,-1 3-4 0,-4 0-8 0,-2 3-4 16,-1 0-3-16,1 3-1 0,-3 3-5 0,0 0 1 16,0 1-3-16,0 4-2 0,2-1-1 0,-1 3-1 15,2 0 2-15,3 1 0 0,0 0 2 0,4 0 1 16,0 1-4-16,1 0-10 0,4-1 2 0,1 0 2 0,2-1-4 15,2-1 0-15,3-1 7 0,-2 1-4 16,3-2 1-16,0-2 0 0,4-1 7 0,-3-1-4 16,0-1 0-16,3-1 4 0,0-4 10 0,-2 2 3 15,2-5-5-15,-1 1-5 0,-1-8-1 0,-2 2-1 0,0-5-3 16,1-5 7-16,-3 0-11 0,-4-4-2 16,0-6 1-16,-2-2 4 0,-2-3-30 0,-2 1 35 0,0-6-21 15,-4-2 21-15,-2 4-4 0,2-1 1 16,-4 2 3-16,2 8 5 0,-1 1 38 0,1 3-39 0,1 4 27 15,1 3-36-15,1 3 24 0,0 3-36 0,1 4 31 16,0 2-36-16,5 7 41 0,-10-3-34 0,10 3-2 16,-8 10 10-16,6 3 5 0,-1 2-34 0,3 6 51 15,1 5-38-15,2 7 31 0,2 2 0 0,2 4-2 16,3 2-1-16,0 0 1 0,3-2 1 0,0 1-6 16,-1-3 1-16,4-3 2 0,-1-1-2 0,3-3-2 15,-4-5 0-15,3-3 4 0,-2 0-4 0,0-7 4 16,-1-1-9-16,3-1 1 0,-4-4-1 0,2-1 3 15,-1-3-4-15,-1-3-7 0,-3-1-4 0,3-3-9 16,-3-2-6-16,2-4-9 0,-1-1-3 0,-3-3 3 16,-2-1 10-16,1-2 3 0,-5 1 2 0,2-4 7 15,-3 2 0-15,2 2 8 0,-2 2 16 0,0 0 6 16,-1 3-9-16,0-2 3 0,0 3-7 0,1 0 2 16,-1 8-2-16,2-11-10 0,-2 11 6 0,0 0-1 0,0 0 3 15,0 0 0-15,4 11 4 0,-3-3 9 16,3 3-18-16,0 0 4 0,1 2-2 0,0-1 4 15,2 1 3-15,1 2-2 0,1-3 0 0,0 1-28 16,3-3-43-16,-1-1-50 0,2 0-55 0,-2-2-62 0,2-3-81 16,1-2-78-16,-2-2-61 0,-1-2-89 0,1-4-506 15,-2-1-666-15</inkml:trace>
  <inkml:trace contextRef="#ctx0" brushRef="#br0" timeOffset="6488.55">9693 3006 537 0,'-13'0'511'0,"13"0"-111"16,-19 2-49-16,8 0-22 0,2 1-36 0,0-2-34 0,9-1-40 0,-15 6-37 15,15-6-34-15,-11 5-27 0,11-5-23 0,-6 7-25 16,6-7-37-16,-3 8-71 0,3-8-88 16,3 8-91-16,1-2-142 0,1-1-533 0,0 2-450 0</inkml:trace>
  <inkml:trace contextRef="#ctx0" brushRef="#br0" timeOffset="7287.55">10001 3325 462 0,'0'0'620'0,"12"-2"-163"16,-12 2-88-16,6-4-56 0,-2-1-5 0,-4 5-45 16,6-13-30-16,-6 6 19 0,0-2-21 0,0-2-30 15,-2 0-12-15,-3 0-24 0,1-3-37 0,-1 1-24 16,-3 1 0-16,2-3-20 0,-3 4-10 0,1-1-3 15,-1 1-5-15,0 1-5 0,2 2-10 0,-1 3-12 0,-1 1-10 16,9 4-1-16,-17-4 1 0,10 9-13 16,-1-1-2-16,-1 5 4 0,0 0-8 0,3 4 5 15,0 2-11-15,3-1 14 0,-2 3-17 0,3 0 12 16,1 1-6-16,4-1 21 0,-1 1-7 0,2-3 6 0,0 1 5 16,2-1 9-16,1-2-7 0,-1 0-8 15,4-3-1-15,-1-1-6 0,3-1-5 0,-2-2-2 16,0-4 1-16,0 0-13 0,-10-2 7 0,22-2-2 15,-9 0 0-15,-3-4-4 0,-1-3-2 0,1-1-2 0,-1 0 3 16,0-5-10-16,-4 0 0 0,-1-2-1 0,1-1 2 16,-5-3 2-16,0 2 1 0,0-1 5 15,-2 0-6-15,-1 2 4 0,2 3 2 0,-2-1 1 0,2 4-2 16,0 1-2-16,-2 2 1 0,0 3 3 0,3 6-2 16,-5-4-1-16,5 4 2 0,-5 6 0 0,4 0 1 15,0 5 2-15,-2 1 6 0,6 3-4 0,-2 1-3 16,0 2 3-16,3 0 2 0,1 1 7 0,3 2 14 15,-2-2-2-15,3-2 2 0,1 2-3 0,2-5 14 16,1 0-19-16,0-1 4 0,-1-4-11 0,1 0 2 16,0-3 0-16,2-2-5 0,-2-2-5 0,1-1 1 15,-1-2-5-15,-1-2 2 0,0-1-4 0,0-3-13 16,-1-3-8-16,-2-1-21 0,-2-1-1 0,0-5 5 16,-2 2 2-16,-2-3 7 0,-2-2 4 0,-1 1 11 15,-1 0 0-15,1 2 3 0,-3 4 3 0,3 1 1 16,-1-1 2-16,1 2 1 0,-1 3 0 0,1 0 3 15,0 8-1-15,-3-8 2 0,3 8 3 0,0 0 4 16,-5 7 0-16,5-1 0 0,0 2 15 0,0 3-7 16,0 2-3-16,5-2 1 0,-2 4 1 0,-1 0 2 15,3-2-3-15,2 2-2 0,-1-1 4 0,2-1-7 16,-1-1-2-16,1-1 4 0,1-1-3 0,1-2 0 16,-1-1 3-16,-1-1-2 0,2-3 2 0,-1-1-1 15,-9-2-4-15,18-1 2 0,-8 0-2 0,-1-5-1 0,0-3-1 16,1 0 3-16,-3-2-7 0,-2-3-1 0,0-1 3 15,-2-2-2-15,-1-1 3 0,-2 2 16 0,0 0 29 16,0 1 20-16,0 2-42 0,0 1 40 16,0 2-14-16,0-1-9 0,0 3-31 0,0 1-22 0,0 7 38 15,-1-11-8-15,1 11-5 0,0 0 5 0,0 0-2 16,-3 6-1-16,3 2 0 0,0 0-9 0,2 3 2 16,-1 1-2-16,1 1 2 0,3 1 1 0,-1 1 1 15,3-2-4-15,-2 2-60 0,2-2-58 0,2-1-104 16,0-1-103-16,2 1-91 0,1-3-43 0,-1-1-150 15,1-2-549-15,1-3-765 0</inkml:trace>
  <inkml:trace contextRef="#ctx0" brushRef="#br0" timeOffset="7437.54">10799 3236 95 0,'3'8'811'0,"1"3"-155"15,0 4-27-15,1 2-89 0,2 2-51 0,0 2-34 16,-3 0-42-16,3 2-105 0,-2 1-34 0,0-1-85 15,0 0 0-15,1 1-76 0,-2-1-25 0,-1-2-89 16,-1-3-131-16,-2 1-181 0,-5-2-195 0,-1-3-856 16,-7 0-966-16</inkml:trace>
  <inkml:trace contextRef="#ctx0" brushRef="#br0" timeOffset="8604.44">11417 3227 385 0,'-2'-7'737'0,"-1"1"-156"0,-2 2-120 0,5 4-109 16,-4-10-73-16,4 10-61 0,-2-5 5 0,2 5 27 15,0 0 15-15,1 7-18 0,1 2-22 0,1 1-57 16,5 4-34-16,-3 2-29 0,1 2-16 0,3 1-23 16,1-1-2-16,-1 1-21 0,-1 0 8 0,0-2 2 15,-1-3-1-15,1-1-7 0,-3 0 3 0,0-3 12 16,-1-1 7-16,1-2 28 0,0 1 18 0,-2-2 15 16,-3-6-11-16,5 8-25 0,-5-8-12 0,0 0-18 0,0 0-18 15,1-12-16-15,-3 2-5 0,-1-2-16 16,-1-4-8-16,-1-6 1 0,-1 1-4 0,-2-8-3 15,2-2-2-15,-3 1 1 0,-3-9-47 0,3 1 60 0,-2 1-4 16,-2-2-5-16,3 3 8 0,-2 7-14 0,3 0 4 16,3 6 23-16,-2 3-29 0,2 2 24 15,2 4-33-15,-1 2 24 0,2 3-28 0,3 9 4 0,-1-9 9 16,1 9 5-16,0 0 5 0,4 12 6 0,1 0-41 16,3 1 49-16,-1 3-1 0,4 2-5 0,1-1 0 15,0 1-1-15,1 0 2 0,2-2-3 0,-1 0 2 16,3-1-6-16,-2-2 4 0,4-3-1 0,0 1 0 15,-3-6 1-15,1-2 1 0,2-1 1 0,0-4-1 16,0-1-5-16,0-4 0 0,0-2-41 0,-2-1 50 16,-1 0-51-16,-2-5 56 0,-1 0-55 0,-1-2 41 15,-3 1-40-15,-2-3 36 0,-2 0-2 0,-1 1 5 16,-2 0-11-16,-2-1 9 0,-2 3-5 0,2-2-1 16,-2 5 30-16,-1-1-29 0,3 5 27 0,-1-2-34 15,-1 4 30-15,2 7-32 0,-2-6 16 0,2 6 5 16,-5 7 6-16,5 0-3 0,-1 6 8 0,1 4-44 15,0 3 49-15,1 4-5 0,4 2-3 0,-3-1-2 16,4 5 0-16,0 0 1 0,1-3-3 0,-1 1-1 16,4-1-3-16,-1-6-45 0,0-1-75 0,1-2-79 15,-1-1-97-15,3-2-89 0,-1-4-61 0,-2 0-82 0,1-5-109 16,2-5-384-16,-12-1-624 0</inkml:trace>
  <inkml:trace contextRef="#ctx0" brushRef="#br0" timeOffset="8889.24">12010 3071 680 0,'5'-7'493'0,"-5"7"-88"0,0 0-32 0,7 5-33 0,-7-5-71 16,5 13-23-16,-3-7 17 0,2 4-10 0,0 0-33 0,1 2-46 15,-1 0-32-15,4 0-31 0,-1 0-13 0,0-1-26 16,-1 0-6-16,3-1-18 0,-1-2-1 16,-2-1 0-16,0 1 26 0,2-2 7 0,-1-2 16 0,-7-4-24 15,11 5 12-15,-11-5-26 0,14-1-3 0,-6-3-21 16,-3-1 2-16,1-1-15 0,-2-3 4 0,0 0-18 15,-1-2 0-15,-2 0-2 0,-1-2-3 0,-1 0-4 16,-2-2 3-16,-1 0 3 0,-1 3-2 16,-3 1 6-16,-1 0-1 0,0 2 4 0,0 2-2 0,-2 6 3 15,11 1 2-15,-22 0-7 0,10 4-1 0,-1 2 1 16,0 4-4-16,3 1-8 0,-2 3-21 0,6 1-79 16,-2 0-81-16,6 0-77 0,0-1-62 0,4 0-26 15,3-1-73-15,2 0-69 0,5-1-421 0,1-4-484 16</inkml:trace>
  <inkml:trace contextRef="#ctx0" brushRef="#br0" timeOffset="9304.04">12482 3151 178 0,'15'-10'794'0,"-5"1"-189"0,1 1-90 0,-4 3-54 16,1-1-34-16,-3-2-24 0,-2 2-43 0,-3 6-32 16,0-10-34-16,0 10-46 0,-7-7-54 0,7 7 7 0,-14-5-57 15,14 5 27-15,-23 0-31 0,10 3-22 16,-1 0-26-16,-1 3-19 0,1 0-12 0,-1 1-9 15,2 2-14-15,0 0-8 0,0 1-6 0,4 1-2 16,0 0-5-16,-1 1-2 0,5 0 5 0,2 0-7 0,2-2-3 16,1 3-2-16,3-4 0 0,1 1-5 15,1-1-1-15,2 0 0 0,2-2 7 0,-1-1-1 16,3-2 0-16,0-2-4 0,0-2 4 0,2-1-3 16,-3-2 1-16,3-3 4 0,1 0-4 0,-4-6-3 0,4-1 0 15,-2-4-5-15,-1-7-1 0,1-1-47 0,-3-3 61 16,-3-2-61-16,3-2 58 0,-5 0-7 0,-3-4-1 15,0 4 15-15,-2-2-26 0,-3 1 24 0,-1 3-22 16,1 6 31-16,1 2-13 0,-1 2 20 0,1 2-31 16,-2 4 18-16,2 2-26 0,1 5 24 0,2 7-24 15,-8-6 21-15,8 6-19 0,-3 8 23 0,1 3-20 16,2 2 3-16,0 4 5 0,2 4 2 0,-1 4-39 16,3 6 49-16,2 0-5 0,-1 1 1 0,1 0-1 15,2 1-2-15,0 1 4 0,1 1-4 0,0-4-3 16,0-2-3-16,1 1-45 0,0-5-65 0,-1-3-52 15,1-2-67-15,-1-2-93 0,0-1-72 0,3-5-81 16,-3-2-149-16,0-5-592 0,-3-1-824 0</inkml:trace>
  <inkml:trace contextRef="#ctx0" brushRef="#br0" timeOffset="9625.02">12783 3082 72 0,'0'0'585'0,"3"9"-156"0,-3-9-29 0,3 10-26 0,-3-10-4 15,2 9-6-15,-2-9 11 0,6 10-14 16,-6-10-11-16,7 7-33 0,-7-7-16 0,9 5-23 0,-9-5-15 16,10 3-16-16,-10-3-50 0,14-3-41 15,-5 0-28-15,0-2-39 0,1 1-3 0,-1-3-15 0,1-1-13 16,2 1-10-16,-4-3-7 0,-1 2-53 0,2-3 51 16,-4 1-48-16,-1 1 75 0,0-1-1 15,-3 1 2-15,-1-1-7 0,-1 2-6 0,-3 1-10 16,0-1-7-16,-3 2-4 0,-1 3-12 0,-2 1-4 0,-3 3-46 15,0 3 50-15,0 3-47 0,-6 6 48 0,-1 2-6 16,2 3 0-16,0 1-6 0,1 2-2 0,6-4 5 16,1 2-6-16,2 1-1 0,2 1-1 0,3-5 3 15,3 1 1-15,5 1 2 0,0-5 4 0,4 2-6 16,3-4-7-16,4 0-10 0,5-3-31 0,-1-2-57 16,4-4-120-16,3-2-112 0,0-3-97 0,5-3-92 15,-4-4-117-15,3-2-733 0,-4-4-967 0</inkml:trace>
  <inkml:trace contextRef="#ctx0" brushRef="#br0" timeOffset="9820.7">13296 3146 717 0,'4'14'745'15,"-2"-1"-96"-15,1 2-72 0,1-1-40 0,-2 3-90 16,2-2-53-16,0 0-58 0,1 1-73 0,-4 1-55 15,3 0-35-15,-1 1-28 0,-1-1-27 0,-2 1-27 16,0 0-22-16,0 0-70 0,-1-1-66 0,-3-1-120 0,0 0-153 16,-3-2-129-16,-2-1-227 0,0 0-468 15,-4-2-780-15</inkml:trace>
  <inkml:trace contextRef="#ctx0" brushRef="#br0" timeOffset="10487.56">14150 2952 360 0,'-3'-7'899'0,"2"1"-231"0,1 6-135 0,-3-10-130 0,3 10-82 15,0 0-61-15,0 0-48 0,0 0-24 0,0 0 13 16,4 10 7-16,2 2-37 0,2 1-29 0,2 5-19 16,4 7-24-16,-1-1-19 0,5 1-13 0,-4-1 1 15,5 1 11-15,-3-3-2 0,0 2 7 0,0-5-2 16,-1-2 8-16,-4-3 5 0,1-1-1 0,-2-1 15 16,-1-3 22-16,-1 0 31 0,1-4 29 0,-9-5-31 15,11 3-37-15,-11-3-22 0,13-8-27 0,-4-1-16 16,-1-5-10-16,-2 0-16 0,-1-8-21 0,-1 0-43 15,2-3 35-15,-6-3-57 0,1-6 40 0,-2-1-8 16,-1 1-6-16,-3-2 19 0,1 1-20 0,-1 1 20 16,0 3-38-16,1 6-6 0,0 5-60 0,1 1-34 15,1 3-96-15,-2 4-18 0,4 6-15 0,0 6-36 16,0 0-70-16,0 0-32 0,6 4-83 0,-2 7-52 16,1 3-485-16,3 5-647 0</inkml:trace>
  <inkml:trace contextRef="#ctx0" brushRef="#br0" timeOffset="11370.44">14803 3070 527 0,'2'-9'388'0,"1"-1"-43"0,-3-1-43 0,-2 0-15 16,0 1-7-16,-1-2 8 0,-4 0-4 0,0-1 6 16,1 2-30-16,-2 3-18 0,-1-3-30 0,2 3-30 0,0 2-35 15,-2 1-16-15,-1 1-34 0,10 4-4 0,-18 0-12 16,8 4-12-16,1 1-12 0,-1 3-9 0,0 3-8 15,1 1-7-15,2 1-4 0,-1 0 0 16,1 1 9-16,3 0 10 0,2 2 1 0,-1 1 9 0,2-4-7 16,1 1 7-16,2-1-4 0,0 4-7 0,1-4-23 15,4-1 14-15,-1-1-25 0,-1-2 19 0,4-2-25 16,-2-1 9-16,3-1-20 0,-3-3 19 0,-7-2-22 16,18 0 17-16,-9-2-20 0,-1-1 1 0,0-4 2 15,-1-1-13-15,1-4-1 0,-3 1 3 0,0-1 3 16,-2-1 2-16,-1 1 4 0,0 0 7 0,0 1 8 15,-2 0 2-15,0 4 2 0,0-2-6 0,-2 2-3 16,2 7 3-16,-3-4 1 0,3 4 1 0,0 0-1 16,-9 7 0-16,8-3-1 0,-2 5 1 0,3 3-1 15,0-3 14-15,0 4-14 0,3-2 14 0,1 3-12 16,0-1 27-16,4-1-18 0,-1 0 30 0,0 0-18 16,4-2 5-16,0-1 12 0,2-1-22 0,1-4 1 15,0 1-5-15,-1-3-10 0,2-1 7 0,-2-2 7 16,4-2-9-16,-3-1-2 0,2-1-4 0,-4-2 0 0,2-2-2 15,-3-1-2-15,2-1 5 0,-5-2-3 16,1-1-22-16,-4 0 45 0,0-1-38 0,-1-1 50 16,-4 0-58-16,-3 0 31 0,2 0 12 0,-3 2-20 15,-1-2-1-15,0 4 0 0,-3 2-6 0,3-1 0 0,-4 6 1 16,0 2 2-16,-2-2 1 0,11 5 0 16,-22 2 3-16,12 1-32 0,-2 1 36 0,3 2-36 0,2 1 41 15,-1 1-4-15,4-1-1 0,2 0 0 16,-1 3-11-16,3-2-2 0,3-1 0 0,-1 1 0 0,6-2 1 15,-2 1 6-15,2-2-8 0,2-1 0 0,3-2-2 16,0 2 7-16,-1-6-2 0,1 0 3 16,0 0-1-16,1-1-28 0,0-1 32 0,-2 0-30 0,-1-1 38 15,-2 2-32-15,1-1 42 0,-1 1-27 0,-1-1 45 16,-8 4-49-16,13-6 41 0,-13 6-53 0,10-1 42 16,-10 1-43-16,8 1 48 0,-8-1-47 0,6 12 45 15,-2-4-9-15,0 2-3 0,-2 2-2 0,3 0 0 16,-1 1-2-16,0 0 11 0,1-1-15 0,0 2 5 15,1-2 5-15,0 0 1 0,-1-3 1 0,1 1 3 16,-2-2 2-16,4 1-2 0,-3-2 6 0,1-3 6 16,2-1-11-16,-8-3-4 0,15 2-1 0,-15-2-4 15,14-3-6-15,-5-2 2 0,0-1-1 0,-1-1-1 16,-2-4-2-16,2 0 4 0,-2-3-39 0,-1 1 66 16,-1 1-58-16,0-2 61 0,0 1-26 0,-3-1 55 0,2 3-56 15,-2 0 45-15,2 1-53 0,0 1 42 16,-3 2-53-16,2 0 41 0,-2 7-57 0,2-11 48 15,-2 11-52-15,0 0 50 0,0 0-49 0,0 0 51 16,0 0-49-16,9 7 51 0,-6 1-4 0,-2 2-2 0,3-1-6 16,-3 1-13-16,3 1-33 0,2-3-41 15,-3 3-40-15,2-4-54 0,-1 2-58 0,1 0-41 16,-1-5-55-16,1 0-53 0,-5-4-5 0,10 5-33 16,-10-5-41-16,9-5-36 0,-9 5-46 0,8-11-246 0,-7 3-301 15</inkml:trace>
  <inkml:trace contextRef="#ctx0" brushRef="#br0" timeOffset="11487.45">15327 2881 161 0,'-8'-10'575'15,"4"5"-139"-15,-1 1-124 0,5 4-50 0,-9-8-63 0,9 8-18 0,-8-3-49 0,8 3-16 0,0 0-39 0,0 0 4 0,-8 3-27 16,8-3-53-16,2 10-72 0,1-3-105 0,2 0-96 16,0 2-380-16,1-1-163 0</inkml:trace>
  <inkml:trace contextRef="#ctx0" brushRef="#br0" timeOffset="12270.7">15574 3082 682 0,'15'3'579'0,"-1"-3"-90"0,-3 0-45 16,1-3-34-16,0 3-5 0,-1-5 2 0,-1 3-12 15,0-4-40-15,-1 1-74 0,-2-2-21 16,1 0-82-16,-4 1 14 0,0-4-62 0,1 3 52 0,-4-1-64 16,1-1 34-16,-4 1-40 0,1 0-27 0,-1-1-17 15,-2 1-13-15,-1 2-15 0,-3-1-10 0,-1 3-1 16,1 1-12-16,-3-2-11 0,11 5 2 0,-19 0-3 15,6 3-47-15,4 2 56 0,-4 1-46 0,3 4 51 16,0 1-2-16,2 1-8 0,0 2 2 0,2 0-3 16,2 3-5-16,0-4 7 0,3 3 5 0,1-1-8 15,4-1-2-15,-1 1 3 0,2 0 0 0,2-3-1 0,2-2-1 16,0 0 3-16,3-1-2 0,-1-4-3 0,2-1 3 16,1-2-7-16,-1-2-1 0,1 0-1 0,1-6 2 15,-1 1-4-15,2-3-17 0,-4-1-24 16,1-5-1-16,-1-1-42 0,-1 1 51 0,-3-5-26 0,-2 1 37 15,-2 0-26-15,-3 0 41 0,1 1-2 0,-2 3 9 16,-2 0 14-16,1 1 5 0,0 1-2 0,0 0-4 16,-1 3-7-16,1-1 1 0,0 4-3 15,1 6-2-15,-4-8 2 0,4 8 1 0,0 0-2 0,-7 3 8 16,6 4-40-16,0 2 47 0,1 1-45 0,1 2 51 16,0 4-5-16,3-2 3 0,0 3 12 0,3-2-5 15,1 2 3-15,0 1-3 0,1-3 8 0,0 1-4 16,1-5 5-16,-1 0-7 0,3 0-1 0,-1-1-3 15,-1-3-4-15,1-2 5 0,0-2-12 0,-1-1-2 16,-10-2-3-16,21-2-6 0,-11-2-12 0,-1-2-18 16,1-3-53-16,-1-1 18 0,-1-3-49 0,-1-1 37 15,-3 0-13-15,0-4 38 0,-1 0 12 0,-3 3 6 16,0-2 4-16,-3 1 4 0,3 1 7 0,-3 3 6 16,2 2 4-16,1 0 2 0,-2 3-8 0,0-1 7 15,2 8-6-15,-5-8 8 0,5 8 3 0,0 0 3 16,-5 7 2-16,3 0-18 0,2 2 24 0,0 0-1 15,2 2 3-15,0 3-1 0,0 0 26 0,4 1 4 16,1-1 3-16,-1-1-3 0,2 2 9 0,0-2-4 0,2-2-12 16,-1 0 4-16,1-3 1 0,3 0-9 0,-3-2-4 15,-1-3 3-15,5 0-17 0,-2-2-1 0,0-2-7 16,0-2-56-16,-2 0 41 0,3-3-53 16,-3-2 26-16,-1-2-34 0,0 1 30 0,-3-2-16 0,-2-2 39 15,1-3-21-15,-3 4 34 0,-2-1 10 0,0 0 13 16,0 3-21-16,-2 0 31 0,2-1-35 0,-1 4 32 15,0 0-34-15,1 7 35 0,-2-13-26 16,2 13 10-16,-1-6-28 0,1 6 34 0,0 0-31 0,0 0 38 16,-5 6-39-16,5 2 4 0,1 0 39 0,-1 3-37 15,3 0 36-15,-2 1-40 0,4 2 39 0,0-1-38 16,4 3 39-16,0-3-53 0,2 1-72 0,0-2-77 16,0 0-63-16,6-4-49 0,-3 1-49 0,1-1-25 15,1-7-73-15,2 2-37 0,-4-3-40 0,2-3-336 16,-2-1-394-16</inkml:trace>
  <inkml:trace contextRef="#ctx0" brushRef="#br0" timeOffset="12624.39">16472 2902 197 0,'-3'-14'644'0,"2"3"-128"0,-2 0-78 15,3 3-59-15,-1 1-68 0,0 0-38 0,1 7 41 16,-5-6-2-16,5 6-6 0,0 0-28 0,-8 4-16 16,4 3-14-16,0 2-36 0,2 3-37 0,-2 2 19 15,1 2-77-15,2 1 28 0,0 1-51 0,1-1 30 16,1 2-17-16,0 2-30 0,2 0-11 0,2 0-11 15,0-1 6-15,2-1 19 0,-1-1 5 0,4-2-9 16,0 0 2-16,1-4-2 0,1-1-9 0,1-3-8 16,4 0-8-16,-2-5-13 0,6-2 1 0,-2-1-14 15,3-4-7-15,-1-4 4 0,2-1-15 0,3-4-47 0,-4-5 42 16,-1 0-46-16,1-2 32 0,-3 0-48 16,-2-3 55-16,-4 0 0 0,-1 4 0 0,-3-1 5 0,-2 3 8 15,-3 2 4-15,-1 1 7 0,-1 2-1 0,0 1-6 16,-6 1-8-16,2 2-2 0,-3 2 3 0,-2 2 2 15,7 4-8-15,-15-1 0 0,5 4 3 0,-1 2-3 16,-1 2 4-16,0 0-41 0,3 2 53 0,-1 3-43 16,4-2 43-16,0 2-39 0,3 1 57 0,1-1 0 15,4-1-3-15,0 3-5 0,5-1-17 0,0-1-18 16,7 1-20-16,0-1-42 0,6-2-96 0,1-2-139 16,1-1-123-16,2-1-95 0,2-5-65 0,-1 2-240 15,1-6-316-15,-2 0-760 0</inkml:trace>
  <inkml:trace contextRef="#ctx0" brushRef="#br0" timeOffset="12789.5">17230 2970 82 0,'2'7'701'0,"-1"5"-135"16,-1 0 10-16,2 1-13 0,-1 1-47 0,0 2-47 16,2-1-28-16,-1 3-23 0,2 0-96 0,-1 4-60 15,1 0-51-15,1 1-37 0,0-1-36 0,-1 3-24 16,-1-2-22-16,1-1-56 0,-1 0-113 0,-2-3-136 15,-1 0-142-15,0-1-129 0,-2-2-200 0,-2 0-535 16,0-1-829-16</inkml:trace>
  <inkml:trace contextRef="#ctx0" brushRef="#br0" timeOffset="13221.03">17821 2859 945 0,'9'-13'899'16,"0"5"-218"-16,-5 0-128 0,4-1-84 0,-3 2-47 16,-1 0-30-16,-2 2-63 0,-2 5-45 0,4-11-46 0,-4 11-43 15,-1-10-40-15,1 10-30 0,-12-5-25 0,12 5-21 16,-20 0-14-16,4 3-16 0,0 3-6 0,-3 3-11 16,-2-3-5-16,2 5-7 0,2-1-4 0,0 1-5 15,0-1-11-15,4 0-57 0,2 0 43 0,0-1-54 16,5-1 47-16,1 1-43 0,1-2 41 0,3 1-34 15,2-1 49-15,3 0-36 0,1 1 49 0,4-4-42 16,5 3 39-16,0-2-31 0,3-2 4 0,-2 1 4 16,3-1 44-16,1-2-46 0,-1 2 38 0,1-1-35 15,-1 1 40-15,1 0-42 0,-3-2 39 0,0 4-32 16,-2-3 32-16,2 4-36 0,-5-1 36 0,3 3-37 16,-5-2 40-16,-1 5-38 0,-1-2 35 0,-3 1-33 15,-1 2 45-15,-2-2-2 0,-1 1-5 0,-1 0-1 16,-2 1-5-16,-1-2 2 0,-2 0 9 0,0 1-3 15,-1-3 0-15,-3 3-2 0,-3-4-4 0,-1 0-2 0,0-2 1 16,-1-2-4-16,-2 1-6 0,-1-3-1 16,4-1 2-16,-1-1-11 0,-2-1-47 0,3-3-96 15,0-1-101-15,3 0-97 0,2-3-73 0,0-1-35 16,4-3-131-16,2 1-591 0,3-1-785 0</inkml:trace>
  <inkml:trace contextRef="#ctx0" brushRef="#br0" timeOffset="13654.92">18183 2835 440 0,'13'7'696'0,"-2"2"-82"16,2 0-49-16,-3 2-61 0,2 5-48 15,-1-3-52-15,-1 3-28 0,-2-4-43 0,2 4-2 16,-2-3-99-16,-2 1 8 0,1 0-42 0,-2 0-36 0,1 1-34 16,-1-2-21-16,1 1-27 0,-3-1-22 0,1 0-17 15,-1-3-58-15,-2 1-70 0,3 0-61 0,-2-2-49 16,0 2-48-16,0-3-39 0,-2-2-31 0,0-6-13 15,0 12-15-15,0-12-33 0,-4 4-1 0,4-4-2 16,-6-5 22-16,2-1 13 0,-1-3 32 0,1-4 72 16,-1-2 108-16,-1-4 104 0,-2-4 74 0,-1-3 32 15,0 0 93-15,0-1 35 0,2-1 76 0,0 5 58 16,3 1 17-16,-1 3-4 0,4 1-20 0,-2 2 0 16,3 3-39-16,-1 1-21 0,2 2-69 0,-1-1-3 15,4 3-55-15,1 2-17 0,3 1 12 0,1 2-17 16,4 2-14-16,0 2-11 0,-1 1-11 0,4 2-18 15,0 0-7-15,-2 4-11 0,3 1-6 0,-3-1-5 16,4 3 19-16,-8-1-57 0,5 0 54 0,-6 2-56 16,2 0 48-16,-5 0-47 0,3 1 53 0,-4 0-52 0,-2-1 48 15,-2 0-46-15,-2 2 35 0,-3 0-2 0,-3 0-4 16,-1 0-8-16,-3-1-6 0,1 0-1 16,-4 0 3-16,0-1-12 0,-1 0-2 0,2-3 1 15,-2 0-6-15,2-2-9 0,-3 0-34 0,5 0-55 0,-1-1-104 16,0-3-113-16,1 0-157 0,2 2-116 0,-1-5-222 15,10 0-470-15,-15 0-883 0</inkml:trace>
  <inkml:trace contextRef="#ctx0" brushRef="#br0" timeOffset="13854.4">18879 3061 735 0,'12'10'811'0,"1"1"-79"0,-4 1-85 0,-2-2-43 0,2 2-45 15,-4 1-57-15,-1-1-57 0,-1 1-73 0,-3 2-50 16,-1 0-44-16,-3 2-55 0,-3 3-44 16,-2 0-39-16,-1 2-25 0,-1 2-28 0,-3-2-89 0,1 1-34 15,-2-2-151-15,4-1-61 0,0-2-126 0,-1 0-162 16,3-3-103-16,0 0-208 0,2-3-377 0,-1-1-833 16</inkml:trace>
  <inkml:trace contextRef="#ctx0" brushRef="#br0" timeOffset="16354.15">20313 2745 1129 0,'13'1'739'0,"-13"-1"-156"0,0 0-150 15,9 6-81-15,-6 0-76 0,-2 3-58 0,4 1-33 16,-2 7-20-16,-1-3-16 0,3 5-30 0,-1 3-17 15,1 0-21-15,2 2-10 0,3 4-14 0,-4-6-10 16,1 3-9-16,-1-3-2 0,3 0-8 0,-3-2-5 16,1-1-2-16,-2-3 4 0,0-3 15 0,0 0 24 15,-1-3 27-15,-2-1 39 0,2 0-36 0,-4-9 27 16,0 9-67-16,0-9 25 0,0 0-68 0,-9-11 12 16,-1 3-51-16,1-10 24 0,-2-4-31 0,-3-5-3 0,-2-9-5 15,-3-3-10-15,4-5 17 0,-3-9-35 16,0-4 26-16,5-1-12 0,4 0 18 0,5 3-13 15,-1 3 14-15,7 2-3 0,3 0 8 0,1 6 12 16,3 2-6-16,5 7 9 0,0 6-5 0,4 5 12 0,1 6-6 16,0 6 11-16,4 5-8 0,-3 6 16 15,4 4-5-15,4 8 5 0,-1 5-3 0,1 6 9 16,-1 5-11-16,-3 3 9 0,-2 2 1 0,-4 2-11 0,-6 0 11 16,-4-4-10-16,-4 1 12 0,-3-1-6 0,-3 2 4 15,-5 0-7-15,-7 4 5 0,-2-4-1 0,-4-1 4 16,-5-2-6-16,-1-4 11 0,-2-1 4 0,0-3 11 15,1-6 2-15,2-3 25 0,3-1-7 0,0-4 41 16,1-1-30-16,5-3 38 0,1 0-48 0,3-3 28 16,-2-3-50-16,4 0 29 0,4 0-50 0,-1 0 35 15,7 3-17-15,-10-6 1 0,10 6-14 0,0 0-15 16,0 0 12-16,0 0-30 0,19 7 40 0,-7 1-39 16,6 3 10-16,3 6 36 0,1 1-43 0,8 1 40 15,-2 3-37-15,2-1 37 0,2-1-32 0,-1-2 33 16,2-3-6-16,2 1 1 0,-5-6-6 0,5-3-1 15,-1-3 4-15,-4-1-46 0,2-4 46 0,2-2-44 16,-1-3 44-16,-1-1-38 0,-2-2 36 0,-2-1-37 16,-3-2 39-16,-4-2-34 0,-3 0 33 0,-3 0-38 15,-2-1 39-15,-3-2-37 0,-2 3 34 0,-4-4-2 16,1 2 1-16,-5 4 12 0,-2-2-2 0,-1 0 19 0,-2 1-7 16,-2 1-4-16,-2 2-3 0,-2 1-1 15,-1 2-5-15,-1 1-6 0,-1 3 1 0,0 1-4 16,0 2 0-16,-3 5-4 0,2-2 5 0,0 4 4 0,0 2-8 15,2-1-50-15,0 4 59 0,4 0-50 16,3 1 48-16,-1 1-30 0,5 2 57 0,2-3-57 16,0 2 56-16,1 0-8 0,3-2-9 0,2 1-4 0,-1-1-6 15,3-2-8-15,1 0 5 0,1-2-9 0,-1-1-5 16,2-3 2-16,0-1-46 0,-1-2 57 0,-10-2-50 16,20 0 58-16,-9-2-55 0,-1-4 47 15,0-1-59-15,-1-4 6 0,0-1 49 0,-1-2-49 0,-3-2 52 16,0 1 8-16,-2-3-12 0,-1 2-2 0,-2 0 8 15,1 3 13-15,1 0 10 0,-2 2 0 0,0 0-3 16,0 3-12-16,0 0-9 0,0 8-4 0,1-11-5 16,-1 11 2-16,0 0-3 0,0 0 6 0,0 0-2 15,5 11 4-15,-4-2-51 0,3 2 61 0,0 2-49 16,1 1 57-16,0 2-56 0,2-2 70 0,0 1-60 16,2 0 51-16,0-2-51 0,1 0 52 0,-2-1-52 15,2-2 50-15,-2 0-55 0,2 0 58 0,-2-6-53 16,1 1 49-16,1-1-53 0,-10-4 53 0,14 2-55 15,-14-2 57-15,17-4-54 0,-10 0 5 0,1-3-2 16,-3-2 0-16,3-2 1 0,-3-2 36 0,-1-1-55 16,-2-2 55-16,1 0-6 0,-2 2-4 0,-1-2 2 15,0 4-5-15,0-1-2 0,-1 2 1 0,1 2-1 16,0 0 0-16,-1 1-6 0,1 8-5 0,-2-11 1 16,2 11 0-16,0 0 3 0,0 0 8 0,0 0 1 15,-5 10-56-15,4-4 65 0,1 4-49 0,1-1 0 16,-1 1 17-16,3 0 5 0,-1 1 7 0,2 0 53 15,1 1-56-15,0-2 48 0,4 0-57 0,0 0 53 16,0-1-54-16,1-1 52 0,2 0-54 0,-2-3 71 0,3-1-80 16,-2-2 43-16,3 0-61 0,-2-2 47 0,0-2-61 15,0-1 40-15,2-2-36 0,-2-2 35 16,-1-1-48-16,1-2 27 0,-1-3-27 0,-2 1 1 0,-5-1 9 16,4 0 7-16,-1-1 27 0,-4 0-10 0,-2 3 26 15,0-2 2-15,-1 3 23 0,0 0-17 0,-1 2 27 16,-1 1-24-16,-1 0 26 0,-2 4-27 0,5 3 2 15,-10-3 3-15,10 3-1 0,-9 6-1 0,1-2 1 16,3 2 3-16,1 3 0 0,-1-1-19 0,4 3 25 16,1-2-19-16,1 2 26 0,2 0-22 0,2 1 26 15,1 0-29-15,6-1 24 0,-1-2-31 0,3 1 17 16,3-2-1-16,3 0-6 0,1-3-19 0,-1-4 20 16,1 2-17-16,0-1 22 0,1-4-20 0,-1-1 23 15,3 0-10-15,-5-2 6 0,5-1 0 0,-3-5-2 16,-3 3 4-16,0-3 1 0,-4 1-1 0,-2-1 2 15,-1 0 5-15,-1-1 7 0,-4 0 0 0,-1 0 4 16,-1 2 3-16,-3 0-5 0,-1 1 8 0,-1 0-1 16,0 2-4-16,-4 0 2 0,0 1-6 0,-3 1-5 15,8 5 0-15,-17 0-2 0,7 0-1 0,-3 5-3 16,2 1 2-16,-2 1-2 0,3 0 23 0,0 2-60 16,-1 1 41-16,4 1-40 0,0-1 21 0,1-1-42 15,2 2 33-15,-1-4-32 0,3 1 19 0,0-1-19 16,0 0 17-16,2-7-12 0,0 11 23 0,0-11-7 15,1 8 25-15,-1-8-9 0,0 0 17 0,8 3-17 16,-8-3 16-16,12-6-5 0,-7-1-1 0,2 1 2 16,-2-5-2-16,4 1-2 0,-3-1 15 0,-2-2-17 15,3 4 58-15,-5 1 4 0,3-1 6 0,0 2-10 16,-2-1-12-16,1 4-11 0,-4 4 14 0,0 0 29 16,11 1 7-16,-7 7 8 0,5 3 2 0,-1 7-37 0,2 7 13 15,4 10 43-15,-1 5 2 0,3 2-20 0,-3 6-11 16,6 8-11-16,-3 2-8 0,-1 1-11 15,-1 0-42-15,-1 0 42 0,-3-11-48 0,-2 1 2 0,-2-1 2 16,0-3-2-16,-4-9-17 0,-2-1-4 0,-2-6-13 16,-3-4 2-16,0-2 10 0,-2-2 2 15,-4-5 8-15,1-4-1 0,-1-4 3 0,-3-1-2 16,1-7 1-16,-3-4-10 0,-3-4-4 0,0-6-19 16,0-5 3-16,-3-9 38 0,6-5-52 0,3-2 34 0,4-3 0 15,4 3-2-15,5-3-1 0,2-4 3 16,7 0 1-16,0-1 3 0,3 3 1 0,2 0-49 0,2 3 63 15,0 0-46-15,3 4 58 0,-1-2-51 0,1 2 56 16,-2 2-52-16,2 2 56 0,-4 2-5 0,-1 2-2 16,-2 3 1-16,2-3-2 0,-5 6-1 0,0 0 12 15,-2 0 8-15,0 2 0 0,-4 3-1 0,1-1 13 16,-2 2 5-16,-1 2-9 0,-2 1-11 0,-1 0 10 16,0 2-27-16,-1 2 8 0,-3 4-28 0,6 2 21 15,-13-3-23-15,13 3 4 0,-14 5 2 0,6 1-2 16,-1 0 9-16,4 3-3 0,-1 1 2 0,3-1 1 15,-1 1-32-15,3 1 49 0,1-2-32 0,0 1 43 16,4 1-41-16,0-2 36 0,2-1-41 0,4 1 18 16,1-2-48-16,2 0-3 0,2-2-108 0,0-5-97 15,2 0-68-15,-1 0-83 0,4-6-92 0,1-1-72 16,-2-2-139-16,2 0-417 0,-1-2-739 0</inkml:trace>
  <inkml:trace contextRef="#ctx0" brushRef="#br0" timeOffset="16503.96">22330 2839 283 0,'5'7'853'0,"-2"-1"-222"16,1 5-80-16,3-1-29 0,0 5-39 0,0-2-24 15,5 3-52-15,-3 0-28 0,1 2-95 0,0 0-5 0,-1 0-52 16,1-1-48-16,1 0-35 0,-1 2-28 0,-4 0-73 16,1-3-136-16,-2 0-141 0,-4 0-171 15,-3 0-146-15,-5 1-295 0,-1-1-319 0,-7-2-780 16</inkml:trace>
  <inkml:trace contextRef="#ctx0" brushRef="#br0" timeOffset="16870.96">23577 2721 1598 0,'0'0'987'16,"0"0"-240"-16,0 0-200 0,0 0-173 0,0 10-75 15,0-2-73-15,0 2-41 0,0 0-35 0,0 2-29 16,0 0-18-16,0 1-45 0,0 4 32 0,3 2-57 16,-2 6 33-16,4 0-55 0,-1 5 43 0,1 2-51 0,-1-2 40 15,1 0-9-15,3 1-67 0,-3-2-91 16,-1-4-91-16,0-1-118 0,0-4-96 0,-2-1-90 16,-2-4-141-16,0-3-406 0,0-2-683 0</inkml:trace>
  <inkml:trace contextRef="#ctx0" brushRef="#br0" timeOffset="17070.14">23374 2980 620 0,'-13'-11'642'0,"3"2"-141"15,1 1-80-15,1 1-74 0,2 0-43 0,1 1-31 0,5-1-29 16,0 1-18-16,1-4-28 0,6 1-30 0,3-1-31 16,3-2-22-16,5 0-27 0,2 0-10 0,3-1-23 15,5-1-10-15,-1 0-12 0,4 0-2 16,-3 3-11-16,1-1-4 0,-2 2-26 0,-4 1-42 0,-2 2-50 15,-2 2-50-15,-4 0-36 0,0 4-34 0,-15 1-3 16,20 2-49-16,-13 3-7 0,-6 3-40 16,-2 4-41-16,-3 3-392 0,-10 6-264 0</inkml:trace>
  <inkml:trace contextRef="#ctx0" brushRef="#br0" timeOffset="17620.79">23323 3229 17 0,'-15'15'680'0,"1"0"-129"15,5-3-64-15,1-1-42 0,3-2-43 0,4 1-34 16,2-2-24-16,5 0-26 0,7 0-51 0,6-1-53 15,7-1-37-15,8-2-40 0,7-2-34 0,10-2-19 16,6-2-11-16,3-5-17 0,11-3 1 0,2-3-10 16,1-3-11-16,-2-4-20 0,-2-4-38 0,-6-1-33 15,0-4-21-15,-8 1-16 0,-1-4 0 0,-8-1 4 16,-6-1 0-16,-11 7 6 0,-5-3 21 0,-7 3 17 16,-5 3 0-16,-8 0 30 0,-4 5-2 0,-5 0 20 15,-2 0 13-15,-7 1 23 0,-1 3 37 0,-4 2 29 16,-3 3 0-16,-1 1 11 0,-4 5-1 0,-2 4 51 15,-6 3-20-15,-1 5-17 0,-2 6-29 0,-1 3 42 16,3 6-58-16,1 6 5 0,3 2 33 0,4 2-69 16,3 2 36-16,6 3-10 0,4 0 2 0,5 0 22 15,5-4-9-15,5 1-3 0,6-1 4 0,4 3 0 16,5-2-42-16,4-4 32 0,8-4-36 0,2-3 30 16,4-5-48-16,5-4 31 0,2-6-43 0,3-3 28 15,-3-6-43-15,0-3 37 0,6-4-14 0,-3-4-45 16,0-6 26-16,-3-5-51 0,5-7 29 0,-5-7-7 15,-4-4-51-15,-5-2 34 0,-5-6-50 0,-3-2 36 0,-8 6 3 16,-5-1-1-16,-3-2 7 0,-7 1 9 16,-2 2 18-16,-7 1 1 0,-5 4 27 0,-1 2-17 15,-7 2 24-15,-2 6-19 0,-2 0 18 0,-4 9-19 16,-2 1 14-16,2 7-27 0,-3 5 28 0,1 5-20 0,-1 4 18 16,0 4-20-16,-3 4 17 0,1 4-13 15,4 5 20-15,5 3-19 0,6 1 1 0,4 0 7 16,5 4-2-16,5-2-35 0,3 1 39 0,5 0-40 15,3 5 46-15,8 5 2 0,0-3-7 0,5 3 0 0,2-2-1 16,3 0-1-16,-1-1-1 0,3 1-2 0,-1 0 2 16,-3-1-2-16,0-3-3 0,-2 0-5 0,0 0-14 15,-5-5-4-15,-2-1-27 0,-1-3-24 16,-3-2-85-16,0-3-37 0,-2-1-70 0,0-5-61 16,-3 0-102-16,-1-3-74 0,-3-7-158 0,3 5-559 0,-3-5-828 15</inkml:trace>
  <inkml:trace contextRef="#ctx0" brushRef="#br0" timeOffset="18089.68">24735 2946 182 0,'9'-2'843'0,"-9"2"-166"0,17 2-83 0,-7 9-85 16,3 3-17-16,0 7-48 0,1 6-39 0,0 4-28 16,1 1-51-16,-2 2-27 0,0 1-36 0,-1-7-27 15,-3 2-18-15,0-3-24 0,1 0-39 0,-2-5-29 16,-1-1-29-16,-2-4-9 0,1-2-21 0,-2-3-4 15,-2 1 8-15,2-5-11 0,-4-2-11 0,0-6-16 16,0 8-14-16,0-8-32 0,-6-3-11 16,2-6-14-16,-2-1-18 0,-1-7-8 0,0-4 2 0,-2-8-2 15,-3-8 2-15,-1-3-36 0,-1-3 62 0,3-3-45 16,-1-2 75-16,2-1-10 0,2-2 1 0,3 2 18 16,3 3-2-16,0 1 29 0,4 10-24 0,0 2 17 15,1 5-26-15,-1 5 22 0,4 2-24 0,-3 2 16 16,4 5-18-16,-1 2 17 0,-1 4-20 0,3 3 19 15,-2 0-22-15,-6 5 20 0,14 0-17 0,-7 5 28 16,-1-1-29-16,-2 3 22 0,2 1-22 0,-2 3 13 16,-3 0-27-16,1 0-19 0,-4 3-10 0,0 3-35 15,-4 0-26-15,-1 1-3 0,-3-1-4 0,0 2 14 16,-2-3 9-16,3-1 28 0,0-2 3 0,-1-3 26 16,4 2-8-16,1-5 21 0,-2 4-3 0,5-3 16 15,-3 2-4-15,2-1 19 0,3 1-14 0,5 0 22 16,-1 5 6-16,4-2 25 0,1 0-7 0,3 0-3 15,1 2-2-15,4-1-2 0,-3-1-2 0,2 0-5 16,1 0-2-16,0-1-3 0,-1 0 2 0,-1-2-6 16,2 0-9-16,-3-1-36 0,-1 0-73 0,-1-3-80 15,0-1-92-15,-1 1-94 0,0-3-101 0,-1 1-183 16,-10-4-380-16,17 0-655 0</inkml:trace>
  <inkml:trace contextRef="#ctx0" brushRef="#br0" timeOffset="18270.47">25314 3076 198 0,'3'13'798'0,"-1"0"-136"0,2 5-61 0,-2 0-54 15,0 4-18-15,-1 2-45 0,1 1-45 0,-2-2-59 16,0 2-69-16,0 0-48 0,-2 0-52 0,1-1-40 16,0 1-33-16,0-2-70 0,-2 0 18 0,0-4-138 0,1-1-104 15,-3-3-178-15,-1 0-202 0,-1-2-295 16,-1-3-425-16,1-4-864 0</inkml:trace>
  <inkml:trace contextRef="#ctx0" brushRef="#br0" timeOffset="21904.05">26319 3166 408 0,'0'0'574'0,"-12"7"-130"0,12-7-87 0,-11 6-76 16,4-1-22-16,1 0-23 0,0 1-6 0,-1-1-9 16,3 1-9-16,-1-1-10 0,5-5-8 0,-5 9-3 15,0-3-15-15,5-6-5 0,0 9-17 0,0-9-8 16,6 9-21-16,-6-9-5 0,9 1-24 0,-9-1-7 15,17-4-11-15,-4-1-20 0,0-4-13 0,3-1 5 16,-2-5-24-16,5-3-6 0,-3-3-6 0,2-2-4 16,-4-1-8-16,2-4-7 0,-5-1-12 0,1-5-2 15,-4 1-13-15,-4-1 2 0,-2-1-19 16,-2-1-3-16,-5-9-8 0,0 2-8 0,-4 0 10 0,-4 0 7 16,-1 1 10-16,-2 6 7 0,0 2 9 0,0 9 2 15,2 1 5-15,-2 7 0 0,2 3 8 0,3 6 2 16,-1 5 4-16,2 6 3 0,-1 3 3 0,0 10 12 15,4 6 4-15,-1 6 1 0,4 8 3 0,4 9-3 16,3 3 4-16,3 2 1 0,2 2 3 0,3 6 5 16,6 0 10-16,0-3-12 0,0-11 3 0,0-2-12 15,3-2 15-15,2-7-22 0,0-1 1 0,0-3-8 16,-1-9 8-16,-3-1-12 0,4-2 11 0,-4-7-14 16,0-1 2-16,0-3-11 0,-2-4 13 0,1-2-14 15,1-2 2-15,-3-2-6 0,0-3 5 0,-2-1-12 16,-1-2 11-16,-1-1-6 0,-2-2 9 0,-2-2-6 15,-4 2 13-15,1-2-11 0,-1 1 10 0,-3 2-4 16,0 0 8-16,-3 0 1 0,3 2 6 0,-2 2-5 16,-1 1 0-16,3 7 3 0,-2-9-1 0,2 9 11 15,0 0-12-15,0 0 7 0,-7 6-11 0,7-6 8 16,0 13-8-16,3-3 8 0,1-1-10 0,-2 1 10 16,6-1-11-16,-2 2 10 0,3 1-7 0,0-4 2 15,4 3-17-15,0-4-9 0,1 0-53 0,-3-1-62 16,6-1-108-16,-4-5-117 0,-1 0-96 0,4-2-123 15,-3-2-389-15,-1-3-561 0</inkml:trace>
  <inkml:trace contextRef="#ctx0" brushRef="#br0" timeOffset="22053.17">26785 2951 21 0,'0'0'562'0,"-14"-2"-190"0,14 2-59 0,-10 2-96 16,10-2-26-16,0 0-56 0,-13 1-11 0,13-1-60 15,0 0-37-15,-9 3-95 0,9-3-90 0,0 0-131 16,0 0-186-16,-4 8 40 0</inkml:trace>
  <inkml:trace contextRef="#ctx0" brushRef="#br0" timeOffset="22587.28">26769 3007 308 0,'0'0'583'0,"0"0"-141"0,0 0-93 16,0 0-31-16,0 0-22 0,0 0-40 0,0 0-21 15,0 0 6-15,0 0-1 0,12 2-18 0,-12-2-5 16,11 6-24-16,-5-1-23 0,2 1-40 0,-1 0-18 16,4 1-29-16,-2 2-11 0,2 1-21 0,-1 1-1 15,-1-2-18-15,1 2 1 0,-1 2-16 0,-1-2 4 16,0 2-5-16,-1-1 1 0,-2 1-9 0,1-1 6 16,-4-2-9-16,1 1 4 0,-1-1-5 0,-2-2 6 15,0 1-6-15,0-3 8 0,0-6-10 0,-5 9 11 16,5-9-3-16,-6 4 5 0,6-4-5 0,-9-4 8 15,1-2-10-15,4-3 2 0,-2-4-8 0,-1-1 7 16,4-1-11-16,-2-3 8 0,3-1-8 0,1 1 1 16,2 0 4-16,1 2-7 0,1 0 4 0,1 2-6 15,1 2 7-15,3 1-9 0,-2 3 11 0,3 2-8 16,2 2 12-16,-1 3-6 0,1 2 10 0,1 3 0 16,1 2-1-16,-1 2 6 0,1 3-10 0,-1-1 8 15,-1 5-9-15,-2 0 10 0,1 1-10 0,-2-2 7 16,-2 1-11-16,0 0 9 0,-4-2-11 15,3-1 17-15,-4-2-16 0,1 1 6 0,-2-3-9 0,-2-2 12 16,1 2-15-16,1-8 9 0,-9 7-11 0,9-7 9 16,-9 1-9-16,9-1 7 0,-11-5-8 0,3-3 12 15,4 1-13-15,-2-5 8 0,1 0-7 0,1-4 9 16,1 1-10-16,2-1 3 0,1 1 0 0,1 1 4 16,2-2-2-16,1 4 8 0,2-1-6 15,1 1 7-15,3 3-12 0,-1 0 8 0,0 5-4 0,0 0 0 16,3 3 5-16,-3 2 1 0,3 4 1 0,-1 1-5 15,2 3 2-15,-3 1 17 0,3 4-16 0,-3 2 7 16,2-2-12-16,-3 4-7 0,-1-4-72 16,-1 2-104-16,-2-2-87 0,0-1-84 0,-2-1-74 0,-1 0-151 15,-2-4-360-15,-1 2-524 0</inkml:trace>
  <inkml:trace contextRef="#ctx0" brushRef="#br0" timeOffset="22753.72">27208 3026 76 0,'9'-5'525'0,"-9"5"-93"0,17 0-58 0,-17 0-46 0,18 4-26 0,-9 0-24 0,2 1-44 0,-1 1-30 15,-1 2-28-15,4 0-38 0,-3 0-28 0,-1 1-24 16,3 1-18-16,-3 1-39 0,0-4-106 0,-3-1-79 16,3 1-135-16,-4-1-147 0,-5-6-324 15,5 7-273-15</inkml:trace>
  <inkml:trace contextRef="#ctx0" brushRef="#br0" timeOffset="23019.96">27225 2926 174 0,'0'0'766'0,"0"0"-200"0,0 0-126 0,0 0-73 16,0 0-82-16,0 0-45 0,0 0-35 15,0 0-30-15,0 0-13 0,0 0-19 0,4 6-23 0,-4-6-21 16,0 0-13-16,0 0-3 0,16 0-3 15,-16 0 3-15,9-4-9 0,-9 4 2 0,9-3-12 16,-5-2-12-16,-4 5-15 0,10-7 0 0,-10 7-13 0,7-10 7 16,-7 10-16-16,2-8-1 0,-2 8-5 0,0-8-2 15,0 8-5-15,-5-8 5 0,5 8-9 0,-11-3 3 16,11 3-6-16,-15 2 6 0,8 2-10 0,-2 1 4 16,1-2-18-16,1 5-10 0,0-3-27 0,1 2-52 15,1 2-54-15,2-2-49 0,1-1-27 16,2-6-43-16,0 10-67 0,0-10-69 0,10 3-399 15,-10-3-354-15</inkml:trace>
  <inkml:trace contextRef="#ctx0" brushRef="#br0" timeOffset="23236.03">27367 2607 468 0,'-2'-18'650'16,"-1"3"-117"-16,1 4-73 0,1 0-68 0,0 3-66 0,-2 2-32 15,3 6-21-15,0 0-20 0,-9 1-3 0,7 9-25 16,0 3-5-16,2 3-30 0,0 6-7 15,2 4-33-15,3 5-5 0,1 3-46 0,6 7-18 0,-1 0-15 16,6-1-12-16,-2-1-9 0,4 3-5 16,-1-3-6-16,3-1 18 0,0-1-31 0,0-1 10 0,1-4-45 15,-1-3-10-15,-4-4-48 0,1-4-59 0,-3-2-89 16,0-4-102-16,-2-2-107 0,-4-4-141 0,1-3-610 16,-10-6-792-16</inkml:trace>
  <inkml:trace contextRef="#ctx0" brushRef="#br0" timeOffset="23619.42">27629 3132 305 0,'0'0'499'0,"0"0"-97"0,0 0-64 15,0 0 39-15,0 0 25 0,0 0-2 0,0 0-1 16,0 0-40-16,11-5-42 0,-3-1-65 0,-2-1-39 16,5 0-51-16,-1-4-19 0,0 1-19 0,0 0-19 0,4-3-22 15,0-2-8-15,0 1 5 0,-2 0-17 0,-1-4 3 16,2 4-31-16,-3-3 11 0,-1 3-28 0,-1 1 13 15,-2-3-22-15,-2 4 13 0,-1-1-26 16,-1 1 12-16,-2 2-24 0,0 0-1 0,-1 2-19 16,-3-1 9-16,0 4-10 0,-1 1 11 0,5 4-10 15,-14-4 18-15,14 4-12 0,-18 5 21 0,9 0-10 0,2-2 12 16,0 5-8-16,-1-1 12 0,2-2-7 0,1 4 12 16,4 0-8-16,0 1 3 0,1 0 2 0,2 1 8 15,1-1-9-15,2 1 6 0,2 0-6 16,0 1 7-16,2-2-9 0,2 3 9 0,-2-2-11 15,2 0 13-15,-1 0-14 0,0 1 7 0,-2-1-5 16,-1 1 10-16,2 0-12 0,-4 0 14 0,-1 1-14 16,-1-1 12-16,-1 1-13 0,-2-1 9 0,-2-2-10 0,-2 1 6 15,0 0-13-15,-3-2-5 0,-1 2-36 16,-1-3-52-16,-3-2-75 0,0 0-96 0,0-1-81 16,-3-4-125-16,1-1-145 0,-6-1-266 0,1-2-461 15</inkml:trace>
  <inkml:trace contextRef="#ctx0" brushRef="#br0" timeOffset="23786.06">27282 2888 249 0,'9'-7'482'0,"3"0"-79"0,-1 2-44 0,5-2-14 16,3-1-35-16,1-1-38 0,8-3-35 0,-1 2-32 0,6 0-33 15,2-5-33-15,1 3-31 0,-4 2-17 16,0 0-27-16,-2 1-106 0,-2 1-143 0,-3 1-165 15,-4 2-548-15,-1 0-462 0</inkml:trace>
  <inkml:trace contextRef="#ctx0" brushRef="#br0" timeOffset="23987.34">28038 3038 194 0,'11'15'792'0,"-1"2"-210"0,1 1 13 0,1-1-47 15,1 1-46-15,-1 0-93 0,0 4-58 0,-1-1-67 16,1 2-9-16,-1 2-73 0,-2 0-2 16,1 2-59-16,-3 2-10 0,1 0-47 0,-3-1-21 15,0-2-51-15,-3-1-63 0,-2 3-76 0,-5-2-131 16,-4 2-122-16,-2 1-91 0,-6 2-170 0,-3-4-432 16,-3 0-690-16</inkml:trace>
  <inkml:trace contextRef="#ctx0" brushRef="#br0" timeOffset="25169.53">29359 2751 406 0,'-4'-17'704'0,"2"3"-84"16,-1 1-136-16,1 2-71 0,0 1-101 0,-3 1-55 16,3 3-9-16,2 6-60 0,-12-4-7 15,12 4-21-15,-13 9-19 0,4-2-17 0,1 6-10 0,-1 6-17 16,-2 0-20-16,4 4-21 0,0-2-2 0,2 5-13 15,1-3-1-15,2 2-1 0,2 1 32 0,0-2 3 16,2-1 12-16,2-2-14 0,1 0 17 0,4-3-25 16,1-1 28-16,1-2-34 0,1-4 18 0,1-1-35 15,1-4 29-15,2-2-43 0,-2-4 3 0,5-3-17 16,-1-2 0-16,0-3-1 0,2-3-4 0,-3-1-4 16,2-6-4-16,-3-2-1 0,-3-2 17 0,-1-2-35 15,-3-3 22-15,-6 5-35 0,1-3 4 0,-5-2 3 16,-2 2-5-16,0 2 8 0,-6 0 4 0,2 4 3 15,-4 4 4-15,-2 0 2 0,0 7 0 0,-5 3 3 16,2 5-1-16,-5 4 7 0,0 3-17 16,-4 6 27-16,1 4-23 0,0 2 22 0,2 1-22 15,5 1 20-15,1 0-27 0,4-2-5 0,5-2-5 16,0 0 1-16,6-1 9 0,2-3-15 0,4 0 15 16,4-1-18-16,2-3-5 0,4 0-33 0,3-5-15 0,2-2-23 15,2-2-5-15,2 0 0 0,2-6 22 0,3-4 5 16,-1 1 14-16,-2-3 9 0,-1-4 8 15,-2 1-1-15,-2-3 3 0,-2-2 12 0,-4-1 8 0,1 0 5 16,-6 2 17-16,-2 1 67 0,-1 4 22 16,-2 0 21-16,-1 2 10 0,0 0-16 0,-3 1-12 15,-1 6-10-15,0 5-9 0,0-9-5 0,0 9-14 0,0 0-6 16,-7 8-6-16,5-2-7 0,-2 3-3 0,3 1 0 16,1 1 0-16,0 1 1 0,0 0 5 15,3 1 17-15,1 0-6 0,-2 2 13 0,5-2-12 16,-1 0 7-16,3-1-17 0,-1-1 8 0,1-2-19 15,2 1-3-15,-1-3-1 0,2 0-5 0,-1-2-10 16,-1-1 7-16,3-2-6 0,-1-1 9 0,-12-1-8 0,20-1 7 16,-10-1-15-16,1-2 7 0,-4-1-19 15,2 1-3-15,-2-5-16 0,-2 0-5 0,0-1 8 16,-1 1 6-16,-2-3 3 0,0 0 16 0,-2 3 20 16,3-1 10-16,-3 3 0 0,0 0-3 0,2 1-6 15,-2 6-8-15,0-9 2 0,0 9 0 0,0 0 1 16,0 0 0-16,-7 9 1 0,7-2 1 0,0-1-7 15,0 3 11-15,2-1-10 0,1 1 8 0,1 2-3 16,1-3 13-16,-1 0-9 0,1-1 14 0,3-1-1 16,1-2 12-16,0 1-15 0,-9-5 9 0,19 0-16 15,-9-3 9-15,3-3-2 0,1-2-9 0,0-5-5 16,1 0 2-16,-3-2-2 0,1-3-1 0,-2-1-2 16,-2-5-1-16,3-2-3 0,-5-3 2 0,-3 1-8 15,0-4 1-15,-3-1 1 0,-2 0 10 0,-3 2-8 0,2-1 15 16,-5 2 13-16,3 6-8 0,-2 1 18 15,0 2-6-15,2 4 10 0,1 1-12 0,-1 3 3 16,-1 4-20-16,0 3 11 0,5 6-15 0,0 0 14 16,-9 4-5-16,4 5 1 0,4 3-2 0,0 2 0 15,-1 4-2-15,4 3 3 0,-1 1-3 0,3 2-5 16,0 1 5-16,2 4-1 0,1-1-2 0,3 0 1 16,-1-3-12-16,1 0 14 0,-1-3-13 0,0-3 15 15,0 0-20-15,1-2-18 0,-1-1-46 0,-3-2-28 16,2-2-35-16,-1-1-40 0,-3-3-45 0,1 2-57 15,-1-2-41-15,0-2-41 0,-1 1-88 0,-3-7-522 16,6 6-563-16</inkml:trace>
  <inkml:trace contextRef="#ctx0" brushRef="#br0" timeOffset="25553.65">30017 2617 23 0,'-10'-4'661'0,"10"4"-193"0,-13-6-111 0,13 6-64 0,-9-5-19 0,9 5 1 0,-10-3 12 0,10 3-55 15,-4-5-1-15,4 5-67 0,-2-6 5 16,2 6-75-16,4-9 13 0,-4 9-63 0,7-8-12 15,-7 8-76-15,14-7-58 0,-5 1-90 0,1 3-128 16,2 0-120-16,0 0-385 0,0 0-362 0</inkml:trace>
  <inkml:trace contextRef="#ctx0" brushRef="#br0" timeOffset="26069.49">30277 2855 640 0,'1'11'609'0,"0"-3"-110"0,-1 0-33 0,2-2-3 16,-2-6-13-16,2 10 24 0,-2-10-25 16,0 9-32-16,0-9-67 0,0 0-54 0,8 3-22 15,-8-3-70-15,7-4-20 0,-1-2-54 0,0-3-9 16,2-1-42-16,0-2-3 0,3-6-36 0,-1-1 0 16,1-8-22-16,1 0-16 0,-2-2-43 0,2-8-3 15,-3-4-3-15,-3-1-8 0,0 1-37 0,-2-5 34 16,-4 2-15-16,0-2 32 0,-2 2-13 0,-6 2 28 15,2 2 4-15,-3 1 0 0,-3 4 12 0,-1 7-3 16,1 3 5-16,-2 2 6 0,-2 4 3 0,0 4-2 0,3 5-2 16,-2 5-1-16,3 4 9 0,-1 4 1 15,2 3-25-15,-1 5 39 0,3 9-24 0,0 6 22 16,4 5-27-16,5 1 24 0,2 4-3 0,3 5 3 16,4 0-9-16,3 0 7 0,1-3 0 0,6-1-3 0,-1-2 1 15,3-2-30-15,0-2 35 0,2-6-32 0,-3-3 35 16,1-5-33-16,0 0 35 0,-3-4-31 0,-1-4 21 15,0-4-23-15,0 0 22 0,-3-4-39 16,0-2 27-16,1-4-28 0,-2 1 31 0,-2-3-3 16,1-1 6-16,-2-3-5 0,-2-3-3 0,-2 1-5 15,-2 0 3-15,1-3 10 0,0 4 7 0,-4-1 0 0,2 2 17 16,-2 1-3-16,1 1-10 0,0 2-8 0,-2 0-7 16,0 7-4-16,4-9 1 0,-4 9 6 15,0 0 3-15,0 0-18 0,0 0 14 0,12 6 1 16,-9 1-4-16,1 0-2 0,1 1 8 0,-1 2-2 15,1-1-12-15,1 1-28 0,-1 0-39 0,1 0-60 16,-2 0-95-16,2-2-89 0,-2 1-110 0,0-1-63 16,0-3-44-16,-4-5-570 0,7 8-722 0</inkml:trace>
  <inkml:trace contextRef="#ctx0" brushRef="#br0" timeOffset="26236.04">30684 2495 101 0,'0'0'910'0,"-2"6"-278"16,2-6-105-16,0 0-145 0,-5 6-57 0,5-6-94 15,0 0-13-15,0 0-74 0,-3 6-5 0,3-6-92 16,0 0-85-16,0 0-130 0,5-8-108 0,-5 8-113 16,9-7-487-16,-4 1-432 0</inkml:trace>
  <inkml:trace contextRef="#ctx0" brushRef="#br0" timeOffset="26786.03">30807 2535 346 0,'0'0'560'0,"5"6"-109"15,-5-6-47-15,0 0 57 0,13 3-39 0,-13-3 17 16,9-5-71-16,-9 5 14 0,13-7-101 0,-7 1-45 16,0-1-55-16,2 1-37 0,0-4-20 0,-2 2-6 15,-1 1-19-15,2-4-15 0,-2 3-16 0,-1-3 8 16,2 3-7-16,-4-2-2 0,1 2 1 0,-2 2-15 15,1-1-6-15,-1 1-19 0,-1 6-15 0,-1-11-2 16,1 11-5-16,-7-4-4 0,7 4-3 0,-14 4 2 16,5 1-2-16,2 3 0 0,-2 3 4 0,1 1-5 15,2 1 4-15,-1 0-1 0,3 2-2 0,1 1 0 16,1 2-2-16,2-5 4 0,5 2 4 0,-1 1 0 16,3-2 4-16,0-1 8 0,5 1 7 0,-1-4 2 15,2 1-4-15,2-2 6 0,1-1 0 0,0-3-5 16,0-2 0-16,2-1 0 0,-2-2-4 0,1-1-1 15,1-2-2-15,-2-1-10 0,1-5 3 0,-2 3-3 16,1-5-1-16,-2-1-2 0,0 0-1 0,-3-5 1 16,-2 3-2-16,0-1 1 0,-3-3 1 0,0 2-1 15,-3 0 5-15,1 0-3 0,-1-1-5 0,-2 3 4 16,2 1-2-16,-1 2-2 0,-2 0-5 0,3 2 5 16,-1 2-6-16,-2 7 0 0,5-9 0 0,-5 9 3 15,11-3 5-15,-11 3 10 0,15 6-16 0,-6 0 6 16,1-2-7-16,0 2 4 0,-1 0 2 0,0 0 0 15,2-1 4-15,-1 1 5 0,-1-1-8 0,-3-2 1 16,2 1 3-16,-1-1 12 0,-7-3-10 0,11 4 0 16,-11-4-1-16,10-2 1 0,-10 2-4 0,10-6-3 15,-6 1 1-15,-2-1 1 0,2-1-4 0,-2 1 2 16,0-3 0-16,1 0 3 0,-2 1-5 0,0 0 0 16,-1-1-15-16,2 2-18 0,-2 0-23 0,2 1-40 15,-2 6-56-15,1-12-69 0,-1 12-53 0,2-7-69 16,-2 7-18-16,0 0-41 0,0 0-74 0,-7 6-90 15,7-6-362-15,-9 11-503 0</inkml:trace>
  <inkml:trace contextRef="#ctx0" brushRef="#br0" timeOffset="26986.07">30105 2625 951 0,'-29'1'868'0,"6"-1"-198"0,4 0-163 0,3 0-109 0,4 0-84 0,3-1-61 16,9 1-46-16,-5-8-39 0,9 0-41 0,5 0-23 15,10-4-22-15,7-3-16 0,10-2-29 0,5 1-88 16,4-2-72-16,-2 2-151 0,3-3-110 0,-3 2-142 16,-1 2-533-16,0-2-675 0</inkml:trace>
  <inkml:trace contextRef="#ctx0" brushRef="#br0" timeOffset="27453.51">31369 2557 899 0,'3'8'695'0,"-3"-8"-115"0,6 8-157 16,-6-8-37-16,7 3-60 0,-7-3 21 0,9-3-75 15,0 0 15-15,-2-4-85 0,2-2 11 0,3 0-81 16,0-4 16-16,3-3-74 0,-1 0 31 0,-2 0-66 16,2-2-10-16,1-2-8 0,0-3-5 0,-4 4-3 15,0-3-8-15,-1 3 7 0,-1-3-6 0,-3 2-6 16,-1 0-3-16,0 2 42 0,-3 0-56 0,-2-1 44 16,-2 3-51-16,-3-1 46 0,0 3-48 0,-4-1 42 15,0 4-46-15,-5 1 45 0,1 2-48 0,-3 1 47 16,0 4-52-16,1 2 46 0,2 1-47 0,-4 2 40 15,2 3-43-15,0 2 6 0,5 1 6 0,1 2 5 16,4 1 1-16,1 1 4 0,4 2 40 0,5-2-41 0,1 4 33 16,3 0-37-16,4 0 39 0,4 0-35 15,2 1 35-15,0-2-38 0,4 1 42 0,0-1-40 16,1 2 40-16,-3-4-39 0,1 1 40 0,-6-2-38 16,2 1 39-16,-1-2-40 0,-6-1 42 0,1 0-40 0,-2 0 47 15,-1-1-41-15,-3-1 55 0,-2 2-41 0,-1-1 46 16,-1 0-46-16,-3 0 43 0,-3-1-51 0,0 1 43 15,-3 2-46-15,-2-3 43 0,-3 2-54 0,2-2 50 16,-2 0-60-16,-2-2-6 0,1 1-115 0,0-2-75 16,0-1-145-16,-1-1-133 0,2-2-128 0,12-1-376 15,-21-2-607-15</inkml:trace>
  <inkml:trace contextRef="#ctx0" brushRef="#br0" timeOffset="27619.59">32047 2308 730 0,'14'12'768'0,"4"7"-148"0,-2 3-92 0,0 2-35 0,-4 4-122 0,0 0-24 15,-2 2-106-15,-2 0-5 0,-2 1-93 0,-3-1 13 16,-1-4-72-16,-2 2 12 0,-2-3-175 0,-5 3-195 16,-7-1-199-16,-6 4-786 0,-6-2-868 0</inkml:trace>
  <inkml:trace contextRef="#ctx0" brushRef="#br0" timeOffset="30220.83">2604 5506 194 0,'-10'-14'649'0,"3"1"-87"15,0-1-98-15,-2 3-25 0,4-1-71 0,0 2-79 16,0 2-43-16,1 1-42 0,0 1-23 0,4 6 0 16,0 0-2-16,0 0-6 0,0 0-28 0,0 13-19 0,4 1-32 15,2 2-8-15,2 5-21 0,3 4-5 16,-2 3-21-16,4-1 2 0,1 7-12 0,0-3 0 15,3 0-13-15,-4-3 8 0,0-3-15 0,0-2 9 16,0-3-14-16,-4-2 10 0,0-2-11 0,-1-2 13 0,1-3-8 16,-4-1 18-16,-1-3 3 0,-2 0-3 0,-2-7-11 15,0 0-2-15,0 0-33 0,-5-8-1 16,-1-1-5-16,-6-4 10 0,-1-3-9 0,-4-7 8 0,-5-3-4 16,-4-4 6-16,-1-2 5 0,0-3-13 0,-3-7-14 15,2-1 8-15,0-3-15 0,7 5 9 0,2 0 9 16,1 0-1-16,7-2 9 0,2 3 0 0,2 7 1 15,6 3 4-15,5 5 1 0,1 0 2 0,4 0 3 16,4 3-1-16,4 3 3 0,1 6 0 0,2 4 7 16,3 3-5-16,-3 4 2 0,3 2 4 0,1 6-6 15,3 5-5-15,0 2 9 0,-3 4-2 0,-2 3 2 16,-3-1-1-16,-1 6 3 0,-4 1-6 0,-5 2 4 16,0 5-4-16,-7-1 0 0,-3 2-12 0,-3 1-2 15,-6 4-5-15,-1-1-17 0,-5-3 2 0,0-3 7 16,1-7 7-16,-2-4 5 0,2-5-3 0,2-2 10 15,-1-3 8-15,1-5-7 0,3-2-4 0,10-4-3 16,-17-1-16-16,11-2 4 0,2-7-3 0,2 1-4 0,4-2 2 16,3-2-21-16,3-1 25 0,4-1-3 0,4 1 14 15,4-3-4-15,2 3 14 0,5 1 1 16,1 0 3-16,0 4-5 0,3 0 11 0,-3 5-7 16,0 1 7-16,-1 3-3 0,-1 3 6 0,0 0-6 0,-3 4 2 15,0 1-1-15,-4 1 5 0,-1 2-6 16,-3 2 8-16,-3 2-9 0,-3-2 5 0,-3 1-4 0,-3 2 18 15,-6 2 3-15,-3 1 8 0,-4 1 2 0,-4 4-9 16,-8 2 4-16,-2-1-11 0,-2 0 3 0,-2-1-8 16,0-2 2-16,3-5-8 0,1-2 1 0,4-5-55 15,1 0-94-15,2-5-97 0,3-3-116 0,3-5-140 16,2-6-382-16,2-2-437 0</inkml:trace>
  <inkml:trace contextRef="#ctx0" brushRef="#br0" timeOffset="30505.96">3161 5210 52 0,'13'-1'678'0,"-4"2"-187"0,-1 3-104 0,-3 2-53 0,-1 3-18 15,-2 3-33-15,-1 2-20 0,-2 3 6 0,0 1-15 16,0 2-44-16,-2 4-31 0,2-1-15 0,-2 2-20 16,2-1-33-16,1-2-14 0,0-2-23 0,1 0 0 15,2-2-9-15,-2-1 5 0,3 0-11 0,0-2 10 16,1-2-11-16,-1-4 1 0,2 1-14 0,-1-3 4 15,3-2-12-15,-8-5 7 0,13 3-19 0,-13-3-6 16,15-4 7-16,-7-1-17 0,-2-2-1 0,2-2-4 16,-3 0 4-16,-1-3-6 0,-2 1 0 0,1-1 2 15,-5-1-5-15,0 1 0 0,-1 2-3 0,-2-4 0 16,-1 4 1-16,-3-1-4 0,1 6 1 0,-1-3-8 0,-1 5-33 16,0-2-38-16,-3 4-75 0,2 0-101 15,11 1-82-15,-23 0-62 0,11 1-105 0,12-1-487 16,-14 1-596-16</inkml:trace>
  <inkml:trace contextRef="#ctx0" brushRef="#br0" timeOffset="30852.73">3234 5295 402 0,'12'-5'582'0,"-12"5"-151"0,14 0-48 16,-5 2 7-16,1 2-8 0,5 1-45 0,1 3-29 15,3-3-23-15,1 2-6 0,2 1-1 0,6 2-28 16,3-1-38-16,-2-1-30 0,2 0-24 0,-2 0-8 15,3-2-8-15,-6 1-25 0,-2-3-20 0,0 1-17 16,-2 0-49-16,-3-2 26 0,0-1-13 0,-5 1-12 16,-1-1-7-16,-1-2-15 0,-12 0-40 0,15-4 1 15,-15 4 2-15,10-7 4 0,-7 1 5 0,-3 6-11 16,0-14 22-16,-4 6-21 0,-1-1 25 0,-4-2-19 16,1-1 21-16,-2 2 0 0,-5-5 2 0,0 3-3 15,2 0 7-15,1 1 11 0,-1 3 3 0,3-1-5 16,1 2-3-16,1 4-6 0,8 3 3 0,-15-3-6 15,15 3 2-15,-12 11-20 0,5 1 24 0,3 3-1 16,-1 8-3-16,0 0 2 0,1 6-5 0,-1 4 0 16,1 0 0-16,-1 0-3 0,2 1-57 0,2-2-65 0,-1-1-72 15,-1-2-103-15,2-4-85 0,-2 0-67 0,2 0-144 16,-2-6-469-16,1-1-682 0</inkml:trace>
  <inkml:trace contextRef="#ctx0" brushRef="#br0" timeOffset="31319.42">4121 5032 828 0,'13'-6'803'0,"1"3"-162"0,-3 4-115 0,5 6-77 16,-2 4-57-16,4 7-31 0,-3 6-56 0,3-1-89 15,1 10 8-15,-1 5-67 0,0 0 7 0,1 3-59 16,5 11 15-16,-1-2-23 0,-1 1-10 0,2 0-3 15,1-1-8-15,-1-1-6 0,-5-6-49 0,2-2 45 16,-1-3-56-16,-2-3 54 0,-3-3-58 0,-2-5 0 16,1-5 13-16,-6-3-12 0,1-2-3 0,-4-3 7 15,-1-3-1-15,-1-3 4 0,-3-8-7 0,-3 10-28 16,3-10 27-16,-13-3-57 0,1-4 53 16,-3-6-58-16,-3-7 42 0,-5-10-33 0,-1-4 34 0,-3-13-3 15,3-4-24-15,1-5 33 0,0-1-32 0,2-5 9 16,6 0 30-16,1 0-5 0,6 9 0 0,4 4 5 15,3 1-9-15,1 9-2 0,5 3 10 0,2 4-7 16,0 2 2-16,6 5 1 0,1 3 1 0,0 6 5 16,3 4-1-16,3 5 7 0,-2 2-4 0,0 5 1 15,2 3 5-15,1 2 3 0,1 4 0 0,-2 3-3 16,-3 0-3-16,-1 2 3 0,-3 2-31 0,0 0 35 16,-6 2-31-16,-1-1 41 0,-5 1-41 0,-4 0 6 0,-2 3 39 15,-4-1-40-15,-6 1 34 0,-2-1-37 16,-2-2 37-16,-5 1-39 0,0-5 15 0,-1-2-62 15,1-3-18-15,1-2-47 0,0-2-57 0,4-2-83 0,-2-3-80 16,5-3-29-16,-1-2-116 0,3-2-119 0,0-2-342 16,5-2-541-16</inkml:trace>
  <inkml:trace contextRef="#ctx0" brushRef="#br0" timeOffset="31619.59">4651 4765 744 0,'-3'-12'694'0,"-1"2"-114"0,1 1-113 0,-1 2-103 0,3 1-74 0,1 6-45 16,-5-7-10-16,5 7 18 0,0 0 10 0,1 7-14 15,3 3-45-15,0 5 0 0,1 4-32 0,0 4-37 16,4 6-21-16,3 0-21 0,-2 6-14 0,3 1-11 16,1 0-45-16,-1-1 32 0,0 0-48 0,2 1 39 15,-1-3-46-15,-2 1-2 0,0-6-10 0,1-3-6 16,-3 0-69-16,-1-4-80 0,0-2-104 0,-2-2-109 16,0-2-65-16,-1-2-103 0,2-5-598 0,-3-2-761 15</inkml:trace>
  <inkml:trace contextRef="#ctx0" brushRef="#br0" timeOffset="31903.05">5026 4970 490 0,'0'0'584'0,"0"0"-110"0,11 0-37 0,-8 7-36 16,-1 1-60-16,1 2-30 0,0 0-22 16,-1 1-14-16,2 4-16 0,0-1-40 0,1 0-22 15,1 0-29-15,-1-1-41 0,2 3-14 0,-1-4-30 16,2 2-5-16,-1-2 1 0,0 0 19 0,2-1-20 0,0-3-6 15,0 0-6-15,-3-2-6 0,2 0 0 0,2 0-7 16,-1-3-2-16,-9-3-4 0,15 3-9 0,-15-3 43 16,16-3-40-16,-10 0 42 0,1-2-56 15,-2-2 35-15,0 0-14 0,-3-3-9 0,1 1-2 0,-3-3-7 16,-2 1-9-16,1-2 1 0,-5 1-6 0,2-1-7 16,-2 1-8-16,-2 1-9 0,0 2-11 0,-2 0-31 15,0 3-27-15,0 2-42 0,-4 0-49 0,1 4-67 16,-2 2-89-16,-1 1-68 0,2 2-46 0,-1 1-129 15,2 1-584-15,3-1-765 0</inkml:trace>
  <inkml:trace contextRef="#ctx0" brushRef="#br0" timeOffset="32170.62">5225 4764 515 0,'3'-18'863'0,"-1"4"-127"0,1 2-115 0,-2-1-105 15,2 4-86-15,-2-1-100 0,2 4-26 0,-3 6-66 16,4-9 16-16,-4 9-66 0,7 5 33 0,-3 3-15 16,1 4-32-16,0 4-34 0,4 5-25 0,0 5-19 0,0 4-1 15,3-1-14-15,0 7-7 0,2 1 21 16,3 1 0-16,-3-2-40 0,4-1 37 0,-1-2-38 16,-1-1 31-16,2-1-39 0,-3-6-3 0,1-2-3 0,-1-2-5 15,-1-4-6-15,0-1-10 0,-1-2-8 0,1 0-16 16,-4-6-18-16,2 1-32 0,0-1-61 0,0-5-91 15,-2-2-114-15,2-2-172 0,-2-2-103 16,-1-5-151-16,1-2-630 0,-4-2-978 0</inkml:trace>
  <inkml:trace contextRef="#ctx0" brushRef="#br0" timeOffset="32336.66">5505 5009 543 0,'0'0'691'0,"-9"4"-173"16,9-4-49-16,0 0-48 0,0 0-37 0,0 0-31 15,12-4-57-15,-1 0-45 0,7-3-36 0,3-1-22 16,8-3-32-16,9-4-30 0,-2 2-27 0,5-3-25 16,0-2-33-16,4 2-113 0,-2-3-169 0,-1 0-177 15,0-1-283-15,-2 0-379 0,1-2-692 0</inkml:trace>
  <inkml:trace contextRef="#ctx0" brushRef="#br0" timeOffset="33003.08">6498 4157 471 0,'-34'-6'734'0,"2"0"-196"0,6 1-106 0,3 2-122 0,6 0-68 16,5 1-53-16,12 2-42 0,0 0-45 0,-10 2-40 16,10-2-17-16,14 4-12 0,2-2-7 0,11 0 0 0,4-1-11 15,10-1 5-15,11-1-8 0,11-2-3 16,13-4 0-16,9 1-2 0,7-4 19 0,6-1 16 15,26-5 19-15,6-3 7 0,8 0 4 0,9 0-7 16,4-3 6-16,6 2-5 0,6 1 2 0,7 1-10 0,1 1-8 16,4 1-7-16,0 5-6 0,0 0-8 0,4 2-6 15,0 4-5-15,-1-3-4 0,-1 3-1 0,1 0-2 16,1 1-1-16,-3-1-4 0,-2 0 2 16,1-1-3-16,1 0 4 0,0-2 29 0,-1 0 6 0,-3-3-7 15,-2 2 2-15,1-3-3 0,1-1 5 0,-2 1-5 16,-3-1 10-16,-1 0-4 0,-2-1-1 15,-2 2-3-15,-1-1 18 0,-5 2-1 0,-9-1-11 0,-4 0-8 16,-6 4-2-16,-4-1-14 0,-8 1 1 0,-19 4-4 16,-10-3 0-16,-4 3-3 0,-6 2 7 0,-6 0 4 15,-16 0 9-15,-4 2-3 0,-4 2-4 0,-6-2-10 16,-8 2-16-16,-6-1-38 0,-7 1-43 0,-2-1-74 16,-5 2-95-16,-3-1-72 0,-6-2-77 0,0 2-128 15,-13-2-550-15,14-2-692 0</inkml:trace>
  <inkml:trace contextRef="#ctx0" brushRef="#br0" timeOffset="33136.53">14211 3552 1030 0,'-9'-4'758'0,"9"4"-159"16,0 0-157-16,0 0-93 0,-8-3-169 0,8 3-209 15,0 0-131-15,0 0-171 0,-9 3-561 0,9-3-453 16</inkml:trace>
  <inkml:trace contextRef="#ctx0" brushRef="#br0" timeOffset="34336.03">6709 5271 434 0,'-4'-11'551'0,"3"-1"-146"0,1 0-83 0,0-1-58 16,1 0-35-16,2 0-2 0,1 0 6 0,-2 2-10 16,2 1-33-16,1 0-31 0,-1 3-24 0,2 1-18 15,-6 6-10-15,12-4-21 0,-12 4-13 0,16 6-12 16,-5 1-11-16,-2 4-7 0,0 2-8 0,1 5-2 15,-3 2-8-15,0 3-5 0,-3 2-2 0,-3 1-8 16,-1 2-3-16,-1 4-34 0,-4 1-26 0,-2-1-37 16,2-2-50-16,-4-3-51 0,0 1-53 0,3-7-66 15,-2-2-81-15,3-5-433 0,-4-4-362 0</inkml:trace>
  <inkml:trace contextRef="#ctx0" brushRef="#br0" timeOffset="34786">7602 4642 348 0,'9'-13'438'16,"-1"0"-89"-16,-3 4-86 0,-2-1-60 16,-2 2-32-16,-1 1-18 0,-1 1-9 0,-2-2 14 15,2 1-34-15,-4 3 10 0,1 0-45 0,4 4 11 0,-9-8-36 16,9 8 8-16,-9-6-38 0,9 6 19 0,-11-3-36 15,11 3 19-15,0 0-25 0,0 0 20 0,-16 0-13 16,16 0 25-16,0 0-18 0,0 0 22 0,-10 3-14 16,10-3 20-16,0 0-13 0,0 0 18 0,0 0-10 15,0 0 13-15,0 0-14 0,0 0 1 0,0 0-8 16,0 0 8-16,0 0-7 0,5-7 19 0,-5 7 13 16,0 0 5-16,2-4 4 0,-2 4-7 0,0 0-6 15,3-6-15-15,-3 6 2 0,0 0-10 0,0 0-2 16,0 0-12-16,0 0 1 0,3-6-12 0,-3 6-1 15,0 0-14-15,0 0 9 0,0 0-5 0,0 0 1 16,-3 4-6-16,3-4 3 0,0 0-7 0,0 0 8 16,0 0-3-16,-3 7 10 0,3-7 3 0,0 0 3 15,0 0 0-15,0 0 3 0,0 0-5 0,0 0 4 16,0 0-8-16,-1 5 2 0,1-5-5 0,0 0 5 16,0 0-7-16,0 0 0 0,0 0-5 0,0 0 1 15,0 0-3-15,0 0 1 0,0 0-6 0,0 0 1 0,0 0-33 16,0 0-93-16,0 0-111 0,0 0-117 15,-1 7-111-15,1-7-139 0,0 0-305 0,1 7-474 0</inkml:trace>
  <inkml:trace contextRef="#ctx0" brushRef="#br0" timeOffset="35220.71">7619 4632 542 0,'0'0'579'0,"0"0"-129"0,0 0-85 0,0 0-40 0,-4 7-27 16,4-7-29-16,0 0-25 0,-4 9-10 0,4-9-19 15,-5 9-32-15,5-9-33 0,-4 10-27 0,3-4-23 16,-2 3-17-16,2-3-1 0,0 4-3 0,0-1-13 16,1-2-14-16,0 0-6 0,0 1-9 0,0-8-4 15,1 13-9-15,-1-13-4 0,0 11-3 0,0-11-1 16,1 11 1-16,-1-11 7 0,0 8 1 0,0-8-3 15,0 0-6-15,4 4 0 0,-4-4-4 0,5-4-4 16,-5 4-2-16,9-11 0 0,-1 4-2 0,-3 0-3 16,4-2 0-16,0-1 2 0,2-1-2 0,5-1 0 15,1 0-2-15,3 1 1 0,0 2 1 0,3 0-2 16,-1 4 1-16,2 0 2 0,-1 5-1 0,1 3 2 16,2 1 2-16,2 7-1 0,-4 2 0 0,1 1-2 15,-1 3 7-15,-2 1-2 0,-4 2 2 0,-2 1 0 16,0-1 1-16,-6-1-1 0,-3 1 0 0,-3 1 20 0,-2-2 18 15,-4 0-3-15,-3 2 3 0,-4 1 11 0,-2 2 6 16,-5-2-24-16,-3 0 12 0,0-3-23 16,0-1 2-16,-3-2-28 0,-1-1-25 0,4-5-46 15,-1-3-69-15,-3-1-98 0,3-3-97 0,1-1-56 0,-2-4-73 16,-1-4-84-16,-1-2-435 0,-3-6-572 0</inkml:trace>
  <inkml:trace contextRef="#ctx0" brushRef="#br0" timeOffset="35385.94">7413 4764 201 0,'7'-14'549'16,"0"2"-146"-16,5 1-96 0,3-2-42 0,4 0 9 16,3-2-26-16,5-1 24 0,6-3-2 0,3 0 8 15,2-3-9-15,3 1-32 0,10-7-39 0,-2 5-38 16,-6 2-34-16,1 2-26 0,-1 0-20 0,-2 1-23 16,0 2-15-16,-3 0-52 0,2 3-147 0,-8 4-100 15,-3-3-98-15,-6 6-124 0,2 2-484 0,-6 1-551 16</inkml:trace>
  <inkml:trace contextRef="#ctx0" brushRef="#br0" timeOffset="35638.69">8415 4588 323 0,'4'5'761'0,"1"-1"-163"16,-1 3-79-16,1 3-54 0,0 5-11 0,3 4-65 15,2 6-55-15,-1 6-18 0,5 6-41 0,3 4-56 16,3 9 4-16,3 3-70 0,1 1-16 0,6 3-26 0,-1 3-17 16,3 1-16-16,1 0-16 0,2 2 36 15,-2 0-60-15,2-1 37 0,-3-3-65 0,-2 0 39 16,0-5-59-16,-3-1-11 0,-5-2-38 0,-2-12-4 16,-6-3-25-16,-3-7-29 0,-1-3-40 0,-3-6-45 0,-3-2-41 15,-3-6-70-15,-1-4-32 0,0-8-94 16,-6 8-78-16,6-8-485 0,-18-6-602 0</inkml:trace>
  <inkml:trace contextRef="#ctx0" brushRef="#br0" timeOffset="35885.74">8441 4904 696 0,'1'-36'468'0,"4"3"-82"0,3 1-107 16,5-1-23-16,6 3-14 0,1 4 22 0,6 1-2 0,2 5 16 15,3 2 2-15,-1 6-24 0,1 2-20 0,0 4-37 16,2 0-27-16,-4 5-41 0,1 4-22 0,-2 1-20 15,4 2-15-15,-4 1-15 0,-3 5-12 0,-3-1-7 16,-3 0-9-16,-3 3-4 0,-4 0-1 0,-3 3-5 16,-5 0-3-16,-1-1 0 0,-6 2-3 0,-6 2 0 15,-2 4-1-15,-6-3-1 0,-3 2-2 0,-5-1-3 16,-3-2-1-16,3-3 0 0,-2-4-2 0,-1-1-2 16,1-2-7-16,0-3-25 0,5-2-62 0,-2-4-77 15,4-1-97-15,2-1-84 0,0-4-75 0,5-3-97 16,2-4-482-16,4-3-604 0</inkml:trace>
  <inkml:trace contextRef="#ctx0" brushRef="#br0" timeOffset="36202.93">9048 4557 219 0,'13'-2'692'0,"-13"2"-146"0,19 2-108 16,-14 2-29-16,-1 5-58 0,-3 1-38 0,-1 2-24 15,-1 3-22-15,-3 1-24 0,0 3-30 16,-1 0-27-16,0 4-29 0,0 0-32 0,2-2-28 15,-1 2-16-15,3-4-18 0,1 2-10 0,3-3 26 0,-1 0 4 16,2-2 2-16,4-2 1 0,-2 1 1 0,2-3-28 16,2-3 25-16,1-2-41 0,1-3 30 15,1-2-51-15,-2-2 27 0,2-3-43 0,4 0 29 0,-3-4-34 16,1-2 31-16,-1-2-34 0,0-2 24 16,-2-2-34-16,-1-1 29 0,-2-2-31 0,-4-1 35 0,-1 3-38 15,-1 0 6-15,-2 2 4 0,-4 0-5 0,-2 0 5 16,0 3 0-16,-4 0-1 0,-5 3 31 0,0 2-35 15,-4 3 39-15,-1 3-40 0,-2 0 25 0,-3 3-28 16,0 3 9-16,2 1-55 0,2 0-59 0,1 1-79 16,3 0-92-16,4 2-69 0,1 0-74 0,5-2-128 15,3 0-534-15,3-1-714 0</inkml:trace>
  <inkml:trace contextRef="#ctx0" brushRef="#br0" timeOffset="36386.03">9381 4727 719 0,'0'0'650'0,"16"2"-154"0,-16-2-83 0,10 9-59 16,-3-4-38-16,-1 2-33 0,-1 0-31 0,-1 2-19 0,1 1-34 15,-1 0-35-15,1 4-28 0,1-1-25 16,-1 2-26-16,2 0-15 0,-2-1-16 0,2 3-7 16,1-2-31-16,-3-1-70 0,3 0-90 0,-3 0-107 15,1-3-66-15,-2-2-84 0,1 0-143 0,-5-9-363 0,3 7-472 16</inkml:trace>
  <inkml:trace contextRef="#ctx0" brushRef="#br0" timeOffset="36536.49">9412 4579 638 0,'-5'-11'618'0,"4"3"-163"16,-2 2-78-16,3 0-93 0,0 6-54 0,-2-10-57 15,2 10-25-15,-3-9-48 0,3 9-13 0,0 0-49 16,0-9-32-16,0 9-103 0,0 0-97 0,13-3-120 15,-13 3-492-15,9 3-336 0</inkml:trace>
  <inkml:trace contextRef="#ctx0" brushRef="#br0" timeOffset="36885.67">9601 4695 311 0,'4'7'599'0,"0"-2"-130"0,1 3-125 0,-1 0-9 16,1 1-18-16,1 1-9 0,1 1-5 0,-2 1-11 15,1 1 0-15,-2 0-39 0,4-1-41 0,-2 1-36 16,-1 0-32-16,2 0-36 0,-1 0-19 0,2-1-15 16,-3 2-16-16,0-5-10 0,-1 1-4 0,0-1-11 15,-1-1 11-15,0-2 17 0,2 2 33 0,-5-8-22 16,4 7-13-16,-4-7-14 0,0 0-13 0,0 0-18 16,0 0-6-16,6-9-3 0,-6 0-16 0,3-2 3 0,-2-3 0 15,3-3 2-15,1-4-10 0,3 0-5 16,-2-4 3-16,3 0-4 0,1-2 12 0,2 2-8 15,-1 2 13-15,1 4-8 0,-1 4 10 0,1-1-5 16,-1 6 7-16,1 1-6 0,-1 1 8 0,2 6-7 16,1 2 19-16,-1 2-6 0,1 3 11 0,1 4-7 15,-1 3 6-15,3 1-8 0,-4 5 8 0,3 1-4 16,-3 3 11-16,0-1-18 0,0-1-16 0,-4-1-32 16,-2 0-34-16,2 0-47 0,-2-3-65 0,-4-3-58 0,0-1-51 15,0-1-44-15,-2-3-75 0,-1-8-102 0,-1 8-405 16,1-8-494-16</inkml:trace>
  <inkml:trace contextRef="#ctx0" brushRef="#br0" timeOffset="37086.68">10114 4418 592 0,'2'-11'527'0,"3"0"-128"16,-1 4-33-16,-4 7 22 0,8-5-12 0,-8 5 16 15,10 4-6-15,-1 2-47 0,-1 5-8 0,-2 1-56 16,3 7-46-16,2 2-40 0,1 6-39 0,-2 0 3 15,2 3-61-15,1 5 12 0,-1-1-49 0,1 1 21 16,1 2-44-16,0-3-12 0,-2 0-68 0,-1-6-42 16,-2-1-99-16,0-2-149 0,-1-2-77 0,-2-2-73 15,-2-5-102-15,-3-2-443 0,-1-1-646 0</inkml:trace>
  <inkml:trace contextRef="#ctx0" brushRef="#br0" timeOffset="37236.53">10245 4822 212 0,'-4'-12'725'0,"1"0"-201"15,0 3-106-15,3 1-93 0,1-3-49 0,2 2-30 0,3-1 5 16,-2 1-8-16,5-1-18 0,1 0-21 16,7-1-23-16,1 1-38 0,0 0-20 0,3-1-37 15,6 1-6-15,1 0-18 0,-2 0-11 0,2-1-17 0,1 3-36 16,1-1-78-16,-2 0-145 0,-4 2-95 0,0-1-179 16,-3 1-525-16,-2 1-634 0</inkml:trace>
  <inkml:trace contextRef="#ctx0" brushRef="#br0" timeOffset="38236.11">11457 5054 1398 0,'-5'-7'910'15,"-2"-6"-257"-15,1 0-109 0,2-1-137 0,-1-3-55 16,4-3-106-16,-1-6-28 0,4-1-68 0,0-8-1 0,5-6-60 16,0-2-19-16,5-2-7 0,1-1-13 0,4-13 5 15,5 0-35-15,0-1 17 0,4-3-10 16,-1 0-9-16,3-1-6 0,-2 1-6 0,-1-2-20 0,-3 0 15 16,1 5-26-16,-4 2-13 0,-5 0-17 0,-2 9-9 15,-6 2 5-15,-2 3-5 0,-4 8-20 0,-4 2-6 16,-5 5-12-16,-2 0-19 0,-6 7 2 0,-7 6 18 15,-4 4 18-15,-6 8 11 0,-1 2 21 0,-10 8 0 16,0 5 13-16,-2 3-2 0,-2 11 14 0,2 5 6 16,5 4 3-16,2 4 1 0,11-4 0 0,7 1 3 15,3 1 6-15,6 0-3 0,8-4 7 0,3-5-5 16,9 3 10-16,3-2-8 0,11 2 5 0,2-2 7 16,5-2-4-16,4-1-1 0,4-1 2 0,1-2 2 15,0-1 1-15,3-2 0 0,-1 0 0 0,1 0 3 16,-1-1 1-16,0 1 0 0,0 0 2 0,-3 0-2 15,0 2 2-15,-3 1-2 0,-4 3 0 0,-2 1-7 16,-4-2 5-16,-6-1 0 0,-2 0-1 0,-6-2 1 16,-2 1-2-16,-5-3 5 0,-3 0 4 0,-4 4-1 15,-4-2 3-15,-4 2 4 0,-4-3 5 0,-2-1 1 16,0-2-9-16,-4-2-1 0,1-2-3 0,2-3 0 16,1-2-1-16,0-3-3 0,2-2 0 0,-1 0-2 15,5-4-7-15,-2-1-6 0,6-4-24 0,1-2-16 16,-1-4-12-16,8-1-7 0,1 0-12 0,1-5-4 15,7-5-21-15,1-3 2 0,4 0-40 0,5-7 22 0,0-1-8 16,2 2 17-16,2 1 24 0,1 3 18 16,-1 3 23-16,-5 4 16 0,0 2 17 0,-3 5 8 15,0 0 5-15,-4 6 58 0,-1 2 45 0,-1 2 33 0,-8 4 9 16,15 0 16-16,-11 4-3 0,1 2-17 0,2 4-14 16,-2 3 0-16,1 4-30 0,-1 3-11 15,3 2-25-15,-3 0-7 0,4 5-12 0,0-4-8 0,-1 0-5 16,1-2-7-16,1-1 11 0,-1-1 3 0,2-2-1 15,1 0-2-15,-2-6 1 0,0-1-3 0,3-2-9 16,0-3-9-16,1-2-7 0,-1-4-9 0,2-3-12 16,1-1 3-16,4-8-4 0,-5 1 7 0,4-4-5 15,-1-3 10-15,-1 0-8 0,-4-4 7 0,-1 0-5 16,-3-2 7-16,0-1-1 0,-1 1-2 0,-4 1 6 16,-2 2 12-16,-1 1 22 0,1 4 12 0,-2 0 12 15,0 3 2-15,0 1-3 0,-3 2-10 0,3 3-10 16,0 8-3-16,-6-7-9 0,6 7-6 0,-10 3-2 15,3 5-25-15,2 3 27 0,0 3-27 0,1 1 1 16,-1 4 5-16,4 0-3 0,0 0 2 0,2 1 1 16,0-1 26-16,4 3-32 0,0-2 30 0,2-1-39 15,0-1 3-15,1-3-56 0,1-2-59 0,0-2-83 16,1-1-110-16,-1-5-73 0,0 0-57 0,-1-2-51 16,-8-3-45-16,15-2-371 0,-15 2-486 0</inkml:trace>
  <inkml:trace contextRef="#ctx0" brushRef="#br0" timeOffset="39286.33">12357 4451 405 0,'2'-9'592'0,"-1"2"-154"0,2 1-99 0,-3 6-65 0,9-5 4 0,-9 5-10 16,10-1 19-16,-10 1-9 0,17 6-14 15,-10 0-19-15,4 4-17 0,1-1-36 0,-1 4-28 0,0 2-1 16,2 1-34-16,-3-1-16 0,0 2-29 16,0-1-9-16,-2-1-22 0,0 1-1 0,-3-1-18 0,0-1 4 15,-2-1-16-15,-2-1 5 0,-2-1-12 0,-1 0 4 16,1-1-4-16,-4 0-4 0,1-1-1 0,-1-3-3 15,-1-1 0-15,6-5-1 0,-9 5-8 16,9-5 7-16,-13-1-10 0,13 1 6 0,-8-11-6 0,6 3 13 16,-1-3-14-16,2 1 8 0,2-5-12 0,0-4 6 15,5 0 7-15,-1-1-11 0,2 0 10 0,2 1-10 16,3-1 9-16,-2 4-1 0,3-1-1 0,0 4 3 16,2 0-1-16,-2 6 3 0,1 1-1 0,0 1 22 15,1 5 1-15,-1 1 18 0,-1 4-12 0,2 2 6 16,-2 2-6-16,2 3 0 0,-2 1-8 0,1 3-6 15,-5 0-4-15,0-1-1 0,-2 2 22 0,-1 0-33 16,-2-2 27-16,-3 1-32 0,-1-1 28 0,-1-2-36 16,-2 0 31-16,1-1-35 0,-3-2 26 0,0 0-28 15,-2-2 32-15,2-3-36 0,-2-1 17 0,7-4-19 16,-12 1 17-16,12-1-19 0,-12-6 19 0,6 0-19 16,1-3 29-16,0-4-27 0,2 0 7 0,2-4 6 15,1 0 3-15,1-1-1 0,-1-1 18 0,4 0-19 16,2 0 19-16,3 2-21 0,-1 1 17 0,1-1-17 15,4 3 19-15,-2 3-20 0,3 3 33 0,0 2-8 16,3 1 18-16,-3 4-19 0,1 1 25 0,1 4-25 16,0 1-5-16,0 2 4 0,0 3 1 0,0 2-6 15,-1 3 1-15,-2-2 0 0,-1 3-3 0,0 0 31 0,-3 0-41 16,-4-1 29-16,1-1-26 0,-2-1-3 16,-3 0-47-16,-2-1-13 0,0-1-26 0,-2 1-27 0,-2-3-15 15,0-2-11-15,0-1-6 0,1 0-9 16,4-6-2-16,-11 3-10 0,11-3 7 0,-10-3 27 0,4-3 43 15,4 0 2-15,-1-4 41 0,1-2 18 0,2 1 16 16,0-6-8-16,2 1 20 0,2-1-4 16,1-6 5-16,4 4 4 0,0 0 16 0,0 0 24 15,4 3 15-15,0 1 8 0,-2 2 8 0,3 2 24 0,0 4 11 16,0 1-8-16,2 2-5 0,-2 4-6 0,-2 0-2 16,5 4-9-16,-3 2-3 0,-1 0-2 0,2 5-17 15,-2 0-9-15,1 3-5 0,-2-1-11 0,-1 1-1 16,-3 0-13-16,-2-1 6 0,-2 2-8 0,-1-1 2 15,-1-2-2-15,-3 1-1 0,-2-2-3 0,1 0-2 16,-2 0-3-16,-1-2 1 0,0-1-1 0,-3-2 0 16,2-1-2-16,6-5-1 0,-13 4 3 0,13-4-10 15,-14-6 6-15,9 2-3 0,-2-2 6 0,5-3-3 16,-2-3-2-16,1 1 3 0,3-3 3 0,3-4-11 16,-2 1 14-16,5-4-4 0,2 1-2 0,1-1 23 15,1 2-29-15,3 1 4 0,0 0-4 0,1 3 1 16,1 2 13-16,3 3-13 0,-4 1 3 0,3 5 0 15,1 3 3-15,-3 2 7 0,4 2 5 0,-3 4-2 16,3 1 4-16,-3 3-2 0,0 3-5 0,0 0-2 0,-3 1-1 16,-1 2-3-16,-1-1 10 0,-3 1-11 15,-2-1 2-15,-2-1-7 0,-1 0 5 0,-1-1-5 0,-4-2 4 16,-1 0-8-16,-1 0 9 0,-1-3-12 16,1 0 5-16,-1-3 3 0,-1-1-6 0,6-5 6 0,-13 3-9 15,13-3-2-15,-8-7-2 0,3 1 5 0,1-1-1 16,3-5 6-16,0-1 1 0,1 0 5 0,2-5 4 15,1-1 3-15,3-3-2 0,1 0 1 16,2-3-3-16,2 0-1 0,1 2-1 0,0 4 1 0,0 0 0 16,-2 3-2-16,4 1 0 0,-1 5 0 0,0 1 1 15,-2 3 8-15,0 4 14 0,1 3 2 0,-3 2 0 16,3 4-7-16,-1 2-11 0,-2 3 11 0,3 4-17 16,-1 0 3-16,-2 3-19 0,1 0-42 0,2 2-75 15,-2 3-71-15,2-4-42 0,-1-2-73 0,1-1-22 16,0-1-45-16,1-3-34 0,-1-4-54 0,0-1-323 15,1-4-322-15</inkml:trace>
  <inkml:trace contextRef="#ctx0" brushRef="#br0" timeOffset="40236.23">13904 4535 542 0,'12'-12'466'0,"-2"0"-73"15,-2-1-59-15,0-1-12 0,0 0-18 0,-1 0-1 16,-1-2-17-16,0 3-2 0,-2-3 6 0,-1 3-2 16,-2 1-2-16,2 1-6 0,-3 2-51 0,-2 0-31 15,1 2-25-15,-3-1-27 0,-3 4-14 0,0 1-17 16,7 3-26-16,-20 0-51 0,7 4 34 0,-1 1-54 15,-1 2 38-15,-2 3-53 0,-1 2 4 0,4 1 2 0,0-1-3 16,1 1-2-16,3 2 5 0,2-2 4 16,2 1 2-16,3-2-3 0,-1 1 0 0,3 0-8 15,2-1-5-15,3-2-2 0,1 0-7 0,3 1 1 0,2-3-7 16,2-1-1-16,1-1-1 0,-2-4 3 0,3 1-2 16,0-4 3-16,-1-1 3 0,2 0 1 15,-3-2 1-15,1-2 5 0,-1-3 3 0,-1 0-5 16,-2-2-1-16,-1-2 21 0,-1-2-28 0,-2 0 32 0,-2 1-30 15,-1-3 34-15,-2 3 6 0,0 1 16 0,0 1 0 16,-2 1 1-16,2 1-1 0,-3-1-8 0,3 4-5 16,-1 0-13-16,1 7-7 0,-3-11-1 15,3 11-2-15,-1-7 1 0,1 7-3 0,0 0 3 0,0 0-49 16,0 0 52-16,4 7-43 0,-4-7 51 0,6 10-51 16,-1-5 54-16,3 4-48 0,0-3-6 0,-1 2 10 15,1-1 1-15,2-2 24 0,-2 3-23 0,1-2-4 16,1 0-1-16,-2-1 4 0,1 0 5 0,-3-3-2 15,-6-2 4-15,17 4 3 0,-17-4 0 0,12-3 3 16,-3 0 1-16,-1-2 35 0,-3-1-40 0,3-2 40 16,-2-1-47-16,-1-3 44 0,2-1-45 0,-1 0 35 15,-1-2 2-15,-1 2-4 0,2-1 6 0,-2 5-2 16,1-2-6-16,-2 3-1 0,1 0-9 0,-2 3 8 16,2-1-8-16,-4 6 2 0,10-3-35 0,-10 3 47 15,9 3-39-15,-2 3 45 0,-1-1-38 0,0 3 39 16,1 1-46-16,-1 1 48 0,3 1-47 0,-2 1 5 15,0-2 3-15,1 1 3 0,-2-3 3 0,1 1 8 16,0 0-4-16,-2-2-1 0,1-1 2 0,-1 1 0 0,0-1 1 16,0-2 0-16,-5-4 2 0,11 4 0 0,-11-4-3 15,13 0 1-15,-13 0-1 0,13-4 1 16,-8 0-3-16,0 0 46 0,2-3-49 0,-2 1 38 16,1-2-43-16,-2-1 41 0,-2 1-47 0,2 1 45 0,-1-1-41 15,-2 2 43-15,3-1-52 0,-4 7 41 0,4-10-43 16,-4 10 38-16,2-7-41 0,-2 7 47 0,0 0-43 15,0 0 47-15,9 8-48 0,-9-8 45 16,4 9-43-16,0-3 45 0,0-1-45 0,0 2 47 0,0-3-45 16,-2 2 2-16,4-2 1 0,-1 0 5 0,-5-4 1 15,12 8 39-15,-12-8-40 0,15 1 33 0,-15-1-37 16,17-2 39-16,-8-3-41 0,1 2 38 0,-1-3-39 16,3-2 38-16,-1 0-39 0,-1-4 41 0,1 2-11 15,0-5-2-15,1 0-3 0,-2 1 2 0,-1-4-5 16,-3 0 4-16,2 0 2 0,-3 3 10 0,1 0 12 15,-2 2 7-15,-1 3 5 0,-1-1-3 0,1 3-4 16,-2 0-19-16,-1 8 0 0,5-5-1 0,-5 5 1 16,4 6 0-16,-1 4 0 0,0 2 6 0,1 6 4 15,0 4 7-15,2 8-34 0,2 0 50 0,2 9-42 16,-1 2 4-16,2 0-4 0,-1 5 45 0,0 0-54 16,0 0 47-16,-3 1-54 0,1-1 51 0,-1 0-52 15,-2-2 49-15,-2-9-48 0,-2 1 44 0,-2-9-47 16,-3-2 48-16,-1 0-47 0,-4-2 49 0,-3-6-46 0,-2-1 50 15,-1-4-13-15,1-5 60 0,-3-1-43 0,3-6 31 16,-4-1-43-16,3-6 36 0,-4-4-45 16,1-6 27-16,1-4-42 0,3-3 26 0,0-2-48 15,8-4-25-15,-1-2-10 0,7-3-26 0,3-1-71 0,4-7-74 16,5-3-81-16,8-10-110 0,5 0-99 0,3-3-57 16,1 1-191-16,6-3-408 0,-1 1-781 0</inkml:trace>
  <inkml:trace contextRef="#ctx0" brushRef="#br0" timeOffset="40486.54">15396 3720 890 0,'11'-3'763'0,"-11"3"-158"0,13 4-114 0,-13-4-50 0,-3 18-39 16,-6 2-21-16,-3 7-48 0,-9 8 6 0,-7 14-27 16,-4 4 74-16,-1 8-6 0,-4 3-33 0,1 5-42 15,-6 17 65-15,4 1-53 0,11-11 49 0,5 0-33 16,4 1-25-16,9-3-186 0,5-3-122 0,8-1 0 15,5-4 0-15,9-6 0 0,5-4 0 0,6-6 0 16,11-6 0-16,5-6 0 0,7-4 0 0,8-9 0 16,5-4 0-16,3-8 0 0,1-5 0 0,-10-4 0 15,0-8 0-15,-2-3 0 0,5-7 0 0,-4-7-239 16,-3-5-373-16,-6-7-172 0,-5-2-105 0,0-8-900 16,-7-1-1488-16</inkml:trace>
  <inkml:trace contextRef="#ctx0" brushRef="#br0" timeOffset="41502.36">16881 4403 327 0,'-5'-8'891'0,"-2"4"-234"0,7 4-141 0,-9-7-131 0,9 7-79 16,0 0-61-16,-10 4-48 0,6 3-38 0,2 5-10 16,0-1-10-16,0 6-3 0,0 2-9 15,2 2-17-15,2 2-16 0,0 1-17 0,1 0-4 16,-1-2-21-16,1 0 0 0,0-3-10 0,-1-3-4 16,1 0-13-16,-2-4 11 0,3 1-2 0,-2-3 19 0,-2 0 4 15,3-3 37-15,-2 1-11 0,-1-8 21 16,3 6-53-16,-3-6-20 0,2-8-10 0,0-2-6 0,-2 0-9 15,1-5 1-15,-1-1 2 0,-1-4 0 16,-1-4-8-16,0-2 19 0,-4-4-25 0,0-1 14 0,1-4-5 16,-4-5-1-16,1 0-8 0,-3-1-1 0,2 1 3 15,0 1 7-15,-1 8 10 0,2 1 0 0,1 9 8 16,0-1-7-16,3 6-8 0,-2 0-6 0,2 7-2 16,4 9 0-16,0-9 9 0,0 9-2 15,0 0 1-15,10 10-4 0,-1 0 4 0,2 1-4 0,1 1 2 16,1 3-21-16,4 0 27 0,-2 0-23 0,3-3 27 15,-1 1-24-15,2-2 24 0,-1-2-26 0,1-2 27 16,-3-1-27-16,2-2 29 0,0-3-25 16,-2-1 29-16,1-2-28 0,0-2 27 0,3-5-6 0,-2 2-5 15,0-6-2-15,-1 1-2 0,-3-3-3 16,0 1-1-16,-4-4 0 0,-1 0-3 0,1-1 3 0,-5 0-1 16,1 1-1-16,-4 1 4 0,-2-1 4 0,1 2-23 15,-2 2 31-15,0 2-32 0,-2-1 32 16,1 5-34-16,-2-1 33 0,-1 3-31 0,5 6 27 0,-10-2-20 15,10 2 33-15,-9 13-12 0,5-2-3 16,1 4-2-16,2 3-1 0,1 2 10 0,0 2-32 0,2 3 50 16,4 0-46-16,0 3 53 0,3 2-55 0,1-5 0 15,3 4-5-15,1-4-20 0,0-1-28 0,1-2-35 16,1-2-72-16,0-4-104 0,-3-2-93 16,5-4-69-16,-5-3-78 0,0 0-65 0,-2-5-396 15,-11-2-572-15</inkml:trace>
  <inkml:trace contextRef="#ctx0" brushRef="#br0" timeOffset="41636.67">17446 4251 150 0,'5'-7'690'0,"-5"7"-185"0,5-6-122 0,-5 6-57 0,0 0-46 0,0 0-45 0,10 6-28 0,-10-6-25 0,5 10-27 0,-2-4-34 16,-1 1-16-16,3 2-18 0,-1-1-22 0,0 0-12 16,0 1-18-16,1 0-83 0,0-1-105 0,-1 2-132 15,2-4-140-15,-3 2-417 0,1-4-383 0</inkml:trace>
  <inkml:trace contextRef="#ctx0" brushRef="#br0" timeOffset="41785.94">17502 4088 621 0,'-4'-9'556'0,"-1"3"-131"0,2 0-86 0,-2 1-62 15,2 0-61-15,3 5-52 0,-7-11-38 0,7 11-40 16,-4-8-75-16,4 8-105 0,0-10-136 0,0 10-165 15,3-7-269-15,-3 7-173 0</inkml:trace>
  <inkml:trace contextRef="#ctx0" brushRef="#br0" timeOffset="42119.36">17645 4146 207 0,'5'14'645'0,"-1"-3"-137"0,0 4-93 0,-2 0-37 16,3 0-43-16,-1 1-40 0,-1-2-21 0,1 1-8 15,-1 1-31-15,1-1-43 0,0 0-31 0,4 1-30 16,-3-1-23-16,0 0-20 0,0 1-6 0,2 0-14 16,-2-2-14-16,2 0-10 0,-3 0-5 0,1-1-7 15,0-2-3-15,-1-2-1 0,0-1 3 0,-1 2 11 16,0-4 14-16,-3-6-9 0,4 7-6 0,-4-7-9 16,0 0 3-16,0 0-5 0,-1-7-1 0,0-1-1 15,-1-3-13-15,-1-1-3 0,0-3 5 0,1-3-5 16,0-3-3-16,0-2-3 0,-1 3 3 0,3 0-6 15,0 2 3-15,0 2-1 0,0 2-4 0,3 2 0 16,-1-1 1-16,2 5-2 0,2 1-1 0,3 1 0 16,-1 6 6-16,-8 0-1 0,24 2 3 0,-11 3-3 15,4 3 1-15,-2-1 19 0,4 6-29 0,-1-1-11 16,-1 1-51-16,-1 1-83 0,1 1-118 0,-3-2-90 16,-1 0-122-16,-4-1-168 0,0-1-333 0,-6-3-575 15</inkml:trace>
  <inkml:trace contextRef="#ctx0" brushRef="#br0" timeOffset="42302.67">18331 4255 848 0,'19'6'753'16,"1"6"-117"-16,-1-1-108 0,0 6-84 0,-1-1-66 15,-2 3-67-15,-3-1-56 0,0 1-49 16,-3 0-52-16,-1 6-22 0,1-2-27 0,-3 1-21 15,-2-2-19-15,-1 3-52 0,-2 2-129 0,-2-4-141 0,0 4-93 16,-4-2-157-16,1-3-648 0,-4 0-771 0</inkml:trace>
  <inkml:trace contextRef="#ctx0" brushRef="#br0" timeOffset="43202.59">18867 4178 938 0,'14'0'812'0,"0"4"-150"0,-1 2-139 16,-2 6-86-16,3 1-68 0,0 4-54 0,1 4-50 15,0 1-72-15,0 0-13 0,-4-1-43 0,1-1-26 16,-2 0-20-16,2 0-16 0,-3-2-7 0,1-1-1 16,-4-1-22-16,1-3-5 0,-2 0-12 0,1-3 8 15,-2-1 8-15,0-2 17 0,-2-1 0 0,-2-6-5 16,4 7-6-16,-4-7-14 0,0 0-15 0,-5-3-8 15,1-2-1-15,-1-4-9 0,-4-3 43 0,0-4-54 16,0-3 47-16,-3-2-47 0,-1-4 51 0,-1-4-9 16,-2-4-10-16,0-2-2 0,-1-2-6 0,1 0-4 15,0-3 0-15,0 1-45 0,0 2 50 0,2 1-41 16,5 11 63-16,0 3-50 0,2 1 46 0,0 6-55 16,2 0 48-16,1 6-56 0,4 9 54 0,0 0-47 15,4-6 52-15,4 13-7 0,2 3-2 0,4 6-4 0,8 3 0 16,4 4-2-16,5 0-5 0,0 0-3 0,2-2 3 15,2-2-3-15,-1 0 0 0,1-6 2 16,-6-3-3-16,3-2-5 0,-5-2-45 0,0-5 52 16,-2-1-9-16,1-5-4 0,-2-1-47 0,-1-2 51 0,1-5-7 15,-1-1-14-15,-3-2-36 0,-3-2 50 0,-4 0-48 16,-1-2 49-16,-3-2-48 0,-3-1 35 0,-3 0-36 16,-1-2 18-16,-2 0 1 0,-2 0 1 15,-1 1 37-15,-1 2-28 0,-1 1 31 0,1 2-29 0,-2 6 37 16,1 0-36-16,0 1 26 0,-2 6-31 0,7 6 35 15,-10-2-26-15,2 7 6 0,3 7 35 0,0 3-38 16,3 8 38-16,-1 4-26 0,2 7 26 0,1 2 1 16,2 7-4-16,2 1-35 0,5-1 39 0,3-1-39 15,-1-2 41-15,7-2-44 0,0 0 2 0,4-5-1 16,2-1-3-16,3-6-14 0,0-3-45 0,2-4-38 16,-1-4-60-16,-1-4-51 0,-3-3-37 0,2-4-3 15,-1-1-7-15,-4-2 27 0,-1-5 38 0,3 0 29 16,-2-4 34-16,-1-2 29 0,-2-4 29 0,-4-1 17 15,1-2 20-15,-3-2 28 0,-3-3 24 0,-3 1 23 16,1-1 30-16,-5-1 37 0,-2 4 35 0,0-1 15 16,-1 3 32-16,-2 0-5 0,-4 1-5 0,0 3-22 15,0 0-13-15,-2 3-4 0,-3 3-23 0,-1 2-7 16,-1 2-5-16,0 3-8 0,-4 3 8 0,2 3 3 0,-3 4 0 16,1 0-3-16,0 4-2 0,0 2 1 0,5-1-9 15,2 1-30-15,-1 0 21 0,6-1-39 16,1 0 27-16,1-1-36 0,1-1 31 0,3-1-44 15,0 0 32-15,4-2-41 0,0 0 39 0,0-2-43 0,2 0 36 16,1-2-41-16,1-3 45 0,0 1-47 0,-8-4 38 16,19 1-41-16,-19-1 35 0,17-3-36 15,-9-2 40-15,-1 2-45 0,2-2 39 0,-5-1-6 16,3-2 0-16,-2 0-1 0,0 1 1 0,-3 0 7 0,2-1-7 16,-1 3-2-16,-1 0-4 0,-2 5-8 0,4-8-9 15,-4 8 5-15,0 0-6 0,14-1 13 16,-14 1-4-16,14 9-2 0,-5-4 4 0,4 2-31 0,0 1 41 15,2-1-34-15,-2 0 38 0,3 2-35 0,-3-4 40 16,4 2-41-16,-3-1 4 0,0-3-61 0,-1 0-65 16,0-3-110-16,-1-2-116 0,1-1-49 0,0-2-85 15,-3-2-74-15,0-3-449 0,-3-3-643 0</inkml:trace>
  <inkml:trace contextRef="#ctx0" brushRef="#br0" timeOffset="43519.52">19962 3932 56 0,'0'0'689'0,"0"0"-155"0,0 0-87 0,-8 9-33 16,10 0-22-16,1 5-31 0,4 2-8 0,3 5-28 16,0 2-26-16,6 3-43 0,0-3-50 0,5 7-21 15,-1-4-17-15,2 1-7 0,-2-5-34 0,-2-4 14 16,4 0-49-16,-3 0 34 0,-2-6-64 0,-1 1 34 16,1-4-58-16,-2-2-12 0,-1-1-10 0,-1-3-18 15,-1-1 12-15,-1-4-64 0,0 0-13 0,0-2-7 0,-3-4-17 16,0 0-10-16,-4-4 5 0,1 0 16 15,-3-4 12-15,-2-1 15 0,-2-1 11 0,0 0 14 0,-3-1 17 16,-3-1 14-16,4 5 27 0,-4-2 33 16,2 5 6-16,-2-1-2 0,0 5-5 0,-1 4-3 0,-2 1 6 15,0 6-9-15,-2 2-7 0,-4 6 3 0,3 5-21 16,-5 4-3-16,4 3-3 0,-2 2-3 0,1 5-30 16,2-2 38-16,3 0-37 0,4 3-26 15,-1-4-53-15,6-2-108 0,0-2-161 0,4-3-129 0,0 0-261 16,4-4-387-16,-1-2-747 0</inkml:trace>
  <inkml:trace contextRef="#ctx0" brushRef="#br0" timeOffset="43685.72">20618 4175 1001 0,'14'3'836'0,"-5"3"-134"15,1 4-123-15,-4 5-96 0,-1 4-99 0,-1 4-31 16,-4 2-103-16,0 1-54 0,-4 6-32 0,-1 1-33 15,-5 7-23-15,2-1-35 0,-2-1-55 0,-4-2-72 16,1 1-152-16,-2-3-191 0,-2-2-196 0,-2-2-680 16,-3-3-881-16</inkml:trace>
  <inkml:trace contextRef="#ctx0" brushRef="#br0" timeOffset="44502.86">21529 4151 566 0,'10'-24'577'0,"-1"4"-145"0,-3 1-80 0,-2 1-65 0,-4 2-42 16,-2 3-29-16,-2 0 6 0,-4 3-14 0,-5 5 12 15,0 1 13-15,-4 8-14 0,-5 3-30 0,-4 7-9 16,-6 11-10-16,-2 4-32 0,-3 12-10 0,1 3 6 16,4 4-28-16,3 2 19 0,5 0-25 0,7-5 3 15,4-2-4-15,4-1-8 0,7-5-3 0,3-2 59 16,3-1-38-16,3-2 50 0,9 2-45 0,4-4 35 15,3-5-62-15,5-5 21 0,0-7-59 0,6-3 29 16,0-5-53-16,7-5 31 0,4-6-52 0,2-7 29 16,-2-1-41-16,-1-6 1 0,6-5 2 0,-4-4-1 0,-5-4-11 15,-4-2 31-15,-5-6-77 0,-5-3 29 0,-5 4-15 16,-7-4-1-16,-2-4-23 0,-5-2-23 0,-6-2-32 16,-2 2 45-16,-5-2-16 0,-5 1 43 0,-6 6-9 15,-6-7 28-15,-4 8 5 0,0 9 7 0,-6 3 0 16,-3 7 7-16,-2 3 1 0,-2 5 8 0,-1 4-1 15,5 7-18-15,-3 6 29 0,-1 3-21 0,-2 7 25 16,0 6-32-16,6 5 43 0,3 6-7 0,2 3-3 16,8 4 4-16,3 7 0 0,4-2 2 0,7 3-26 15,3-5 32-15,9-2-22 0,5 5 26 0,6-3-34 16,6-2 8-16,3-4 1 0,8-2 1 0,4-6-1 16,2-2 5-16,2-4-6 0,2-3-2 0,1-2 2 15,-7-6 2-15,-1-2 22 0,-5-1-39 0,-3-2 25 16,1 1-26-16,-7-1 26 0,-3 1-28 0,-2-2 44 15,-2 1-47-15,0 0 16 0,-3 1-23 0,-1 0 21 16,-1 1-15-16,-3 2 25 0,-2 1-17 0,-2 2 21 16,0 2-14-16,-1 2 3 0,-1 1 20 0,-1 2-23 15,1 1 29-15,0-1-26 0,0 2 16 0,0-2-19 16,1 2 13-16,2-2-39 0,-1 1-25 0,0-2-66 16,0 1-124-16,1 0-133 0,0-5-129 0,0 3-204 15,1-3-310-15,-2-4-638 0</inkml:trace>
  <inkml:trace contextRef="#ctx0" brushRef="#br0" timeOffset="44688.26">22179 4402 865 0,'8'5'787'0,"1"5"-124"0,-3 2-108 0,-1 4-71 0,2 3-86 0,-2 1-33 15,1 5-64-15,1 4-11 0,-1 0-95 16,1 2 9-16,0 2-83 0,-2-3 22 0,3 5-72 15,-2-3 32-15,2 1-66 0,0 0 36 0,-2 0-84 16,-1-3-45-16,3-2-74 0,-3-3-107 0,1-1-146 0,-2-5-69 16,0-3-148-16,0-3-592 0,0-2-801 0</inkml:trace>
  <inkml:trace contextRef="#ctx0" brushRef="#br0" timeOffset="45170.01">22853 4130 778 0,'15'-23'843'0,"-3"-2"-165"0,-3 5-172 0,-3 0-68 16,3 2-64-16,-5 4-53 0,-3 0-60 0,0 2-30 15,-3-1-53-15,-1 2-12 0,-1 1-38 0,-6 2 7 16,1 2-46-16,-1 2 9 0,-5 6-39 0,-5 5 11 16,-8 9 3-16,-2 7-30 0,-2 9-3 0,-4 9-11 15,3 2-2-15,5 4 2 0,3 0-13 0,7-5 18 16,7 0 24-16,2 0 9 0,6-5 3 0,5-2 48 15,4-2-48-15,3-1 36 0,5 0-49 0,1-6 37 16,5-3-49-16,1-5 33 0,4-3-50 0,1-5 33 16,1-3-51-16,1-6 1 0,2-1-4 0,4-5-3 15,1-3-1-15,3-5-13 0,2-4-15 0,-3-2-12 16,-3-3 26-16,-2-4-60 0,-4-3 20 0,-5-4-37 0,-1-2-41 16,-4-2-18-16,-5-5 10 0,-4 0 3 0,-5-4 19 15,-2 1 8-15,-7 0 21 0,-4 0 17 16,-1 3 15-16,-5 3 20 0,-4 1-5 0,-1 6 24 15,-1 3 1-15,1 7 11 0,-1 5 3 0,0 5 5 0,2 5-3 16,0 4 11-16,0 6-10 0,-3 4 13 0,-1 5-6 16,1 5 24-16,0 10 25 0,2 1 16 0,1 4 20 15,5 3 15-15,2 1 3 0,7-4-1 16,3 2-5-16,4 0-60 0,6 5 49 0,3-1-56 0,5-1-1 16,4-1-2-16,3-4-12 0,4-2-25 0,1-3-38 15,3-2-49-15,-1-3-40 0,2-2-46 0,0-4-37 16,-4-3-39-16,-1-2-53 0,-4-3-39 15,0-2-46-15,-4 0-43 0,-5-3-61 0,2-1-102 0,-5-2-278 16,0-2-422-16</inkml:trace>
  <inkml:trace contextRef="#ctx0" brushRef="#br0" timeOffset="45469.62">23462 4314 1084 0,'0'0'844'0,"13"0"-193"16,-13 0-152-16,0 0-85 0,0 0-76 0,13 0-36 15,-13 0-12-15,0 0 6 0,0 0-43 0,0 0 57 16,15 0-15-16,-15 0-58 0,14 3 10 0,-5 0-70 16,3 0 4-16,-1 2-74 0,2 1 15 0,-1 1-59 15,0 0 18-15,-1 4-22 0,0 0 21 0,-2 5 12 16,-1 2 8-16,-2 2-5 0,-5 3 4 0,1 2-10 16,-5 1-4-16,-5 5-14 0,-2 5 31 0,-4-2-60 15,-1 1 31-15,-2-2-51 0,2-2 34 0,0-5-46 16,2-3 32-16,1-4-44 0,3-1 43 0,2-5-56 0,0 0 42 15,3-3-48-15,-2-1 47 0,5-2-40 0,2 0 44 16,7-2-53-16,1-1 26 0,3-4-70 16,8-3 3-16,5-3-99 0,6-2-3 0,7-7-127 15,6-2-58-15,9-10-93 0,0-2-121 0,3-3-73 0,-2-4-108 16,3-2-673-16,-1-7-1024 0</inkml:trace>
  <inkml:trace contextRef="#ctx0" brushRef="#br0" timeOffset="45838.23">24463 3838 561 0,'-20'-6'703'0,"-5"3"-139"0,-5 3-69 0,-9 3-79 16,-8 6-31-16,-3 3-21 0,-5 6-33 0,0 6-14 15,2 4-31-15,0 3-30 0,6 3-18 0,2 2-28 16,4 3-8-16,5 0-13 0,11-4-18 0,3-1-48 16,6 1 34-16,7-5-45 0,1-2-7 0,7-3 3 15,2-1-10-15,5-3-9 0,3-2-4 16,3-2-17-16,8-1-10 0,3-3-12 0,8-5-11 0,1-4-8 15,1-4 25-15,4-1-47 0,8-6 27 0,0-5-57 16,-2-4 25-16,-1-3-22 0,-2-5-19 0,2-10-37 16,-2-4-25-16,-6-5-16 0,-2-3-10 0,-4-4-32 15,-6 0 57-15,-7 7-22 0,-2-3 33 0,-5 5 75 16,-6 4-17-16,-2 4 62 0,-5 3-4 0,-4 2 3 16,0 4-1-16,-6 8 1 0,1 2 4 0,-5 6-1 15,1 5-7-15,-4 6 2 0,-5 6-46 0,-2 9 52 16,0 8-8-16,0 4 0 0,6 6-5 0,2 3 4 15,2 5 8-15,6 1 8 0,1 5 7 0,7-2 0 16,5 2-24-16,3 2 42 0,6-2-39 0,3 8-4 16,6-4 18-16,2-3-74 0,4 1-2 0,3-6-106 15,-2-9-54-15,3-3-144 0,0-1-201 0,4-5-113 16,0-5-775-16,-1-3-1042 0</inkml:trace>
  <inkml:trace contextRef="#ctx0" brushRef="#br0" timeOffset="46251.95">24804 4200 813 0,'4'-16'835'0,"-3"2"-185"0,1 3-159 15,-1 1-83-15,0 1-28 0,-1 1-26 0,4 0-15 0,1 1-19 16,0 0-21-16,0 2-38 0,4 1-35 0,2-1-40 16,0 3-36-16,0 0-31 0,1 2-21 0,1 0-21 15,-2 3-17-15,1 0-12 0,-1 1-7 16,-2 1-10-16,0 1-8 0,-4 2-3 0,2 0-4 0,-5 3 1 15,-2 1-6-15,0 0-1 0,-6 5 0 0,-2-2-2 16,-3 3-2-16,-3 0-44 0,2-2 52 16,-1-3-47-16,-2 3 52 0,6-5-49 0,-1-3 52 15,2 3-53-15,1-4 54 0,0-1-50 0,3 0 51 0,4-6-49 16,-5 8 48-16,5-8-47 0,8 2 47 0,-8-2-54 16,17 2 53-16,-5-2-7 0,1 1-2 0,4 1-4 15,-1-1 3-15,2 3-8 0,-1 1-46 0,-1 0 54 16,0 0-51-16,2 5 56 0,-3 1-47 0,2 1 52 15,-6 1-44-15,2 1 6 0,-5 0 5 0,-1-1-4 16,-3 3-7-16,-1-2 54 0,-3 0-53 0,-3-2 54 16,-1 3-50-16,-2-2 54 0,-2-3-53 0,-3 3 50 15,-3-2-53-15,-3 0 49 0,0-4-56 0,-2-1 33 16,1-1-93-16,-1-5-63 0,-4-2-119 0,1-3-144 16,-5-6-88-16,2-5-187 0,-1 0-617 0,1-9-908 15</inkml:trace>
  <inkml:trace contextRef="#ctx0" brushRef="#br0" timeOffset="46435.94">25206 3679 532 0,'25'6'812'0,"2"8"-123"0,4 8-77 16,-1 9-46-16,2 11-57 0,-4 6-9 0,-2 3-16 16,-7 8 38-16,-6 3 12 0,-7 2 79 0,-6 4-50 15,-7 7-34-15,-11 3-28 0,-14 21-276 0,-12 3-225 16,-12-1 0-16,-14 0 0 0,-13 0 0 0,-12 0 0 15,-38 23 0-15,-15-4-317 0,-14-2-240 0,-11-3-141 0,-11-4-110 16,-9-5-154-16,-7 0-576 0,-4-4-1172 16</inkml:trace>
  <inkml:trace contextRef="#ctx0" brushRef="#br0" timeOffset="48319.46">26349 4641 1515 0,'0'0'938'0,"0"0"-218"16,0 0-126-16,0 0-136 0,4 7-87 0,3-1-96 16,0 4-34-16,2 3-47 0,1 1-38 0,1 2-29 15,0 4-26-15,1 3-14 0,-2 0-21 0,-2 5-6 16,-1 1-14-16,-4 2-6 0,-5 3-8 0,-3 7-26 15,-9 2 17-15,-7 10-38 0,-4 0-52 0,-7 2-68 16,-6 3-84-16,-3-1-131 0,-4 3-125 0,-17 11-160 16,-5 2-681-16,-2-7-921 0</inkml:trace>
  <inkml:trace contextRef="#ctx0" brushRef="#br0" timeOffset="50085.55">27359 4242 384 0,'10'-19'707'0,"-1"-1"-123"0,0 1-105 16,0-2-98-16,-4 0-59 0,2 0-18 0,-5 5-6 0,1-1-6 15,-1 2-27-15,-2 1-22 0,0 3-32 16,-4-2-7-16,1 2-34 0,-4 3 16 0,-3 4-61 16,-2 1 16-16,-2 3-66 0,-7 8 35 0,-5 7-66 15,-6 7 32-15,1 6-57 0,-2 11 38 0,-1 3-51 0,3 2 0 16,4 4 11-16,4 0 17 0,7-3 11 0,4-1 2 16,3 2-16-16,7-2-7 0,2-9 44 0,6 5-56 15,4-2 46-15,6-5-53 0,4-7 2 16,3-1-6-16,8-6-16 0,-2-7-13 0,9-6-44 15,1-6-68-15,9-6-53 0,5-6-64 0,7-7-42 16,0-6-9-16,-3 0-19 0,-4-5 34 0,-5-1 2 0,-4-3 26 16,-9-2 33-16,-6 3 41 0,-7 0 44 0,-3-1 35 15,-7 0 76-15,0 5 50 0,-6 1 43 16,-3 3 46-16,-3 0 41 0,-3 2 3 0,-1 0 16 16,-1 3 20-16,-5 0 9 0,1 5-1 0,0 2 0 15,-2 2-6-15,-1 2-32 0,1 3-10 0,-1 3-17 16,1 6-4-16,-3 3-7 0,2 3-20 0,2 5-17 15,-2 4-11-15,5 2-35 0,2 5 17 0,3-2-29 16,2 2 26-16,2 2-41 0,4 3 6 0,3-2 8 16,2 0-13-16,4-2 2 0,0-1 0 0,2-3-1 15,2-1-4-15,-1-6-7 0,1-2-6 0,-2-4-1 16,0-3-26-16,1-2-17 0,-2-2-10 0,-1-4-10 0,-2 1 3 16,1-5 3-16,-4 0 11 0,-1-3 14 0,-3-1 3 15,-1-2 9-15,-2 1 8 0,-2-3 6 16,-4-2-1-16,0-3 6 0,-5 0 6 0,-2-2 8 15,-2-4 7-15,-4 3 5 0,0 0 11 0,0 1 3 16,0 1 4-16,2 2 18 0,3 4 9 0,1 2-7 16,2 2-4-16,2-2-8 0,3 5-7 0,4-4-8 0,2 4-6 15,3 0-2-15,6 1-1 0,1 1-3 0,1 2-6 16,3 3 7-16,3 0-8 0,0 3 10 16,2 3 1-16,1 2-3 0,-3 1 3 0,5 4-4 15,-1-1-1-15,-3 3 0 0,-1 0-25 0,-2 0 24 16,-4-1-19-16,-2 1 21 0,0-1-25 0,-4-2 27 15,-1 1-28-15,-3-2 29 0,-3 1-30 0,-1-2 34 16,-1-1-35-16,-3 1 6 0,2-2 3 0,-5-2 5 16,4-1 4-16,3-5 17 0,-11 6 4 0,11-6 20 15,-12-2 4-15,5-3 3 0,3-3 46 0,-1-2-66 16,3-5 38-16,0 0-57 0,0-3 47 0,4-3-58 16,0-1 44-16,0-2-8 0,3 3-10 0,2-1-6 0,0 4-1 15,0 1-10-15,-1 5-2 0,1-2-4 16,0 2-2-16,3 3-1 0,-3 2-2 0,1 3 1 15,2 1-2-15,-10 3 4 0,15 0 1 0,-6 2-7 16,1 2 0-16,-1 3-13 0,0 1-21 0,3 2-53 0,-3 1-71 16,0 2-84-16,1 0-107 0,-3 1-81 0,2 1-44 15,-2 1-75-15,2 0-35 0,-2-1-393 16,0-3-574-16</inkml:trace>
  <inkml:trace contextRef="#ctx0" brushRef="#br0" timeOffset="51069.27">28417 4217 160 0,'5'-14'705'0,"-2"2"-112"0,-1 3-69 0,2-2-51 0,-2 3-45 0,0-1-33 16,-2 1-7-16,0 2-39 0,3 0-25 0,-3 6-38 15,1-10-25-15,-1 10-38 0,0 0-11 0,-3-6-34 16,3 6-31-16,-2 6-25 0,-1-1-25 0,1 4-13 0,-2 1-17 16,1 1-14-16,2 1-12 0,0 3-6 0,-1 0-6 15,2 1-7-15,2-1 14 0,2 2-39 16,-2-2 53-16,5 0-30 0,0 1 33 0,3-2-47 15,1-3 48-15,3 1-43 0,-3-3 42 0,5-2-32 0,0-2 38 16,2-5-47-16,-4 0 39 0,5-3-34 0,1-5 40 16,1-3-10-16,1-6-10 0,-3-2-6 0,5-10-7 15,-1-2-10-15,-5-6-5 0,0-2-3 16,-4-6-7-16,0 1-47 0,-5-5 42 0,-2-1-49 16,-2-1 33-16,-4-1 0 0,-4 0-2 0,-3 3 25 15,0 0-11-15,-1 5 24 0,-2 4 6 0,-3 4 17 0,1 8-2 16,2 3 13-16,-1 3-20 0,1 6 12 0,0 3-26 15,2 3 7-15,-1 7-17 0,8 3 15 0,-14 8-26 16,6 4 21-16,3 8-13 0,4 5 2 16,2 10-26-16,2 1 38 0,4 10-2 0,5 0-5 15,4 9 3-15,2-2-1 0,5-2 3 0,0-2-4 16,-3-7-2-16,1-5 0 0,2 1-19 0,0-5-2 0,0-4-1 16,0-1-1-16,-2-7-1 0,-1-2-11 0,-2-5-13 15,-3-3-7-15,3-2 7 0,-4-3 4 16,2-1 4-16,-4-5 2 0,1-2-5 0,-1-2-15 15,2-3 2-15,-4-3-12 0,0-1 8 0,0-5 3 16,-2-2 4-16,-3-2 6 0,0-3 5 0,-1 1 6 0,-2 3 9 16,-2-1 16-16,0 1 7 0,-2 3-34 0,2 2 66 15,0 2-5-15,-1-1-5 0,0 2-5 16,1 1-4-16,0 6-10 0,0 4 1 0,0-9-3 16,0 9-1-16,0 0 2 0,2 9-2 0,0-2 4 15,0 5-1-15,1-3-2 0,2 4 0 0,0 0-2 16,1-1-1-16,-1 1 0 0,3 1-2 0,0-4-5 15,-1 2-7-15,2-2-2 0,-1 0 0 0,1-4 0 16,0 3-7-16,-1-6 7 0,3 0 3 0,-1-2-3 16,-10-1 5-16,19-3 3 0,-8 0-1 0,-1-1 4 15,1-3-1-15,0-4 1 0,-2 1 3 0,2-2 1 16,-3 1-2-16,-1-5 1 0,-2 3-1 0,2 0 1 16,-3-1 10-16,-2 2 15 0,1 3 5 0,-1-3 9 15,0 5 2-15,0-3-7 0,-2 5-6 0,0 5-14 16,3-10-4-16,-3 10-2 0,0 0 0 0,0 0-3 15,4 8-2-15,-2 0 2 0,-1 2-2 0,3 1 1 16,0 0 1-16,0 4 4 0,0-3-10 0,1-1 4 16,-1 0-2-16,0 0 0 0,-1-1-5 0,4-2-9 0,-5-1-2 15,3 0-1-15,-1-1 3 0,-1 1 5 16,-3-7 7-16,6 5-3 0,-6-5-3 0,0 0-1 16,14-4 4-16,-7-1-2 0,-1-3 0 0,0-2 5 15,3 0-3-15,0-4 2 0,0-3-1 0,3 0 6 16,-3 2-4-16,2-2 5 0,1 1 11 0,-1 1 3 15,1 1 5-15,0 3-8 0,-3 2-47 0,4 2 48 16,-1 3-1-16,-2 0-5 0,-10 4-2 0,23 4 2 16,-13 2-4-16,2-1 8 0,-2 6-10 0,0-2 0 15,-1 5 0-15,-1 1 0 0,-2-1-1 0,-1 1 1 16,0 0 0-16,0-1-1 0,-1 3 0 0,-4-6-3 16,0 3 1-16,0-2-5 0,-4-3-7 0,-1 1-20 0,2-1-25 15,-4-2-42-15,-1-3-62 0,1-1-40 16,7-3-20-16,-16 2-32 0,16-2 3 0,-14-6-4 15,7 0-9-15,2-3 3 0,-2-2-20 0,3-1 21 16,2-4-6-16,-1-1 8 0,1-1-53 0,0-1-83 16,2-1-439-16,0-1-371 0</inkml:trace>
  <inkml:trace contextRef="#ctx0" brushRef="#br0" timeOffset="51252.05">29657 3732 467 0,'0'0'585'0,"5"5"-132"16,-5-5-104-16,0 0-59 0,5 5-46 0,-5-5-32 15,0 0-24-15,0 0-32 0,0 0-31 0,10 3-27 16,-10-3-33-16,0 0-57 0,3-6-64 0,-3 6-78 16,2-5-128-16,-2 5-147 0,3-7-346 0,-3 7-268 15</inkml:trace>
  <inkml:trace contextRef="#ctx0" brushRef="#br0" timeOffset="52205.57">30063 3876 928 0,'9'-5'794'0,"0"1"-160"0,-2 0-148 16,-2-2-55-16,1-2-24 0,-2 2 3 0,1-3-15 15,-4 1-113-15,2-2 30 0,-3 1-2 0,0-2-22 16,-3 3-24-16,3-2-43 0,-4 2-28 0,1 0-22 15,-1 0-15-15,0 4-23 0,-1-3-17 0,-2 4-26 16,0 0-16-16,7 3-15 0,-21 0-11 0,11 3-50 16,-3 3 40-16,0 1-45 0,1 4 41 0,2 3-13 15,-1 3-6-15,1 1-15 0,6 1-14 0,-1 2-11 16,4-3-11-16,1 1 2 0,1 0-1 0,3-3 5 16,1 1 8-16,0-2-2 0,3-2 6 0,0-1 0 15,-1-2 3-15,3-3-5 0,-1-2 6 0,2-2 2 16,-11-3 7-16,21-3-14 0,-9-2 0 0,-1-2 3 15,1-3 2-15,-2-1 0 0,1-3 3 0,0-4 0 16,-2 0 3-16,0 0-1 0,-2-1 5 0,0-1 2 16,-1 1-2-16,-1 2 1 0,2 2 5 0,-4 0 6 15,3 5 1-15,-4-2-6 0,3 3-3 0,-1 1 0 16,4 2 3-16,-1 3 0 0,2-1-4 0,2 3 0 16,1 2 2-16,0 1 2 0,2 2-4 0,1 1 0 15,-1 2 3-15,0 0 0 0,0 1-2 0,-1 2-3 16,-1-1 2-16,0 0-10 0,-1 1-13 0,-2 0 0 15,1-2-5-15,-4 0-2 0,-1 0 0 0,2-2 4 16,-3 2 2-16,1-2 1 0,-3 1 25 0,2-1-22 16,-4-6 24-16,4 8-20 0,-4-8 20 0,2 9-18 15,-2-9 22-15,4 8-18 0,-4-8 16 0,2 5-16 16,-2-5 17-16,0 0-19 0,4 6 20 0,-4-6-16 16,0 0-1-16,8-6 4 0,-4 1 2 0,3-1 2 15,-2-4 2-15,1-1-1 0,4-1 2 0,-3-1 5 16,-1 1-2-16,2-3 3 0,-2 2 1 0,2 1 4 15,-2-2 3-15,1 0 8 0,-2 3-5 0,2-2 7 16,-3 2 13-16,1 3-2 0,-1-2-1 0,0 3-7 16,0-1-5-16,-2 1-2 0,2 1-7 0,1 1-4 15,-5 5-9-15,5-9-1 0,-5 9-1 0,7-8-1 16,-7 8-1-16,6-8-1 0,-6 8 3 0,8-5-2 16,-8 5 0-16,9-4-2 0,-9 4 3 0,8-2 15 15,-8 2-20-15,7-4 17 0,-7 4-17 0,0 0 18 16,10-3-16-16,-10 3 17 0,0 0-9 0,8-3 12 15,-8 3-16-15,5-4 15 0,-5 4-17 0,5-7 18 16,-5 7-19-16,7-9 14 0,-7 9-15 0,7-9 25 16,-7 9-10-16,5-7 18 0,-5 7-17 0,4-8 10 15,-4 8-19-15,4-8 15 0,-4 8-16 0,0 0 20 16,5-6-14-16,-5 6 21 0,0 0-15 0,3-6 17 16,-3 6-16-16,0 0 17 0,0 0-21 0,2-5 11 15,-2 5-21-15,0 0 14 0,0 0-22 0,0 0 17 16,0 0-17-16,0 0 16 0,0 0-19 0,-1 9 17 15,1-9-14-15,0 11 1 0,0-4 2 0,1 2 1 16,2-1 3-16,1 3-2 0,-1 0 1 0,5 4 7 16,-1-3-4-16,-1 4-1 0,4 0-1 0,-1 0-3 15,2 1-3-15,-1-1 2 0,-3-3-3 0,2 0 17 16,-2 0-18-16,0-1 5 0,-2 0-36 0,1-4 8 16,-3 1-22-16,1-1 19 0,-1 0-11 0,-2 0 26 15,-1-8-9-15,0 12 20 0,-2-7-9 16,-1 2 17-16,-2-3-15 0,0-1 20 0,-3 2-14 0,-2-2 18 15,0 0-18-15,-2-1 0 0,-2-2 3 0,1 2-6 16,-3-2-11-16,0 0-32 0,2-2-55 0,0 2-75 16,0-2-89-16,3 1-106 0,0-1-146 0,1 1-86 15,10 1-195-15,-11-5-407 0,11 5-823 0</inkml:trace>
  <inkml:trace contextRef="#ctx0" brushRef="#br0" timeOffset="52403.69">31465 3721 1303 0,'18'13'826'0,"-3"-5"-176"0,0 6-124 0,-2 0-34 16,0 2-81-16,-1 1-47 0,-1-1-47 0,-4 3-10 16,-1 0-64-16,-2 0-25 0,-3 0-58 0,-1 2-13 15,-5 1-48-15,-4 4-7 0,-9 6-109 0,-2-4-128 16,-6 1-210-16,-2-3-222 0,-5 2-236 0,0-5-535 15,-2-2-951-15</inkml:trace>
  <inkml:trace contextRef="#ctx0" brushRef="#br0" timeOffset="54035.52">914 8883 626 0,'-8'-29'516'0,"0"1"-25"0,2 6-103 0,-1 2 9 16,1 1-75-16,-1 4-16 0,4 3-84 0,-1-1-14 15,0 4-59-15,3 3 26 0,1 6-40 0,0 0 35 16,0 0-31-16,1 6 13 0,4 3-54 0,4 6 3 15,1 2-55-15,6 7 32 0,-1-1-39 0,4 6 10 16,3-1 0-16,-2-1 4 0,-1-3-12 0,2-4 13 16,-2 1-16-16,-1-3 27 0,-2-3-22 0,0-2 24 15,2-4-20-15,-4-1 17 0,1-3-39 0,1-4 14 16,0-5-42-16,1-2-5 0,1-3-36 0,-3-6-5 0,4-3-6 16,-1-2-10-16,-5-2-17 0,-3 0-18 15,0-5 11-15,-3 3 28 0,-5 0-20 0,1-3 11 16,-6 2 39-16,1-1-19 0,-2 1 9 0,-4 1 9 15,2 2 8-15,-2 2 16 0,2 2 22 0,-1 2 5 0,2 4 3 16,-1 3 6-16,6 9 4 0,-8-6 4 0,8 6-8 16,-3 6 33-16,5 2-43 0,-1 3 31 15,3 6-46-15,2 2 35 0,3 2-42 0,3 2 3 16,2 1 0-16,0 0 4 0,0-2 5 0,4-3 10 16,0 0-17-16,-3-5 2 0,2-1 9 0,-2-1 11 0,0-7-11 15,1 1 15-15,0-2-19 0,-3-4 3 0,2-2-17 16,-2-4-17-16,1-1-2 0,-1-2-12 15,-3-2-5-15,0-1-8 0,-3-2-13 0,-2 0 5 0,-3-3 8 16,1 0 8-16,-4-1 7 0,-2-1 6 0,1-3 8 16,-5 1 2-16,0 2 3 0,-1 0 22 0,3 4 14 15,-2 2 22-15,1 1 0 0,1 2-3 0,1 4 0 16,4 6-3-16,-5-7 3 0,5 7-2 0,0 0-9 16,-1 8-7-16,2-1 4 0,3 3-9 0,0 0 12 15,2 3-19-15,-1 2-2 0,3 1-3 0,1 2 2 16,1 0-4-16,-1-1-59 0,0-2-120 0,1 3-141 15,-4-4-103-15,1-2-122 0,-3 0-511 0,-3-2-672 16</inkml:trace>
  <inkml:trace contextRef="#ctx0" brushRef="#br0" timeOffset="54202.4">957 8587 127 0,'-13'-6'787'0,"2"1"-173"0,3 3-176 0,0-1-52 15,8 3-130-15,-10-8-16 0,10 8-82 16,-3-7 4-16,3 7-76 0,8-9-38 0,-3 4-166 16,3 0-143-16,1 1-184 0,1-3-340 0,-1 3-307 15</inkml:trace>
  <inkml:trace contextRef="#ctx0" brushRef="#br0" timeOffset="54418.54">1243 8097 396 0,'5'-12'772'16,"0"5"-241"-16,-1 1-60 0,-4 6-16 0,12-3 2 16,-12 3-68-16,16 7-32 0,-3 1-12 15,2 5-47-15,2 4-79 0,3 5-10 0,3 5-61 0,3 3-28 16,0 5-23-16,3 9-6 0,2-1 4 0,-2 2-50 16,3 0 21-16,-1-1-40 0,-2 0 24 0,-2-9-52 15,-3-1 5-15,2-2-61 0,-3-2-39 0,-2-3-85 16,-3-4-91-16,-1-4-86 0,-3-4-42 0,-4-2-37 15,-1-4-49-15,0-3-76 0,-3-2-311 0,-6-4-431 16</inkml:trace>
  <inkml:trace contextRef="#ctx0" brushRef="#br0" timeOffset="54719.29">1827 8580 385 0,'0'0'443'0,"6"-8"-92"0,-6 8-40 15,8-8-23-15,-3 2-9 0,3 2-17 0,-2-1-20 16,3-2 5-16,0 0-7 0,3-3-18 0,-1 1-33 15,-1-3-22-15,2 2-15 0,-1-2-18 0,0 2-16 16,-1-3 0-16,0 1-19 0,-1 0-10 0,-1-1-16 16,-2 1 3-16,-1-1-8 0,-1 3 13 0,0-1-26 0,-3 0-4 15,-1 2-17-15,-2 0-1 0,-1 3-16 16,-2-1 2-16,-3 4-3 0,8 3 15 0,-15-2-8 16,5 5 20-16,-4 6-6 0,1 3 23 0,-2 4-27 15,-2 6 13-15,2 4-21 0,-2 6 16 0,2 0-24 0,3-3 18 16,6-1-24-16,-2 1 24 0,6-5-8 0,2-3 32 15,2-1-9-15,6 1 27 0,1-4-30 0,2-1 24 16,6-6-35-16,1-2 13 0,2-5-44 16,2-4-3-16,3-2-91 0,5-7-89 0,-3-1-136 0,0-4-138 15,-3-2-76-15,-4-1-190 0,-3-2-356 0,-4 1-691 16</inkml:trace>
  <inkml:trace contextRef="#ctx0" brushRef="#br0" timeOffset="54902.04">1560 8487 876 0,'-22'6'700'0,"4"-2"-99"0,3-2-112 0,5-1-96 15,10-1-75-15,-17-3-64 0,17 3-47 0,-5-9-42 16,8 0-33-16,3-2-33 0,4-4-8 0,8-5-21 16,9-3-15-16,1-1-16 0,7-2 7 0,0 0-24 15,10-4-24-15,-8 6-148 0,-1 2-171 0,-2 3-118 16,-5 5-187-16,-5 2-320 0,-5 2-526 0</inkml:trace>
  <inkml:trace contextRef="#ctx0" brushRef="#br0" timeOffset="55236.06">2037 8370 146 0,'0'0'752'0,"0"0"-198"0,0 0-89 0,6-7-3 15,4 1-56-15,-2 0-37 0,6 1-18 0,3-1-18 16,4-2 18-16,2 1-54 0,3 1-19 0,5 0-36 0,1 0-42 16,-4 3-34-16,0 2-35 0,-1 1-23 15,-1 1-78-15,1 1 44 0,-5 2-62 0,1 1 46 16,-3 2-59-16,-4 0 44 0,-2 2-54 0,-4 2 49 0,-3 0-56 16,-5 1 50-16,-1 1-9 0,-2-1 1 0,-4 1-11 15,-3 1-4-15,-1-3-5 0,-1 0-1 0,-1-2 4 16,-2-2-7-16,-1-1 2 0,1-3 0 0,-1-2 1 15,1-1 0-15,0-4-2 0,3 1 0 0,0-5 4 16,0 0-4-16,3-4-2 0,2-1 0 0,3-1 1 16,2-2-5-16,1-2 5 0,1 1-15 0,5-4-10 15,-1-1-50-15,3-1-71 0,1-1-64 0,2 0-146 0,-2 4-115 16,-1-1-80-16,-1 5-182 0,-2 2-321 16,-1-2-671-16</inkml:trace>
  <inkml:trace contextRef="#ctx0" brushRef="#br0" timeOffset="56505.08">2512 8203 400 0,'4'-6'831'0,"-4"6"-194"16,4-7-107-16,-4 7-92 0,4-9-50 15,-4 9-54-15,5-9-26 0,-5 9-29 0,10-4 10 16,-10 4-55-16,18 4 11 0,-5 2-10 0,3 6-20 0,7 5-27 16,4 8-37-16,0 5-58 0,7 11 44 0,1 3-20 15,-1 3-19-15,2 3-20 0,-3 5-16 0,2-1 1 16,-1 2-23-16,1-1-5 0,-3 0-5 0,4-2-40 16,-6-1 39-16,2-2-40 0,-5-3-1 0,-5-8 0 15,0-2 5-15,-3-4 31 0,-4-3-47 0,-2-5 42 16,-3-4-48-16,-1-3 41 0,-4-4-41 0,-1-2 45 15,-3-4-46-15,-1 2 37 0,0-10-61 0,-5 4 38 16,5-4-55-16,-10-3 0 0,1-4-3 0,-2-2 6 16,-5-7 0-16,-3-4 46 0,-4-8-52 0,-1-4 48 15,-10-9-8-15,0-5 3 0,0 0 3 0,-2-6 11 16,0-3-7-16,0-3 6 0,4-2-1 0,3-1-20 16,3-1 27-16,5 2-1 0,2-1 5 0,4 3-2 15,8 11 6-15,4 2 12 0,3 8-21 0,5 1 32 16,7 1-33-16,2 6 31 0,1 7-30 0,5 2 1 15,1 10 21-15,-2 2-14 0,3 6-1 0,-2 3 3 16,2 5 2-16,6 5 0 0,-4 3 5 0,2 3 2 16,-3 2-34-16,-4 3 38 0,-1 0-28 0,-3 3 31 15,-2 0-31-15,-4 1 35 0,-5-2-35 0,-4 1 32 0,-1 0-5 16,-5-1-1-16,0 0-2 0,-8-1-5 0,1-2-7 16,-5-2-6-16,3-5 2 0,-4-4-13 0,1-3-25 15,-1-3 9-15,-2-4 7 0,2-2 8 0,-1-6 7 16,1-2 10-16,2-2 13 0,2-4-6 0,3-3-15 15,6-3 17-15,2-2 0 0,3-1-1 0,3 0-2 16,6-4 28-16,2 0-33 0,8-2 26 0,0 3-27 16,4 1 26-16,-1 8-23 0,1 0 10 15,1 5 9-15,3 1 10 0,-3 7-9 0,1 0 11 0,-5 4 2 16,4 2-2-16,-1 1-1 0,1 3-37 0,-1 4 44 16,-1 0-44-16,0 1 33 0,-5 1-39 0,1 4 39 15,-7 0-40-15,-1-1 1 0,-4 0 8 0,-1 2 5 16,-4-1-5-16,-1 2 5 0,-6-3 38 0,2 0-47 15,-1-2 40-15,-2-2-41 0,2 0 47 0,-3-5-49 16,0 1 44-16,9-5-42 0,-15 1 10 0,15-1 5 16,-13-7 54-16,8 0-55 0,-1-3 42 0,3 1-51 15,-1-4 42-15,4-3-5 0,0-3-4 0,4 0-7 16,-2-2-4-16,3-2-5 0,2 3-1 0,-2-2-1 16,4 2 0-16,-2 2 0 0,0 4-3 0,1 2 5 15,-2 0-5-15,3 2 2 0,-1 3-2 0,1 1-7 16,-2 2-2-16,3 2 6 0,-10 2-1 0,20 2-4 15,-9 1-4-15,1 0 4 0,2 4-1 0,0 0 3 16,1 2 3-16,2 0-2 0,-1-1-43 0,4 2 55 0,-1-3-46 16,-4 0 52-16,3-1-49 0,-4-1 50 15,3 0-48-15,-1-1 51 0,-4-1-45 0,-1-3 45 16,3 0-43-16,-2 0 47 0,-3-3-7 0,2-1 0 16,-3-3 0-16,0 2-6 0,-3-4-2 0,1 1 3 0,-2-3-17 15,-3 0 14-15,2 1 2 0,-2-2-4 16,-2 0 3-16,-1 0-9 0,1 4 2 0,-3-5-2 0,0 5 0 15,-2-2-3-15,1 3 1 0,-1 0 5 16,-4 3-7-16,0 1 1 0,10 3 1 0,-19 2 1 0,4 4 0 16,2 2 4-16,-1 1 0 0,3 1-5 0,0 1 1 15,1 5 0-15,1-3-43 0,4 1 53 0,1 0-52 16,2-3 59-16,3 3-44 0,0-3 53 0,3 0-51 16,5 0 53-16,0-2-50 0,4 0 55 0,1-2-51 15,1 0 50-15,3-4-55 0,0 1 53 0,1-2-51 16,-1-2 50-16,1 0-53 0,-1-5 60 0,1 1-8 15,-1-3-10-15,0-1-4 0,1-1-2 0,-5-3-2 16,0-1-4-16,-2-3 1 0,-2-3-5 0,-2-2 1 16,-3-1-11-16,-3-5 0 0,0 2 3 0,-2-3 1 15,-4-5-44-15,-1-1 55 0,-4-7-46 0,-2 2 5 0,1 0 22 16,-5 0 30-16,2 3-45 0,-3 2 58 16,1 3-1-16,3 5 1 0,0 2 6 0,2 6 3 15,0 1-2-15,2 5-7 0,2-1-5 0,-1 4-3 16,1 3-4-16,6 6 1 0,0 0-6 0,-9 2-46 15,8 6 54-15,3 3-41 0,5 3 62 0,1 7-47 16,5 6 50-16,6 4-6 0,2 2-4 0,2 2-12 16,1 1-4-16,3-1-5 0,1 0 2 0,-1-1-5 15,-1-2-3-15,2 0 1 0,-4-6-4 0,2 2-21 0,-6-6-88 16,-2-3 2-16,0-1-76 0,-5-3-50 16,-2-5-67-16,-1 2-57 0,-3-6-53 0,-1 1-14 0,-6-7-57 15,4 7-29-15,-4-7-7 0,0 0-376 16,0 0-445-16</inkml:trace>
  <inkml:trace contextRef="#ctx0" brushRef="#br0" timeOffset="56968.31">3797 7976 538 0,'-16'-7'561'0,"2"-1"-88"0,4 1-82 0,1 2-72 0,1-2-78 0,6-1-44 15,0 0-18-15,5-2 11 0,3 1-9 0,3-1-18 16,4-3-8-16,6 1-16 0,4-3-25 0,3 0-16 16,3-3-16-16,6 0-3 0,-2 0 4 0,3-1 3 15,-2 0-4-15,2 1 4 0,1-1-2 0,-2 5-10 16,-1-4-13-16,-8 4-13 0,1 0 5 0,-7 4 3 15,-1 1 0-15,-5 1-13 0,-1 0 6 0,0 3-15 16,-4-1 3-16,-9 6-15 0,6-8 5 0,-6 8-18 16,0 0 11-16,-9 0-14 0,0 1 2 0,-2 3-2 15,-3 2-1-15,-2 2 10 0,-2 0-10 0,1 2 9 16,0 3-8-16,-1-3 11 0,3 3-1 0,-2 1-5 16,5-1 0-16,2-1-6 0,3 1 1 0,2 1-3 0,-1-2 6 15,5 1-3-15,1-2 9 0,1-1 7 16,2 1 7-16,2-3 6 0,2 0-24 0,0 1 37 15,2-4-37-15,1 0 36 0,2-2-37 0,-2-1 30 16,-10-2-39-16,23-2 37 0,-13-1-44 0,1-2 46 0,1 0-54 16,-2-4 37-16,1 1-38 0,-1-2 37 15,-2-1-40-15,-2-2 47 0,2 0-47 0,-2 0 3 16,-2-2 5-16,0 1 8 0,-2 0 4 0,1 3 3 16,-2 0 2-16,2 1 6 0,-2-1-2 0,2 4-4 0,-1 0-1 15,-2 7-2-15,3-11 2 0,-3 11 3 0,7-6 2 16,-7 6 9-16,7 3-7 0,-7-3 1 15,9 11-6-15,-4-2 2 0,4-1 41 0,-3 4-52 16,3-1 45-16,1 0-55 0,3 1 46 0,1-2-56 0,0 1 57 16,-1-4-56-16,2 2 45 0,1-5-73 0,0-1-8 15,-3-3-95-15,2-1-106 0,1-2-145 0,-2-2-79 16,-3-3-203-16,0 2-508 0,-4-7-802 0</inkml:trace>
  <inkml:trace contextRef="#ctx0" brushRef="#br0" timeOffset="57567.79">4680 7117 20 0,'-11'-12'655'0,"1"-1"-149"0,1 0-73 0,1 3-51 0,0 0-44 0,3 2-72 0,-2-1-44 15,2 3-52-15,5 6-26 0,-5-5 23 0,5 5 32 16,0 0 11-16,2 7-4 0,5 4-34 0,3 3-32 16,3 4-1-16,2 6-22 0,6 3-17 0,0 4-20 15,0-2-6-15,3 3 2 0,-2 1-18 0,2-2-4 16,-3 2-16-16,1-1-4 0,0 1-2 0,-1-2 0 15,-2 1-6-15,1-2-16 0,-4-5-24 0,-1-1-42 16,-2 1-68-16,-3-6-96 0,0-1-80 0,-2-1-34 0,-3-5-64 16,0 3-51-16,-4-5-62 0,-2-1-339 0,0-3-393 15</inkml:trace>
  <inkml:trace contextRef="#ctx0" brushRef="#br0" timeOffset="57851.62">4819 7647 327 0,'-18'-6'499'0,"1"-1"-56"0,3 2-96 16,-1 0-5-16,3-1-63 0,3 1-43 0,3-1-67 15,0-1-2-15,5 1-30 0,1 0-3 0,5-3-29 0,5-2-15 16,3 0-19-16,3-4-8 0,6 1-13 0,4-3 26 16,4-3 4-16,3 0-13 0,2-2-16 0,3 1-6 15,-3 1-10-15,-2 0-3 0,0 1 23 0,-1 0-5 16,-6 3-5-16,-1-1-2 0,-3 2 14 0,-4 4 10 16,0-1 17-16,-5 2 19 0,-2 2 4 0,2 1 0 15,-4 0-12-15,-1 2-1 0,-1-1-17 0,1 2-2 16,-8 4-4-16,11-4-3 0,-11 4-10 0,13 3-7 15,-13-3-11-15,13 10-5 0,-7-6-9 0,2 5-4 16,-1-2-3-16,1 6-4 0,0-5 2 0,0 4-23 16,-1-1 17-16,2 1-32 0,-5-1-45 0,1-1-99 15,-1 1-105-15,1-3-71 0,-4 2-46 0,1-2-101 0,-2-1-112 16,-3-1-339-16,3-6-514 0</inkml:trace>
  <inkml:trace contextRef="#ctx0" brushRef="#br0" timeOffset="57968.32">5256 7206 413 0,'-1'-13'383'16,"-2"4"-84"-16,3 0-68 0,0 2-56 0,0 7-39 15,1-13-39-15,-1 13-58 0,4-9-44 0,-4 9-72 0,7-8-84 16,-7 8-320-16,11-2 33 0</inkml:trace>
  <inkml:trace contextRef="#ctx0" brushRef="#br0" timeOffset="58551.74">5830 7138 494 0,'14'-8'626'0,"-4"2"-145"0,0-5-60 0,-1 4-47 0,-4-2-47 15,-1 1-30-15,0-2-23 0,-4 3-20 0,0-2-18 16,-1-1-32-16,-2 1-20 0,-2 1-20 0,0 3-23 16,-4-2-25-16,0 0-5 0,0 5-27 0,-2 0-7 15,-1 0-21-15,2 2-2 0,-4 2-18 0,0 2-3 16,0 3-13-16,0 1 2 0,0-2-3 0,2 5-3 15,2-1-3-15,0 1-3 0,2 1-2 0,3 0-3 16,0 3 4-16,2-2-5 0,4-1 0 0,2 0 2 16,1 1-1-16,1-1-1 0,3 1-3 0,2-5 4 15,0 3-10-15,0-4 6 0,3 0-12 0,0 0 14 16,0-3-10-16,-2-1 7 0,1-2-9 0,2-1 15 16,-4-1-13-16,4-2 7 0,-3-3-7 0,1 1 10 15,1-3-2-15,-6-2-10 0,2-3 13 0,0 1-11 0,-2-1 1 16,-1-2-6-16,-2-2 5 0,0-1-3 15,0 2 6-15,-1-1-4 0,1 2 12 0,-3 1-11 16,2-1 1-16,0 3 1 0,-1 1 1 0,2-1 1 16,0 4-1-16,1-1 1 0,1 2 2 0,2 1 6 0,1 3-6 15,-9 3 5-15,20-2-5 0,-8 5 4 16,1 0-5-16,1 5 18 0,-1-1-23 0,1 2 9 16,-2 2 1-16,1 1 0 0,-3 0-2 0,1 0 2 0,-3 0 2 15,-1 1-5-15,-1-1 3 0,0-1-3 0,-4-1 0 16,-1 1 4-16,1-4-2 0,-2 3 2 15,-2-5 10-15,0 1-14 0,-2 0 0 0,4-6 1 0,-8 3-5 16,8-3-7-16,-10-3 2 0,4-3 1 0,-1-2-3 16,2-2 2-16,0-3-6 0,1-2 8 0,0-2-2 15,2-1 6-15,-2-1-1 0,4-1-2 0,0 1-1 16,4 1 2-16,-2-2 1 0,5 1-3 0,-1 2 11 16,6 1-10-16,2-1 12 0,0 5-11 0,1 0 6 15,1 5-4-15,0 1 6 0,1 4-7 0,-2 1-3 16,-1 2 7-16,4 1 3 0,-4 4-16 0,0 0-28 15,-2 2-46-15,-2 2-71 0,-1 1-73 0,-4 2-51 16,-4 0-96-16,-1-1-103 0,-4 1-560 0,-2 1-656 16</inkml:trace>
  <inkml:trace contextRef="#ctx0" brushRef="#br0" timeOffset="58718.77">5473 7038 272 0,'-22'-4'677'0,"5"-2"-175"0,3 0-116 0,2-1-73 0,3 1-67 0,3-3-42 0,4 2-55 16,4-4-20-16,2 1-36 0,2-1-5 0,7-2-55 15,1 0-65-15,1 0-127 0,3 0-167 0,5-2-488 16,-4 5-346-16</inkml:trace>
  <inkml:trace contextRef="#ctx0" brushRef="#br0" timeOffset="59118.7">6466 6944 1177 0,'22'-8'780'0,"-3"0"-172"0,-1-3-125 16,-1 0-82-16,-1-2-50 0,0 2-56 0,-4-4-56 0,0 0-56 16,-2-1-34-16,-2 2-22 0,-3 1-23 0,0-4-22 15,-1 3 3-15,-3-1-37 0,2 0 5 0,-2 1-27 16,-1 1 5-16,0-1-26 0,-1 2 0 0,-2 1-27 15,1-1-14-15,-1 1-30 0,-2 1-37 0,0 1-21 16,-2 5-13-16,0 0 12 0,-1 1 24 0,8 3 13 16,-18 3 16-16,7-1 13 0,2 2 10 0,0 3 9 15,0-1 5-15,4 2 9 0,1 0 1 0,0 1 5 16,4-1 1-16,1 1 5 0,3-1 1 0,1 0 8 16,3-1 7-16,3 0 6 0,1 0-7 0,3-1 14 15,1-1-3-15,0 0-1 0,2 0-5 0,1-1 2 16,0-1-1-16,1 2-4 0,-3-1 2 0,0 2-1 15,1-2-1-15,-4 3 1 0,1-1 8 0,-3 0 14 16,1 2-2-16,-7-1 2 0,0 2-3 0,-3-2-1 16,0 0-5-16,-5 3 0 0,0-2-5 0,-3 3 0 15,-3-2-9-15,-3 1 6 0,0 0-5 0,-2 0 1 16,-3 1-6-16,-2-3-19 0,0 1-46 0,-1 0-92 16,1-2-78-16,-2 1-143 0,-1-3-210 0,3 0-323 15,-1-2-480-15</inkml:trace>
  <inkml:trace contextRef="#ctx0" brushRef="#br0" timeOffset="59602.36">7526 6209 538 0,'-17'-37'666'0,"-1"1"-162"0,1 0-58 16,1 3-61-16,3 6-43 0,2 2-9 0,0 6-45 15,4 1-55-15,-1 3-45 0,2 3-41 0,1 3-32 16,5 9-13-16,0 0 28 0,0 0 2 0,1 19 18 0,10 8 1 16,3 12-3-16,9 15-9 0,4 6-20 15,0 6-21-15,4 1 16 0,-2 6-2 0,4 1 9 16,3 14-28-16,0 2 42 0,-8-14-23 0,1 2 17 0,-2-2-49 15,-1-2 51-15,0 0-51 0,-2-4-14 0,-1-4-11 16,0-4-7-16,-4-2-8 0,0-9-34 0,-5-5 26 16,0-6-52-16,-1-5 0 0,-3-7-82 15,-1-6-20-15,0-1-33 0,-2-4-38 0,-1-5-60 0,0 0-143 16,-3-6-92-16,-3-6-101 0,5 4-183 0,-5-4-355 16,0 0-743-16</inkml:trace>
  <inkml:trace contextRef="#ctx0" brushRef="#br0" timeOffset="60501.84">8712 6492 892 0,'-6'5'719'0,"1"4"-156"0,-1 2-132 0,0 3-90 15,1 5-67-15,-2 3-39 0,3 0-21 0,-2 2-30 16,5 0-11-16,-2 1-14 0,3-4-10 15,-2 0-29-15,0-2-13 0,1-1-14 0,1-1-14 16,0-4-14-16,-1 0-14 0,1-1-11 0,-2-2 2 0,1 1 17 16,1-3-6-16,0-8-12 0,-4 6-17 0,4-6-17 15,-6-2-18-15,2-4 22 0,-1-3-19 0,1-3-1 16,-2-4 4-16,1-3-4 0,-1-4 5 0,-1-5-7 16,2-2 1-16,0-2-5 0,1-5 4 0,-1-4-9 15,2 4 9-15,2-1-4 0,1-2 7 0,1-4-6 16,6 1 3-16,-1 5 3 0,3 2 0 0,4 6 3 15,3 0 0-15,2 8 0 0,5 3 1 0,-1 4-5 16,2 7 11-16,2 2 4 0,1 9 10 0,5 4 2 16,-2 5-6-16,3 7 5 0,-1 4-15 0,-1 5 9 15,-3 2-5-15,-2 2 2 0,-2 3-5 0,-3-1 7 16,-2 3-7-16,-4-1-1 0,-1 2 0 0,-5-9-1 16,-4 2-1-16,-1-4 16 0,-4-2-19 0,-1-1-2 15,-4 0-1-15,-2-1-14 0,-3-4 0 0,-3-1-4 16,-1-4-7-16,0 0 1 0,-3-4 4 0,-3-4 4 15,3-1 2-15,-2-4 5 0,-2-1-4 0,-3-3 8 0,0-1-2 16,0-5 4-16,-3-1 0 0,-1-2 1 0,5-2 0 16,1-2-1-16,4 0 2 0,4 0-1 15,4 0 5-15,5 0-1 0,4 0 1 0,2-2 0 16,5-1 1-16,6 0 0 0,3-2-2 0,3 2 3 0,6 0 1 16,-2 1 3-16,6 4 0 0,-1 1-1 15,1 3 5-15,0 5-3 0,-4 1-4 0,1 5 7 16,-1 2 0-16,2 2 9 0,-2 5-3 0,0 1 3 0,2 2-6 15,-6 3 4-15,1 1-6 0,-2 2-3 0,-6-3 3 16,-2 2-1-16,-1-1-3 0,-3-1 1 0,-2-1 3 16,-4 0-3-16,0 0 1 0,-1-5 7 15,-1 2 1-15,-1-1 29 0,-2-4-4 0,0 0 4 0,0-2-6 16,4-5-5-16,-11 4-10 0,11-4-4 0,-9-4 7 16,3-3-2-16,3-2-5 0,1-2 11 15,1-3-19-15,0-2 9 0,2-2-15 0,2-3 12 0,0-2-25 16,5 2 19-16,-1-1-14 0,3 1 13 0,1 2-15 15,0 1 12-15,2 3-12 0,0 3 1 0,3 2 3 16,-2 4 27-16,1 2-21 0,-2 3 21 0,3 5-18 16,0-1 19-16,-1 4-23 0,-1 1 18 0,4 3-22 15,-5 1-1-15,1 1 0 0,-3 2 2 0,0 0-23 16,-4-1-20-16,1 1-60 0,-3-1-92 0,-2 1-93 16,-1-2-67-16,-2 1-138 0,0-2-133 0,0-2-384 15,-2-1-615-15</inkml:trace>
  <inkml:trace contextRef="#ctx0" brushRef="#br0" timeOffset="60885.06">9601 6456 559 0,'7'-15'562'0,"-4"2"-56"0,1 1-48 16,0 2-26-16,-1-1-39 0,0 2-29 0,-1 1-11 16,0-1-38-16,-2 1-19 0,0 8-63 0,-2-11-28 15,2 11-32-15,-8-9-27 0,8 9-24 0,-9-2-22 0,9 2-20 16,-14 3-16-16,5 2-10 0,-1 1-14 15,0 1-5-15,0 3-5 0,0-2-10 0,3 5-3 0,-2-4-3 16,4 1-2-16,1-2-7 0,0 3-2 0,2-2 0 16,0 0-3-16,4-2-6 0,-1 2-7 0,3-1 5 15,1-1-4-15,0-1-8 0,5-1 4 0,-2-3 4 16,2 1-5-16,0-2-3 0,-10-1 26 0,19-1-25 16,-7-2 25-16,-3 0-23 0,0-3 31 0,1 0-34 15,-2-1 30-15,-2-2-24 0,-1 1 22 0,-1-3-27 16,1 1 32-16,-2 1-21 0,-2-2 43 0,-1 3-38 15,0 0 6-15,-1 1 7 0,1 7 0 0,-3-12-1 16,3 12-2-16,-5-9 32 0,5 9-46 0,0 0 5 16,0 0 0-16,-9 8 3 0,8-2 0 0,-1 1-4 15,1 0 3-15,2 4 1 0,1-1 0 0,-1 1 0 16,4-2-5-16,-2 2-11 0,3-1-21 0,-1-1-23 16,2-2-54-16,-1 1-90 0,2-3-105 0,1 0-58 15,-2-1-109-15,-7-4-131 0,17 2-437 0,-17-2-659 16</inkml:trace>
  <inkml:trace contextRef="#ctx0" brushRef="#br0" timeOffset="61251.68">9849 5980 468 0,'-4'-24'643'0,"-3"2"-95"0,2 1-67 0,-2 1-60 0,3 5-32 16,-1 0-36-16,1 2-43 0,-2-1-38 0,2 7-56 15,2 0-34-15,2 7-22 0,-9-3-16 0,5 7-14 16,-1 7-9-16,1 3-18 0,0 4 0 0,3 6-13 16,1 5-7-16,1 7-24 0,7 7-12 0,-2 1-7 15,3 2-6-15,4 0-9 0,0-1 2 0,1-2-17 16,2-2-17-16,2-2-21 0,0-5-33 0,2-3-64 16,1-3-101-16,-3-7-87 0,1-3-65 0,-2-5-41 15,-1-3-37-15,-2-3-40 0,1-4-430 0,-3-2-497 16</inkml:trace>
  <inkml:trace contextRef="#ctx0" brushRef="#br0" timeOffset="61985.04">10132 6334 89 0,'-4'-13'501'0,"1"1"-95"0,-1 2-44 0,-2 1-69 15,3 1-3-15,2 1-60 0,1 7 1 0,-6-8-32 0,6 8 21 16,0 0 1-16,0 0-15 0,-8 5-15 16,8-5-4-16,1 12-18 0,2-4-4 0,-1 2-23 15,2-1-22-15,3 2-6 0,0 1-23 0,2-2-8 0,0 0-8 16,3 0-8-16,-1-2-13 0,0-1-5 0,1 0-11 15,-2-1 6-15,1-3-9 0,0-1 9 0,-11-2-18 16,22 0 2-16,-12-2-14 0,-1-2 2 0,0-3-12 16,2-1 7-16,-2-2-9 0,-1-2 9 0,2-1-14 15,-6 0 8-15,4-2-6 0,-3 0 0 0,-1-2-4 16,0 0 2-16,-1 0 1 0,-1-2-1 0,0 2 10 16,-2 3 14-16,0-1 17 0,0 2 11 0,0 1-9 15,0 3-4-15,0 1-8 0,0 8 2 0,1-6 16 16,-1 6-12-16,2 6-1 0,-1 4-4 0,2 6-6 15,-1 3-2-15,2 5-2 0,3 6 1 0,0 3-4 16,-2 0-1-16,4 6 0 0,0-1-1 0,1-1-1 16,-2-4-2-16,1-1 4 0,0-3-4 0,1 0-2 15,-1-4 4-15,-2-3-7 0,-1-2 3 0,0-6 1 16,-1 2-4-16,-1-2 2 0,0-4 8 0,0-1 46 16,-3 0-15-16,2-4 15 0,-3-5-36 0,2 9 13 15,-2-9-31-15,0 0 20 0,0 0-8 0,-4-10-4 16,3 1 0-16,-4-3-11 0,1-4-1 0,2-1-1 15,-5-5-4-15,1-8-1 0,0-2-1 0,-1-1 3 0,1-6-5 16,0-2 1-16,3-1-4 0,-1 6 3 16,3 1-12-16,1 0 16 0,1 9-15 0,4-2 14 15,-1 5-1-15,1 0-1 0,0 4 0 0,2 4 1 16,-1-1-2-16,1 5 1 0,1 3 6 0,-1 2-6 0,-7 6-8 16,14-2 19-16,-14 2-19 0,11 5 17 15,-4 3 9-15,-2 1-9 0,2 4-3 0,-4 2-2 0,1 4 1 16,0 1-1-16,-2 4 0 0,1-1 0 15,-2 1 4-15,-1 0-7 0,1-3 5 0,-1-1-4 0,0-3 0 16,0-2 5-16,0-3 3 0,0 2-2 0,-1-4 18 16,1-1-1-16,-1-2 22 0,1-7 10 0,-5 9 0 15,5-9 6-15,0 0-10 0,-11-3-6 0,5-3-10 16,2-1-3-16,2-1 9 0,-1-3-4 0,-1-2 4 16,3 0-2-16,1 0-10 0,1-4-6 0,3 2-4 15,1-1-4-15,3 2 0 0,3 0-5 0,2 1 1 16,5 1-3-16,1 1-2 0,4 1 0 0,0 1-1 15,1 4-2-15,1-2 0 0,-2 6 3 0,-3-1-5 16,-1 1 0-16,1 1 1 0,-4 1-2 0,1 1 0 16,-3-1-5-16,-3 3-20 0,1-1-13 0,-3 2-26 15,-3 1-43-15,-1-2-43 0,-2 2-44 0,-3-6-33 16,-1 12-48-16,-3-6-73 0,-3 1-79 0,1-3-32 16,-3 2-132-16,0-1-565 0,-1-2-773 0</inkml:trace>
  <inkml:trace contextRef="#ctx0" brushRef="#br0" timeOffset="62135.06">10615 6040 928 0,'-2'-13'592'0,"2"3"-141"0,-1 0-83 0,1 2-100 0,1 0-43 0,-1 1-57 16,0 0-25-16,2 0-35 0,-2 7-13 16,2-11-35-16,-2 11-15 0,4-9-64 0,-4 9-78 15,5-5-122-15,-5 5-126 0,0 0-528 0,13 5-424 0</inkml:trace>
  <inkml:trace contextRef="#ctx0" brushRef="#br0" timeOffset="62501.79">10928 6291 859 0,'0'0'743'0,"16"-2"-167"16,-7-3-123-16,0 0-82 0,0-5-46 0,1 1-18 16,1-4-32-16,0-2-11 0,1-1-24 0,0-3-19 15,0 1-14-15,3-5-31 0,-2 2-37 0,1-1-27 16,-1 0-25-16,-2 1-15 0,-3 1-17 0,1-1-8 15,-1 2-8-15,-1 0-15 0,-4 1-1 0,-1 2-9 16,0 1-5-16,-4 1-11 0,0 1-9 0,-2 4-4 16,-4-2-8-16,2 4-2 0,-3 1 3 0,0 2 4 15,-2 1-1-15,11 3 8 0,-22 3 3 0,13 0 0 16,1 2-3-16,-1 0 3 0,2 2 2 0,0 2-3 16,2-2 5-16,4 2 2 0,0 2-8 0,2-3 5 15,1 3-15-15,5 0 20 0,2-1-16 0,2 1 21 16,1 0-16-16,0-2 5 0,4 2-1 0,-1-2 3 15,-2 1-1-15,2-2-1 0,-2 2 4 0,-1-3-3 16,-1 2 5-16,1 0 2 0,-3-2 1 0,-2 0 8 16,1 1 2-16,-3 1 5 0,-2-2-1 0,-2 1-5 15,-2 0 4-15,-2 1-7 0,-1-1-2 0,-5 0-2 16,-1 1-4-16,1-1-2 0,-3 0-23 0,0 0-33 0,0-4-59 16,-3 3-65-16,1-1-82 0,0-3-60 15,-3 0-102-15,2 0-162 0,2-3-501 0,0-2-704 16</inkml:trace>
  <inkml:trace contextRef="#ctx0" brushRef="#br0" timeOffset="62668.73">11693 5981 1872 0,'0'0'1025'0,"4"-4"-254"0,-4 4-126 0,0 0-151 15,0 0-97-15,0 0-107 0,8-3-27 0,-8 3-89 16,0 0-47-16,0 0-132 0,0 0-103 0,0 0-163 15,-9 7-269-15,-1-3-1086 0,-3 0-1281 0</inkml:trace>
  <inkml:trace contextRef="#ctx0" brushRef="#br0" timeOffset="64234.7">2391 10859 665 0,'2'-16'716'0,"-2"-1"-135"0,-1 0-113 0,-3 1-81 16,-1-1-36-16,-1 3-43 0,-2-4-38 0,-2 2-27 16,-3 0-32-16,-1 1-8 0,-3 4-32 0,1 0-5 15,-5 4-16-15,2 1-11 0,1 4-11 0,-2 5-54 0,-5 6 33 16,-4 9-55-16,1 7 27 0,1 9-20 0,-1 8-8 15,4 6-5-15,3 4-9 0,10-6-3 16,3 6-1-16,3-4 16 0,5 2 16 0,6-1-52 16,5-2 51-16,1-1-46 0,6-4 47 0,5-4-11 0,4-3-9 15,4-7-4-15,3-5-63 0,2-10 49 0,1-4-112 16,1-9-72-16,11-9-114 0,-2-4-143 0,11-13-77 16,-5-2-137-16,0-6-671 0,-6-5-903 0</inkml:trace>
  <inkml:trace contextRef="#ctx0" brushRef="#br0" timeOffset="64668.41">2788 10558 249 0,'-5'-11'745'0,"5"11"-161"16,-2-9-73-16,2 9-51 0,-6-12-53 0,4 7-44 15,-2-1-34-15,1-2-31 0,-1 2-36 0,1-1-52 16,-4 0-25-16,2 2-30 0,0-2-6 0,-1 1-31 15,-1 3-28-15,-3 0-21 0,10 3-19 0,-18 0-10 16,6 3-11-16,-1 2 15 0,-4 3-29 0,0 1 0 16,0 4-25-16,-1 4 22 0,-3 0-24 0,5 3 29 15,0 1-25-15,1 2 18 0,6-4-22 0,1 1 21 0,3 2-25 16,1 0 10-16,3-4-17 0,4 0-2 0,-1-2-14 16,6 0-8-16,2 0 8 0,7-4 10 15,-1-1-18-15,6-1 7 0,1-5 3 0,4 3 6 16,0-2 6-16,3-2 3 0,2 2 8 0,0 2 2 0,1-2 2 15,1 2 2-15,-4 0 2 0,1 3 4 0,0 1-4 16,-5 3 3-16,1 1 6 0,-3 0-5 0,-3 3 2 16,-3-1-1-16,-5 0 3 0,-3 0 0 15,0-1 3-15,-6-1 15 0,-1 1 19 0,-3 0 1 0,-4 0-3 16,-1-1-6-16,-5 1-6 0,-2-2-7 0,-3-2-4 16,-2 0 4-16,-2 0-10 0,-4-5-6 0,1 1-5 15,-2-5-32-15,-2-1-31 0,3-3-54 0,-1-2-51 16,0-2-63-16,1-5-68 0,2 0-36 0,2-8-58 15,3-2-92-15,4-5-453 0,3-4-521 0</inkml:trace>
  <inkml:trace contextRef="#ctx0" brushRef="#br0" timeOffset="65035">3229 10506 533 0,'14'-5'881'0,"-4"-2"-201"0,-2 3-152 0,0 1-107 0,-2-2-46 15,-6 5-54-15,10-7-49 0,-10 7-7 0,8-7-49 16,-8 7 6-16,9-5-59 0,-9 5 12 0,5-5-65 0,-5 5 21 16,8-4-71-16,-8 4 31 0,0 0-56 15,11-1 31-15,-11 1-50 0,12 4 42 0,-5 1-50 16,2 1 31-16,2 2 15 0,1 3-59 0,-3 1 3 16,4 1 1-16,1 3 3 0,-2 2-1 0,-1 3 9 0,1 2-9 15,-2 2 3-15,0 0-3 0,-5-3-4 16,2 2 4-16,-5-3 2 0,2 0 2 0,-1-2 40 15,-2-2-56-15,-1-3 6 0,1-2 49 0,-1 1-52 16,0-2 81-16,-1-1-22 0,1-1 60 0,0 0-35 0,1-4 46 16,-1-5-33-16,1 11 21 0,-1-11-45 0,9 3 20 15,1-5-50-15,6-2 30 0,3-6-47 0,8-1-4 16,7-4-4-16,5-4-1 0,4 0 1 0,6-6-28 16,1 0 29-16,-8 5-1 0,-3 1-3 0,0-1-16 15,-5 4-38-15,-6 3-51 0,-2 1-70 0,-7 2-57 16,-4 2-144-16,-6 2-127 0,-2 0-114 0,-7 6-227 15,0 0-392-15,-8-2-837 0</inkml:trace>
  <inkml:trace contextRef="#ctx0" brushRef="#br0" timeOffset="65469.27">4212 10037 938 0,'-15'0'861'0,"15"0"-197"16,-12-4-158-16,12 4-102 0,-9-1-88 0,9 1-74 16,0 0-60-16,-11-2-58 0,11 2-62 0,0 0-66 15,0 0-81-15,0 0-76 0,0 0-107 0,0 0-121 16,0 0-196-16,11 3-297 0,-11-3-442 0</inkml:trace>
  <inkml:trace contextRef="#ctx0" brushRef="#br0" timeOffset="65618.38">4406 10372 542 0,'7'12'836'0,"-2"-3"-204"0,0-1-136 0,-2-1-115 15,1-1-74-15,0 0-60 0,-4-6-40 16,4 9-44-16,-4-9-28 0,5 8-28 0,-5-8-35 16,8 5-89-16,-8-5-171 0,0 0-138 0,0 0-309 0,0 0-293 15,0 0-502-15</inkml:trace>
  <inkml:trace contextRef="#ctx0" brushRef="#br0" timeOffset="69234.55">5933 9429 58 0,'-6'-23'673'0,"-2"-1"-160"0,1 2-58 16,0 3-52-16,-2 2-61 0,4 1-53 0,-1 4-23 15,2 1-50-15,-1 0-45 0,2 2-32 0,1 2-27 16,2 7-1-16,-3-7 23 0,3 7-5 0,8 9-16 0,-2-2-18 15,3 5-11-15,6 2 2 0,2 8-20 16,6 3-10-16,1 3-14 0,2 1-5 0,-3 4-10 16,4-1-4-16,-3-1-23 0,3 2-33 0,-3 1-55 15,-3-1-56-15,-1-2-71 0,-1 1-39 0,-5-6-46 0,-1 0-41 16,-5-4-33-16,-2-3-57 0,-2-2-349 16,-3-5-299-16</inkml:trace>
  <inkml:trace contextRef="#ctx0" brushRef="#br0" timeOffset="69651.64">6102 9769 53 0,'-18'-22'504'0,"-6"-8"-88"15,0-4-92-15,-2-3-58 0,-2-9-70 0,1-3-3 16,3-1-44-16,1 0 16 0,1-2-37 0,9 9-3 16,3-2-2-16,2 2-30 0,6 1 18 0,2 6-15 15,4 0 30-15,5-2-1 0,5 0 46 0,1 4-10 16,5 4 0-16,3 2-17 0,3 4-28 0,-3 6-19 16,3 3-23-16,0 4-12 0,-1 6-14 0,-2 5-3 15,-3 0-14-15,4 6-1 0,-1 4-7 0,2 5-6 16,-5 3-3-16,-2 5 0 0,-3 6 2 0,-2 6-6 15,-4 5-1-15,-5 3-9 0,-4 1-8 0,-4 2-4 16,-1 0 0-16,-3-3 3 0,-4-3 5 0,0-3-4 16,3-8 5-16,-1-3 0 0,2-6 5 0,2-5-7 15,-1-2 6-15,1-5-3 0,6-8 2 0,-4 4-2 16,4-4 2-16,4-10-3 0,2 2 1 0,2-5-4 16,5-2 5-16,2 1 0 0,3-5 2 0,2 1-4 15,5 2 5-15,-1 1-2 0,-1 2-2 0,4 1 5 16,-3 5-1-16,0 2 1 0,1 1-2 0,-3 4 0 15,-1 3 1-15,1 1 1 0,-3 5-5 0,-1 1 5 16,-3 6 0-16,-2 1 1 0,-5 3-3 0,-4 2 1 0,-3 0 8 16,-5 3 15-16,-2 5 29 0,-7 1 21 0,-2 2 2 15,-6 0 1-15,-1 1-9 0,-3-3 11 0,-2-4-21 16,-2 2-4-16,-1-5-15 0,2-2 3 0,1-5-22 16,3-3 13-16,2-4-24 0,3-3 2 0,2-5-53 15,2-3-66-15,4-4-103 0,-1-6-72 0,6-3-86 16,1-5-92-16,3-4-107 0,4-4-400 0,1-5-554 15</inkml:trace>
  <inkml:trace contextRef="#ctx0" brushRef="#br0" timeOffset="70517.53">6758 9385 123 0,'11'-3'773'0,"-3"-1"-184"0,-3 1-146 0,1-3-68 16,1-1-62-16,-5 1-47 0,1-3-37 0,-2 2-5 15,-1-2-29-15,0 0-20 0,-1 0-35 0,-2-3-21 16,1 1-13-16,-1 2-2 0,-2-2-1 0,0 3-34 16,0-3 1-16,0 4-24 0,-2-2 11 0,1 3-17 15,0 2 8-15,-2-1-23 0,8 5 2 0,-14-2 0 16,5 6-5-16,0 2-4 0,0 4-5 0,-1 2 0 16,1 3-7-16,1 5 2 0,2 0-1 0,-2 1-1 15,4 3 4-15,3-2-3 0,0-1-5 0,2-3 17 16,2 0 13-16,0-1 6 0,4-5 4 0,-1 2 8 0,2-2-3 15,-1-5-1-15,4-2-3 0,-1-2-4 16,-10-3-11-16,20-5-4 0,-7-1-6 0,0-4-8 16,2 0 0-16,-3-5-7 0,-1-2-1 0,-2 0-3 15,0-1-2-15,-4 2-4 0,2 0 0 0,-5-2 4 0,-2 2 7 16,0-1-12-16,-2 2 14 0,-2-2-16 0,-1 2 14 16,0 4-11-16,1-2 20 0,-1 3-14 15,1 1 13-15,0 3-15 0,0 2 18 0,4 4-19 16,0 0 12-16,0 0-10 0,-7 7 11 0,8 0-14 0,1 3 4 15,5-1-1-15,-2 4 0 0,2 1 3 0,5 0 0 16,1-1 2-16,1 1 8 0,1-1 4 0,3-4 6 16,1 1-5-16,0-4-3 0,-1-3-2 0,1 0 1 15,1-4 0-15,-1-2-4 0,1-3 3 0,-1-4-4 16,-1 1-2-16,-1-4 0 0,-2-3 5 0,-1 0-7 16,-1-1-1-16,-3-1-1 0,-2-2 9 0,0-1-9 15,-5 1 5-15,-1 1-9 0,-2-1-3 0,-2-1 0 16,-1 0 5-16,-5 0-2 0,2-1-3 0,-3 2-5 15,-2 2 4-15,0 0-1 0,1 4 4 0,1 1-4 16,-1 1 3-16,1 2-8 0,2 2-1 0,1 2 4 16,6 6 1-16,-13-4 1 0,13 4 1 0,0 0 4 15,-9 4 1-15,9-4-2 0,0 7 1 0,0-7 4 16,5 11-3-16,2-5 1 0,-1 0-4 0,4 0 7 16,2 0 1-16,2 1-3 0,0-2 17 0,1-1-22 0,0 2 20 15,2 1-22-15,-2-3 17 0,3 3-14 16,-4-1 11-16,3 0-14 0,-3 0 15 0,1 3-14 15,-2-2 13-15,0 3-13 0,-2-1 11 0,-2 2-12 16,-1 0 12-16,2 1-8 0,-6 0-1 0,1 1 1 0,-4-1-2 16,1 0 4-16,-1-1-1 0,-2 0 2 0,-1-2 3 15,1 1-1-15,-1-1 5 0,-1-3 4 16,3-6 3-16,-6 7 3 0,6-7-6 0,0 0-4 16,-14-3 3-16,10-3 4 0,0-1-11 0,0-2 6 0,3-4-6 15,-2 0 7-15,3 1-11 0,0-3 7 0,1-3-8 16,2 1-1-16,0 0-2 0,1 1 0 0,1 2 6 15,1 0-3-15,4 0-1 0,-2 2-1 0,2 3 3 16,0 0 0-16,2 2-4 0,-2 4 6 0,3 0 0 16,-3 2-1-16,2 1-1 0,-1 1 12 0,1 2-12 15,-1 1 4-15,-1 1-5 0,-1 2 9 0,-1-1-9 16,-1 3 10-16,0-2-1 0,-3 3-12 0,0-1-49 16,-3 2-21-16,-1-4-80 0,-1 3-48 0,-2-2-81 15,1-1-68-15,-4 1-145 0,0-3-704 0,6-5-810 16</inkml:trace>
  <inkml:trace contextRef="#ctx0" brushRef="#br0" timeOffset="70667.5">7265 8708 660 0,'-3'-9'601'0,"2"-1"-166"0,-3 4-68 0,4 6-88 15,-5-8-53-15,5 8-52 0,-5-5-19 0,5 5-48 16,0 0-9-16,0 0-65 0,-6 5-54 0,6-5-115 0,1 8-122 15,3-3-151-15,-2 2-326 0,5 1-240 16</inkml:trace>
  <inkml:trace contextRef="#ctx0" brushRef="#br0" timeOffset="70967.56">7728 8861 584 0,'9'-7'800'0,"-3"2"-191"16,0-5-131-16,-2 3-105 0,-1 0-38 0,-2 0-36 0,-1-1-25 15,-1-1-39-15,-2 2-38 0,-1-3-19 0,-2 2-12 16,0 3-26-16,-1-3-17 0,-2 4-19 0,2 2-18 16,7 2-8-16,-16 0-16 0,7 2-11 0,-3 5-11 15,1 3-5-15,2 4-7 0,-1 3-5 0,1 2-3 16,1 4 15-16,2 0 6 0,1 2 12 0,2 0 12 16,2-1-6-16,4-1 17 0,-1 0 20 0,5-3-7 15,-1 0 34-15,2-3-30 0,2-1 22 0,0-5-44 16,3-2 30-16,2 0-48 0,1-6 22 0,0-1-46 15,2-5 25-15,0 0-35 0,6-6 17 0,-4 0-35 16,4-7 28-16,-1 0-9 0,0-3-9 0,-4 0-18 16,1-1-21-16,-3-1-49 0,1 0-65 0,-4-4-65 15,-4 6-97-15,-1 1-127 0,-1 1-77 0,-3 2-136 16,-1 1-727-16,-2 3-971 0</inkml:trace>
  <inkml:trace contextRef="#ctx0" brushRef="#br0" timeOffset="71884.71">9247 8245 559 0,'-25'-38'767'0,"3"0"-105"0,0 4-101 0,2 0-99 0,6 12-65 0,0 0-74 15,3 5-77-15,4 5-46 0,3 6-41 0,4 6 3 16,0 0 30-16,7 10 8 0,5 9-14 0,10 12 11 15,7 11-19-15,6 9-5 0,3 6-27 0,13 18-1 16,3 4-56-16,-2 3 15 0,3 0-47 0,-1 0 20 16,-2 0-44-16,-4-1 0 0,1-2-7 0,-9-11-7 15,-3-4 28-15,0 1-41 0,-4-3 29 0,-2-2-40 16,-5-3 29-16,-2-4-44 0,-6-13 10 0,-4-1-44 16,-2-3-8-16,-4-7 5 0,-1-8 7 0,-3-2 11 15,-3-5 6-15,-1-3 8 0,-3-1 23 0,-2-6-27 16,5-4 15-16,-13 0-23 0,1-6 16 0,-4-7-17 0,-3-6 15 15,-4-11-13-15,-5-2 16 0,-4-12-17 16,-4-4 6-16,-2-5 1 0,-3-3-3 0,-4-6-4 16,-10-14-8-16,1-4 12 0,0-1-8 0,0-1-7 0,7 1 18 15,8 13 3-15,6 2 12 0,5 3-5 0,6 3 8 16,6 3 5-16,7 13-1 0,5 2 1 0,5 8 7 16,4 2-5-16,4 3 2 0,5 3 3 0,4 3 0 15,4 3 1-15,7 5 2 0,2 5 11 0,3 4 0 16,5 4 6-16,3 4 5 0,5 5-1 0,0 3-6 15,1 5-3-15,-2 1-2 0,-4 2 3 0,0 4-4 16,-6 1-4-16,-3 2-3 0,-5 0 1 0,-3 2-7 16,-9-4-1-16,-3-1 10 0,-4 1-10 0,-5-1 1 15,-4-2-2-15,-4 1 1 0,-5-2-2 0,-1-1-2 16,-2-3 9-16,-4-3-2 0,0-2-5 0,-3-4 3 16,0-2 0-16,1-4 9 0,-2-4-8 0,-1-5 4 15,-1 0 6-15,2-7-3 0,3-3-5 0,1-2-1 16,4-4 4-16,7 0-6 0,1 0-3 0,6-1 4 15,4-3-5-15,3 0 5 0,2 3-5 0,6 1 3 16,1 3 0-16,2 2 4 0,3 1-1 0,3 6 5 16,1 1 1-16,-3 6 7 0,2 3-2 0,0 1 2 15,0 4-2-15,1 3 1 0,0 1-10 0,-2 2-1 16,-2 1-10-16,0 1 4 0,-5 1-3 0,-1 1 3 16,-3 0-4-16,-4-1 18 0,-5 0-12 0,-1 0-1 0,-1 1-9 15,-5-2 15-15,0 0-2 0,-2 1-5 0,-4-4 11 16,2 0-6-16,-4-2 8 0,2-2 14 15,8-3 5-15,-19-2 9 0,10-2 4 0,0-2-14 0,-1-3-2 16,2-4 16-16,0 0-33 0,3-5 20 0,1-2-32 16,2-1 22-16,2 0-23 0,2-1 17 0,1-2-20 15,2 3 20-15,4-2-23 0,0 3 23 0,1-1-25 16,2 4 26-16,-1 2-69 0,2 0-58 0,-3 4-91 16,2 2-119-16,-3 3-106 0,0 2-115 0,1-1-218 15,-3 4-341-15,-7 1-721 0</inkml:trace>
  <inkml:trace contextRef="#ctx0" brushRef="#br0" timeOffset="72384.03">10310 7989 246 0,'0'0'867'0,"0"0"-197"0,-12-1-109 15,12 1-100-15,-11 1-55 0,11-1-53 0,-10 5-57 16,10-5-52-16,-10 11-50 0,8-5-40 0,-1 7-16 15,0-3-13-15,2 3-27 0,2 1-4 0,2 3-33 16,0-1 3-16,2 1-26 0,0-2 11 0,1 1-17 16,-1-1 9-16,3-1-19 0,-2-3 13 0,3 1-23 0,0 0 7 15,0-5-16-15,1 2-1 0,-1-5-20 16,0 1 2-16,3-4-31 0,-1 1 4 0,-2-4-32 16,3 1-7-16,-2-4 3 0,0 1 8 0,0-3 1 15,-3 1 12-15,-1-2 10 0,-1 0 3 0,-1-3 4 16,-1 3 6-16,-3-3 5 0,-2 2 11 0,0-1 5 15,-3 2 10-15,0-2 6 0,-6 2 2 0,1 0 1 0,-1-1 3 16,-2 5 0-16,-4 1-2 0,3 2 1 16,0 1-2-16,-5 1 0 0,4 2-2 0,-3 1-2 0,1 2 0 15,3 0 0-15,1 1-3 0,0 1-3 0,2 0-2 16,3-1 0-16,3 0 1 0,1 0 9 0,4-7-11 16,-1 11 1-16,1-11 1 0,5 6 2 0,-5-6 2 15,13 0 0-15,-4-2 1 0,4-2 2 0,0-3-1 16,-1-1 4-16,4-4-1 0,-1-1 0 0,-1-2 3 15,0-1-2-15,-3-2-2 0,1-1 3 0,-3-3-1 16,0 0-2-16,-4-1 0 0,0-1 0 0,-4 0-2 16,1-2-4-16,-4 4 5 0,1-1-3 0,-4-1-2 15,0 3 2-15,-3 2 12 0,1-1-16 0,-1 6 14 16,3 1-29-16,-3-1 8 0,4 3-48 0,-3 2-54 16,2 2-86-16,1 1-43 0,4 6-42 0,-8-6-55 15,8 6-63-15,0 0-490 0,0 0-456 0</inkml:trace>
  <inkml:trace contextRef="#ctx0" brushRef="#br0" timeOffset="72917.53">10377 7795 572 0,'-4'-7'523'0,"0"1"-116"0,-1-2-74 16,-1-1-10-16,1-2-30 0,-2 0-24 0,1-2-12 15,-3 1 3-15,5-3-34 0,-2 0-3 0,1-1-30 0,-2 1-1 16,3 2-36-16,-1 0-14 0,3 0-12 0,-1 2-13 16,2 0-13-16,-2 1-7 0,2 2-33 15,1 8 6-15,3-11-24 0,-3 11 24 0,0 0 3 16,0 0 16-16,16 8-1 0,-8 2-12 0,0 4 0 0,4 2 3 16,0 7 19-16,3 3-14 0,2 4 15 0,1 4-9 15,0-2-14-15,2 2-10 0,0 0-13 0,1-1-9 16,1 0-8-16,-1 1-4 0,0-1-34 0,-1-2 39 15,2 1-39-15,-3-5 26 0,-2-2-34 0,-3-1 35 16,-2-6-34-16,0-1 1 0,-3-3 1 0,0-2 8 16,-1 1-3-16,-2-5 4 0,-1 0 4 0,-1-1 1 15,-4-7-5-15,4 7 30 0,-4-7-36 0,0 0 29 16,-8-4-36-16,4-3 32 0,-1-4-33 0,-1 1 31 16,-2-6-4-16,-1-4-5 0,1 0-3 0,1-7-7 15,-2-1-4-15,5 3 1 0,2 0-1 0,0 2-26 16,4 2 18-16,0-2-26 0,2 4 25 0,5 0-18 15,1 3 28-15,-1 4-24 0,4 2 36 0,0 2-34 16,2 4 30-16,-2 3-26 0,2 2 30 0,-1 3-36 16,-1 2 39-16,2 3-27 0,-2 1 27 0,0 2-25 0,-3 1 26 15,-2 1-30-15,-1 0 28 0,-3 1-24 16,0 1 28-16,-3 0-33 0,-2 0 38 0,-3 1-22 16,0-3 13-16,-6 5-30 0,1-2-14 0,-1-1-55 0,-4-1-27 15,1 0-10-15,-2-3-54 0,2 0-27 0,-1-1-82 16,2-4-66-16,2 0-54 0,0-2-121 15,1-2-123-15,9-3-347 0,-9 3-598 0</inkml:trace>
  <inkml:trace contextRef="#ctx0" brushRef="#br0" timeOffset="73335.87">11057 7935 205 0,'14'-19'866'0,"1"2"-173"0,-5-1-101 0,2 2-74 0,-3 3-30 16,-4-1-86-16,0 1-38 0,-2 2-40 0,-3 0-54 15,-3 1-33-15,2-1-18 0,-4 4-21 0,0 0-36 16,-3 2-22-16,-2 1-21 0,-2 2-23 0,1 2 15 16,-3 4-45-16,1 1 14 0,-2 3-44 0,2 0 20 15,-1 7-37-15,2-2 22 0,2 2-30 0,0 1 37 16,3 0-1-16,2 1-22 0,4-1 24 0,0 0-28 16,2-3 26-16,0 2-37 0,3 0 23 0,3-3-40 15,0-1 28-15,2 0-33 0,0-2 28 0,0-2-43 16,1 0 24-16,2-5-29 0,-2 0 35 0,1-2-36 15,1-2 29-15,-1-2-27 0,2-1 35 0,-4-3-30 16,3-2 32-16,-3-1-33 0,-2-2 31 0,0 0-33 16,0-2 29-16,-4-1-29 0,1 0 31 0,-4-2-21 15,0 0 18-15,-3 2-28 0,2 1 34 0,-2 1-22 0,-3-1 4 16,2 2 10-16,0 3 8 0,0 0-6 0,2 3 3 16,-2 2 0-16,4 5 24 0,0 0-31 0,0 0 28 15,-8 3-28-15,8 4 25 0,0 3-30 16,2 0 29-16,0 7-31 0,5-3 29 0,-1 0-29 0,2 4 33 15,2-2-32-15,1-2 30 0,1 1-33 0,3-2 33 16,-1-2-31-16,2-1 32 0,-2-4-44 0,1 1 7 16,-1-4-69-16,1 0-65 0,-2-3-61 15,1-3-85-15,-1 0-83 0,2-3-81 0,-4 0-127 0,-2-4-746 16,-3 4-938-16</inkml:trace>
  <inkml:trace contextRef="#ctx0" brushRef="#br0" timeOffset="73984.86">11504 7497 312 0,'-15'-25'623'0,"-3"-4"-191"0,1-3-80 0,1 3-87 0,3 1 15 0,1 3-17 16,0-2 8-16,0 3 9 0,4 3 24 15,0 2 0-15,1 3-11 0,3 3-43 0,-2-2-55 16,3 6-44-16,1 5-25 0,2 4 13 0,0 0-16 0,0 0 5 16,11 12-13-16,0 5-2 0,1 8-9 0,1 1-22 15,6 7-3-15,-1 4-16 0,1 1 4 0,3 1-10 16,-3 3 10-16,4 7-33 0,-4-7 17 0,1-2-32 16,0 1 20-16,-3-2-33 0,0-3 30 0,1-3-36 15,-6-6 23-15,-2-2-24 0,0-6 21 0,-1-2-23 16,-2-4 21-16,-1 0-22 0,-2-2 6 0,2-5-26 15,-2-1-10-15,-4-5-35 0,0 0 2 0,0 0 4 16,9-8 1-16,-6 0 5 0,-1-1-10 0,1-4 16 16,-2-2-8-16,3-1 18 0,0-3-18 0,-2 2 27 15,2-3 4-15,1 3 3 0,3-1 10 0,-2 3 0 16,3 0 2-16,0 5 4 0,1-2 0 0,3 5-15 16,-1 0 21-16,0 3 7 0,1 3 1 0,-1 1-5 15,2 3 3-15,-1 3-9 0,-1 1 15 0,0-1-13 16,-2 5 16-16,-1-1 16 0,-1 0-6 0,-3 2-2 15,-1-1 16-15,-3 2 2 0,-2-1-3 0,-2 2 15 0,-2 2-17 16,-3 0-1-16,-3 1-7 0,-1-3-5 16,1 1-7-16,-6-2-1 0,4 0-9 0,-2-4-14 15,1 0-32-15,0-3-68 0,1-4-69 0,-1-2-106 0,3-1-57 16,0-4-71-16,1-1-44 0,0-6-57 0,2-2-508 16,3-6-634-16</inkml:trace>
  <inkml:trace contextRef="#ctx0" brushRef="#br0" timeOffset="74150.83">11882 7453 78 0,'12'-3'696'0,"-12"3"-147"0,19 3-104 0,-10 0-50 0,4 4-42 15,-3 2-32-15,2 1-19 0,0 2-63 0,0 1 16 0,-2 2-43 16,4 1-18-16,0 0-43 0,-1-2-16 0,-2 0-43 16,1 1-6-16,1-1-30 0,-3-1-15 0,-1-3-5 15,1 3-12-15,-1-4-40 0,0 1-91 0,-1-4-96 16,-2 2-83-16,-1-5-125 0,-5-3-171 0,5 3-374 15,-5-3-542-15</inkml:trace>
  <inkml:trace contextRef="#ctx0" brushRef="#br0" timeOffset="74484.32">11912 7286 544 0,'-10'-11'556'0,"3"0"-146"0,-1 3-49 0,3-1-73 16,0 3 4-16,-1 0-45 0,2-1-12 0,2 1-16 15,2 6 0-15,-4-7-14 0,4 7-35 0,2-6-30 16,-2 6-29-16,8-5-24 0,-8 5-15 0,13-1-13 16,-13 1-12-16,13-3-10 0,-13 3-1 0,13-3-12 0,-13 3-3 15,12-4 1-15,-12 4 36 0,13-3 7 16,-13 3-2-16,10-6-10 0,-10 6-8 0,8-9-4 16,-4 3 20-16,-4 6 11 0,5-9-3 0,-4 2-1 0,-1 7-13 15,0-12-6-15,-1 6 4 0,1 6-3 0,-3-11-5 16,-1 4-2-16,4 7-10 0,-6-8-3 15,6 8 4-15,-10-6-14 0,10 6 3 0,-14-3-3 16,14 3-2-16,-16 5-10 0,9-1 8 0,-1 1-14 0,0 5 0 16,-1 0-4-16,3 3 8 0,2 0-9 0,0 1-31 15,3 2-46-15,1-2-57 0,3 4-86 0,0-4-76 16,6 3-58-16,0-3-104 0,0 2-101 0,4-2-481 16,0-1-659-16</inkml:trace>
  <inkml:trace contextRef="#ctx0" brushRef="#br0" timeOffset="75003.36">12409 7519 344 0,'5'7'704'16,"2"-1"-155"-16,-5 0-96 0,-2-6-14 0,9 9-47 16,-9-9 10-16,6 8-19 0,-6-8-1 0,5 5-12 15,-5-5-74-15,0 0-54 0,0 0-38 0,12-3-38 16,-12 3-29-16,6-10-23 0,-3 2-9 0,-1-3-47 15,2 0 14-15,-2-3-34 0,-1-4 9 0,0-1-45 16,-1 0 10-16,0-4-10 0,-1-4-14 0,0 0-3 16,-2-5-5-16,-2 0 1 0,0 0-22 0,-3-6 6 15,-2-1 4-15,0 2 8 0,-4 1 6 0,1-2-3 16,-5 5 7-16,1-2 0 0,-2 5 5 0,-3 3-4 0,4 5 5 16,-2 5 9-16,0-2-7 0,2 7-6 15,-1 5 6-15,3 1-1 0,2 2 2 0,1 8 2 16,1 3 7-16,1 6-7 0,4 6 9 0,0 5-9 0,7 2 1 15,0 7 1-15,8 7 4 0,4-1 2 0,4 4-4 16,7-4-1-16,4 4 5 0,5-2-1 0,-4-7 1 16,3-4-5-16,-1-4 3 0,1-2 0 0,0-4 2 15,-7-5 9-15,2-1 14 0,-5-5-4 0,1-2-2 16,-3-3-9-16,2-3 0 0,-2-1 6 0,0-1 11 16,-2-3-19-16,-1-4-20 0,1 0 18 0,-6 0-16 15,2-1 12-15,-3-1-14 0,-2-1 14 0,-3-2-12 16,0 3 8-16,-1-3-13 0,-3 1 20 0,1 1-16 15,-2 0 14-15,0 3-16 0,0-1 12 0,-2 3-11 16,2-2 2-16,0 8 1 0,-1-8 3 0,1 8-8 16,0 0 12-16,0 0-8 0,4 6 12 0,-4-6-18 15,4 13 24-15,-2-5-15 0,2 1 10 0,0 1-13 16,0 0 14-16,0 1-26 0,1-3-11 0,1 3-51 16,-1-2-63-16,-1-2-74 0,1 2-90 0,0-5-47 15,-1 1-55-15,-4-5-137 0,10 5-613 0,-10-5-774 16</inkml:trace>
  <inkml:trace contextRef="#ctx0" brushRef="#br0" timeOffset="75167.73">12689 7089 296 0,'-8'-10'693'0,"-1"3"-175"0,3 1-101 16,-1 0-57-16,1 0-64 0,6 6-50 0,-8-8-47 0,2 3-44 15,6 5-28-15,-6-7-23 0,6 7-28 0,-4-5-34 16,4 5-70-16,0 0-85 0,0 0-119 0,0 0-141 15,0 0-502-15,10-2-432 0</inkml:trace>
  <inkml:trace contextRef="#ctx0" brushRef="#br0" timeOffset="75950.17">12893 7286 309 0,'4'6'728'0,"-4"-6"-207"0,8 5-93 16,-8-5-82-16,0 0-19 0,11-1-23 0,-11 1-28 15,10-8-1-15,-4 2-17 0,-1-1-20 0,1-2-37 16,-2-1-38-16,2-4-39 0,-2 0-24 0,0-5-21 16,0-2-18-16,-3-1-11 0,2-3-9 0,-3-2-7 15,-3-1-10-15,2-5 6 0,-3-1-18 0,-1 1 16 16,-4-6-24-16,0 1-3 0,0-3-1 0,-4 2 1 16,2-1-3-16,-3 1 2 0,-3 2-7 0,2 0 25 15,-2 3-5-15,-2 3 9 0,6 8-7 0,-2 1-4 16,5 5 0-16,-1 3-4 0,1 4 2 0,3 4-3 15,7 6 18-15,-12 1-4 0,7 7 12 0,2 6 6 16,0 4-10-16,3 6 9 0,5 7-15 0,1 10 24 16,3 3 0-16,6 2 2 0,2 8-6 0,7-1-10 15,-1-2-2-15,5-2 0 0,-2-3-5 0,2-3 1 16,-1-7-2-16,-2-4-6 0,2-4-4 0,0-1-5 0,-1-4 17 16,-5-5-10-16,1-2 8 0,0-7-17 15,-4-1 12-15,0-3-28 0,-3-2 4 0,-1-3-22 16,-1 0-3-16,-2-5-9 0,1-1-13 0,-2-2-3 0,0-3-7 15,-2 0-8-15,-3-3-5 0,0 1 3 0,-4-3 11 16,2 2 13-16,-3-1 8 0,-1 3 9 0,-2-1 8 16,3 1 2-16,-1 1 10 0,-2 3-1 15,2 2 4-15,0-1 3 0,1 7 0 0,0 0 1 0,0 0 2 16,0 0 0-16,0 0 5 0,0 0 2 0,11 7 9 16,-3-1 0-16,-2 0 3 0,2 1 4 0,5-1-9 15,-2 2 2-15,0-2 3 0,1 0-6 0,-3 1 2 16,3-3-4-16,-1-1 4 0,-1 0 6 0,1-2-6 15,-11-1 4-15,20-1-3 0,-11-3-6 0,1 1-1 16,-1-5-3-16,0 0 5 0,1 0 4 0,-3-3-13 16,-1-2 13-16,-1 0-20 0,0 0 19 0,2-5-17 15,-5 0 13-15,1 0-16 0,-2 0 15 0,-1 0-11 16,0 2 15-16,0-2 2 0,0 5 25 0,0 0-2 16,0 2-4-16,0 3-16 0,0-1 11 0,0 9 5 15,0 0 13-15,0 0-6 0,0 0 7 0,7 15 39 16,-2 4-10-16,2 8 14 0,6 9-36 0,1 2 58 15,3 5-41-15,6 5 20 0,0 3-42 0,2 0 24 16,2 0-43-16,3-1-4 0,-4-1 1 0,2 1-8 0,1-4-2 16,-9-7-1-16,1 1 24 0,-2-5-27 15,-4 1 20-15,-3-7-37 0,-2-3 31 0,-4-2-34 16,-3-3 37-16,-3-2-35 0,-3-2 36 0,-3-2-38 16,-4 1 31-16,-2-4-34 0,0-2 35 0,-3-1-33 0,0-5 39 15,-3-2-41-15,1-2 29 0,-3-2-33 0,-3-2 4 16,0-8 2-16,0 1-2 0,-1-6-8 0,-1 0-3 15,5-4-28-15,2-1-18 0,0-3-25 16,4-9-32-16,1 0-42 0,6-4-71 0,1-3-86 0,4-2-88 16,1-3-45-16,1 1-114 0,0-3-704 0,2 1-882 15</inkml:trace>
  <inkml:trace contextRef="#ctx0" brushRef="#br0" timeOffset="76151.08">12941 6947 744 0,'-20'4'766'0,"4"-1"-157"0,4-1-140 0,12-2-100 0,-19 0-49 15,19 0-37-15,-4-6-44 0,8 1-36 0,3-2-32 16,5-3-8-16,6-2-53 0,8-3-6 0,6-4-32 16,2-2-19-16,5 1-9 0,0-2-12 0,-2 0-54 15,2 0-93-15,-4 1-103 0,1 2-124 0,-5 0-134 16,-7 5-645-16,-2-2-735 0</inkml:trace>
  <inkml:trace contextRef="#ctx0" brushRef="#br0" timeOffset="77067.64">14198 6727 992 0,'-11'-12'801'16,"-1"2"-158"-16,3 3-160 0,9 7-94 0,0 0-78 15,-6 6-18-15,10 7-40 0,7 14-19 0,6 14-28 16,8 16-20-16,5 10-30 0,2 6-27 0,9 19-25 16,0 2-14-16,2 4 8 0,-1 0-36 0,3 1-16 15,-4-1-7-15,0-2-7 0,-3-4-4 0,-7-19-8 16,-1-2-2-16,0-6-4 0,-3-1 16 0,-2-7-20 15,-2-6 11-15,-6-10-16 0,-1-6-9 0,-4-9 3 0,-1-1-1 16,-2-6 0-16,-5-4 6 0,1-5 1 0,-3-3-13 16,-2-7 9-16,-2 7-21 0,2-7 24 0,-9-5-16 15,1-5 0-15,-3-3-6 0,-4-7 12 16,-7-8 1-16,-1-2-3 0,-5-13-2 0,-4-4 4 0,-1-6-2 16,-2-3 3-16,-2-4-2 0,0-4 3 0,-1-2 19 15,-7-14-19-15,3-4-8 0,1-1 6 16,9 11-6-16,6-6-5 0,2 4 2 0,4-2 3 0,6 3-4 15,2 6 7-15,8 13-8 0,4 4 15 0,6 4-17 16,2 7 9-16,5 3 3 0,6 2 0 0,1 7-3 16,5 5 4-16,-1 7 6 0,3 7-2 0,0 3-2 15,-1 7 7-15,2 4 6 0,4 4-15 0,5 8 18 16,-4 4-9-16,0 1 6 0,-4 4-11 0,0 4 2 16,-5-3 0-16,-2 5 0 0,-3-5 0 0,-6 1 0 15,-4-2 3-15,-4-2-3 0,-3-2-1 0,-3-2 3 16,-5 0-5-16,-1 0 28 0,-3-3-29 0,-2-2 0 15,-3-1 4-15,4-5-5 0,-6-1 6 0,4-3-4 16,-2-4 1-16,1-1-1 0,-3-5 9 0,3-2-10 16,-2-3 7-16,3-2-10 0,1-3 11 0,5-4-12 15,0-1 6-15,6-4-14 0,1 0 7 0,1 2-10 16,3-4 7-16,6 0-17 0,3 0 19 0,1 4-15 16,5 0 3-16,2 4 6 0,1 2 2 0,2 3 2 15,1 3 6-15,1 5 5 0,-1 3 18 0,-3 4-14 16,5 2 13-16,-1 5-15 0,0 2 18 0,1 5-26 0,-5 1 16 15,1 3-12-15,-4 0 13 0,-2 2-13 16,-6-4-1-16,-2 1 1 0,-2 0-3 0,-5 0 3 16,-2-2 2-16,-2 1 0 0,-4-2 3 0,0-2-3 0,-2-1 3 15,-3 0-2-15,-2-4-1 0,2-1 7 0,0-3 4 16,1-2 5-16,-1-4-3 0,-1-4 1 0,3 0 6 16,-1-4-1-16,4-4 8 0,2 0 0 0,1-5-16 15,3-2-2-15,0-3 4 0,4-1-10 0,4-4-5 16,2-2-18-16,0 2 1 0,3 2-12 0,1 1-4 15,-1 1-11-15,2 3-10 0,-3 4-24 0,0 1-47 16,1 1-69-16,-4 5-77 0,3 1-86 0,-3 1-62 16,0 1-82-16,-1 4-518 0,0 1-628 0</inkml:trace>
  <inkml:trace contextRef="#ctx0" brushRef="#br0" timeOffset="78938.57">15159 6680 275 0,'3'6'642'0,"-3"-6"-167"0,0 0-106 0,-1 9-6 0,1-9-29 0,1 12-36 0,-1-4 7 0,1 0 10 16,-1 3-42-16,3-2-26 0,-2 4-32 0,5-1-18 15,-2 4-52-15,1-3-13 0,2 1-45 0,-1 0 2 16,3-1-35-16,-3 1 5 0,2-1-26 0,0-3 11 16,2 1-4-16,-2 0 17 0,-1-4-20 0,1 0 9 15,2-1-23-15,-2-1 12 0,0-2-22 0,2 0 16 16,-10-3-22-16,15 0 10 0,-15 0-16 0,17-6 11 15,-10 1-17-15,0-1 13 0,-2-1-11 0,-1 1 14 16,1-4-2-16,-3 2-1 0,-2-3-17 0,0 2 14 0,-2-2-17 16,-3 0 14-16,-2 1-10 0,0-1 15 0,-1 1-16 15,-5 0 18-15,3 4-16 0,-3 0 9 16,-4 2-9-16,3 2 8 0,-3 4-8 0,-1 2 14 0,2 2-14 16,-3 0 17-16,5 6-17 0,0-2 10 0,5 2-7 15,3-1 12-15,2 1-13 0,1-1 15 0,3-3-21 16,4 1 13-16,1-3-26 0,0-3 14 15,-5-3-19-15,18 2 7 0,-6-5-18 0,2-2-2 0,-1-1-30 16,1-4 14-16,2 0-12 0,-3-3 19 0,1-2-19 16,0-2 16-16,-1 0 6 0,-3-2 1 0,-1-2 6 15,1-1 7-15,-6-2 8 0,3-1 5 0,-5 0 5 16,-1 0 2-16,-1-2 1 0,-1 0 5 0,-3 0 1 16,-1-2 4-16,1 4 22 0,-2 3 21 0,2 2 5 15,-1 3 8-15,1 2-9 0,2 1-7 0,-1 4-8 16,2 4 10-16,1 6 6 0,0 0 7 0,0 0 1 15,4 9 0-15,1 3-10 0,1 5-7 0,6 4-9 16,-1 4-2-16,4 3-1 0,2-1-7 0,1 4 9 16,-1-1-16-16,-1-6 11 0,0 0-17 0,-3-2 11 15,2-1-12-15,-3-4 10 0,-3-3-16 0,-1-2 17 16,0-1-19-16,-1 0 16 0,-2-5-18 0,1-2 22 16,-6-4-22-16,6 6 12 0,-6-6-20 0,0 0 14 15,8-6-12-15,-8 6 14 0,5-13-18 0,-3 5 8 16,2-2 2-16,1 0 1 0,-1-2 6 0,1-1 4 15,2 1 16-15,0 2 3 0,2-2-3 0,0 3 4 16,3 2 6-16,-1-1-3 0,1 3-3 0,2 2-6 16,-1 3-5-16,2 1-4 0,0 2 4 0,0 2 3 15,0 2-6-15,1 5 1 0,-2-2-7 0,0 3 9 0,-2 0-7 16,-3 1 4-16,0 0-3 0,-3 1-2 0,-2 0 3 16,-3-1 0-16,-1 0 14 0,0-1 6 0,-5 2-4 15,1-1 3-15,-6-1-15 0,1 1 2 0,-4 1-6 16,-1-5 2-16,0 1-4 0,0-3-12 0,-1-1-13 15,-2-4-12-15,3-1-30 0,0-2-66 0,1-3-41 16,-1-2-79-16,3-2-17 0,0-2-20 16,3-6-7-16,1 1 20 0,1-7 19 0,3-1 11 15,2-4 34-15,1-2 11 0,1-6 27 0,3-2 20 0,3-8 28 16,0 0 27-16,1 0 23 0,-2-1 82 0,3 3 41 16,1 2 75-16,-3 5 38 0,-1 6 57 0,-1 5 39 15,-1 1 8-15,2 3-31 0,-2 4-34 16,0 0-36-16,-1 6-14 0,-1 1 33 0,-2 9-11 0,8-7-13 15,-8 7 4-15,10 9 2 0,-4 1-23 0,3 6 3 16,3 3-15-16,3 6-13 0,2 5 6 0,5 1-19 16,-2 1-14-16,4-1-17 0,-2-1-42 0,0-1 30 15,1-1-46-15,-4-6 25 0,0-1-39 0,0-2 34 16,-1 0-39-16,-3-7 1 0,2 1 2 0,-3-3 3 16,-1-1 2-16,2-2 2 0,-3-3-2 0,-2-1 5 15,3-1-6-15,-13-2 25 0,19-3-35 0,-9-2 27 16,-1 1-32-16,-1-5 29 0,-2 0-30 0,2-2 22 15,-4-2-28-15,0 0 27 0,-3-4-27 0,-1 3 27 16,-1-3-31-16,-3-1 35 0,0 1-6 0,-4 1-4 16,3 2-1-16,-4 0-3 0,3 2 1 0,-4 2 2 0,1 3 0 15,0 3 3-15,9 4-5 0,-21 0 3 16,12 6-2-16,0 3 1 0,-1 2-4 0,1 3 5 16,4 1-2-16,1 2-25 0,3 1 32 0,2 0-31 15,2 0 34-15,1 2-26 0,2-1 3 0,2-3 2 16,2 1 16-16,0-1 4 0,2-5-2 0,-1 0 7 0,2-3-1 15,0 1-4-15,1-5-1 0,1 0-4 16,-2-3 1-16,0-1 24 0,1-2-35 0,0-3 28 16,1 0-34-16,-1-3 28 0,0-1-33 0,-1-5 30 0,1 1-3 15,-4-1-4-15,-1-3-1 0,-1-1-3 0,-1 0-3 16,-1-2 0-16,-4 1-3 0,1 2 3 0,-2 1-3 16,0-2 1-16,1 5 7 0,-1 1 0 0,0 0-4 15,-1 4-2-15,0 0-4 0,0 8 1 0,4-9 4 16,-4 9 10-16,0 0-3 0,13 3-2 0,-7 3 2 15,1 2-3-15,3 3 8 0,-1 0-9 0,1 5-2 16,0-3 1-16,4 3-29 0,-3-1 34 0,0 1-33 16,-1-1 37-16,-1-3-32 0,1-1 33 0,-2-1-33 15,-3 0 32-15,3-3-28 0,-3 1 34 0,1-2-32 16,-2-1 36-16,-4-5-36 0,5 6 27 0,-5-6-35 16,0 0 33-16,4-6-33 0,-4 6 33 0,0-11-3 15,3 3-3-15,-2-4-1 0,0-1-1 0,2-4-5 16,-2 0 2-16,3-5-3 0,1 1 0 0,-1-2 0 15,1 0 3-15,0 3-2 0,0 0 2 0,0 3-5 16,3 4 6-16,-2 0-7 0,2 1 0 0,0 5-27 16,2 1 33-16,-1 1 0 0,-9 5 0 0,20 3-1 15,-11 0 0-15,3 3 1 0,-1 3 0 0,1 0 2 16,-3 2-2-16,2 0-1 0,-3 0 2 0,1 1-2 16,-3-1 1-16,2-1-1 0,-2 0 1 0,-2-1-7 0,1-1 4 15,-1-1 0-15,1-1 0 0,-2-1 1 16,-3-5 0-16,3 8-5 0,-3-8 0 0,0 0-4 15,0 0-2-15,0 0-13 0,0 0-3 0,0 0 2 0,-8-7-3 16,8 7 8-16,-5-12 0 0,3 3 1 0,-3 0 1 16,4 1 7-16,-2-2 1 0,2 2 3 15,0-1 3-15,-1 3-5 0,2 6 4 0,-1-12-8 0,1 12 4 16,3-7 0-16,-3 7 5 0,0 0 0 0,9-3 1 16,-9 3 3-16,9 6-2 0,-2-2-1 0,1 2 2 15,0-1 1-15,2 1 1 0,-1 1 2 0,0 1-1 16,1-3-2-16,0 1 2 0,-1 0-31 0,0-2 32 15,2 0-27-15,0-1 35 0,-11-3-32 0,18 1 27 16,-9-3-35-16,2-3 38 0,-1 0-31 0,-1-3 33 16,2-2-32-16,-1-1 29 0,-1-3-14 0,1-2 16 15,0-2-29-15,-2-1 29 0,1-1-30 0,-3-1 30 16,3-1-32-16,-3-2 31 0,1-1-25 0,-2 5-2 16,0-4 6-16,-2 6 28 0,-2 0-30 0,3 2 30 15,-2-1-31-15,-2 5 32 0,0 0-34 0,0 4 29 16,0-1-29-16,-2 3 30 0,2 6-32 0,-5-7 2 15,5 7 5-15,0 0 10 0,0 0-9 0,-4 7-7 16,5-1 23-16,3 1-25 0,3 2 26 0,3-2-39 16,1 5 23-16,3-1-16 0,1 1 26 0,3-1-25 15,0 0 31-15,3 3-2 0,0-1 1 0,2 2 9 0,-1-2 11 16,-1 3 1-16,0 0-1 0,-3 3 4 16,-1 0 1-16,-6-1 24 0,1 1 5 0,-6 2 13 15,-1 0-1-15,-3-4 11 0,-4 2-3 0,-4 3 20 16,-4-1-41-16,-2 1 14 0,-6-1-39 0,0-2 20 0,-2-2-35 15,-4 1 22-15,-1-4-47 0,-3-1-50 16,-4-2-66-16,0-3-97 0,-6-2-92 0,0-3-211 16,-3-2-147-16,-8-2-960 0,-1-1-1287 0</inkml:trace>
  <inkml:trace contextRef="#ctx0" brushRef="#br0" timeOffset="79817.5">5431 10120 589 0,'-2'-16'581'0,"-2"2"-111"0,0 2-104 0,0 2-27 16,1 1-62-16,1 1-28 0,-1 1-9 0,3 7-1 16,-6-7-11-16,6 7-23 0,0 0-27 0,-6 6-29 15,4 0-18-15,1 2-17 0,4 3-20 0,-1 0-19 16,1 3-12-16,4 2-12 0,0 1-6 0,2 0-9 15,1 1-9-15,3-1-2 0,-2-2-27 0,3-1-52 16,-1 1-132-16,2-3-136 0,-3-2-99 0,-2-1-105 16,0-3-491-16,-2-1-625 0</inkml:trace>
  <inkml:trace contextRef="#ctx0" brushRef="#br0" timeOffset="80184.14">5472 9964 620 0,'-9'-13'517'15,"3"0"-128"-15,-1 3-23 0,-2 1-38 0,-1 2-24 16,1 2-32-16,0 2-11 0,-2 2 3 0,0 2-14 16,1 2-7-16,-4 6-17 0,5 1-18 0,-4 5-39 15,2 3 2-15,2 3-36 0,1 3-13 0,3 1-38 16,4 2 2-16,2 1-34 0,5 3 3 0,3 1-22 16,6 0 30-16,2-2-9 0,5-2 34 0,-1-8-46 15,0-2 7-15,5-3-20 0,-2-4 5 0,-1-3-6 16,2-2-6-16,0-5 1 0,1-2-8 0,-1-6 0 15,3-2-5-15,-1-4-3 0,-3-3 1 0,1-3-8 16,-1-4 4-16,-6 2 2 0,1-4-4 0,-5 0 0 16,-1-2 2-16,-3 0-2 0,-6-1 2 0,1 2-3 0,-6 1-1 15,-3-2 0-15,-2 0 3 0,-5 1-5 16,-3 1-1-16,0 3 3 0,-5 1-2 0,-2 3 0 16,-1 3-1-16,-4 1 3 0,-2 6-5 0,2 2 4 0,1 4-3 15,-2 3 0-15,-1 2 2 0,1 2-1 0,-1 4 0 16,1 4-23-16,3 1-47 0,3 2-51 0,3 3-63 15,7-2-72-15,2 2-75 0,5-1-84 16,4 2-87-16,5 2-127 0,4 1-331 0,3 2-551 0</inkml:trace>
  <inkml:trace contextRef="#ctx0" brushRef="#br0" timeOffset="80950.98">6213 10855 318 0,'8'19'658'16,"-3"-6"-128"-16,0 0-87 0,-2 3-31 0,-2-4-23 16,-1 0-9-16,-3 1-6 0,0-2-25 0,-3-1-31 15,0 0-40-15,-2 0-29 0,-2-1-31 0,2-3-19 16,1-1-18-16,-3-1-27 0,-1-1-28 0,11-3-14 16,-18 0-19-16,10-6-17 0,-1 0-16 0,1-3-4 15,0-2-17-15,4-6-8 0,3 2-7 0,1-2-4 16,1 1-4-16,6-1 1 0,-2 1-4 0,4 0-8 15,0 3-17-15,2 2 21 0,2 2-21 0,-1 1 17 16,2 3 0-16,-2 2-6 0,2 5 9 0,-1 2-10 16,4 3-1-16,-4-1 0 0,3 6-4 0,-3 2 3 15,1-1 1-15,-4 6 4 0,-1-1-3 0,-1 2-2 16,-2 3 4-16,-2-1-1 0,-4-2-5 0,0 0-12 0,-4 2-15 16,-2-2-8-16,1 1-1 0,-3-3 4 15,-2-2 5-15,-2 0-13 0,2-5 10 0,0-2 6 0,-3 0-2 16,3-5-8-16,2-1-3 0,8-3-4 0,-16 0 5 15,16 0 2-15,-8-4 2 0,8 4 3 0,1-10 17 16,4 4-3-16,3 1 3 0,3-1 6 0,4 1 0 16,0 2 2-16,2-1-1 0,-1-2 6 15,2 5 3-15,0-2-2 0,0 3-2 0,0-2 5 0,-3 1 2 16,-2 0-2-16,0 0-4 0,-2-1 8 0,-1 1-4 16,-1-4 2-16,0 2 2 0,0-2-3 0,-4-1 0 15,1-4-4-15,-1 1 4 0,-3-2 9 0,1-3-16 16,-2 2 6-16,-1-5-2 0,-1-2 1 0,-4-2-1 15,1-2-1-15,-4-1 1 0,-1-1-1 0,-1-3 9 16,-3 3-10-16,0-1 11 0,-5 2-12 0,2 2 0 16,-3 2 0-16,-3 4 4 0,0-1 4 0,2 9 2 15,-2-2 8-15,-3 5-11 0,3 4 10 0,-4 4 5 16,-3 5 12-16,-1 5-1 0,-3 8 16 0,4 5-1 16,-2 5-7-16,-1 12-1 0,4 1 2 0,9-4 13 15,2 1 34-15,5 5-11 0,4-2-18 0,5-2 11 16,6-5-29-16,5 6 49 0,7-5-38 0,4-2 28 15,7-3-41-15,3-4 22 0,5-5-21 0,2-2 12 16,2-4-32-16,1-5 22 0,-7-4-35 0,1-4 29 0,-2-5-29 16,-2-3 27-16,4-7-32 0,-1 1 26 0,3-7-29 15,-3-3 29-15,-4-4-5 0,0-5-2 16,-5 0-3-16,-5-5 1 0,0-1-2 0,-7-4 3 16,-2-1 8-16,-5 3-3 0,-4-1-1 0,-4-5-3 0,-5-2-31 15,-1 3 30-15,-7 3-24 0,-2 3 24 0,-4 3-29 16,-2 4 28-16,-2 5-3 0,1 2-5 0,-2 8-29 15,0 0 32-15,-1 7-31 0,2 2 33 0,-1 4-39 16,1 0 10-16,0 2-74 0,3 2-69 0,-2 2-63 16,6 1-132-16,-1 1-136 0,6 3-117 0,1-1-213 15,5 0-395-15,3-2-826 0</inkml:trace>
  <inkml:trace contextRef="#ctx0" brushRef="#br0" timeOffset="81100.3">6479 10997 1227 0,'0'0'871'0,"11"-1"-203"16,-11 1-137-16,0 0-112 0,7-4-106 0,-7 4-157 15,0 0-193-15,0 0-189 0,-5-3-112 0,5 3-211 16,0 0-401-16,-13-6-534 0</inkml:trace>
  <inkml:trace contextRef="#ctx0" brushRef="#br0" timeOffset="88435.74">8528 10829 227 0,'0'0'672'0,"0"0"-182"0,-4-5-114 15,4 5-72-15,0 0-62 0,1 9-70 0,-1-2 23 16,3 4-6-16,0 2 9 0,1 4-2 0,3 1-16 16,0 1-22-16,1 0-14 0,0 0-13 0,-1-1-18 15,2-3-11-15,-2-1-26 0,-1 0-2 0,1-3-13 16,-2 1-6-16,2-4-7 0,-4 1 14 0,1 0 8 16,-2-4 13-16,-2-5-24 0,4 8-10 0,-4-8-13 15,0 0-15-15,-4-8-13 0,3-1-10 0,-3-3 1 16,0-5-8-16,0-2 3 0,-1-5 4 0,2-1 1 0,-4-6 0 15,3-4 11-15,0 1-12 0,0-3-10 0,2-6-2 16,-2 1-7-16,3-4 2 0,1 2 1 16,0-3-10-16,1 0 7 0,4 0 2 0,-1 1 5 0,3 1 0 15,2 2 5-15,2 5 0 0,0 2 5 0,2 8 0 16,4 5 2-16,1 4-3 0,0 9 5 0,1 4-2 16,0 7 4-16,4 8-2 0,9 9 5 15,-1 6-2-15,-2 6 7 0,6 11-10 0,-3 3 11 0,0 3 8 16,-2 5 16-16,1 1-18 0,-3 0-8 0,0 1-6 15,-2-2-10-15,-2 1 9 0,-5-15-2 0,-1 1-3 16,-4-4-9-16,0-7-4 0,-5-3-2 0,-1-5 3 16,-2-3 4-16,-4-3 1 0,0-3-4 0,-2 2 0 15,-3-6-3-15,-2 0-4 0,0-2-3 0,-1-1-4 16,-2-2 4-16,8-2 3 0,-23 0 5 0,10-3-1 16,-2-1 7-16,-2-2-1 0,-4-1 4 0,-1-1-3 15,-5-4 2-15,3 2-2 0,-6-3 5 0,2-1-3 16,-1 3 5-16,-2 1 5 0,2 0 6 0,-2 3 4 15,4 1 0-15,2 2 3 0,2-1-2 0,5 3 0 16,0 0-4-16,4 2-3 0,14 0 1 0,-19 1-1 16,19-1 2-16,0 0 3 0,0 0 2 0,0 0 1 15,19-1-6-15,-1-1 3 0,6-4-3 0,8-4-3 16,10-3-2-16,0-2-1 0,3-2 0 0,9-7 13 16,-1-1-16-16,2-2 17 0,-2-2-14 0,0-1 6 0,1-1 13 15,-5 1-2-15,-2-1-8 0,-5 0 2 16,-7 4-4-16,-5 2-2 0,-2 0-2 0,-2-2 9 15,-7 4 6-15,-2 2 4 0,-2-1-5 0,-6 4 3 0,-1-2-6 16,-2 6 8-16,-3-2-3 0,-2 3 11 0,-1 2 19 16,-3 0-8-16,2 1-1 0,-4 1-4 0,3 1-7 15,-2 3-6-15,4 5-2 0,-8-3-2 16,8 3 6-16,-8 8 23 0,8 2 25 0,-1 2 4 0,2 6 4 16,2 2-6-16,3 4-10 0,2 4 8 0,2 0-18 15,2 1 13-15,2 2-28 0,2 1-5 16,1-1-8-16,-2-4 19 0,-2-2-29 0,1 0 17 0,-2-8-31 15,-1 2 21-15,-3-4-26 0,-2-3 18 0,2 0-22 16,-3 0 26-16,1-4-20 0,-2-1 12 0,-1 0-23 16,-3-7 20-16,0 9-20 0,0-9 21 0,-8 7-23 15,8-7 25-15,-15 0-25 0,15 0 22 0,-22-2-28 16,9-1 23-16,-1-1-28 0,-4 1 0 0,-1 0 5 16,1 0 12-16,-2 0-11 0,-4 0 6 0,2 2 2 15,-1-1-1-15,-3 4 0 0,1 2 5 0,-1 1 1 16,4 2 9-16,2 3-17 0,1 1 14 0,2 2-13 15,3 2 13-15,1 0-14 0,4 0 20 0,3 0-21 16,2 0 9-16,3-3-19 0,2-2 13 0,3 1-18 16,3-4-1-16,2 1-19 0,3-5 7 0,3-2 8 15,2-3 4-15,6-1 6 0,4-6 0 0,2-2 7 0,7-4-2 16,1-3 4-16,1-3 8 0,1-1 3 16,-1-3 2-16,9-5-11 0,-3-2 0 0,-2-2-3 15,1 2 1-15,-7 6 1 0,-4-1 12 0,0 1-12 0,-4 2 16 16,-1 2-13-16,-4 6 2 0,-8 1 2 15,2 3 3-15,-6 2 2 0,0 0-3 0,-1 5 4 0,-5-2 3 16,0 2-4-16,-5 5 3 0,1-6-4 16,-1 6 5-16,0 0 1 0,-10-3-4 0,10 3 1 0,-18 3 1 15,8-1 1-15,-4 3-2 0,-4 1 3 16,-1 0 3-16,-4 3-3 0,-5 1-2 0,2 0 5 0,-3 2-8 16,1-1 3-16,0 1-5 0,2 0 4 0,6-2-2 15,2 0 4-15,1 1-5 0,7-3 4 0,2 3-2 16,2-4-1-16,5 1 11 0,2-1-3 0,5-2-1 15,3 0-3-15,0 0-1 0,5-4-1 0,-1 1-3 16,6-4 4-16,-1-2 0 0,3 0-7 0,0-4 1 16,1 0 4-16,-2-3-9 0,1 1 8 0,-2-2-5 15,1-4 9-15,1-1-7 0,-4-2 6 0,-3 2-5 16,-3-2 3-16,1 0-2 0,-4-3-4 0,0-1 4 16,-4-2 0-16,0 0 1 0,0-3-1 0,-4 0-15 15,-1-7 7-15,-2 1-9 0,0-2 5 0,-2 2 7 16,0 0 1-16,-1 2-4 0,-3-1 9 0,0 4-5 15,1 3 3-15,2 4-5 0,-2 3 6 0,3 3 10 16,1 3-10-16,-1 4-6 0,0 5 2 0,5 4 7 16,0 0-4-16,-11 10 11 0,9 2-4 0,1 6 8 15,2 2 1-15,2 6-2 0,3 4-2 0,3 4-1 16,3 3-1-16,2-1 5 0,1-3 4 0,3 1 7 0,1-3-4 16,3-4 1-16,-1 0-6 0,-1-6 0 0,0-4-6 15,3-2 8-15,-5-3-11 0,1-4 10 16,0-2-9-16,-2-1 5 0,-1-4-12 0,-1-1 21 15,0-3-27-15,-1 0-3 0,-1-3 3 0,-3-1-7 0,0 0-13 16,-2-2-7-16,-2-1-2 0,-2-2 6 0,-1 0 4 16,-3 0 5-16,-2 0 8 0,1 0-1 0,-2 1 6 15,1 1 7-15,-3-1 2 0,1 3 4 0,2 0 0 16,2 8 1-16,-7-9-8 0,7 9 6 0,0 0-5 16,0 0 0-16,-9 5 7 0,9 1-7 0,0 3 4 15,1 1-4-15,2 1 3 0,1 3-3 0,1-1-1 16,1 0 4-16,3 2 0 0,0-1-4 0,-1-1-13 15,3-2-26-15,0 1-88 0,-1-3-104 0,1-2-95 16,-2-2-49-16,-1-1-76 0,-8-4-72 0,15 3-82 16,-15-3-293-16,11-3-464 0</inkml:trace>
  <inkml:trace contextRef="#ctx0" brushRef="#br0" timeOffset="88567.05">10353 10132 366 0,'-8'-8'616'0,"0"-1"-144"0,2 1-109 0,1 2-67 15,0 0-65-15,1 3-47 0,4 3-52 0,-8-10-17 16,6 4-52-16,2 6-79 0,-4-8-116 0,4 8-134 16,-4-11-503-16,4 11-285 0</inkml:trace>
  <inkml:trace contextRef="#ctx0" brushRef="#br0" timeOffset="89033.06">10419 9624 246 0,'1'-8'682'0,"1"1"-160"0,-2 7-126 16,5-5 26-16,-5 5-18 0,10 3-17 16,-4 3-23-16,5 5-6 0,0 2-20 0,3 3-66 0,3 5-19 15,-2 1-52-15,3 3-39 0,0 4-25 0,1 3-29 16,1-1-17-16,0 2-23 0,-2 1-10 0,-1-1-14 16,0 1-6-16,-3-1-13 0,-1-5-22 0,-3-1-15 15,0 0-29-15,-3-5-42 0,-2 0-66 0,-3-4-69 16,1 0-56-16,-3-4 0 0,-1-1-20 0,-2-1 48 15,1-2 0-15,-2-2 44 0,-1-1 4 0,-3-4 54 16,8-3 9-16,-14 0 45 0,4-2 3 0,0-4 45 16,-2-1 10-16,0-2 71 0,1-2-3 0,2 1 61 15,1-1 5-15,1 1 9 0,2-1-12 0,2 1-13 16,3 0-13-16,1-1-11 0,4-2-12 0,4 1-9 16,2 1-5-16,1-4-8 0,6 2 0 0,3-3-1 15,-1 0 15-15,3 1-18 0,0 0 26 0,3-1-9 16,-3 1 3-16,0-1 3 0,0 3 0 0,-2-2-5 15,-4 2 9-15,1 4 13 0,-4-1 24 0,-1 1 11 16,-3 1-2-16,-1 3 4 0,0-1 0 0,0 1 3 16,-3-1-1-16,-6 6-26 0,9-4-6 0,-9 4-23 15,0 0-2-15,0 0-16 0,10 4 6 0,-10-4-16 16,3 11 6-16,-1-4-5 0,1 3-12 0,2 0-4 0,-1 1 11 16,1 1-16-16,0 1 11 0,3-1-16 15,-3-1 14-15,0 0-23 0,2-1-9 0,-4 0-57 16,4-3-59-16,-5 1-70 0,2-2-66 0,0 0-75 15,-4-6-142-15,4 6-165 0,-4-6-298 0,0 0-542 0</inkml:trace>
  <inkml:trace contextRef="#ctx0" brushRef="#br0" timeOffset="89183.68">10898 9715 183 0,'-15'-5'765'0,"2"-2"-177"0,2 1-141 0,-1 2-80 16,3 0-96-16,1 0-51 0,0 0-51 0,8 4-26 15,-12-5-41-15,12 5-8 0,0 0-39 0,0 0-49 16,0 0-129-16,0 0-92 0,3 10-118 0,4-4-530 16,2-1-412-16</inkml:trace>
  <inkml:trace contextRef="#ctx0" brushRef="#br0" timeOffset="89766.05">11367 9865 361 0,'16'-4'696'0,"-5"-3"-158"15,-1 0-93-15,2 0-68 0,-3-1-68 0,-1 0-43 16,-2-1-18-16,0 0-12 0,-2-1-4 0,-1 1-24 16,-3-2-25-16,0 3-17 0,-3-4-10 0,-1 3-16 15,-2 0-19-15,0 1-9 0,-2 2-6 0,0 0-27 0,-3 2-15 16,-1 3-11-16,1 1-12 0,-2 1-10 16,0 2-5-16,-1 2-2 0,1 2-8 0,2-1-1 15,-1 3 8-15,5 1-9 0,-1 1 10 0,2-2-9 16,3 1 11-16,1-1 1 0,2 1-5 0,2-1 3 15,1-1-7-15,3 0 0 0,-1-1-3 0,3-2 2 0,-1 0-5 16,4-1 3-16,-2-3-2 0,-9-1 0 16,21-1-8-16,-12-2 4 0,0-1-10 0,4-3 8 0,-3-2 10 15,-1 0-16-15,3-2-2 0,-3-2-2 0,-2-2 0 16,1 2 2-16,1-3-2 0,-3 2 17 0,1-2-12 16,-1 2 15-16,2 1 1 0,-2-1 6 15,2 4-2-15,1-1-4 0,1 1-3 0,1 4-4 0,2 2-1 16,1 1-1-16,0 3 0 0,4 3 1 0,-2 1 6 15,4 4-15-15,-2 0 12 0,1 5-11 0,-2-1 11 16,-3 2-15-16,1 1 16 0,-1-2-15 0,-2 1 5 16,-5-1-1-16,1 1-5 0,-3-3 3 0,-2 0 3 15,-2-1-1-15,-2 0 4 0,-2-2-6 0,-2 1 3 16,0-4-2-16,-3 1 0 0,-2-3-5 0,0-1-16 16,10-2 3-16,-23-1 4 0,11-3 7 0,1-3-13 15,-3-1-6-15,2-3 7 0,1-3-1 0,2-3 6 16,2-1-1-16,2-2 4 0,4 1-3 0,2-2 5 15,3-3 1-15,1 4-1 0,4-2 3 0,4-2-1 16,1 3 2-16,1 6 12 0,1 1-15 0,1 1 3 16,0 4 0-16,1 3 6 0,0 2 4 0,1 4 6 15,0 1 10-15,-1 2-9 0,-1 4 7 0,-2 1-8 16,0 2-7-16,0 1-9 0,-3 1-20 0,-3-1-31 0,-2 2-52 16,-3 1-50-16,-2-4-64 0,-2 3-50 0,-2-1-65 15,-5 2-82-15,-2-3-138 0,-2 3-568 16,-5-2-738-16</inkml:trace>
  <inkml:trace contextRef="#ctx0" brushRef="#br0" timeOffset="89933.03">11017 9740 139 0,'-19'-7'733'0,"7"0"-184"0,1 0-136 0,7 1-6 0,-1-1-31 0,4 0-27 0,2 0-29 15,3-3-41-15,2-1-55 0,7-3-40 0,1-3-27 16,7-2-31-16,7-3-25 0,1-2-24 0,3 0-17 15,1 2-51-15,-1 0-81 0,-4 3-132 0,-3 5-137 16,-6-2-183-16,-3 5-524 0,-4 0-665 0</inkml:trace>
  <inkml:trace contextRef="#ctx0" brushRef="#br0" timeOffset="90366.66">12153 8754 578 0,'-10'-30'767'0,"1"-1"-166"0,1 2-114 0,2 6-101 15,-1 1-73-15,1 6-63 0,1 0-50 0,3 3-42 16,-1 5-28-16,3 8-17 0,0 0-3 0,0 0-12 15,6 5 5-15,4 7-7 0,5 9-11 0,4 7-14 16,7 4-12-16,2 3-16 0,9 7-4 0,0-1-7 16,0 3-7-16,-1 2 9 0,-2-2-13 0,1 1 7 15,-2-3-21-15,-6-7-9 0,-2-1-34 0,-1-2-55 16,-2-1-67-16,-1-1-67 0,-5-5-69 0,-5-2-79 16,-4-2-81-16,-3-4-546 0,-5 0-600 0</inkml:trace>
  <inkml:trace contextRef="#ctx0" brushRef="#br0" timeOffset="92468.02">12128 9305 15 0,'-45'-8'690'0,"4"-1"-178"0,0 1-106 15,3 0-68-15,10 3-37 0,2 1-39 0,3-1-47 16,7-2-36-16,4 1-28 0,8-2-31 0,2-1-27 16,6-3 2-16,7-3-31 0,8-4 0 0,13-6-22 0,12-4-8 15,7-4-2-15,6-3-11 0,7-2 25 16,1-4-2-16,17-11 9 0,-1 1-8 0,0-1 8 15,0 0-5-15,-2 2-5 0,-16 9-2 0,-4 2 1 0,-2 2-10 16,-6 2-6-16,-5 3 8 0,-10 6-19 0,-4 4-2 16,-4 1-7-16,-6 4 6 0,-8 4-1 0,0 1-1 15,-6 2-2-15,-4 2 2 0,-4 0 5 16,-2 3 1-16,-4 2-2 0,-3 0 10 0,-5 1 1 0,-3 1 3 16,-2 2 8-16,-4 2-9 0,-1 3 13 0,-3 1-16 15,-3 3 24-15,1 0-17 0,1 3-3 0,1 2-3 16,2 2-6-16,2 1-5 0,3 2-4 0,4 2 3 15,2 2-5-15,5-3-2 0,1 2 12 0,4 1 4 16,6-1-1-16,0 1-2 0,8 2 1 0,2 0 3 16,2-1-1-16,5-2-3 0,0-1-4 0,0-4-3 15,2 1-1-15,-2-5 1 0,-2-1-2 0,-1-1-1 16,-3-3-3-16,1 1 0 0,-4-2 0 0,-1-1-4 16,-1 0 6-16,2-2 4 0,-3 0 16 0,-7-4-4 15,9 6-7-15,-9-6-2 0,0 0-4 0,0 0-2 16,0 0-2-16,10-2 0 0,-10 2-3 0,0 0 2 15,0 0 0-15,0-8-1 0,0 8-3 0,2-5 2 16,2-2-1-16,-4 7-3 0,9-7 0 0,-4 2 0 16,4 0 0-16,-1 2-1 0,-8 3 1 0,14-3-2 15,-14 3 4-15,19 0-2 0,-9 3 0 0,2 1 0 16,-1 3 1-16,1 1-1 0,2 1 0 0,0 2 5 16,1 2-6-16,-1 1 1 0,4-2 1 0,-2 1-3 15,0 2 21-15,-1-1-19 0,3-2 15 0,-1 1-14 16,0-1 16-16,-1-3-17 0,-1 2 19 0,1-5-21 0,-2 1 15 15,-1-1-15-15,1 0 17 0,-3-5-22 0,3 2 22 16,-2-2-17-16,1-1 11 0,1-3-15 16,-3 1 15-16,4-3-12 0,-2-1 12 0,1-2-13 0,-2 0 12 15,-2-2-14-15,0-1 1 0,-1-1-1 0,0-2 3 16,0-1-3-16,-4 1 6 0,0-3-4 0,-1 1 3 16,0-3 0-16,-1 3-7 0,-3-2 8 0,1 2 7 15,-2 0-3-15,-2 1 7 0,-1 2 3 0,-1-2-1 16,-1 4 2-16,-3 0-7 0,-2 1 9 0,1 3-3 15,-4 0-2-15,3 4 2 0,-3 2-2 0,0 1 0 16,-2 2-6-16,2 4 4 0,1 0-4 0,1 5-3 16,3 0-2-16,2 2 3 0,1 2 3 0,5-1 5 15,2 2 17-15,5 0-1 0,2 2 4 0,4-1-1 16,1 0-2-16,4-2-4 0,2-3 0 0,2-1-13 16,-1 0 2-16,3-4 2 0,3-1-5 0,-1-2-2 15,2 0-6-15,0-4 3 0,4-2-8 0,-3-1 5 16,5-3-4-16,-1 0 5 0,-1-4-4 0,-2-1 3 15,-1-2-2-15,-5 1 5 0,0-3-9 0,-5 2 7 0,-1-1-4 16,-5-2 0-16,1 1 0 0,-5-1-1 16,-3 2 0-16,0-2 0 0,-5 5-1 0,0-2 20 15,-1 2-18-15,-3 2 0 0,1 0 5 0,0 3-4 16,3 6-3-16,-9-6 2 0,9 6 8 0,-12 2-5 0,12-2-3 16,-6 9 3-16,3 1-1 0,3-2 0 15,0 3-7-15,0 0 14 0,4 0 5 0,1 3 2 16,0-3-6-16,4 2 7 0,-1-2-12 0,0 0 16 15,2-2-14-15,0 1 18 0,0-2-19 0,2-1 15 0,-1-2-19 16,0-1 15-16,0 0-21 0,-1-2 20 0,0 0-18 16,-10-2 14-16,21-2-4 0,-12-1 0 0,0 0-2 15,-3-2-1-15,2 0 4 0,-2-2-9 0,-2 1 0 16,2-3 2-16,-2 1-4 0,-4 0 2 0,3-3 0 16,-5 1 2-16,1 0-4 0,-1 0 3 0,-3-1-4 15,0 0 0-15,-2 2 4 0,-1-2-4 16,-3 3 4-16,1-1-2 0,-3 3-6 0,-5 3 3 0,1 0-1 15,-2 3 1-15,-2 0-1 0,0 3 5 0,-3-1 0 16,1 3 0-16,4-2 4 0,2 1 0 0,-1 0-8 16,7-1 2-16,0-1-2 0,1 1 6 0,1 0-5 15,9-3 1-15,-6 6 1 0,6-6 2 0,0 0-2 16,0 0-1-16,18-3 9 0,-7-2-10 0,3 0 2 16,3-1 0-16,1-3-2 0,2-1 4 0,1-3 1 15,0-2 3-15,2 0-4 0,2-4-16 0,0-3 21 16,3-1-13-16,-6-2 15 0,4-2-19 0,-3 0 4 15,-2-2 3-15,-1-1 12 0,-1 0-14 0,-6 4 10 16,-1-1-12-16,-3 1 14 0,-4 4-7 0,-1-2 6 0,-1 6-7 16,-3 2 0-16,-3-1-3 0,-2 2 0 15,0 3-2-15,-4 3 2 0,-4 0 8 0,-1 6-7 16,0 2 2-16,-1 2-3 0,-2 4 7 0,-1 2-9 16,2 2 9-16,0 3-9 0,2 3 13 0,3 2-11 0,-1-1 12 15,6 2-12-15,1 0 15 0,2-1-20 0,3-1 30 16,4 3-21-16,1 2 10 0,5-2-12 0,1 1 16 15,3 1-5-15,2 2-1 0,3-4-1 16,-2 4 12-16,5-4-16 0,-4 1-3 0,2 0 5 0,-1 1-2 16,0 1-3-16,2-2 5 0,-2 1-15 0,-1-1 14 15,0 1-8-15,-1 0 11 0,0-2-19 0,0 0 21 16,2-2-24-16,-2-2 33 0,-2-2-25 0,3 0 17 16,0-4-16-16,1 0 21 0,-2-3-22 0,2-3 20 15,0-1-15-15,0-2 14 0,0-2 10 0,-2-1-1 16,5-3 0-16,-3-3-6 0,-2 1 1 0,-1-3-8 15,-1-1 2-15,-1-1-5 0,-1-3 3 0,-3-1-3 16,-1 0 8-16,-1-1-2 0,-3-2-2 0,-1 0-19 16,-1 0 19-16,-3 0-23 0,-3-2 25 0,1-2-23 15,-5 3 23-15,1 1-28 0,-2-1 10 0,-3 4 1 16,0 1-1-16,2 4 4 0,-2 2-1 0,-2 2 1 16,2 4-3-16,-1 1 6 0,2 4 25 0,-3 4-33 15,3 1 28-15,1 4-27 0,-1 2 26 0,3 1-27 16,2 3 42-16,4 2-1 0,2-1-2 0,3 3 3 0,1-1 2 15,5 0-5-15,2-2-1 0,-1 1-2 16,5-2-1-16,-1-3-8 0,3-1-1 0,0-3 5 16,0 0-3-16,-2-4-2 0,2 0-1 0,0-4 0 0,0-1-8 15,1-3 0-15,0-1-2 0,-1-1-1 0,0-3 1 16,-1-1 0-16,-1-1-1 0,-2-1-3 0,2-2-5 16,-5 0 5-16,1-2-31 0,-5 2 36 15,1-1-34-15,-3-3 38 0,-1 2-31 0,1-2 29 0,-4 2-30 16,-1 0 32-16,0 1-32 0,-2 1 1 0,-1 2-1 15,1 1 16-15,-1 1 18 0,-2 2-31 0,1 1 32 16,4 6-33-16,-8-3 35 0,8 3-32 0,-10 4 31 16,7 1-36-16,-1 2 36 0,1 2-32 0,3 1 35 15,0 1-2-15,1-1 12 0,5 4-4 0,-1 0-4 16,2-2-2-16,2 1 4 0,0-1-9 0,3-1 4 16,-1-2 9-16,2 0-6 0,2-2-5 0,-2-2-3 15,2-1-1-15,-2-2-3 0,1-2-2 0,-1 0 2 16,2-2-5-16,-4-1-31 0,0-1 34 0,0-1-32 15,0-3 28-15,-2 0-36 0,0-2 32 0,-4 2-31 16,1-3 36-16,-3 0-34 0,-2-1 34 0,-1-1-40 16,0 0 9-16,0-1 7 0,-4-1 6 0,2 0 3 15,-2 2 28-15,0 0-32 0,0 2 32 0,-1 2-33 16,3-1 27-16,-1 4-35 0,-1 0 34 0,4 6-32 0,0 0 8 16,0 0 5-16,-9 5 29 0,9-5-36 0,0 16 37 15,3-6-29-15,-1 3 26 0,5 2-26 16,-1-1 27-16,2-1-3 0,1-1-3 0,-2-2-28 15,5 3 30-15,-2-7-16 0,-1 3 22 0,4-4-31 0,-3-2 29 16,0-1-29-16,2-4 30 0,-1 0-35 0,-2-2 36 16,3-1-37-16,-1-3 33 0,-2 0-31 0,1-3 31 15,1 0-28-15,-4-3 1 0,1 1 4 0,-1-1-2 16,0-2 1-16,-2 1 1 0,0-2 27 0,-2 1-32 16,1-1 32-16,-1 0-33 0,-1 1 30 0,-1 5-24 15,0-1 36-15,-1 0-31 0,1 5 24 0,-1 7-31 16,-1-10 32-16,1 10-26 0,0 0 36 0,-4 10-36 15,-1 0 10-15,4 2 1 0,0 2 5 0,2 4 21 16,-1 0-34-16,3 2 28 0,2 1-36 0,0 1 31 16,2-3-33-16,2 0 33 0,4-3-5 0,0-1-26 15,2-5-76-15,-2-1-117 0,4-3-160 0,-6-3-179 16,1-2-168-16,-12-1-788 0,16-4-1124 0</inkml:trace>
  <inkml:trace contextRef="#ctx0" brushRef="#br0" timeOffset="93438.41">16458 7784 311 0,'27'-35'801'0,"-2"-1"-158"0,-3 1-110 0,-4-3-90 0,0 2-47 0,-3 0-49 15,-1-1-41-15,-4 0-33 0,-1 4-16 0,-5-1-58 16,-3-1-28-16,-1 0-28 0,-4-1-1 0,-6-3-21 15,-1 1-3-15,-5 3-3 0,0 0-13 0,-5 3-15 16,-3 3-6-16,0 7-30 0,-2 3 6 0,-2 7-14 16,1 8-1-16,0 4-5 0,-2 7-9 0,2 8-8 15,-2 8-3-15,8 10-1 0,2 5 3 0,10 7 3 16,9 5-19-16,5 15 31 0,9 3-14 0,9 3 20 16,7 2 2-16,8 12-2 0,8-1 1 0,0 0-2 15,1-6 0-15,-7-15-28 0,0-1 27 0,-1 1-39 16,-2-4-14-16,-2-3 17 0,-3-2-51 0,-3-3-16 0,-3-5-48 15,-7-7-43-15,-1-6-39 0,-7-5-85 0,1-3-48 16,-6-5-44-16,-3-6-41 0,-3-1-80 16,-3-2-31-16,-1-4-31 0,-2-2-305 0,-4-3-410 15</inkml:trace>
  <inkml:trace contextRef="#ctx0" brushRef="#br0" timeOffset="94199.57">16557 8438 555 0,'-44'-18'441'0,"-3"-1"-57"0,2 5-13 0,-3-1-29 15,0 2-24-15,2 1-32 0,1 3-8 16,12 2-6-16,2 0-5 0,8 1-22 0,5 1-34 0,4-1-31 15,8 2-24-15,6 4-21 0,4-15-28 0,8 5-17 16,9-4-20-16,12-3-12 0,12-4-12 0,15-4-8 16,5-2-8-16,4-3 18 0,6-3 17 0,1 1-12 15,-2-1-12-15,3-2-6 0,-4 4-6 0,-3 1-1 16,-5-1-5-16,-4 3-2 0,-6 0-9 0,-4 4 1 16,-11 5-1-16,-3 2 10 0,-11 2-11 0,-6 5 9 15,-1 0-12-15,-6 1 5 0,-4 0-6 0,-1 5 5 16,-8 4-10-16,2-6 10 0,-2 6-9 0,0 0 5 15,-14 3-1-15,5 3 1 0,0 2-1 0,-2 1-2 16,2 3 0-16,0 0 0 0,0 1-1 0,4 3-2 16,0 0 1-16,2-1 1 0,2 1 1 0,1-2 1 15,1 0 14-15,2 1 4 0,1-2 8 0,2-3 6 16,1 2-2-16,1-4 7 0,1-2-5 0,3-1-7 16,-3-1-2-16,2-3-6 0,2-2-5 0,-3-2 2 0,3-1-11 15,2-4 4-15,-4 0-11 0,1-2-2 16,-3-2-4-16,0 0 2 0,-5 1 2 0,4-3 2 15,-6 3-6-15,-1-2-6 0,-1 5 9 0,-2-4-8 16,-3 2 7-16,-3 1-9 0,-3 0 11 0,-3 3-6 0,-2 2 6 16,-3 2-3-16,0 2 2 0,-3 2-3 15,-2 1 4-15,0 2-8 0,3 2 15 0,1 0-12 16,4-1 5-16,1 2-4 0,5-2 11 0,0 2-11 16,5-4 6-16,1 0 0 0,4-4-6 0,0 0 7 0,4 8-3 15,-4-8 1-15,16-1 1 0,-4-1-5 0,3-3 3 16,-1 0 5-16,5-2-9 0,-1-4 1 15,4-2-3-15,-2-1 3 0,1 0-2 0,-1-5 4 16,-1 1-9-16,-2-2 3 0,-2-2-8 0,1-2 0 0,-4 2-3 16,0-3-4-16,-4-3-1 0,-2 5 0 0,0-1 1 15,-6-1 0-15,-1 2 4 0,-4 2 6 0,1-1 3 16,-2 2-1-16,-2 2 0 0,-1 5 4 16,-2 2 0-16,-1 3 5 0,-2 3-4 0,1 4 3 0,2 1 2 15,-6 3-2-15,6 5 4 0,-2 1 4 0,3 2 1 16,2 3 0-16,0 1 1 0,5 1-2 0,3 0 7 15,1-2-10-15,3 3 1 0,3-3-4 0,2 2 5 16,4 0-3-16,2-5 0 0,1 0-3 0,2-3 6 16,1-1-4-16,-1-2-1 0,-1-2 1 0,0 2 5 15,2-3-3-15,-3 1 0 0,-2 0 1 0,-1-1 3 16,-1 0-6-16,1 5 21 0,0 0 14 0,-2 2-6 16,1 4 9-16,-1 1-3 0,1 3 3 0,-3 2-5 15,2 0-5-15,-2 3-3 0,0-3-6 0,3 2 1 16,-2-2 8-16,0 0 12 0,1-2 1 0,1-1-2 15,2-2-11-15,-2-3-4 0,0-3-3 0,4-2-27 16,-2-1-48-16,0-5-59 0,-1 0-99 0,-1 0-123 16,0-3-120-16,-2-3-97 0,-1 0-194 0,-1-4-407 15,-2-2-766-15</inkml:trace>
  <inkml:trace contextRef="#ctx0" brushRef="#br0" timeOffset="94899.77">18368 7261 1011 0,'-5'-3'705'0,"-4"0"-148"0,0-2-145 0,-1 2-74 0,1 0-70 0,-1 1-47 16,-3-1-36-16,3 0-25 0,0 2-21 0,-3-3 17 16,1 1 10-16,2 1 8 0,-1-2-33 0,0 2-14 15,1-1-29-15,3-3 11 0,-1 1-39 0,0-1-18 16,4-6-8-16,4 1-7 0,0-3-12 0,4-3-3 16,4-4-5-16,5-4-6 0,3 0-1 0,7 0-2 15,3 0 2-15,1 4-4 0,-2 6 11 0,2 3-14 16,1 2-1-16,-4 6 5 0,-1 5 12 0,1 5-13 15,4 5-1-15,-3 5 0 0,3 8 5 0,-5 4-1 0,-1 2 18 16,-2 5 3-16,-2 4-4 0,-6 1 5 16,-4 3 1-16,-5 1 23 0,-1-5-2 0,-6 9 6 15,-4-4 2-15,-2 4-21 0,-5-4 13 0,-2-2 0 16,-5-1-5-16,1-2-7 0,-4-5-12 0,2-2-2 0,0-5-1 16,2-7-7-16,1-2 0 0,1-6-1 15,0-2-2-15,6-6-4 0,0-4-3 0,3-3-7 16,1-4-2-16,3-2-27 0,2-5 26 0,3-3-18 15,3-1 21-15,3-2-25 0,3-2 22 0,7 0-25 0,2-2 14 16,7-3-14-16,-1 8 15 0,-1 0 4 0,4 5-9 16,-1 3 19-16,1 3-11 0,-1 4 16 0,1 2-22 15,-1 2 30-15,2 4-22 0,0 1 22 16,1 3-22-16,0 2 23 0,-1-1-25 0,-1 2 27 0,-6-1-43 16,1-1-15-16,-2 0-33 0,-5-3-38 0,-1-2-17 15,-1 2-68-15,-3-4-100 0,-9-2-91 0,18-2-51 16,-9-4-89-16,-2-2-34 0,0-3-454 15,1-3-618-15</inkml:trace>
  <inkml:trace contextRef="#ctx0" brushRef="#br0" timeOffset="95116.72">18890 6934 115 0,'-9'-48'590'0,"0"6"-43"0,-1 2-83 0,3 11-6 0,1 4-85 0,1 4-74 0,2 5-35 0,-1 5 28 15,4 11 30-15,0 0-23 0,0 0-24 0,9 11-26 16,-2 10-26-16,8 13-17 0,-1 9 19 0,5 14-12 15,2 6-11-15,-1 2-27 0,3 0-12 0,-2 2-3 16,0-2-17-16,2 0-58 0,-1-1 0 0,-1 0 15 16,0-3-49-16,-2-2 7 0,1-4-33 0,-4-9-54 15,-2-2-65-15,0-4-63 0,-1-3-86 0,0-9-94 16,-4-2-93-16,-2-5-55 0,0-2-45 0,-3-5-81 16,-2-5-567-16,1-1-788 0</inkml:trace>
  <inkml:trace contextRef="#ctx0" brushRef="#br0" timeOffset="95518.55">19074 7367 634 0,'0'-38'534'0,"1"3"-130"0,5 2-22 0,-1 4-18 15,3 1-7-15,1 5-6 0,5-2-8 0,-2 5-19 16,-1 6-23-16,6-3-38 0,-1 3-43 0,1 1-39 16,1 2-35-16,-1 3-25 0,-1 0-14 0,0 1-32 15,-1 3-15-15,-2 2-11 0,-1 0-11 0,-12 2-5 16,17 2-8-16,-9 1-4 0,-1 3-11 0,-4 1 4 15,-3 2 0-15,-2 4-6 0,-1 2-2 0,-5 3-5 16,-2 1-3-16,-2 3 1 0,-3 2 0 0,2-2 0 16,-1-3 1-16,3-2 0 0,4-4-10 0,-3 0-4 15,2-1 10-15,3-2-3 0,3-4 3 0,2-6-2 16,2 13 31-16,-2-13-25 0,13 3-9 0,0-2 3 16,0-2-1-16,1 1 2 0,0-2 1 0,2 1 3 15,-3 1-2-15,4 0 1 0,-3 1 2 0,2 3-2 16,-2 1 3-16,1 1-3 0,-1 1 4 0,-3 3 1 15,-1 0 2-15,-1 1 3 0,-2 3 2 0,-3-2 10 16,-3 1-7-16,-1 1 5 0,-1-1 4 0,-3 1 7 16,-3 0 3-16,-2 0 0 0,-1-1 4 0,-3-1-5 15,-2 1-2-15,2-5-2 0,-3 2-13 0,0-5-2 16,-3-1 6-16,2-2-3 0,0-1-13 0,1-1 7 0,2-1-6 16,-1-2-13-16,2 0-24 0,3-2-35 15,1-1-43-15,0-1-61 0,5 0-75 0,-1-4-100 16,5 3-37-16,0-4-147 0,1 1-664 0,3-1-807 15</inkml:trace>
  <inkml:trace contextRef="#ctx0" brushRef="#br0" timeOffset="96001.7">20261 6988 933 0,'-20'-21'757'0,"2"1"-161"0,0 2-145 0,4 5-92 16,2 1-72-16,3 1-57 0,0 2-53 0,2 4-28 16,7 5-19-16,-5-6-4 0,5 6-10 0,0 0-15 15,7 9-10-15,2-3-6 0,3 4-14 0,4 2-11 16,0 3-15-16,1-1-7 0,4 1-6 0,1 1-1 16,-3-2 8-16,-1-2-14 0,0-3 4 0,-4 2-2 15,0-3 14-15,-3 0-2 0,-1-4 31 16,-1 0 6-16,-9-4-9 0,15 0-20 0,-7-4-7 15,-3-1-10-15,1-5-9 0,-1-4-4 0,0 0 1 16,-3-1-9-16,1-4 6 0,1-1-5 0,-2-3 0 0,-2-2-7 16,0 1-2-16,-2-1 1 0,-2 0 2 0,3 2-4 15,-2 1-2-15,1 3 0 0,-1 0-2 0,2 3-6 16,-2 3-34-16,3 0-74 0,-1 3-98 0,1 4-41 16,0 6-23-16,1-9-58 0,-1 9-41 0,9 5-40 15,-5 1-37-15,5 1-478 0,0 2-511 0</inkml:trace>
  <inkml:trace contextRef="#ctx0" brushRef="#br0" timeOffset="96783.3">20905 6878 500 0,'13'-9'539'16,"0"1"-101"-16,-2 1-69 0,-2-3-51 0,1 0-23 16,-3-2-41-16,-2 1-15 0,0-3-12 0,-2 3 1 15,-2 0 4-15,-1-1-26 0,-1 2-23 16,-2-1-21-16,-2 3-19 0,-2-1-31 0,0 2-18 15,-5 2-15-15,1 3-2 0,-3 1-19 0,0 2 1 0,-4 3-14 16,-3 2-7-16,1 3-7 0,-2 1-7 0,2 6 0 16,-2 0-6-16,2 3-2 0,3-1-2 0,4 0-2 15,2-1-3-15,2 0 21 0,2 1-1 0,5-1-5 16,2-3 31-16,2 2-32 0,5-1 21 0,2-2-24 16,1 0 18-16,3-2-27 0,1-4-2 15,2 0-2-15,0-3-1 0,1-1 3 0,-1-3-8 0,2 0-1 16,-2-3 0-16,2-1-3 0,-4-3 0 0,2 0-1 15,-3-2 0-15,-1 0 2 0,-2-3-1 0,-1 2-2 16,0-2 13-16,-2-1-8 0,-2 1-4 0,-3-3 1 16,1 3 2-16,-2 1-2 0,-1 0 2 15,0 1-3-15,0 0 3 0,0 3-2 0,-1-1-3 0,1 8 5 16,-1-7 2-16,1 7-3 0,0 0 0 0,-3 6 12 16,3 0-9-16,0 4-2 0,3 2 4 0,1 3-3 15,1 0 3-15,2 1-8 0,1 1 8 0,0-2-1 16,1 1 3-16,1-4-4 0,0-1 1 0,-2 0-3 15,2-2 0-15,-2-2 2 0,-1-2 0 16,2-1-8-16,-9-4 2 0,14 2-4 0,-14-2 5 0,13-7 3 16,-4 1 2-16,-3 0-6 0,1-2 2 0,-1-3-2 15,-1-3 15-15,2 2-16 0,-2-3 14 0,-1-1-12 16,-2 0-2-16,3-1 2 0,-1-2-2 0,-1-2 6 16,2 0-1-16,-3 0-1 0,2 4 2 0,1-2 14 15,-2 4-19-15,1 0 16 0,-2 3-18 16,2 1 18-16,2 3-22 0,-2 1 19 0,3 3-12 0,-7 4 25 15,13-1-18-15,-5 5 1 0,0 0 1 0,0 3-2 16,1 3 4-16,2 1-4 0,-3 1 9 0,2 0-7 16,0 1 1-16,-1 0-8 0,0-1 4 15,0-1-2-15,-3-2 0 0,1 2 0 0,-1-4 3 16,-2-1-1-16,1 1 4 0,0-2-2 0,-5-5-4 0,9 4-5 16,-9-4 2-16,9-2 7 0,-9 2-7 0,9-7 10 15,-4 0-11-15,-1-1-1 0,0 1 2 16,-1-3 2-16,-1 1-3 0,3-3-2 0,-2 2-1 0,1-2 23 15,-1 2-17-15,0 1 16 0,-1 1-21 0,2-1 20 16,-2 4-25-16,-2 5 27 0,6-7-19 16,-6 7 33-16,0 0-33 0,15 5 3 0,-11 0 2 0,3 2 1 15,-1 2-2-15,0 2 11 0,3 3-11 0,-1 1 0 16,-2-3-1-16,2 1-1 0,2-1-16 0,-3-1-26 16,-1-1-26-16,1-2-28 0,-2 0-76 0,-5-8-97 15,10 4-51-15,-10-4-52 0,0 0-18 16,10-4-19-16,-7-1-12 0,-2-2-18 0,0-2-324 0,-1-3-280 15</inkml:trace>
  <inkml:trace contextRef="#ctx0" brushRef="#br0" timeOffset="96916.04">21355 6448 316 0,'-8'-4'361'0,"8"4"-87"0,-14-2-46 0,14 2-46 0,0 0-41 0,-11 2-26 0,11-2-21 16,-3 5-20-16,3-5-17 0,2 7-10 15,-2-7-48-15,10 8-77 0,-3-4-122 0,1 1-304 16,1 0-1-16</inkml:trace>
  <inkml:trace contextRef="#ctx0" brushRef="#br0" timeOffset="98449.88">21948 6640 489 0,'19'-6'700'0,"0"0"-194"16,-6-1-93-16,4 0-71 0,-6 0-31 0,2-1-22 15,-4-1-16-15,-1-1-17 0,-3 1-16 0,-3-1-9 16,2 1-26-16,-5-1-22 0,-3-1-34 0,0 2-14 16,-2 0-36-16,-3 2-5 0,-4-2-31 0,2 3 4 15,-6 3-21-15,0 0 11 0,-4 3-29 0,0 3 3 16,-6 0-18-16,-1 6 14 0,-1 0-25 0,-1 4 18 16,4 1-16-16,0 3 23 0,3 1-16 0,4 0 4 15,1 2 8-15,5-4 7 0,4 1 1 0,4 0 2 16,4-3-4-16,2 2-1 0,4-2-6 0,3-1-4 15,1-1-3-15,2-4-2 0,5 0-8 0,-1-2-6 16,4-2 3-16,0-1-1 0,1-3-6 0,1-3 2 16,2-1-4-16,-1-2-4 0,0-2 8 0,-1 0-2 15,-1-4 4-15,-1-1-1 0,-1-2-4 0,-4 0 4 16,0-1 1-16,-1-2 2 0,-4 0-1 0,-1-1 32 16,-4-1-36-16,1 2 3 0,-3 1 7 0,0 1 1 15,-2 2 3-15,-1 1 3 0,0 1-1 0,-1 4-2 16,2 0-1-16,0 8 43 0,-6-5-59 0,6 5 47 15,-4 5-49-15,0 3 43 0,3 0-47 0,1 4 4 16,1 1 0-16,4 2 5 0,-1 1-2 0,4 0 1 16,1 0 3-16,4 0 1 0,-2-2 4 0,3-2-5 15,3 0 5-15,1-4-3 0,-3 0 1 0,3-4 1 16,0-2-1-16,2-4-11 0,-1-1-11 0,1-1-10 16,1-4 19-16,-3-3-34 0,0-1 5 0,2-5-38 15,-3-2 11-15,-2-1 9 0,-2-4 6 0,-1-1-11 16,-5-1 3-16,0 1 6 0,-5-1 5 0,1-2 4 15,-3 0 10-15,-1-6 3 0,-3-1 18 0,-1 1-5 16,0 1 8-16,-4 0 8 0,1 2 12 0,-2 1 6 16,0 2 16-16,1 6 12 0,1 3 9 0,-2 1-18 15,1 5 15-15,1 4-19 0,-1 2 12 0,0 3-13 16,9 4 19-16,-14 6-17 0,8 3-3 0,-1 7-6 16,1 3 2-16,2 6 14 0,4 2-27 0,0 6 20 15,2 1-30-15,3-2 28 0,2 2-30 0,2-3 47 16,0-1-33-16,3-1 43 0,-1-4-46 0,-2-5 44 15,1-1-47-15,-1-2 2 0,-2-3 2 0,-1-3 21 16,2-2 23-16,-1-2-59 0,-3-3-1 0,-4-4 48 16,12 3-56-16,-12-3 49 0,11-4-54 0,-6-2 47 15,-1-1-48-15,1-1 42 0,-1-2-44 0,4-2 43 16,-3 0-48-16,1 0 49 0,2-2-47 0,0 2 51 16,2-1-55-16,-1 1 16 0,2 3-3 0,3-1 1 15,-1 3 2-15,1 1 3 0,2 2-3 0,-1 3 52 16,-2 2-48-16,3 3 43 0,-2 3-48 0,0 2 45 15,-3 3-46-15,0 1 46 0,-1 0-50 0,-5 2 49 16,0 2-50-16,-2-1 49 0,0 1-52 0,-3 0 6 16,-3-2 8-16,0 3-2 0,-2-2 5 0,0-1 6 15,-5 1-3-15,-1 0-3 0,-2-3-6 0,-1-1-28 16,1-3-28-16,-1 0-37 0,0-3-30 0,1-4-54 16,0 0-55-16,3-2-35 0,-3-4-39 0,4-2 14 15,0-3 1-15,-1-1 39 0,4-5 36 0,1 0 38 16,1-5 34-16,1-3 33 0,3-3 25 0,0 0 20 15,0-8 24-15,4 1 17 0,1-3 18 0,0-6 28 16,3 0-2-16,1-1 42 0,0 3 8 0,1-2 39 16,0 2 44-16,-1 3 13 0,0 6-12 0,1 2 15 15,-1 3 17-15,-2 6-6 0,-1 1-32 0,-1 5-13 16,3 3 29-16,-3 4 16 0,0 3 15 0,-5 4-12 16,10 2 7-16,-1 7-26 0,-4 5-10 0,3 5-16 15,1 8-24-15,1 3-19 0,-1 7-9 0,2 2-3 0,0 3 43 16,-1-1-51-16,2 1 46 0,0 0-60 0,3-3 45 15,0-2-40-15,0 0 41 0,2-6-57 0,-2 1 8 16,2-8 3-16,-2-2-5 0,3-3 2 16,-4-4-5-16,5-2-3 0,-3-3-2 0,4-1-2 0,-2-5-7 15,0-2-6-15,2-4 32 0,-1-1-45 0,3-3 32 16,0-2-42-16,-2-3 43 0,2-5-52 0,-3-1 37 16,2-2-43-16,-5-4 40 0,-1-1-38 0,0-2 32 15,-3-2-37-15,-3-1 5 0,-1 1 4 0,0-1 2 16,-4 5 4-16,-1-1-3 0,-3 6 0 0,-1 0-2 15,-4 2 1-15,1 3-2 0,-4 1 1 0,-1 2 0 16,-2 4 3-16,0 2 3 0,-2 5-22 0,-4 3 27 16,4 4 2-16,-6 5-4 0,3 2 4 0,0 5 33 15,2 3-44-15,5-1 41 0,3 1-44 0,3 1 43 16,3-4-45-16,3 4 43 0,3-1-37 0,2-3 33 16,5-2-41-16,0 1 43 0,4-5-42 0,0 0 39 15,5-3-42-15,-1-3 44 0,4-1-48 0,-2-5 40 16,-2 0-39-16,5-3 41 0,-2-1-40 0,-1-3 42 15,0-1-42-15,0-1 43 0,0-4-41 0,-2 0 35 16,0-4-34-16,0 0 36 0,-6 1-39 0,-1-2 40 16,-2-1-40-16,-2-2 6 0,0 0 5 0,-1-2 1 15,-5 0 1-15,1-1 0 0,-2 1 2 0,-2 1-3 16,-1 2 40-16,-1 0-43 0,-2 0 35 0,2 4-38 0,-3 0 38 16,0 2-46-16,0 2 36 0,-3 3-42 15,-1 2 45-15,-1 1-42 0,0 3 43 0,9 2-40 16,-23 1 4-16,13 1 13 0,0 4-4 0,1 1 1 0,2-1-2 15,1 4-13-15,3 0-3 0,0 1 1 0,6 0-1 16,1 0-11-16,1-1-2 0,4 0 53 0,-1 3-44 16,5-5 44-16,0 2-51 0,-1-3 47 15,2 1-48-15,2-2 11 0,-2-1 10 0,2 2-1 0,-3-3 1 16,0 1 4-16,0-2 1 0,-4 1 1 0,1 0 0 16,0 1 7-16,-2-2 1 0,-2 2 43 0,-1 0-51 15,2 4 50-15,-6-3-53 0,0 2 49 0,-1-2-48 16,-2 5 44-16,0-3-47 0,-4 2 48 0,1-1-51 15,-3-1 48-15,2 2-50 0,-6-1 50 0,2-1-50 16,-1 0 51-16,-3-1-55 0,-2-1 18 0,2 0-124 16,-4-1-76-16,-1-1-111 0,-4-2-169 0,-4-1-127 15,2-1-796-15,-5-1-1014 0</inkml:trace>
  <inkml:trace contextRef="#ctx0" brushRef="#br0" timeOffset="100066.74">7195 12906 608 0,'-14'-4'588'0,"3"-1"-135"0,2 2-70 0,1-1-94 0,1 1-58 0,7 3-56 0,-13-4-19 16,13 4-23-16,-9-5 4 0,9 5-18 0,-1-9-1 16,5 4-7-16,1-1-11 0,3-4-4 0,1 1-1 15,1-2-15-15,5-2-21 0,-2 2-4 0,4-2-14 0,-2 5-4 16,-1-3-5-16,-1 5-2 0,1-2-10 16,-4 3 0-16,0 2-9 0,2 0 1 0,-12 3-5 15,14 0 0-15,-14 0-6 0,10 6 4 0,-7 0-3 16,-1 4 1-16,-3 3-3 0,0-2-3 0,-2 4 0 0,-1 0 3 15,2 1 1-15,-1-2-2 0,-1 1-2 0,2-3 2 16,-1-2 0-16,2 2-4 0,0-3 3 16,1-1 2-16,2-2 0 0,2 2 1 0,1-5-1 0,4 1 3 15,1-3 1-15,3-1-5 0,0-1 4 0,1-2-1 16,2 1 0-16,1-1-2 0,1-1 1 0,1 1 0 16,2 3-3-16,-1 0 0 0,1 4 1 0,0 2-2 15,1 2 3-15,2 6 0 0,-3 1 0 0,-2 3 1 16,-4 1 6-16,1 3 1 0,-7-3 5 0,-3 3 7 15,0-3 17-15,-2 4 7 0,-4-3 7 0,-1 2-3 16,-2 0 3-16,-3 0-8 0,-2-1-3 0,-1-2-8 16,-1 0 2-16,-1-2-9 0,-2-3-10 0,-1-1-12 15,0-2-7-15,0-3-19 0,0-2-34 0,-3-3-14 16,4-1-27-16,-1-4-23 0,-3-2-38 0,3-4 9 16,-1-2-32-16,1-4 41 0,3-4-11 0,2-2 38 15,0-5-6-15,1-1 45 0,6 1 16 0,-1-1 10 16,3-1 11-16,3 0 6 0,4-3-14 0,1 0 31 15,1 4-25-15,1 0 29 0,3 2-9 0,-3 3 26 16,3 4-21-16,-2-2 33 0,0 4-28 0,1 0 39 16,0 1-3-16,-2 2 36 0,0 1 2 0,-1-1 31 15,-1 3-2-15,-3-2 11 0,2 3 0 0,-1-2-2 16,-2 1 2-16,-1-1-11 0,0 0-3 0,0 1-6 16,-3-4-2-16,1 4-10 0,-2-3 10 0,-2 2-4 0,2-1-8 15,-3 2 11-15,0-3-15 0,-3 0-7 0,0 1-4 16,-2 0-3-16,0 3-7 0,-1 1-7 15,-4 1 11-15,1 3-7 0,-2 3-1 0,-3 3-10 0,-5 2-2 16,-4 7-13-16,-5 5 6 0,-1 4-10 0,-2 5-4 16,-4 11-3-16,3 6-3 0,0 5 19 15,4 7-13-15,4 5 13 0,5 6 18 0,6 2 3 0,7 0 32 16,6 2-3-16,11-4-9 0,4-1-2 0,10-2-1 16,7-9 0-16,5-1-17 0,7-8-3 0,3-7-9 15,6-7-1-15,2-9-7 0,-5-6 7 16,2-7-15-16,2-4 1 0,0-6-3 0,0-5 6 0,-3-6-9 15,2-4 2-15,2-9-1 0,-1-6 4 0,-4-4-11 16,-3-6 6-16,-5-2 17 0,-3-4-26 0,-3 1 6 16,-7-3 0-16,-6 7-8 0,-4 1 8 0,-6-3-7 15,-2 2 14-15,-7 4-8 0,-6-6 13 0,-3-1-5 16,-4 1 0-16,-10-8-7 0,-5 4-12 0,-4 2-5 16,-5 2-1-16,-4 5-1 0,-2 5 6 0,3 10-2 15,-3 7-2-15,0 6 1 0,5 9 5 0,-8 8-2 16,0 8 1-16,-5 11-7 0,1 7 4 0,3 6-7 15,2 10-4-15,2 2-6 0,3 5-21 0,7 1-26 16,3 0-44-16,7-1-52 0,9-8-88 0,4-5-95 16,6-6-96-16,8-2-142 0,0-4-566 0,5-5-769 15</inkml:trace>
  <inkml:trace contextRef="#ctx0" brushRef="#br0" timeOffset="105499.38">12849 8525 132 0,'0'0'222'0,"0"0"-40"0,-16-1-21 0,16 1-29 15,-11 0-21-15,11 0-22 0,-12-2 10 0,12 2-9 16,0 0-7-16,-15 0-12 0,15 0-6 0,0 0-9 16,-12-3-2-16,12 3 6 0,0 0 6 0,-10-1 4 15,10 1-2-15,0 0 5 0,0 0-10 0,0 0 5 16,-11-1-11-16,11 1 12 0,0 0-14 0,0 0 12 16,0 0-11-16,0 0 14 0,0 0-27 0,-12-1 7 15,12 1-21-15,0 0 9 0,0 0-23 0,-11 1 11 16,11-1-25-16,-12 1 32 0,12-1-23 0,-9 2 20 15,9-2-13-15,-11 2 30 0,11-2-28 0,0 0 28 16,-13 3-30-16,13-3 22 0,0 0-32 0,-9 1 27 0,9-1 6 16,0 0 48-16,-5 9-29 0,5-9 28 0,-2 7-19 15,2-7 4-15,2 11 19 0,0-6-2 16,1 3-15-16,0 0-8 0,-1-1-18 0,2 3-8 16,0-1 16-16,0 1 34 0,1 2-10 0,0 0-17 0,-3 3-8 15,2 0-15-15,-1-1 1 0,-2 3-7 0,3 0 34 16,-3 0-6-16,1 1-2 0,0 0 12 15,1-1-8-15,0 1 5 0,0-1 4 0,-1-1-10 16,2 1-8-16,0 1-15 0,3-4-4 0,-1 1 1 0,0 0 1 16,3-1 7-16,-2 0-17 0,-1-1 7 0,4 0-18 15,-3-3 10-15,-1 2-16 0,3-1 10 0,-1-3-14 16,-2 1 18-16,-1-1-14 0,-1-2 18 0,1 2-14 16,-1-5 16-16,2 3-12 0,-6-6 14 0,5 9-4 15,-5-9 17-15,7 7-6 0,-7-7 5 0,4 5 8 16,-4-5-18-16,4 7 20 0,-4-7-19 0,0 0 4 15,5 4-19-15,-5-4 7 0,0 0-13 0,5 6 10 16,-5-6-19-16,0 0 6 0,0 0-11 0,2 7 8 16,-2-7-9-16,0 0 9 0,0 0-9 0,0 0 5 15,0 0-7-15,0 0 6 0,4 4-4 0,-4-4 3 0,0 0-9 16,0 0 15-16,0 0-12 0,0 0 4 16,0 0-8-16,0 0 10 0,0 0-7 0,0 0 4 15,5 4-9-15,-5-4 17 0,0 0-14 0,0 0 8 16,0 0-4-16,0 0 5 0,0 0-14 0,0 0 8 0,0 0 12 15,0 0-18-15,0 0 5 0,0 0 13 0,9 1-12 16,-9-1 11-16,0 0-11 0,0 0 12 16,10 2-18-16,-10-2 12 0,0 0-8 0,0 0 7 15,0 0-6-15,11 1 8 0,-11-1-16 0,0 0 10 0,0 0 9 16,0 0-10-16,0 0 8 0,0 0-6 0,0 0 5 16,0 0-9-16,0 0 11 0,0 0-6 15,0 0 4-15,11 0-8 0,-11 0 9 0,0 0-10 0,0 0 9 16,3-7-8-16,-3 7 7 0,1-6-5 0,-1 6 3 15,4-13-3-15,-4 13 2 0,1-12-4 0,0 5 8 16,-1-1-7-16,0 0 6 0,0-1-4 0,-1-3-1 16,0 1-1-16,1 0-2 0,-3-2 10 0,2 1-5 15,1 0-3-15,0-2 0 0,0 2-3 0,-1-1 7 16,1-1-5-16,0 1 2 0,0 1 5 0,0-1-3 16,0-2-1-16,1 3 2 0,-1 0-2 0,1 0-1 15,2 1 1-15,-1 1 6 0,-2 3-4 0,2-2-3 16,-2 1-2-16,1 3 3 0,-1 5 3 0,1-12-3 15,-1 12 5-15,0-10-11 0,0 10 1 0,3-8 4 16,-3 8 5-16,0 0-7 0,0 0 2 0,0 0-1 16,0 0 5-16,9 6-4 0,-7 0 1 0,-2-6-2 15,8 9 1-15,-2-3 1 0,-1 2 0 0,2-2 0 16,1 0 6-16,2 0-11 0,-1-1-56 0,4-1-103 0,2 0-152 16,0 1-174-16,0-3-231 0,0-2-525 15,-2-1-856-15</inkml:trace>
  <inkml:trace contextRef="#ctx0" brushRef="#br0" timeOffset="109382.8">10512 12123 446 0,'-2'-14'532'0,"-2"1"-95"0,0 2-84 0,-1 0-53 0,1 2-40 0,2 0-51 0,-2 2-38 15,0 1-28-15,4 6 3 0,-4-6 23 0,4 6 30 16,0 0-3-16,-4 10 6 0,4 2 2 0,2 0-21 16,0 4 0-16,1 3-51 0,-1 3 3 0,5 3-20 15,-1 3-5-15,2 1-17 0,-2 1-3 0,4-2-22 16,-2 0 10-16,0-2-23 0,-2-4-5 0,2-1-10 0,-3-5 6 15,-1-1-14-15,-1-2 8 0,0-2 0 0,2 0 9 16,-2-2 16-16,-2 0 6 0,-1-9 5 16,5 7-32-16,-5-7-3 0,0 0-26 0,0-9-24 15,0-1-11-15,-2-2 14 0,0-6-2 0,1-2 4 0,0-5-7 16,-2 0 19-16,1-9-6 0,-2 1-1 0,1-2-4 16,-3-7-1-16,1 1-6 0,-3-2-4 0,2 0 2 15,-1 10 5-15,2 1-4 0,1 7 4 0,2 0 0 16,-3 8-10-16,5 1 2 0,1 3-6 0,5 2 6 15,2 6 4-15,2-1 8 0,5 6 2 0,5 1 4 16,4 4-3-16,4 3 4 0,1 5-4 0,6 1 1 16,0 3 5-16,-3 1-1 0,-1-1-3 0,0 3-1 15,0 0 3-15,-7-3-5 0,-1 0-10 0,0 1-26 16,-5-1-29-16,-3-2-56 0,-2 0-66 0,-3-1-81 16,-2 0-58-16,-3-1-79 0,-5 0-102 0,0 1-57 15,-4-1-417-15,-5-1-574 0</inkml:trace>
  <inkml:trace contextRef="#ctx0" brushRef="#br0" timeOffset="109932.86">10551 12312 233 0,'-8'6'648'15,"8"-6"-146"-15,0 0-101 0,-6 4-35 0,6-4-22 16,0 0-10-16,-8 2-3 0,8-2 6 0,0 0-31 15,0 0-15-15,-9 3-40 0,9-3-23 0,0 0-31 16,0 0-17-16,0 0-14 0,-9 3-3 0,9-3-27 16,0 0 5-16,3-6-30 0,3 3-10 0,0-4-22 15,6-4-9-15,3-3-15 0,1 1-3 0,4-6-9 16,3 1-6-16,-2-3 15 0,1 3-34 0,0-4 20 16,-1 5-37-16,-1-3 28 0,0 4-26 0,-4 0 22 15,-1 3-33-15,-3 2 26 0,-2 2-47 0,0-1-7 16,-2 6-51-16,-3-2-30 0,-5 6-41 0,5-4-70 15,-5 4-48-15,0 0-48 0,-5 6-30 0,0-2-40 16,-3 3-83-16,2 2-78 0,-2-2-458 0,-1 3-617 16</inkml:trace>
  <inkml:trace contextRef="#ctx0" brushRef="#br0" timeOffset="110299.46">11024 11878 517 0,'0'0'714'0,"-6"-6"-138"0,6 6-109 15,0 0-100-15,-11 2-47 0,11-2-25 0,-8 9-15 0,6-3-24 16,-1 2-16-16,3 3-4 0,-1 2-37 0,2 0-27 16,2 4-30-16,3 0-16 0,2 2-11 0,2 0-9 15,2-1-14-15,3 2-11 0,0 0-11 0,2-5-11 16,-2-3 1-16,2 0-2 0,-2-1 6 0,2-5-6 15,-2-1-7-15,-1-3-11 0,2-2-6 0,0-5-5 16,-2 2-10-16,0-4 29 0,2-5-41 0,-3-1 20 16,-1-2-29-16,0-1 21 0,-2-1-26 0,-4-3 17 15,-1-1-14-15,-1-1 17 0,-3 2-18 0,-1-2 18 16,-1 0-24-16,-4-4 23 0,-3-1-19 0,-2 1 16 16,-3 1-20-16,-1-1 19 0,-1 3-20 0,-2 1 15 15,-2 3-14-15,0 1-20 0,4 3-18 0,-3 2-22 0,1 3-36 16,3 1-76-16,1 3-68 0,4 2-101 15,-1 1-63-15,10 3-93 0,-13-1-74 0,13 1-476 16,0 0-676-16</inkml:trace>
  <inkml:trace contextRef="#ctx0" brushRef="#br0" timeOffset="110866.61">11343 11612 466 0,'11'3'724'16,"-3"1"-168"-16,-1-1-92 0,-1 3-70 15,4 1-36-15,-1 2-36 0,-1 1-41 0,2 2-30 16,-2 1-10-16,2 3-22 0,-1 0-3 0,2 1-17 0,0-1-24 16,-1 2-37-16,0-1-20 0,0 0-19 0,1 1-15 15,-1-3-8-15,-4 0-12 0,3-1-5 0,-4-2-12 16,3-1-6-16,-2-1-9 0,-2-2 11 16,0 1 9-16,0-3 35 0,-3 1-18 0,-1-7 15 0,3 7-31 15,-3-7 25-15,0 0-44 0,0 0 20 0,-12-6-36 16,6-1 22-16,-1-5-36 0,0-4 29 0,-1-5-32 15,0-5 22-15,2-2-30 0,-2-6 26 0,3 0-35 16,1-2 0-16,2 1 2 0,0 1 2 0,2 0-3 16,3 1 1-16,0 7 30 0,2 0-29 0,1 3 27 15,-1 4-29-15,2-1 31 0,-1 6-32 0,3 3 23 16,0-1-25-16,0 5 28 0,-1 2-27 0,2 3 1 16,-10 2 0-16,15 1 10 0,-6 5-5 0,0-1 5 15,-4 4-6-15,3 2 1 0,-3 3 0 0,-3 1 21 16,1 1-27-16,-3 3 9 0,-4 3-20 0,-1 0 14 0,1-1-20 15,-5-2 26-15,2 0-16 0,0-4 22 16,-1-3-13-16,2 1 15 0,0-5-10 0,-2 0 12 16,4-4-13-16,4-4 15 0,-6 5-16 0,6-5 29 15,0 0-31-15,2-6 18 0,4 1-17 0,0-1 20 0,3-1-17 16,1 3 17-16,2-4-14 0,2 4 18 0,0-1-18 16,0 3-6-16,-1 2 6 0,2 0 0 0,-2 2-1 15,3 3 24-15,-3 1-24 0,2 0 20 16,-2 2-20-16,0 1 14 0,0 1-15 0,-3 2 19 0,-2 0-14 15,-1 0 14-15,-3 2-16 0,0-1 16 0,-3 0-18 16,-3-1 21-16,-1 4-20 0,-2 0 25 0,-5 1-19 16,1-2 16-16,-3 2-18 0,0-1 16 0,-4-1-22 15,1-2 24-15,-2 1-24 0,-1-1-17 0,2-2-55 16,-3-1-37-16,-2-2-29 0,2-1-96 0,-3-2-86 16,2 1-68-16,1-3-88 0,-2 1-118 0,-2-3-507 15,-1-1-726-15</inkml:trace>
  <inkml:trace contextRef="#ctx0" brushRef="#br0" timeOffset="111168.59">10379 11912 209 0,'-20'9'780'0,"1"-2"-160"0,2-2-125 15,3 1-103-15,0-4-79 0,5 3-40 0,0-3 4 16,9-2-6-16,0 0-17 0,-10-4-14 0,13-1-18 15,8-5-30-15,6-7-20 0,12-9-8 0,11-9-18 16,3-2-10-16,8-5 17 0,3-2-30 0,2-2-5 0,2-1-4 16,-1 1-14-16,3-3-6 0,-1 3 3 0,-3 2-40 15,-6 3 15-15,0 5-40 0,-8 6 26 0,-10 5-42 16,-4 4 23-16,-5 6-10 0,-4 2-36 16,-5 1 33-16,-2 3-35 0,-1 3 16 0,-4 1-37 0,-7 5 10 15,0 0-49-15,0 0-23 0,0 0-31 0,2 7-39 16,-5-1-21-16,-4 1-63 0,1 1-41 0,-3 2-59 15,1 1-27-15,-1-2-58 0,-1 3-36 0,2 0-81 16,1-1-362-16,-1 0-477 0</inkml:trace>
  <inkml:trace contextRef="#ctx0" brushRef="#br0" timeOffset="111465.93">12245 11708 1530 0,'0'0'934'0,"0"0"-209"15,0 0-171-15,0 0-108 0,12 7-110 0,-4 0-55 16,2 1-72-16,0 1-26 0,0 1-53 0,-1 0-13 0,3 5-34 15,-1 2-4-15,1 0-30 0,0 6 2 16,-1-3-20-16,-1 7 13 0,-2-2-26 0,-3 5-7 16,-4-4-29-16,-2 1-17 0,-4 5-59 0,-3-3-76 15,-5 6-116-15,-4-1-106 0,-3-3-118 0,-4 0-186 0,-3-2-435 16,-5-5-747-16</inkml:trace>
  <inkml:trace contextRef="#ctx0" brushRef="#br0" timeOffset="112199.28">12960 11247 585 0,'-7'-13'665'0,"0"0"-166"0,2 4-76 0,-1 0-96 0,3 2-80 15,-1 0-43-15,4 7-42 0,-8-5-28 0,8 5 12 16,-6 10 42-16,5-1-10 0,-1 3 17 15,2-1-27-15,0 3-22 0,0 3-11 0,3-1 3 0,-1 4-17 16,3 1-30-16,-1 0-30 0,1 0 4 0,0-5-26 16,-1 1 5-16,0-2-20 0,0 0 11 0,0-6-16 15,-2 3 39-15,1-3 0 0,-2 0 32 0,2-2 13 16,-3-7-11-16,1 7-23 0,-1-7-17 0,0 0-14 16,-6-8-10-16,2-1 2 0,-1-4-17 0,-2-4-6 15,2-4-1-15,-4-5-2 0,-1-5-4 0,1-4 8 16,-3-5-11-16,1 0 0 0,-2-2-1 0,-2-4-2 15,2 2-2-15,-3-3-6 0,0 3 5 0,0 0-1 16,0 3 14-16,1 1-13 0,2 6 6 0,3 6 3 16,1 7 8-16,3 2-7 0,-1 3-3 0,2 1 0 0,1 7 1 15,4-2 1-15,0 10 8 0,4-7 16 16,-4 7 2-16,19 5-3 0,-1 5 1 0,5 5 5 16,6 5 14-16,2 5-21 0,1 3 14 0,8 7-23 15,-2 0 6-15,-2 1-15 0,2 1 12 0,-2-1-17 0,-4-4 18 16,-3-3-29-16,1 0-7 0,-3-4-40 0,-3 2-31 15,-4-8-42-15,-1-1-77 0,-4-4-57 16,-1 1-57-16,-4-5 9 0,-1 1-41 0,-4-3-20 16,-1 0-18-16,-4 0-20 0,-4-1 0 0,0-2-397 0,-5 2-343 15</inkml:trace>
  <inkml:trace contextRef="#ctx0" brushRef="#br0" timeOffset="112682.32">13045 11322 697 0,'-28'0'369'0,"0"0"-66"0,0 0-44 15,1 2-3-15,-1-2-30 0,5 0-24 0,4 0-2 16,0-2-11-16,3 2-8 0,4-4-48 0,4-2-9 15,3 0-29-15,2-5-15 0,6 0-13 0,3-3-14 16,5-5-6-16,5-1-1 0,8-10 14 0,2 1 23 16,5-1 6-16,8-8 2 0,2-1 21 0,0 2 9 15,0 4 0-15,-7 8-25 0,0 1-5 0,-4 2-29 16,1 1 9-16,-7 7-13 0,-2 0 13 0,0 3-21 16,-3 0 11-16,-2 2-10 0,-1 2 5 0,-2-1-15 15,0 4 11-15,-4 0-21 0,2 0 14 0,-2 1-13 16,0 1 13-16,-10 2-4 0,19 0-19 0,-8 3 14 15,-2 2-4-15,2 1-3 0,-1 5 0 0,2 3-3 16,2 0-14-16,-4 4 11 0,2 2-15 0,-1 3 8 16,1 2-14-16,-1-1 11 0,-2-4-12 0,-1 2 7 15,-3-3-8-15,4 1 6 0,-3-5-6 0,-2-1 6 0,0-1-8 16,0-2 9-16,-2-1 1 0,1-1 28 0,1-1 3 16,-4-8-5-16,0 7 0 0,0-7-13 0,0 0-6 15,-13-6-3-15,8-3-5 0,-3 0-1 16,-2-4 0-16,1-4-4 0,-1-4 3 0,-3-3-4 15,0-2 5-15,-3-6-10 0,2-3 2 0,-2 2 0 0,2-3 3 16,3 4 5-16,-1 3-6 0,3 1 4 0,3 4-4 16,2 4-2-16,1-1-1 0,5 2 1 15,0 4 0-15,5 0 4 0,0 4 7 0,4 0 3 16,1 4-5-16,2 0 8 0,4 4 2 0,-2 3-5 0,3 1 11 16,1 4-3-16,2 0-4 0,1 4-4 0,3 3 0 15,-2 2-3-15,1 0-8 0,-4 1-1 0,-1 2-24 16,-1 1-28-16,-5-2-47 0,1 0-36 0,-4 2-86 15,-1-3-88-15,-2-1-61 0,0 0-73 0,-5 0-85 16,1-4-117-16,-2 1-296 0,-2-6-516 0</inkml:trace>
  <inkml:trace contextRef="#ctx0" brushRef="#br0" timeOffset="113232.31">13875 10597 115 0,'10'-4'709'0,"-1"0"-164"0,1 5-92 15,3 5-35-15,-1 1-67 0,3 5-45 0,-2 2-15 16,2 3-30-16,-1 2-28 0,1 3-56 0,1-1-12 16,-2 1-19-16,0-1 11 0,-1 2-49 0,-2-4-12 0,-2 0-26 15,0 0-12-15,1-3 0 0,-3-1-21 16,-2-2-10-16,-1-1-4 0,-2 0-3 0,1-5 2 16,-2 1-9-16,-1-8-1 0,-1 7-6 0,1-7 1 15,0 0-4-15,-11-3 18 0,6-1-19 0,-1-5 16 0,-3-3-18 16,0-3 13-16,-1-4-9 0,-2 2 22 0,2-7 4 15,0-4 6-15,-2 0-27 0,5-3 20 0,0-1-21 16,2 0 0-16,1-3-5 0,4 2 4 16,4-1-3-16,1 4-2 0,4 1 0 0,3-1 1 0,-1 4 0 15,5 4-2-15,0 0 3 0,1 6 1 0,-3 2-2 16,-1 6-1-16,1 2 1 0,-3 1 2 0,2 5 2 16,-3 2 0-16,-2 1-3 0,-2 5 0 0,1-2 12 15,-4 6-16-15,0-1 12 0,-3 3-12 0,-4 3 10 16,2 2-15-16,-6 0 13 0,2-2 0 0,-1-1-1 15,2-1-5-15,0-3 5 0,1 0-3 0,-1-3-2 16,1 1-2-16,2-2 5 0,-1-1-1 0,3-7 2 16,0 9-4-16,0-9-1 0,8 7 0 0,-8-7-3 15,15 4 3-15,-6-2 2 0,4 1-3 0,-2-3 0 16,2 4-1-16,1-1-1 0,2 3-4 0,-1 0 12 16,0 0-2-16,2 2-1 0,-2 1 1 0,2 1-1 15,-4-1-7-15,-1 2 5 0,0 0-18 0,-3-1 6 16,0 1 19-16,-4 0-18 0,-1 1 18 0,-2-1-19 15,-3 1 17-15,-3 1-12 0,0 0 16 0,-5-1-17 0,-1 4 17 16,-3-1-16-16,-1-2 9 0,-4-1-14 16,-5 2 15-16,-2-2-26 0,-2-1-1 0,-4-1-36 15,1-1-28-15,-5-2-59 0,1-1-53 0,-2 0-44 16,-1-3-55-16,-3 0-50 0,2-1-77 0,1-2-97 0,-2-2-376 16,0-1-461-16</inkml:trace>
  <inkml:trace contextRef="#ctx0" brushRef="#br0" timeOffset="113515.71">12663 10760 829 0,'-11'8'816'0,"-1"-2"-195"0,7-1-137 16,5-5-112-16,-5 8-43 0,5-8-11 0,13 3-4 15,-3-4-20-15,8-3-39 0,11-3-22 0,11-7-10 16,5-4 4-16,12-8 11 0,3-1-36 0,4-6 10 15,5-2-44-15,1-4 8 0,15-8-49 0,-1-4 43 16,6 1-51-16,-1-3 4 0,3-1-43 0,-3 2 11 16,1-2-43-16,-7 3 15 0,-13 10-35 0,-6 3-1 15,-4 3-7-15,-8 7-7 0,-13 7-3 0,-6 2-14 16,-8 3-19-16,-6 8-18 0,-9 3-29 0,-10 5-31 16,0 0-67-16,6 6-64 0,-16 3-62 0,-8 6-66 15,-10 6-115-15,-5 5-58 0,-10 6-98 0,-5 2-734 16,0-1-967-16</inkml:trace>
  <inkml:trace contextRef="#ctx0" brushRef="#br0" timeOffset="114216.19">15521 10388 648 0,'8'-10'752'0,"-2"4"-167"0,0 0-130 0,-2 0-104 0,-4 6-68 15,12-1-56-15,-12 1-2 0,14 9-34 0,-8-2-28 16,3 5-12-16,0 1-28 0,1 2-2 0,-1 3-32 15,0 3 0-15,1 1-29 0,-1 5 9 0,0-1-32 16,-2 4 6-16,0 0-21 0,-3 0 11 0,1 2-24 16,-5-7-5-16,3 2-55 0,-3-2-75 0,0-4-79 15,-2-2-67-15,2-2-61 0,-1-5-117 0,-1-2-577 16,2-10-638-16</inkml:trace>
  <inkml:trace contextRef="#ctx0" brushRef="#br0" timeOffset="114631.85">16110 9567 1167 0,'19'5'617'16,"-1"4"-101"-16,4 7-121 0,-2 5-59 16,1 5-64-16,-1 5-38 0,-1 1-60 0,-1 2-10 15,0 1-36-15,-4 1 12 0,0-1-3 0,-1 1 7 0,0-1-33 16,-4-6-17-16,-3 0-11 0,1 0-17 15,-4-5-3-15,0-2-15 0,1-2-9 0,-4-3-2 16,0-2-7-16,-3-3 1 0,1-1 16 0,-1-1-15 16,-2-4 6-16,-1-3-14 0,6-3 6 0,-16-1-15 0,7-5 6 15,-1-3-20-15,-4-6 9 0,4-2-13 0,-4-5 6 16,0-4 7-16,-2-5-4 0,1-5 2 0,1-2-17 16,1-2 13-16,2-1-18 0,0-2 6 0,1-1-1 15,5-1 4-15,3 1-2 0,2 6-1 0,2 2 16 16,5 4-13-16,3 1 9 0,1 6-5 0,7 1 18 15,0 8-7-15,1 5 2 0,2 5 4 0,0 4 3 16,6 5-1-16,3 4-2 0,0 7 1 0,2 5-6 16,1 3-3-16,-1 3 4 0,-1 2-7 0,-2 2 9 15,1 0-7-15,-2 2 1 0,-1-2-4 0,-2 3-9 16,-3 0-10-16,1-2-20 0,-4 0-44 0,-3-6-15 16,-4 1-50-16,-3-5-45 0,-2-1-80 0,-6-1-56 15,2-3-69-15,-6-2-84 0,-1 2-109 0,-4-3-293 16,-3-2-437-16</inkml:trace>
  <inkml:trace contextRef="#ctx0" brushRef="#br0" timeOffset="114832.61">15964 9912 654 0,'-10'-11'465'16,"2"3"-110"-16,5-2-74 0,0 1-47 15,2 0-13-15,3-2-10 0,2 0-6 0,5-4 3 16,0 0 0-16,5-2-8 0,5-5-13 0,8-3-19 15,3-3-25-15,10-7-30 0,4 0-15 0,2-4-19 0,8 1-15 16,0-1-15-16,3 0-8 0,-1 1-19 0,-5 4-66 16,0 2-80-16,-7 2-68 0,-7 6-97 0,-7 1-161 15,-8 4-522-15,-5 1-562 0</inkml:trace>
  <inkml:trace contextRef="#ctx0" brushRef="#br0" timeOffset="115048.57">16046 9324 480 0,'-19'8'595'0,"5"0"-128"0,1-2-120 0,-1 1-42 15,6-1-31-15,3-2 3 0,5-4-20 0,0 0-8 16,0 0-17-16,0 0-15 0,9-6-15 0,4-4-19 16,6-2-16-16,4-5-46 0,9-4-34 0,4-2-12 15,1-1-1-15,3 0-31 0,8-3-16 0,-9 6-70 16,0-1-58-16,-3 2-60 0,-3 2-59 0,-6 3-45 15,-4 4-74-15,0 1-57 0,-4 3-109 0,-3 0-331 16,-1 4-376-16</inkml:trace>
  <inkml:trace contextRef="#ctx0" brushRef="#br0" timeOffset="115265.42">17182 9674 1122 0,'16'19'801'0,"-2"-2"-175"0,-3 1-154 16,1 4-80-16,-2 6-75 0,-2 3-78 16,2 7-32-16,-4 5-58 0,-1 1-36 0,-1 0-20 0,-1 3-17 15,-2 0-17-15,-1-1-9 0,-1 0 3 0,-2 0-26 16,-1 0 17-16,-1-3-31 0,-1-2 19 0,-2-7-19 16,3-1-34-16,-1-4-50 0,0-6-74 15,1-1-92-15,-1-6-75 0,2-4-134 0,-1-2-113 0,1-7-413 16,4-3-562-16</inkml:trace>
  <inkml:trace contextRef="#ctx0" brushRef="#br0" timeOffset="115733.88">18454 9124 913 0,'0'0'786'0,"5"5"-144"0,-5-5-175 15,3 6-79-15,-3-6-91 0,3 12-40 0,-1-3-45 16,-2 3 1-16,1-1-34 0,0 3-18 0,3 0-8 16,-1 1-15-16,-1 0-9 0,1-1-26 0,1 0-5 15,-2-1-11-15,2-4-11 0,0 3-14 0,-2-5-12 16,1 3-6-16,-2-4-7 0,2 1 13 0,-1-1 8 15,-2-6 23-15,2 8-42 0,-2-8 22 0,0 0-35 16,-7-5 11-16,3-1-13 0,-2-4 8 0,-3-2-22 0,1-2 24 16,-1-4-30-16,-1-4 7 0,1 1-5 0,0-7 14 15,-1 0-21-15,1-2 16 0,0-9-24 16,3-3 14-16,-2 0 5 0,2 1-6 0,2-2-4 0,1-3-4 16,-1 3 4-16,3 6-1 0,4-1-17 0,-1 4 23 15,2 3-16-15,3 3 19 0,-2 5-17 0,3 4 21 16,3 2-15-16,-1 6 34 0,4 3-22 15,2 6 35-15,-1 3-30 0,4 6 28 0,5 4-2 0,2 8-8 16,3 4-3-16,2 3-6 0,0 4-2 16,-1 1-5-16,0 0-30 0,0 2 32 0,-3 1-31 0,1-2 20 15,0 1-57-15,-3 0-49 0,-2-2-31 0,-2-3-59 16,-4-4-104-16,-2 0-78 0,-6-5-64 0,-1-1-98 16,-4-3-140-16,-4-3-426 0,-5 1-715 0</inkml:trace>
  <inkml:trace contextRef="#ctx0" brushRef="#br0" timeOffset="115915.57">18354 9185 256 0,'-16'-5'658'0,"4"0"-163"15,3 1-119-15,6-2-68 0,2-2-78 0,5 1-45 16,1-2-25-16,6-1-8 0,4-4-14 0,4-3-9 16,4-1-14-16,8-5-5 0,1-4-4 0,2 0-14 15,11-8-20-15,0-1-18 0,2-1-10 0,0-3-30 16,-1 2-36-16,-2 0-64 0,-6 0-50 0,-6 7-87 15,-5 1-116-15,-4 1-165 0,-8 7-253 0,-7 1-269 0</inkml:trace>
  <inkml:trace contextRef="#ctx0" brushRef="#br0" timeOffset="116099.59">18147 8628 393 0,'-11'-2'692'0,"2"0"-163"15,9 2-125-15,-12-5-66 0,12 5-73 0,0-9-4 0,4 2-22 16,6-3-25-16,3-3-6 0,6-3-24 0,3-1-32 16,9-4-22-16,4-1-24 0,0 2-9 0,1 2-32 15,1 1-11-15,-1-1-103 0,-2 5-87 16,-3 1-102-16,-2 3-98 0,2 0-112 0,-2 2-530 0,-3 1-567 16</inkml:trace>
  <inkml:trace contextRef="#ctx0" brushRef="#br0" timeOffset="116432.59">18993 8513 507 0,'8'20'676'0,"2"5"-136"16,0 5-69-16,3 6-82 0,4-1-25 0,-2 3-20 16,4 3-20-16,-1-3-21 0,4 3-28 0,-1-3-29 15,3 0-18-15,1-2-21 0,-1-1-14 0,3-2-15 16,-1-4-12-16,-1-2-22 0,-2-4-1 0,-1-4 10 15,1-4-47-15,0-6-8 0,-4-2-18 0,2-5-22 16,-2-4-15-16,3-4-4 0,-1-2-12 0,2-8 16 16,-3-2-41-16,-1-3 26 0,-4-5-10 0,2-5-2 15,-6-3-4-15,-1 0-10 0,-6 1 4 0,0-4-4 16,-4 0-4-16,-4-7-28 0,-2 1 37 0,-6-3-33 16,1 3 34-16,-6 0-21 0,2 3 22 0,-2 0-26 15,-1 5 24-15,-1 1-27 0,0 6 23 0,5 5-20 16,-1 3-55-16,2 4-66 0,3 3-55 0,-2 5-59 0,4 2-75 15,8 6-77-15,-11 0-46 0,11 0-88 16,-4 7-97-16,4-7-403 0,5 13-654 0</inkml:trace>
  <inkml:trace contextRef="#ctx0" brushRef="#br0" timeOffset="116982.27">19846 8524 470 0,'16'4'815'16,"-4"0"-206"-16,-1-1-128 0,-2 1-114 0,0 2-25 15,4 2-37-15,-3 0-21 0,-1 2-33 0,1-1-6 0,-1 2-30 16,-2 1-22-16,-1-2-30 0,2 3-21 0,-3-2-13 16,1 1-14-16,-3-1-17 0,-2 0-21 0,2 1 1 15,-1-1-6-15,-2-1-7 0,0-2 4 0,0 2 17 16,0-4-8-16,-2 1 9 0,2-7 10 0,-7 8-7 16,7-8-14-16,0 0-11 0,-19-5-17 0,10-3-6 15,-1-3-8-15,-3-4-7 0,0-3-6 0,-3-4-5 16,3-2-4-16,-1-3-30 0,1-1 37 0,4-1-32 15,0-2 0-15,4 0 27 0,4-1-28 0,2-1 18 16,3-1-1-16,5 2-6 0,1-6 0 0,7 6-1 16,1 0-2-16,3 3-1 0,-3 10-1 0,5 0 1 15,0 4-2-15,-4 7 3 0,-2 3 4 0,0 4-1 16,-3 2 2-16,2 5-7 0,-4 1 4 0,-2 4 3 16,0 2-23-16,-5 2 29 0,-1 2-24 0,-1 1 33 15,-6 4-29-15,-1 2 21 0,-5 3 0 0,-3 1-3 16,-1 0-4-16,-5 0 2 0,1-3-1 0,1-4 4 15,0-1-3-15,1-3-2 0,2-3 4 0,2-3 0 16,3-1 0-16,-1-2 1 0,5-3-4 0,4-5-18 16,0 0-6-16,0 0 16 0,0 0-16 0,11-6 2 15,-1 0-23-15,4-1 17 0,1 1-9 0,2 0 23 16,-2 0-12-16,4 2 18 0,0 1-15 0,-2-1 20 16,3 4-15-16,-2 0 19 0,2 1-15 0,-1 4 17 15,-4-1-14-15,4 3 24 0,-3 2-25 0,-1 1 19 16,-5 0-18-16,2 2 21 0,-4 1 0 0,-1-1-3 15,-4 3 2-15,-2-3-1 0,-4 1 0 0,-2 2 7 16,-5 1 0-16,-4 1 4 0,-5 0 1 0,-3 1 11 16,-5-1-2-16,-4-1-4 0,3-2-4 0,-2-1-5 15,2-4-14-15,-1 1-37 0,7-6-90 0,2 1-112 16,4-4-159-16,3-2-143 0,0-2-171 0,7-3-604 0,2-3-919 16</inkml:trace>
  <inkml:trace contextRef="#ctx0" brushRef="#br0" timeOffset="117149.53">20591 8497 1113 0,'20'19'816'0,"-1"3"-135"0,2 7-118 0,-6 1-94 16,-3-1-91-16,-2 2-73 0,-6 0-70 0,-2 2-47 16,-2-5-27-16,0 1-41 0,-2-1-19 0,-1 2-33 0,-1 0-23 15,0-3-64-15,-4-1-158 0,-1 2-167 16,-3-4-167-16,-1 2-818 0,-2-5-933 0</inkml:trace>
  <inkml:trace contextRef="#ctx0" brushRef="#br0" timeOffset="118234.86">21894 8154 293 0,'0'0'703'0,"4"-10"-110"0,-4 10-73 0,5-8-101 0,-5 8-96 16,2-7-64-16,-2 7-51 0,0 0-29 0,0 0 29 15,10 2 22-15,-8 6-3 0,6 3 10 0,-2 2-31 16,2 5-14-16,5 2-17 0,0 4-21 0,1 2-24 16,-2 1-12-16,4-1 10 0,-3-1-36 0,-2-1 24 15,-1-5-42-15,0 1 14 0,-2-4-19 0,2-2 2 16,-5-1-25-16,2-4 46 0,-2 2-20 0,0-3 37 15,-5-8-50-15,4 5 7 0,-4-5-76 0,-1-6 30 16,-2-2-59-16,-1-3 1 0,-1-4 2 0,-4-5 31 16,-1-3-28-16,-3-3 27 0,0-8 1 0,-3 0-5 15,-1-6-3-15,1 0-12 0,-2-5 9 0,-2-8-5 16,0-1 3-16,3-1 0 0,-2 0 3 0,3 0-16 16,4 10 14-16,1-1-18 0,3 4 13 0,4 8 8 15,3 6-1-15,2 1 2 0,3 4 1 0,6 2 12 16,2 6-2-16,4 2 8 0,0 9 4 0,4 1-15 15,3 7 25-15,4 6-16 0,6 9 17 0,3 6-3 16,4 7-6-16,-2 6-2 0,-1 1-3 0,1 2-4 16,-1 1 2-16,-1 1 1 0,-1-1 1 0,-3-1-11 15,-7-6-19-15,1-3-31 0,-3 1-37 0,-4-2-50 16,-4-7-53-16,-3 1-105 0,-4-5-90 0,-6-1-72 16,-2-3-133-16,-2 2-630 0,-5-3-832 0</inkml:trace>
  <inkml:trace contextRef="#ctx0" brushRef="#br0" timeOffset="118715.52">21954 8310 105 0,'-12'-5'719'0,"3"-1"-206"0,2 0-127 15,6-1-94-15,2-1-38 0,2-2-77 0,3-3 0 16,6-1-23-16,2-3 4 0,5-4-38 0,5-4-6 16,6-3-37-16,5 0 2 0,6-10-24 0,3 0-6 15,4-3-25-15,0-1 7 0,3-2-22 0,0 3-9 16,-4-1-19-16,-1 3-20 0,-4 5-27 0,-10 6-14 15,-2 4-13-15,-6 5-2 0,-4 3 0 0,-4 7 16 0,-2 1 18 16,-3 5 48-16,-11 3 33 0,19 1 19 16,-12 6-7-16,0 3 44 0,1 4-27 0,2 2 28 15,-1 4 6-15,0 0 22 0,3 5-9 0,-1 3 24 16,2-1 8-16,1 2-6 0,2 2 26 0,-4-4 5 16,2-2-21-16,0 0-19 0,-1 0-14 0,-4-6-14 15,1 0-17-15,-1-5-8 0,-2-1-8 0,-1-1-4 16,0-1 19-16,-2-3 25 0,0 1-12 0,-4-9-16 15,0 8-8-15,0-8-12 0,0 0-11 0,-15-5-8 16,6-3-6-16,0-2 1 0,-5-5-6 0,0-6-1 16,-3-3-4-16,0-6 0 0,0-5 1 0,1-1-7 15,-3-4 3-15,6-2 3 0,1-1-5 0,3 0 4 16,1-1-2-16,3-2-4 0,5 10 5 0,2 0 4 16,2 4 7-16,5 1 8 0,5 3-1 0,2 3 4 15,4 5 6-15,1 6 4 0,0 6 7 0,3 3-9 16,1 5 8-16,2 5-4 0,3 3-1 0,7 6-16 15,-2 4 6-15,-1 3-10 0,1 1 5 0,-1 4-22 16,-2 1 15-16,-1 3-3 0,-3 1-23 0,0-2-72 16,-5 4-86-16,-1-3-128 0,-6 1-126 0,-4-6-111 15,-2-2-199-15,-5-1-417 0,-1-6-761 0</inkml:trace>
  <inkml:trace contextRef="#ctx0" brushRef="#br0" timeOffset="119265.49">23425 7517 592 0,'11'-14'816'0,"0"2"-154"0,2 5-103 0,1 1-72 0,0 2-63 15,-1 4-50-15,3 0-42 0,0 7-58 0,0-2-50 16,2 6-25-16,-1-1-37 0,-2 5-18 0,2-1-15 16,-2 4-42-16,-1-1-7 0,-2 0-24 0,0 2-4 15,-3-1-15-15,0-2 4 0,-5 0-11 0,1-1-2 16,0-4-3-16,-3 0-5 0,-2 0 3 0,0-5-8 15,-2 1 2-15,-4-1 1 0,6-6 4 0,-8 4 6 16,8-4-1-16,-13-4-6 0,6-2-3 0,-2-5-22 16,-1-2 26-16,-2-3-24 0,3-1 17 0,-4-8-22 15,2 0 22-15,5-4-3 0,-1-1-8 0,5-3-4 16,2-2 3-16,2 0 0 0,3-6-2 0,3 2-2 16,5 2 3-16,1 1-7 0,2 3 5 0,1 2-1 15,5 5-1-15,-3 4 2 0,0 4-4 0,0 4 3 16,-3 4-1-16,0 2-3 0,-2 3 6 0,0 4-3 15,-3 1 5-15,1 3-5 0,-3 2 1 0,-2 2-1 16,-1 2 2-16,0 2-2 0,-4 0 0 0,-1 3 4 16,-2 1-5-16,-3 2 4 0,-1-1 3 0,0 2-7 15,0-5 3-15,-2 2-6 0,3 0 0 0,-1-6 0 16,0 2-2-16,3-3 8 0,-1 1-7 0,3-9 3 16,0 13 5-16,0-13-3 0,6 6 0 0,-6-6 2 15,18 4-6-15,-5-1-3 0,4 1 6 0,-2 1 0 16,8 0 3-16,0 2-4 0,1 3 2 0,1-1 0 15,0 2 1-15,1 3 5 0,-2-3 3 0,-4 2-21 16,-3 1 18-16,0-3-17 0,-3 3 22 0,0 1-16 16,-7-4 17-16,0 1-17 0,-3 0 16 0,-4 0-14 15,-3-1 9-15,-1 2-9 0,-3-1 20 0,-5 1-10 16,-1-1-6-16,-3 1-17 0,-2-3-39 0,-4-1-32 16,0-2-39-16,1-1-99 0,-4-3-94 0,-3-1-80 15,0-2-56-15,1 0-122 0,1-4-593 0,-6-2-783 16</inkml:trace>
  <inkml:trace contextRef="#ctx0" brushRef="#br0" timeOffset="119448.05">23154 7136 661 0,'2'-6'795'0,"-2"6"-182"0,2-10-131 0,3 6-98 15,3-2-14-15,5-1-14 0,2-2-30 0,7-1-50 16,7-4-36-16,7-3-42 0,1-1-38 0,6 0-37 15,1 0-21-15,1-1-15 0,-2 0-36 0,1 2-55 16,0 1-128-16,-3-1-146 0,-2 3-118 0,-7 2-190 16,-2 2-620-16,-4 1-815 0</inkml:trace>
  <inkml:trace contextRef="#ctx0" brushRef="#br0" timeOffset="119647.74">24896 7128 1013 0,'16'6'892'0,"-5"-4"-211"0,-1 1-146 0,-2 0-118 16,-8-3-56-16,14 5-55 0,-14-5-9 0,13 2-91 0,-13-2-47 16,17-2-40-16,-6-2-43 0,2-3-99 0,3 2-113 15,4-2-134-15,3-4-136 0,3-2-198 0,4-1-532 16,3-3-750-16</inkml:trace>
  <inkml:trace contextRef="#ctx0" brushRef="#br0" timeOffset="119815.06">25958 6748 675 0,'23'-6'797'0,"-3"0"-178"0,-1 2-131 15,-4 0-77-15,4-1-20 0,-2 0-27 0,-1 0-9 0,5-2-67 16,-2 0-53-16,3 0-47 0,1-1-38 0,3-1-28 15,4-2-26-15,-1 1-23 0,3-2-38 0,5-2-123 16,2-1-134-16,-1-1-142 0,4-2-99 0,-1-1-152 16,-1 0-491-16,2-5-722 0</inkml:trace>
  <inkml:trace contextRef="#ctx0" brushRef="#br0" timeOffset="119998.52">27433 6328 363 0,'27'-6'820'0,"-3"0"-178"0,1 0-92 16,0-1-87-16,3-2-39 0,2 1-30 0,-2-3-49 16,0 2-22-16,0-1-76 0,1-1-51 0,-2 1-38 15,0-2-33-15,1 0-25 0,0 2-23 0,-1-2-26 16,1-2-49-16,0 2-69 0,0-2-103 0,-1-1-102 16,1-2-71-16,2-2-119 0,-1-1-163 0,1-1-417 15,4-2-656-15</inkml:trace>
  <inkml:trace contextRef="#ctx0" brushRef="#br0" timeOffset="120181.96">28852 5830 43 0,'13'-2'833'0,"-1"1"-188"0,-3-3-98 16,2 3-59-16,0-1-52 0,-1-1-47 0,2 2-44 15,0-1-48-15,1-1-47 0,4-1-53 0,0 1-43 16,0 0-30-16,1-1-23 0,0 1-22 0,2-2-18 15,4 0-24-15,0 0-68 0,0-1-95 0,3-1-133 16,2 0-120-16,1-4-126 0,-2 2-166 0,1-5-285 16,4-1-542-16</inkml:trace>
  <inkml:trace contextRef="#ctx0" brushRef="#br0" timeOffset="120365.07">30116 5509 517 0,'0'0'724'0,"0"0"-180"0,0 0-111 0,0-11-98 15,0 11-75-15,0 0-53 0,1-6-47 0,-1 6-22 16,6-8-89-16,2 2-103 0,5 1-113 0,2-2-200 16,8 0-507-16,7-2-430 0</inkml:trace>
  <inkml:trace contextRef="#ctx0" brushRef="#br0" timeOffset="120532.02">31197 5151 725 0,'0'0'801'0,"10"3"-183"0,-10-3-144 16,11 3-107-16,-11-3-75 0,17 2-57 0,-17-2-45 0,24 0-42 15,-7 0-31-15,0 0-59 0,3 0-112 16,-2-2-146-16,1 0-140 0,0 1-276 0,-2-4-269 15,-2-1-444-15</inkml:trace>
  <inkml:trace contextRef="#ctx0" brushRef="#br0" timeOffset="123049.79">5441 15445 46 0,'-7'-4'478'0,"-2"0"-76"0,-3-1-40 0,1-3-30 0,-1 2-31 0,-1-1-21 15,-2 0-18-15,2 1 14 0,-1-1 6 16,1 2-6-16,1 1-17 0,0 1-31 0,1 1-27 0,-1 2-9 15,1 3-8-15,-1 5-42 0,-2 6-13 0,1 8-16 16,1 5-21-16,0 9-22 0,3 6-10 0,1-1-6 16,3 5-21-16,3 3-8 0,3-2 15 0,2 3 9 15,0-1 7-15,5-2-2 0,2-3-7 0,3-4 1 16,1-3-2-16,4-4 5 0,4-3-3 0,2-5-7 16,4-4 23-16,-1-7-10 0,2-5-6 0,4-7-11 15,-2-3-2-15,10-7-54 0,0-5 13 0,2-5-85 16,-3-5-93-16,7-7-90 0,-3 0-73 0,-4-4-53 15,-7 5-37-15,-4-3-54 0,-2-1-28 0,-3 1-429 16,-3-1-532-16</inkml:trace>
  <inkml:trace contextRef="#ctx0" brushRef="#br0" timeOffset="123415.27">5926 15448 197 0,'-4'-15'499'0,"0"0"-96"0,0 5-28 16,2 0-51-16,-2-2-3 0,0 3-51 0,0-2-20 15,-1 4-31-15,2 0-19 0,1-2-28 0,-2 3-29 0,0 2-30 16,4 4-15-16,-6-8-18 0,6 8-15 15,-13-2-10-15,13 2-5 0,-13 2-1 0,7 3 6 0,-3 1 10 16,0 1-11-16,0 2-10 0,1 1-12 16,1 1-6-16,-1 1-7 0,2 2 1 0,-1-1-9 15,2 2 3-15,0-1-10 0,3-1 7 0,0-2-9 0,2-1 4 16,2 1-3-16,0-3 5 0,3 0-3 0,3-4 4 16,-2 0-5-16,4-3 8 0,3-1-7 15,0-1-2-15,3-3 7 0,1 0-6 0,2 0-1 0,3-3-1 16,0 2 1-16,2-1 3 0,2 1-2 0,-1 1-1 15,1 1-1-15,-3 0-1 0,0 4 6 0,0 1-8 16,0 3 8-16,-3 1-3 0,1 2 5 0,-3 1-1 16,-2 4 34-16,-4 0 2 0,-1 1 16 0,-4 1 11 15,-2 0 26-15,-4 1-8 0,-1 0 4 0,-3 2-28 16,-3 2 9-16,0-1-33 0,-6-1 2 0,2 0-18 16,-3 0-6-16,-4-3-5 0,0 4-3 0,-1-6 1 15,0 0-10-15,1-2-4 0,-2-1-14 0,6-2-49 16,-2-4-102-16,5 0-131 0,-3-1-80 0,13-3-111 15,-13-4-91-15,8-2-413 0,1-3-587 0</inkml:trace>
  <inkml:trace contextRef="#ctx0" brushRef="#br0" timeOffset="123901.6">6305 15202 316 0,'4'-9'747'0,"0"-1"-139"0,-3 2-43 0,-1 8-70 0,1-13-34 15,-1 6-56-15,-1-1-42 0,1 0-49 0,-1-1-57 16,0-1-37-16,-2-1-50 0,3-2-28 0,3-3-21 0,-1 1-23 16,2-3-17-16,4 0-15 0,3-3-18 0,-1 0-2 15,6 0-8-15,-1 2-11 0,-1 3-5 16,0 3-26-16,0 1 22 0,0 3-23 0,-1 2 23 0,0 4-28 16,-2 3 29-16,0 2-31 0,-1 2 26 0,-1 8-27 15,-3 1 21-15,-1 4-23 0,2 5 26 0,-6 0-25 16,0 3 24-16,-2 1-12 0,0-2 14 0,-2 1-30 15,-2-2 30-15,1 1-32 0,-1-4 35 0,1 0-25 16,-1-3 22-16,1-2-28 0,0-2 34 0,1-2-35 16,-1-1 30-16,1-2-31 0,3-8 24 0,-1 7-50 15,1-7 3-15,0 0-11 0,8-6 12 0,-8 6-1 16,14-9 11-16,-8 2 4 0,7 0 9 0,-3-2 3 16,2 2 1-16,1 1 1 0,2 0-5 0,0 2 10 15,2 1-8-15,-1 3 15 0,0 0-11 0,3 1 8 16,-4 4-9-16,4 2 10 0,-1 3-12 0,-4 0 15 15,3 4-8-15,-6 3 14 0,0 1-10 0,-5 3 6 16,0 1 9-16,-6 3-9 0,-2 1 21 0,-6 5 2 16,-2 3 12-16,-2 3 5 0,-6-4 7 0,2 3-16 15,-6-2 0-15,2-3-9 0,-6-1-2 0,3-1-9 16,-4-3-1-16,0-2-5 0,3-8-2 0,0 0-6 16,0-3-22-16,3-6-14 0,2-1-34 0,3-3-41 15,1-3-52-15,4-3-53 0,-3-3-41 0,3 0-36 16,2-7-44-16,2-1-10 0,2-3-49 0,1-4-70 0,3-3-429 15,-1-4-460-15</inkml:trace>
  <inkml:trace contextRef="#ctx0" brushRef="#br0" timeOffset="124132.86">6971 14829 768 0,'0'0'788'0,"0"0"-126"0,0 0-138 0,0 0-86 0,0 0-67 16,0 0-72-16,4-5-57 0,-4 5-51 0,0 0-43 16,0 0-46-16,0 0-73 0,0 0-105 0,0 0-129 15,6-5-120-15,-6 5-124 0,0 0-158 0,0 0-304 16,0 8-477-16</inkml:trace>
  <inkml:trace contextRef="#ctx0" brushRef="#br0" timeOffset="124298.87">7108 15096 561 0,'6'8'786'0,"1"-1"-192"16,-2-2-111-16,0 1-66 0,-5-6-29 0,6 8-14 15,-6-8-25-15,5 7-5 0,-5-7-82 0,4 8-25 16,-4-8-77-16,5 4-3 0,-5-4-63 0,0 0-47 15,5 7-136-15,-5-7-253 0,0 0-212 0,-2 6-801 16,2-6-957-16</inkml:trace>
  <inkml:trace contextRef="#ctx0" brushRef="#br0" timeOffset="127965.1">9567 14093 226 0,'5'-8'366'0,"-3"0"-86"0,2-1-39 0,0 2-17 0,-1-2-32 0,0-2-18 0,0 1 1 16,3-1-24-16,-3 0 25 0,-1 0-14 0,1 0 14 15,0-2-34-15,-3 3-3 0,0-1-10 16,0 1-1-16,-3 1-29 0,-1 0-6 0,0 2-6 15,-6 4 4-15,1-1-18 0,-1 4-10 0,-7 3-16 0,-3 4-5 16,-2 7-7-16,-7 6 3 0,-2 7 16 0,2 5 34 16,-6 6 20-16,2 7-21 0,2 1-2 0,3 2 14 15,5 1-17-15,5-5-14 0,7 2-13 0,2 0-3 16,4-2 29-16,5-5-3 0,2-2-13 0,7 2 15 16,4-4-12-16,6-3 15 0,3-7-13 0,5-3 14 15,-3-5-20-15,4-3 23 0,3-3-32 0,1-4 20 16,0-3-44-16,-2-2-4 0,5-5-6 0,1-3-1 15,2-5-7-15,-1-4-9 0,0 0-19 0,-4-3-38 16,1-3-43-16,-5-1-51 0,-1 2-67 0,-6 1-40 16,-2-1-44-16,-4 1-5 0,-2 1-39 0,-3-1-26 15,-2 2-19-15,-1-1-37 0,-3 1-407 0,-1 1-369 16</inkml:trace>
  <inkml:trace contextRef="#ctx0" brushRef="#br0" timeOffset="128315.05">10106 14052 466 0,'0'0'675'0,"0"0"-156"0,-4-6-77 0,4 6-32 15,-6-5-36-15,6 5-33 0,-9-2-30 0,9 2-30 16,-17 0-17-16,8 2-41 0,-2 3-22 0,-2-1-37 16,-2 4-12-16,-2 5-18 0,-1 3-34 0,0 5-36 15,2 4 7-15,0 0-33 0,1 6-6 0,2-4-6 0,3 3-2 16,4-3-5-16,2-2 7 0,1 1 11 0,4-3-12 15,2 1 4-15,2-4 2 0,5 3-6 16,-2-8 3-16,5-1-4 0,-1 1 8 0,1-7-11 16,3-2-2-16,-2-1-1 0,1-5-9 0,0 0 12 0,3-5-10 15,-2-3 1-15,3 0-2 0,-3-5-4 0,1-1 0 16,-3-1 3-16,0-2-5 0,-1-1-6 0,-4-1 4 16,1 0 1-16,-5 0-1 0,-1 3 2 0,-3-1 1 15,-2 0-7-15,-2 0-2 0,-2 1 1 0,-4-1-3 16,-2 3-3-16,1-1-2 0,-4 2-5 0,1 5-4 15,-1 0-11-15,-3 2-33 0,4 3-25 0,-1 0-65 16,3 2-81-16,-2 2-91 0,2 0-89 0,0 4-94 16,1-2-94-16,2 0-411 0,2 3-622 0</inkml:trace>
  <inkml:trace contextRef="#ctx0" brushRef="#br0" timeOffset="128698.57">9995 14144 521 0,'2'-5'677'0,"0"-4"-163"0,-1 3-80 16,-1 6-79-16,2-12-52 0,1 7-32 0,-3 5-29 16,6-9 10-16,0 4-6 0,0-1 3 0,4 3-35 15,-1-2-39-15,3 3-34 0,2-3-30 0,1 4-8 16,4-1-26-16,0 2-2 0,1 2-20 0,-1 1-2 0,1 0-23 16,-1 4 4-16,2 0-18 0,-5 1 9 15,2 2-15-15,-6 1 7 0,-1-1-11 0,-2 3 8 16,-1 0-15-16,-4 0 16 0,1 1-15 0,-5-3 11 15,0 1-14-15,-4-2 0 0,0-1 3 0,-1-1-2 0,1-2 1 16,-4-2 7-16,8-4-4 0,-15 1 3 0,7-4-1 16,1-2 2-16,-3-3-5 0,2-4 1 15,0-2 1-15,-1-5 0 0,2-2-4 0,2-1-1 16,-1 0 0-16,4-3 5 0,2 1-6 0,1 1 3 0,2-1-1 16,2 4 0-16,0 0 4 0,5 2 0 0,2 1-2 15,2 5-2-15,-3 2 1 0,3 3 0 0,4 5 1 16,-5 1 0-16,5 2 0 0,0 2 1 0,1 5 13 15,0 1-23-15,-1 2 17 0,1 3-15 0,0-1-5 16,-3 3-15-16,-1 0-16 0,-4-1-49 0,1 3-68 16,-2-5-90-16,-3 1-87 0,-2 2-68 0,-3-5-114 15,1 0-558-15,-4-3-693 0</inkml:trace>
  <inkml:trace contextRef="#ctx0" brushRef="#br0" timeOffset="129264.52">10511 13474 815 0,'4'-16'812'0,"2"3"-178"15,1 5-133-15,-1 2-50 0,4 5-59 0,3 1-49 16,1 3-61-16,3 5-56 0,1 3-42 0,6 3-20 16,0 4-31-16,4 3-27 0,0 2-17 0,2 1-14 15,-1 0-22-15,1 0 1 0,-2 1-16 0,-1-3-6 16,0 3-13-16,-6-6 1 0,1 1 4 0,-4-4-16 15,-2-2-5-15,-3-2 3 0,0 0-2 0,-3-3 4 16,-1 0-5-16,-5-3 1 0,2-1 4 0,-6-5-5 16,3 7 5-16,-3-7-8 0,0 0 6 0,0 0-9 0,-18-4 5 15,8 1 2-15,-5-2-1 0,-1 0-7 0,-4-4 8 16,-5 2-7-16,-4-2 5 0,0 3-7 0,-3 2 3 16,2 2 8-16,1 2-6 0,-4 3-6 0,-1 5 8 15,5 0-7-15,0 6 1 0,6 0-1 0,2 3 29 16,2 2-35-16,10 0 2 0,0 2 1 0,5-1 27 15,4-1-28-15,3-1 31 0,3-1-31 0,3 0 37 16,4-4-32-16,2-2 33 0,4-3-37 16,-2-3 4-16,5-4-1 0,1-2 6 0,2-3 0 0,5-3-1 15,-2-6-2-15,5-3 0 0,0-3 9 0,-3-2-7 16,-1-1 4-16,-1-3 1 0,-1-1 2 0,-1-1-7 16,-1-2 4-16,-3-1-6 0,-2-2 3 0,1 0-3 15,-3 1 3-15,-3 0 4 0,-2 3-1 0,-3 3 0 16,-1 3-1-16,0 4-3 0,-2 1 1 0,0 3-1 15,-2 2 2-15,-1 1-6 0,1 3 1 0,1 5 0 16,-6 3 3-16,0 0 3 0,16 2-3 0,-8 4 2 16,0 4 0-16,3 1-1 0,-2 0 0 0,5 2 3 15,-3 2 0-15,2-1-1 0,2-1 5 0,-1 0 3 16,2 1-4-16,-2-3 4 0,1 0-3 0,-3 0 2 16,0-4-9-16,0 2-32 0,-1-3-39 0,1-3-87 0,-2 0-106 15,-10-3-93-15,18 1-66 0,-10-3-133 16,-2-2-642-16,-1-2-808 0</inkml:trace>
  <inkml:trace contextRef="#ctx0" brushRef="#br0" timeOffset="129565.59">11122 13315 361 0,'0'0'714'0,"0"0"-191"0,-10 1-100 0,10-1-85 0,0 0-56 16,0 0-33-16,-13 2 20 0,13-2 13 0,0 0-5 15,0 0-23-15,0 0-42 0,0 0-37 0,11-6-39 16,-11 6-25-16,12-10 0 0,-4 5-40 0,0-2-17 16,0 0-4-16,1-1-15 0,-1-3-5 0,2 2 9 15,-2-1 22-15,-2 2 2 0,-2-1-3 16,1 0-13-16,-1 0-7 0,-2 2 4 0,0 0-3 0,-2 0-6 16,0 7-12-16,-5-11 0 0,5 11-5 0,-12-3 0 15,12 3-11-15,-18 3-1 0,8 0 2 0,-1 5-4 16,0 0-2-16,-3 1-2 0,4 3 1 0,-4 2-4 15,5-3-11-15,0 1-18 0,-1 1-39 0,5-2-50 16,1 0-80-16,0-1-73 0,4-1-42 0,0 0-85 16,4 0-75-16,1-3-97 0,3 0-371 0,-2-2-526 15</inkml:trace>
  <inkml:trace contextRef="#ctx0" brushRef="#br0" timeOffset="130064.53">11351 13020 476 0,'-4'-12'654'0,"0"1"-140"0,2 4-91 0,-1 0-43 16,3 7-39-16,-4-5-15 0,4 5 16 0,0 0 0 15,4 15-18-15,1-3-37 0,5 5-34 0,6 5-30 0,4 6-25 16,3 2-39-16,0 0-32 0,4 3-24 0,1-1-20 16,0 3-11-16,2-3-18 0,-2 1-9 0,0 0-7 15,-1-2-13-15,-3 1 5 0,0-4-19 0,-2 0 16 16,-7-3-23-16,2-2-4 0,-4-1-22 0,-2-2-10 15,-3-2-11-15,-3-3-10 0,-1 2-8 0,-3-6-43 16,-1 3-4-16,-2-3-31 0,-2-1-6 0,-3-1-25 16,-1-1 20-16,-2-2 17 0,0-2 19 0,-1-1 17 15,-6-2 20-15,0-2 12 0,-2-2 7 0,-5 0 10 16,-3-2 7-16,-1-2 10 0,-3-1 7 0,2-1 6 16,5 0 4-16,1 0 10 0,1-1 8 0,5-2 3 15,2 0-2-15,6 2 3 0,3-4-3 0,2 3 7 16,5-4-1-16,3 1 0 0,5-4-1 0,4-4 2 15,6 0-15-15,5-4 23 0,4 0 11 0,0-2 25 16,4 3 11-16,-2 0 10 0,0-1 14 0,2 1 4 16,-1 0 20-16,0 1-12 0,-3 4 7 0,-4 2 3 15,-1 2-25-15,-4 4-23 0,-1 1-6 0,1 5 4 16,-3-3 7-16,-1 7 9 0,-3 1-12 0,0 2 0 16,1 0-19-16,-3 4-4 0,3 2-14 0,-1 2-1 0,-1 0-7 15,-1 3-5-15,-2 0 1 0,0-1-9 16,-1 0-4-16,0 2-8 0,-2-2-1 0,1 0-28 15,-2-1-37-15,0-1-32 0,0 0-64 0,-2-1-82 16,-1-1-111-16,-1-7-57 0,2 8-99 0,-2-8-83 0,0 0-446 16,0 0-658-16</inkml:trace>
  <inkml:trace contextRef="#ctx0" brushRef="#br0" timeOffset="130181.61">11918 12975 142 0,'-8'-10'628'0,"2"4"-165"0,0 1-116 0,1 1-79 0,5 4-77 0,-9-9-94 0,9 9-115 16,0 0-147-16,0 0-448 0,-9 3-126 0</inkml:trace>
  <inkml:trace contextRef="#ctx0" brushRef="#br0" timeOffset="130782.05">12377 13020 892 0,'5'-5'646'0,"-5"5"-114"0,4-9-80 0,-4 9-52 16,3-11-75-16,-6 5-25 0,2 0-63 0,-2 1-26 16,-2-1-32-16,-2-1 0 0,0 2-37 0,-1 1-11 15,2-1-31-15,-2 0-7 0,-2 2-31 0,10 3 0 16,-14-2-25-16,14 2 2 0,-19 2-18 0,10 2 29 16,1 2-9-16,-2 1 15 0,1 3-12 0,3 1 14 15,-1 2-6-15,3 1 4 0,2 0-2 0,2 0-11 16,0 0-3-16,2 2-2 0,2-2-7 0,0-1-2 0,2 1 6 15,2-1-10-15,2-4-3 0,-1 1 0 16,0-2 6-16,0-2 1 0,0-1-5 0,0-1-4 16,0-2-6-16,-9-2 0 0,19-2-8 0,-11-1 6 15,1-1-14-15,-2-3 12 0,1 0-10 0,-1-2 11 16,-1-1-18-16,3-2 20 0,-4-1-17 0,0 0 1 16,0 0 5-16,-1-3-4 0,1 0 14 0,-1 1-17 15,0-1 9-15,0-1-8 0,-1 2 7 0,3 0-9 0,-1 0 8 16,2 3-8-16,0 0 6 0,-1 2-8 0,4 1 14 15,3 3-20-15,0-1 21 0,0 6-8 0,-1 1 15 16,1 0-20-16,4 4-2 0,-3 2 4 0,1 0 4 16,-2 3 0-16,1-1-10 0,-2 3 11 0,0-3-1 15,-4 5 12-15,0-2-19 0,-2 1 17 0,-3 0-12 16,-1-3 10-16,1 2-9 0,-7-1 11 0,3-1-18 16,-2-1 16-16,-2 0-11 0,1-2 12 0,-2-1-20 15,6-5 26-15,-14 5-14 0,14-5 12 0,-17-2-13 16,8-3 13-16,-1-1-20 0,1-2 3 0,1-3 4 15,-2-3-2-15,5 0 13 0,0-3-15 0,2-1 7 16,1 0-14-16,0-2 6 0,4-1-10 0,0-2 13 16,2 2-16-16,5-1 13 0,1 1-9 0,3-1 10 15,4 2-10-15,1 2 10 0,-1 6-9 0,3 1 11 16,0 3 0-16,2 3-2 0,-3 3 3 0,3 2 1 16,-2 4-1-16,1 1 8 0,0 1-9 0,0 1-23 0,-5 3-16 15,1 1-17-15,-5-3-15 0,-2 4-72 16,-4-2-86-16,-1 4-66 0,-5-2-39 0,-2 0-26 15,-4 3-91-15,-2 0-52 0,-4 1-526 0,-1-1-643 0</inkml:trace>
  <inkml:trace contextRef="#ctx0" brushRef="#br0" timeOffset="130964.73">11994 12982 577 0,'-12'-9'604'0,"4"1"-154"16,3 0-75-16,5-1-35 0,0 2-40 0,0-2-19 15,7-4-12-15,0 0-32 0,5-2-36 0,3 1-41 16,7-5-34-16,0 0-22 0,6-4-21 0,3 3-24 16,-2 1-74-16,-2 3-104 0,-2 2-117 0,1 0-61 15,-1 2-67-15,-3 3-89 0,0-1-393 0,1 2-389 16</inkml:trace>
  <inkml:trace contextRef="#ctx0" brushRef="#br0" timeOffset="131581.57">13081 12683 978 0,'18'-7'760'16,"1"-3"-169"-16,-1 2-121 0,-4-1-55 0,-1 1-45 15,1 0-42-15,-5-3-42 0,-1 5-36 0,-1-4-38 16,-6 3-36-16,1-2-24 0,-4 2-23 0,0 1-23 16,-4-2-23-16,-1 3-18 0,0 2-11 0,-4 1-16 15,-3 1-3-15,0 4-1 0,0 0-11 0,-3 2-8 16,0 4-3-16,1 2-3 0,-2 3-2 0,4-1 0 0,0 4 0 15,3-1-3-15,-1 1 2 0,3 1-6 16,2 0 5-16,0-1-5 0,5 0 12 0,-3-3 6 16,2 0 2-16,3-4 5 0,0 2-7 0,0-4 15 15,3 2-18-15,2-3 16 0,0 0-13 0,3-3 9 0,-8-4-15 16,15 4 6-16,-15-4-11 0,20-4 5 0,-7 2-9 16,-3-4 12-16,3 1-29 0,1-3 25 15,-1-2-4-15,5 1-5 0,-3-2 1 0,3-2 1 0,0 2-2 16,1 1-1-16,0 1 1 0,1 0-2 0,1 2 2 15,-2-2 1-15,1 3-1 0,-3 0 3 0,0 1-5 16,1 0-12-16,-3 0 15 0,2-1-9 0,-4 0 9 16,1 0-12-16,-1-1 20 0,-2-3-7 0,-1 2 6 15,-2-3-15-15,-3-3 16 0,3 0-15 0,-5-2 17 16,0 0-16-16,0-3 23 0,-2-2-21 0,-2 1 15 16,-2-4-19-16,0-1 21 0,-2 0-30 0,-2-5 0 15,-2 3 12-15,-3-3 11 0,0-5-20 0,-1 4 19 16,-4-3-15-16,3 2 10 0,-2-2 0 0,-1 3 2 15,0 1-2-15,3 5 15 0,0 2 3 0,3 4 8 16,2 3-9-16,-2 3-3 0,5 0-9 0,0 2-6 16,-1 4 9-16,7 7-9 0,0 0 16 0,0 0 12 15,-5 13 32-15,10 2 2 0,5 11 52 0,8 11 39 16,7 10 94-16,3 0-25 0,5 7 53 0,3 1-75 0,2-2-30 16,2 2-28-16,-1-3-29 0,3-2-24 15,1-1-18-15,3-3-12 0,0-5-35 0,-2-6-26 16,-1 1 0-16,-9-9 0 0,-2-3 0 0,-4-4-24 15,-6-3-132-15,-7-2-38 0,0-4-16 0,-5 2-42 0,-4-4-63 16,-3 1-29-16,-5-2-80 0,-2 1-54 0,-1-1-46 16,-4 1-42-16,-3-3-91 0,-3-1-623 0,0 2-886 15</inkml:trace>
  <inkml:trace contextRef="#ctx0" brushRef="#br0" timeOffset="132016.01">11435 15110 50 0,'-34'-2'517'0,"-1"-5"-150"0,-2-7-71 0,0-1-74 0,0-7-31 0,5-3-18 0,0-3 8 15,4-3-21-15,2 2 35 0,1 0-20 0,2 0 36 16,5 5-3-16,1 4 20 0,6 3-33 0,-2 3-44 16,4 1-23-16,3 6-31 0,6 7-14 15,-8-7-12-15,8 7-10 0,6 8-14 0,2 1-4 0,4 5-13 16,7 4 0-16,0-1-8 0,9 6-4 0,0-1-1 16,4-2-5-16,0 1-3 0,4-1 0 0,-2 1-23 15,-2-2-28-15,0 0-50 0,-1 0-116 0,-6-6-74 16,-3 2-129-16,-4-4-574 0,-1 0-577 0</inkml:trace>
  <inkml:trace contextRef="#ctx0" brushRef="#br0" timeOffset="132648.53">10901 15202 470 0,'-31'0'571'15,"1"0"-122"-15,3-2-59 0,1-1-92 0,8-4-41 16,2-3-71-16,7-6-16 0,3-5-46 0,8-4-25 15,7-11-15-15,5-9-4 0,13-8 29 0,2-4 25 16,9-5 20-16,5 1 14 0,11-12 0 0,5 3-22 16,-10 15-28-16,2 3-27 0,-2 6-14 0,-1 6-23 15,-1 6-6-15,-8 10-18 0,-3 5-5 0,-7 8-12 16,-5 5-3-16,-6 6-9 0,0 3-1 0,-4 5-3 0,-1 6-8 16,-5 5 2-16,-6 6 6 0,-1 4 1 0,-4 13-4 15,-4 3 3-15,-6 4-2 0,-2 7 0 16,-5 0 2-16,-2-1-11 0,-1-1 13 0,-4-6-4 0,0 2 7 15,2-5-2-15,2-6 2 0,2-4-1 0,1-1 2 16,3-3 3-16,3-5-1 0,5-7-1 0,5-1 8 16,3-5-1-16,2-3 7 0,7-3-2 0,2-3 2 15,5-4 3-15,7-3-5 0,8-6 2 0,8-7-11 16,-1-6 5-16,8-10-7 0,2-4 5 0,-2-5-4 16,1-3 5-16,-4 0 0 0,3-4 6 0,-4 3 5 15,-2-1-4-15,-2 5 4 0,-6 9 5 0,-4 1-2 16,-3 6 1-16,-5 5-3 0,-1 2-9 0,-4 4 1 15,-1 4-1-15,0 3 3 0,-2 2-1 0,1 2-2 16,-12 3 2-16,24 3-4 0,-10 2-2 0,-2 1-5 16,-1 3 8-16,3-1-7 0,-2 3-1 0,-2-1-5 15,1 1 5-15,0-1-9 0,-1 2 14 0,-3-1-11 16,1 0 6-16,-1 0-4 0,-2-2 6 0,1 0-5 16,-4 1 1-16,1-3-1 0,0 1 8 0,-3-8-11 15,1 12 10-15,-1-12-7 0,-3 7 10 0,3-7-4 0,0 0 10 16,-7-6-11-16,2-3 8 0,2-1-13 15,-2-5 2-15,4-2 3 0,-2-4-3 0,1 0-6 16,0 1 10-16,2 0 12 0,2-1-4 0,-1 1-2 16,0 3-2-16,3 1-2 0,1 1-2 0,4 1 2 0,0 3 21 15,1 0 1-15,4 3-1 0,2 2-5 0,3 4 3 16,-1 1-1-16,2 2-11 0,3 2 4 16,0 4-3-16,0 0-12 0,0 0-20 0,0 4-24 15,3 2-44-15,-6-4-69 0,-1 2-83 0,-2 0-79 0,2 2-78 16,-2-3-85-16,-2 1-68 0,-1-3-463 0,-2-1-610 15</inkml:trace>
  <inkml:trace contextRef="#ctx0" brushRef="#br0" timeOffset="133348.51">12750 14427 708 0,'10'-13'788'0,"-1"0"-157"0,0-1-135 0,-2 4-57 0,-1-1-46 15,-2 4-39-15,2-3-34 0,-3 2-46 0,-2 0-37 16,-1 2-25-16,-1-3-28 0,-2 3-24 0,-1 2-5 15,-2-1-30-15,-3 1-7 0,0 3-17 0,-5 2-18 16,0 1-14-16,-2 3-11 0,-4 3-11 0,0 0-14 16,-4 4-3-16,-2 3-24 0,4 2 18 0,-1 1-21 15,2 1 17-15,3 0-18 0,1 2 11 0,4-3-4 16,2-1-3-16,3 2-1 0,4-4 6 0,4-3 14 16,0 0 8-16,4-2 3 0,3-2-4 0,1-2-5 15,3-2-3-15,1-3-24 0,4-2 26 0,0-4-32 16,5-2 29-16,0-4-27 0,1-3 20 0,3-3-30 15,-4-2 25-15,2-7-6 0,-3 4 0 0,-4-3-1 16,-2-2 1-16,-1 1-6 0,-4-2 2 0,-4-3-5 16,-1-1 2-16,-4 4-1 0,-4-6 3 0,-1-1 0 15,-4-3 0-15,-4-2-22 0,-1 2 31 0,-4 2-28 16,0 1 34-16,-3 2-31 0,0 3 28 0,1 2-29 0,2 7 28 16,5 5-25-16,0-1 28 0,0 4-30 0,6 3 24 15,-3 3-24-15,10 7 26 0,-11 1-25 16,7 5 19-16,2 6 1 0,2 3-1 0,2 8-3 0,5 7 3 15,1 1-8-15,5 7 5 0,4 0 4 0,2 2-4 16,4-3-1-16,-1 0 3 0,4-2 1 0,0-4 0 16,3-2-1-16,-1-4 1 0,1-2 0 0,-1-3 2 15,0-7 1-15,-2-1-3 0,-2-5-1 0,0-3-5 16,1-4 5-16,0-4-3 0,0 0 0 0,3-7-2 16,-1-1 6-16,-3-3-3 0,0-2-4 0,-5-1-1 15,2-2 0-15,-5-1-4 0,-2-2-5 0,-2-1 2 16,-2 0 1-16,-2 2 1 0,-4 0 1 0,-2 3 2 15,-3 0 2-15,-2 0 3 0,0 2 0 0,-5-1-2 16,-1 3 2-16,0 3-2 0,-3 1 0 16,0 3 2-16,-2 1 2 0,2 4 2 0,-2 2-2 0,1 4 4 15,-2 2-3-15,3 3 1 0,0 2 4 0,0 5 5 16,4 2-6-16,3 1 1 0,-1 0-1 0,6 1-1 16,3-2-5-16,3 3 2 0,3-2 2 0,1 0-3 0,5-3 8 15,2-4-3-15,2 0-2 0,0-2 1 16,2-3-3-16,-1-3 1 0,-2-3 1 0,4-2 2 15,1-3-3-15,0-1 0 0,-4 0 0 0,4-6 1 16,-4 3-4-16,-1-2-10 0,-3-1-52 0,0 0-63 16,-3-1-57-16,-3 1-74 0,-4 0-96 0,1-1-99 15,-4 0-17-15,-1 1-107 0,-1-1-126 0,-1-3-300 16,0 1-603-16</inkml:trace>
  <inkml:trace contextRef="#ctx0" brushRef="#br0" timeOffset="134300.14">13347 13701 664 0,'0'0'735'0,"0"0"-171"0,0 0-101 16,0 0-38-16,0 0-13 0,8 8-5 0,-3 1-50 15,1 3-10-15,6 5-37 0,4 5-27 0,1 8 3 16,7 4 6-16,4 10-26 0,3 0-51 0,4 5-37 16,-1 1-36-16,5 2-30 0,1 0-21 0,0 1-21 15,1-1-40-15,0 2 23 0,-2-1-35 0,0-2 20 16,-1 1-7-16,-2-1-5 0,-2-5-8 0,-6 1-3 15,-5-9-5-15,-3-4-3 0,-4-2 4 0,-4-4-6 16,-6-4 1-16,0-5-2 0,-3-2-1 0,-4-3-2 16,-2-4-14-16,-4 0-1 0,-1-5-17 0,-4-3-13 15,-2-3 3-15,-6-6-1 0,-7-5 3 0,-4-7-2 16,-1-6-4-16,-2-5-1 0,-6-9-27 0,3-5 22 16,3-6-32-16,0-6 21 0,4-5-20 0,2-6-12 15,2-1-3-15,3-4-1 0,5 0 20 0,4 1 12 16,4 5 22-16,7 13 7 0,3 3 9 0,4 5 3 0,5 2 11 15,4 7 0-15,0 9 5 0,3 3 0 16,2 8 2-16,0 4-3 0,0 6 10 0,1 2-7 16,0 4 0-16,-1 3 4 0,0 1 10 0,0 4-11 15,1 2 10-15,-5-1-12 0,0 2 4 0,-5 1 0 0,-4 1 0 16,-1 0-2-16,-3 3-1 0,-4-2 2 16,-4 1 0-16,-2 0 0 0,-2 1 2 0,-6-1 0 0,2-2 4 15,-4-4-1-15,-2 2-2 0,1-4-2 16,-2-2 5-16,2-2 4 0,3 0 6 0,-1-2 34 0,5 1 5 15,-1-2 1-15,3 1-7 0,11-1-8 0,-13-4-6 16,13 4-3-16,-1-8-21 0,7 3 11 0,2-3-16 16,5-1 12-16,6-2-17 0,4-4 19 0,1 0-20 15,8-4 13-15,4-2-24 0,-2-1-1 0,3-3 2 16,-1-1-12-16,5-8-1 0,1 1 8 0,-5-1 23 16,-5 4-14-16,-3-1 2 0,-2 2 1 0,-2 0 3 15,-6 0-2-15,-5 4 6 0,-4 4 4 0,-3 3-2 16,-4 2 5-16,-1 3-4 0,-5 0 3 0,-1 2-3 15,-4 4 1-15,-2 2 2 0,-1 2-7 0,-3 3 0 16,-4 3 1-16,-1 4-2 0,-2 4 0 0,-2 4-1 16,3 2-2-16,-2 4-3 0,6 2 8 0,1 3-7 15,4 1 14-15,3-1-3 0,4-3 13 0,3-1-3 16,5 0 39-16,1 0-26 0,5-2 18 0,2-1-1 16,1-3 1-16,3-3-5 0,2 0-6 0,1-4-23 15,-1-2 14-15,0-3-21 0,1-4 22 0,2 0-28 16,-3-1 26-16,1-5-32 0,1-1 6 0,-2-2-2 15,1-3 25-15,-1 0-33 0,-3-3 30 0,1-2-28 0,-2 1 28 16,-4-3-30-16,-1-3 30 0,1-3-33 0,-1-2 24 16,-4-1-7-16,-1 3 4 0,-1 0-6 0,-2 2 0 15,-1 4 7-15,-1 1-11 0,-1 1 0 16,1 4-1-16,1 1-4 0,0 4 3 0,0 8-4 0,-2-8 4 16,2 8-6-16,0 0 5 0,0 7 1 0,2 0 2 15,2 2 0-15,2 2 9 0,3 3-27 0,0-1 25 16,4 2-24-16,0-1 24 0,0 0-19 0,3-1 25 15,-3-1-30-15,1-2 34 0,-2-2-29 0,0 0 26 16,-2-1-22-16,0-1 26 0,0-2-24 0,-3-1 29 16,-7-3-29-16,13 1 23 0,-13-1-26 0,12-6 24 15,-7 2 2-15,-3-1-1 0,1-2-3 0,-2 0-2 16,-1-1 1-16,0-1-5 0,0-1 1 0,-1-1-2 16,0 1 0-16,-1 0-1 0,0 1 7 0,-1-1-4 15,3 2-7-15,-1 3-2 0,0-4-13 0,1 9-52 16,-2-11-62-16,2 11-62 0,0-10-54 0,0 10-48 15,0-8-24-15,0 8-33 0,0 0 8 0,3-7-75 16,-3 7-46-16,0 0-91 0,0 0-346 0,0 0-465 16</inkml:trace>
  <inkml:trace contextRef="#ctx0" brushRef="#br0" timeOffset="135764.6">14718 13404 579 0,'7'-9'807'0,"-2"1"-155"0,-1-1-134 0,1 0-94 0,-2 0-53 0,0-1-40 0,1 0-36 15,-3 0-38-15,-1-2-37 0,1 2-9 0,1-2-11 16,-4 0-16-16,1 3-23 0,1-2-7 0,-2 2-33 15,-1 1 0-15,-2 2-39 0,-3 1-2 0,8 5-33 16,-14-2 4-16,5 4-29 0,-6 3 15 0,2 5-7 16,-1 3-7-16,0 1-10 0,-1 3-7 0,1 3 2 15,1 2 0-15,3-1-4 0,2 0-18 0,2 1 21 16,-1-1-12-16,5-3 12 0,1 0-15 0,2-2 15 16,0-1-4-16,5-2 21 0,-2 0-18 0,4-5 20 0,2 1-26 15,0-4 26-15,2-2-23 0,1-2 18 16,1-2-28-16,1-3 17 0,2-3 6 0,-2-3-8 15,4-2-1-15,-2-2-1 0,-2-5-3 0,0-3-2 0,-2 1 11 16,-1-3-4-16,-2-1-6 0,-4 0 5 0,-2-1-25 16,-3 0 25-16,-2-2-21 0,-1-6 25 0,-5 3-25 15,-3-6 2-15,-2 1 5 0,0 0 25 16,-5-1-29-16,-2 4 22 0,2-2-25 0,-2 1 27 0,-1 3-25 16,-1 1 21-16,2 5-22 0,4 5 25 0,-2 1-24 15,4 2 23-15,1 3-22 0,3 3 19 0,1 5-3 16,0 4-20-16,8 2 21 0,-10 5-19 15,8 5 24-15,2 4-23 0,1 3 11 0,6 7 2 0,6 11 20 16,3 3-26-16,4 0 21 0,4 0-1 0,4 6-6 16,3-5 3-16,-3-4-5 0,0-3-7 0,3-6 1 15,-2 0 3-15,-2-4 3 0,-1-7 1 0,-1-1-2 16,1-3-1-16,-3-4 1 0,-1-2 6 0,-2-2-8 16,-1-6 1-16,2 2-23 0,-1-6 26 0,2-1-21 15,-4-2 25-15,1-2-25 0,-4 0 30 0,1-4-30 16,-4 1 28-16,1-2-29 0,-4 0 6 0,-1 1 1 15,-3 0 2-15,-1-1-1 0,-2 1 1 0,-2 2 3 16,-1-2 0-16,-4 1 2 0,1 3-6 0,0-2 2 16,-1 5 2-16,0 0-1 0,-3 2 2 0,-1 2-5 0,2 2 9 15,7 3-4-15,-16 1 1 0,6 4 19 0,4 1-24 16,1 2 25-16,1 3-31 0,1-1 29 16,2 2-32-16,2 1 30 0,3 3-23 0,1-4 34 15,2 3-26-15,3-3 36 0,0-1-36 0,2 1 29 0,0-3-39 16,1-1 31-16,2-3-33 0,-1 1 29 0,3-3-31 15,-4-1 28-15,1-4-28 0,3-1 26 16,-3-1-28-16,2 0 31 0,-2-2-27 0,2-5 27 0,-4 3-32 16,4-5 33-16,-3-1-34 0,-1-1 6 0,-2 1 4 15,1-3 3-15,-2 4-3 0,-4-3 4 0,0 1 1 16,-4-1 22-16,2 0-32 0,-3 3 26 0,-3-3-26 16,2 2 26-16,-3 3-29 0,0-1 28 0,2 4-29 15,-3-2 26-15,1 4-28 0,-1 0 28 0,5 6-9 16,-7-5 7-16,7 5-31 0,0 0 10 0,-9 7-2 15,9-7 2-15,0 10 4 0,3 0 4 0,1-1 0 16,2 3-2-16,2 2 8 0,3-4 22 0,2 5-30 16,2-2 26-16,1-2-29 0,0 0 27 0,1-2-31 15,-2-1 35-15,1-3-32 0,0 1 26 0,0-4-35 16,-1 0 25-16,-1-4-27 0,1 0 36 0,-1-1-32 16,2 0-6-16,-5-3 3 0,2-3 9 0,0 2 3 15,-4-3-3-15,0 0 0 0,-1-2 4 0,0 2 27 16,-4-2-30-16,1-4 27 0,-1 6-25 0,-1-3 22 15,0 1-26-15,-1 3 27 0,-1-2-24 0,0 3 19 16,0 1-24-16,-1 7 19 0,3-9-22 0,-3 9 28 16,0 0-25-16,0 0 30 0,6 4-30 0,-6-4 5 15,3 12 1-15,-3-12 4 0,5 11-2 0,-2-6-8 16,2 1-2-16,-5-6-6 0,6 8-3 0,-2-2 11 0,-4-6 5 16,8 5 2-16,-8-5-1 0,10 3 7 15,-10-3 2-15,14-4-6 0,-6 0 7 0,-2-2-5 16,4-2 22-16,-2-2-26 0,0 1 20 0,-2-4-19 0,3-2 21 15,-3 1-19-15,1-4 17 0,-1-3-21 0,-2-2 24 16,1-1-21-16,-4-1 22 0,2-2-24 0,-3-2 17 16,-3-4-21-16,1-3 24 0,-3-3-23 0,-3-3 25 15,0 1-21-15,-3 0 4 0,-3 1 1 0,-2 0 23 16,-3 1-23-16,0 1 19 0,-3 0-18 0,-1 5 37 16,2 1 4-16,-1 5 6 0,5 7 7 0,3 2-2 15,3 3-7-15,0 4-6 0,3 4-7 0,8 7 6 16,0 0-4-16,-16 7-36 0,16 4 32 0,3 7-30 15,6 9 30-15,6 9-34 0,7 2 27 0,3 9-3 16,6 2-5-16,1 0-2 0,4-1-2 0,-2-4-31 16,1 0 35-16,-1-5-28 0,-7-8 29 0,1-1-32 15,0-3 32-15,-6-2-30 0,-2-7 3 0,-2-3 1 16,-5-2 1-16,-1 0-4 0,-1-4-4 0,-2 1-12 16,-1-4-46-16,-3-2-85 0,-5-4-80 0,5 7-102 0,-5-7-54 15,0 0-44-15,0 0-55 0,-13 3-118 0,13-3-549 16,-14-6-777-16</inkml:trace>
  <inkml:trace contextRef="#ctx0" brushRef="#br0" timeOffset="135964.46">15769 12633 282 0,'4'-5'772'0,"2"-1"-190"0,4-1-73 16,0-3-40-16,8-2-21 0,3-3-25 0,2 1-6 0,6-6-18 15,2-2-68-15,1-3-29 0,1 2-27 16,4-2-36-16,9-5 15 0,-1 0-8 0,1 1-24 15,1-1-38-15,-1 0-35 0,0 1-30 0,-9 6-22 0,0 1 2 16,-2-1-43-16,-6 4 17 0,-7 4-55 0,-3 4-22 16,-4-2-153-16,-6 4-136 0,-5 1-166 0,-4 8-168 15,-6-9-159-15,-6 8-686 0,-2 2-1094 0</inkml:trace>
  <inkml:trace contextRef="#ctx0" brushRef="#br0" timeOffset="137981.51">18138 10422 426 0,'-23'-14'659'0,"-1"-1"-161"0,0-2-78 0,1 1-42 0,2 5-39 0,3-1-49 16,4 3-53-16,0 0-46 0,4 5-41 0,10 4-27 16,-13-2 40-16,13 2 41 0,4 17 42 0,9 2-58 15,9 8 12-15,7 8-23 0,11 7-27 0,7 6 5 16,4 4-32-16,10 13-2 0,3 3-29 0,0-1-3 16,1 2 19-16,-1 0-10 0,-3-3-22 0,1 2-14 15,-2-2 30-15,-10-10-10 0,-3 4 6 0,11 9-1 16,-15-8-12-16,2-1 8 0,-6 1 14 0,-1-3-42 15,-4-2 17-15,0 0-29 0,-9-2 0 0,-1-6-8 16,-5-7-5-16,-3-5-2 0,-3-3-6 0,-2-7-8 16,-2-3-7-16,0-6-21 0,-3-1-22 0,-1-3-38 15,-1 0-92-15,1-5-103 0,-5-8-159 0,0 0-134 16,0 0-141-16,0 0-777 0,-5-16-1103 0</inkml:trace>
  <inkml:trace contextRef="#ctx0" brushRef="#br0" timeOffset="138314.1">19513 10087 916 0,'3'-25'722'0,"-2"0"-177"0,-2 6-115 0,-2 0-109 15,-3 2-54-15,-2 3-55 0,1-1-18 16,-2 3-28-16,-3 2 13 0,-2 1-25 0,0 3 11 16,-1 2-29-16,-1 4 10 0,0 6-3 0,-5 2-27 0,-2 12 8 15,0 9-24-15,-2 5-9 0,2 6-1 16,-1 10-7-16,4 2 27 0,4 3-17 0,4-7 20 16,2-1-25-16,6 1 0 0,4-3-4 0,8-1-3 0,1-1-11 15,5-5-8-15,6-4 1 0,3-4-11 0,5-1-12 16,4-9-8-16,3-1-12 0,3-8-28 0,-2-4-40 15,1-6-74-15,5-4-92 0,4-7-137 0,0-3-111 16,0-3-100-16,-1-5-122 0,-5-2-528 0,-3-2-820 16</inkml:trace>
  <inkml:trace contextRef="#ctx0" brushRef="#br0" timeOffset="138680.72">20067 9912 494 0,'3'-24'735'0,"0"3"-156"16,0 3-113-16,-2 2-110 0,0 4-59 0,-3 0-38 15,-1 2-36-15,-1 2-29 0,-2 4-14 0,6 4-5 16,-17-2-16-16,6 4-27 0,-6 2-8 0,1 4-24 16,-1 2 5-16,-3 2-29 0,0 4 4 0,-3 1-32 15,2 3 19-15,1 2-26 0,1-2 4 0,0 1-26 16,1 1 17-16,2-1-23 0,5-4-11 0,1-1 5 16,3-3 2-16,3-2-1 0,1-1 0 0,6-3-5 15,1-2 3-15,4-1 0 0,4-1-4 0,1-1 2 16,6-2-1-16,1 0 0 0,2-2 12 0,6 1-15 15,0-2 13-15,2 1-16 0,-1 1 15 0,4-1-9 16,-3 2 9-16,2 0-15 0,-3 3 15 0,0-1-15 0,0 2 16 16,-3 2-18-16,-3 0 15 0,-1 3-12 15,0 0 16-15,-4 2-22 0,-4 4 26 0,-3 0-16 16,-2-1 12-16,-5 3-13 0,-3 2 12 0,-2 0-13 16,-4 1 12-16,-1 3-16 0,-3-2 15 0,-3 2-15 0,-4-1 13 15,0-3-19-15,-2 0 20 0,-1-4-13 0,0-1 14 16,0-4-22-16,-2-2 7 0,5-4-57 0,0-1-62 15,0-6-96-15,2-2-86 0,1-5-74 0,0-7-110 16,3-2-650-16,2-9-754 0</inkml:trace>
  <inkml:trace contextRef="#ctx0" brushRef="#br0" timeOffset="138914.06">20292 9596 928 0,'11'-11'920'0,"-1"1"-204"0,-3 3-175 16,-1 2-102-16,3 2-81 0,-9 3-41 0,14 1-44 15,-7 2-43-15,0 3-39 0,-3 3-20 0,4 1-16 16,-2 4 9-16,-1 1-31 0,3 4 29 0,-2 1-43 16,3-1 5-16,0 8-16 0,3-2 3 0,2 0-6 15,-1-2-4-15,2 2 2 0,0-5-3 0,4 1 2 16,-2-5-3-16,5 0-6 0,-2-6-20 0,1-1-9 16,2-3-18-16,2-2-7 0,-2-4-17 0,5-3-18 15,3-3-37-15,-2-4-67 0,1 0-62 0,-5-2-86 16,0-4-97-16,-4-2-122 0,-4-1-78 0,-4 1-80 15,-7-2-171-15,-1-1-397 0,-5 1-803 0</inkml:trace>
  <inkml:trace contextRef="#ctx0" brushRef="#br0" timeOffset="139097.57">20589 9532 211 0,'-10'4'786'0,"4"2"-155"0,3 1-51 0,3 5-69 15,4 1-32-15,4 6-62 0,3 4-21 0,5 2-5 16,5 8-71-16,2-2-18 0,-1 2-26 0,6 3-10 15,4 5-7-15,0-1-72 0,0 1-2 0,-1 0-67 16,-3-7-2-16,-1 0-50 0,-2-1 16 0,1 1-45 16,-3-3 23-16,-3-1-40 0,1 0 5 0,-6-8-99 0,0 0-43 15,-3-5-98-15,-1-2-127 0,-3-3-124 16,-3-2-120-16,0-2-202 0,-2-2-522 0,-3-6-912 16</inkml:trace>
  <inkml:trace contextRef="#ctx0" brushRef="#br0" timeOffset="139364.51">21602 9632 1453 0,'0'0'1048'0,"15"3"-260"0,-15-3-124 16,10 2-165-16,-10-2-87 0,12-3-104 15,-3-2-17-15,2-2-12 0,6-3-8 0,6-5-10 0,4-8-8 16,2 0-30-16,7-2 19 0,-2-2-74 0,10-6-36 15,0-1-27-15,0-1-19 0,-2 3-17 0,3 1-13 16,-9 4-9-16,-4 5-11 0,-2 0-7 0,-8 5-7 16,-3 3 0-16,-4 3-9 0,-2 2-8 15,0 0-26-15,-7 2-62 0,-2 1-60 0,-4 6-82 0,0-8-48 16,0 8-42-16,-16 2-91 0,4 1-138 0,-3 1-109 16,-6 4-169-16,-3 0-543 0,-3 0-966 0</inkml:trace>
  <inkml:trace contextRef="#ctx0" brushRef="#br0" timeOffset="140665.96">24096 8391 485 0,'-3'-10'677'0,"-1"-1"-126"0,-2 3-83 0,3-3-88 0,-1 4-79 16,1 0-62-16,-1 1-47 0,4 6-37 0,-6-9-32 16,6 9-4-16,0 0 78 0,0 0 11 15,15 6-6-15,-2 4-22 0,6 5-18 0,7 8-43 16,2 2-23-16,1 5-18 0,7 7-19 0,0 1-11 16,-3 1-6-16,3 1-6 0,-3-1-9 0,-7-3-6 15,1-2-2-15,-3 0-5 0,-1-2-1 0,-1-2 5 0,-3-2-38 16,-4-5-24-16,-2-6-87 0,-3 0-68 0,-1-2-55 15,0-5-70-15,-3-1-95 0,-3-2-103 16,0-1-512-16,-3-6-647 0</inkml:trace>
  <inkml:trace contextRef="#ctx0" brushRef="#br0" timeOffset="141847.29">24228 8500 233 0,'-18'7'353'0,"3"0"-89"0,-6 1-40 16,2-1-28-16,1 0-20 0,-2 0-8 0,1 0 6 15,2-1-34-15,-1 0 25 0,0 0-28 0,2 0 27 16,0-2-39-16,2-1 30 0,1 2-17 0,2-1 12 0,1-1-7 16,1-2 9-16,9-1 10 0,-17 5-12 0,17-5-9 15,0 0-9-15,-4-5-16 0,4 5-4 0,9-11-13 16,4 2-15-16,4-7-14 0,7 0-11 15,9-7-9-15,2-2 4 0,12-6 19 0,1 1-3 16,2-2 2-16,-1 0-7 0,-2 1-14 0,2 3-10 0,-12 5-9 16,-1 3-9-16,-3 2-27 0,-6 3-40 0,-2 1-70 15,-3 4-84-15,-5 1-87 0,-2 1-100 16,-4 3-118-16,-2-1-551 0,-9 6-671 0</inkml:trace>
  <inkml:trace contextRef="#ctx0" brushRef="#br0" timeOffset="142252.23">24868 8599 437 0,'3'6'688'0,"-3"-6"-148"0,-3 8-120 16,3-8-84-16,-5 9-72 0,5-9-22 0,-10 6-27 15,2-2-11-15,2 1-17 0,-3 1-15 0,1 0-7 16,-2-1-30-16,0 4-21 0,1 0-26 0,2 2 0 16,-2 1 24-16,3 0-2 0,4 0-1 0,0 0-11 15,4 1 1-15,-1 0-8 0,6-2-2 0,0 2-11 0,0-3 3 16,4-1-8-16,1-2-2 0,1 0-13 16,1-3-5-16,-2-1-5 0,1-2-2 0,-1-1-9 15,1-2-10-15,1-2-4 0,0-3-5 0,0-2-7 16,-1-4-4-16,-1 0 0 0,0-4-1 0,-4 1-1 15,-1-3-1-15,-2 2-6 0,-2-1 4 0,-3-1-9 16,-2 1-5-16,-3-3 2 0,-2 1 1 0,0 2 2 16,-5 1 2-16,-2 1-2 0,1 5-1 0,-6 0 4 15,6 4-5-15,-6 3-1 0,1 3-11 0,2 3 0 16,-2 3-36-16,-1 3-47 0,-2 4-49 0,5 1-62 16,0 3-74-16,2 1-27 0,4 1-69 0,2-1-38 15,3 0-41-15,3 0-512 0,3-7-567 0</inkml:trace>
  <inkml:trace contextRef="#ctx0" brushRef="#br0" timeOffset="142497.29">25028 8204 150 0,'0'-33'655'16,"-3"0"-78"-16,0 6-91 0,0 1-39 0,-1 4-50 15,2 3-26-15,-1 1-51 0,-1 3-55 0,4 3-28 16,-2 4-18-16,2 8 1 0,-3-5-31 0,3 5-8 15,1 10-43-15,1 0 19 0,3 6-40 0,1 3-17 16,6 6-11-16,0 3 8 0,6 4-16 0,0 2 0 16,1 0-12-16,3 1 9 0,-1 2-24 0,2-4 0 15,-2 2-11-15,1-1-10 0,1-2-27 0,-3-1-22 16,0-2-58-16,-4-5-113 0,0-1-137 0,-4-4-122 16,-1-1-57-16,-2-2-122 0,-2-2-550 0,0-3-785 15</inkml:trace>
  <inkml:trace contextRef="#ctx0" brushRef="#br0" timeOffset="142765.29">25188 8393 211 0,'-16'4'682'15,"2"-1"-150"-15,0-2-97 0,-1 4-61 0,3-1-40 16,-3-2-30-16,5 2-19 0,0-2-20 0,1-1-3 15,9-1-8-15,-16 3-26 0,16-3-44 0,0 0-39 16,0 0-23-16,0-9-24 0,7 3-7 0,4-2-33 16,8-4-10-16,4-3-10 0,2 0-6 0,5-4-8 15,2-1-4-15,0 1-5 0,-1 0-27 0,-5 3-40 16,-2 2-51-16,0 1-59 0,-6 1-37 0,0 2-18 16,-2 1-47-16,-3 2 3 0,-2 1-60 0,-1-1-60 15,-3 3-77-15,-7 4-366 0,9-7-362 0</inkml:trace>
  <inkml:trace contextRef="#ctx0" brushRef="#br0" timeOffset="143780.69">25657 8258 207 0,'10'-7'640'0,"-1"0"-175"0,-3 0-81 0,1 1-76 0,-1-1-9 0,0-1-54 0,-2 2-6 16,1-1-36-16,-2 1-8 0,-2 0-25 0,0-1-20 15,-1 7-23-15,-1-12-9 0,-1 5-4 16,-1 2-23-16,3 5-5 0,-13-10-8 0,13 10-5 15,-15-3-11-15,15 3-5 0,-20 0-3 0,8 2 5 16,-2 3-3-16,1-1 0 0,2 6-1 0,-3-3 8 16,1 3-13-16,0 2-6 0,4 1-5 0,1 1 5 0,3 1-17 15,-2 1 29-15,4 1-14 0,3-2 11 16,0-2-2-16,1 2 9 0,3-1-1 0,4 0 6 16,-2-4-11-16,2 0 4 0,0-1-8 0,2-3-2 15,-1-2-4-15,1-1-10 0,-10-3-6 0,24-3-4 16,-11-3-20-16,0-1-8 0,-3-2-14 0,3-2 3 15,-3-1-10-15,2-4 1 0,-4 0 5 0,0-2-2 16,-3 3 5-16,-1-4 6 0,-1 0-1 0,-2 1 20 16,-1-1-23-16,-1 0 20 0,0 1-15 0,-2 0 21 15,-1 1-24-15,0 3 27 0,0 0-22 0,2 2 21 16,-1 2-26-16,1 3 21 0,2 7-22 0,-4-8 23 16,4 8-24-16,0 0 33 0,-1 8-31 0,2-1 27 15,3 2-24-15,2 2-3 0,0 1 5 0,4 1 2 16,2 0 1-16,4 0 0 0,0-1 3 0,1-2 0 15,2 0-1-15,-4-4 2 0,4 0 1 0,1-3 4 16,-1-3-2-16,1 0-1 0,-1-3-1 0,1-5 3 16,1 0-1-16,-3-3 20 0,0-2-25 0,-3-1 22 15,-2-2-29-15,0-3 24 0,-3 0-24 0,-2-3 28 16,-2-2-31-16,-4-1 22 0,-1 0-21 0,-4-1-4 16,-2-5 9-16,-4 1-2 0,-2-6 3 0,-3 2 3 15,-4 2 0-15,0-2 11 0,-4 3-8 0,-1 4 3 16,1 0-1-16,2 6 4 0,0 2 5 0,4 5 2 15,0 0-1-15,3 3 4 0,0 0-5 0,5 6 1 16,8 5 1-16,-11 0 4 0,8 9 7 0,3 2-2 16,3 5 11-16,3 9-14 0,3 3 5 0,8 10 0 15,-1 1 45-15,6 0-53 0,0 1 46 0,6 6-61 16,-5-10 1-16,1 1 7 0,1-1-9 0,-1-1 1 16,-2-4 3-16,-1 2-2 0,0-5-8 0,-6-3-3 15,2-4-27-15,-6-3-46 0,1-1-61 0,-3-4-119 16,-2 1-101-16,0-3-82 0,0-1-136 0,-5 0-673 15,0-3-861-15</inkml:trace>
  <inkml:trace contextRef="#ctx0" brushRef="#br0" timeOffset="145952.87">26850 7242 160 0,'0'-18'725'0,"-1"1"-122"15,0 1-72-15,-2 3-95 0,3 1-90 0,0 0-60 16,-1 2-57-16,0 2-42 0,1 8-21 0,2-8 3 16,-2 8 19-16,12 4-11 0,-2 6 0 0,5 3-43 15,3 7-17-15,5 8-27 0,3-2-13 0,1 6-19 16,-1 1-10-16,2 1-10 0,1-1-5 0,4 10-4 15,-9-9-7-15,7 10-5 0,-7-9-3 0,-1 3-13 16,-1-2-25-16,-4-1-60 0,0 0-82 0,-4-2-71 16,-3-3-82-16,-2-5-54 0,-4-3-79 0,-1-5-76 15,-1-2-376-15,-3-2-466 0</inkml:trace>
  <inkml:trace contextRef="#ctx0" brushRef="#br0" timeOffset="146479.85">26885 7566 331 0,'-47'-38'474'15,"2"-2"-105"-15,1 1-89 0,1-4-33 0,5-2-35 16,4 0 16-16,9-2-32 0,8 6-7 0,8-2-36 16,7 5-7-16,8-4-32 0,9 0 9 0,6 3-1 15,13-3 14-15,9 2 8 0,6 7 6 16,5-1-5-16,4 8 12 0,4 5 5 0,2 4-27 0,-8 9-19 16,2 5-22-16,1 6 0 0,-1 4-18 0,8 6-7 15,-5 8-10-15,-2 3-14 0,-4 5-5 0,-5 3-2 16,-5 5-7-16,-5 2-7 0,-7 5-5 0,-8-5-2 15,-10 2-4-15,-2 2-9 0,-9 2-3 16,-7-1-1-16,-5 0-4 0,-7 1 4 0,-4-4 4 16,-3-2 0-16,-5-4 9 0,-1-1 0 0,0-7 4 0,-1-4-2 15,-1-3 2-15,4-7 9 0,1-4-10 16,2-6 0-16,3-1-3 0,-2-5-5 0,3-4 5 0,1-1 17 16,3-6-9-16,3-3-4 0,4-4 7 0,7-2-16 15,1-2 2-15,7-7-15 0,5-4 7 16,6 2-9-16,3 1 8 0,4 5-1 0,6-1 1 15,3 4 1-15,2 5 1 0,3 3-2 0,1 3 0 0,-5 7-2 16,1 4 3-16,-6 3 0 0,6 3 0 0,-4 4 1 16,-1 3 1-16,-2 1-11 0,-2 3 14 0,-3 2-14 15,-3 1 18-15,-1 2-18 0,-7-3 14 16,-2 3-16-16,-3-1 3 0,-1-1 4 0,-5-2 0 16,-2 2 5-16,-2-2-3 0,-4 1 3 0,1-3 2 15,-4-1 5-15,1-2 7 0,-3-1 17 0,2-4-3 0,-2-2 1 16,11-3 11-16,-18-3-3 0,9-2-10 0,1-4-3 15,1-3 27-15,0-5-45 0,5 3 33 0,0-6-30 16,4-6 20-16,0 0-47 0,5-7 32 16,2-4-14-16,3-1-1 0,1 0-43 0,2 2 7 15,1 4-43-15,-3 5-39 0,1 2-47 0,-3 2-63 16,2 6-86-16,-3 5-33 0,-1-1-94 0,2 5-72 16,-3 1-549-16,1 2-676 0</inkml:trace>
  <inkml:trace contextRef="#ctx0" brushRef="#br0" timeOffset="146813.92">28087 7034 263 0,'0'0'673'0,"0"0"-148"0,-3 6-104 0,3-6-37 16,-4 11-59-16,1-3-17 0,1-1-23 16,0 3-21-16,-1 2-2 0,0 0-13 0,3 1 5 15,3 3-46-15,0 2-25 0,-1-2-44 0,3 3 0 16,0-2-18-16,1 1 21 0,3-2-49 0,3 0 30 15,-1-2-56-15,2-2-9 0,-1-2-7 0,0-1 36 16,4-3-59-16,-2 0 43 0,1-2-57 0,-2-3 41 16,1-1-53-16,-1-4 43 0,2 0-55 0,-4-2 52 15,1-3-59-15,-1 0 49 0,-3-3-50 0,1 1 43 16,-5-3-46-16,0 0 45 0,-2-1-48 0,-3 3 52 16,-3-3-46-16,-2 3 46 0,-2 1-53 0,-3-2 51 15,-3 6-53-15,-1 0 56 0,-1 2-53 0,-1 3 46 16,-2 1-47-16,-1 2 45 0,2 1-57 0,-1 3 1 15,-2 2-80-15,5-1-79 0,0 1-93 0,2 2-108 16,4-3-52-16,0 1-75 0,3-1-67 0,7-6-432 16,-7 2-632-16</inkml:trace>
  <inkml:trace contextRef="#ctx0" brushRef="#br0" timeOffset="147214.46">28169 6810 791 0,'7'-31'695'0,"-4"6"-84"16,1 3-56-16,0 5-60 0,-1 0-73 0,-1 1-65 15,0 4-56-15,1 3-27 0,1 4-45 0,-4 5 7 16,9-3-66-16,-9 3 37 0,13 8-69 0,-2 4 18 16,1 4-70-16,3 6-10 0,2 2-18 0,3 6-7 15,-2 2 29-15,1 1-60 0,2 2 42 0,-4-2-54 16,0 0 38-16,-1-1-10 0,-2-3-3 0,-3-3-8 16,1-1-4-16,-5-3 1 0,0-3-7 0,-1-4 2 15,-2-1-5-15,-1-2 1 0,0-3 1 0,-3-1-3 16,0-8-2-16,-3 7-2 0,3-7-2 0,0 0-1 15,-9-7-43-15,4-3 53 0,1 2-44 0,0-7 48 16,1-2-46-16,-2-3 47 0,5 1-38 0,0 0-5 16,4-2 14-16,1-1-1 0,3 0 2 0,2 3-1 15,4 1 3-15,2 3 45 0,1 1-55 0,1 2 7 16,1 5-1-16,2-3 2 0,-3 7 0 0,0 0 5 16,-3 3-1-16,3 1 2 0,-3 3-3 0,2 1 1 15,-4 1 1-15,-1 0 45 0,-1 2-54 0,-4 0 47 16,0 2-52-16,-5 0 49 0,-2 0-54 0,-2 2 49 15,-5 1-62-15,0 3 38 0,-4-1-59 0,-5 0 21 16,-2 3-64-16,-4-1-10 0,-1 0-66 0,-7 2-49 16,-1 0-60-16,-2 0-65 0,-1-1-37 0,-1 0-39 15,-1-1-39-15,0 2-58 0,-2-3-444 0,-1 2-556 16</inkml:trace>
  <inkml:trace contextRef="#ctx0" brushRef="#br0" timeOffset="147463.48">27190 8013 853 0,'-10'12'838'0,"1"-3"-184"0,7-3-165 0,2-6-90 15,0 0-66-15,15 1-31 0,0-4-39 0,10-5-3 16,14-6-40-16,7-3 6 0,14-8-63 0,9-5-11 0,4-3-21 16,19-7 5-16,3-6-9 0,4 2-27 0,2-5 20 15,4 2 2-15,2-3 51 0,1 0-64 0,-2-2 18 16,-4 1-57-16,-5 2 21 0,-3 4-56 15,-22 10 26-15,-7 0-45 0,-6 7 23 0,-11 2-53 0,-11 9 26 16,-9 2-78-16,-8 5-38 0,-9 1-124 0,-6 3-109 16,-5 6-116-16,0 0-76 0,-20 4-101 0,-6 7-161 15,-13 5-292-15,-7 1-702 0</inkml:trace>
  <inkml:trace contextRef="#ctx0" brushRef="#br0" timeOffset="148597.41">23903 10409 1494 0,'4'8'782'0,"-1"3"-187"0,2 1-124 0,-1 5-99 16,3 7-57-16,2 2-71 0,0 5-42 0,5 1-55 0,-1 1-11 15,4 1-35-15,-2-1-14 0,2-2-16 16,-1 1-14-16,2 1-7 0,1-2-4 0,-3-2-14 0,-1-2 2 15,0-2-3-15,-1-4 2 0,-3-4 1 16,-4-2 0-16,3-3 5 0,-3-1 7 0,-1 2 26 16,-2-6 1-16,-4-7-15 0,5 5-22 0,-5-5-30 0,-4-4-11 15,-1-3-10-15,-1-7 1 0,-4-3-4 0,-4-4-5 16,-2-2 15-16,-3-11 2 0,-1 1 5 16,0 0-5-16,0-4 2 0,1-2-2 0,1-2 6 0,1 2-8 15,3-2-2-15,3-2-1 0,3 0-1 0,3 1-5 16,2 3 0-16,6 2 0 0,2-4-7 0,4 1 1 15,6 4 7-15,2 3 1 0,2 3 0 0,0 9 8 16,1 4 0-16,-3 4-2 0,0 3-1 0,1 8-2 16,-4 0 4-16,3 4 1 0,-3 3 2 15,1 4-2-15,-2 4 0 0,-2 5-4 0,-2 1 6 16,-1 5-6-16,-6 0 2 0,0 3-2 0,-5 3 4 0,-3 3-1 16,-2 0 13-16,-5 2-13 0,3-5 12 0,-3-3-14 15,2-2 16-15,2-4-10 0,1-3 11 0,2-3-11 16,-2-1 14-16,4-3-14 0,-1-3 12 0,5-8-16 15,0 9 15-15,0-9-9 0,0 0 7 16,19 0-13-16,-8-3 1 0,3-1 0 0,2 0 0 0,3 1 1 16,-1 1 3-16,5 1 1 0,0-1-2 0,-1 2 1 15,5 0 17-15,0 3-22 0,1-1 20 0,-1 3-13 16,-2 0 12-16,1 1-14 0,-3 1 18 16,-3 2-8-16,2 0-15 0,-3 2 6 0,-4 3 11 15,-2-1-16-15,-6 1 13 0,-2 2-10 0,-5-1 17 16,-5 3-17-16,-2 1 9 0,-7 3 0 0,-4-3 10 0,-6 5 5 15,-2-4-3-15,-4 1 13 0,-6-7 0 0,7 0-4 16,-3-6-7-16,-2 0 0 0,5-3-1 0,5-5-12 16,-3 0-35-16,5-6-44 0,2-6-74 15,6-1-95-15,3-4-85 0,5-6-57 0,7 1-128 16,7-8-171-16,5-3-285 0,5-3-557 0</inkml:trace>
  <inkml:trace contextRef="#ctx0" brushRef="#br0" timeOffset="149313.34">24765 10276 731 0,'15'-15'704'0,"-5"0"-135"0,-1 3-95 0,-2-1-64 16,-4 2-51-16,-1 1-38 0,-4 0-31 0,-5 2-34 15,-1 1-23-15,-1 3-34 0,-5 1-17 16,-1 1-25-16,-3 4-24 0,0 2-9 0,-4 3-17 0,-3 4-21 16,0 5 16-16,4 0 3 0,-1 4-13 15,2 2 6-15,1 2 0 0,4 0 13 0,4 1-4 0,4 1 11 16,2-1-41-16,3-4 21 0,4 2-34 0,2-4 22 15,2 2-39-15,5-2-4 0,0-3-9 0,5-1-9 16,1-3-8-16,1-3-4 0,3-1-5 0,-2-4 8 16,0-4-36-16,3-2 27 0,0-2-35 0,-1-3 24 15,1-3-11-15,-2-2-1 0,-3-5-6 16,2-1 6-16,-5-4-7 0,-1-2 12 0,-4-1-8 0,-4 1 3 16,-2-1-4-16,-1-3-9 0,-4 0 2 0,-3-1 11 15,-2 0-21-15,1 2 32 0,-3 6-25 0,1 0 25 16,-1 3-12-16,0 3 33 0,2 3-29 0,0 1 32 15,-1 5-34-15,3 0 26 0,5 6-22 16,-12 1 29-16,8 4-11 0,1 1-2 0,2 6 0 0,2-1-19 16,2 4 22-16,2 1-3 0,6 1 1 0,0-1 3 15,3 2-3-15,5 0-1 0,1-2 0 0,1-1-2 16,1-1 2-16,-2-3 1 0,-1-1 1 16,2-3-3-16,0-1-2 0,-3-3 1 0,0-2-5 0,-2-1 0 15,1-1-2-15,-4-4 1 0,4 0-9 0,-6-1 3 16,2-4 1-16,-3 1-10 0,-3-4-9 0,-1 0-3 15,0-1-10-15,-4-2-5 0,-2-2-12 0,-2 2-3 16,-1-3 20-16,-2 0-1 0,-2 0 17 16,-1 1-3-16,-3 1 16 0,1 3-12 0,1 1 22 0,-3 2-9 15,3 3 5-15,2 3-8 0,-1 1 9 0,8 4-7 16,-13 0 12-16,13 0-8 0,-9 9 6 0,9-2 5 16,-1 2-3-16,2 1 6 0,2 3-7 0,3 0 0 15,1 0 3-15,5 3 3 0,1-1 9 0,1 0-4 16,3-3 0-16,1 0 5 0,0-3-5 15,1 0 2-15,-1-4-9 0,0 0 2 0,-1-4-2 0,0 1-4 16,2-4 9-16,-2-1-7 0,-2-1 2 0,3-3-1 16,-4 1 4-16,-1-3 0 0,0-1-5 0,-2-1-17 15,-1-2 19-15,-1 0-19 0,-2 0 25 0,-1-1-22 16,-1-3 21-16,-1 1-27 0,-3 1 25 0,0-3-23 16,-2 2 3-16,0-1 0 0,-3 0 15 0,-1 1-3 15,1 2-1-15,-1 2-10 0,1 0 18 0,-1 2-25 16,1 1 24-16,-1 1-12 0,2 0 1 0,-1 2-36 15,0 0-28-15,-1 3-44 0,5 3-88 0,-11-5-99 16,11 5-90-16,-11 2-76 0,11-2-109 0,-12 6-610 16,7-2-797-16</inkml:trace>
  <inkml:trace contextRef="#ctx0" brushRef="#br0" timeOffset="149846.57">25268 9934 444 0,'0'0'682'0,"-2"-8"-120"0,2 8-92 0,0 0-58 16,0 0-56-16,0 0 35 0,0 0-10 0,0 0-9 16,12 14-37-16,-5-1-52 0,3 6-4 0,5 6-44 15,2 8-4-15,3 3-36 0,2 5-26 0,6 8-16 16,2 2-9-16,0 0-21 0,0 2-53 0,0-1 14 16,0 4-39-16,-3-1 18 0,0 3-43 0,-1-1 27 15,-3 1-11-15,-1 0-6 0,-3-1-5 0,-2-4-4 16,-6-7 0-16,-2-2-9 0,-1 0-3 0,-4-10 3 15,-4-2-32-15,-3-3 34 0,-1-4-28 0,-3 0 31 16,-1-5-31-16,-2-2 35 0,-3-4-31 0,3-3 28 16,-3-4-14-16,-5-3 37 0,5-4-39 0,-10-6 33 15,-1-3-40-15,-1-5 27 0,-5-10-4 0,2-6-4 16,4-5-4-16,1-4-28 0,2-10 28 0,7 2-40 16,4-4-2-16,4-3 28 0,4 0-5 0,4-3-4 15,4-10-6-15,4-2-7 0,3 0 3 0,4 1-24 16,3-1 33-16,2 2-27 0,2 2 38 0,2 2-24 15,-2 2 27-15,2 1 2 0,0 3-3 0,-3 4 1 16,-2 3-4-16,-6 11 2 0,0 3-1 0,-6 6-1 16,-1 3 2-16,-3 6 2 0,-2 4-4 0,-2 1 2 15,-2 3-1-15,-2 5 4 0,-3 2-4 0,-3 3 2 16,-4 5 4-16,2 3 0 0,-7 5-3 0,2 3 3 16,0 2-30-16,-1 4 33 0,1 2-28 0,3 3 9 15,4 1 1-15,0 2 29 0,4-4-25 0,2 2 26 16,3 0-33-16,3 0 31 0,2-2-2 0,4 1-1 15,2 0 0-15,2-4-2 0,6 2-1 0,3-6 1 16,1-1-3-16,3-5-1 0,-2-3-4 0,1-2-30 16,2-3-68-16,1-2-88 0,-3-5-108 0,1 0-85 15,4-5-60-15,-3 0-36 0,-2-3-70 0,1-1-75 16,-3-2-498-16,-3 1-732 0</inkml:trace>
  <inkml:trace contextRef="#ctx0" brushRef="#br0" timeOffset="150232.07">26155 9921 366 0,'0'0'791'0,"0"0"-177"0,0 0-69 0,0 0-51 0,0 0-49 0,0-8-29 16,0 8-65-16,0-13-25 0,1 6-47 0,3-5-32 15,0-2-34-15,0 0-50 0,2-3-14 0,-1-4-31 16,3-1-19-16,2-3-23 0,1-2-13 0,0-1-7 16,-1-2-18-16,4-3-10 0,-1-2 2 0,-3 5-13 15,-2-4 0-15,0 5 1 0,-2-2-11 0,-2 0-11 16,-2 6 15-16,-2 1-15 0,-2 0 19 0,-2 2-23 15,-5 3 11-15,1 4-15 0,-2 2 8 0,-4 3-11 16,0 5 11-16,-4 1 1 0,1 4 1 16,0 1 3-16,1 4-9 0,-2 1 0 0,4 5 6 15,0-1-3-15,5 2-5 0,3 1-8 0,2 2 3 0,4-2-11 16,5 2 1-16,2-1 2 0,6 2 1 0,2-3 6 16,3 1 7-16,3 1-9 0,4-3 8 0,0-2 5 15,3 3-2-15,-3-3 0 0,2-1 3 0,-6 2 1 16,2-2-1-16,-4 0 2 0,1 3 1 0,-4 0 1 15,0 0 4-15,-6 2 13 0,-1 0 9 16,-7 1-3-16,-1 0-5 0,-3 0 14 0,-6 3-14 0,-1 0 10 16,-4 0-16-16,-4 1 9 0,-1 0-21 0,-4-1 7 15,-2 1 17-15,-2-2-33 0,2-1-17 16,-8 4-33-16,6-5-74 0,-2-2-119 0,-1-1-161 16,-2 1-157-16,-1-3-847 0,0 0-1025 0</inkml:trace>
  <inkml:trace contextRef="#ctx0" brushRef="#br0" timeOffset="151080.17">24411 12366 289 0,'-12'-17'646'0,"2"-1"-114"0,-2 2-64 0,4 4-74 0,-1-2-66 0,2 3-81 16,1 3-35-16,-2 2-54 0,8 6 16 0,0 0 8 16,-6 6 32-16,6 7-9 0,2 1 9 0,2 8-21 15,4 6-25-15,-2 3-25 0,6 5-24 0,0 3-18 16,1-1-9-16,0 3-23 0,2-1-7 0,1 2-22 15,-1-3 4-15,-1-1-15 0,1-1-17 0,-2-3-16 16,-1-6-47-16,-3-3-77 0,0-3-99 0,-2-3-62 16,0-6-57-16,-2-1-109 0,-3-4-79 0,-2-8-495 15,-1 7-642-15</inkml:trace>
  <inkml:trace contextRef="#ctx0" brushRef="#br0" timeOffset="151463.87">24268 12525 159 0,'-16'-44'579'0,"2"2"-90"0,5 1-70 0,3 9-52 0,1 7-54 15,2 0-60-15,6 8-23 0,-1 1 5 16,7 1-9-16,0 6 10 0,4 3-7 0,2 5-13 16,4 3-35-16,3 6 20 0,8 3-35 0,3 6-11 15,5 2-39-15,-2 5-9 0,1 0-31 0,1 1-7 0,-2 0-24 16,5-1-9-16,-3-2-7 0,2-3-6 0,-2 0-5 16,2-1 10-16,-2-6-5 0,-6-4-7 0,3-2-3 15,-7-4-6-15,1-3-7 0,-2-2-11 16,-3-2-18-16,-2-4 0 0,-3 0-12 0,-1-2-10 0,-5-3-14 15,-3-2 1-15,-5 0 2 0,0-1-1 0,-4-3 21 16,-2-1-10-16,-4-5 19 0,-1-3-18 0,-4-3 24 16,-4-5-14-16,-2-1 4 0,-3-1 6 0,1 0 3 15,-4-1 9-15,1 3 17 0,-1 2 19 0,0 4 14 16,1 3 16-16,4 6 13 0,-1 4-3 0,4 6 7 16,1 4 4-16,2 5-12 0,11 3-1 0,-19 4 5 15,10 5 1-15,2 5-21 0,3 4 6 0,3 5-20 16,1 3 13-16,3 8-12 0,4 4-11 15,2 3 8-15,5 0-22 0,0-1 10 0,4-1-10 0,4-1 5 16,2-3-22-16,1-3-31 0,1-4-57 0,1-3-101 16,1-5-98-16,-5-6-70 0,4-1-118 0,-4-5-150 15,-1-3-338-15,-3-5-570 0</inkml:trace>
  <inkml:trace contextRef="#ctx0" brushRef="#br0" timeOffset="152063.59">25376 12106 466 0,'2'-13'798'0,"1"3"-155"16,-3 3-115-16,-3-1-100 0,2 2-50 0,1 6-32 16,-8-9-31-16,8 9-13 0,-15-1-58 0,5 2-20 15,-2 2-21-15,-3 3-31 0,1 1-10 0,-4 3-34 16,1 1-22-16,2 0-19 0,1 4-15 0,0-2-13 16,2 3 0-16,3-3-11 0,3 1 15 0,1 3-14 15,4-3 20-15,1 1-28 0,2 0 17 0,3 0-28 16,5 2 15-16,2-2-34 0,1-2 10 0,5-3-38 15,-2-1 16-15,5-3-23 0,-2-2 18 0,-1-4-17 16,2 0-13-16,0-4-10 0,1-3-5 0,1-1-13 16,-3-5-11-16,-2 3 14 0,-1-5 11 0,-2 0 8 15,-1-3 3-15,-4-2-3 0,-1-1 4 0,-3 1-9 16,-1-5 15-16,-2 0-8 0,-4 1 9 0,-1-1 15 16,-1 3 21-16,-2 0-6 0,-1 2 20 0,0 2 3 15,-2 4 8-15,1 3-6 0,-1 2-3 0,0 4-3 16,9 5 7-16,-14 0 1 0,8 7-11 0,-1 3 0 15,1 1-2-15,4 5-3 0,0 1 1 0,4 1-4 16,0 4 5-16,4-2 7 0,1 1 4 0,2 0-1 16,2-2 10-16,3-4-3 0,-1 1-7 0,4-2 11 15,1-1-19-15,1-5 20 0,0 0-33 0,0-3 17 16,0-5-11-16,0 0-10 0,-2-2-1 0,1-2 3 16,-1-2 4-16,-1-3-6 0,1-1 18 0,-3-2-21 15,-1-2 13-15,-1-1-5 0,-3 1 6 0,-4-2-17 16,1 1 13-16,-4-3-13 0,1 0 12 0,-3 0-19 15,0 1 21-15,-3 1 10 0,1 1 0 0,-2 1-4 0,0 3 5 16,0 2-2-16,-1 1-6 0,5 8 2 16,-9-7 3-16,9 7-4 0,-6 4-18 0,6-4 20 15,-4 14-20-15,4-6 13 0,0 3-21 0,2-1 27 16,2 4-16-16,1-1 20 0,3-1-17 0,1-1 25 16,0 1-16-16,2-3 13 0,-2 1-21 0,3-3 7 0,-1 1 21 15,1-4-24-15,-2 1 18 0,1-3-24 16,-11-2 21-16,22-1-19 0,-12-1 14 0,1-2-25 15,-1 0-2-15,-1-2-53 0,1-3-51 0,-2-1-92 16,-1 0-137-16,0-1-109 0,-3-4-125 0,-1 3-787 16,0-5-971-16</inkml:trace>
  <inkml:trace contextRef="#ctx0" brushRef="#br0" timeOffset="152229.46">25723 11708 898 0,'-9'-3'736'0,"0"-1"-138"0,-1-1-131 0,1 1-64 0,1 1-58 16,2-1-65-16,-3 1-55 0,9 3-45 0,-9-6-42 15,9 6-49-15,-9-7-84 0,9 7-109 0,0 0-109 16,5-7-112-16,-5 7-147 0,0 0-542 0,12-3-621 0</inkml:trace>
  <inkml:trace contextRef="#ctx0" brushRef="#br0" timeOffset="152813.39">25957 11762 712 0,'4'7'843'0,"-2"0"-190"0,2-1-157 0,-2-1-108 16,-2-5-73-16,7 13 32 0,-2-5-19 0,2 0-10 15,-1 2-49-15,3 0-29 0,2-1-13 0,2 1-38 0,0-1-9 16,-1-1-36-16,2 1 10 0,0-1-52 0,0-1 12 15,-2 0-18-15,0-1-21 0,0-3-30 16,-2 1 30-16,-1 1-9 0,-3-2 11 0,3 1 16 16,-9-4-40-16,10 0 20 0,-10 0-17 0,8-6-11 15,-5 0-7-15,-3-1-10 0,1-3-6 0,-2 0-5 0,-1-4-5 16,0-2-4-16,-1 1-1 0,-1-3 0 16,-1-2-5-16,1-2-1 0,-1 0-30 0,0 3 27 15,3-2-32-15,-2 5 32 0,1 0-31 0,1 2 26 16,-1 3-46-16,0-1 12 0,2 3-32 0,1 9 37 15,3-12-29-15,-3 12 32 0,6-7-30 0,-6 7 34 0,14 0-15 16,-14 0 27-16,21 3-22 0,-10 1 29 0,3-2-20 16,-1 1 31-16,2-1-27 0,0-1 27 0,0-1-18 15,0 0 24-15,0-1-19 0,0-1 23 16,0-3-28-16,0-1 30 0,-2-1-31 0,0-3 31 16,-2 1-21-16,-2-2 30 0,0-2-35 0,0 1 4 0,-4-2 1 15,0-1 4-15,-2 2 0 0,-3 1-1 0,0-1 32 16,-3 1-34-16,1 1 27 0,-6-1-27 0,2 3 23 15,-1-1-23-15,0 6 27 0,-5-1-30 0,3 4 27 16,-2 2-30-16,-1 5 6 0,-2 7 29 16,0 2-30-16,1 7 26 0,2 3-31 0,1 2 33 0,2 2 24 15,3 3-8-15,2-4 6 0,3-1 8 16,4-1 6-16,1-2-5 0,4 2-33 0,4-2 28 0,0-8-31 16,3 0 33-16,4-5-33 0,1-2 23 15,1-3-5-15,-3-3-8 0,5-3-8 0,2-4-12 16,-1-2-9-16,5-5-26 0,-3-2-21 0,-3 0-32 15,0-1-36-15,-3-1-46 0,-6-2-62 0,0 2-63 0,-2-1-96 16,-6 2-88-16,-1-1-92 0,-4 0-168 0,0 1-427 16,-5 2-777-16</inkml:trace>
  <inkml:trace contextRef="#ctx0" brushRef="#br0" timeOffset="153646.06">27126 10969 821 0,'-2'-16'778'0,"-1"0"-119"0,1 5-123 0,-2 0-97 0,0 1-84 0,4 2-60 16,0 8-16-16,0 0-20 0,0 0-33 0,0 0-28 15,9 18-19-15,-3 1-33 0,2 3-6 0,1 6-22 16,6 7-1-16,1 3-37 0,0-1 3 0,0 0-19 16,2 0 7-16,-1-1-29 0,0 0 0 0,-2-1 11 15,-1-3-25-15,-1-7 21 0,-4-4-30 0,-1-2 21 16,-2-4-30-16,1-1 24 0,0-1-16 0,-4-5 49 15,-1-2-29-15,-2-6 16 0,0 0-38 0,0 0-4 16,-15-6-4-16,6-7-3 0,-1-2 25 0,-3-8-36 16,0-2 26-16,-4-10-8 0,1-3-1 0,0-3-5 15,1-4-1-15,-2-10-1 0,4-1-30 0,1 6 34 16,3 0-26-16,4 0 5 0,1 2 23 0,2 1-32 16,4 1 26-16,1 5-2 0,2 8-12 0,2 3-10 15,0 6 0-15,1 4 6 0,1 2-5 0,-2 7 11 16,3 3 0-16,-2 5 1 0,-8 3 0 0,17 2-20 15,-10 4 28-15,1 5-20 0,-1 5 20 0,-1 3-27 16,0 2 20-16,-2 3-17 0,-1 4 24 0,-1 1-4 16,-2 3 1-16,0-2-8 0,-1 2 6 0,-2-4-3 15,2-3-1-15,0 1-3 0,0-6-2 0,-1-2-7 16,1-3-4-16,2-1 10 0,1-2-1 0,3-3 8 16,2 2-4-16,4-5-9 0,3 3-7 0,1-3-2 15,4-1 1-15,4 3 3 0,0-1 6 0,4 0 1 16,3 4 1-16,-2 0 8 0,1 0-6 0,-1 1 0 15,-1 0-6-15,-3 2 8 0,-1-1-8 0,-5 1-3 16,-4-3 1-16,0 4 4 0,-5-3 5 0,-5 0 7 16,1 1-2-16,-7-1 4 0,-2 1 6 0,-3 1-3 15,-7 5 3-15,-5-2 2 0,-3 2-3 0,-1-3 1 16,-7 4-6-16,0-6 4 0,2-2 2 0,-1-1-2 16,1 0 0-16,2-4-6 0,3-4-28 0,5 0-88 15,0-2-124-15,4-2-82 0,4-3-65 0,1-3-105 16,5-3-65-16,4 0-518 0,2-6-701 0</inkml:trace>
  <inkml:trace contextRef="#ctx0" brushRef="#br0" timeOffset="154613.56">27859 10886 928 0,'16'-22'701'0,"-2"5"-128"0,-3 3-95 16,-4 1-76-16,-3 2-39 0,0 3-57 0,-4 8-29 15,-3-10-46-15,3 10-15 0,-11-1-45 0,2 4-10 16,-4 5-21-16,-1 0-21 0,-2 5-4 0,-3 4-1 15,2 2-20-15,0 1 12 0,0 3 5 0,3 2-9 16,2-1-6-16,4-3-7 0,0 0-11 0,3-2-8 16,1-2-7-16,3 2-3 0,1-4-8 0,3-1-7 15,3-1-9-15,0-1-9 0,3-3-4 0,-1 0-7 16,3-6-13-16,1 1 0 0,0-4 6 0,0 0-11 16,1-3-2-16,0-1-6 0,0-5 7 0,-1 0-1 15,-1-1 3-15,0-5 0 0,1 1 1 0,-5-5-3 16,0 0 3-16,-1 0 2 0,-3 1-3 0,-1-1 3 15,-2 1 3-15,0 0-3 0,-1 2-22 0,0 1 33 16,-2 4-23-16,1-1 26 0,0-1-25 0,-3 5 24 16,3 1-27-16,-1 1 30 0,3 6-28 0,0 0 25 15,-11 2-8-15,9 7 1 0,-1 0-4 0,1 2 1 16,4 3-3-16,-1-2-1 0,1 5 1 0,3-1 0 16,2 0 3-16,0 1-5 0,2-1 4 15,3-2 2-15,-2-2-2 0,0 1 2 0,4-5-4 0,-2 2-9 16,1-4 3-16,-1-2 0 0,1-3-9 0,0-1-22 15,-1-1 9-15,0-2-5 0,1-3-3 0,-1-4 1 16,0 3 5-16,1-8-1 0,-1 0 3 0,-2-1 3 16,-2-2 0-16,-1-1 7 0,-1 0-10 15,0-2 16-15,-4 3-11 0,0 2 22 0,-1 0-9 0,-2 4 12 16,1-2-19-16,-2 4 21 0,-2 1-16 0,2 4 15 16,2 5-11-16,-10-4 12 0,10 4-18 0,-12 4 19 15,7 2-18-15,0 4 29 0,-1-2-14 0,0 4-4 16,4-3 0-16,-1 4 0 0,3-1 1 0,0-2 0 15,0 2-2-15,3-4 0 0,-1 1 0 16,4-1-2-16,0-2 3 0,0-2-3 0,-6-4 2 0,14 1 2 16,-4-4 3-16,0-1-5 0,0 0-2 0,1-5 3 15,-1-1-2-15,3-6 3 0,-1 2-4 0,-1-2-16 16,1-3 19-16,-3 0-20 0,0 0 18 0,0-2-18 16,-2-1 14-16,2 3 5 0,-4 3 13 0,-1 1 19 15,0 2 6-15,2 2 2 0,-3 2-15 16,-1 1-4-16,-2 8 11 0,8-3-6 0,-3 9-1 0,4 4 23 15,1 8-3-15,3 8-11 0,6 11 24 0,-2 4 9 16,7 13-2-16,1 2-14 0,-3 4-12 0,0 1-3 16,1-2-6-16,-1 7-27 0,-3-3 29 0,-2 1-9 15,-3 0-4-15,-1-2-3 0,-6-10-2 16,-1-1-1-16,-4-2-1 0,-2-4-2 0,-1-8-2 16,-4-2-1-16,-2-4 2 0,-1-3-1 0,0-6 2 0,-4-3 9 15,2-3-3-15,-3-6 4 0,2-3-4 0,-3-6 1 16,-2-3-2-16,0-7-7 0,-4-5-8 0,1-6 1 15,-5-11-15-15,2-4-29 0,2-5 30 0,-2-12-20 16,5-4 23-16,1-7-15 0,4-4-21 16,2-6-10-16,1 1-9 0,5-4 12 0,2 0 6 0,2 4-17 15,2 4 39-15,0 11 1 0,3 3 1 0,2 3 7 16,-3 4 4-16,3 6 7 0,-4 9 8 16,1 7 4-16,0 2 3 0,-3 5 3 0,2 1 2 15,-2 4-1-15,2 4 0 0,-3 9 3 0,-3-10-5 16,3 10 0-16,0 0-1 0,-7 7 0 0,5 0-27 15,-2 5 33-15,3 0-27 0,1 2 22 0,0 4 0 0,3 1-5 16,1-1-2-16,2 2 0 0,2-1-1 0,2 0 4 16,0-1-4-16,4 0-6 0,0-4-12 15,3-1-33-15,-2-3-50 0,6-2-96 0,-5-3-94 16,2-3-85-16,1-1-63 0,-1-1-73 0,-1-1-123 16,-2-5-601-16,2 1-843 0</inkml:trace>
  <inkml:trace contextRef="#ctx0" brushRef="#br0" timeOffset="154963.6">28714 10782 984 0,'0'0'667'0,"9"-8"-142"0,-7 2-111 0,1 2-38 0,1-4-18 0,-2-1-26 15,3-1-30-15,-1-1-59 0,1-3-25 0,0-2-32 16,0-2-6-16,-1-1-20 0,3-3-31 0,-2 1-23 16,2-2-23-16,2-7-12 0,-2 1-13 0,-1-2-16 15,3-1-6-15,-4 0-11 0,0 1-5 0,-1-1-2 0,-3 7-3 16,1-1-5-16,-5 1-2 0,2 4-5 15,-3 3 0-15,-1 2-1 0,-3 3 1 0,-1 3-3 16,-1 4 1-16,-4 2-2 0,3 4 30 0,-5 6-37 16,1 0 32-16,2 2-35 0,-1 4 30 0,5 1-37 15,1 0 39-15,2 1-38 0,4 1 30 0,2-2-12 16,2 3-1-16,4-4-26 0,-1 2 3 0,4-2 4 16,2-2 4-16,3 2 2 0,1-1 4 0,0-1 2 15,2 0 0-15,2 0 2 0,0-1 6 0,-1 2-9 16,0-3 6-16,-1 3-1 0,1-1 1 0,-3-1 0 15,0 4 2-15,-3-4-2 0,-1 3 1 0,-2-1 4 16,-4 0-2-16,1 2-2 0,-4-2 1 0,-1 0-14 16,-2 0-10-16,1-1-49 0,-2 1-63 0,-2-3-122 15,-1 0-99-15,-1-2-114 0,1-1-171 0,5-5-457 16,-12 6-716-16</inkml:trace>
  <inkml:trace contextRef="#ctx0" brushRef="#br0" timeOffset="155246.12">29083 10463 791 0,'11'-7'892'15,"-3"0"-175"-15,1-4-140 0,1-1-83 0,2-5-11 16,3-4-100-16,3-8-48 0,5-1 15 0,1-5-53 16,3-8-23-16,5-1-31 0,3-4 7 0,0-2-7 15,3 0-30-15,1-2-30 0,3-4-21 0,-1-2-31 16,0-4 24-16,13-13-44 0,-1 0-14 0,-4-2-7 15,5-1-17-15,-2 1-8 0,-1 0-39 0,0 2 26 16,-10 13 29-16,-3 3-55 0,-3 5 34 0,-6 7-52 16,-7 10 40-16,-1 4-59 0,-5 8 44 0,-7 6-92 15,-4 4-15-15,-5 6-89 0,-4 4 8 0,4 5-75 16,-22 2 8-16,2 8-81 0,-5 3-38 0,-5 9-50 16,-2 2-66-16,-1 7-33 0,-6 7-83 0,2 3-80 15,1 2-551-15,-1 2-812 0</inkml:trace>
  <inkml:trace contextRef="#ctx0" brushRef="#br0" timeOffset="155513.82">29281 10293 590 0,'1'25'765'0,"5"-3"-132"0,3 6-89 0,6-3-64 15,5 6-20-15,6-1-11 0,5 1-16 0,11 5-52 16,1-1-4-16,7 2 74 0,1-4-16 0,8 1 48 15,2 1-59-15,4 1-8 0,6-1-48 0,0 0-35 16,2 0-164-16,1 0-169 0,0-3 0 0,-1-1 0 16,1-1 0-16,-3-2 0 0,-5-3 0 0,2-1 0 15,-6-3 0-15,-8-1 0 0,-8-6 0 0,-6-3 0 16,-7 1 0-16,-4-5 0 0,-7 1 0 0,-5-2-109 16,-2-1-226-16,-7-3-110 0,-2 2-66 0,-6-4-73 15,0 0-50-15,-9 6 27 0,-1-5-9 0,-5 0-62 16,-5-2-475-16,-5-1-765 0</inkml:trace>
  <inkml:trace contextRef="#ctx0" brushRef="#br0" timeOffset="157714.32">30006 8142 337 0,'-7'-6'502'0,"2"3"-88"0,-3-1-82 0,1 0-27 0,-1 1-32 0,8 3-24 15,-15-3-26-15,15 3 4 0,-17 5 1 0,8 0-3 0,-1 2-20 16,-1 4-5-16,2 0-32 0,1 5 20 16,-1-2-19-16,5 4-27 0,2 0 6 0,2 1-15 15,1-1-6-15,4 4-11 0,3-1-9 0,1-1 16 16,5 0-30-16,2-1 35 0,2 0-61 0,0-6 0 15,1-1 31-15,1-2-50 0,0-3 35 0,2-3-56 16,-3-2 45-16,1-3-66 0,1-3-11 0,1-2-23 16,-1-2-10-16,-2-3-10 0,-1-2-9 0,-3-2 19 15,-2 0-14-15,-4-1 13 0,0-3-14 0,-4 2 14 16,-2-2-1-16,-3 0-7 0,-3-4 4 0,-2 1 6 16,0-1-5-16,-4 0 7 0,0 3 5 0,-2 0 11 15,1 4 9-15,1 3 10 0,0 3 5 0,0 1-1 16,2 5 4-16,7 4 0 0,-14 0 0 0,14 0 0 15,-7 9 1-15,5-1 9 0,2 5-13 0,2-1-2 16,3 3-15-16,2 0 18 0,1-2-10 0,2 2 10 16,2-2 12-16,-1-3 26 0,3-1-16 0,-2-1 31 15,4-1-28-15,-3-4 39 0,1-3-49 0,2 0 27 16,-1-3-38-16,0-3 27 0,-2-3-35 0,2-1 25 16,0-3-5-16,-4-2-5 0,-1-3-3 0,-1 1-4 15,-4-2-4-15,0-2 3 0,-2 2-1 0,-3 0-8 16,-3 0-2-16,1-3 2 0,-6 3 0 0,2-1 1 15,-5 2 1-15,-1 2 3 0,0 1-6 0,-3 4 2 16,-2 1-2-16,2 5-3 0,0 2 4 0,-1 2-20 16,2 2-31-16,3 3-47 0,-1 1-74 0,3 3-116 15,1 0-105-15,5 2-62 0,0 0-80 0,3-1-113 16,3 2-300-16,0-1-527 0</inkml:trace>
  <inkml:trace contextRef="#ctx0" brushRef="#br0" timeOffset="157895.9">30489 7986 443 0,'0'0'736'0,"0"0"-173"0,10 5-100 0,-10-5-74 15,9 9-48-15,-8-2-36 0,3 2-34 0,-1 0-24 16,-1 1-35-16,0 1-39 0,1 0-32 0,-1 1-29 16,2 1-26-16,-1 2-18 0,2-2-12 0,-1-1-18 15,1 2-27-15,-1-1-58 0,-1-2-111 0,-1 1-96 16,2-3-116-16,-4-2-155 0,0-7-504 0,0 11-642 15</inkml:trace>
  <inkml:trace contextRef="#ctx0" brushRef="#br0" timeOffset="158045.87">30448 7880 447 0,'-6'-17'669'0,"2"4"-123"0,1 2-89 0,-1 1-87 0,2 1-75 15,-1 0-42-15,1 1-46 0,0 2-42 0,0-1-52 16,2 7-33-16,-3-8-30 0,3 8-56 0,0 0-74 15,0 0-79-15,0 0-87 0,0 0-101 0,0 0-128 16,9 2-269-16,-9-2-250 0</inkml:trace>
  <inkml:trace contextRef="#ctx0" brushRef="#br0" timeOffset="158696.15">30544 7659 186 0,'1'-6'695'0,"0"-3"-122"0,-1 9-119 16,0-12-60-16,0 12-79 0,-1-7-26 0,1 7-3 15,0 0-11-15,0 0 3 0,1 11-17 16,3 2-24-16,-1-1-38 0,2 5-37 0,1 5-32 0,4 5-26 16,-2 0-22-16,4 3-17 0,2 4-12 0,-1 0-11 15,-1-1-8-15,-2-3-11 0,1-1-13 0,-2-1-27 16,-2 0-24-16,-3-4-44 0,1-1-71 0,-3-2-62 16,0-4-28-16,-3-1-25 0,-2 2 39 15,1-7-5-15,-1 0 15 0,-3-3 30 0,-1-1 38 16,0-2 31-16,7-5 25 0,-14 2 19 0,14-2 39 0,-18-6 29 15,10 0 28-15,0-2 24 0,-2-2 27 0,3-1 29 16,0 0 29-16,1-1 12 0,2-1-4 0,3 2 2 16,1-1-7-16,1-2-5 0,4 1 1 0,1-1-14 15,6-2-19-15,2-1-12 0,3 0-7 0,2-3-20 16,2 2-9-16,1-1-13 0,4-3-4 16,-3 3-9-16,0-1-4 0,0 1-7 0,-3 0-6 0,1 0 5 15,-3 0-8-15,-2-2 1 0,-3 5-1 0,-2-1-2 16,-4 0 5-16,-1 2-2 0,-2-1 1 15,-4 3 1-15,-1 1 2 0,-2-4 2 0,-3 3 0 0,-1 1 5 16,0 1 4-16,-5-2 10 0,2 5 10 16,-3-2 9-16,2 3 9 0,-1 2 9 0,0 2-1 15,1 2-2-15,0 2-14 0,-1 3 5 0,3 3-3 0,0 4 10 16,1 5 3-16,1 3 10 0,3 3-15 16,0 3-9-16,4 3-8 0,2-2-6 0,0 7 9 15,5 1 13-15,0-5 1 0,3 3 5 0,1-3 3 0,0-1 1 16,1-2-13-16,-3-6-5 0,0-1-4 15,-2-2-8-15,1-4-1 0,-2 0 2 0,0-2 11 16,-3-2 7-16,2-4-7 0,-5-5-11 0,4 7-6 0,-4-7-5 16,0 0-6-16,0 0-7 0,5-7 1 15,-5 7-4-15,0-11-2 0,-1 3 1 0,0-3-4 0,1 0 2 16,1-2-3-16,0-1-1 0,2 0 1 16,-1-1-3-16,2 2-1 0,0 1 1 0,4 2-7 15,-3 1 9-15,1 2-3 0,3 3 3 0,-1 1 0 16,3 1 0-16,-2 4 3 0,3-1-2 0,1 3 0 0,-2 1-1 15,4 4-2-15,-2-3-7 0,1 2-38 16,-1 0-64-16,-1 1-94 0,0-1-100 0,0-1-118 16,-1 1-80-16,-2-3-95 0,-1 1-634 0,0-3-843 15</inkml:trace>
  <inkml:trace contextRef="#ctx0" brushRef="#br0" timeOffset="158996.12">31141 7659 5 0,'0'-10'842'0,"0"1"-213"0,0 9-121 0,0-11-55 16,0 11-36-16,0 0-34 0,0 0-34 0,0 0-33 16,4 11-38-16,-3-2-40 0,1-1-33 0,5 7-25 0,-2-1-16 15,1 2-33-15,3 0-27 0,1 2-16 16,1 0-19-16,0-1-17 0,-1-2-6 0,2 2-7 16,-3-7-8-16,2 1-5 0,-2-2 11 0,3-1-7 15,-2-5-2-15,-1 2-4 0,-9-5-8 0,20-2 0 16,-11-1-2-16,0 0 0 0,-1-3-6 0,1-1 3 0,-3-1-3 15,-1-2-7-15,-1 0 2 0,-1-4 0 16,-1 3 0-16,-2-1-1 0,-3-4-33 0,0 0 41 16,-4 3-43-16,1-2 36 0,-2 1-30 0,-3 3 30 15,1 0-36-15,-4 0 21 0,0 4-21 0,-2-1 15 16,2 5-40-16,-4 0-14 0,4 3-52 0,-2 1-67 16,2 1-92-16,-2 5-73 0,5 1-66 0,0-2-104 0,6 3-591 15,0-2-733-15</inkml:trace>
  <inkml:trace contextRef="#ctx0" brushRef="#br0" timeOffset="159613.91">31433 7594 626 0,'4'-9'678'0,"-3"2"-134"0,-1 7-69 0,-2-11-78 16,2 11-40-16,-8-7-40 0,8 7-36 0,-9-4-28 15,9 4-25-15,-13-1-28 0,13 1-38 0,-15 2-23 16,15-2-15-16,-10 7 11 0,5 1-12 0,2-1 21 0,2 2-12 15,1 2-8-15,1 0 1 0,4-2-9 16,-1 4-24-16,3 2-14 0,0-5-17 0,3 3-8 16,-1-2-15-16,2 0-10 0,1-1-15 0,0-2-1 15,-1 0-4-15,2 1-5 0,-4-4-3 0,3 1 4 0,-3-3-4 16,0 0 4-16,-9-3-14 0,15-1 0 16,-15 1 1-16,13-5 5 0,-6-1-3 0,-2 2 1 0,-1-3 1 15,1-3-1-15,-2 3 1 0,-2-4-3 0,0 0-40 16,-1-1 33-16,-1-1-8 0,1 1-3 0,-4-2 2 15,2-1-1-15,-1 3 0 0,1 1 14 0,-2-1 0 16,1 3 1-16,1-2 3 0,1 6 5 0,-1-2-13 16,2 7 6-16,0-7 23 0,0 7-18 0,0 0 0 0,0 0 2 15,10 5 4-15,-3 1-31 0,-1-1 39 16,3 3-6-16,4 1-2 0,-3-2-2 0,4 2 1 16,0-1 2-16,-2-1 2 0,4-2 0 0,-3 0-3 0,0-3 1 15,-2 1-5-15,2-3 9 0,-1-2 1 0,-1-1-15 16,-2-2 7-16,1-3-9 0,-1-2-3 0,-2-2 11 15,0-1-10-15,-2-2 8 0,-1-2-31 0,0-2 29 16,-4-6-23-16,0 1 33 0,0-1-24 0,-4-2 22 16,-1-3-25-16,-2-3 31 0,-2-5-30 0,-2 1 28 15,-4 1-22-15,2 0 38 0,-2 1-21 0,0 2 18 16,1 6 15-16,1 4 1 0,0 0-1 0,0 5-1 16,4 3 0-16,0 0-7 0,0 5-4 0,3 3 3 15,6 7 1-15,-13 0 3 0,6 6-5 0,2 6 3 16,1 5 31-16,0 5-24 0,4 3 25 0,2 3-15 0,2 5 13 15,3 8-25-15,3-1-7 0,3 0-5 0,2 1 0 16,2 1-2-16,3-3-3 0,0-1-3 0,2-1-5 16,0-4 21-16,-1-3-27 0,1-1 7 0,-4-8-37 15,1-2-11-15,-3-3-111 0,-1-4-100 0,-3-1-110 16,-1-5-92-16,-1 1-42 0,-2-3-29 0,-8-4-46 16,0 0-77-16,0 0-283 0,9-2-504 0</inkml:trace>
  <inkml:trace contextRef="#ctx0" brushRef="#br0" timeOffset="159779.78">31650 7569 793 0,'-15'-2'602'0,"2"-1"-72"16,3 0-59-16,3 2-84 0,7 1-50 0,-11-7-33 0,11 7-19 15,0-12-15-15,5 3-47 0,4-1-34 0,7-5-51 16,7-1-19-16,7-4-19 0,2 1-28 0,5-3-11 16,2 0-14-16,0 2-9 0,2-1-10 0,-1 1-33 15,-3 1-74-15,-2 1-88 0,-7 5-79 0,-2-1-74 16,-7 5-73-16,-3 2-83 0,-5 3-71 0,-2 1-322 15,-9 3-422-15</inkml:trace>
  <inkml:trace contextRef="#ctx0" brushRef="#br0" timeOffset="160930.07">30268 9337 282 0,'0'7'693'0,"0"-7"-171"16,1 9-115-16,-1-9-79 0,1 9-36 15,-1-9-18-15,4 10-25 0,1-4-39 0,-3 0-18 16,0 0 0-16,2-1-11 0,-4-5-5 0,6 8 2 0,-6-8 10 15,5 9 4-15,-5-9-9 0,0 0 4 16,0 0-61-16,13-4 5 0,-9-7-56 0,2-2 14 0,-3-3-48 16,1-6-7-16,-2-2-2 0,2-4-10 0,-4-1 0 15,0-5-6-15,0-3 26 0,-4 0-37 16,-1-6 23-16,1 0-34 0,-6 0 31 0,-1 0-35 16,-3 3 32-16,0 1-36 0,-3 1 36 0,-1 3-37 15,-4 3 29-15,3 5-31 0,1 4 34 0,0 5-32 16,4 6 30-16,0 2-32 0,3 5 34 0,11 5-32 15,-19 5 30-15,11 5-33 0,3 5 41 0,2 3-36 16,3 7 28-16,4 9-29 0,5 6 3 0,5 1 8 16,3 2 1-16,8 5-5 0,5-5 3 0,3-3 2 15,0-2 37-15,-1-8-42 0,3-5 39 0,0-4-45 16,-2-4 37-16,-2-7-37 0,1-3 1 0,-2-5 0 16,-1-4-8-16,2-5-5 0,-1-3 1 0,-3-1-3 0,0-5 2 15,-3-1 26-15,-3-2-21 0,-3 0 20 16,-2-3-20-16,-7 3 21 0,1-1-6 0,-6-2 1 15,0 4 0-15,-3-1 2 0,-3 1 2 0,-1 1-3 16,-3 1 7-16,0 2-7 0,-2 3 1 0,-1 2-13 16,-4 3 21-16,4 0-19 0,-2 5 22 0,-1 2-18 15,1 3 27-15,0 4-13 0,-3 1 35 0,5 2-31 16,-3 4 9-16,1 2 5 0,4 0-3 0,2 1 2 16,-2-4-4-16,5 2 4 0,0-1-1 0,4 0-6 15,-1-3-2-15,3-1-1 0,0 1-2 0,1-5-1 16,1 4 4-16,1-5-9 0,0 1-11 0,2-2-1 15,-1-2 5-15,0 0-1 0,-8-3-2 0,15 2 3 16,-15-2 1-16,14 1 1 0,-14-1 0 0,14 0 0 16,-14 0-1-16,0 0-2 0,17-1 2 0,-17 1 4 15,0 0 0-15,15 0-1 0,-15 0-8 0,11-1 2 16,-11 1 5-16,14-2-1 0,-5-1-2 0,0 0 1 16,0-2 1-16,1 0-2 0,1 0 1 0,0-2 4 15,1-3 35-15,-2 1-46 0,0-3 39 0,2-1-45 16,-1-3 42-16,-1-1-5 0,-1-1-3 0,0 0-5 15,-2-2 5-15,0-1-12 0,-2 0-3 0,-1-1-3 16,-2 0 2-16,-1 2 0 0,-1 1-1 0,-1-6 1 16,-1 2 0-16,-2 0 2 0,1 4 3 0,-1 1 22 15,0 2 9-15,0 2 3 0,2 3-7 0,0 0-8 16,0 4-1-16,2 7 14 0,0 0 19 0,0 0-10 16,0 0-2-16,7 19 47 0,2 1 20 0,4 6 5 15,4 9-16-15,1 3-35 0,3 3 42 0,4 10-40 16,-1 0 20-16,2 4-48 0,-2-2 22 0,0 2-10 15,0-1-13-15,-2 0-7 0,1-2-7 0,-1-1-2 16,-7-10-5-16,2-4-40 0,-4-1 39 0,-1-6-37 16,-4-4 39-16,-2-5-35 0,-2-2 41 0,-2-3-40 15,-2-3 39-15,-2-2-39 0,-2-2 42 0,-1-4-46 16,5-5 38-16,-16 0-40 0,4-4 40 0,1-6-46 16,-9-8 35-16,1-2-41 0,-4-9 29 0,-2-3-44 0,-1-6 36 15,-1-9-29-15,-1 0 19 0,3-5-13 16,3-1 30-16,3 1-52 0,3-4 32 0,6 10 3 15,3-1-2-15,3 3 5 0,4 9-2 0,2 2-7 0,3 4 0 16,2 2 8-16,4 6 0 0,-1 4 3 0,3 4 1 16,1 3 3-16,-1 5 3 0,0 2 0 15,0 2 2-15,-1 2 1 0,0 3 0 0,0 0 0 16,-1 3 3-16,-3 0 1 0,-1 1 1 0,-3 0 2 0,1 1 1 16,-2 2-1-16,-3-2 2 0,-5 2-4 0,0 1 2 15,-4 0-33-15,-2-1 38 0,-5 1-39 0,0-1 27 16,-1 0-67-16,0-5 4 0,0-2-85 0,0 0-53 15,1-3-71-15,1-1-74 0,2-3-86 0,-2-1-40 16,3-2-51-16,3-5-88 0,0 0-513 0,4-3-743 16</inkml:trace>
  <inkml:trace contextRef="#ctx0" brushRef="#br0" timeOffset="161781">30996 8356 418 0,'4'-10'791'0,"-3"-1"-148"0,2 4-129 0,-2 1-123 15,-1 6-51-15,3-9-11 0,-3 9-7 0,0 0-22 16,0 0-33-16,7 5-32 0,-5 1 22 0,0 1-69 16,1 3 9-16,2 2-73 0,1 3 29 0,1 3-27 15,2 1-21-15,2 5-25 0,1 1-16 0,2 0-9 16,1 2-8-16,0 3-16 0,1-3-4 0,-2 1-6 16,1-3-4-16,-3 2-4 0,2-2-8 0,-3 0-3 15,1-1-30-15,-2-5-29 0,0 1-24 0,-2-5-38 16,1-2-50-16,-2-1-21 0,2-2-13 0,-2-2-19 15,3-3-19-15,-2 0-34 0,-1-3-51 0,-7-2 13 16,18 0-13-16,-18 0 45 0,16-2 18 0,-8-1 55 16,1 1 30-16,0-1 48 0,-2 0 14 0,2-1 38 15,-2-1 66-15,0 1 26 0,-1 0 64 0,2-1-3 16,-3-1 31-16,1 0 16 0,-1 1 21 0,-1-4 10 16,0 3 1-16,0-4 6 0,1 4 3 0,-4-4 4 15,4 2-12-15,-3 0 13 0,0-1 0 0,-2 2-18 16,1 1 1-16,1-2-36 0,-2 8-15 0,-2-12 4 15,2 12-8-15,-1-11-13 0,1 11-1 0,-5-10-12 16,5 10-11-16,-10-5-10 0,10 5-4 0,-14-2-11 16,14 2 2-16,-18 3 0 0,8 0-6 0,-2 1-7 15,1 5-2-15,-1-3-6 0,3 4-1 0,-2 0 4 16,2 1-8-16,2 3 0 0,0-2-4 0,0 2 0 16,4-1-2-16,1-1 2 0,2-1 5 0,2 1 20 15,0-2 3-15,3 1 3 0,1-3-4 0,2 0-4 16,1-1-4-16,1-3 0 0,-1 0 4 0,2-2-7 0,-11-2-3 15,21-2-3-15,-10-2-5 0,1 0-3 0,-1-5-3 16,-1 2 0-16,0-2-1 0,-2-2-1 16,-1 0 0-16,0-1 0 0,-1-1 2 0,-2-1-2 0,-3 1 1 15,0 1-3-15,-2-2-2 0,1 3 2 0,-1-2 3 16,-2 2-4-16,2 2-4 0,-3-1 3 16,4 3 12-16,-2-1-15 0,1 1-3 0,1 7 1 0,0 0 11 15,0 0-11-15,0 0-3 0,0 0 5 0,1 9 1 16,1-1 1-16,3 1 2 0,-1 1-2 0,3 2 7 15,0-1-6-15,2 0-18 0,1 1-24 0,1-3-21 16,-2-1-28-16,3 0-10 0,0-2-40 0,-1-2-13 16,1-1-23-16,-2-1-11 0,3-4-22 0,-3-3 2 15,0 0 5-15,3-1 7 0,-3-2 27 0,-2-1 6 16,2-5 33-16,-3 2 15 0,0-2 28 0,-3-1 4 16,1-1 31-16,0 0 3 0,-2-2 17 0,-2 1 7 15,0-1 27-15,-1 3 22 0,-2-2 25 0,1 0 28 0,-1 3 13 16,-3 0 28-16,2 3 12 0,0 0 7 0,-1 3-3 15,0 0-2-15,0 4 7 0,4 4 3 0,-9-5-3 16,9 5 2-16,-10 6-8 0,5-1-21 0,1 2-15 16,2 2 12-16,-1 1-11 0,2 2-14 0,-1 1-22 15,4 0-8-15,-1 0-12 0,0-1 19 0,3 3-34 16,-1-4 14-16,3 2-31 0,-2-2 22 0,6 0-28 16,-3-3 22-16,0-2-21 0,2 0 3 0,1-1-59 15,-1-3-34-15,2-1-65 0,-11-1-47 0,20-1-57 16,-11-1-52-16,1-3-47 0,-3 2-91 0,-2-1-135 15,-5 4-380-15,6-7-545 0</inkml:trace>
  <inkml:trace contextRef="#ctx0" brushRef="#br0" timeOffset="162496.35">31916 8316 379 0,'-5'-6'529'0,"0"1"-127"0,-1 0-69 0,-1 1-38 0,-3 1-18 0,2-2-26 16,1 2-28-16,-3-1-17 0,2 2-19 0,0-1-14 16,8 3-33-16,-16-2-15 0,16 2-30 0,-12-4-9 15,12 4-25-15,-10-3-5 0,10 3-17 0,-10-3-2 16,10 3-15-16,0 0 5 0,-11-3-17 0,11 3-37 16,0 0-92-16,-5-4-125 0,5 4-154 0,0 0-591 15,-1-6-586-15</inkml:trace>
  <inkml:trace contextRef="#ctx0" brushRef="#br0" timeOffset="162962.91">31730 8451 383 0,'0'0'685'0,"-5"-5"-162"15,5 5-106-15,-7-7-65 0,7 7-34 0,-5-4-13 16,5 4-21-16,-9-4-32 0,9 4-17 16,-9 1-22-16,9-1-19 0,-14 9-26 0,5-1-25 0,-1 0-13 15,1 6 0-15,-1 0-13 0,2 4-14 0,-1 1-8 16,5-3 2-16,-1 1 16 0,4 0-3 0,0-1 17 16,2-1-19-16,1 0 0 0,4-1 16 0,0-1-35 15,3-4 0-15,4 1-30 0,0-5 5 0,4-2-31 16,1-1 4-16,3-5-19 0,4-1 6 0,2-6-22 15,1-1 18-15,-3-3-29 0,0-3 19 0,-1-1-11 16,-1 0 7-16,-1-3-16 0,-3 0 0 0,-1 0 4 16,-4-4 4-16,-1 2-6 0,-3-2 2 15,-3 4 23-15,-2-1-25 0,-4 0 19 0,0 3-24 0,-2 0 20 16,-1 1-20-16,-5 1 23 0,2 3-23 0,-3-1 24 16,-3 5-21-16,-1 0 21 0,-2 4-22 0,3 1 23 15,-1 4-18-15,-2 2 18 0,-1 4-19 0,0 1 3 16,2 5 5-16,-1 1-1 0,2 3 3 0,3 3-1 15,3-4-1-15,2 3 5 0,4-3 9 0,3 3 0 16,3-3 22-16,2-1-16 0,5 0 3 0,4-3-27 16,1-2-22-16,5-3-87 0,-1-3-94 0,1-2-99 15,1-2-138-15,-1-3-89 0,0-1-115 0,-5-1-649 16,-4 0-898-16</inkml:trace>
  <inkml:trace contextRef="#ctx0" brushRef="#br0" timeOffset="164013.4">31175 9828 728 0,'-8'26'576'0,"3"-5"-138"0,0 0-89 0,4-4-76 0,-2-2-34 16,0-2 51-16,1-1 46 0,1-2 36 0,1-2 32 15,0-8-78-15,1 5-31 0,-1-5-96 0,8-5-39 0,-2-4-33 16,1-4-23-16,2-4-21 0,1-2 18 0,0-7-54 16,2 1 21-16,0-5-43 0,-3 1 23 15,-1-2-9-15,1-1-13 0,-3-1-4 0,1-2-4 16,-3 0-1-16,1-1-6 0,-3 0 2 0,0-1-39 0,0 2 38 15,-2-1-40-15,-2 1 32 0,-2 3-45 0,1 1 36 16,-2 6-41-16,-1 1 33 0,-1 3-27 0,-4 4 17 16,-1 5-20-16,-2 2 29 0,-2 5-18 0,-4 4 24 15,-1 3-16-15,-9 5 20 0,-4 8 9 0,-3 3-8 16,2 2 1-16,1 3 3 0,3-1 1 0,4 1 0 16,7-4-2-16,-1 0 3 0,7-2 5 0,5-3-8 15,4-1 3-15,3-1 12 0,4-2 9 0,3 0 8 16,8-4-8-16,1 3 6 0,6 0-10 0,2-2-11 15,8 0-1-15,-1 2-1 0,3-1-3 0,0-2 2 16,1 2 5-16,-1-1 11 0,3 3-6 0,-5-2 8 16,-3 1-14-16,1 1-4 0,-5-1-33 0,-2 2 39 15,-3-3-35-15,-2 1 49 0,-4 0-40 0,-1 1 57 16,-2 0-54-16,-4-1 54 0,-1 0-47 0,-2 1 41 16,-4-2-50-16,0 2 51 0,-2-1-57 0,-1-1 53 15,-2-1-49-15,-2 0 52 0,2-2-54 0,-4 0 57 16,1-4-44-16,10-1 42 0,-16 0-50 0,7-2 50 15,-1-2-54-15,2-5 56 0,-1 0 0 0,2-4-11 16,2-1-9-16,0-2-7 0,4 0-3 0,2-2-3 16,1 1-7-16,1-1 14 0,6-1-14 0,-1 1-1 15,2 1 0-15,2 3 1 0,-1 1-3 0,3 3 4 16,0 2 2-16,-2 0-2 0,2 6 12 0,-1 1 2 16,1 2-7-16,1 2 0 0,0 4 5 0,-1-1-4 0,-1 4 2 15,1-1-5-15,-3 2 1 0,0 0 0 0,-1 2-1 16,-3-2-2-16,0 2 5 0,0-2-2 0,-4-1 2 15,-1 2 1-15,-2-2-1 0,0 0-45 0,-2 0 50 16,-1-1-46-16,-4-2 53 0,2 0-49 0,0-2 54 16,5-5-52-16,-13 4 51 0,13-4-5 0,-14-4-3 15,6-1-3-15,3-2 16 0,-1-2-4 0,0-5-7 16,1 0-2-16,3-1-6 0,-2-4-1 0,4 0-2 16,0 0 4-16,3 0 5 0,1-1-1 0,2-2-9 15,2 2 2-15,1 3-4 0,1 1 0 0,3 3 0 16,-2 2-4-16,2 4-1 0,-1-1 0 0,-1 5-2 15,3 2 2-15,-2 1-2 0,0 1 1 0,1 2-1 16,0 4-1-16,0 0 20 0,-2 1-22 0,2-1 19 0,-4 0-22 16,-1 2 20-16,-2-1-19 0,0 0 21 15,-2-2-22-15,-1 3 2 0,-3-2 1 0,-2-1 4 16,1 1 1-16,-1-2 0 0,2-5 1 0,-10 6-2 0,10-6 1 16,-11 3 2-16,11-3-3 0,-11-5 2 0,3 3 1 15,4-5-2-15,-2-1-1 0,1-1 3 0,2-3-2 16,-1 0 2-16,4-1 6 0,0-1-10 0,0-3 2 15,2 0-3-15,1-1 3 0,1 3-4 0,3 1-1 16,-1 2 4-16,3-1-5 0,-1 2 3 0,1 3-1 16,0 3 0-16,1 2 2 0,0 0-2 0,-10 3 2 15,18 3 5-15,-8 0-6 0,-2 2 17 0,1 3-16 0,-2 0 13 16,-1 1-19-16,-1 1 0 0,0 0-43 0,-3 0-50 16,2 1-75-16,-1 0-70 0,-1 0-71 15,-2-3-99-15,0 2-54 0,0-3-34 0,0 0-84 0,0-7-526 16,0 9-729-16</inkml:trace>
  <inkml:trace contextRef="#ctx0" brushRef="#br0" timeOffset="164312.26">31796 9253 715 0,'4'-10'599'0,"-3"-1"-122"0,1 5-81 0,-2 6-60 0,3-10-5 0,-3 10 17 16,0 0-1-16,0 0-17 0,0 0-37 0,3 10-34 15,-2-2-37-15,-1 3-28 0,3 0-36 0,-2 2-26 0,4 1-18 16,-1 2-28-16,1-2-15 0,3-1-10 0,-2 2-4 15,3-3-13-15,1 0 30 0,-1-1-37 16,0-2 29-16,0 1-18 0,3-4 13 0,-2-1-28 0,0 0 11 16,0-3-28-16,-10-2 22 0,23 0-32 0,-14-2 17 15,0-3-25-15,0 0 22 0,1-1-20 0,-4-1 12 16,0-2-20-16,-1 1 1 0,-1-1 3 0,0-2 0 16,-3 1 3-16,-1-2-3 0,-1 1 1 0,-4-1-3 15,0 2 2-15,-2-3 3 0,-1 2 0 0,-2 2-6 16,1-3-3-16,-2 5-8 0,-2 0-21 0,0-1-49 15,-1 4-18-15,0 0-62 0,3 1-69 0,-1 1-89 0,-1 2-84 16,2 2-71-16,1 0-136 0,1 2-476 0,1-2-709 16</inkml:trace>
  <inkml:trace contextRef="#ctx0" brushRef="#br0" timeOffset="164648.87">32054 9099 844 0,'0'0'793'0,"0"-10"-135"0,0 10-145 16,-1-8-62-16,1 8-57 0,0 0-25 0,0 0-3 15,0 0-41-15,-6 8-27 0,3 0-28 0,3 1-31 0,-1 3-27 16,1 2-25-16,1 3-32 0,3-1-13 0,0 0-27 16,1 4-7-16,1 0-30 0,1-1 0 15,3-2-31-15,0 0 2 0,-2-4-34 0,2 0 12 0,0-3-23 16,-1 1 16-16,0-6-19 0,1 1 21 0,-1-3-25 15,-9-3 20-15,18-1-21 0,-9-2 15 0,0-4-16 16,0 1 11-16,-1-6-11 0,-2 2 1 0,1-3-1 16,-4-1 4-16,1-1-6 0,0 0 1 0,-3-2 1 15,-1 1-5-15,-2-2 2 0,-3 2 9 0,0-1 1 16,-2 3-19-16,-1 2 19 0,-3 0-17 0,-2 1 16 16,2 2-21-16,-5 5 3 0,1 0-10 0,-3 0-16 15,3 6-36-15,-3 0-49 0,1 1-62 0,1 2-72 0,-1 1-75 16,4 4-115-16,-1-3-69 0,3 3-123 15,2-2-621-15,2 1-874 0</inkml:trace>
  <inkml:trace contextRef="#ctx0" brushRef="#br0" timeOffset="164879.73">32121 8766 117 0,'0'-23'842'0,"-1"-1"-143"0,-1 6-71 0,1 2-131 16,0 0-73-16,1 4-73 0,-2 4 29 15,2 8-41-15,0 0 21 0,0 0-54 0,7 4-3 0,-2 7-41 16,1 3 14-16,4 8-48 0,3 3-23 0,4 7-57 16,0 1-13-16,2-1-43 0,0 2-13 15,1 1-17-15,1-1-13 0,-1-2-20 0,-2 0-61 0,1-2-24 16,-5-6-84-16,-2 1-80 0,-1-5-130 0,-3-2-96 16,-3-3-99-16,0 0-44 0,-7-2-75 0,2-4-522 15,-3 1-796-15</inkml:trace>
  <inkml:trace contextRef="#ctx0" brushRef="#br0" timeOffset="166213.43">32131 9103 264 0,'-14'-8'633'0,"1"-2"-86"0,4 3-50 0,0 1-66 15,3-1-73-15,2 1-40 0,4 6-14 0,-4-10-26 0,9 4-14 16,-1 1-39-16,4-3-23 0,2 0-52 0,5 0-21 16,2-1-36-16,4-1-8 0,1-3-31 0,5 0 3 15,-2-2-12-15,2 1-12 0,-1-2-2 0,1-1-13 16,1-2-2-16,2-3-7 0,-7 5-4 0,-3-4 1 15,1 2-4-15,-5 0 0 0,-2 1 1 0,-2 2-1 16,-1-2 2-16,-4-1 3 0,-4 3-5 0,1-1 0 16,-4 2 1-16,0 1 4 0,-5 1 3 0,1 0 2 15,-1 1-6-15,-4 3 28 0,0 3-15 0,0 1 57 16,-2 2-21-16,11 3 33 0,-19 3-26 0,5 3 50 16,2 2-26-16,2 7 33 0,-1 2-30 0,3 4 24 15,1 0-28-15,2 4 7 0,4 1-32 0,1 1-3 0,2 5 25 16,5-3-5-16,1 2 11 0,3 0-30 0,1-3-3 15,-1 1-12-15,6-4 6 0,-2-2-23 0,0 0 15 16,1-4-14-16,-1-5 7 0,-1 0-23 0,0-2 18 16,-2-5-26-16,-1 0 16 0,-1-2-20 0,-1-4 14 15,-9-1-20-15,18-1 15 0,-13-2-22 0,2-3 20 16,-1-1-21-16,-3-2 17 0,-1 0-16 0,2-2 11 16,-3-1-13-16,-2-3 18 0,-1-1-17 0,0 1 17 15,-1-1-16-15,1 4 19 0,0 0 3 0,0 3-23 16,0-2 19-16,-1 2-21 0,3 0 19 0,0 9 0 15,0-7-3-15,0 7 3 0,0 0-2 0,0 0-18 0,12 1 27 16,-5 4-23-16,1 1 21 0,0 1-21 0,3 0 23 16,1 3-16-16,-1-3 18 0,1 1-15 15,-1 1 14-15,1-3-18 0,0 2 18 0,-1-3-10 0,-1-2 9 16,1 2-16-16,-2-1 19 0,-9-4-19 0,18 2 19 16,-18-2-21-16,14-4 19 0,-6 1-3 0,0-2-5 15,-3 0-2-15,1-2-1 0,-2-1-1 0,0-2 0 16,-2 2-1-16,1-3 1 0,-2-1 3 0,3-1-3 15,-3 1-1-15,-1 1 1 0,0-3-1 0,-1 4 5 0,-1 0-4 16,2 0 1-16,0 2-1 0,0 1-3 16,-2 0-1-16,2 7-1 0,0-7 3 0,0 7 2 0,0 0-1 15,0 0 2-15,0 0 5 0,0 13-4 0,2-7 1 16,1 1 1-16,1 3-2 0,1-3 4 0,-1 2-2 16,4 0 1-16,1 0 1 0,0-3 0 0,-2 1-1 15,2 0 0-15,1-4-1 0,1 0 1 0,-1 0-1 16,-10-3-1-16,22-1 2 0,-11-2-20 0,-1-2-15 15,2 1-6-15,-2-5-11 0,0 2 11 0,-1-5-5 16,-1 3 4-16,-2-4 4 0,-1 1-1 0,-1-3 0 16,-2 5 6-16,-2-5 7 0,0 2 3 0,-3 0 0 15,0 0 6-15,-2 0 8 0,0 4-3 0,0-2-1 16,0 3 7-16,-1 1-5 0,0 3 5 0,6 4 0 16,-11-4 0-16,11 4 5 0,-8 2-5 0,8-2 3 0,-5 9-1 15,3-2 2-15,3-1-3 0,0 2 4 0,2 1-4 16,3 1 4-16,-1-1 3 0,4 1-3 0,1-1 4 15,1 0-5-15,1-3 0 0,-1 1 2 0,-1-1-5 16,1-3 1-16,1-1 0 0,-2-1 1 0,4-1-4 16,-3-1 1-16,1-1-2 0,1-1 34 0,2-3-41 15,-3 0 39-15,1-1-42 0,-1-2 38 0,1 0-37 16,-1 1 30-16,-2-1-33 0,-1-1 37 0,-1 2-37 16,0-3 36-16,-2 3-38 0,-1 0 40 0,-1-1-39 0,-2 0 39 15,1 1-40-15,-1 1 34 0,-2-2-35 16,0 4 41-16,0-2-41 0,0 7 40 0,-2-11-37 0,2 11 27 15,-3-11-24-15,3 11-3 0,-9-6 6 0,9 6-1 16,-10-4 4-16,10 4 0 0,-13 0 5 0,13 0-5 16,-15 6 9-16,8 0 2 0,-3 3 0 0,1 2 0 15,0 1 1-15,-1 3-1 0,6 1 1 0,-2-2 6 16,3 1-7-16,2 0-2 0,0-2 1 0,2 1-6 16,0-4-8-16,2 1-9 0,-1-3 1 0,2 1-4 15,0-4 7-15,-4-5 9 0,13 3-4 0,-13-3-1 16,13-2 39-16,-6-3-43 0,1-1 40 0,-2-2-41 0,2-3 44 15,-3 1-44-15,2-3 40 0,-1-1-40 0,-1 1 45 16,-1-3-40-16,-3 0 53 0,2-1-41 16,-1 2 51-16,-2 1-17 0,0 1 21 0,2 1 35 0,-2 1 1 15,0 0-17-15,0 4-18 0,1 1-12 0,-1 6-7 16,0 0 13-16,0 0 50 0,6 9 28 0,-1 6 36 16,3 6 17-16,1 6 4 0,4 11-15 0,1 1-9 15,2 6-8-15,6 7-49 0,2 5-103 0,3 0 0 16,1 1 0-16,0-1 0 0,-1-1 0 0,1 0 0 15,-1-1 0-15,-1-5 0 0,-3-1 0 0,-4-9 0 16,-4-1 0-16,2-4 0 0,-4-2 0 0,-3-8 0 0,-1-2 0 16,-3-3 0-16,-1-4 0 0,-2-2 0 15,-2-1 0-15,-3-3 0 0,-2-1 0 0,-3-3 0 0,2-4 0 16,5-2 0-16,-20 0 0 0,7-4 0 0,-2-3 0 16,-1-7 0-16,-4-5 0 0,-2-8 0 0,1-3 0 15,1-7 0-15,1-2 0 0,4-4 0 0,1-3 0 16,4-1 0-16,2-3 0 0,3-3 0 0,2-1 0 15,3-1 0-15,5-2 0 0,2-7 0 0,4-1 0 16,3 3 0-16,4 2 0 0,3 2 0 0,0 4 0 16,1 4-209-16,-1 10-316 0,0 4-117 0,-3 3-173 15,-3 8-145-15,-2 2-636 0,-1 5-1247 0</inkml:trace>
  <inkml:trace contextRef="#ctx0" brushRef="#br0" timeOffset="167396.44">29873 12194 382 0,'-19'-10'678'0,"1"0"-101"0,-1 2-104 0,3 1-77 16,2 4-78-16,1 2-43 0,-2 2-16 0,6 2-21 16,-4 4 3-16,3 4 6 0,1 1-21 0,0 1-22 15,3 1-13-15,1 2-37 0,2 0 21 0,3 2-50 0,2 0-11 16,0 1 28-16,4 0-67 0,1 0 33 0,0 0-59 15,3-2-14-15,1-1-8 0,-1-6-6 0,-1 1 28 16,2-4-55-16,0-1-3 0,-1-2-15 16,-10-4-6-16,22-4-8 0,-13-3-4 0,2-1 0 15,-2-4 3-15,0-1 9 0,0-5 8 0,-3 1 1 16,0-2 7-16,-1-2-1 0,-3 3 6 0,2 0-2 16,-4 2 6-16,3 2 2 0,-1 1 1 0,1 2-3 0,-2 1-2 15,0 1 5-15,-1 0 2 0,0 9-3 16,3-10 4-16,-3 10 6 0,0 0-1 0,0 0-1 15,11 7 1-15,-5 1-1 0,-1 2-2 0,3 0-7 16,0 2 29-16,2 1-27 0,2-1 27 0,-2-2-31 16,3 1 33-16,0-2-28 0,0 0 31 0,-1-1-31 0,1-3 33 15,-3-1-25-15,3-1 34 0,-3-2-42 16,-10-1 36-16,19-2-45 0,-10-3 10 0,-1-1-3 16,1-1-1-16,-3-2 2 0,-1-2 2 0,1-1-6 15,-2-2 6-15,-1 1 4 0,-1-2-7 0,-2 2 38 16,-2-2-42-16,2 1 34 0,-3-1-38 0,-1 3 37 15,0-2-40-15,-1 4 33 0,-1 1-38 0,1 1 38 16,-1 0-38-16,1 2 23 0,0-1-48 0,5 7 1 16,-11-7-51-16,11 7-24 0,-8-2-54 0,8 2-56 15,0 0-36-15,-4 5-44 0,4-5-6 0,4 6-17 16,-4-6 23-16,12 9 9 0,-5-3 18 0,1 0 23 16,2-4 26-16,0 3 29 0,0-1 40 0,0-1 43 15,-1 0 57-15,0-1 57 0,-1 1 53 0,-8-3 45 16,15 1 25-16,-15-1 41 0,11 0-22 0,-11 0 43 15,0 0 9-15,12-1 48 0,-12 1 6 0,0 0-14 16,9-2-18-16,-9 2-42 0,0 0-28 0,0 0-27 16,0 0-2-16,0 0 18 0,13 3 20 0,-13-3-12 15,3 9-18-15,0 0-18 0,-3 0-16 0,2 2-18 16,-1 3-5-16,0-1-20 0,2 1 4 0,-1 1-20 16,2 0-2-16,-1-2-30 0,-1-1-42 0,2 0-97 15,-1-4-119-15,-1 1-97 0,3-4-100 0,-5-5-157 16,5 4-404-16,-5-4-631 0</inkml:trace>
  <inkml:trace contextRef="#ctx0" brushRef="#br0" timeOffset="167546.57">30231 11926 575 0,'-5'-10'550'0,"1"2"-107"0,0-1-66 0,0 1-48 0,2 3-61 0,-2-1-56 0,4 6-36 0,-6-10-42 16,6 10-60-16,-2-8-70 0,2 8-56 0,0 0-61 15,-1-7-85-15,1 7-96 0,0 0-493 0,0 0-310 16</inkml:trace>
  <inkml:trace contextRef="#ctx0" brushRef="#br0" timeOffset="168229.59">30319 11708 379 0,'5'-7'631'0,"-5"7"-150"0,5-7-72 0,-5 7 0 16,0 0-21-16,5 9-33 0,-4 2-4 0,2 1-31 15,0 6-7-15,-1 4-44 0,3 3-58 16,0 5-15-16,2 0-53 0,-1 3-2 0,3 5-54 16,2-1-15-16,2 0-12 0,-2 0-11 0,0 1-13 0,-1-2-11 15,-1-7-25-15,0-1-35 0,-2-1-64 0,-2-4-66 16,0-3-66-16,-4-3-61 0,2 0-37 16,-3-5 4-16,-3-3-8 0,1 1 28 0,-2-4 36 0,-1-3 50 15,5-3 45-15,-16 1 54 0,7-2 53 16,0-2 62-16,-3-5 40 0,-1 0 50 0,-1-3-4 0,-3-2 43 15,4-1-21-15,-3-2 56 0,4 2 20 0,-2-1 0 16,4 0-7-16,2 2-15 0,1-1-25 0,4 3-16 16,3-1-8-16,3 2-8 0,2-2-11 0,2 2-2 15,2-1-7-15,3 2-16 0,1-1-12 0,1 2-10 16,4-1-7-16,-2 0-4 0,3-1-8 0,2 3-2 16,-2-3-6-16,0 3 0 0,2-3-2 0,-2 2 1 15,0-2-1-15,-2 1-4 0,-1-2-2 0,-2 0-2 16,0 1 2-16,-3-1-3 0,0 0 8 0,-3-2 2 15,-1 1-1-15,-1-2 5 0,-1-1 18 0,-2 0 7 16,-1 1 16-16,-2 0 8 0,0-1-4 0,-2 2 13 16,-1-1-11-16,0 3 30 0,1 0-25 0,-2 2 33 15,1 1-54-15,-1 4 43 0,4 4-50 0,0 0 41 16,-14 5-51-16,10 3 40 0,1 5-49 0,1 5 42 16,0 1-41-16,2 5 36 0,2 2-51 0,1 6-2 15,1-1 4-15,3 4 2 0,2 3 2 0,0 0-3 16,3-3-2-16,-3-5 40 0,2 0-55 0,-1-3 45 15,-2-4-50-15,0-4 49 0,-2 0-44 0,2-4 49 16,-3-1-45-16,-1-3 53 0,0-2-35 0,-1-3 37 16,-3-6-49-16,4 7 35 0,-4-7-46 0,0 0 42 15,0 0-45-15,0-9 1 0,-1 4 8 0,0-5 5 16,-1 1-8-16,0-3 1 0,1 1-2 0,1-2 38 16,-2-3-47-16,4 0 42 0,-1-2-47 0,1 4 42 0,2-2-7 15,1 3-3-15,4 0-3 0,-2 1 3 0,2 4-11 16,3 1-1-16,-3 2-1 0,4 2-1 0,-1 1 3 15,-1 2-1-15,1 2-3 0,2 2 1 16,-1 1-42-16,-1 0 49 0,2 3-42 0,-2-1 29 0,-1 2-68 16,-2 0-10-16,0-1-48 0,1 2-49 0,-4-2-61 15,-1 1-82-15,0-1-93 0,-1 0-33 0,-1 1-87 16,-1-1-91-16,-1-1-423 0,0-1-669 0</inkml:trace>
  <inkml:trace contextRef="#ctx0" brushRef="#br0" timeOffset="169513.14">30176 13384 34 0,'-9'19'796'0,"0"-1"-176"0,1-5-118 0,2 2-48 15,-1-3-24-15,2-4 9 0,0 1 25 0,1-1-26 0,4-8-76 16,-5 7-51-16,5-7-43 0,-5-7 18 0,2-2-91 16,2-3 5-16,1-6-80 0,0-2 14 0,0-6-64 15,0-3 22-15,0-7-53 0,0 0-7 0,-1-3-4 16,-2-6 6-16,0 1-15 0,-2-1-9 0,-1 0-10 16,-1 2 7-16,-5-1 36 0,2 3-48 0,-3 1 32 15,-3 0-32-15,0 5 34 0,-2 0-42 0,-2 5 39 16,3 8-41-16,-1 3 1 0,4 2 2 0,-1 7 1 15,4 2 0-15,0 7 7 0,1 4-4 0,1 6 5 16,3 5 0-16,1 9 2 0,1 3 4 0,5 11-23 16,2 10 22-16,4 0 0 0,6 11 37 0,4 0-46 15,4-2 41-15,0-2-46 0,3-2 40 0,4-5-44 16,-5-9 40-16,2-2-48 0,0-5 26 0,1-5-58 16,-1-3 29-16,-2-7-80 0,0-2-4 0,-2-6-45 15,-2-3 5-15,0-4-8 0,0-4 20 0,3-1 12 16,-3-5 25-16,2-3 16 0,-4-1 18 0,1-6 13 15,-1 0 8-15,-4-1 14 0,-2-5 6 0,-1 3 6 16,-3 1 13-16,-2-1 4 0,-2 0 20 0,-1 3 9 16,-2 0 11-16,0 1 8 0,-1 3 7 0,-2 1-5 15,1 4-1-15,-3 0 4 0,-1 4 18 0,-1 3 5 16,7 3 16-16,-19 1-13 0,8 4-16 0,0 2 6 16,-1 4 37-16,0 3-64 0,1 0 41 0,1 1-59 15,0 3 37-15,4-2-54 0,-1-2 48 0,5 2-48 16,-1-2 63-16,2 0-48 0,1-2 41 0,2 0-51 15,0-1 43-15,0-1-58 0,3-1 43 0,2-2-54 0,0-1 26 16,2-2-45-16,-9-4 45 0,16 2-51 16,-16-2 50-16,21-3-51 0,-12 0 53 0,3-3-45 15,-1-1 52-15,-2-1-52 0,3-1 55 0,-3 1-49 16,-3 2 52-16,4 0-46 0,-5 0 57 0,2 1-52 16,-7 5 49-16,9-8-49 0,-9 8 47 0,9-6-53 15,-9 6 50-15,7-6-50 0,-7 6 47 0,5-5-45 16,-5 5 46-16,0 0-54 0,0 0 52 0,13 0-48 0,-13 0 51 15,0 0-47-15,13 0 48 0,-13 0-54 0,0 0 53 16,14 0-53-16,-14 0 53 0,13-1-49 0,-13 1 53 16,13-4-49-16,-6 2 45 0,1-2-52 0,0-2 51 15,-1 1-49-15,0 0 48 0,2-3-46 0,-3 2 47 16,-1-3-44-16,0 1-1 0,0-3 3 0,-1 1 8 16,1-4-1-16,-1 0 2 0,-3-1 0 0,1 0 7 15,-1 1-1-15,-1 1 15 0,-1 1 16 0,-1 0 6 16,2 0 6-16,-2 4 10 0,-1-3 7 0,3 4 4 15,-2 0-7-15,2 7-12 0,-5-5 23 0,5 5 4 16,-3 9 39-16,4 1 0 0,1 7-7 0,3 3 19 16,0 5-12-16,4 5 27 0,1 9-55 0,4 1 30 15,0 1-53-15,4 1 41 0,-3 0-48 0,5 2-10 16,-3-1-6-16,3-1-7 0,-1 0-4 0,0-1-3 16,-1-1-3-16,0-4-2 0,-3-1-5 0,-3-7 36 15,0-2-53-15,-3-6 45 0,-1 1-51 0,-2-5 42 16,1-2-49-16,-3-2 46 0,-3-3-47 0,0 0 45 15,-1-9-46-15,-4 9 48 0,4-9-48 0,-10 0 7 16,1-4 0-16,0-6-11 0,-4-4 5 0,-1-4-3 0,0-4 3 16,0-4 5-16,-1-9 37 0,-2-4-44 15,1-1 28-15,0-5-60 0,2-2 39 0,0-9-35 0,4 7-1 16,2-1-4-16,3 2 7 0,1 3 10 16,4 9-12-16,3 2 1 0,1 8 9 0,1 2 8 0,1 2 4 15,3 4 3-15,-1 6 11 0,3-1-2 0,0 7 3 16,0 2 2-16,-1 3 4 0,1 1 34 0,1 4-39 15,-3 0 38-15,-1 1-41 0,0 5 37 16,-1-3-37-16,-2 4 38 0,-1-2-32 0,-2 2 33 0,-2 0-42 16,-2 1 42-16,0-1-39 0,-5 1 39 0,0 1-42 15,-2-3 33-15,-2 1-48 0,-3-2 18 0,2-2-54 16,-4-1-16-16,0-1-69 0,-1-2 1 0,3-2-89 16,-1-2-58-16,1-4-74 0,0 0-85 0,2-2-17 15,2-5-69-15,0 2-96 0,5-5-468 0,1-1-727 16</inkml:trace>
  <inkml:trace contextRef="#ctx0" brushRef="#br0" timeOffset="169779.26">30829 12597 539 0,'2'-13'713'0,"2"1"-121"0,-2 4-104 16,-1 0-85-16,1 0-36 0,-2 8-32 0,2-12-32 15,-2 12-23-15,3-9-22 0,-3 9 14 0,0 0-45 16,4-5 21-16,-4 5-78 0,9 6 46 0,-4 1-37 15,-1 3-30-15,6 3-26 0,-2 4-18 0,1 4-18 16,1 2-16-16,2 2-12 0,-1 3-52 0,1 1 49 16,-2 1-48-16,2 5 2 0,-1 0 36 0,-1-2-50 15,0-2 39-15,2 0-47 0,-2-3 44 0,-1 1-10 0,1-3-13 16,-1-5-31-16,0-2-43 0,-2-1-63 0,0-3-84 16,2-2-43-16,-2-4-46 0,0 0-44 15,2-2-34-15,-1-6-12 0,-8-1-29 0,15 3-33 16,-15-3 23-16,18-5-21 0,-9-1-353 0,2-5-332 0</inkml:trace>
  <inkml:trace contextRef="#ctx0" brushRef="#br0" timeOffset="170530.01">31247 12925 951 0,'7'-22'253'0,"1"-3"17"16,-1-3-37-16,0 4 33 0,-2 0 19 0,0 0-6 15,-1 2-5-15,-1 3 29 0,1 2 28 0,-2 3-5 16,-1 1-18-16,2 1-16 0,-2 2-32 0,-1 3-36 16,0 7-11-16,-4-7 0 0,4 7-20 0,-10 3-21 15,4 2 11-15,-6 6-14 0,2 3-15 0,-3 4 9 16,2-1-30-16,-1 4 28 0,1 1-57 0,1-1-19 15,2 1-16-15,1-1 21 0,2 0-52 0,0 0 30 16,3-2-48-16,2-4 31 0,1 2-46 0,3-1 29 16,0-1-56-16,2-2 21 0,0-3-52 0,3 0 17 15,3-5-61-15,-2-1 13 0,0-2-50 0,4-1 42 16,-3-2-52-16,1-3 18 0,1-2 10 0,-1-1 12 16,-1-1 22-16,-1-3 9 0,-2-1 63 0,2-3-46 15,-3 0 55-15,-2-1-48 0,-3-1 61 0,2 0 8 16,-4 1 5-16,0-1 4 0,-1 1 5 0,-2 2 10 15,1 1 6-15,-1 2 9 0,1 0 6 0,0 3-6 16,-2 0-15-16,4 8-6 0,-5-5-5 0,5 5-1 0,0 0 0 16,-10 5 3-16,8 3-8 0,0 0-5 15,2 4-37-15,0-1 38 0,0 3-39 0,3 1 39 16,1-1-35-16,0 2 29 0,3-2-36 0,0-1 27 16,0 1-82-16,1-3 18 0,2-1-99 0,-1-1-51 0,1-3-19 15,1-2-36-15,-1-1-40 0,0-3-21 0,3-1-13 16,-3-2 39-16,0-1-20 0,2-4 54 0,-2 0 49 15,-1-2 43-15,1 0 33 0,-2-3 31 0,-2-4 6 16,3-1 43-16,-3-1 7 0,1-2 43 0,-2-1 21 16,-1 0 43-16,-1-3 22 0,-1 4 60 0,-1 1 39 15,-1 3 30-15,0 0 32 0,2 5-9 0,-2-1-23 16,1 2-37-16,-1 2-27 0,0 9-4 0,-1-11 5 16,1 11 0-16,0 0-10 0,-4 6-12 0,4-6 11 0,-3 13-19 15,3-3-23-15,0 2-19 0,2 0-15 16,1 4-10-16,2-2-9 0,0 1-8 0,3-2-4 15,-1 1-4-15,2 0-3 0,2-3-2 0,1 2-3 0,0-3-3 16,2-4-2-16,2-2-3 0,0 1 5 0,3-4-11 16,-2-1-2-16,5-4-1 0,1 1-4 0,-3-4 7 15,3-4 20-15,-1 3-35 0,1-6 26 0,-2-2-26 16,0 0 24-16,-2-2-25 0,-3-3 25 0,0 0-25 16,-3-2 28-16,-3-3-26 0,0 1 26 0,-3 3-21 15,-3-1 20-15,-2-1-21 0,-2 3 5 0,-2 2 10 16,-1 2 7-16,-1-1 13 0,-1 4 30 0,-2 2 3 0,-2 0-2 15,0 5-10-15,-3 2-6 0,1 2 12 0,-2 5 7 16,-2 4-10-16,-1 2-4 0,-2 5-13 16,2 5-4-16,-1 3-4 0,7-2-3 0,2 1 6 0,3 2 14 15,3-3-4-15,4 0-1 0,3 2-1 0,7-2-2 16,-1-1-6-16,3-5-9 0,3 1-17 0,2-6-8 16,0-1-56-16,4-2-18 0,0-4-50 0,0-2-25 15,2-2-115-15,0-2-109 0,-2-5-92 0,-3 4-62 16,-1-5-76-16,-2 2-135 0,-4-3-332 0,-3-1-691 15</inkml:trace>
  <inkml:trace contextRef="#ctx0" brushRef="#br0" timeOffset="171614.39">30752 14779 1416 0,'-18'-5'843'0,"5"0"-201"0,-2-2-153 16,2-1-94-16,3-3-87 0,-1-1-46 0,3-4-67 15,0-3-19-15,3-3-35 0,3-3-29 0,3-2-2 16,2-8 16-16,5-7-39 0,3-3 39 0,0 0-59 16,8-11 21-16,2 0-19 0,-1-1-17 0,1-2-28 15,-1 0-64-15,-1-1 5 0,0 2-42 0,-3 2 25 16,-5 8 0-16,-2 2 18 0,-2 4 3 0,-5 7 3 0,-2 6 3 15,-2 4-4-15,-5 3-5 0,-2 5 3 16,-3 2 9-16,-3 8 0 0,-4 2 4 0,0 4-4 16,-8 2 15-16,2 5-7 0,-5 3 5 0,1 3 13 15,1 2-11-15,2 1 6 0,3 3 3 0,5 2-3 0,0-1 2 16,8-1 1-16,1 0-3 0,5-1 9 0,4 0-6 16,3-1-2-16,3-2 1 0,5 5 1 0,6 0 0 15,4-1-3-15,3 0 5 0,6 3-5 16,0-2 1-16,4 1 0 0,0 2 15 0,2-1-14 0,-2 2 12 15,-2 0-17-15,1 0 16 0,-2 2-18 0,0 2-2 16,-4-2 3-16,-4 1 4 0,0 0-3 0,-7-3 2 16,-2-1 5-16,-1-3 0 0,-3 0-1 0,-6-2 9 15,1 0 6-15,-5-4 9 0,0 0 7 0,-4-2-2 16,-1 2 2-16,-2-5-6 0,-3 1-24 0,-2-3 30 16,0-3-21-16,-2 0 24 0,0-3-33 0,0-1 37 15,-1-5-32-15,1 1 30 0,0-5-22 0,1 1 28 16,2-7-55-16,3-1 29 0,3-2-23 0,2-1-19 15,3 0-6-15,4-3-8 0,2 0 1 0,3 1 7 16,2-1 6-16,5 3 4 0,0 0 25 0,1 5-23 16,4 3 41-16,-3 3-40 0,2 3 24 0,-1 4-14 15,-1 2 28-15,0 2-23 0,0 4 12 0,0 3-4 16,-1 1 10-16,-1 6 4 0,-2-2 0 0,0 1 9 16,-2 1 0-16,-1 2-1 0,-3-1-30 0,-2-2 38 15,-2 1-29-15,-1-1 41 0,-2-4-49 0,-2 3 48 16,-2-2-56-16,-1-2 48 0,-1 3-52 0,-1-5 45 15,-2-1-49-15,-1-1 52 0,2-2-55 0,-1-1 52 16,8-3-55-16,-17 0 46 0,8-3-47 0,3-1 42 0,-2-5-44 16,3 0 40-16,0-4-3 0,1-2-11 15,4 0-2-15,-1-3-3 0,2-1-6 0,3-4 3 16,1 0-1-16,0 2-3 0,4 1 12 0,-1 2-7 16,1 0-3-16,0 5 2 0,1 2-1 0,0 3 3 0,-1 3 4 15,3 4 6-15,-2 1-1 0,1 4 13 16,0 3-10-16,-1 2-1 0,1 3 4 0,-3 1 1 0,0 1-3 15,-1 0-1-15,2 1 0 0,-4-1 0 0,1 0-36 16,-1-1 45-16,-3 0-33 0,1-2 45 0,-2-1-40 16,-1-1 42-16,-1-1-51 0,-2-2 45 0,1 0-48 15,-2-1 39-15,4-5-48 0,-9 5 39 0,9-5-45 16,-12-4 37-16,12 4-6 0,-7-10-3 0,3 2 1 16,-1-2 4-16,3 0-1 0,-1-3 0 0,1-2 7 15,2-2-6-15,0-1-1 0,2 1 2 0,0-2 1 16,3 2 2-16,-1 2 3 0,5-3-4 0,1 4 6 15,-1 1-6-15,3 4 1 0,2-1 1 0,-1 5-3 16,2 2 5-16,-2 2 5 0,2 2-3 0,0 1-1 16,-2 3 3-16,1 2 26 0,0 1-37 0,0 2 8 15,-2 1-9-15,-1 0-22 0,0-2-39 0,-2 3-46 0,1-2-64 16,-4 2-36-16,-1-3-55 0,-2 0-63 16,-1-2-17-16,-2 0-80 0,0-7-55 0,0 10-496 0,0-10-573 15</inkml:trace>
  <inkml:trace contextRef="#ctx0" brushRef="#br0" timeOffset="171947.63">31534 14069 381 0,'0'-10'655'0,"0"1"-143"0,0 2-107 0,0 7-68 0,2-10-34 16,-2 10 27-16,0 0 25 0,0 0-9 0,-4 6-15 16,2 2-38-16,0 1-42 0,-1 1-21 0,2 3-47 0,0 1-32 15,-2 0-30-15,3 2-20 0,3 1-13 16,-1 1-21-16,-1-4-11 0,3 3-6 0,2-4-7 15,-1 1-12-15,1-1-15 0,2-2 4 0,-2-2-2 0,2-3 2 16,0 0 0-16,2-2-10 0,0-3-5 0,-10-1 1 16,20-2-2-16,-7-1 25 0,0-3-40 0,1 0 35 15,-2-2-33-15,1 0 30 0,-2-3-32 0,-1 0 32 16,-1-1-35-16,-1 0 32 0,-1 0-32 0,-3-1 37 16,-1 0-36-16,-3 1 31 0,0-1-34 0,-3 3 33 15,-1 0-29-15,-2 0 29 0,-1 3-32 0,-4 2 2 16,-2 0 3-16,2 5 2 0,-5-2 3 0,-2 4-11 15,-1 1-19-15,-2 3-47 0,1 1-64 0,1 1-77 16,0 0-110-16,4 3-91 0,1-1-59 0,2 0-128 16,4 1-458-16,3-3-684 0</inkml:trace>
  <inkml:trace contextRef="#ctx0" brushRef="#br0" timeOffset="172279.33">31786 13999 1003 0,'5'-10'763'0,"-5"-2"-158"0,3 4-96 16,-3 0-46-16,-2 2-64 0,2 6-30 0,-1-9-82 16,1 9-42-16,-8-3-7 0,8 3-21 0,-9 4-22 15,6 1-2-15,-4 1-55 0,4 2-9 16,-1 0-43-16,2 3 3 0,1 0-38 0,1 2 15 0,1-1-34 16,3 0 9-16,1 2-22 0,3-2 16 0,-2 0-19 15,3-1 17-15,3-3-23 0,-2 0 17 0,0-2-28 16,2-3 19-16,-1-1-23 0,1-2 19 0,-1-1-23 15,3-2 18-15,-3 0-18 0,1-5 22 0,-1 1-26 16,-1-1 23-16,-1-3-21 0,-2 1 23 0,-1-2-23 16,-1-3 29-16,-2 2-26 0,-1-2 19 0,-2 2-22 15,-4-3 20-15,0 3-21 0,-4-1 20 0,1 2-15 16,-5-1-4-16,1 5 4 0,-3-1-1 0,-2 1 3 16,-2 4 0-16,1 0-7 0,-4 2-14 0,4 1-26 15,-2 2-55-15,1 1-70 0,-1 2-72 0,3 0-93 16,0 4-77-16,2-2-49 0,1 1-48 0,4 2-76 15,4-2-433-15,-2-2-636 0</inkml:trace>
  <inkml:trace contextRef="#ctx0" brushRef="#br0" timeOffset="172513.41">31838 13496 352 0,'0'-31'675'0,"-2"5"-78"0,0 1-35 16,1 5-65-16,0 2-64 0,0 2-82 0,-2 3-46 15,2 2-30-15,1 11 7 0,0 0-40 16,0 0 7-16,0 0-45 0,1 17 4 0,4 5-57 16,2 6-2-16,2 3-47 0,3 9-18 0,2 1-20 0,4 2-8 15,-2 1-8-15,5 7 3 0,-5-9-35 0,2 2 18 16,-2-2-37-16,2 0 3 0,-5-3-90 16,2-4-55-16,-6-5-101 0,0-2-87 0,0-6-111 15,-4-2-33-15,-1-3-48 0,-1-3-68 0,-3-3-386 0,-2-1-572 16</inkml:trace>
  <inkml:trace contextRef="#ctx0" brushRef="#br0" timeOffset="173179.64">31823 13900 17 0,'-15'-10'830'0,"-2"0"-194"0,6 0-107 16,0 2-87-16,3 1-98 0,2 0-69 0,1 0-58 16,5 7-42-16,1-15-32 0,3 7-33 0,5-2-21 15,0-1-10-15,7 0-15 0,1-3 6 0,5 0-20 16,4-3-6-16,5-2-11 0,2-1-9 0,2-2-4 15,2-1-6-15,1 0-4 0,-1-3 5 0,7-5-10 16,-9 5-2-16,1-2 26 0,-4-1-36 0,-2 0 26 16,-2 1-26-16,-5-1 28 0,-5 0-32 0,-4 5 29 15,-5 2-27-15,-2 3 5 0,-5 1 8 0,-2 5 5 16,-2-2 16-16,-3 1 34 0,-3 3 6 0,-4 3 31 16,0 1 1-16,-4 1 8 0,0 6-2 0,-5 0 8 15,1 5-32-15,-5 2 27 0,2 0 5 0,-1 7 13 16,1 2-44-16,3 2 28 0,-1 1-38 0,6 1 18 15,0 4-33-15,4 2 14 0,1 1-15 0,5-1 38 16,5 2-26-16,1 0-5 0,7 4 17 0,2 6-11 0,2-2 2 16,3-2-33-16,2 1 10 0,1-3-29 15,1-3 14-15,-3-5-23 0,0-2 16 0,-1-1-17 0,-3-6 6 16,0 1-18-16,-1-4 17 0,-1-1-23 0,-3-1 23 16,1-2-18-16,-3-2 10 0,-5-6-12 0,12 5 21 15,-12-5-18-15,0 0 17 0,10-7-22 0,-9 3 20 16,2-5-17-16,-1-1 16 0,0 0-16 0,0-3 4 15,-2 0-2-15,3-3 18 0,-2 2-23 0,0 1 18 16,1-1-16-16,1 3 16 0,-1 0-27 0,-1 2 30 16,3 2-28-16,0 2 20 0,-4 5-18 0,11-4 21 15,-11 4-20-15,15 4 23 0,-8 1-19 16,2 2 17-16,1 1-19 0,0 2 20 0,-1 0-21 0,3 1 20 16,-2-1-20-16,0 0 24 0,2 2-23 0,-2-3 21 15,0 0-1-15,0-1-3 0,-1-1 1 0,-1-1-4 16,0-1-1-16,0 0 4 0,-8-5-10 0,17 0-17 15,-7-3 16-15,-1 0-17 0,0-3 21 0,-1 0-19 16,1-4 25-16,0 1-22 0,-1-3 25 0,0-1-24 16,-1 2 23-16,-1-3-19 0,-1 1 17 0,-1-3 0 15,1 4-4-15,0-3 3 0,-1 5 1 0,-1 0-3 16,-1 0 0-16,2 3-9 0,-3 1 2 0,-1 6 3 16,8-7-2-16,-8 7 2 0,0 0 0 0,18 1 3 15,-12 2-18-15,2 2 19 0,1 0-17 0,-1 0 22 16,-1 1-33-16,0-1-10 0,2-1-94 0,-4 1-54 0,1-1-69 15,-6-4-36-15,9 5-85 0,-9-5-75 0,0 0-43 16,13-1-83-16,-13 1-49 0,4-7-291 16,-4 7-485-16</inkml:trace>
  <inkml:trace contextRef="#ctx0" brushRef="#br0" timeOffset="173379.46">32576 13526 494 0,'0'0'832'15,"-17"-3"-180"-15,17 3-102 0,-13-4-82 0,13 4-46 0,-12-3-36 16,12 3-16-16,-11-2-72 0,11 2-31 0,-3-7-62 16,3 7-2-16,0-10-34 0,2 4-37 0,3-1-25 15,-1 1-24-15,4 0-19 0,-1-1-31 0,0 0-98 16,1 1-107-16,0-1-73 0,-1 1-134 0,-1 0-68 16,1 1-71-16,-1 0-86 0,0 1-426 0,-1-1-644 15</inkml:trace>
  <inkml:trace contextRef="#ctx0" brushRef="#br0" timeOffset="174079.33">32734 13459 30 0,'7'6'775'0,"-1"1"-250"0,2 1-91 15,-1-1-100-15,4 3-9 0,-4 0-88 0,5 1 15 16,-5 1-33-16,1 1 30 0,2-2-34 0,-5 0 10 16,2 2 8-16,-1-2-18 0,-2-1-29 0,1-1-33 15,0-1-30-15,-1 3-29 0,-1-3-15 0,-1-2-13 16,1 2-10-16,-3 0-8 0,1-1-4 0,-1-7-13 15,-1 10-5-15,0-2-6 0,1-8 3 0,-4 9-7 16,4-9 4-16,-4 7 19 0,4-7 6 0,0 0 18 16,0 0-48-16,0 0 18 0,0 0-31 0,6-3 22 0,3-2-4 15,3-2-9-15,-1-2-2 0,8 0-4 0,1-2-4 16,3-3-2-16,1 1 5 0,1-3-4 16,-3-1-2-16,4-1 14 0,2-3 41 0,0 0-56 0,-1-2 49 15,-1-1-56-15,1 1 46 0,-3-2-46 0,0 0 40 16,-1-2-44-16,-7 5 53 0,2-2-40 0,-4 1 47 15,0 1-41-15,-5 2 33 0,-4 1-30 16,-1 2 50-16,0-1-54 0,-4 6 3 0,-4-1 0 0,0 2 0 16,-2 2 1-16,-2 1 3 0,-2 3 3 0,-3 3 1 15,-1 2 0-15,-4 3-2 0,-1 6-1 0,1 0 3 16,-1 5-13-16,1 4 4 0,-1 0 35 0,4 2-42 16,1 0 37-16,5 1-46 0,2-1 6 0,1-1-1 15,2-2 3-15,4 1-1 0,0-1 2 0,5-1 2 16,2-1-1-16,2 2-3 0,2-3-4 0,3 0-13 15,2 0 7-15,5 1 2 0,1 0 42 0,2 2-48 16,4 4 45-16,3 1-43 0,0 3-1 0,-1 4 8 16,1 4 39-16,2 6-48 0,-1 3 43 0,-4 5-41 15,-7-6 41-15,-2 0-37 0,-4 2 28 0,-1-1-36 16,-5 0 50-16,-1-3-49 0,-5-3 50 0,-2-9-26 16,-2 1 73-16,-3-3 8 0,-4 1 70 0,-5-2 4 15,-1-6 9-15,-2 0-17 0,-1-5-20 0,-2-2-19 16,-2-3-25-16,0-1-12 0,-1-5-18 0,-1-3-7 15,-3-3-13-15,-4-3-1 0,1-4 6 0,-4-4 30 0,6-2 6 16,3-2 1-16,4-1 13 0,6-4-10 16,3-3-17-16,3-2-11 0,5-3-12 0,4-3-8 15,4-6-11-15,4-5-7 0,0 0-18 0,9-10 0 0,0 0 0 16,4-3 0-16,2-1 0 0,0 0 0 0,3-2 0 16,3 1 0-16,-2-2 0 0,-2 1 0 15,1 2 0-15,-4 3 0 0,-2 0 0 0,-5 12 0 16,-3 2 0-16,-3 2 0 0,-1 2 0 0,-5 10-10 0,1 3-15 15,-3 2-30-15,-2 3-62 0,0 4-23 0,-2 1-97 16,-3 1-18-16,0 3-84 0,-3 2-42 0,-2 3-114 16,-1 2-72-16,0 3-56 0,-4 2-44 15,0 1-112-15,-3 3-315 0,1-1-712 0</inkml:trace>
  <inkml:trace contextRef="#ctx0" brushRef="#br0" timeOffset="174229.63">33306 13030 1167 0,'-2'9'832'0,"2"-2"-225"0,0-7-82 0,-2 10-104 15,2-10 19-15,2 10-99 0,-2-10-47 0,0 8-29 16,0-8-16-16,2 9-6 0,-2-9 0 0,0 0-17 16,2 7-37-16,-2-7-33 0,0 0-34 0,0 0-50 15,-2 6-105-15,2-6-202 0,0 0-219 0,-11-3-225 16,11 3-902-16,-21-2-1228 0</inkml:trace>
  <inkml:trace contextRef="#ctx0" brushRef="#br0" timeOffset="177178.18">8741 17233 414 0,'-4'-15'412'0,"2"2"-41"0,-3 1-54 0,1 0-23 0,-1 4-49 0,-1-1-33 0,0 1-33 0,-2 3-27 0,-2 0 28 0,0 4-26 0,-3 4 17 0,-1 1-30 0,-4 6 36 16,-1 7-63-16,-1 2 23 0,-2 7-48 0,1 4 23 15,2 2-45-15,4 5 21 0,1-1-42 0,4 6 2 16,1-1 8-16,4 0-38 0,2-5 22 0,6 0-34 16,2-1 26-16,5 2-6 0,2-3 0 0,4-3-8 15,6-5-2-15,2-2-3 0,2-8 3 0,3-4-3 16,3-3-3-16,3-5-2 0,-3-4-6 0,6-4-2 0,5-7-159 15,-2-1-78-15,1-4-68 0,-5-1-48 0,-1-2-47 16,-3-2-1-16,-2-1-50 0,-3-2-218 16,-2-1-175-16</inkml:trace>
  <inkml:trace contextRef="#ctx0" brushRef="#br0" timeOffset="177562.58">9159 17181 242 0,'-4'-20'438'15,"0"2"-88"-15,2 4-63 0,-2 0-59 0,0 0-42 16,0 5-33-16,-1 0 13 0,-1 3-14 0,-2 3-12 0,8 3-35 15,-14-2-16-15,4 4-16 0,0 1-7 0,-2 3-12 16,-2 3-9-16,2 0-9 0,-3 3-2 16,4 4-23-16,-2-3 18 0,1 3-17 0,2-1 3 0,1 4-2 15,2-3-1-15,0 0-6 0,3-2 4 0,2 2-12 16,-1-5 7-16,2 0-6 0,2-2 12 0,2-1-12 16,1 0 6-16,2-5-6 0,2 1 6 0,-8-4-5 15,21-2 5-15,-7 0-10 0,3-1 14 0,0-3-10 16,1 0 14-16,2 0-14 0,2-1 6 0,-3-1-6 15,5 2 12-15,-2 0-6 0,0 2 10 0,-2 1-11 16,2 3 21-16,-3 3-12 0,4 0 6 0,-1 4-13 16,-4 4 21-16,-1-1-18 0,0 3 7 0,-5 3-9 15,-2 2 12-15,-5 0-9 0,0 0 55 0,-5-1-1 16,-5 2 14-16,1 0 14 0,-5 2 9 0,-1-1 7 16,-5 1 23-16,-1-2-25 0,-3 1 11 0,-1-5-50 15,2 0 11-15,-3-5-42 0,1 1 24 0,-1-5-42 16,2-1 25-16,3-2-36 0,-1-3 19 0,3 0-38 15,0-1-58-15,4-5-77 0,-2-1-61 0,7-2-40 16,-1-1-47-16,3-3-42 0,2-2-71 0,2-2-73 16,0 0-207-16,2-5-197 0</inkml:trace>
  <inkml:trace contextRef="#ctx0" brushRef="#br0" timeOffset="177929.42">9339 17090 400 0,'9'-9'509'16,"-3"5"-117"-16,1 1-91 0,-7 3-5 15,10-5 4-15,-10 5-42 0,12 4-43 0,-12-4-7 16,10 10-14-16,-6-2-5 0,1 2-63 0,-1 1 13 16,-2 3-60-16,3 2 11 0,-2 1-49 0,-2 1 25 0,0 2-45 15,1 0 25-15,0-1-39 0,-2 0 28 0,0-1-36 16,0-1 31-16,1-3-36 0,-1-3 32 16,2 0-34-16,-2-3 31 0,0-8-33 0,1 8 36 0,-1-8-43 15,0 0 42-15,7-5-40 0,-4-2 35 0,4-3-20 16,-2-1 19-16,1-2-36 0,3 0 37 0,3-3-32 15,-1-1 31-15,8-2-34 0,-1 0 34 0,5 4-33 16,0-2 36-16,4 2-34 0,-1 4 34 0,1 2-40 16,-2 4 37-16,-2 1-34 0,0 4 35 0,-2 2-33 15,0 3 36-15,0 4-35 0,-3 1 31 0,-2 2-31 16,-4 4 35-16,-2 0-29 0,-4 4 51 0,-2-2-12 16,-4 1 24-16,-4 3-37 0,-2-1 27 0,-3 2-31 15,-4-2 26-15,-3 3-36 0,-1-4-1 0,-4 1-1 16,0-3-23-16,0-3-59 0,-3-1-78 0,1-3-79 15,1-3-50-15,2-3-54 0,-2-4-35 0,2-1-9 16,-1-1-406-16,1-6-311 0</inkml:trace>
  <inkml:trace contextRef="#ctx0" brushRef="#br0" timeOffset="178079.38">9413 17015 168 0,'1'-19'589'15,"2"2"-109"-15,0 0-46 0,-1 2-44 0,2-1-57 16,0 0-49-16,4-1-21 0,-1-2-1 0,2 0-23 15,3 0-30-15,0 1-45 0,4-3-30 0,0 2-30 16,0 4-22-16,-1 1-39 0,2 2-134 0,-2 0-122 0,-1 5-129 16,0 2-143-16,-2 2-469 0,-12 3-538 15</inkml:trace>
  <inkml:trace contextRef="#ctx0" brushRef="#br0" timeOffset="178296.15">10114 16788 789 0,'7'-5'901'16,"-7"5"-180"-16,9-7-157 0,-9 7-100 0,4-5-76 15,-4 5-85-15,0 0-49 0,5-6-71 0,-5 6-27 16,0 0-42-16,0 0-17 0,0 0-38 0,0 0-76 15,-6 7-191-15,6-7-191 0,-5 11-226 0,1-2-552 16,0 0-789-16</inkml:trace>
  <inkml:trace contextRef="#ctx0" brushRef="#br0" timeOffset="178445.41">10234 17027 352 0,'0'0'796'0,"14"0"-124"0,-14 0-84 0,0 0-116 15,14 2-87-15,-14-2-77 0,0 0-67 0,13 0-74 16,-13 0-102-16,0 0-115 0,7 2-146 0,-7-2-167 16,2 14-261-16,-5-4-260 0,-1 1-444 0</inkml:trace>
  <inkml:trace contextRef="#ctx0" brushRef="#br0" timeOffset="180395.95">12390 15906 241 0,'-4'-8'481'0,"-1"-3"-86"0,0 3-77 0,-2-3-33 0,0 4-25 16,-1-2-21-16,2 2-7 0,-1-1-26 0,3 2-43 15,-3 1-37-15,7 5-22 0,-8-5 10 0,8 5 1 16,0 0-18-16,4 6-20 0,1 1-11 0,5 4-17 16,0 0-9-16,6 3-10 0,3 3-4 0,3 2 0 15,3 5-7-15,2-2-4 0,-1 0-3 0,2 2-3 16,0-2-5-16,0 1-3 0,-1 0-2 0,0-2-2 16,-6-3-28-16,0 0-87 0,-3-4-28 0,-4-2-36 15,0 1-6-15,-4-2-48 0,-3-3-57 0,-5-2-73 0,-2-6-327 16,-1 10-199-16</inkml:trace>
  <inkml:trace contextRef="#ctx0" brushRef="#br0" timeOffset="180762.87">12263 15973 253 0,'-27'-32'450'0,"7"0"-106"16,5 6-88-16,6-1-46 0,6 2-55 0,8 3-10 16,4-6-25-16,12-1 28 0,4 1-27 0,6 3 4 15,7 2 5-15,3 2-8 0,1 4 0 0,6 4 0 0,0 4-14 16,1 5-21-16,1 6-14 0,-1 6-18 0,-1 1-13 15,-1 4 3-15,-2 5-11 0,-4 1-5 0,-2 6-8 16,-4 3-3-16,-5 0-7 0,-3 6 0 0,-6-1 2 16,-5 3 1-16,-4 3 2 0,-7-6 14 0,-5 3-5 15,-4-3 8-15,-2 7 3 0,-6-5 9 0,-2-4 10 16,-1-4 18-16,-2-5-6 0,-1-4 15 0,2-5-19 16,-2-3-3-16,1-6-14 0,-1-4-1 0,4 0-14 15,-4-7 0-15,4-5-14 0,1-2 2 0,2-4-2 16,5-3-13-16,3-3-24 0,2-1-9 0,6-5-16 15,3-2-4-15,4-3-5 0,6 2 12 0,0 3 8 16,6 5 10-16,-3 6 3 0,3 3 8 0,2 5-7 16,-2 5 12-16,3 1 1 0,-3 4 4 0,6 2-5 15,-2 2 11-15,4 0-5 0,0 6 2 0,-3 0-5 16,-1 0 6-16,-5 1-3 0,-1-3 5 0,-4 5-3 16,-2-3-2-16,-4 0 1 0,-2-1-14 0,-4 2-49 15,-2-3-109-15,-1 0-114 0,-6-1-122 0,0-1-487 16,-4 2-456-16</inkml:trace>
  <inkml:trace contextRef="#ctx0" brushRef="#br0" timeOffset="180913.52">12966 15583 318 0,'0'-18'650'16,"1"2"-141"-16,-1 4-113 0,0 2-79 0,2-1-71 0,-2 3-59 15,0 0-50-15,0 1-41 0,0 7-38 0,1-9-45 16,-1 9-55-16,0 0-86 0,0 0-97 0,0 0-93 15,15 7-384-15,-11-1-209 0</inkml:trace>
  <inkml:trace contextRef="#ctx0" brushRef="#br0" timeOffset="181278.67">13325 15862 609 0,'0'0'565'15,"12"-3"-133"-15,-12 3-41 0,6-10-21 0,-6 3-54 16,2-5-40-16,-2-2-25 0,-2-2-39 0,2-4 18 15,-1-5-33-15,-2-3-21 0,2-1-23 0,0-3-23 16,-2-1-21-16,2 2-24 0,-3 5-14 0,1-1-18 16,1 4-7-16,-3-1-15 0,0 3 0 0,-2 2-12 15,1 3 0-15,-2 3-10 0,-2 1 1 0,-3 4-13 16,-2 3 5-16,2 4-2 0,-3 2-2 0,0 2 1 16,-2 2 0-16,4 2-1 0,-1 3 0 0,3 0-1 15,2 3-2-15,3-1-3 0,2 3-18 0,3-2 0 16,4 0-12-16,1 0-8 0,5 0 6 0,2-2 16 15,2-2-5-15,4 0 8 0,0-5-10 0,4 4 2 0,3-5-3 16,1 1 11-16,1 0-2 0,0-2 5 16,-2 2-15-16,4 1-3 0,-3-1 10 0,1 2 3 15,-1 1 7-15,-2 2-5 0,-1 3 7 0,-5 0-4 16,0 1 10-16,-4 2-11 0,-4-3 14 0,-1 4-2 0,-2-2 1 16,-4-1 1-16,-1 2 1 0,-2 0 2 15,-2-1-5-15,-2 2 3 0,-1-3-21 0,0-1-55 16,0 1-55-16,-3-4-53 0,4 1-54 0,-1-4-80 15,7-6-93-15,-7 4-437 0,7-4-396 0</inkml:trace>
  <inkml:trace contextRef="#ctx0" brushRef="#br0" timeOffset="181828.59">13750 15344 69 0,'7'-17'755'0,"-4"4"-180"0,-3 3-137 0,-3 1-56 16,-1 1-75-16,-2 3-34 0,-3 2-30 0,-1 3-2 15,-3 0-5-15,-2 4-13 0,-2 2-10 0,0 4-26 16,1 3-23-16,-1 6-36 0,-1 2-17 0,4 1-24 16,2 3-18-16,3 2-13 0,2-4-12 0,5 2-11 15,0-1-8-15,5 0 1 0,2 0-8 0,3-2 14 16,3 0 2-16,5 0-2 0,3-4 0 0,1-2-4 16,3-2-4-16,-1-5-9 0,1-1-16 0,3-5-26 15,-1 0-60-15,2-5-71 0,-2 0-80 0,1-3-67 16,-4-3-28-16,-1 0-32 0,0-4-2 0,-4 0-1 15,-2 0 25-15,-5-4 19 0,-3 1 24 0,-2 0 34 16,-2-1 52-16,-3-3 36 0,-5 2 55 0,0-3 60 16,-1-1 70-16,-3 0 45 0,-4-2 23 0,0 0 39 15,-2 0 13-15,2 1 28 0,2 3 18 0,-1 1 31 16,1 0 29-16,2 3-32 0,1 1-7 0,2 1-33 16,2 2-15-16,1 2-10 0,3-2 7 0,0 3 12 15,3 0 8-15,3 2 4 0,1 0 1 0,3 2-20 0,0 1-11 16,5 3-4-16,-1 0-18 0,4 4-31 0,4 0-13 15,0 4-14-15,1 2-2 0,2 2-9 16,-3 1-5-16,2 1-10 0,-2 2-3 0,0 3-5 16,-4 0-8-16,-4-3 0 0,-3 3-1 0,-2-1-6 0,0 0-1 15,-5-1 0-15,-3-2-1 0,-1 0-2 0,-2 1 0 16,-3-3 10-16,-2 0 7 0,1-1 12 16,-3-2-9-16,-4-3 3 0,3-4 6 0,0 0 1 0,-4-4 11 15,1-4 5-15,-1-2-9 0,1-6-8 0,-1-2-5 16,5-4-16-16,1-3 13 0,2-2-19 0,2-6 13 15,0-1-16-15,4-4-7 0,5-2-42 0,-1-5-20 16,3 1-25-16,0 3-38 0,1 6-73 0,-1 3-67 16,1 2-69-16,-1 5-93 0,-1 7-75 0,0 0-502 15,-1 4-612-15</inkml:trace>
  <inkml:trace contextRef="#ctx0" brushRef="#br0" timeOffset="182147.58">14174 15165 588 0,'0'0'511'0,"11"-3"-109"0,-7-1-24 0,4-2-10 0,-3 0-51 0,3-3-19 0,-1 1 2 15,2-5-13-15,0 1-10 0,-2-2-33 0,4-2-42 16,-3 0-30-16,0 1-22 0,-1 1-17 0,-2-1-19 16,2 2-10-16,-4-1-27 0,0 4-2 0,1-1-28 15,-3 2 1-15,-1-1-21 0,0 3 6 0,-2-3-9 16,-2 4-17-16,0 0 15 0,-3 0-9 0,7 6-1 15,-15-3-3-15,15 3-3 0,-18 4-2 0,7 1-3 16,-1 4 1-16,2 0 2 0,-4 4 0 0,4 4-5 0,1 0 1 16,1 2-10-16,2 1 13 0,3-1-12 15,3 1 12-15,0-1-10 0,4 3 17 0,2-2 3 16,5-1 6-16,0-2-1 0,2-1 0 0,5-4-5 0,0-2-5 16,1-2-13-16,0-4-17 0,3-4-43 0,-2 0-65 15,6-6-84-15,-1 0-62 0,5-6-73 16,-2-1-75-16,-1-2-55 0,-3-1-41 0,4-4-376 0,-7 1-461 15</inkml:trace>
  <inkml:trace contextRef="#ctx0" brushRef="#br0" timeOffset="182379.58">14629 14791 74 0,'-3'-14'713'0,"-2"3"-152"16,1 3-105-16,2-1-54 0,-3 0-75 0,2 3-40 16,3 6-28-16,-10-5-16 0,10 5-8 0,-12 2-12 15,2 4 17-15,1 0-26 0,0 6-21 0,-2 1-42 16,-1 3 8-16,3 2-35 0,-3-1-9 0,3 4-35 15,1 0 8-15,0 1-28 0,3-3 19 0,4 0-22 16,0-3 40-16,3 1-43 0,2-3 10 0,5 1-5 16,1-5 30-16,0 1-55 0,6-3 35 0,-2-2-49 15,1-1 45-15,3-1-58 0,0-2 43 0,2-2-59 0,-2-4 24 16,5-1-69-16,0-1-30 0,-2-3-76 16,-1 1-77-16,-1-3-93 0,-1 1-66 0,-3-1-42 15,-3 0-105-15,-3 0-133 0,-1-1-275 0,-5 2-533 16</inkml:trace>
  <inkml:trace contextRef="#ctx0" brushRef="#br0" timeOffset="183163.18">14433 14558 89 0,'-14'-11'462'0,"0"-1"-100"0,0 1-35 0,1 1-32 0,1-1-29 15,-1 2-10-15,1 1-19 0,1-1 14 0,2 4-22 16,1-3-29-16,-1 3-48 0,3-1-27 0,6 6-28 16,-8-5 11-16,8 5 32 0,0 0 22 0,9 7-18 15,1 0 8-15,2 6-12 0,8 3-27 0,5 8-25 16,0 1-10-16,5 3-20 0,0 1-10 0,0 1-7 16,0 2-11-16,2-1-3 0,-2 1-7 0,-1 0-5 15,-1 0-1-15,0-2-2 0,-4 2-2 0,1-3-6 16,-5 0-16-16,-2-6-30 0,-1-3-65 0,-2 1-101 0,-1-6-104 15,-2-1-87-15,-3-1-83 0,1-5-515 0,-5-3-595 16</inkml:trace>
  <inkml:trace contextRef="#ctx0" brushRef="#br0" timeOffset="183500.3">14956 14854 550 0,'0'0'600'0,"0"0"-110"15,13 0-44-15,-13 0-20 0,0 0-63 0,10-5-55 16,-10 5-38-16,6-9-42 0,-3 2-37 0,1-3-32 16,-2 1-24-16,2-6-15 0,0 1-27 0,0 0-16 15,0-3-17-15,-2 0-8 0,3 1-13 0,-3-1-7 16,-1 0-9-16,0 1-2 0,-1 3 8 0,-1-1-4 16,-2 1-4-16,-2 3 4 0,1-2 6 0,-2 2 2 15,-3 1-4-15,-2 5-2 0,-1 1 2 0,-1 3-1 16,-2 3-9-16,-2 2 1 0,-2 6-12 0,0 1 4 15,1 4-7-15,2 4 5 0,0 2-10 0,5 1 9 16,3-2-3-16,3 2-2 0,2 0 1 0,3-2 31 16,3-2 14-16,2 0-1 0,4-2 36 0,4-1-24 15,1-5 11-15,4-3-37 0,-2-2 34 0,5-4-43 16,-1-4 24-16,8-4-49 0,0-4-9 0,-2-4-89 16,6-5-96-16,-4-1-121 0,0-1-96 0,-7 1-89 15,-6 0-138-15,-2 2-435 0,-6 1-689 0</inkml:trace>
  <inkml:trace contextRef="#ctx0" brushRef="#br0" timeOffset="183678.06">14642 14734 673 0,'-24'13'508'0,"5"-2"-98"0,5-3-105 16,-1-2-51-16,5 2 1 0,0-2 4 0,10-6 22 15,-7 5-5-15,7-5-27 0,0 0-39 0,8-4-40 0,7-3-33 16,4-5-29-16,11-7-22 0,4-4-18 0,10-6-8 15,3-2-17-15,2-2-36 0,-1 2-92 16,1-1-135-16,-3 2-90 0,-9 6-169 0,-4 2-540 0,-1 3-626 16</inkml:trace>
  <inkml:trace contextRef="#ctx0" brushRef="#br0" timeOffset="184145.58">16295 13516 329 0,'-20'-16'751'0,"-2"2"-184"0,2 2-98 16,-2 3-96-16,4 3-78 0,-1 5-52 0,2 4-51 0,-2 4-31 15,1 8 37-15,4 4 7 0,1 7 4 0,3 3 13 16,6 4-23-16,4 5-18 0,6 8 4 0,4 3-29 16,5 11-6-16,7-2-24 0,3 0-18 0,5 1-8 15,2-3-6-15,2-2-5 0,3-3-15 0,3-4-9 16,-2-2 12-16,4-5-12 0,-1-4-20 0,-5-9 8 16,2-4-29-16,-2-4-2 0,1-4-52 0,-2-7-46 15,-3-3-85-15,-3-6-152 0,3-4-101 0,0-5-80 16,-3-2-139-16,3-5-599 0,-7-1-841 0</inkml:trace>
  <inkml:trace contextRef="#ctx0" brushRef="#br0" timeOffset="184327.99">16886 13302 4 0,'0'0'676'0,"0"0"-204"0,0 0-80 16,0 0-106-16,0 0-34 0,-3-6-68 0,3 6-43 0,0 0-112 16,0 0-105-16,0 0-110 0,0 0-144 15,0 0-246-15,-5 4-91 0</inkml:trace>
  <inkml:trace contextRef="#ctx0" brushRef="#br0" timeOffset="185678.08">17065 13541 551 0,'6'-15'718'0,"2"0"-177"16,-3-5-111-16,1 0-96 0,1-2-75 0,-1-6-43 15,3-2-47-15,-4 0-28 0,0-3-27 0,-1 1-23 16,-3 0-8-16,-1-3-16 0,-1 2 4 0,-3 1-29 16,-1-2-5-16,-1 4-5 0,-6-1-12 0,1 3-2 15,-6-2-4-15,-2 1 0 0,0 7 3 0,-3 2-2 16,0 2 9-16,-3 5 4 0,-1 7 26 0,2 0 5 16,-3 5-9-16,3 2 1 0,-2 5 27 0,-2 7 5 15,1 10 7-15,2 2-3 0,3 8-11 0,8 6 2 16,4 2-8-16,2 5 0 0,8 3-14 0,5 3-15 15,5 7-8-15,7 1-4 0,5-2 2 0,5-1 18 0,3-1-13 16,3-4 14-16,5 0-10 0,2-2-2 16,0-3 1-16,2 0-2 0,0-4-1 0,1-2-5 15,-4-4-8-15,2-1-4 0,-10-6-4 0,1-3-3 0,-7-2-16 16,2-2-6-16,-8-6-7 0,-5-2 3 0,0-3 3 16,-5 0 0-16,-4-3 6 0,-2 0-1 15,1-3-8-15,-4-6 18 0,-8 10-12 0,8-10 15 16,-13 4-18-16,4-7-4 0,-6-1 23 0,2-4-20 0,-3-4 3 15,0 0-1-15,-3-6 6 0,1-3 3 0,4 1-3 16,5-1-2-16,2-1 8 0,3-1 3 0,5-1-6 16,3-1 7-16,5-3-11 0,5-6-3 15,4 1-7-15,0 0 6 0,2 3 1 0,3-1-3 0,1 4 7 16,-2 0-4-16,-3 5 7 0,2 1-2 0,-5 2 1 16,1 5-1-16,-4 0 7 0,-3 4-9 0,1-1 2 15,-2 3-3-15,-1 0 0 0,1 1 3 0,-4 4 3 16,-5 3-3-16,14-3 1 0,-14 3 0 0,14 5 1 15,-5 1 2-15,0 1-4 0,1 1 6 0,1 2-1 16,0 1 0-16,1-2 10 0,-2 3-15 0,0-2 13 16,0 1-16-16,1-1 13 0,-2-1-7 0,-1-2 9 15,0 0-9-15,-3 1 11 0,2-3-8 16,-1 0 25-16,0-1-3 0,-6-4 5 0,9 3-13 0,-9-3 2 16,9-4-12-16,-9 4 5 0,8-11-7 0,-4 4 2 15,-2-3-5-15,2 0 0 0,-4-1-1 0,3-2-1 16,-3 0 0-16,1 0 0 0,-2 0 0 0,1 1 2 15,0 0 1-15,-2 0 1 0,1 2 1 0,1 1-3 16,0 2 0-16,0-1-2 0,0 8-5 0,0-10 4 0,0 10 4 16,0 0-3-16,8-3 3 0,-8 3-3 15,8 5 0-15,-3-1-4 0,2 2 4 0,0 0 2 16,-1 0-1-16,2 1 7 0,-1-1-10 0,1-1 9 16,-2 1-18-16,2-1 14 0,-3 1-1 0,1-3 3 0,0 1-9 15,-6-4 8-15,9 5-5 0,-9-5 10 0,0 0-14 16,12 0 12-16,-12 0-9 0,8-5 0 0,-5-1 2 15,-1 1-3-15,2-4 1 0,-1 0 1 16,-1-1 1-16,0-2 1 0,-1 0-2 0,0 0 1 0,-1-1 0 16,1 0-7-16,1 1 7 0,-2 0-2 0,0 1 4 15,2 1 8-15,-1 2-14 0,1 1 1 0,0 1-3 16,3 0 5-16,-1 1-4 0,4 2 3 0,-8 3 2 16,18-3-2-16,-7 3 0 0,3 2 0 0,2-1-1 15,1 1 3-15,3-1-4 0,0-1 2 0,0 0 2 16,1 0 0-16,1 0 3 0,-2-3-2 0,3 0 0 15,0-2-3-15,0-1 4 0,-1-2 1 0,-3 0-3 16,0-3 0-16,-2 1 1 0,-1 0 1 0,-1-3-1 16,-1-2-3-16,-5 5 7 0,-2-3-5 0,1-3-2 15,-4 5 4-15,-2-3 3 0,-2 3-9 0,-1-1 7 16,-3 0-4-16,-1 0 8 0,-4 1-6 0,1 1 4 16,-2 2-8-16,-1 1 6 0,-1 3-8 0,1 2 5 15,-3 1 0-15,1 2 3 0,-2 1-5 0,-1 6 2 16,2 0-1-16,-3 3 0 0,2 2-2 0,2 2 2 0,2 3-4 15,2-2 4-15,3-1 1 0,3 0-2 16,0 1 5-16,5-3 4 0,2 0-1 0,1-1 9 16,1 0-5-16,4-2 0 0,1-3-2 0,-1-2 2 15,1 0-2-15,1-2-4 0,-2-1 5 0,4-4-10 0,-2-1 4 16,0-2-3-16,-1-3 0 0,-1-1-3 0,0-1 5 16,-2-2 0-16,-3-1 5 0,0 0-5 0,-2-3-1 15,-2 1 2-15,-1-3 0 0,-3 1-4 16,-2-2 5-16,1-2-1 0,-5 1-3 0,-1 0 4 0,-3-3-1 15,-2 0-1-15,0 0 5 0,-3 1-10 0,1 0 7 16,-2 0 10-16,1 1-10 0,-1 0 6 16,2 6 5-16,4 0 10 0,2 2-6 0,0 4-5 0,2-1-8 15,1 2 2-15,3 2-5 0,5 6 7 0,0 0-2 16,0 0 23-16,0 0-7 0,6 11 10 0,3 0-16 16,6 4 17-16,2 8 15 0,7 3-29 0,-1 3 11 15,2 2-4-15,0 1-11 0,1 1-3 0,1-1-4 16,-2 0-6-16,-1-1-3 0,-2-3-10 0,0 0-54 15,-4-5-56-15,-3-3-83 0,-3-1-115 0,-4-1-131 16,-2-1-77-16,-4-2-141 0,-2-3-499 0,0-1-781 16</inkml:trace>
  <inkml:trace contextRef="#ctx0" brushRef="#br0" timeOffset="185828.57">17637 13434 924 0,'-23'-1'678'0,"3"1"-146"15,2 0-126-15,3 0-89 0,2-2-63 0,0 1-47 16,3 1-34-16,10 0-4 0,-14-5-26 0,14 5-29 0,-8-6-24 16,8 6-33-16,3-9-108 0,-3 9-178 15,10-8-182-15,-4 4-641 0,1-1-668 0</inkml:trace>
  <inkml:trace contextRef="#ctx0" brushRef="#br0" timeOffset="186349.63">18097 12701 1317 0,'14'-6'888'0,"2"1"-190"0,-4 4-118 0,8 2-71 0,0 5-50 16,4 6-71-16,3 0-43 0,3 8-62 0,0 5-10 15,-2 1-63-15,2 2-24 0,-2 0-36 0,1 5-6 16,-1 1-60-16,-2-1 10 0,0 2-45 0,0-1 17 15,1 3-41-15,-1-3 24 0,-2-1-11 0,-2-3-34 16,0-2-60-16,-5-3-70 0,-1-6-52 0,-1-1-42 16,-3-4-54-16,-1-3-33 0,0-1-58 0,-1-6-38 15,-1 0-32-15,-9-4-10 0,15-4 5 0,-9 0 23 16,-3-6 20-16,-1-1 41 0,0-6 34 0,-2-2 28 16,-3-5 67-16,-1-6 45 0,-2-2 97 0,-1-9 44 15,-4 3 60-15,-1-4 39 0,0 0 59 0,0 1 58 16,-1 2 39-16,1 6 52 0,1 5-5 0,4 7-9 0,-1 0-42 15,3 6-26-15,0-1-35 0,0 5 6 16,-2 3 5-16,2 3-4 0,5 5-2 0,-10-1-17 16,10 1-16-16,-13 9 24 0,7-1-22 0,-3 3-25 15,1 2-22-15,0 0 7 0,0 5 15 0,0-1-34 0,0-1 5 16,3 0-26-16,0 1 4 0,-1-2-12 0,1-1-5 16,1-2-20-16,0 1 3 0,1-3 5 15,1-1-6-15,-1 0 28 0,1-3 16 0,2-6 1 16,-2 8-19-16,2-8 1 0,5 5 14 0,-5-5 15 0,15 2 17 15,-4 2 20-15,2-2 1 0,3 3-1 0,5 2-10 16,2 2 15-16,5 1-36 0,0 1 24 0,4 1-42 16,4 1 16-16,-4-2-14 0,-2 0-19 0,1 0-45 15,-3-1-58-15,2-3-86 0,-7 2-121 0,-3-3-137 16,-1-3-130-16,-6 1-128 0,1-2-691 0,-14-2-957 16</inkml:trace>
  <inkml:trace contextRef="#ctx0" brushRef="#br0" timeOffset="186528.51">19092 12871 253 0,'19'3'805'0,"-8"1"-140"0,1 1-46 0,2 2-60 16,1 6-79-16,-1 0-52 0,4 7-85 0,-3 2-65 16,1 1-69-16,-1 4-33 0,-2-1-45 0,0 4-32 15,-3-3-34-15,-1 4-53 0,-4-2-105 0,1 3-158 16,-4-7-145-16,-2 2-183 0,-3-2-618 0,-3-1-808 15</inkml:trace>
  <inkml:trace contextRef="#ctx0" brushRef="#br0" timeOffset="186911.76">19641 12136 1670 0,'-15'-33'568'0,"3"9"-161"16,5 5-112-16,-1 3-69 0,2 5-44 0,-1-1-39 15,-1 0-20-15,3 4 2 0,-3 1 38 0,2 2 2 16,1-1-28-16,5 6-26 0,-6-5 9 0,6 5 45 16,-3 9-1-16,3 5 13 0,7 7-28 0,3 17-8 15,5 3-13-15,3 11-19 0,6 7-35 0,3-1 14 16,3 2-11-16,0 0-11 0,2-3-26 0,0 0 10 16,0-3-26-16,0-4 15 0,-1-1-37 0,-2-6-13 15,-3-9-35-15,-3-2-44 0,-3-7-81 0,-3-1-131 16,-4-6-67-16,-1-3-24 0,-5-2-89 0,-2-6-85 15,-4-1-526-15,-1-6-710 0</inkml:trace>
  <inkml:trace contextRef="#ctx0" brushRef="#br0" timeOffset="187128.61">19669 12586 389 0,'-38'-43'499'16,"2"-7"-76"-16,6 1-87 0,1-5-54 0,8 1-44 16,3-4-37-16,6 8-28 0,7 1 4 0,3 2-21 15,7 4 14-15,4 2 1 0,6 4 0 0,5 3 4 0,7 6 10 16,4 5 4-16,5 6-10 0,2 5-4 15,2 6-19-15,-1 5-26 0,5 5-24 0,-1 6-9 16,-2 3-17-16,-1 7-14 0,-6 1 0 0,-1 5-23 0,-6 1 17 16,-2 1-7-16,-6 6-19 0,-5 1-2 0,-3 2-14 15,-8-6 1-15,-5 5-5 0,-3 6-3 16,-5-1-4-16,-4 1-3 0,-4-2-19 0,-1-3-23 0,-4 0-37 16,0-7-78-16,0 0-94 0,-1-7-85 0,3-5-98 15,0-4-104-15,4-5-547 0,-1-6-698 16</inkml:trace>
  <inkml:trace contextRef="#ctx0" brushRef="#br0" timeOffset="187362.34">20030 11807 659 0,'15'-15'739'0,"-3"5"-117"16,-1 6-62-16,-1 5-64 0,-1 5-47 0,0 6-43 15,-1 7-46-15,-1 9-52 0,0 2-35 0,-2 12-28 16,1 4-19-16,-4 3-18 0,0 2 29 0,2 3-56 15,0 1 18-15,4 6-15 0,2 1 13 0,3-4-64 16,4-3 0-16,-1-10-50 0,4-6 9 0,1 1-43 16,4-7 12-16,3-3-66 0,3-5-18 0,1-3-77 15,1-5-31-15,-1-5-88 0,1-5-70 0,2-3-84 16,-3-3-87-16,-4-4-91 0,0 1-106 0,4-5-706 16,-4-4-965-16</inkml:trace>
  <inkml:trace contextRef="#ctx0" brushRef="#br0" timeOffset="188411.37">20634 11872 382 0,'-8'-8'519'0,"8"8"-111"0,-8-6-30 0,8 6-64 0,-9-3 11 16,9 3-26-16,-12 3-1 0,6 3 3 0,-3 2-13 16,1 3-20-16,2 2-9 0,-1 3-23 0,0 3-30 15,2 1-21-15,2 1-8 0,0 3-31 0,2-2-29 16,4 1-21-16,-1-2-19 0,2 1 8 0,0 0-7 0,5-3-2 16,0-1-5-16,1-3 37 0,3-1-25 0,1 0 30 15,0-6-38-15,1 1 27 0,2-4-47 16,0-3 23-16,-1-2-44 0,2-1-2 0,1-5-11 0,0 0 1 15,-1-1-5-15,0-5 21 0,-2-1-34 0,-1 0 25 16,-4-3-30-16,1-1 24 0,-5-1-35 0,-1 2 30 16,-3-1-2-16,-1-1-5 0,-4 1 0 15,-1-1-5-15,-4 0-3 0,-3 2 1 0,0 0-5 0,-4 2 2 16,-4 4-2-16,-3 1 5 0,2 2-7 0,-1 4 3 16,-2 2-6-16,0 2-16 0,-1 2-43 0,0 1-25 15,2 2-56-15,3 2-71 0,0 0-93 0,4 3-102 16,1-3-68-16,5 0-112 0,3 0-155 0,3-3-311 15,2-5-675-15</inkml:trace>
  <inkml:trace contextRef="#ctx0" brushRef="#br0" timeOffset="188695.3">20841 11666 750 0,'8'-16'801'0,"-2"1"-146"15,-2 2-99-15,1 3-101 0,0 1-58 0,-1 0-63 16,1 1-28-16,-2 2-48 0,-3 6-24 0,4-8-23 15,-4 8-42-15,0 0-17 0,2 6-38 0,-2 2-15 16,0 0-27-16,-1 4-7 0,-2 4-22 0,1 1 4 16,-1 1-4-16,1 4 14 0,-2 0-3 0,1 2-7 15,-2 1-8-15,1-3-6 0,3 2-7 0,-1-6-22 0,0 0 22 16,0-3-31-16,-1-3 26 0,3 1-20 16,-1-2 27-16,0-3-20 0,1 1 29 0,0-9-29 0,5 12 21 15,-5-12-9-15,16 4-2 0,-5-4-4 0,3 0-7 16,2 0 4-16,6-1-5 0,-3 0 1 0,5-1-24 15,2-1 23-15,-2-1-28 0,2 2-5 0,-2-2-56 16,2-1-67-16,-2 2-88 0,-1 1-111 0,-4-4-100 16,-1 1-119-16,-1 1-818 0,-2-1-987 0</inkml:trace>
  <inkml:trace contextRef="#ctx0" brushRef="#br0" timeOffset="188912.52">21134 11515 600 0,'0'0'683'0,"0"0"-146"16,0 0-39-16,0 0-51 0,-3 6-8 0,7-1-37 15,6 1-28-15,1 1-11 0,3-2-53 0,6 2-14 16,6 0-51-16,6 0-1 0,2-1-67 0,10 1-6 16,2-2-63-16,-3 1 10 0,-2-3-53 0,-3-1-2 15,-2 1-61-15,-5 0-20 0,-3-2-84 0,-5 1-84 16,-4-2-58-16,-2 2-102 0,-6-4-95 0,-11 2-50 15,14-3-58-15,-14 3-23 0,1-6-426 0,-1 6-596 16</inkml:trace>
  <inkml:trace contextRef="#ctx0" brushRef="#br0" timeOffset="189094.77">21505 11459 390 0,'-20'-17'455'0,"-1"-4"-20"0,0 1-48 16,4 1-30-16,2 5-4 0,1-1-15 0,4 5-45 16,0-2-53-16,1 3-48 0,2 5 2 0,7 4 36 0,-9-4-3 15,9 4 10-15,-2 8-19 0,3 2-35 16,-1 5 6-16,0 4-23 0,3 4-1 0,-2 5-28 15,3 4-8-15,-2 3-38 0,0 2-5 0,-1 1-34 0,-1 0 6 16,0 2-28-16,-1-1 10 0,-2 4-27 0,-2-7 17 16,1 0-19-16,0-1-35 0,-1-5-76 15,3 1-123-15,-2-8-101 0,0-1-107 0,1-6-116 0,-2 0-165 16,3-4-404-16,1-5-732 0</inkml:trace>
  <inkml:trace contextRef="#ctx0" brushRef="#br0" timeOffset="189394.85">21786 11247 833 0,'18'-24'811'15,"-4"4"-132"-15,-2 4-148 0,-1 1-87 0,-2 2-52 16,-2 1-30-16,1 5-38 0,-8 7-39 0,8-6-29 16,-8 6-31-16,0 0-36 0,2 9-35 0,-4 1-30 15,-2-1-21-15,-3 5-23 0,0 3-32 0,-3 2 9 16,-1 1-32-16,2 2 22 0,-5 2-28 0,3 3-3 15,-2-4 14-15,0 3-29 0,3-2 16 0,0-5-25 16,2-2 23-16,2-3-25 0,-1-2 22 0,3-2-22 16,-2-1 25-16,2 0-19 0,4-9 22 0,0 8-27 15,0-8 28-15,13 2-23 0,-3-2 21 0,3-4-29 16,4 2 5-16,4-4 2 0,1 1 0 0,5-1-5 16,4-2 5-16,-1 1 4 0,4 0-3 0,-1-1-55 15,-1 2-67-15,2-2-117 0,-3 0-100 0,-7 2-105 16,-1 1-117-16,1-2-791 0,-6 0-957 0</inkml:trace>
  <inkml:trace contextRef="#ctx0" brushRef="#br0" timeOffset="189828.06">22181 10993 294 0,'-4'-10'731'0,"1"-1"-147"0,1 6-84 0,0-3-67 16,2 0-37-16,0 2-19 0,2-2-13 0,0 0-23 0,3-3-24 15,3 2-66-15,2-1-33 0,4-5-37 0,3 5-34 16,0-3-19-16,4 2-28 0,0 1-18 0,-1 2-21 16,2 0-5-16,-4 3-19 0,-2 1-1 0,1 1-11 15,-6 1-2-15,-11 2-9 0,22 2 2 0,-15 4-6 16,-5 1 0-16,-2 2 0 0,-2 2-5 0,-5 3-1 16,-3 5-2-16,-4 2 5 0,-4 2-8 0,1 1 1 15,-2-1 1-15,1-2 0 0,2-2-3 0,2-2-7 16,0-2 12-16,3-5-4 0,2 1 5 0,1-1-9 15,0-1 13-15,3-5-10 0,5-4 7 0,-4 5-2 16,4-5 3-16,0 0 1 0,10-3-8 0,-1-2-1 16,1 1 5-16,4-1-3 0,3 0-4 0,-2 2 1 15,3 0 2-15,0 3 6 0,1-2-2 0,0 4-6 16,1 2 3-16,3 1-2 0,-2 3 7 0,-1 2-3 16,0 2 10-16,-1 1-9 0,-4-1 5 0,2 6-7 15,-6-1-5-15,0 0 11 0,-2 2-11 0,-4 2 9 16,-3-2-13-16,-4 0 5 0,-3 3 2 0,-5 3-5 15,-3 0 10-15,-4 0-11 0,-1-2 3 0,-2-1-36 16,-2-1-39-16,0-4-45 0,-2-3-106 0,-3-3-94 16,4-3-73-16,1-5-90 0,-2-1-144 0,0-4-453 15,-2-5-702-15</inkml:trace>
  <inkml:trace contextRef="#ctx0" brushRef="#br0" timeOffset="189994.66">22169 10807 436 0,'24'-25'720'0,"4"0"-141"0,-1 6-55 16,0 6-38-16,3 2-49 0,0 4-25 0,-2 5-23 16,-1 0-45-16,3 5-66 0,3 2-23 0,-1 4-53 15,0 1-18-15,2 6-49 0,1 3-13 0,-6 1-40 0,1 2-4 16,-5 7-15-16,-2-1-20 0,-6 4-34 16,-3 3-109-16,-9-4-171 0,-5 3-172 0,-9 11-149 15,-6-2-798-15,-14 7-991 0</inkml:trace>
  <inkml:trace contextRef="#ctx0" brushRef="#br0" timeOffset="190361.65">18837 14573 1277 0,'-19'10'971'0,"6"-4"-219"0,1-2-166 0,12-4-111 16,-13 0-112-16,13 0-68 0,0-6-71 0,6-4-39 0,6-3-21 15,7-4-35-15,4-1-11 0,5-4-43 0,4-2-15 16,1 0-100-16,3-1-139 0,0 0-133 16,1 1-110-16,2-2-139 0,-3 0-757 0,1 1-923 0</inkml:trace>
  <inkml:trace contextRef="#ctx0" brushRef="#br0" timeOffset="190544.98">19659 14044 868 0,'0'0'595'0,"0"0"-130"0,13 2-94 16,-13-2-89-16,9-3-46 0,-9 3 0 0,11-4 0 0,-1-2-17 15,1 1-22-15,0-3-34 0,6-1-33 0,3-4-25 16,1-2-18-16,6 0-20 0,5-7-22 0,1 0-68 15,4-2-97-15,-3 1-123 0,2-3-163 0,0-1-207 16,-3 0-297-16,0 2-476 0</inkml:trace>
  <inkml:trace contextRef="#ctx0" brushRef="#br0" timeOffset="190728.25">20529 13578 665 0,'0'0'849'0,"12"-5"-162"0,-12 5-132 0,10-5-82 15,-6 1-29-15,3-2-47 0,1 1-42 0,3-3-25 0,1-1-54 16,2-2-25-16,4-2-68 0,4-2-12 16,1-2-59-16,1 1 6 0,6-4-65 0,-1 1-82 15,-1-2-103-15,0 2-147 0,-2 2-117 0,-2 1-91 16,-2 0-194-16,-3 2-554 0,-5 1-844 0</inkml:trace>
  <inkml:trace contextRef="#ctx0" brushRef="#br0" timeOffset="190878.38">21021 13266 881 0,'0'0'836'0,"0"0"-175"0,7-6-163 15,-7 6-100-15,9-7-75 0,-3 2-64 0,4-2-47 16,-2 2-24-16,1-1-59 0,1-2-12 0,3 0-35 0,0-3-4 16,3-1-84-16,0 2-94 0,2-3-119 0,1 1-133 15,-4-1-203-15,3-2-516 0,-4-1-687 0</inkml:trace>
  <inkml:trace contextRef="#ctx0" brushRef="#br0" timeOffset="191094.92">21280 12628 523 0,'9'-6'774'16,"1"5"-110"-16,-10 1-27 0,24 1-64 0,-4 8-24 15,6 1 3-15,3 10-65 0,3 2 62 0,0 6 16 16,4 10 17-16,0 2-57 0,-3 5-33 0,-1 4-111 15,-4 2-55-15,-1 4-314 0,-5 3-12 0,-4 2 0 16,-4-1 0-16,-5 3 0 0,-7-10 0 0,-4 2 0 16,-7 7-202-16,-8 0-136 0,-5-2-48 0,-6-2-87 0,-4 1-168 15,-9-2-153-15,-1-1-899 0,-9-2-1370 16</inkml:trace>
  <inkml:trace contextRef="#ctx0" brushRef="#br0" timeOffset="193030.69">14801 17187 260 0,'-15'-25'483'0,"1"0"-101"0,-4 6-84 0,-1 5-62 16,1 5-44-16,-5 5-33 0,0 5-24 0,-6 7-1 15,-8 9-22-15,-2 8-8 0,-2 10 39 0,-3 6 6 16,3 4 37-16,1 7 18 0,2 6 3 0,5 6-7 0,3 4 0 15,5 3 0-15,5 2 1 0,8-1-42 0,5-1-37 16,7-2-13-16,8-3-22 0,10-4 6 16,6-6-55-16,5-4 35 0,10-10-47 0,7-4 33 15,5-10-50-15,8-9 35 0,-4-10-48 0,2-5 29 0,3-6-67 16,12-8 26-16,-6-6-47 0,-1-4 0 16,-2-7-4-16,-3-4-24 0,-5-3-10 0,-4-7-19 0,-2-1 47 15,-7-3-19-15,-6-1 42 0,-6-1-23 16,-7 7 20-16,-6 1 14 0,-4-2 6 0,-6 3 5 0,-3 6 40 15,-5 4-35-15,-4-1 35 0,-4 1-30 0,-3 4 36 16,-2 3-33-16,-4 6 46 0,-4 3-35 0,0 2 40 16,-4 7-40-16,-2 3 33 0,0 2-23 0,-5 6 13 15,-6 7 23-15,1 4 22 0,5 7 19 0,1 0-47 16,3 6 37-16,3 3-35 0,7-1 29 0,2 1-41 16,7 1 25-16,5-6-11 0,5-2-8 0,5-3-7 15,4 1 4-15,6-2 1 0,3-3-2 0,3-3 1 16,4-5-4-16,-2-3-39 0,0-3 30 0,3-4-32 15,-1-1 33-15,1-4-31 0,1-1 32 0,-4-4-40 16,4-4 26-16,-3-2-36 0,-4-3 29 0,-2-1-28 16,-4 0 32-16,-2-1-26 0,-6-2 30 0,2-2-28 15,-6-1 5-15,-2 1 2 0,0-1 7 0,-2 0 6 16,-5-2 2-16,4 0-1 0,-3 1-2 0,3 0 5 16,-1 5 0-16,1 0 2 0,-1 5-2 0,4-1-1 15,0 3 0-15,3-1 4 0,1 4-2 0,1 1 0 0,1 0 6 16,4 4-6-16,1 0 5 0,0 3-3 15,3 0 7-15,-1 2 0 0,5 2 1 0,-3 0 5 16,3 2 7-16,-2-1-5 0,0 3-3 0,-2 0-4 16,0 1-1-16,-2-2-4 0,-2 0 1 0,0 2-1 15,-1-2-3-15,-2 0 0 0,-4 1 0 0,0-1-1 16,-1 0-4-16,-2-6-10 0,-6 13 4 0,2-8 8 16,4-5-9-16,-11 5 1 0,11-5 2 0,-16 0 3 0,7-4-2 15,0-2 4-15,2 0 6 0,-3-4-6 0,3 0 1 16,1-5-1-16,1-1 0 0,0-2 1 0,2 1-1 15,3-3 2-15,0 1 2 0,6-1 29 16,-2-1-42-16,3 2 35 0,2 2-33 0,2 3 29 0,1 0-36 16,0 5 36-16,4 3-37 0,-1 2 34 0,4 2-36 15,0 4 37-15,-2 2-35 0,3 2 40 0,0 1-43 16,-1 4 4-16,-1-2 0 0,-2 2 1 0,1 2 4 16,-4-1 3-16,-3 1-1 0,0-1-5 0,-5 1-45 15,0 0-74-15,-1-1-93 0,-4-1-96 0,-2 0-62 16,-2-2-83-16,-1 0-33 0,-2-3-371 0,-3-3-422 15</inkml:trace>
  <inkml:trace contextRef="#ctx0" brushRef="#br0" timeOffset="193544.6">15424 16870 512 0,'-3'-22'413'0,"1"3"-88"0,0 2-81 0,1 5 23 0,2 6-17 16,-1 6-5-16,0 0-20 0,9 2-26 0,-4 7-16 15,6 5-2-15,4 8 12 0,-1 4-12 0,9 5-41 0,0 2 3 16,1 4-60-16,6 7 16 0,0-1-47 16,2 1 18-16,-2-1-41 0,0 1 33 0,-4-8-32 0,1-2 21 15,-3 2-39-15,2-5-3 0,-2 0-24 0,-4-1-7 16,-2-6-29-16,-2-2-33 0,-2 0-30 0,-4-4 2 16,-2-1-15-16,-2-4-10 0,-2 1-17 0,-2-3-9 15,-3 0-11-15,-3-3 15 0,2 2-4 0,-6-5 19 16,-1-1-2-16,-1 1 32 0,-3-2-2 0,0-1 33 15,-2-2 4-15,-2-3 36 0,-2 0-3 0,-1 0 30 16,-3-1-4-16,-3-1 23 0,3 1-3 0,0-3 24 16,-1 1 8-16,1 2 46 0,1-3 26 0,7 2 24 0,-2 1 3 15,6 0-26-15,-2 1-13 0,7-3-23 16,0 0-7-16,6 6-7 0,2-13-8 0,3 3-21 0,4-1 9 16,3-3-16-16,5 0 3 0,4-5-12 0,2 2 15 15,5-7-15-15,1 1 8 0,4-1-8 0,-2-2 12 16,0 1-6-16,-1 0 29 0,0 0 3 0,-5 1 17 15,2 0 23-15,-8 5 1 0,-1-1-10 0,-2 7 26 16,-3-1 9-16,-2 3-10 0,-1 1-14 0,-1 1-10 16,-1 1-12-16,-2 3 1 0,-2 1 7 0,-4 4-10 15,5-6 7-15,-5 6-14 0,0 0-11 0,6 8-2 0,-6-8-9 16,3 15-5-16,-2-7 10 0,4 3 1 16,-2 1-4-16,1 1-6 0,2 0-4 0,-2 1-6 15,5 1-8-15,-3 0-2 0,1-2-5 0,-1 0 1 0,3 0-5 16,-4-2-1-16,0-2-15 0,2 0-73 0,-4-1-108 15,0 0-107-15,2-4-99 0,-5-4-122 0,3 7-506 16,-3-7-636-16</inkml:trace>
  <inkml:trace contextRef="#ctx0" brushRef="#br0" timeOffset="193694.53">15833 16881 276 0,'-9'-16'421'0,"1"-1"-113"0,-1 3-62 0,3 1-56 0,-1 1-41 15,2 0-29-15,1 1-35 0,-2 2-22 16,4 0-33-16,0 2-54 0,2 7-52 0,0-13-61 16,0 13-40-16,4-5-287 0,-4 5 55 0</inkml:trace>
  <inkml:trace contextRef="#ctx0" brushRef="#br0" timeOffset="194044.78">16104 16983 239 0,'0'0'563'0,"9"3"-126"0,-9-3-94 0,6 4-53 16,-6-4-39-16,0 0-33 0,9 3-43 0,-9-3-35 16,0 0 31-16,6 5-7 0,-6-5-9 0,7 8-4 15,-5-2-25-15,2 0-23 0,0 3-21 0,1 0-15 16,-1-2-12-16,0 4 17 0,-2-3-42 0,2 0 24 16,-1 1-41-16,-1-3 26 0,1 0-33 0,-3-6 72 15,4 10-22-15,-4-10 43 0,5 10-22 0,-5-10 16 16,3 7-2-16,-3-7-15 0,0 0-15 0,0 0-13 15,0 0-10-15,0 0-6 0,2-8-10 0,-2 2-2 16,-2-3-4-16,2-3-1 0,0 1-4 0,2-3-4 16,-1-1-6-16,0-2 7 0,3 2-9 0,-3-3 13 15,3 4-16-15,0 0 9 0,0-1-4 0,4 3 3 16,-3 1-5-16,1 2 2 0,1 2-5 16,-1 2 7-16,4 0-6 0,-10 5 4 0,17-1-7 0,-6 3 8 15,-2 2-8-15,4 2 10 0,1 1-4 0,-1 3 0 16,2 2-21-16,-1-1-76 0,0 4-121 0,-1-2-104 15,-1 3-74-15,-1 0-84 0,-2-1-80 0,-1 0-293 0,-1-2-400 16</inkml:trace>
  <inkml:trace contextRef="#ctx0" brushRef="#br0" timeOffset="194394.84">16573 16791 234 0,'-5'-10'690'0,"-2"3"-143"16,1 2-66-16,6 5-50 0,-17-1-33 0,8 4-46 0,-3 2-48 16,0 6-55-16,-2 2-4 0,1 3-51 0,4 2-31 15,-1 2-27-15,4 2-37 0,2 2-18 0,1-1-16 16,4 1-14-16,3 1-7 0,3-1-12 0,4 1-8 16,2-3-5-16,2 1-5 0,3-6 4 0,-1-2-4 15,-2-3-7-15,6-3 1 0,-2-1 1 0,-3-4-8 16,3-2 10-16,-2-2-4 0,2-4 1 0,-2-2 3 15,2-2-5-15,0-3 4 0,-1-2-8 0,-3-2 4 16,0 0-11-16,0-7 9 0,-5 4-7 0,-1-1 7 0,-1-2-8 16,-3 1 4-16,-4 1 5 0,-2 0-10 15,-2-3 5-15,-4 0-5 0,-1 2 4 0,-2-1-7 16,-4 0 21-16,1 4-25 0,-1 1 8 0,-3 4-1 0,-1-1-12 16,2 4-22-16,-1 2-34 0,2 1-38 0,-3 3-44 15,2 3-61-15,1 0-69 0,0 3-27 0,0 0-41 16,2 2-17-16,4 0-25 0,1 1-432 15,3-1-364-15</inkml:trace>
  <inkml:trace contextRef="#ctx0" brushRef="#br0" timeOffset="195061.6">16846 16686 76 0,'7'-11'636'16,"-1"2"-91"-16,0 1-43 0,-1 0-40 0,-1 1-85 15,0 1-68-15,-4 6-18 0,3-10-28 0,-3 10-17 16,0 0-44-16,-5-4-17 0,5 4-41 0,-7 4-18 15,7-4-34-15,-10 10-14 0,6 0-22 0,2-2-3 16,0 2-18-16,1 0 0 0,4 1-11 0,-1 1-3 16,2 1 17-16,2 0 4 0,3 0-8 0,-2 0 6 15,3-2-16-15,0 0 7 0,2-2-13 0,2 0 5 16,-3-3-10-16,6-1 8 0,-3-1-9 0,0-3 2 16,1-1-9-16,-2-1 1 0,5-3 0 0,-4 0 4 0,1-5-9 15,-2 2 6-15,1-2-12 0,0-4 9 0,-1-1-8 16,-3-2 7-16,-1-1-10 0,-2-2 9 0,-1 1-9 15,-2-3 11-15,-2 1-11 0,-2 0 8 0,0-1-8 16,0 1 11-16,-2-1-9 0,-1 3 12 0,1 0-10 16,-1 3 18-16,-2 1-23 0,4 4 11 0,-2 1-12 15,-1 3 13-15,4 6-11 0,0 0 8 0,0 0-4 16,-10 6 7-16,10 2-8 0,1 3 8 0,3 3-8 16,0 2 8-16,4 2-8 0,3 1 11 0,1-2-12 15,4 5 12-15,0-3-12 0,1-2 11 0,3 0-10 16,-2-5 11-16,1-1-13 0,-1-1 14 0,1-3-12 15,-2-2 8-15,0-3-8 0,0 1 9 0,-2-3-9 16,1-3 7-16,0 0-9 0,-3-3 13 0,2-1-12 16,-2-2 10-16,-1-1-10 0,-2-2 9 0,-2-3-10 15,-2 2 10-15,1-3-10 0,-3 0 8 0,0-2-9 16,-2-1 8-16,-2 0-6 0,-2-1 10 0,1-3-8 16,-3 0 7-16,0 1-6 0,-3-2 6 0,2 3-7 15,-2 0 9-15,-2 1-10 0,0 4 13 0,2 2-16 16,-1 0 10-16,0 4 2 0,-3 1-5 0,3 3-10 15,-1-1 10-15,9 7-5 0,-14-1 8 0,14 1-9 0,-4 2 11 16,4-2-10-16,2 11 8 0,3-5-8 16,3 1 9-16,4 0-10 0,5 4 10 0,1-3-9 15,2 3 14-15,-2-1-14 0,2 0 10 0,1 0-11 16,-3-1 14-16,2 1-12 0,-3-2 8 0,-3 1-7 16,-3-2 6-16,1 1-9 0,-3 0 10 0,-3 1-7 0,-3 0 9 15,-3 1-11-15,-1-1 10 0,-6 4-9 16,-1-1 8-16,-3-1-11 0,-3 1 6 0,-3 1-29 0,2-4-17 15,-3 1-56-15,0-2-55 0,3-2-73 0,1 2-83 16,-2-4-48-16,6-1-89 0,-3-1-130 0,13-2-299 16,-19 0-437-16</inkml:trace>
  <inkml:trace contextRef="#ctx0" brushRef="#br0" timeOffset="195961.74">19893 15388 46 0,'-17'10'623'0,"6"-3"-183"0,0-1-103 0,1 1-70 0,5-2-56 16,0 1-39-16,5-6-35 0,0 8-5 0,0-8-33 16,13 6-14-16,-2-6 5 0,5-2 15 0,4-2 14 15,3-3-13-15,5-3-24 0,0-2-12 0,-1-2-13 16,0-1 2-16,4-4-17 0,-4-2-4 0,-6 2-13 16,-3-3-5-16,-1 0-11 0,-4-3-11 0,-6 3-23 15,0-2-14-15,-6 0-22 0,-5-1-10 0,0-2 0 16,-8-3 18-16,-4-1 14 0,-3 2 11 0,-5 1 6 15,-4 2-1-15,-4 2 11 0,-1 3-5 0,-3 3 19 16,0 4 13-16,3 3 17 0,1 7 7 0,2 2-2 16,2 4 7-16,-3 9 14 0,7 4 9 0,0 9 51 15,11 4-9-15,7 5-11 0,10 12 14 0,11 14 34 16,12 5-20-16,9 5 8 0,16 15-16 0,4 2-6 16,6-3-21-16,0 0-3 0,1-2-11 0,-2-2-6 15,0 0-9-15,0-2-6 0,-3-1-3 0,-3-3-24 16,-14-15-5-16,0-3-16 0,-5-4-15 0,-4-3-14 15,-10-12 3-15,-6-2-20 0,-4-8 0 0,-6-4-17 16,-6-6-3-16,0 0-4 0,-5-3-17 0,-3-3 18 16,-6-3 3-16,0-2 10 0,-5-4-1 0,0-2 22 15,-7-5 4-15,-4-4 2 0,-8-4 4 0,1-7-4 16,-2-1 13-16,-6-11-6 0,2-2 13 0,0-2-3 16,5-2 4-16,5-2 2 0,7 3 0 0,5 0 9 0,6-1-3 15,7-3 5-15,5 6-12 0,9-5 6 0,2-2-10 16,9 1 6-16,7-7-14 0,3 4 10 0,4 1-7 15,0 1 3-15,3 5 5 0,-5 6 0 0,-1 3 4 16,0 2-1-16,-2 2-1 0,-7 7 0 0,-2 4 2 16,-3-1-3-16,-2 5 1 0,-1-1 1 0,-4 5-1 15,1-1 21-15,-8 7-4 0,0 0-3 0,0 0 5 16,-1 9-1-16,-6 1 2 0,1 5 15 0,-2 4 16 16,-1 1-8-16,-1 7 17 0,1 1 19 0,0 1-24 15,3 3-11-15,1-1-8 0,2-1-4 0,1 0-10 16,2-4-3-16,2-1 10 0,1-1 16 0,4-1-5 15,0-2-1-15,3-4-11 0,0-1 1 0,6-2-10 16,-2-3 3-16,2-3-18 0,0-3-29 0,2-1-99 16,-4-3-126-16,2-2-89 0,-2-3-60 0,2-1-75 15,-5-3-80-15,-1 1-355 0,-3-5-474 0</inkml:trace>
  <inkml:trace contextRef="#ctx0" brushRef="#br0" timeOffset="196328.63">20491 15565 535 0,'-1'-13'562'0,"2"2"-137"0,-1 2-95 0,6 1-64 0,-2 0-43 0,1 3-26 16,2 0-19-16,0 1 7 0,5 0 34 0,-2 2 12 16,3-1 5-16,2 3-2 0,1-2-40 0,3 4-33 0,0-1-23 15,0 3-37-15,3 2-22 0,-2 1-9 16,0 1-22-16,-1 3-3 0,-4 0-14 0,2 2 3 16,-5 1-17-16,1 0 2 0,-5-1-9 0,-2 0 4 0,-2 1-7 15,-1-3 3-15,-3 2-6 0,-2-1 5 0,0-2-8 16,-1 1 6-16,-3-3-6 0,-2 1 16 0,2-3-3 15,-4-2 9-15,1-1-8 0,9-3 3 16,-21-3-10-16,12-2 6 0,0-5-11 0,-1-1 9 0,1-4-12 16,0-3 1-16,4-2 3 0,-1-1-2 0,1 1-1 15,3 0 1-15,0 2 7 0,2-1 4 0,1 2 3 16,0 2 0-16,2 2-4 0,-2 2-2 0,5 0 10 16,-2 5-4-16,3-1 17 0,-1 4 7 0,-6 3 11 15,18-1-7-15,-8 4-8 0,0 1-4 0,3 3-8 16,0 0-4-16,0 2-5 0,-2 2-1 0,2 2 0 15,2-1-9-15,-2 1 1 0,1 0-1 0,0 1-8 16,0-3-39-16,-2 0-107 0,-2-1-120 0,3 0-110 16,-2-1-72-16,3-5-127 0,-3 2-528 0,-1-3-722 15</inkml:trace>
  <inkml:trace contextRef="#ctx0" brushRef="#br0" timeOffset="196528.52">21125 15262 536 0,'0'0'550'16,"-3"-10"-150"-16,3 10-51 0,-5-8-57 0,5 8-25 15,-1-7-64-15,1 7-24 0,0-7-49 0,4 1-30 16,2 0-15-16,1-3-18 0,5 2-14 0,1-5-8 16,5 1-9-16,0-2-11 0,2 2-3 0,0-1-10 15,-1 2-46-15,0-1-58 0,-4 4-69 0,-1 0-67 16,-2 3-34-16,-3-1-29 0,-9 5-91 0,12 0-214 15,-12 0-108-15</inkml:trace>
  <inkml:trace contextRef="#ctx0" brushRef="#br0" timeOffset="196682.79">21161 15462 311 0,'0'0'463'0,"10"-3"-111"15,-4 0-74-15,3-1-58 0,3-3-33 0,2-1-24 16,3-3-34-16,4-4-20 0,5-2-15 0,3-4-8 15,4 0-34-15,3-4-10 0,1 2-9 0,-1-2-14 16,3 1-34-16,-1 1-104 0,-4 2-171 0,-2 0-379 16,-6 5-175-16</inkml:trace>
  <inkml:trace contextRef="#ctx0" brushRef="#br0" timeOffset="197378.09">21922 14908 582 0,'5'3'441'0,"2"1"-108"0,-1-1-49 0,3 1-17 0,0 1-14 16,-2-2-15-16,3 1-7 0,-3-1 8 0,4-2 18 15,-1 1 0-15,-10-2-13 0,24-3-29 0,-7-1-37 16,-1-2-35-16,5-3-30 0,-1-1-22 0,0-2-19 15,1-3-16-15,-5 0-8 0,0 1-12 0,-3-3-7 16,1-2-10-16,-4 0 0 0,-2-1-10 0,-1 1 1 16,-1-2-1-16,-4 2 1 0,-2 0-3 0,-2 3-3 15,-4-1 1-15,-2-2 0 0,-4 5-8 0,0 2 7 16,-3 0-1-16,-1 5 2 0,-4 2-4 0,0 4-3 0,1 4 4 16,-4 3-6-16,-3 4 7 0,1 8 11 15,-1 6 6-15,3 5 0 0,5 5 40 0,2 4-2 16,4 0 29-16,3 2-13 0,7-4-20 0,4 0 16 15,2-3-13-15,5 5-3 0,5-3 11 0,3-5-1 0,3-2-7 16,8-6-1-16,-2-6-4 0,3-3-13 0,2-4-9 16,3-4-5-16,-2-5-2 0,4-4-15 15,4-5 34-15,2-4-67 0,-4-4 14 0,-3 0-53 0,-2-4-40 16,-5-2-75-16,-1 2-73 0,-8-2-67 0,-5 0-51 16,-1 1-61-16,-6 3-69 0,-3-2-109 0,-2 1-295 15,-5 0-469-15</inkml:trace>
  <inkml:trace contextRef="#ctx0" brushRef="#br0" timeOffset="197844.65">21924 14385 636 0,'-14'4'692'0,"2"-2"-146"0,2 3-85 15,0-4-102-15,10-1-42 0,-14 4-32 0,14-4-34 16,-14 3-13-16,14-3-42 0,0 0-34 0,-9-5-33 15,9 5-16-15,7-13-32 0,5 1-10 0,2-1-20 16,6-5-5-16,2 0-8 0,1 1-7 0,1-1-10 16,1 1 0-16,-1 1-12 0,1-1-26 0,-3 4-58 15,0-2-65-15,-4 3-73 0,-3 1-90 0,-2 0-82 16,-2 2-109-16,-3 1-484 0,-3 0-570 0</inkml:trace>
  <inkml:trace contextRef="#ctx0" brushRef="#br0" timeOffset="198344.07">22289 13902 465 0,'-2'-5'567'15,"2"5"-101"-15,-4-11-48 0,0 5-60 0,4 6-21 16,-4-12-56-16,4 6-54 0,0-2-37 0,3-1-28 15,-1 0-10-15,6 0-6 0,0-2-12 0,1 3-21 16,3-1-20-16,0 1-21 0,1 3-13 0,1 0-12 0,-3 2-13 16,4 3-3-16,0 3-3 0,0 1-8 0,0 2-1 15,0 2-9-15,2 2 1 0,-3 3-5 16,0 1 1-16,-1 1 0 0,-3-1-2 0,-1 4-1 0,-2-4-5 16,-2 0 4-16,-2 0 0 0,0-2 2 0,-2-2 1 15,-1 1 3-15,-2 0 0 0,-1-4 6 0,2 0 6 16,-4-1-3-16,5-6 4 0,-8 2-1 15,8-2-4-15,-11-4-5 0,7-3-1 0,-1-1-4 0,0-3 3 16,2-3-7-16,1-1 2 0,0-2-1 0,2-1-1 16,0-1 6-16,0 0-8 0,2-1 3 15,-1-3-4-15,0 0 3 0,-1-1-6 0,0 4 7 0,3 1 0 16,-3 0-1-16,1 1 26 0,-1 3-19 0,0 3-5 16,0 0-1-16,0 1 3 0,-1 3-6 0,1 8-2 15,-3-8-5-15,3 8 6 0,0 0-2 0,-6 9 4 16,3 1-2-16,2 1 3 0,1 3-1 0,0 1-2 15,2 4 2-15,4 2-3 0,-1 0 4 0,3-2-5 16,3 2 6-16,-1-1-3 0,5-4-1 0,0 1 2 16,2-3-3-16,0-3-9 0,3 1-34 0,2-6-89 15,-1 0-100-15,-1-4-58 0,-1 1-96 0,-1-3-61 16,3-1-556-16,-4-3-604 0</inkml:trace>
  <inkml:trace contextRef="#ctx0" brushRef="#br0" timeOffset="199227.54">22420 16262 67 0,'-16'15'686'0,"1"-2"-155"0,-2-1-131 0,2 0-46 16,-2 0-22-16,4-2-39 0,3 0-5 0,-2-4-9 15,3 1 4-15,1 0-23 0,-1-2-4 0,5-2-21 16,4-3-41-16,0 0-50 0,0 0-19 0,4-5-33 16,7-2-8-16,6-5-30 0,6-4-20 0,5-6-65 15,5 2-112-15,3-4-115 0,-2 0-90 0,-1 3-77 16,-4 0-79-16,1 2-520 0,-6 4-633 0</inkml:trace>
  <inkml:trace contextRef="#ctx0" brushRef="#br0" timeOffset="199394.5">22449 16560 501 0,'-17'24'483'0,"3"-2"-110"0,-1 1-74 16,5-6-13-16,1-2-9 0,1-2-9 15,2-3 5-15,3-2-6 0,3-2-28 0,0-6-43 16,12 6-41-16,-1-8-22 0,8-5-33 0,7-5-29 16,11-8-69-16,9-7-87 0,4-5-76 0,2-4-61 0,1-3-49 15,0-3-96-15,1-2-101 0,-3 0-279 0,0-3-254 16</inkml:trace>
  <inkml:trace contextRef="#ctx0" brushRef="#br0" timeOffset="199678.35">23193 15917 171 0,'0'0'818'0,"-12"0"-180"16,2 2-122-16,1 3-100 0,-1 5-79 0,-4 3-53 0,1 2-33 16,-1 8-4-16,1 1-7 0,3 3 0 0,0-1-29 15,5-2-24-15,1 0-18 0,1 0 2 0,3-4 0 16,3-1 11-16,1 0-24 0,2-2-19 0,4-1-15 15,-1-3-16-15,3-2-12 0,0-4-17 0,1-2-9 16,1-4-15-16,-2-1-6 0,-1-3-14 0,3-2-6 16,-1-7-6-16,0-1-1 0,-3-1-48 0,-1-4 51 15,-1-2-42-15,-6 2 42 0,1-1-48 0,-6-5 52 16,1 1-51-16,-6-1 56 0,-1-2-12 0,-4 1-6 0,-3 2-5 16,-3 1-3-16,-1 1-4 0,-4 3 0 15,1 3-46-15,-5 2 47 0,6 7-24 0,-5 1-29 16,1 3-21-16,0 4-61 0,1 2-2 0,0 1-46 15,3 3-69-15,3 1-95 0,3 1-93 0,4 0-58 16,3 3-118-16,3-2-512 0,3-2-738 0</inkml:trace>
  <inkml:trace contextRef="#ctx0" brushRef="#br0" timeOffset="200331.29">23907 13768 272 0,'0'-16'698'0,"-2"1"-188"0,0 1-74 0,0 3-70 16,-1 0-72-16,1 1-64 0,-2 2-15 0,-1 2-6 0,5 6-1 16,-12-3 15-16,3 7-21 0,0 4-5 0,-5 7 23 15,4 4-43-15,0 5-31 0,-2 3-33 0,6 4-10 16,1 2 25-16,2 2-28 0,3 0 22 0,3 0-42 15,3-2-10-15,3-1 5 0,1-4-7 0,4 0 18 16,4-5-2-16,0-3 1 0,3-3-4 0,-1-4 34 16,1-4-63-16,2-4 35 0,-2-2-58 15,0-5 34-15,4-3-54 0,1-5 41 0,-1-4-49 16,0-3 39-16,-5-3-45 0,-1-2-2 0,-3-2 7 0,-2-1-1 16,-5-3 3-16,-3 1-1 0,-3 2-19 0,-5-1 17 15,-1 0-18-15,-5-2 23 0,-4 2-7 0,-2 2 4 16,-4 2-3-16,-3 3-1 0,-4 2 0 0,1 4 2 15,2 4 0-15,-3 2-1 0,-1 4-17 0,5 3 15 16,-1 0-20-16,-3 6-16 0,4 0-46 0,-1 6-36 16,5 1-67-16,1 3-101 0,3 0-104 0,5 4-42 15,3-5-87-15,4 3-84 0,5-1-471 0,2-4-695 16</inkml:trace>
  <inkml:trace contextRef="#ctx0" brushRef="#br0" timeOffset="200644.58">24469 13511 705 0,'13'-25'807'0,"-1"3"-121"0,-2 2-111 15,-2 6-106-15,-1-1-85 0,-3 4-52 0,0 3-43 0,-4 8-47 16,-1-7-47-16,1 7-33 0,-9 4-23 16,1 1-36-16,-5 4-7 0,-1 4-12 0,-1 0-17 15,-2 6-10-15,-2 1 8 0,2 4-10 0,0-2-5 16,1 3-12-16,0-3-5 0,0 2-2 0,4-1 1 0,1-4-17 15,2-1 9-15,-1-3-8 0,4-2 3 0,1 0-5 16,2-4 8-16,2 1 1 0,3-3-2 16,2-1-6-16,5-1 7 0,4-2-18 0,2-3 6 0,6 0-10 15,3-3 12-15,0 0-14 0,4 0 13 0,2 0-15 16,-1 0 17-16,2 2-21 0,0-1 8 0,-1 2-12 16,2 0 7-16,0 2-19 0,-2-2-29 0,2 2-52 15,1 2-92-15,-4-2-103 0,1 2-93 0,-4-2-78 16,1 1-122-16,-5-1-593 0,-5-1-797 0</inkml:trace>
  <inkml:trace contextRef="#ctx0" brushRef="#br0" timeOffset="201378.15">24827 13576 579 0,'-5'-18'532'16,"0"0"-106"-16,1 1-36 0,2-1-42 0,0 2-29 15,2-2-32-15,3 0-19 0,1 4 0 0,2-4 3 16,2 2 7-16,3 1-8 0,1 4-29 0,2 3-32 15,3 3-21-15,2 4-8 0,1 2-20 0,3 4-39 16,3 2-17-16,2 6-20 0,-3 1-18 0,0 2-10 16,3 6-9-16,-7-4-4 0,1 2-10 0,-4 1 1 15,0-1-2-15,-5-2-15 0,-2-1 10 0,-2-1-14 16,-2 0 11-16,-3-3-17 0,-2-1 22 0,-1-4-26 16,-1 1 13-16,-1-3-17 0,1-6 10 0,-4 9-9 15,4-9 9-15,0 0 0 0,-13-5 3 0,7 0-6 16,-2-3 5-16,3-1-6 0,-1-2 2 0,1-4-2 0,0-2 0 15,-2-4 44-15,2 1-45 0,1-4 35 16,-1-1-54-16,4 0 9 0,-2-3-3 0,3 2 4 16,0-3 9-16,2 3 10 0,0 1 9 0,-1 0 6 15,2 6 1-15,-2 4-5 0,1-1-10 0,0 3-12 0,-2 2 0 16,0 11 3-16,3-7 7 0,-3 7-4 16,0 0-1-16,1 14-1 0,-2-2 35 0,1 6-48 15,0 4 41-15,1 3-46 0,0 2 1 0,6 3 7 16,-1 1-4-16,3-3 3 0,1 0-8 0,4-1-19 0,2-5-27 15,0-2-17-15,5-2-48 0,-3-7-74 0,2-1-63 16,0-3-59-16,-2-3-38 0,1-3-34 0,-1-4 11 16,2 0-7-16,1-5 15 0,-3-2 23 0,-1-3 34 15,1-5 31-15,-2-4 18 0,-2 0 23 16,0-6 37-16,-3 0 34 0,-2-3 43 0,1-7 39 0,-4 4 46 16,-3-1 44-16,1-2 32 0,-2 0 52 0,-2 0 60 15,0 4 49-15,-2 1 66 0,0 4-10 0,1 4 47 16,-2 3 8-16,2 3-22 0,1 0-44 0,-1 6-40 15,0-1-2-15,1 5 11 0,0 8-11 0,0-9 3 16,0 9-10-16,0 0-18 0,0 0-36 0,2 12-10 16,-2-3-31-16,0 3-21 0,1 1-14 0,-2 4-12 15,1 1-9-15,0 1-10 0,-4 5-6 0,0 0-6 16,-1 2-2-16,-5 3-3 0,3-2 2 0,-4-1-6 16,1-1 0-16,1-4-2 0,0-2 0 0,0-2-1 15,2-3-1-15,0-1 36 0,3-3-5 0,-1-4-5 16,5-6-8-16,-1 9-4 0,1-9 1 0,0 0-4 15,9-6-4-15,-1 0-2 0,6-1-2 0,-2-1 2 16,7 0 6-16,1-3-2 0,1 1 7 0,6-1 12 16,-1 0 6-16,3-2-4 0,1 1-5 0,0 2-7 15,0-1-3-15,-1 3-7 0,-3-1-17 0,-1 1-49 16,-2 2-61-16,-2-1-75 0,-5 3-90 0,2 1-89 16,-2-2-38-16,-4 2-99 0,0 0-67 0,-2 1-465 15,0 0-653-15</inkml:trace>
  <inkml:trace contextRef="#ctx0" brushRef="#br0" timeOffset="202161.54">26003 12644 337 0,'6'-11'507'0,"-1"0"-82"0,1 1-38 0,-3 1-50 0,1 2-45 0,0-2-58 15,-1 5-55-15,-3 4-31 0,7-6 29 0,-7 6 20 16,0 0-9-16,0 12-15 0,-5-2-23 0,3 3 5 16,-1 3-19-16,-2 2-26 0,1 2-19 0,-1 4-1 15,1 0-6-15,0-2 0 0,1 0-7 0,0 3-13 16,3-6-10-16,0-1-7 0,0-1-7 0,1-3 17 16,2-1-3-16,2-2-6 0,1-3-9 0,1-2-7 15,3-1-3-15,1-2-4 0,4-3-5 0,1-1-10 16,0-4-4-16,3 0 5 0,1-1-6 0,-1-3 9 15,3 2-11-15,0-4 5 0,-2 2-9 0,1-1 7 16,0 2-9-16,-3 1 7 0,3-1-12 0,-5 4 13 16,2 0-11-16,-4 3 21 0,2 1-22 0,-4 2 7 15,4 3-6-15,-5 0 8 0,1 3-11 0,-3 1 5 16,-2 3-1-16,0-2 2 0,-1 3-2 0,-2 2 6 16,-3-2-3-16,-1-1 2 0,0 4-1 0,-1-1-2 15,0 1-6-15,-4-1-10 0,0-1-7 0,-1 0-24 16,1-2-63-16,-4 0-78 0,-2 1-68 0,-1-5-100 15,1 3-69-15,-6-5-63 0,3 0-494 0,-4-4-578 16</inkml:trace>
  <inkml:trace contextRef="#ctx0" brushRef="#br0" timeOffset="202327.58">26113 12819 193 0,'15'-23'547'15,"4"2"-132"-15,2 1-87 0,3-2-12 0,3-3-60 16,1 3 7-16,2-2-44 0,0 3 3 0,4-4-46 15,0 3-6-15,4-1-30 0,-1 2-23 0,-1 0-28 16,3 3-9-16,-5 3-42 0,-3 5-73 0,-7 2-129 16,-5 4-112-16,-6 4-142 0,-3 4-427 0,-7 2-385 15</inkml:trace>
  <inkml:trace contextRef="#ctx0" brushRef="#br0" timeOffset="203044.52">22477 17442 448 0,'-11'10'813'0,"-1"-1"-188"16,6-3-128-16,-2 0-123 0,-1 0-71 16,3-2-54-16,6-4-49 0,-8 7-37 0,8-7-37 0,0 0-20 15,0 0-22-15,13 3-16 0,1-10-32 0,5-3-53 16,14-8-77-16,4-3-85 0,12-6-61 0,3-3-77 15,3-2-82-15,5-4-84 0,3 0-268 0,1-4-260 16</inkml:trace>
  <inkml:trace contextRef="#ctx0" brushRef="#br0" timeOffset="203194.34">23701 16750 572 0,'18'-11'457'0,"-4"2"-121"16,-3 2-58-16,-2-1-53 0,-1 1-13 0,1 3-21 15,-4-2-16-15,2 0-6 0,-7 6 7 0,11-7 7 16,-11 7 6-16,8-6 17 0,-8 6 2 0,6-8-1 15,0 4-46-15,-1-3-26 0,2-1-35 0,2-1-27 16,2-3-42-16,5-1-55 0,2-6-102 0,5 0-131 16,0 0-104-16,2-4-134 0,2 1-451 0,-2-1-528 15</inkml:trace>
  <inkml:trace contextRef="#ctx0" brushRef="#br0" timeOffset="203379.34">24714 16152 832 0,'16'-7'795'0,"-3"-1"-179"0,0 0-148 0,-2 0-91 15,1-1-81-15,-1 1-46 0,1-4-17 0,0 3-32 16,0-2-38-16,-2-2-32 0,2 3-34 0,1-5-40 16,-1 1-79-16,0-1-103 0,1 0-109 0,-1-1-93 0,1 1-122 15,-1-1-598-15,-2 0-664 0</inkml:trace>
  <inkml:trace contextRef="#ctx0" brushRef="#br0" timeOffset="203544.74">25337 15699 1077 0,'12'0'871'0,"-12"0"-198"0,17-1-153 0,-17 1-108 0,15-5-77 15,-9 2-68-15,4-1-50 0,-3-1-36 0,-1 3-69 16,-1-4-116-16,2-1-146 0,-1 2-132 0,-4 0-130 15,-2 5-267-15,2-10-302 0,-2 10-575 0</inkml:trace>
  <inkml:trace contextRef="#ctx0" brushRef="#br0" timeOffset="205077.55">12245 16386 384 0,'-12'-13'475'0,"0"3"-94"0,-1-1-79 0,2 3-58 0,-2 1-1 0,-1 1-30 0,1 1-28 15,2 2-40-15,-1-2 6 0,12 5-16 0,-16 2 23 16,16-2-4-16,-12 6-21 0,8-1-22 0,0 1-20 15,3 0-15-15,1 2-16 0,3 2-12 0,2 1-12 16,1 1-8-16,3 1-4 0,0 0-5 0,1 3-2 16,4-2-25-16,-2 2-137 0,-2-4-119 0,3 4-103 0,-6-3-94 15,1-1-351-15,-4 0-343 0</inkml:trace>
  <inkml:trace contextRef="#ctx0" brushRef="#br0" timeOffset="205246.55">11875 16248 627 0,'-17'-21'450'16,"5"6"-59"-16,1 0-75 0,2 1-55 0,-1 2-50 0,1 2-48 15,1 0-34-15,3 2-31 0,-1 0-13 16,1 2-23-16,0 0-29 0,1 1-38 0,4 5-10 0,-4-6-55 16,4 6-55-16,0 0-80 0,3 6-72 15,-3-6-68-15,2 15-212 0,-1-5-69 0</inkml:trace>
  <inkml:trace contextRef="#ctx0" brushRef="#br0" timeOffset="205394.46">11833 16467 285 0,'7'20'358'0,"5"-1"-17"16,-2 0-27-16,3-1-54 0,2 1 18 0,4-1-38 15,-1-2-12-15,4 0-49 0,-2-4-18 0,0 0-35 16,2 1 11-16,4-1-35 0,-4-2-11 0,0-1-19 16,0-2-18-16,1 1-8 0,2-1-6 0,-3-1-18 15,-3-3-51-15,1 0-120 0,-3-2-100 0,-1-1-122 16,0-3-432-16,-2 2-329 0</inkml:trace>
  <inkml:trace contextRef="#ctx0" brushRef="#br0" timeOffset="205577.5">12231 16236 530 0,'8'-15'474'0,"6"0"-69"0,0 3-46 0,3 2-35 15,-1 6-44-15,5 1-7 0,-1 3-48 0,3 4-36 16,2 5-24-16,3 3-4 0,4 7-38 0,-3 2-16 15,0 3-31-15,1 3-9 0,-1 4-13 0,-1 1-12 16,-2 4-9-16,2 9-18 0,-9-5-54 0,4 7-93 0,-4-3-56 16,-6 3-91-16,2 10-80 0,-7-6-80 15,0 1-343-15,-3 3-301 0</inkml:trace>
  <inkml:trace contextRef="#ctx0" brushRef="#br0" timeOffset="205961.44">13431 18473 320 0,'-5'-11'625'0,"3"4"-97"15,-2 1-145-15,4 6-46 0,-5-9-79 0,5 9 17 16,-5-4-43-16,5 4 19 0,0 0-27 0,1 8-42 15,-1-8-28-15,4 10-36 0,-2-2-19 0,1 1-17 16,1 1-19-16,1 3-13 0,1-1 8 0,1 1-25 0,0 1 9 16,2 0-28-16,-2 0-24 0,3-1-103 0,-3 0-93 15,1-2-111-15,2 2-95 0,0-5-54 0,-2-1-415 16,1-2-441-16</inkml:trace>
  <inkml:trace contextRef="#ctx0" brushRef="#br0" timeOffset="206127.53">13595 18349 674 0,'-1'-10'581'0,"1"2"-117"0,-2 3-99 0,2 5-32 16,-1-9-81-16,1 9 9 0,0 0-60 0,0 0 10 15,0 0-58-15,0 0 1 0,4 7-59 0,-4-7 14 16,6 10-49-16,-3-5 25 0,-2 1-49 0,4 1 18 16,-1 0-44-16,1 1-23 0,-2 0-155 0,1 0-126 15,-3-2-118-15,3 2-110 0,-4-1-326 0,-2-1-392 0</inkml:trace>
  <inkml:trace contextRef="#ctx0" brushRef="#br0" timeOffset="206293.95">13159 18295 72 0,'-17'-9'600'16,"4"2"-166"-16,1-1-97 0,0 0-68 0,4 3-53 0,-1 1-39 15,1-2-43-15,3 0-17 0,0 1-29 16,2-1-21-16,3 6-14 0,3-9-30 0,-3 9-83 15,7-10-102-15,-7 10-123 0,13-8-372 0,-6 4-165 0</inkml:trace>
  <inkml:trace contextRef="#ctx0" brushRef="#br0" timeOffset="206460.04">13379 18027 539 0,'6'-12'512'0,"-2"1"-86"0,0 0 22 0,-1 2-50 0,-1-2-1 15,1 1-68-15,-2 1-13 0,-1 2-78 16,3-1-7-16,-3 8-80 0,1-13-4 0,-1 13-60 0,1-11 10 16,-1 11-53-16,3-9-45 0,-3 9-170 0,1-8-105 15,-1 8-116-15,0 0-110 0,0 0-443 0,0 0-527 16</inkml:trace>
  <inkml:trace contextRef="#ctx0" brushRef="#br0" timeOffset="206661.03">13154 18436 580 0,'-1'18'513'0,"-1"-1"-95"0,2-4-49 15,2 4-65-15,-1 1-10 0,4-2-38 0,-1 3-13 16,6 0-28-16,-1 0-11 0,3-2-46 0,2 0-21 16,4 1-41-16,2 0-7 0,3-1-31 0,1-1 5 15,1-1-27-15,2-1 8 0,-1-1-25 0,2-1-8 0,3 0-71 16,-3-3-87-16,-2-3-113 0,-1-1-82 0,-3 0-75 15,1-4-76-15,-1-2-265 0,-4-4-271 0</inkml:trace>
  <inkml:trace contextRef="#ctx0" brushRef="#br0" timeOffset="206844.33">13805 18209 329 0,'6'-30'816'0,"4"2"-140"0,-5 6-171 0,3 3-95 16,-2 4-102-16,3 4 13 0,0 3-7 0,0 4 30 0,-9 4-61 15,19 0-3-15,-8 4-85 0,1 4 11 0,-1 5-76 16,0 2 11-16,3 3-63 0,0 6 22 0,0 3-60 16,0 6-3-16,0 4-9 0,-2 2 5 0,-4 2-142 15,-2 2-88-15,-2 4-147 0,-4 2-188 0,-5 1-229 16,-4 3-378-16,-4 8-752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3T06:31:52.380"/>
    </inkml:context>
    <inkml:brush xml:id="br0">
      <inkml:brushProperty name="width" value="0.05292" units="cm"/>
      <inkml:brushProperty name="height" value="0.05292" units="cm"/>
      <inkml:brushProperty name="color" value="#FF0000"/>
    </inkml:brush>
  </inkml:definitions>
  <inkml:trace contextRef="#ctx0" brushRef="#br0">1257 3173 194 0,'0'0'460'0,"-1"-8"-109"0,1 8-47 0,-3-6-48 16,3 6-29-16,-5-6-18 0,5 6-4 0,-6-7-39 15,6 7 8-15,-9-5-35 0,9 5 16 0,-12-3-9 16,12 3-13-16,-16 0-19 0,4 1-10 0,-2 2 14 16,0 3 7-16,-2 2-3 0,-1 1 7 0,-2 2-21 15,1 2-21-15,-4 2-16 0,3 4 11 0,2 0-4 16,1 2-6-16,0-2-24 0,5 1-5 0,2 1-3 16,1 0 7-16,3-2 30 0,0 0 22 0,4-2-39 15,2 0 38-15,0 1-49 0,4-3 36 0,2-1-53 0,-1-1 45 16,2-1-63-16,4-2 25 0,0-1-100 15,5-6-64-15,-2 0-162 0,4-5-105 0,0 1-86 0,3-6-74 16,5-2-460-16,-2-3-617 0</inkml:trace>
  <inkml:trace contextRef="#ctx0" brushRef="#br0" timeOffset="401.61">1499 3144 560 0,'2'-9'451'0,"2"1"-77"0,-1 1-43 15,-2 0 22-15,0 1-56 0,2 1 0 0,-3 5-75 16,1-11 17-16,-1 11-69 0,0-9-1 0,0 9-57 16,-4-6 16-16,4 6-49 0,0 0 13 0,-14 1-46 15,4 4 24-15,2 1-47 0,-6 1 28 0,0 3-9 16,-1 2-9-16,-2 3-5 0,3-2-7 0,-1 1-8 16,1 0 2-16,0 1-1 0,2-2-7 0,2 0 1 15,1-1 4-15,1 0-9 0,2-2 1 0,1-1 5 16,1-1-9-16,1-2 9 0,3-6 0 0,2 11 3 15,-2-11-3-15,10 8 0 0,-10-8-5 0,14 4 4 16,-14-4-5-16,19 1 2 0,-7-2-2 0,-1 1 0 16,2-2-32-16,0 1 37 0,1 0-28 0,-1 1 38 15,2 1-40-15,-1 0 37 0,1 2-26 0,2 1 35 16,-2 1-35-16,-1 1 31 0,0 4-30 0,-1-2 31 16,-1 3-29-16,-2 1 28 0,-3 1-29 0,0 0 30 15,-3 4-23-15,-2-4 49 0,1 1-17 0,-7 2 37 16,0-1-14-16,-1 0 35 0,-1-1-46 0,-5 1 27 15,0 0-53-15,-1-3 37 0,0-1-47 0,0-2 35 16,-1-1-52-16,-1-2 27 0,3-1-75 0,-3-4-55 0,14-1-125 16,-22-4-95-16,12 0-40 0,2 1-64 15,2-4-74-15,2-4-374 0,1-2-446 0</inkml:trace>
  <inkml:trace contextRef="#ctx0" brushRef="#br0" timeOffset="800.06">1831 3082 680 0,'14'-6'639'0,"-5"1"-174"0,1 3-30 0,-2-3-89 0,-2 4 2 0,-6 1-54 15,12-5 1-15,-12 5-61 0,0 0-33 0,0 0-38 16,0 0 9-16,0 0-70 0,-4 8 12 0,-1-1-56 16,-4 2 20-16,-1 0-50 0,-2 2 30 0,-1 4-46 15,1 0 37-15,-1 2-49 0,0 0 31 0,3 1-40 16,-1-2 36-16,3 1-38 0,0-4 33 0,1 1-35 15,4-4 33-15,-1-1-38 0,1-1 34 0,2-2-32 16,1-6 35-16,5 10-36 0,-5-10 34 0,9 1-29 16,-9-1 27-16,18-4-32 0,-8 0 35 0,2-2-37 15,2 2 40-15,0-3-39 0,2 1 33 0,0 1-23 16,2 1 25-16,1 0-36 0,-3 2 38 0,2 1-36 16,2 2 39-16,-3 1-38 0,0 3 39 0,5 1-40 15,-3 2 34-15,-4 2-33 0,2 1 36 0,-3 1-35 16,-1-1 37-16,-4 2-39 0,-2-2 40 0,0 2-39 15,-1 2 37-15,-5-4-38 0,1 3 40 0,-5-2-40 16,-2 3 43-16,-1-3-45 0,-1 2 42 0,-2-3-42 16,-2 0 35-16,-1-3-61 0,1 0-27 0,-5-4-132 15,2 1-90-15,0-5-89 0,0 0-99 0,-2-5-95 16,0-1-317-16,0-4-455 0</inkml:trace>
  <inkml:trace contextRef="#ctx0" brushRef="#br0" timeOffset="967.33">1914 2970 471 0,'14'-7'492'0,"0"-1"-74"15,5-1-10-15,-2 1-52 0,5-2-3 16,-1 1-94-16,1-1-14 0,4-1-77 0,-2 3-3 0,-1 0-66 16,-3-1 12-16,2 3-87 0,-2 1-76 0,-3 1-107 15,-3 1-106-15,-1 3-75 0,-4 2-527 0,-9-2-418 16</inkml:trace>
  <inkml:trace contextRef="#ctx0" brushRef="#br0" timeOffset="1234.38">844 4088 684 0,'-29'19'919'0,"4"-5"-185"16,3 0-169-16,4-3-120 0,5-1-87 0,3-2-74 15,3-1-52-15,6 0-58 0,7-1 53 0,5-4-79 16,9 0 30-16,8-2-70 0,22-4 56 0,8-4-63 16,16-4 59-16,6-4-37 0,7 0 3 0,4-5 3 15,15-2-1-15,4-3 20 0,-4 1-3 0,-17 4-24 16,17-5 39-16,-20 3-38 0,0 1 1 0,-6 2-36 16,-4 1-15-16,-6 1-14 0,-5 1-16 0,-15 5-24 15,-5 1-17-15,-11 1-23 0,-3 4-27 0,-9 0-64 16,-6-1-102-16,-8 4-98 0,-8 3-128 0,2-7-117 0,-2 7-29 15,-16-4-56-15,-6 2-670 0,-6-1-916 16</inkml:trace>
  <inkml:trace contextRef="#ctx0" brushRef="#br0" timeOffset="2333.51">605 2742 305 0,'5'-7'463'0,"-1"0"-77"0,-4 7-64 0,4-9-24 16,-4 9-23-16,3-12 5 0,-3 12-54 0,0-11-5 15,0 11-53-15,-4-8 7 0,4 8-40 0,-8-6 14 0,8 6-43 16,-14-3 15-16,14 3-32 0,-19 3 4 16,5 0-25-16,0 3 35 0,-4 2-33 0,-1 2 14 15,-3 1-29-15,0 4 7 0,-1 1-20 0,4 2 17 0,-1 1-1 16,3 1-15-16,-1 2-5 0,7 0-4 15,-1 4-5-15,6-4 4 0,2 1-18 0,3-2-1 16,3 2-5-16,5-1 0 0,3-1 3 0,3 1-4 0,3-2 1 16,5-2 4-16,2-3-1 0,1-2-1 0,-2-4 9 15,1-3-11-15,1 0-2 0,-4-4 3 0,1-2 0 16,1 0-31-16,-2-2 29 0,3-4-31 0,-3 1 38 16,1-1-36-16,-6-2 36 0,0 2-31 0,-2-4 31 15,-1 1-34-15,-1-1 35 0,-3 1-35 0,0-1 33 16,-2 1-34-16,-1-1 36 0,-2 1-36 0,-2-1 33 15,0 0-31-15,-2 1 31 0,1 2-30 0,-3-3 29 16,1 2 0-16,-2 2-2 0,-1 0-5 0,0 4-2 16,1-4 0-16,4 6-5 0,-13-3 0 0,13 3 3 0,-12 1 0 15,12-1-33-15,-15 8 37 0,9-4-27 0,-2 3 32 16,5 1-32-16,-3 0 34 0,4 3-1 0,1-3-1 16,1 1 2-16,0 1-8 0,2 0 2 0,1-1 1 15,-1 0-2-15,2-1-3 0,0-1 0 0,1 0 3 16,-1 0-3-16,0-3 3 0,1 1 3 0,-5-5-33 15,10 3 32-15,-10-3-32 0,13 0 38 0,-13 0-37 16,11-5 42-16,-4 2-38 0,0-3 36 0,0 0-34 16,-2-1 35-16,0 0-34 0,0-2 41 0,0 0-41 15,0-1 35-15,0 1-35 0,-1-2 33 0,0 3-29 16,0-3 36-16,1 4-25 0,-1-2 37 0,0 0-37 16,1 3 28-16,-1-1-24 0,2 3 20 0,-2-2-39 0,4 4 39 15,-8 2-40-15,14-2 43 0,-14 2-43 0,14 0 34 16,-5 2-31-16,-9-2 35 0,12 6-35 0,-4-1 31 15,0 1-35-15,-3 1 40 0,0-1-40 0,0 0 40 16,-1 2-40-16,0-2 33 0,-3 2-32 0,2-1 36 16,-3 0-37-16,2 0 37 0,-2-7-38 0,-2 10 38 15,2-10-39-15,-3 9 36 0,3-9-35 0,-5 4 36 0,5-4-38 16,0 0 35-16,0 0-33 0,-12-3 34 16,12 3-34-16,-6-10 32 0,2 4-28 0,3-2 31 0,-3 1-34 15,4-3 33-15,-2 1-33 0,2-3 31 0,0 0-1 16,1 2-5-16,0-3-3 0,3 3 4 0,1-2-4 15,-1 3-2-15,1-1 3 0,1 1-7 0,2 1 1 16,0 4 2-16,-2 0 1 0,-6 4 0 0,14-4 0 16,-14 4 0-16,17 3 1 0,-11-1-2 0,2 3-26 15,2-1 29-15,-5 2-28 0,3 2 34 0,-3-3-43 16,3 4 4-16,-2-2-65 0,-1 1-18 0,-1-1-68 16,0-1-13-16,-2 1-74 0,1-2-34 0,-3-5-41 15,1 11-62-15,-1-11-86 0,0 0-249 0,-2 5-245 16</inkml:trace>
  <inkml:trace contextRef="#ctx0" brushRef="#br0" timeOffset="2784.53">1003 2720 171 0,'-3'-13'604'0,"2"2"-158"0,0 1-83 0,1 1-39 0,-2 2-36 0,1 0-33 16,1 1-45-16,0 6-14 0,-1-9-1 0,1 9 9 15,0 0-1-15,4-6-3 0,-4 6-19 0,6 2-10 16,-6-2-13-16,9 10-23 0,-4-3-30 0,2 1-11 0,1 2-26 15,0 1-13-15,1 1-11 0,0 0-6 16,1 1-3-16,-1 1-15 0,3 2-32 0,-1 0 39 0,1-1-49 16,0 1 5-16,-1 0-78 0,-1-3-29 0,-2 2-88 15,2-3-20-15,-4 1-42 0,1-1-18 0,-2-2 7 16,-3 1-13-16,2-3 3 0,-1 1 27 0,-3-3 11 16,0-6 51-16,-3 12 44 0,3-12 37 0,-5 5 43 15,5-5 31-15,-9 2 36 0,9-2 30 0,-12-2 20 16,12 2 27-16,-15-5 22 0,7 0 27 0,1 1 24 15,-2-1 2-15,3 1 32 0,-1 0-14 0,1-2 18 16,-1 2 22-16,1 1-5 0,1-2-20 0,5 5-31 0,-7-7-26 16,7 7-21-16,-3-7-20 0,3 7-14 15,1-10-7-15,-1 10-14 0,4-8-8 0,-2 2-6 16,1 1-3-16,2-1-4 0,0 0-2 0,1 1-5 0,1-3-2 16,-2 2-2-16,0 0 0 0,3-1 2 0,-2 1-3 15,-1 0-2-15,3-2 1 0,-3 2-2 0,3-1 1 16,-3 1-1-16,1-2-2 0,2 0-2 0,-2 2 4 15,3 1 1-15,0-2-1 0,0 3 0 0,4-1-2 16,-4 1-1-16,1 0 0 0,0 3-2 0,-10 1-40 16,18-2-81-16,-18 2-75 0,17 3-80 0,-11 1-70 15,-6-4-114-15,8 7-279 0,-8-7-249 0</inkml:trace>
  <inkml:trace contextRef="#ctx0" brushRef="#br0" timeOffset="3517.51">1243 2748 131 0,'0'0'259'0,"0"0"-60"0,0 0-58 0,0 0-12 15,-13 0-13-15,13 0 16 0,0 0-12 0,0 0-14 16,0 0-18-16,0 0-8 0,-5-6-21 0,5 6 0 0,0 0-12 16,0 0 7-16,0 0 8 0,0 0-4 0,0 0-5 15,0 0-10-15,0 0-9 0,0 0-3 16,0 0-3-16,-5-3-5 0,5 3-5 0,0 0-4 0,0 0 2 16,0 0-5-16,0 0 1 0,1 9 2 0,-1-9-3 15,0 0 7-15,5 6 12 0,-5-6 20 0,4 5-3 16,-4-5 5-16,4 5 2 0,-4-5 10 0,0 0 4 15,7 7 2-15,-7-7 10 0,0 0 4 0,3 5 8 16,-3-5 9-16,0 0 4 0,0 0 3 0,0 0-2 16,7 5-9-16,-7-5-16 0,0 0-16 0,0 0-14 15,0 0-7-15,0 0-12 0,0 0-3 0,0 0-8 16,5 5-2-16,-5-5-7 0,0 0-6 0,0 0 5 16,0 0-2-16,0 0-3 0,0 0-1 0,0 0 1 15,0 0-4-15,4 5 1 0,-4-5-4 0,0 0-1 16,0 0 5-16,0 0-4 0,0 0 1 0,2 4-2 0,-2-4 0 15,0 0 4-15,0 0-2 0,4 7 2 0,-4-7 1 16,0 8-2-16,0-8 0 0,0 6 7 0,0-6-5 16,3 5-2-16,-3-5-1 0,0 0 4 0,1 9-2 15,-1-9 0-15,0 0-2 0,0 0 6 0,1 8-4 16,-1-8 8-16,0 0 10 0,0 0 16 0,0 0 12 16,0 0-7-16,0 7-6 0,0-7-5 0,0 0-9 15,0 0-1-15,0 0-6 0,0 0-6 0,0 0 1 0,0 0-3 16,0 0 1-16,-6-4-6 0,6 4-5 0,0 0-21 15,0 0-60-15,0 0-92 0,0 0-54 16,-5-5-49-16,5 5-46 0,0 0-72 0,0 0-74 0,-3-9-198 16,3 9-175-16</inkml:trace>
  <inkml:trace contextRef="#ctx0" brushRef="#br0" timeOffset="3867">1289 2773 402 0,'0'0'415'0,"0"0"-56"0,-4-6-47 0,4 6-20 0,0 0-23 16,0 0-16-16,-2-5-33 0,2 5-20 0,0 0-29 16,0 0-33-16,0 0-8 0,0 0 11 0,0 0-12 15,0 0-16-15,0 0-14 0,-3 7-18 0,3-7-16 16,4 7-13-16,-4-7-10 0,5 9-5 0,-5-9-7 0,6 9-3 16,-3-3-3-16,1-1-6 0,1 1-3 0,-5-6-4 15,7 10-8-15,-7-10-37 0,7 8 17 0,-7-8-29 16,5 7-53-16,-5-7-83 0,5 6-45 0,-5-6-84 15,0 0-103-15,0 0-443 0,13-2-403 0</inkml:trace>
  <inkml:trace contextRef="#ctx0" brushRef="#br0" timeOffset="4167.6">1307 2619 165 0,'0'0'528'0,"0"0"-134"0,0 0-64 15,0 0-42-15,0 0 0 0,0 0 5 16,0 0-1-16,0 0-8 0,0 0-26 0,0-9-37 0,0 9-43 16,0 0-36-16,5-4-27 0,-5 4-21 0,2-7-21 15,-2 7-5-15,3-5-5 0,-3 5-2 0,4-6 0 16,-4 6-5-16,3-5-7 0,-3 5-7 0,0 0-8 16,1-7-10-16,-1 7-4 0,0 0 0 0,0 0-8 15,-4-7-6-15,4 7 2 0,0 0-1 0,0 0-3 16,-9 1-1-16,9-1-2 0,-9 3 0 0,9-3 1 15,-6 6-2-15,6-6 2 0,-5 9-3 0,5-9 0 16,-3 8 1-16,3-8-2 0,-1 7-6 0,1-7-19 0,4 9-34 16,-4-9-57-16,6 7-83 0,-6-7-46 0,9 7-35 15,-9-7-33-15,14 3-47 0,-14-3-37 0,14 3-382 16,-14-3-300-16</inkml:trace>
  <inkml:trace contextRef="#ctx0" brushRef="#br0" timeOffset="4767.18">1469 2583 102 0,'0'0'292'0,"0"0"-35"0,-10-2-25 16,10 2 6-16,0 0 8 0,0 0-18 16,-9-2-15-16,9 2-16 0,0 0-21 0,0 0-4 0,0 0-19 15,-6-3-2-15,6 3-32 0,0 0-14 0,0 0-21 16,-4-7-23-16,4 7-11 0,-3-9-7 15,3 9-8-15,-1-9-12 0,-2 2-5 0,1-1-6 16,-1 1-2-16,1-1-1 0,-2 0-3 0,0 0 8 0,2-1-9 16,-2 1 3-16,0 1 11 0,0 0 23 0,-1-2 12 15,1 3 15-15,2 0-2 0,2 6-11 0,-7-9-11 16,7 9-7-16,-4-10-9 0,4 10-5 0,-4-7-9 16,4 7-1-16,0 0 28 0,0 0 30 0,0 0 19 15,3 11 17-15,2-3 8 0,-1 4 1 0,2 3-14 0,2 0-3 16,1 4 14-16,0 1-50 0,0 2 25 0,1 2-54 15,2 2 33-15,-1-2-51 0,1 1 36 16,-1-2-47-16,2 1 37 0,-3-5-46 0,-1 0 39 0,1-1-50 16,-1 0 10-16,-1-6-2 0,0 1 1 0,-1-2 2 15,-2-2 2-15,-1 0 1 0,1 0 8 0,-1-2 0 16,0-1 22-16,0 0 20 0,-4-6-11 0,5 7-6 16,-5-7-5-16,0 0-2 0,0 0-8 0,-3 7-7 15,3-7-1-15,-6-3 45 0,6 3-62 0,-9-7 50 16,3 3-56-16,-1-2 48 0,-2 0-54 0,2-1 52 15,-5-1-52-15,1 1 44 0,-2-2-49 0,0 3 44 0,-1-2-46 16,1 2 48-16,-1 1-49 0,0 0 45 0,0 3-45 16,1 1 49-16,-2 2-48 0,2-1 52 0,-1 3-54 15,-1 1 49-15,1 2-47 0,-2 0 51 0,5 3-50 16,-2 0 48-16,4 1-51 0,0 0 47 0,3 2-48 16,-1-3 50-16,5 1-58 0,1-1 49 15,2-1-51-15,0-1 52 0,3-1-54 0,5 0 28 0,-1-3-74 16,1 0 4-16,2-2-64 0,2-1 21 0,0-1-38 15,1-3 29-15,0 2-30 0,1-3 34 0,-2 1-34 16,1 1-5-16,-4-4-38 0,0 2-36 0,0-1-35 16,-3 0-54-16,1 0-54 0,-3 0-370 0,-5 6-270 15</inkml:trace>
  <inkml:trace contextRef="#ctx0" brushRef="#br0" timeOffset="5083.59">392 3495 442 0,'-31'18'579'0,"6"-5"-92"0,3-4-73 0,5 1-50 0,2-3-44 15,5 0-41-15,2-2 34 0,8-5-25 0,0 0-5 16,0 0-39-16,0 0-47 0,22-10-34 0,5-1-27 16,7-5-13-16,9-4 3 0,8-6-3 0,2-2 11 0,6-2-51 15,0-2 53-15,5-2-66 0,-2 0 60 16,6-1-45-16,-2-1 38 0,3 1-25 0,0-1-10 0,-1 1-5 15,1 2-15-15,-1 0 3 0,-2 1 7 0,-2 0-11 16,-4 3-7-16,-3 2 9 0,-5 3-5 0,-10 4-11 16,-5 2-7-16,-9 4-2 0,-3 3 26 0,-5 2-45 15,-1 0 2-15,-6 2-11 0,1 1-4 0,-6 2-7 16,-8 4-3-16,5-6-22 0,-5 6-52 0,0 0-72 16,-18 0-95-16,8 1-80 0,-7 4-171 0,-1-1-109 0,-3 0-111 15,0 2-587-15,-2 0-900 0</inkml:trace>
  <inkml:trace contextRef="#ctx0" brushRef="#br0" timeOffset="5217.56">1396 2908 680 0,'0'0'826'0,"0"0"-221"16,0 0-108-16,0 0-126 0,0 0-5 0,0 0-84 16,0 0 1-16,0 0-85 0,0 0 1 0,0 0-84 15,-2 8-9-15,2-8-136 0,-4 5-200 0,0 0-259 16,-2 1-700-16,-2 0-800 0</inkml:trace>
  <inkml:trace contextRef="#ctx0" brushRef="#br0" timeOffset="6283.8">2714 3370 381 0,'0'0'491'0,"-12"-3"-89"0,12 3-84 15,-11-4-57-15,11 4-46 0,-9-3-17 0,9 3-43 16,-9-4-27-16,9 4-32 0,-8-4-12 0,8 4-27 16,0 0-5-16,-8-4-26 0,8 4-14 0,0 0-84 15,0 0-120-15,0 0-99 0,1 6-447 0,-1-6-244 16</inkml:trace>
  <inkml:trace contextRef="#ctx0" brushRef="#br0" timeOffset="6449.99">2616 3763 503 0,'5'8'694'0,"-1"-1"-180"16,-2 0-116-16,2-1-88 0,1-1-67 15,-3 0-52-15,1 1-37 0,-3-6-30 0,7 10-22 16,-5-4-27-16,-2-6-14 0,7 12-12 0,-5-4-15 16,4-2-36-16,-1 2-117 0,2 0-95 0,-2-2-90 0,3 4-130 15,-1-4-321-15,1-2-268 0</inkml:trace>
  <inkml:trace contextRef="#ctx0" brushRef="#br0" timeOffset="6683.51">2911 3677 654 0,'0'0'570'0,"0"0"-134"15,9-1-68-15,-9 1-45 0,0 0-56 0,7-5-26 16,-7 5 0-16,0 0 3 0,12-2 15 15,-12 2-2-15,20-3-34 0,-2 0-38 0,5-3-37 0,8-3-31 16,11-1-30-16,2-2-6 0,4-1-18 0,2 1-11 16,10-5-13-16,0-2-5 0,-1 0-9 0,0 3-3 15,-11 2-9-15,-3 1-4 0,-4 2-19 0,-7 1-100 16,-4 1-107-16,-8 3-88 0,-3 1-80 0,-6 2-92 16,-3-2-60-16,-10 5-379 0,0 0-484 0</inkml:trace>
  <inkml:trace contextRef="#ctx0" brushRef="#br0" timeOffset="7800.28">5002 3610 387 0,'0'-7'500'0,"-2"0"-74"0,2 7-104 0,-1-11-35 0,1 11-64 16,1-9-22-16,-1 9-39 0,3-5 8 16,-3 5 5-16,0 0 17 0,0 0-1 0,15 5-23 0,-8 3-21 15,0 0 43-15,2 3-25 0,1 2-38 0,1 3-24 16,0 2-13-16,1 2-18 0,2 5-15 0,-3-3-5 15,2 3-15-15,0 2 0 0,-2-2-2 0,2-2 11 16,-1 3-12-16,-3-5 0 0,-2-1-11 0,2-1 4 16,-1-1-14-16,-3-1 3 0,0-7-6 0,-1 2 9 15,2-1 34-15,-3-3 37 0,-2-1-10 0,-1-7 17 16,0 10-25-16,0-10-4 0,0 0-9 0,-11-3-13 16,3-5-24-16,-1-3-4 0,-1-6 0 0,-4-5-9 15,0-4-20-15,-3-5 20 0,4-5-7 0,-2-3-4 16,1-4 9-16,1-1-21 0,3-2 14 0,1 1-12 15,0 1 11-15,4 1-12 0,1 9 16 0,3 6-16 16,1 3 15-16,1 0-10 0,3 3 10 0,5 3-15 16,0 3 13-16,1 6-7 0,4 1 9 0,0 5-10 15,3 6 12-15,1 1 3 0,2 6-1 0,4 4-12 16,1 3 13-16,-2 4-10 0,1 5 10 0,-5-3-14 16,-1 0 18-16,0 1-19 0,-4-1 2 0,1 0 3 15,-5-3-1-15,-1-2 2 0,-1-5 0 0,0 2 0 16,-4-1 4-16,-2-4-4 0,1 1 3 0,-2-3 2 15,-1-7 0-15,-3 11 1 0,3-11-3 0,-7 4 4 0,7-4-6 16,-9-4 1-16,1-1 17 0,3-3-22 0,0-4 15 16,0-1-17-16,1-5 13 0,0-2-11 15,0-4 5-15,3-1-9 0,4-4 10 0,2-1-12 0,1-2 10 16,2 4-13-16,2-1 20 0,3 2-14 0,0 4 10 16,0 5-9-16,2 3 10 0,1 3-10 0,4 3 13 15,-3 6-12-15,1 3 17 0,3 5-1 0,-1 2-3 16,6 6-11-16,-5 4 11 0,1 2-12 0,1 6 21 15,-2 1-21-15,-5 0 20 0,-2 0-20 0,0 0 2 16,-1 2 3-16,-3-2-3 0,-3 4-5 0,-1-4-18 16,-3 0-14-16,-2-1-49 0,-1 2-66 0,-3-5-101 15,0 3-88-15,-3-4-55 0,1-1-98 0,-1-3-101 16,0-4-315-16,-1 2-483 0</inkml:trace>
  <inkml:trace contextRef="#ctx0" brushRef="#br0" timeOffset="8200.17">5978 3609 105 0,'13'-13'712'0,"-4"5"-181"0,-2-3-102 0,1 4-32 0,-4 0-52 15,2-4-25-15,-2 5-35 0,-1-2-19 16,-2 0-16-16,-1 1-22 0,-3 0-20 0,1 0-16 16,-3 0-26-16,-3 1-11 0,-1 3-32 0,0 1 7 15,9 2-32-15,-25 2 3 0,8 3-35 0,0 4 7 0,0 1-32 16,1 3-6-16,0 2-3 0,1-1-11 0,3 1-2 15,3 3-4-15,1-1 1 0,3 0-14 16,0-1 21-16,5-1-13 0,2 1 29 0,2-1-38 16,4-2 22-16,1-1-25 0,4-4 18 0,1-2-35 0,4 1 7 15,0-6-21-15,2 1 15 0,2-5-10 0,-1 1 13 16,4-4-3-16,-5-2 7 0,1 2-2 0,-1-5 4 16,-2-1 22-16,-4 0-26 0,1-2 17 15,-3-1 2-15,-4 1-6 0,-2 0-16 0,0-2 15 0,-6 1-9 16,3 2 13-16,-3 1-11 0,-3-1 12 0,3 1-11 15,-2 3 15-15,-2 0-14 0,1 4 8 0,3 5-5 16,-5-6 9-16,5 6-14 0,0 0 14 0,-5 4-12 16,5-4 18-16,-1 13-18 0,2-6 19 0,0 2-16 15,2 0-4-15,2 3 3 0,3 0 0 0,-1 0 3 16,2 1-19-16,2-4-53 0,0 2-78 0,1-1-94 16,-1 0-71-16,1-3-38 0,-3 0-39 0,-1-2-67 15,0-2-95-15,-8-3-296 0,12 3-399 0</inkml:trace>
  <inkml:trace contextRef="#ctx0" brushRef="#br0" timeOffset="8483.61">6276 3478 437 0,'4'-8'525'0,"-1"2"-122"0,3 1-84 16,0 2-30-16,2-1-30 0,-8 4-17 0,16-1-8 16,-3 1 7-16,-1 3-10 0,2 2 0 0,1 0-43 0,-1 2-38 15,5 3-12-15,-2 1-25 0,-2 0-15 16,4 3-21-16,-5-1 0 0,2 2-17 0,-2-3-10 15,-3 2-12-15,1-1-4 0,-3-1-9 0,-3 1-1 16,2-2-4-16,-5-2-1 0,0 3-4 0,-3-3-3 0,0 1-1 16,-4-3 0-16,2 2-3 0,-3-3 1 15,0-2 7-15,5-4 17 0,-12 5 4 0,12-5 11 16,-10 1 8-16,10-1 0 0,-13-4 0 0,9-2-9 0,-1 1 2 16,2-5-23-16,2 0 3 0,1-3-15 0,3-2-9 15,1 0-39-15,2-3-42 0,3-1-61 0,1-1-69 16,-1 1-85-16,3 0-64 0,-1 1-90 0,2 1-117 15,0 0-364-15,-2 1-501 0</inkml:trace>
  <inkml:trace contextRef="#ctx0" brushRef="#br0" timeOffset="9050.03">7118 3543 290 0,'-4'-7'504'0,"3"1"-99"0,-3-3-76 0,-1 2-47 0,-1 0-30 0,-2-2-19 15,0 0-26-15,-1 1 7 0,-2 0-7 0,-1-1-1 16,-2 4-19-16,0-2-25 0,0 1-25 0,-1 5-25 16,1-1-21-16,0 4-18 0,-2 1-12 0,0 3-9 15,0 3-18-15,0 1 4 0,3 4-16 0,2-3 5 16,0 2-13-16,5-1 6 0,-1 0-4 0,2-1 8 15,3 0-2-15,1-1 8 0,2 0 3 0,0 1-3 16,3-3 4-16,2-1-6 0,1-1-6 0,2-1-14 16,2-2-20-16,1 0-49 0,-1-3-65 0,3-1-48 15,-1-2-45-15,3-1-51 0,-1-1-43 0,-5-1-55 16,3-2-45-16,-3 0-364 0,-1 0-295 0</inkml:trace>
  <inkml:trace contextRef="#ctx0" brushRef="#br0" timeOffset="9417.51">7080 3437 366 0,'0'0'614'0,"0"0"-111"0,0 0-72 0,0 0-34 0,0 0-48 16,-4-5-12-16,4 5-28 0,0 0-18 16,0 0-28-16,-3 6-18 0,3-6-37 0,0 11-10 15,0-1-39-15,0 4 24 0,3 2-56 0,-2 4-24 16,3 3-18-16,0 2-33 0,0 9 15 0,0 2-29 0,1 7 15 15,0 2-12-15,-2 0-9 0,0 2-4 16,1 0-2-16,-2 0-5 0,0-2 15 0,-1 0-3 16,2-8-4-16,-2 1-33 0,0-6 37 0,-1-2-42 0,0-4 40 15,-2-1-36-15,0-1 33 0,0-7-41 0,-1 1 52 16,-2-3-41-16,0-2 58 0,-3-2-43 0,2-2 49 16,-2-2-57-16,-1-4 48 0,-2 0-53 15,-2-4 47-15,3-1-7 0,-6-4 1 0,4-2-8 0,-5-4-6 16,4-4-5-16,2-2-4 0,1-2-4 0,-1-6-17 15,4-1-21-15,2-4-9 0,2-3-44 0,3 0-53 16,3-2 12-16,2 3-7 0,2-1 24 0,0 1-13 16,2 3-9-16,0 2-18 0,2 3-32 0,1-1-68 15,-2 7-54-15,0 0-50 0,0 2-85 0,2 3-89 16,-2-2-469-16,2 3-584 0</inkml:trace>
  <inkml:trace contextRef="#ctx0" brushRef="#br0" timeOffset="9616.92">7366 3479 89 0,'-1'-6'826'0,"1"6"-201"16,0 0-82-16,-4-8-59 0,4 8-51 0,0 0-34 16,-4-6-44-16,4 6-56 0,0 0-42 0,0 0-70 15,-4-6-30-15,4 6-45 0,0 0-17 0,0 0-67 16,0 0-68-16,0 0-148 0,0 0-146 0,0 0-121 15,0 0-188-15,0 0-365 0,0 0-612 0</inkml:trace>
  <inkml:trace contextRef="#ctx0" brushRef="#br0" timeOffset="10036.32">7388 3557 120 0,'0'0'680'0,"-13"-5"-187"16,13 5-69-16,-10-4-32 0,10 4-31 0,-9-3-20 16,9 3-21-16,-7-4-20 0,7 4-41 0,-7-3-33 15,7 3-50-15,0 0-29 0,-8-4-34 0,8 4-20 16,0 0-25-16,0 0-6 0,-4 7-15 0,4-7-8 15,3 11-11-15,-2-4 2 0,2 2-12 0,-1 0 3 16,-1 1-13-16,2-1 3 0,1 2-2 0,-2 1-4 16,-1-3-4-16,2 2-12 0,-2-2-40 0,1 3-64 15,-1-3-110-15,2-1-105 0,-3 0-102 0,1-1-118 16,-1-7-413-16,1 10-551 0</inkml:trace>
  <inkml:trace contextRef="#ctx0" brushRef="#br0" timeOffset="10434.59">7578 3498 455 0,'0'0'614'0,"0"0"-150"16,9 2-89-16,-9-2-58 0,0 0-39 0,0 0-37 16,8 7-22-16,-8-7 0 0,2 6-32 0,-2-6-22 15,4 10-34-15,-1-4-21 0,-1 1-25 16,1 0-13-16,-1 1-17 0,2 0-5 0,-1 0-15 0,2 1-6 15,-3-1-2-15,1 0-8 0,-1 0-3 0,1-2-2 16,-2 0-2-16,2 1 0 0,-3-7 4 0,2 9-3 16,-2-9 9-16,3 10 5 0,-3-10 25 0,0 0 12 15,0 6 5-15,0-6 22 0,0 0 2 0,0 0-11 16,0 0 0-16,-6-5-9 0,6 5-9 0,-3-11-8 16,3 4 7-16,0-1-29 0,0-2 7 0,1 0-21 15,2 1 9-15,-2-4-16 0,3 4 6 0,0-2-18 16,0 1 12-16,2-1-16 0,-1 2 13 0,-1 2-14 15,1 0 11-15,3 2-15 0,-8 5 17 0,11-6-16 16,-11 6 15-16,13-1-15 0,-13 1 15 0,14 5-13 16,-8-1 16-16,2 3-17 0,-1-1 16 0,-1 4-21 15,3-2 10-15,-1 3-35 0,-2-2-45 0,2 2-73 16,-1-1-97-16,1-1-61 0,-3 1-51 0,3-2-70 16,-1-1-62-16,1 2-483 0,0-5-567 0</inkml:trace>
  <inkml:trace contextRef="#ctx0" brushRef="#br0" timeOffset="11033.62">8246 3510 595 0,'11'-9'627'0,"-2"3"-130"0,-2-1-58 0,0 1-21 16,-1 0-31-16,-2 0-25 0,0-1-30 0,-2 1-16 16,1 0-32-16,-3 0-16 0,0 6-56 0,-1-11-2 15,-3 6-59-15,-1-1 7 0,-3 3-53 0,-1-2 9 16,-2 3-42-16,-1 0 13 0,-2 0-45 0,0 2 20 15,-1 0-38-15,2 2 20 0,-1 1-27 0,1 0 17 16,0 1-34-16,2 1 29 0,2 1-36 0,1 1 20 16,0 0-42-16,2 1-1 0,4 2-6 0,-1-1 0 15,6 0 3-15,-2 1-8 0,3-1 5 0,2 1-13 16,-1-2 11-16,4 0-7 0,-1-1-5 0,2-2 4 16,-1 1-2-16,1-3 3 0,0 1 19 0,-1-4-6 15,-9 0 16-15,21 0-7 0,-11-3 14 0,0 0-5 16,-1-2 10-16,-1-1-7 0,-1-2 11 0,1-2-11 15,0 3 16-15,-3-3-5 0,0 1 20 0,-1 0 1 16,0 0 11-16,0 1-11 0,-2 2 12 0,1-1-21 16,0 1 9-16,-3 6-20 0,5-7 15 0,-5 7-19 15,0 0 14-15,0 0-10 0,15 4 13 0,-9 4-19 16,3-2 26-16,-3 2-25 0,2 2 20 0,1 0-22 16,2-1 3-16,0 0 2 0,-2 1 0 0,2-4-1 15,-2 1 2-15,0-3 5 0,1 0-3 0,0-2 0 16,-10-2-2-16,21-1-2 0,-11-2 15 0,2-2-25 15,-1-5 15-15,1 0-10 0,-1-1 7 0,-2-1-13 16,0-5 11-16,-1-1-8 0,-1-1 10 0,-2-1-7 0,-1-2 14 16,-1 0-15-16,-2-2 16 0,-1-1-14 0,-1-1 27 15,-3 1-9-15,0-5 12 0,-5 1 7 16,2 1 1-16,-2 1 6 0,-2 2 6 0,3 5 8 0,-1 1 1 16,1 1-8-16,-1 5-2 0,5 0-11 0,-2 3-7 15,1 3-5-15,5 7 2 0,-8-2-30 0,8 2 33 16,-9 12-5-16,6-3-8 0,2 8-2 0,1 0-2 15,3 7 2-15,3 2-1 0,-1 4 4 0,4 2-5 16,0-1 8-16,4 3-17 0,-3-4-17 0,4-3-39 16,-4-3-47-16,-1-2-76 0,-1-3-128 0,2-2-122 15,-6-2-82-15,0-5-173 0,-5-1-397 0,-2-2-702 16</inkml:trace>
  <inkml:trace contextRef="#ctx0" brushRef="#br0" timeOffset="11199.99">7441 3219 329 0,'-24'1'868'0,"4"0"-223"0,2-1-137 0,1 2-121 0,4-2-82 16,2 2-59-16,1-1-47 0,10-1-43 0,-12 3-51 16,12-3-110-16,-6 3-169 0,6-3-195 0,0 0-630 15,-3 6-601-15</inkml:trace>
  <inkml:trace contextRef="#ctx0" brushRef="#br0" timeOffset="12466.3">9505 3321 331 0,'0'-20'532'0,"-2"1"-115"0,-1 0-53 16,2 0-20-16,1 2 10 0,-1 3-24 0,-2-1-42 15,3 5-49-15,0-2-54 0,0 2-32 0,-1 2-38 16,1 8-18-16,0-7-23 0,0 7 50 0,4 5-26 16,2 3-4-16,-1 5-25 0,4 5-1 0,3 6-11 15,2 2-15-15,0 6-7 0,1 4-8 0,0-1 0 16,1 2-7-16,-2-1 0 0,0 2-6 0,-1-3 0 16,1 3-3-16,-3-2-1 0,-1-1-2 0,1-4-30 15,-2-1-34-15,-3 1-77 0,-1-8-83 0,0 0-66 16,0-1-91-16,-2-4-87 0,-2-3-486 0,-1-2-526 0</inkml:trace>
  <inkml:trace contextRef="#ctx0" brushRef="#br0" timeOffset="13000.04">9330 3392 421 0,'-15'-35'382'0,"9"5"-91"15,0 1-47-15,5 4-62 0,2 1 2 16,5 1-23-16,2 3-7 0,5-4-21 0,5 4-11 15,5 0-7-15,7 1-10 0,-2 6 10 0,4 1-13 0,1 5 2 16,1 1-15-16,2 3-4 0,-3 4-17 0,3 4-2 16,-1 1 7-16,3 4-10 0,-2 3-10 15,-3 2-9-15,-1 4-8 0,-4 1-4 0,-5 1-7 0,-4 1-7 16,-5 2-5-16,-1 1 4 0,-8-3-5 0,-2 2-2 16,-6 1 0-16,-3-2-2 0,-7 4 2 0,0-2-4 15,-6 0-1-15,-4-2-1 0,2-4-1 0,-1-1-1 16,-4-2 3-16,2-5-2 0,3-2 11 0,0-1-6 15,0-5 34-15,6-1-7 0,0-2 7 0,3-2-4 16,2-1-1-16,2-5-13 0,6-1-3 0,3 1-9 16,3-4-5-16,4-1 0 0,4-2-4 0,5-1 0 15,3-1-3-15,3 3 1 0,0 1 1 0,3-1 0 16,-2 4 0-16,2 3 1 0,-2 2-3 0,0-1 3 16,2 4 2-16,-5 2-4 0,1 1 1 0,4 4-2 15,-2 0 4-15,-4 1-2 0,2 3-6 0,-3 0 8 16,-2 2-4-16,1 0 4 0,-3 0-5 0,-5-2 9 15,1 2-9-15,-5-1 8 0,0 0-9 0,-2 0 12 16,1-2-9-16,-5-1 8 0,0 2-4 0,0-9 6 16,-1 12-3-16,1-12 28 0,-6 9 26 0,6-9 4 0,-8 6-2 15,8-6 22-15,0 0-17 0,-10 0-5 16,10 0-12-16,-7-8-2 0,5 1-17 0,-2 1-6 16,4-4-7-16,0-1 1 0,0-1-9 0,4-1 2 0,-2-1-8 15,1-2 4-15,-1 1-13 0,4-1 7 0,-3 1-7 16,3 0 4-16,-1 1-19 0,1 0-33 0,-2 3-81 15,2-1-78-15,-2 3-74 0,0 1-90 16,1 0-88-16,1 3-512 0,1 0-565 0</inkml:trace>
  <inkml:trace contextRef="#ctx0" brushRef="#br0" timeOffset="13317.75">10367 3306 514 0,'0'0'500'0,"-13"7"-54"0,8-4-62 0,-3 2-25 0,3 0-30 16,-4 1-38-16,1 1-26 0,1 2-58 0,-1 0-26 15,-1 3-45-15,3-2-19 0,2 3-30 0,0 0-1 16,1-1-3-16,2 1 9 0,2 0-7 0,2 0 4 16,2 1-11-16,-1-2-8 0,4-1-13 0,1-1 4 15,0 0-9-15,1-2 7 0,0-2-16 0,0-1 0 16,1-3-15-16,0-1 7 0,-1-2-3 0,0-1 0 15,2-3-12-15,-2-3 3 0,0 2-15 0,0-5 7 16,-2 1-12-16,-1-1 9 0,-2-1-9 0,-1 0 4 16,-3 0-8-16,-1 1 5 0,0-3-9 0,-3 1 7 15,-2 1-7-15,0-1 6 0,-4 2-8 0,-1 3 8 16,0-2-7-16,-3 5-17 0,0 1-52 0,-1-1-81 16,1 4-103-16,2 2-98 0,-1 2-87 0,-2 0-101 0,4 2-412 15,0 1-542-15</inkml:trace>
  <inkml:trace contextRef="#ctx0" brushRef="#br0" timeOffset="13766.98">10532 3177 484 0,'1'-8'636'0,"-1"-1"-126"15,0 9-81-15,1-9-56 0,-1 9-71 0,1-7-21 16,-1 7-24-16,0 0-4 0,0 0-13 15,6 8-41-15,-4 0-40 0,2 2-12 0,2 4-18 0,-1 0-12 16,3 7-30-16,0-2-2 0,2 2-27 0,0 4-1 16,-1 0-19-16,1 0 1 0,-2-2-12 0,1-1 3 15,-1 0-14-15,-1-2 9 0,0-1-16 0,-4-2-5 16,1-1 5-16,0-2 2 0,-2-3-3 0,-2 1-3 16,1-3 7-16,-2-1-7 0,-1-1 1 0,1-2 1 15,1-5-1-15,-8 7 9 0,8-7-11 0,0 0 15 16,-9-1-14-16,9 1 8 0,-6-10-13 0,6 2 11 15,0-2-14-15,4 0 9 0,-2-2-10 0,3-1 12 16,0 0-17-16,3 0 9 0,1 0-9 0,0 4 11 16,1-4-9-16,3 3 8 0,-1 1-5 0,-1 3 8 15,0 2-10-15,1 0 8 0,-2 4-7 0,-10 0 9 16,22 1-10-16,-12 5 13 0,0-2-13 0,-2 2 12 16,1 2-11-16,-1-1 12 0,-3 0-12 0,-1 3 13 15,-2-1-12-15,0 2 11 0,-4-1-7 0,0 0 5 16,-5 2-10-16,0-1 4 0,-2 0-26 0,-3-2-36 15,-2 3-45-15,-1-3-66 0,-3 1-46 0,1-4-50 16,2 1-29-16,0-3-48 0,1-1-27 0,1 0-80 16,13-3-420-16,-18 0-430 0</inkml:trace>
  <inkml:trace contextRef="#ctx0" brushRef="#br0" timeOffset="14200.55">11140 3337 154 0,'14'-8'783'0,"0"2"-193"0,-4-1-88 0,-1 1-50 0,-2-1-74 0,-1 0-34 16,-1 2-44-16,-2-1-32 0,-3 6-46 0,-2-12-19 15,2 12-33-15,-7-8-23 0,-1 6-37 0,-2 0-3 16,10 2-27-16,-26 2-3 0,11 1-22 0,-3 2 3 16,-1 4-20-16,0 0 3 0,0 0-17 0,3 2 3 15,0 1-16-15,3 1 7 0,0-2-11 0,5 1 9 16,2 0-14-16,-1 1 12 0,5-1-18 0,-1-2 19 15,2 0-16-15,4-1 2 0,-1 2 5 0,2-4-3 16,2 1 2-16,2-1-2 0,2-3 16 0,1 1-20 16,0-1 11-16,2-3-15 0,-2 0 16 0,1-2-16 15,3 0 15-15,-3-3-18 0,2-1 18 0,-1 1-12 16,-1-4 4-16,-1 0-10 0,-1 0 12 0,-1-3-15 16,-2 0 18-16,0-3-14 0,-3 3 10 0,-2-3-12 15,1 3 13-15,-3-1-12 0,0-2 14 0,0 3-13 16,-1 1 15-16,-1 0-5 0,2 2 8 0,-1 1-15 15,0 1 12-15,-2 0-13 0,3 6 12 0,-3-6-9 16,3 6 14-16,0 0-17 0,-6 3 13 0,6-3-12 0,-1 11 11 16,1-4-9-16,1 1 7 0,0 2-8 0,3 0 17 15,0 0-19-15,3 2 15 0,0-1-17 16,2 1 5-16,0-1-85 0,4-1-92 0,-3-1-111 16,3-2-70-16,-1-1-84 0,0-3-117 0,2 0-490 0,-1-3-671 15</inkml:trace>
  <inkml:trace contextRef="#ctx0" brushRef="#br0" timeOffset="14603.12">11364 3046 150 0,'-4'-13'665'0,"1"1"-152"0,0 3-88 0,2-1-56 0,0 4-50 0,-3-1-44 16,4 7-21-16,-1-9 3 0,1 9-10 0,0 0-1 0,0 0-18 15,5 9-17-15,-3-2-28 0,2 6-11 0,2 3-24 16,0 3-14-16,-1 0-38 0,5 3-6 0,-3 1-24 15,-1 4 13-15,2 1-27 0,1 0 3 0,-3-5-27 16,-1 1 11-16,2 1-24 0,-1-4 14 0,0 1-20 16,-3-5 14-16,1-1-19 0,-2-1 16 0,1-2-22 15,-1-1 18-15,1-3-21 0,-2 1 20 0,1-3-21 16,0 2 14-16,-2-9-14 0,1 7 20 0,-1-7-25 16,0 0 18-16,0 0-23 0,0 0 6 0,0 0-32 15,9-6 0-15,-5 0-27 0,1-2 2 0,-1 1-2 16,3-2 20-16,0 1 0 0,2 1 16 0,-1 0-1 15,1 1 12-15,1 1 0 0,-1 1 13 0,1 0-8 0,0 4 11 16,-10 0-6-16,21 0 14 0,-10 0-8 16,-2 2 6-16,0 2-6 0,1 2 9 0,-3-2-8 15,-1 2 10-15,1-1-9 0,-2 3 7 0,0-1-6 16,-3 1 11-16,-2-3-11 0,0 3 10 0,-2 0-6 0,-3-2 5 16,-3 3-8-16,2-1 10 0,-5 0-14 0,-4-1 2 15,2 2-31-15,-3-2-39 0,0-3-53 16,-3 2-66-16,1-1-95 0,3-1-72 0,-3-1-89 15,5-2-101-15,2-1-328 0,-1-1-434 0</inkml:trace>
  <inkml:trace contextRef="#ctx0" brushRef="#br0" timeOffset="14783.23">11729 3277 94 0,'6'5'527'0,"1"0"-112"16,-2 2-31-16,1 0-72 0,-2 1-8 15,1-1-15-15,-1 2-35 0,0 0-27 0,1 1-41 0,-1-1-35 16,2 2-35-16,-2 0-15 0,1-1-24 0,-1 0-14 16,1-1-35-16,-1 1-130 0,4-3-94 0,-6 1-133 15,2-2-166-15,-4-6-268 0,5 6-279 0</inkml:trace>
  <inkml:trace contextRef="#ctx0" brushRef="#br0" timeOffset="14917.2">11779 3220 473 0,'-6'-17'539'0,"-1"2"-121"0,3 0-37 0,-2 0-9 16,1 2-42-16,0 0-40 0,1 1-30 0,0 0-50 16,0 3-37-16,2-1-39 0,-1 3-30 0,2 0-61 15,1 1-105-15,0 6-107 0,1-12-109 0,-1 12-164 16,4-9-433-16,-4 9-425 0</inkml:trace>
  <inkml:trace contextRef="#ctx0" brushRef="#br0" timeOffset="15133.79">11886 2951 555 0,'4'6'536'16,"-1"0"-64"-16,1 2-34 0,-1 3-18 0,5 2-24 0,-3 1-10 16,0 2-46-16,4 3-30 0,-1 0-40 15,-1 3-31-15,4 3-66 0,-2 2-18 0,2 0-43 16,-2 1-10-16,3 0-34 0,-2-2-1 0,-1 1-27 0,0-1-3 15,-2-4-78-15,0-1-95 0,-2 0-117 16,-1-5-105-16,-2 0-86 0,0-4-83 0,-1 1-84 0,-2-3-254 16,1-2-415-16</inkml:trace>
  <inkml:trace contextRef="#ctx0" brushRef="#br0" timeOffset="15285.23">12086 3361 65 0,'10'-7'449'0,"-10"7"-66"15,0 0-23-15,11-2-40 0,-11 2-13 0,9 4-58 16,-9-4-29-16,10 5-59 0,-4 0-20 0,-1-1-37 16,0 3-20-16,0-2-15 0,1 1-10 0,-2 2-31 15,1-2-76-15,-2-1-142 0,-1 1-123 0,-2-6-464 16,3 8-293-16</inkml:trace>
  <inkml:trace contextRef="#ctx0" brushRef="#br0" timeOffset="15450.58">12113 3116 505 0,'-2'-9'531'0,"2"1"-104"15,0 8-72-15,0-11-59 0,0 11-60 16,-1-11-56-16,1 11-37 0,0-8-34 0,0 8-21 16,1-6-61-16,-1 6-52 0,0 0-107 0,4-7-112 15,-4 7-164-15,8-4-252 0,-8 4-167 0</inkml:trace>
  <inkml:trace contextRef="#ctx0" brushRef="#br0" timeOffset="15666.68">12325 2907 69 0,'0'0'580'0,"0"0"-117"16,0 0-55-16,0 0-14 0,11 2-13 15,-11-2-25-15,4 12-17 0,-3-1-8 0,2-2-39 0,-2 7-33 16,3 0-21-16,-2 6-31 0,2 3-53 0,0-1-23 15,4 5-32-15,-2 3-14 0,1 0-21 0,0 0-5 16,1-1-20-16,2-1 3 0,0 1-34 0,1-2-49 16,-1-2-114-16,-1 0-112 0,-2-8-77 0,2 0-52 15,-2-3-21-15,-1 0-16 0,-2-6-23 0,1 0-333 16,1-5-310-16</inkml:trace>
  <inkml:trace contextRef="#ctx0" brushRef="#br0" timeOffset="16066.52">12532 3409 285 0,'2'-7'419'0,"-2"7"-84"0,4-8-44 15,-4 8-35-15,5-8-22 0,-5 8 9 0,10-4-9 16,-10 4-12-16,0 0-8 0,0 0-10 0,12 3 5 16,-12-3-31-16,8 10 6 0,-6-4-31 0,2 2 4 15,2 0-32-15,-3 1-16 0,1 0-26 0,0-1-11 16,-2 2-16-16,3-1-9 0,-2-1-12 0,1-1 19 16,1 0 6-16,-3-2 12 0,2 0-1 0,-4-5-6 0,12 6-7 15,-12-6-10-15,14 1-12 0,-14-1 7 16,18-3-21-16,-7-1 2 0,-1-2-13 0,1 0 5 15,0-3-11-15,-1 0 6 0,-1-2-10 0,1-1 18 16,-2 1-23-16,0-3 11 0,-2 0-9 0,2 1 11 0,-5 1 5 16,1 2 23-16,0 0 9 0,-1 1 20 0,1 2-24 15,-3 0 16-15,2 0-24 0,-3 7 19 16,2-7-28-16,-2 7 24 0,0 0-28 0,1 7 15 16,1 1-29-16,-2 3 27 0,1 4-27 0,1 3 0 0,0 1 4 15,0 4 3-15,1 2-2 0,1 2-23 0,-2 2 32 16,3 1-31-16,1 2 11 0,-1-3 24 15,0 3-35-15,0-2 38 0,-1-6-40 0,-2-1 33 0,1 1-26 16,-2-5 21-16,-1-1-29 0,-1-3 39 0,-2 1-39 16,-2-3 38-16,-1-3-37 0,-3 1 37 0,-2-3-39 15,1-3 32-15,-1-1-41 0,-2-3 8 0,-2-1-31 16,-2-3-2-16,-2-2-60 0,-4-3-79 0,-3-3-107 16,1-1-94-16,-3-3-75 0,-4-4-124 0,0-2-504 15,-3-4-708-15</inkml:trace>
  <inkml:trace contextRef="#ctx0" brushRef="#br0" timeOffset="16217.32">12239 3407 586 0,'8'-6'556'0,"2"-1"-143"0,4-2-63 0,6 1-54 15,5 1-31-15,4 0-2 0,4 1 3 0,-1-3-3 16,4 3-5-16,5-4-37 0,1 1-27 0,2 1-37 16,0-1-23-16,0-1-33 0,0 3-19 0,0-2-57 15,-4 0-107-15,-6 3-151 0,-3 0-132 0,-6-1-246 16,-2 0-371-16,-5 1-574 0</inkml:trace>
  <inkml:trace contextRef="#ctx0" brushRef="#br0" timeOffset="18182">18533 2533 435 0,'-4'-4'370'0,"4"4"-63"0,-10-9-41 0,10 9-39 15,-6-7-39-15,6 7-10 0,-7-6-13 0,7 6-19 0,-5-7-7 16,5 7-18-16,-4-6-16 0,4 6-16 0,-6-3-18 16,6 3-11-16,0 0 14 0,0 0 14 0,0 0 29 15,-4 8-17-15,4 0-12 0,0 1 37 0,3 2-22 16,-3 3-20-16,1 2-12 0,4 3-14 0,-2 1-8 15,-1 4 41-15,3 0-16 0,-1 1-7 0,3 0-14 16,-4 0-7-16,5 2-6 0,-3 3 51 0,1 1-13 16,2-2-16-16,-3 0-9 0,3 1-11 0,-2 1 21 15,1 0-9-15,-1 0 5 0,-1 1-14 0,3-1 27 16,0 3-19-16,-2 0 8 0,2 4-1 0,-1-1-6 16,2 1-13-16,-1 1-5 0,0-1-7 0,-1 1-5 15,2-2-2-15,0 2-6 0,-5-4-12 0,5 4 12 16,-3 1-16-16,-1-1 16 0,2 3-15 0,-3-6 16 15,2 4-6-15,-1 2-2 0,0-2-3 0,-1 2 3 16,0 1-2-16,0-2-4 0,1-2 4 0,1 4 16 16,-2-2 8-16,1-4 15 0,-1 4-21 0,1 0 25 0,2-1-37 15,-4-4-3-15,2 4 1 0,3 2 1 16,-4 1-2-16,1 2 4 0,-1-2 2 0,1 1 30 16,-2 1-38-16,-1 2 30 0,-1-2-36 0,2 3 40 15,-2-1-41-15,-1 0 51 0,2-1-53 0,-2 0 6 0,0 0 1 16,-2 0 2-16,2-1-4 0,0 0 2 0,0 0 4 15,0 1 0-15,2-1-4 0,-2 1 6 0,0-2 5 16,1 3-6-16,0-3 66 0,-1 2-51 16,1 0 40-16,1-2-51 0,0 3 36 0,0-3-47 0,0 4-1 15,1-4 4-15,2 0 5 0,-2 4-2 0,3-4-10 16,-3 5 17-16,4-1-3 0,-2-1 1 0,3 4-2 16,-1-1-2-16,-3 0 41 0,4 1-52 0,-3 0 43 15,4-3-46-15,-3 3-1 0,-2-3 3 16,3 2 2-16,-1-4 4 0,0 1 2 0,1-1-18 0,-1 0 45 15,1 1-24-15,1 0 20 0,-1 1-6 0,-1 0-7 16,3 0-4-16,-2 0-3 0,1 3-1 0,0-3 1 16,1 1-2-16,0 1-2 0,-1-2-1 15,1 3 0-15,-3-3 1 0,4 0 2 0,-3 1-28 0,0 0 34 16,1 0-6-16,0 2 0 0,-3-3-3 0,1 5 11 16,-2-2 20-16,1 1-4 0,0-1-3 0,2 3 22 15,-2 0-6-15,1-2-8 0,1 2 6 0,0-3 12 16,3 11-36-16,1 0 2 0,1 1 21 0,1-1-6 15,-1 3-8-15,0-2-5 0,1 1-6 0,2-2 1 16,0 3-6-16,0-2-2 0,-1-2-1 0,1 1-30 16,-2 1 38-16,0-2 6 0,1 3 22 0,-2 0-32 15,0-2 21-15,0 4-29 0,-2-1 54 0,3 1-31 16,-3-2 22-16,4 3-32 0,-4-3 24 0,2 1-38 16,-1 0 0-16,-2 1 6 0,3 0-2 0,-1 2 24 15,1 0-30-15,-2 2 30 0,1-2 7 0,0 0 22 16,-1 0-32-16,0-3 16 0,-1 2-40 0,1-1 3 15,2 1 1-15,-2 1 0 0,0 0 2 0,3 2 26 16,-3 1-39-16,2 0 34 0,-1-1-40 0,0 0 35 16,1 1-39-16,-2-3 20 0,1 1-13 0,0 1-10 0,1 0 14 15,-2-1 33-15,1 0-39 0,0 2 33 16,1-1-38-16,-3 0 38 0,2-3-40 0,0 2 41 16,-1-2-31-16,-2 1 4 0,1 0 9 0,0 0 0 15,-3 0 34-15,-1-1-48 0,1 2 46 0,-3 2-42 0,0-3 36 16,2 0-42-16,-4 0 43 0,2-9-46 0,-2 6 36 15,2 4-40-15,-1-1 1 0,2-2 42 16,-1 3-45-16,1-1 41 0,1 0-42 0,1 0 33 0,-1 0-34 16,0 0 36-16,2-3-40 0,0 1 42 0,2-3-37 15,-2 3 4-15,0-1 46 0,1 0-44 0,1 2 48 16,0-2-29-16,0 2 60 0,1 0-43 0,-1-1 20 16,1 1-45-16,0-2 0 0,-1 0 0 0,2-2 0 15,0 4 0-15,-1-3 0 0,1 4 0 0,1-3 0 16,-3 3 0-16,3-1 0 0,-1-1 0 0,1 0 0 15,-2 0 0-15,3 1 0 0,-2-5 0 0,1 2 0 16,-2 1 0-16,0 0 0 0,2-2 0 0,-2 2 0 16,0 1 0-16,0-2 0 0,1 1 0 0,-2 0 0 15,2-2 0-15,-1 1 0 0,-1-2 0 0,1 0 0 16,1 0 0-16,0 0 0 0,1 1 0 0,-1-1 0 16,1 1 0-16,0-1 0 0,1-1 0 0,2-1 0 15,-2 1 0-15,1-4 0 0,-1 3 0 0,0-2 0 16,1-11 0-16,-4 3 0 0,4 7 0 0,-2-8 0 0,4 5 0 15,-5-4 0-15,3 6 0 0,-2-7 0 16,1-1 0-16,-1 0 0 0,-1 1 0 0,1-2 0 16,-1 2 0-16,2-3 0 0,-3 0 0 0,3-1 0 0,-3 0 0 15,2 1 0-15,-2-2 0 0,0-1 0 0,0 1 0 16,-1-2 0-16,0 3 0 0,0-4 0 0,1 1 0 16,-1 1 0-16,-1 0 0 0,4-4 0 0,-5 0 0 15,2-1 0-15,0 2 0 0,0-2 0 0,-1 1 0 16,0-2 0-16,0-3 0 0,0 4 0 0,-3 1 0 15,3 2 0-15,-4-6 0 0,2-3 0 0,-1 3 0 16,0-3 0-16,-1 0 0 0,0-3 0 0,-1-2 0 0,-1 0 0 16,-2-2 0-16,3-2 0 0,-3-3 0 15,0-2 0-15,1-1 0 0,-1-5 0 0,0 1 0 16,0-2 0-16,1-3-359 0,-1-8-486 0,0 8-144 0,0-8-902 16,0 0-1615-16</inkml:trace>
  <inkml:trace contextRef="#ctx0" brushRef="#br0" timeOffset="19400.45">5758 5085 494 0,'3'-7'490'0,"-3"7"-79"0,1-11-65 0,-1 11-47 0,3-8-55 15,-3 8-45-15,1-8-19 0,-1 8 0 0,0 0 10 16,0 0 9-16,0 0-24 0,3 8-13 0,-3-8-24 15,2 14-23-15,-2-3-18 0,5 0 2 0,-2 4-1 0,0 1-16 16,3 0-7-16,-3 2-8 0,3 3-8 16,0 1-14-16,0-2-5 0,-1 2-8 0,2 1-5 15,-2-1-5-15,0-1-4 0,-1 2-1 0,1-6-6 16,-4 1 4-16,2-1 33 0,-2 0 10 0,0 0 8 16,-1-6 2-16,0 3 5 0,-1-2-2 0,0-2-9 15,-2 1-5-15,-3-3-13 0,1 1-5 0,0-1-6 16,-3-2-4-16,0-1-7 0,-1-2 2 0,0 0-12 15,-1 0 2-15,10-3-11 0,-19 0 0 0,6 0-11 0,2-3-33 16,-1 0-75-16,-2-3-121 0,1-2-127 0,2-1-93 16,-3-6-143-16,0 0-504 0,1-3-720 15</inkml:trace>
  <inkml:trace contextRef="#ctx0" brushRef="#br0" timeOffset="19633.65">5471 5059 352 0,'0'0'516'0,"0"0"-117"0,-17 0-56 16,17 0-34-16,0 0 6 0,-13-2-4 0,13 2-9 0,0 0 2 15,-12-1-31-15,12 1-32 0,0 0-48 0,0 0-25 16,1-8-32-16,-1 8-17 0,15-7-23 0,1 1-13 16,5-1-13-16,6-3 4 0,5-1-19 0,9-1 2 15,2-3-9-15,2-1-3 0,2 0-8 0,8-4 2 16,2 1-18-16,-10 3 2 0,-1 0-13 0,0 2-20 15,-5-1-79-15,-3 3-92 0,-9 4-84 0,-4 0-92 16,-6 5-41-16,-5-1-53 0,-5 2-67 0,-9 2-324 16,0 0-385-16</inkml:trace>
  <inkml:trace contextRef="#ctx0" brushRef="#br0" timeOffset="19999.95">6263 5114 682 0,'0'0'545'0,"1"10"-110"15,-1-10-42-15,-2 8-36 0,-2-4-27 0,-1 3-11 0,-3-2-25 16,2 2-30-16,-4-1-31 0,1 1-30 16,-2 3-45-16,1-3-25 0,0 2-34 0,1 0-19 0,-1-1-17 15,3 0-11-15,2 1-9 0,0-1 14 0,2 1 6 16,2 0 8-16,1-2-9 0,0 2 9 0,4-3-17 15,1 0 12-15,3 1-23 0,2-4 13 0,0 1-30 16,3-2 19-16,1-2-27 0,-1-1 14 0,3 0-26 16,0-3 21-16,2 0-7 0,-3-4-23 0,3 0 19 15,-4-1-22-15,-1 1 20 0,-3-2-23 0,-1 0 18 16,1 0 3-16,-6 1-8 0,-1-3-2 0,-2 3-1 16,-2-1-1-16,-2 3 1 0,-1-3-4 0,-3 3 4 15,-1 1-7-15,-2 0 2 0,-3 0-1 0,0 3 1 16,-1 2-1-16,0-2-36 0,1 3-50 0,-1 0-94 15,3 0-126-15,0 3-106 0,1-2-134 0,10-1-144 16,-11 5-283-16,11-5-567 0</inkml:trace>
  <inkml:trace contextRef="#ctx0" brushRef="#br0" timeOffset="20183.22">6604 5122 160 0,'0'0'715'0,"0"0"-183"0,12 4-94 15,-12-4-54-15,0 0-54 0,5 4-45 0,-5-4-33 16,0 0-34-16,0 10-28 0,0-10-37 0,0 9-29 0,0-1-22 16,0-1-19-16,1 0-13 0,0 3-6 15,2-1-13-15,1 1-12 0,0 1-44 0,2 0-81 16,-2-1-85-16,1-1-117 0,0 1-151 0,0-5-561 16,-1 0-600-16</inkml:trace>
  <inkml:trace contextRef="#ctx0" brushRef="#br0" timeOffset="20316.7">6581 5024 559 0,'-5'-11'539'0,"0"2"-95"0,3 0-59 15,-1 2-54-15,2-1-75 0,-2 2-58 0,2 1-40 16,-1-3-54-16,2 8-57 0,2-8-69 0,-2 8-103 16,4-8-109-16,-4 8-138 0,5-3-348 0,-5 3-227 15</inkml:trace>
  <inkml:trace contextRef="#ctx0" brushRef="#br0" timeOffset="20700">6797 5082 503 0,'0'0'590'0,"3"10"-130"0,-3-10-81 0,1 10-53 15,-1-10-49-15,3 7-29 0,-3-7-32 0,1 5-25 16,-1-5-37-16,1 7-25 0,-1-7-27 0,1 7-15 15,-1-7-17-15,3 8-9 0,1-3-13 0,-4-5 2 16,4 11-13-16,-2-4-3 0,2-3-6 0,-1 1 1 16,-1 1 16-16,-2-6-7 0,4 11-5 0,-4-11 1 15,3 10 10-15,-3-10 12 0,2 8 15 0,-2-8 15 16,0 0-12-16,3 6 6 0,-3-6-18 0,0 0-3 0,0 0-8 16,0 0-5-16,-3-9-8 0,3 9-7 0,0-14-3 15,0 6-7-15,3-2-7 0,-1 1-1 16,2-5-5-16,4-1 2 0,-2 2-5 0,2 0-2 15,0 0 10-15,2 0-6 0,0 1-9 0,0 0 11 0,2 5-12 16,-2-2 11-16,1 3-8 0,2 2 22 0,-3 2-12 16,2 2-2-16,1 2 1 0,-2-2-2 15,3 6 1-15,-1 1-1 0,2 0 0 0,-3 4 0 0,-2-3-3 16,3 4-3-16,-3-2-13 0,-1 3-27 0,0-2-62 16,-4 2-68-16,0-3-84 0,-2 1-50 0,-3 1-86 15,-3-4-90-15,-1 3-564 0,-1-5-659 0</inkml:trace>
  <inkml:trace contextRef="#ctx0" brushRef="#br0" timeOffset="20983.38">7179 4759 230 0,'9'-14'830'0,"0"1"-153"0,0 2-88 0,0 0-92 16,-1 2-54-16,-1 0-52 0,1 3-58 0,1 0-21 15,-1 3-68-15,-8 3 5 0,14-1-58 0,-8 4 15 16,2 4-57-16,1 3 18 0,-3 3-32 0,3 4-28 16,0 2-17-16,-1 1-17 0,-2 3-14 0,3 6-9 15,0-1-6-15,-1 1-11 0,-1 0-5 0,1 0-48 16,2-1 49-16,-2-2-41 0,-2-3 45 0,2-1-48 16,0-2 1-16,-2-2 1 0,-1-3-4 0,2-2-3 15,-2-1 5-15,0-4-36 0,0 1-44 0,0-4-62 0,-5-5-72 16,12 5-76-16,-12-5-73 0,10-4-32 0,-10 4-70 15,6-10-75-15,-2 2-507 0,-3-1-678 16</inkml:trace>
  <inkml:trace contextRef="#ctx0" brushRef="#br0" timeOffset="21166.99">7382 4963 148 0,'0'0'587'0,"-11"-2"-120"0,11 2-32 15,-9-2 0-15,9 2-3 0,-9-3-24 0,9 3-19 16,0 0-33-16,-9-3-41 0,9 3-46 0,0 0-41 15,0 0-42-15,10-9-35 0,1 6-29 0,5-3-23 16,2-1-21-16,5 1-15 0,4-3-15 0,4-1-7 16,-3 2-41-16,0-1-73 0,-5 2-103 0,0 1-120 15,-4-1-98-15,-2 2-153 0,-3 0-640 0,-5 2-796 16</inkml:trace>
  <inkml:trace contextRef="#ctx0" brushRef="#br0" timeOffset="21666.51">9758 4638 259 0,'4'-10'693'0,"-3"2"-108"0,1 2-81 0,-1-1-48 15,-1 7-59-15,3-11-61 0,-3 11-46 0,2-10-53 16,-2 10-37-16,0-7-39 0,0 7-25 0,0 0-3 15,4-6-17-15,-4 6-17 0,0 0 3 0,5 5-27 16,-5-5-5-16,5 10-23 0,-1-2 0 0,0 0-7 16,1 2-10-16,-1 1-8 0,0-1-60 0,2 2-100 15,-2-2-116-15,0 2-95 0,0-2-122 0,-2-1-125 16,2-1-401-16,-4-8-594 0</inkml:trace>
  <inkml:trace contextRef="#ctx0" brushRef="#br0" timeOffset="21802.04">9912 4564 460 0,'0'0'717'16,"4"-11"-196"-16,-4 11-103 0,2-7-97 0,-2 7-41 16,0 0-12-16,0 0-23 0,0 0-15 0,0 0-30 0,7 8-22 15,-7-8-32-15,1 14-30 0,0-3-22 0,-1 0-20 16,3 2-35-16,0 1-228 0,-1 3-269 0,0-4-690 16,-2-1-763-16</inkml:trace>
  <inkml:trace contextRef="#ctx0" brushRef="#br0" timeOffset="24466.69">1693 7581 41 0,'1'-9'621'0,"0"-3"-162"0,1 4-69 0,-2-2-37 0,0 3-19 0,0-2-29 16,0 2-43-16,0-2-27 0,-3 2-14 0,2 3-29 15,-3-3-20-15,4 7-12 0,-9-7-22 0,9 7-13 16,-19 0-1-16,5 3-22 0,1 6-17 0,-6 1-13 15,0 5-18-15,-3 4-4 0,-1 0-10 0,0 7-7 16,-1 1-5-16,1 3-5 0,0-1-4 0,3 3 35 16,3-3-49-16,4-2 36 0,0-1-40 0,4-1 42 15,4-1-28-15,1-2 59 0,4-2-33 0,0-3 26 16,4 0-9-16,1 0 4 0,3-3 5 0,3 0-13 16,2-2-5-16,5-2-40 0,0-3-17 0,6-3-109 15,-2-2-142-15,6-4-147 0,0-1-123 0,4-2-721 16,0-4-858-16</inkml:trace>
  <inkml:trace contextRef="#ctx0" brushRef="#br0" timeOffset="24888.75">2103 7517 539 0,'0'0'547'0,"8"-6"-111"0,-8 6-68 0,4-4-36 0,-4 4-43 15,0 0-38-15,2-6-34 0,-2 6-25 0,0 0-23 16,-2-6-29-16,2 6-22 0,0 0-24 0,-13-4-18 16,13 4-6-16,-13-1-5 0,13 1-10 0,-15 2-9 15,4 0-6-15,1 1-6 0,-2 1-2 0,-4-1-10 16,1 2-4-16,-1 3-9 0,0-3 5 0,-1 4-6 16,2 1 3-16,1-4-7 0,1 4 2 0,2-1-8 15,0 0 7-15,2-1 0 0,4 2-5 0,3-3 4 16,3 0 1-16,2-1-1 0,3 0-1 0,5 0 1 15,4-2 0-15,2-1 0 0,3 1-2 0,4-2-4 16,0 1 9-16,3 0-8 0,-3 0 6 0,3-1-3 16,-1 0 1-16,-2 0-3 0,0 2 3 0,-1 2 0 15,-1 1-2-15,-2-1-5 0,-1 3 6 0,-2 0-2 16,0 3 4-16,-7-2-6 0,0 2 6 0,-1 1 1 16,-5-1 22-16,-1 0 0 0,-3 1 8 0,-3-3 13 15,-1 5-6-15,-5-2-5 0,0-3-10 0,-1 2-3 0,-5-1-2 16,-2 0-6-16,-1-3-1 0,-1 2-5 15,0-4-2-15,-3 0 1 0,4-2-7 0,-1-1-3 16,1 0-10-16,4 0-48 0,3-3-114 0,-2 0-128 16,13 0-76-16,-13-6-98 0,13 6-532 0,-4-7-607 0</inkml:trace>
  <inkml:trace contextRef="#ctx0" brushRef="#br0" timeOffset="25283.43">2925 7277 480 0,'5'-13'664'0,"-2"4"-137"0,-2 1-62 0,-4 2-48 16,1 1-41-16,-6-2-14 0,2 4-29 0,-7 2-7 16,1 1-23-16,-3 3-1 0,0 1-82 0,-7 5 19 15,-1 3-61-15,0 2-5 0,-3 4-57 0,0 6-9 16,0 1-27-16,3 1-16 0,4 3-7 15,2-5-35-15,7 4 51 0,1-1 12 0,5-1 7 0,3-1 4 16,5 0-3-16,2 3-2 0,4-1-16 0,6-4-5 16,-1 2-10-16,5-5-5 0,1-1-13 0,3-5-3 15,2-1-4-15,1-2-10 0,-2-6-6 0,1-2-4 16,-2-2-4-16,2-2-1 0,-1-2-1 0,-2-1 2 16,-2-3-3-16,-1-1-39 0,-2-2 42 0,-4 1-36 15,0-1 41-15,-5-1-40 0,-1-2 35 0,-4 5-43 16,-3-3 37-16,-2 1-4 0,-5 0 0 0,-1 1 2 15,-6-1-7-15,0 4-8 0,-5 1 4 0,0-1-13 0,-2 4-18 16,1 1-29-16,-3 1-44 0,-1 1-82 16,0 2-40-16,2 2-60 0,1 1-102 0,0 2-104 15,6-1-98-15,0 2-762 0,2-2-960 0</inkml:trace>
  <inkml:trace contextRef="#ctx0" brushRef="#br0" timeOffset="25516.91">3492 7266 1211 0,'-7'-5'835'0,"-1"1"-177"16,-1 0-127-16,1-2-87 0,2 3-69 0,6 3-68 15,-9-5-69-15,9 5-49 0,-9-6-35 0,9 6-35 16,-9-5-22-16,9 5-28 0,0 0-69 0,0 0-176 16,0 0-233-16,0 0-177 0,0 0-697 0,-5 7-889 15</inkml:trace>
  <inkml:trace contextRef="#ctx0" brushRef="#br0" timeOffset="25666.38">3601 7553 918 0,'8'5'843'16,"-2"1"-141"-16,-1-2-77 0,-5-4-106 0,8 7-86 16,-8-7-87-16,0 0-81 0,0 0-50 0,0 0-48 0,7 3-37 15,-7-3-97-15,0 0-207 0,0 0-270 16,0 0-349-16,-10-4-398 0,10 4-802 0</inkml:trace>
  <inkml:trace contextRef="#ctx0" brushRef="#br0" timeOffset="37998.8">5356 6838 320 0,'0'0'447'0,"2"-10"-60"0,-2 10-81 15,0-15-13-15,1 8-50 0,-1-2 14 0,-1 3 2 16,1-3 23-16,0 0-11 0,0 2-24 0,0 0-12 16,-2 1-32-16,2 6-39 0,0-12-33 0,0 12-27 15,-3-9-23-15,3 9-16 0,0 0-10 0,0 0-13 16,12 4-7-16,-7 4 17 0,4 5 16 0,1 5 1 16,0 1-13-16,5 4-11 0,0 6-7 0,1 3-11 15,0 0 1-15,1 2-7 0,0 0-7 0,1-1-1 16,0-1-3-16,0 0-4 0,-1-2-7 0,0-6-41 0,0 0-106 15,-2-3-119-15,-1-5-106 0,0-2-132 0,0-1-602 16,-2-6-723-16</inkml:trace>
  <inkml:trace contextRef="#ctx0" brushRef="#br0" timeOffset="38449.35">5356 6846 740 0,'-17'-23'688'0,"7"0"-151"0,2 2-116 0,4 1-78 15,3-1-52-15,2-1-31 0,6-2-23 0,3-2-26 16,9-6-28-16,4 1-21 0,3 0-17 0,6 1-14 16,2 1-27-16,10 0-15 0,-7 5-13 0,0 4-13 15,1 4-10-15,-2 3-7 0,-4 6-10 0,-4 3-7 16,-1 2-9-16,-3 7-4 0,-1 1-11 0,0 3-2 16,-1 7-3-16,-7 2-13 0,-3 5-16 0,-6 0-7 15,-5 5-6-15,-3 5 3 0,-8 6 3 0,-6 2 0 16,-2-1 8-16,-2-2 2 0,-5-1 7 0,1 0 5 15,-3-6 4-15,2-3 2 0,-2-3 2 0,6-4 3 16,1-4 9-16,5-2 8 0,-1-2 10 0,5-4-2 16,2-2-3-16,9-7-6 0,-9 4-3 0,9-4-1 15,0 0-4-15,9-11-3 0,4 3 1 0,0 0-6 16,6-3 6-16,1 1-3 0,6 0-2 0,1-2 5 16,2 3 2-16,-1 0-3 0,0 3-1 0,-2 2-1 0,-1 2 0 15,-3 2 0-15,0 2 3 0,-2 1-3 16,1 3 0-16,-2 4 0 0,-1 0 0 0,-6 2-1 15,-4 3 1-15,0-2 1 0,-6 3-1 0,-3 2 2 16,-4 0 1-16,-4 1 14 0,-4 2 18 0,-3 2-2 16,-6-1 11-16,-2 0 10 0,-6-2-14 0,1-1-2 15,-3-2-5-15,1-3-5 0,2-3 0 0,-1-1-5 16,6-4 0-16,1 0-9 0,6 0-43 0,2-5-91 16,4-1-127-16,2-4-100 0,2-2-63 0,6-1-95 0,9-6-569 15,1-5-691-15</inkml:trace>
  <inkml:trace contextRef="#ctx0" brushRef="#br0" timeOffset="40282.51">6089 6846 626 0,'-1'-14'556'0,"0"4"-120"0,1 1-37 0,-3 2-53 0,3-2-33 0,0 4-41 0,0 5-48 16,-1-13-38-16,1 13-37 0,-3-7-30 0,3 7-21 15,0 0-7-15,7-6 17 0,-7 6-4 0,6 6-17 16,-1-2-9-16,3 4 14 0,-2 3-13 0,3 3-20 15,0-1-8-15,0 1-14 0,2 4-4 0,0 0-7 0,-2-2-6 16,2 3-2-16,-2-3 4 0,0 2-12 16,1-6-10-16,-2 1-40 0,1-1-86 0,-1-4-96 15,-1 0-78-15,1-3-86 0,-8-5-129 0,13 4-439 16,-13-4-541-16</inkml:trace>
  <inkml:trace contextRef="#ctx0" brushRef="#br0" timeOffset="40449.08">6153 6599 267 0,'-4'-9'638'0,"-2"3"-163"16,2 0-96-16,2 0-73 0,2 6-26 0,-7-9-53 0,7 9-45 15,-4-7-34-15,4 7-35 0,-4-6-20 0,4 6-19 16,0 0-20-16,0 0-43 0,0 0-71 0,0 0-84 16,0 0-132-16,15 3-155 0,-9 0-312 0,0 1-249 15</inkml:trace>
  <inkml:trace contextRef="#ctx0" brushRef="#br0" timeOffset="40832.58">6391 6749 227 0,'4'7'725'0,"-4"-7"-196"0,0 0-78 16,0 0-62-16,2 5-52 0,-2-5-39 0,0 0-44 15,0 0-22-15,5 6-29 0,-5-6-24 0,0 0-32 16,8 5-25-16,-8-5-23 0,8 7-17 0,-1-1-16 15,-3 1-13-15,3-1-10 0,-1 3-5 0,-1 0-8 16,3 0-3-16,-3 1-5 0,-1-1 3 0,1 1 0 16,-1-1 4-16,-2-1-1 0,2-1 0 0,-1-1 4 0,-3-6 25 15,3 12 3-15,-3-12 16 0,3 7-4 16,-3-7 15-16,0 0-23 0,0 0 27 0,0 0-31 16,0 0-7-16,0 0-12 0,-9-6-7 0,9-3-3 15,0 1-9-15,3-4-3 0,-1 0-7 0,3-2 1 0,-1 0-6 16,2-3-2-16,2 0 34 0,1 1-43 0,0-2 30 15,0 5-35-15,0 0 27 0,1 1-32 16,2 1 36-16,-1 4-36 0,-2 1 36 0,1 2-39 16,3 2 6-16,-3 4 1 0,3-1 3 0,0 6 0 0,-2 0 0 15,1 1 7-15,1 3 0 0,-3 2-7 0,3 2 7 16,-3 1-28-16,-2-4-19 0,-1 2-51 0,2 1-71 16,-2 0-96-16,-2-2-84 0,-1-4-101 15,-1 2-106-15,0-4-566 0,3-1-737 0</inkml:trace>
  <inkml:trace contextRef="#ctx0" brushRef="#br0" timeOffset="41165.05">6999 6522 592 0,'8'-6'610'0,"-3"1"-126"16,-5 5-65-16,0 0-49 0,8-2-39 0,-8 2-26 15,0 0-21-15,5 7-18 0,-5-7-22 0,-2 12-30 16,2-4-35-16,-1 1-44 0,0 1-24 0,0 1-29 15,1 2-7-15,-2-1-21 0,2 0-3 0,0 1-17 16,2-1-1-16,-1 0-7 0,1 1-1 0,1-2-2 16,2 1-10-16,3-2-4 0,-2 2-3 0,3-4-3 15,-1 1-6-15,1-3 1 0,0-2 0 0,0 1 0 16,0-3 3-16,-9-2-4 0,16 2 2 0,-16-2 6 16,13-3-6-16,-5 0 5 0,-2-3-7 0,-1-1 7 0,-1-2-8 15,1-2 7-15,-1 1 0 0,0-5-1 16,-3 2-1-16,-1-2 2 0,-1-2 13 0,-3 1-20 15,0-3 2-15,-1 1-1 0,-4 0 1 0,0 2-1 0,-4 1-1 16,-1 3-2-16,-2 4-1 0,0 0 3 16,-3 4-9-16,-1 3-17 0,-2 1-23 0,-2 4-39 15,-1 2-92-15,1 3-79 0,4-1-62 0,-1 3-105 16,2 3-88-16,4-2-438 0,2 0-543 0</inkml:trace>
  <inkml:trace contextRef="#ctx0" brushRef="#br0" timeOffset="41732.37">7342 6525 130 0,'0'0'720'16,"5"-8"-178"-16,-5 8-97 0,0 0-39 0,-4-8-39 16,4 8-34-16,0 0-32 0,-4-5-50 0,4 5-49 15,0 0-39-15,0 0-34 0,0 0-8 0,0 0-8 16,0 0-3-16,-2 5-16 0,2-5-9 0,3 13-11 15,0-7-11-15,3 2-11 0,-2 1-6 0,0-1-10 16,0 0-1-16,0-2-17 0,0 1 4 0,-2-1-9 16,-2-6 4-16,6 10-8 0,-6-10 3 0,4 8-6 15,-4-8 8-15,0 0-8 0,0 0 7 0,0 0-4 0,0 0 14 16,0 0-1-16,0-6 5 0,-1-1 19 16,0 0-12-16,1-4 5 0,0-1-2 0,1-1-20 15,0-1 12-15,3-3-22 0,1 1 23 0,0 0-24 16,2 2 16-16,2 1-18 0,0 0 20 0,0 3-17 0,2 0 37 15,1 2-29-15,-2 4 31 0,1 1-43 0,1 2 23 16,-2 2-25-16,3 2 27 0,-3 3-29 16,0 2 33-16,2 1-39 0,-3 1 24 0,0 2-28 15,-1 0 32-15,-1 0-34 0,-2 1 31 0,-1-1-35 0,-1-2 9 16,-1 2-4-16,-2-1 7 0,0-3 1 0,-2 2 4 16,-1-2-5-16,-1-2 3 0,-1-1-1 15,5-5 3-15,-10 3-6 0,10-3-1 0,-13-2 26 0,7-3-31 16,-1-2 21-16,2-3-27 0,0-2 29 0,2-1-26 15,2-3 27-15,1-3-27 0,3 0 26 0,-1-4-25 16,5 0 26-16,-2 1-26 0,2 1 1 0,2 0 4 16,3 4 2-16,-2-1 1 0,3 3 1 0,2 3 1 15,3 2 1-15,-1 1 32 0,-1 3-35 0,4 4 24 16,-3 2-23-16,0 1 25 0,2 3-27 0,-2 1 25 16,-2 2-25-16,2 3 28 0,-2 0-32 0,-1 3 23 15,-4-1-47-15,-2 1-19 0,1-1-51 0,-4 2-83 16,0-1-117-16,-5-2-96 0,0 2-122 0,-2-2-173 15,-2-2-303-15,-4 0-596 0</inkml:trace>
  <inkml:trace contextRef="#ctx0" brushRef="#br0" timeOffset="41898.5">7944 6253 242 0,'7'-3'806'0,"-7"3"-182"0,17-3-72 0,-17 3-59 0,15 3-45 0,-5 0-59 0,-1 0-47 15,0 2-66-15,0 1-45 0,4 2-66 0,-3 1-14 16,3 1-49-16,-4 1-8 0,5 3-25 0,-1 1-13 0,-3-1-96 16,-1-1-171-16,1 1-155 0,-1-3-149 0,-5 3-717 15,1-3-843-15</inkml:trace>
  <inkml:trace contextRef="#ctx0" brushRef="#br0" timeOffset="42048.53">7985 6191 164 0,'-7'-16'782'0,"3"4"-181"0,0-1-114 0,2 1-84 0,-1 2-85 16,2-1-64-16,1 1-52 0,1 0-40 0,-1 2-39 15,4 0-55-15,0 2-101 0,1-2-67 0,-1 4-131 16,2 0-134-16,3 2-526 0,-9 2-452 0</inkml:trace>
  <inkml:trace contextRef="#ctx0" brushRef="#br0" timeOffset="42650.01">8593 6213 312 0,'14'-4'891'0,"0"-1"-201"0,-4-1-114 0,-1 2-97 16,0 0-58-16,0-1-62 0,-4-1-58 0,3 0-40 16,-6 1-38-16,1 0-37 0,-3 5-26 0,0-11-25 15,-3 5-28-15,-4 0-20 0,-1 2-19 0,-1 0-11 16,-4 3-13-16,-1 0-8 0,1 2-3 0,-4 2-8 15,-1 1-7-15,-3 4-6 0,-1 2-2 0,0 5-4 16,1 2-8-16,1 1 21 0,2-1-40 0,6 2 11 16,1-1-31-16,1-1 10 0,4-3-7 0,4 0-1 15,0-2-13-15,5-3 20 0,1-1-20 0,1-2 8 16,5-2-16-16,-10-4-3 0,22-2-4 0,-8-1-1 0,1-4 16 16,5-2 1-16,-3-3 16 0,0-1 10 0,5-4 1 15,-3 0-2-15,-1-2 15 0,-4 2 1 16,1 2 14-16,-4-1 15 0,0 3 8 0,-2 0 4 0,-1 2 6 15,-2 1-4-15,0 1-13 0,1 2-4 0,-2 1-5 16,-1 1 0-16,-4 5-5 0,10-4 5 16,-10 4-5-16,13 1-1 0,-13-1 4 0,15 4-9 15,-5 0 6-15,0-1-2 0,1 0 2 0,0-1 12 0,1 2-14 16,-2-3-3-16,3 0 23 0,0 0-4 0,-13-1 11 16,22-1-8-16,-10 0 1 0,1-4 3 0,-3 3-5 15,3-5-3-15,-3-3-4 0,2 3-2 0,-2-5-5 16,-3 0 3-16,1-1-8 0,-1-1 7 0,0-2-16 15,-3 0 15-15,-3-4-17 0,-1-1 8 0,0-1 0 16,-2 0-2-16,-6-7 0 0,0 0 1 0,-2-2-2 16,-4-5 4-16,-1 3-5 0,-3-2 5 0,-1 4-3 15,1-1 4-15,2 10 4 0,1 0-6 0,5 6 16 16,1 1-14-16,0 3 4 0,3 4-1 0,-1 5 2 16,7 3 3-16,-9 3 23 0,8 9 17 0,5 2 22 15,0 11 39-15,2 6-21 0,6 12 41 0,4 0-16 16,3 11-8-16,6 0-21 0,-1-1 0 0,4 1 24 15,0-1 25-15,0-2 19 0,0-1-60 0,2-5-17 16,-8-7-15-16,-1-2-32 0,0-2-56 0,-5-5-79 16,-3-4-79-16,-5-3-96 0,-6-4-174 0,-3-1-150 15,-4-2-176-15,-7 2-601 0,0-2-981 0</inkml:trace>
  <inkml:trace contextRef="#ctx0" brushRef="#br0" timeOffset="43683.3">5468 9107 1082 0,'-14'-26'621'0,"1"1"-112"0,3 3-107 0,2 2-75 15,2 5-57-15,1 1-56 0,0 0-42 0,0 5-34 16,2 1-21-16,3 8 10 0,0 0 33 0,0 0 4 15,17 6-23-15,-7 3-26 0,5 8-18 0,7 9-16 16,1 5-13-16,3 5-14 0,2 9-2 0,1 2-16 0,-1 0-1 16,0 2-17-16,-1 0 5 0,-4-2-17 15,-2-5-5-15,-5-1-16 0,1-5-11 0,-3 1-22 16,-3-9-37-16,-2-1-55 0,-2-7-39 0,-2-2-27 16,-4-6-46-16,-1-4-43 0,0-8-1 0,-7 6 1 0,7-6 33 15,-16-10 39-15,0-2 35 0,-4-7 41 0,-4-9 24 16,-4-4 27-16,-7-12 18 0,0-2 17 0,-5-5 13 15,3-2 17-15,0-5 11 0,-2-5 11 16,4-3 5-16,-2-2-6 0,5-2 28 0,1-3 32 0,8 2 26 16,4 3 19-16,4 3 30 0,8 12-19 0,7 5 13 15,7 1-13-15,8 4 41 0,7 3-8 0,12 1 3 16,7 4-5-16,9 5 1 0,2 6 8 0,7 7-8 16,-5 5-20-16,2 6-17 0,0 6-20 0,2 4-14 15,-6 8-9-15,10 4-9 0,-6 6-11 0,-8 3-4 16,-4 6-10-16,-12 0 4 0,-7 5-9 0,-6 2-4 15,-6 4 1-15,-8 1-4 0,-6 3-2 0,-5 2 3 16,-6-2-3-16,-8 6 2 0,-5-1-7 0,-1-3 5 16,-5-4 1-16,-1-4-3 0,5-8-8 0,-4-4 3 15,2-2-6-15,1-5-4 0,5-7-27 0,2-4-24 16,5-5-51-16,2-2-83 0,2-6-26 0,1-2-93 16,3-6-103-16,7-2-518 0,2-5-506 0</inkml:trace>
  <inkml:trace contextRef="#ctx0" brushRef="#br0" timeOffset="43986.76">6496 8624 91 0,'9'14'689'0,"-3"1"-133"16,-1 3-116-16,-5 7-46 0,-4 1-77 0,-1 5-45 0,-1 1-7 16,-3 0 5-16,-1 0-8 0,2-5-28 0,0 1-32 15,2-6-32-15,2-1-15 0,-1-4-13 16,1 0-7-16,4-5-6 0,0 0-10 0,3 1-7 0,2-7-25 15,1 0-3-15,3-2-27 0,-9-4-5 0,23-2-16 16,-9-4-8-16,3-1-8 0,-2-4-2 16,3 0-2-16,-3-4-6 0,1-1-1 0,-2-5 8 15,-2 2-15-15,-1-1-2 0,-5-4 2 0,2 3 9 0,-6-1 8 16,1 2-2-16,-6 2 4 0,-3 1-7 0,0-1 0 16,-6 5-4-16,-2 3 0 0,1 2-3 0,-6 2 31 15,1 5-43-15,-4 1 27 0,-2 3-44 0,2 4-3 16,-1 2-56-16,2 1-63 0,0 2-99 0,5 1-111 15,4 0-60-15,2-2-123 0,6-1-642 0,3-2-791 16</inkml:trace>
  <inkml:trace contextRef="#ctx0" brushRef="#br0" timeOffset="44182">6952 8594 987 0,'9'-1'770'0,"-9"1"-154"0,0 0-148 15,10 3-76-15,-10-3-60 0,0 13-57 0,-1-4-54 16,0 1-37-16,-2 3-37 0,2-1-23 0,1 3-25 16,1 2-1-16,-1-1-19 0,4 2-8 0,1 1-20 15,1 2-10-15,1-2-37 0,-1-1-54 0,2-2-107 16,-2-2-144-16,2 1-96 0,-3-3-125 0,0-1-583 16,0-3-721-16</inkml:trace>
  <inkml:trace contextRef="#ctx0" brushRef="#br0" timeOffset="44298.91">6999 8439 191 0,'-4'-14'635'0,"2"3"-184"15,-2 2-197-15,0 1-118 0,0 4-103 0,4 4-87 16,-10-5-73-16,10 5-101 0,0 0-182 0,0 0 130 16</inkml:trace>
  <inkml:trace contextRef="#ctx0" brushRef="#br0" timeOffset="44668.56">7354 8424 745 0,'15'-7'669'15,"-3"-3"-139"-15,-2 2-77 0,1-2-67 0,-1 3-31 16,-1-3-18-16,-4 3-33 0,0-1-23 0,3 0-37 16,-6 2-38-16,1-2-33 0,-3 8-23 0,1-10-28 15,-1 10-25-15,-5-7-20 0,5 7-14 0,-14 0-11 16,5 3-11-16,-2 1-7 0,-2 3 0 0,-5 4-17 15,3-1-4-15,-2 2-4 0,3 1-6 0,2-3-4 16,2 1-3-16,1 0-4 0,3-1-4 0,3 0 4 16,2-1-1-16,2 1-9 0,3-3 5 0,4 0-17 15,2 1-1-15,4-4 2 0,0 2 9 0,4-2 2 16,0 1 10-16,1-2-5 0,1 1 3 0,0-1-3 0,0 0-9 16,2 1-15-16,-4 1-10 0,0-1 5 15,-3-1-1-15,0 3 9 0,-2 0 5 0,-4 0 8 16,-4 1 0-16,-2 2 8 0,-3-1-1 0,-3 2 6 15,-3 0-2-15,-3 2 5 0,-1 0-1 0,-7 1 3 0,2 0-5 16,-6 1 4-16,3-3 0 0,-2 1 5 16,-1-2-4-16,3-1 2 0,2-1-5 0,3-2-65 15,2-2-111-15,11-4-77 0,-12 2-69 0,12-2-49 16,0-7-53-16,4-2-72 0,5-3-326 0,4-3-364 0</inkml:trace>
  <inkml:trace contextRef="#ctx0" brushRef="#br0" timeOffset="44998.31">7756 8335 342 0,'29'-27'787'0,"-1"1"-139"0,-5 2-72 0,-4 7-85 16,-3 1-37-16,-2 2-54 0,-4 3-54 0,-1 1-68 16,-1-1-17-16,-3 4-61 0,-1 0-30 0,-4 7-22 15,-2-8-19-15,2 8-29 0,-11 1-20 0,-2 4-14 16,0 0-9-16,-6 5-12 0,1 2-3 0,-5 2-19 16,0 2-8-16,4-1-1 0,0 1-3 0,2-3 5 15,3 1-16-15,4-3 7 0,0 0-2 0,2 2-3 16,4-4-3-16,2 0 4 0,3-2-6 0,3-1-2 15,1 1 0-15,8-2 3 0,-1-1-2 0,6-1 4 16,0 1-7-16,4-2 2 0,2 1-8 0,-1 0 2 16,4 0-4-16,-1 0 7 0,-1-2-2 0,1 4-1 15,-2-1 7-15,-6-1-1 0,0 2 4 0,-3 0-5 16,-1 2 5-16,-5 1 0 0,-4 1-5 0,-2 1 2 16,-4 1 1-16,-6 3 0 0,-1-1-1 0,-4 4 0 15,-5 2 6-15,-3-2-7 0,-2 1 5 0,0 1-6 0,-2-2-7 16,-3-1-18-16,3 0-35 0,1-3-28 0,1-1-73 15,2-3-45-15,4-2-88 0,1-1-80 16,2-5-73-16,13-1-66 0,-14-4-519 0,12-2-653 16</inkml:trace>
  <inkml:trace contextRef="#ctx0" brushRef="#br0" timeOffset="45282.34">8208 8163 783 0,'18'-9'753'0,"-4"2"-176"16,-4 2-126-16,-2 4-89 0,-8 1-58 0,13 1-37 15,-13-1-28-15,2 11-31 0,-2-6-25 0,-2 5-33 16,-2 0-33-16,0 2-13 0,0-1-16 0,-1 1-18 16,3 1-11-16,-2 0-13 0,1-1-7 0,2-1-5 15,0 1 17-15,1-4 11 0,0 1 6 0,0-1 20 16,1-2-8-16,-1-6 1 0,4 10-11 0,-4-10-9 16,7 6-9-16,-7-6-11 0,12 0-14 0,-12 0 2 15,14-6-10-15,-5 1-1 0,-3 0-5 0,3-1-5 16,-2-2 2-16,-1 0-3 0,-1-1-4 0,-1 1-1 15,1-1-1-15,-5 2-2 0,0-1-8 0,0 0-5 16,-5 2-21-16,1 0-37 0,-5-1-61 0,3 3-104 16,-6 0-108-16,2 0-49 0,0 2-98 0,10 2-89 15,-19-1-452-15,19 1-645 0</inkml:trace>
  <inkml:trace contextRef="#ctx0" brushRef="#br0" timeOffset="45632.32">8405 8060 518 0,'12'-9'741'16,"-1"4"-172"-16,-1-1-71 0,3 0-61 0,4 0-17 16,-2 2-46-16,3-2-6 0,0 3-66 0,0-1-14 15,1 1-87-15,-4 2-37 0,2 1-29 0,-1 1-22 0,2 2 26 16,-2 4-43-16,0 1-20 0,1 1-10 0,-3 3-12 16,-1 0-11-16,-1 1-7 0,-1-1 9 0,-4 3-23 15,1-3 1-15,-3 2-6 0,-2-1-2 0,-1-2 2 16,-2 0-13-16,-2 0 18 0,-1-3-17 15,-1 1 21-15,-1-3-11 0,-1 0 23 0,6-6 1 0,-12 3 3 16,12-3 0-16,-18-4-11 0,11-2-7 0,-1-5-1 16,3-3 7-16,0 0-6 0,0-4-1 0,3-2-2 15,4-5-9-15,3-1-4 0,1-4-2 0,3 2 0 16,4 0-2-16,2 3 3 0,3 3-5 0,0 3 7 16,5 5 8-16,-1 3 13 0,0 4 8 0,-1 6 8 15,3 6 5-15,1 3 2 0,2 5-5 0,1 7-1 16,-3 5-9-16,-3 3-10 0,0 3-5 0,-7 3-40 15,2 1-118-15,-6 2-79 0,-3 1-144 0,-7-2-194 16,-1 0-188-16,-9 8-734 0,0-2-1094 0</inkml:trace>
  <inkml:trace contextRef="#ctx0" brushRef="#br0" timeOffset="46332.38">7458 11237 132 0,'-23'-11'679'0,"1"0"-151"0,-1-4-75 0,-1 2-69 0,5-2-33 0,0 2 5 0,1-2-25 16,1 1-36-16,1-4-42 0,0 0-7 0,2 0-41 15,1-1-31-15,-2-2-41 0,5 2-17 0,-1-1-16 16,1 1 13-16,3-2-17 0,0 3-23 0,3-3-16 0,3 3-9 16,1 0-12-16,3 0-5 0,2-2 0 15,3 1-11-15,4 1 8 0,2 2-16 0,7 0 7 16,-2 5-16-16,4 3 6 0,1 5-4 0,-1 3 16 15,3 7-10-15,1 4 7 0,3 5-11 0,0 7 0 0,-3 4-6 16,-3 0 4-16,-4 6-3 0,-2-1-1 16,-4-1 0-16,-4-1 0 0,-2-2 1 0,-4-3 3 0,2 0-3 15,-6-6 6-15,0 1 6 0,-1-4-1 0,-3 0 15 16,2-4 18-16,-2-4-5 0,0-2 17 0,4-6-29 16,-10 3 3-16,5-10-6 0,-3-1 14 0,4-8-33 15,-2-6 1-15,3-3 4 0,-1-6-7 0,3-4-5 16,1-2-7-16,4-7-3 0,0-2-2 0,2 0 1 15,6 2-7-15,-1 5 4 0,2 1 1 0,4 3-6 16,-3 10 1-16,2 2 2 0,2 4 2 0,-3 4 4 16,3 5-1-16,-2 6 7 0,1 1-3 0,2 4 1 15,-2 3 4-15,4 7-4 0,2 2 12 0,-2 5-12 16,1 1 2-16,1 8-19 0,0-2-32 0,-1 4-53 16,1-3-96-16,-4 2-102 0,-2-3-54 0,-2-3-74 15,0-1-82-15,-3-3-134 0,1-2-263 0,-4-5-483 16</inkml:trace>
  <inkml:trace contextRef="#ctx0" brushRef="#br0" timeOffset="46887.9">8071 10709 260 0,'-1'-21'664'0,"0"2"-110"0,-2 1-38 0,2 2-51 16,-2 5-62-16,2-1-36 0,-2 0-44 0,2 5-36 16,-1-2-36-16,2 9-29 0,-5-8-28 0,5 8-21 15,0 0-32-15,-8 4-20 0,8-4-13 0,-6 10-31 0,3-1-6 16,-1 0-21-16,3 1-4 0,-2 1-14 0,2-2-7 15,-1 3-7-15,2-2-3 0,0 0-4 16,0-2-2-16,0 2 1 0,0-3 4 0,0-1 2 16,2 1 3-16,-2-7 4 0,4 9 1 0,-4-9-1 0,5 5-12 15,-5-5 13-15,5-4-7 0,-5 4-6 0,9-9-2 16,-9 9 1-16,4-8 12 0,-4 8 12 16,6-9-9-16,-6 9 15 0,0-10-13 0,0 10 11 0,-1-10-20 15,1 10 8-15,-6-9-16 0,6 9 12 0,-8-7-15 16,8 7 8-16,-9-7-15 0,9 7 13 0,-6-8-19 15,6 8 16-15,-9-6-17 0,9 6 12 0,-4-9-8 16,7 2 6-16,-1 0-5 0,3-2 4 0,3-1-11 16,1-3 6-16,1 2-5 0,4-1 1 0,-1-1 5 15,2 1-5-15,1 2-1 0,0 1 17 0,-1 2-10 16,2 1-4-16,1 0 0 0,0 5 0 0,1 1 2 16,-1 3 0-16,1 2-5 0,0 6 16 0,2 1-11 15,-1 3 19-15,1 4-10 0,-2 1 6 0,0 2 13 16,-4 3-22-16,2 1 26 0,-3-2-31 0,-1 2 18 15,-4-2-16-15,-3-2 15 0,-1-3-11 0,-2-1 13 16,-3-1 9-16,-2-3 25 0,1-1 3 0,-4-1 8 16,-1-5 1-16,-1 1 2 0,-3-5 1 0,10-3-2 15,-18 0-11-15,7-3-4 0,-1-6 9 0,0 0-37 0,1-6 33 16,0-1-44-16,2-3 38 0,0-3-34 0,1-2 22 16,5-3-6-16,2 1-9 0,4-3-4 0,1-4-6 15,3 1-1-15,6-4-8 0,1 3 0 16,4 1-4-16,2 4-8 0,-2 6-25 0,3 3-27 0,-2 1-27 15,4 4-54-15,-4 0-46 0,-1 7-85 0,1-1-72 16,-1 4-82-16,-1 2-79 0,-2 2-89 16,-3 2-168-16,-1 1-309 0,0 1-689 0</inkml:trace>
  <inkml:trace contextRef="#ctx0" brushRef="#br0" timeOffset="47415.01">8641 10406 899 0,'2'-7'598'0,"-2"7"-133"15,2-12-29-15,2 3-33 0,1 3-12 0,0-1-19 16,3-1-35-16,1 2-40 0,4 1-36 0,1-1-48 16,0 1-36-16,1 2-35 0,2 1-24 0,-1 2-25 15,-2 0-17-15,4 2-15 0,-2 1-15 0,-1 0-7 16,-1 2-3-16,-1 1-11 0,-3-1-9 0,-1 0-1 16,-1 2-1-16,-2 2-7 0,-4-2 0 0,0 3 6 15,-2-1-5-15,-3-1-3 0,-2 1-1 0,0-1 1 16,0-1 1-16,0 0-1 0,-2-1-2 0,7-6 7 15,-11 4-9-15,11-4 7 0,-9-1-5 0,5-6-1 16,0-2 1-16,3-2 0 0,1-3 4 0,1-4-10 16,3-4 3-16,3-3-3 0,-1-2-3 0,5-1 2 15,1-1-1-15,1 4 7 0,1 1-2 0,0 1 5 16,2 2-2-16,2 4 0 0,-2 1 2 0,0 4 1 16,1 2-2-16,1 3 1 0,-3 2 1 0,3 2-3 0,-4 4 2 15,3 3 0-15,-2 1-4 0,0 2-6 0,1 4 8 16,-2 1-3-16,-3 2 1 0,1 2-2 0,-6-2 2 15,1 0-1-15,-2 1-5 0,-4 1 5 16,-1-4 4-16,-1 2-4 0,-2-2 2 0,1-1 2 0,-2-2 0 16,-1 1 0-16,-2-4 4 0,2-2 17 0,5-4 1 15,-9 2 0-15,9-2 4 0,-9-6-1 0,4-3-9 16,3-1 3-16,-1-2-12 0,3-5 0 0,0-2-1 16,3 0-2-16,2-3-14 0,0-1 19 0,2 0-16 15,4-1 10-15,-1 4-16 0,0 1 5 0,3 2-3 16,1 2 4-16,-1 2-7 0,1 5 6 0,-1 1 0 15,1 3 7-15,-3 4-13 0,2 0-3 0,1 3-18 16,-1 2-14-16,2 2-18 0,2 3-73 0,1 0-80 16,-3 2-76-16,2 1-78 0,-2 1-7 0,0 0-68 15,-2-1-20-15,2 0-20 0,-2 0-433 0,0-3-489 16</inkml:trace>
  <inkml:trace contextRef="#ctx0" brushRef="#br0" timeOffset="47948.01">9592 10175 525 0,'8'-9'483'0,"-3"0"-46"0,0-1-77 0,0-4 2 0,0 2-25 15,2-2-2-15,-4 0 11 0,3-1-6 0,-3 2 11 16,0-2-27-16,2 2-28 0,-3 0-35 0,-1 2-26 16,0-1-4-16,-1 1-54 0,-1 1 9 0,-2 1-62 15,-2 1 9-15,-1 2-53 0,-2 0 13 0,-5 2-47 0,2 3-9 16,-6 1 20-16,4 1-39 0,-3 3 21 0,2 2-34 16,-3 0 26-16,6 5-33 0,-5-1 24 0,6 5-28 15,0 0 25-15,2 0-8 0,3 2-20 16,1-1-14-16,2 0-11 0,2 1-10 0,2 0-3 0,1-3 6 15,3 2-2-15,-1-3 0 0,3 0 3 0,1-3 11 16,2-1 7-16,0-3 1 0,-1-2 7 16,1-2 3-16,2-1 8 0,1-2-5 0,-1-1-2 15,1-2 4-15,3-2 5 0,-2-1 4 0,0 1-1 0,1 0 10 16,0 0-13-16,-2 0-5 0,3 1 14 0,-2 3-9 16,3-3 11-16,1 1-16 0,-2 0 17 0,1 1-16 15,0 1 8-15,0 0-6 0,-3-1 14 0,3-1-16 16,-3 2 35-16,-1-3-16 0,3 2 20 0,-6-2-12 15,2-1 31-15,0-2-35 0,-3-1 26 0,2-3-33 16,-2 0 24-16,0-1-31 0,-1-4-2 0,1 0 0 16,-1-2-9-16,-2 0 5 0,-1-3-29 0,0 0 24 15,-2-2-42-15,1-2 16 0,-4 0-7 0,2-3 18 16,-4-4 4-16,-1-1 0 0,0-1 3 0,-3-8 8 16,0 2 0-16,-5-2-1 0,2 1 4 0,-2 0 8 0,-3 4 8 15,0 3 20-15,2 8-12 0,-1 3 24 16,3 5-25-16,1 2 24 0,0 5-24 0,0 6 20 15,8 6 1-15,-12 2 3 0,6 4 0 0,2 10 2 16,2 3-7-16,2 9-4 0,3 6 0 0,6 10-9 0,2 0-4 16,3 2-26-16,6 5 30 0,3 0-31 0,3-3 5 15,2-1 28-15,-1-4-34 0,-2-8 28 16,1-2-30-16,-1-2 1 0,-2-3-80 0,-2-6-64 0,-3-2-101 16,-7-4-111-16,2 0-93 0,-5-2-79 0,-6-3-133 15,-1-1-578-15,-2-3-856 0</inkml:trace>
  <inkml:trace contextRef="#ctx0" brushRef="#br0" timeOffset="48600.42">11558 8416 533 0,'-18'-8'646'0,"-6"4"-134"0,-6 1-85 0,-7 8-56 15,-9 8-20-15,-10 9 26 0,2 11-20 0,-1 7-23 16,6 7-29-16,4 7-44 0,6 3-34 0,2 4-34 16,9 5-12-16,8 4-12 0,3 4-4 0,8 1-11 15,4 1-18-15,5-2 2 0,5 0-7 0,5-5-47 16,7-2 24-16,1-5-46 0,9-3 21 0,2-7-48 16,8-4-8-16,7-7-7 0,2-6-23 0,7-6-35 0,5-8-41 15,3-8-64-15,-6-5-96 0,5-10-98 16,9-6-63-16,-1-4-66 0,1-5-86 0,-5-5-79 15,-5-6-463-15,-7-3-710 0</inkml:trace>
  <inkml:trace contextRef="#ctx0" brushRef="#br0" timeOffset="49048.62">12072 8850 461 0,'-7'-22'759'0,"-2"3"-163"16,4 5-106-16,-1 3-107 0,1 5-66 0,5 6-52 15,0 0-46-15,-13 4-37 0,8 5-23 0,2 1 10 16,1 5 3-16,-1 0-4 0,3 3-18 0,0 1-2 15,1 1-5-15,3 4-34 0,-1 1-2 0,3 0-32 16,-1-1-3-16,2 0-21 0,-1-2 10 0,3 2-17 16,1-4-5-16,2-2-16 0,-2-2 6 0,4-4-14 15,-2-1 2-15,0-2-12 0,2-2 5 0,0-5-9 16,-1 0 13-16,0-2-18 0,1-2 6 0,-1-2 8 16,-1-4-20-16,0 1-11 0,-3-4 2 0,1 1-10 15,-2-4-10-15,-3-1 2 0,0 1 8 0,-2-3 3 16,-1 1-3-16,1 0 14 0,-2 3 7 15,0 1 13-15,-1 1 0 0,0 0-1 0,0 5-1 0,0 6-3 16,3-12 0-16,-3 12 8 0,0 0-7 0,9-3 2 16,-9 3-1-16,11 9-3 0,-2-5 5 0,0 0-3 15,3 2 4-15,0 0-3 0,0-1-1 0,1-2 10 16,-2 2-15-16,1-1 12 0,-1-2-16 0,1 0 16 16,-2 0-20-16,-10-2 8 0,19-3-3 0,-10 0 6 15,1-3-2-15,-2 0 0 0,-2-3 2 0,1-1 2 16,-2-5-1-16,1 4 0 0,-6-4 1 0,3-1-2 0,-5 0 4 15,1-2 1-15,-3 1 1 0,-2 0-4 16,1 1 2-16,-3-3-1 0,2 6-1 0,-4-1 0 16,1 3-7-16,0 2 7 0,-4 3-1 0,4 2-28 0,0 1-82 15,9 3-146-15,-15 1-155 0,15-1-146 0,-9 7-667 16,9-7-831-16</inkml:trace>
  <inkml:trace contextRef="#ctx0" brushRef="#br0" timeOffset="49215.54">12652 8791 536 0,'5'6'793'0,"-3"-2"-176"0,1 4-89 15,-2-1-83-15,1 1-58 0,-1 1-45 0,0 1-29 16,-1 2-51-16,0 1-50 0,0-2-35 0,3 3-44 16,-1 0-12-16,3 3-44 0,0-3-7 0,2 1-40 15,-2 1-43-15,3-2-140 0,-1 0-139 0,0-3-132 16,-2 2-165-16,0-5-530 0,-2 0-733 0</inkml:trace>
  <inkml:trace contextRef="#ctx0" brushRef="#br0" timeOffset="49365.54">12685 8756 448 0,'-3'-15'746'16,"1"3"-167"-16,-1 1-93 0,2 1-80 0,-3 2-65 15,3-1-61-15,-2 3-59 0,2-3-49 0,1 4-65 16,0 5-104-16,-2-9-113 0,2 9-57 0,2-8-125 15,-2 8-149-15,0 0-433 0,4-7-430 0</inkml:trace>
  <inkml:trace contextRef="#ctx0" brushRef="#br0" timeOffset="49564.84">12838 8360 470 0,'0'0'879'16,"0"0"-180"-16,0 0-124 0,-5 5-92 0,4 2-45 15,0 6-58-15,-2 3-54 0,4 2-33 16,2 6-56-16,2 5-33 0,3 2-31 0,2 8-15 0,7-1-21 16,2 3-22-16,1 0-22 0,7 4-15 0,1-1-18 15,-1-7-26-15,-3-3-6 0,1 0-59 0,0-2-38 16,-3-2-64-16,-2-2-94 0,-4-7-126 0,-5-3-83 16,-3 0-107-16,-4-5-125 0,-2-4-393 0,-6 1-677 15</inkml:trace>
  <inkml:trace contextRef="#ctx0" brushRef="#br0" timeOffset="50035.03">12721 8874 507 0,'-18'-10'732'0,"5"3"-196"15,7 1-101-15,-1 0-105 0,6 0-63 0,1 6-40 16,5-11-21-16,7 3-19 0,2 0-24 0,6-3-22 16,10-2-31-16,7-3-22 0,5-2-6 0,9-6-3 15,3 0-11-15,2 0-8 0,0-2-13 0,0-2-6 16,-3-1 1-16,-2 2-10 0,-5 0-4 0,-9 2 2 15,-4 2-12-15,-2-2 9 0,-6 0-20 0,-5 2-3 16,-5 0 1-16,-5 0-5 0,-2 2-4 0,-6 4 7 16,-2-1-1-16,-3 1 8 0,-4 1 5 0,-1 2 11 15,-3 1 6-15,-2 2 19 0,0 3-1 0,-2 2 10 0,2 3-8 16,-1 3 23-16,1 3-8 0,-2 4-8 0,4 2-9 16,0 7 1-16,-1 3-15 0,4 3 22 0,3 3 2 15,2 3 2-15,3 1-5 0,4 5-7 16,2 0 0-16,3 6-8 0,4-3 4 0,-1-2-7 0,2-1 2 15,-3-6 11-15,1-3-7 0,-1-1-6 0,-2-6-4 16,0-1-2-16,0-4-1 0,-4-1 3 16,0-1 14-16,-1-2 15 0,1-3-4 0,-5-6-10 15,8 7-12-15,-8-7-8 0,7-5-6 0,-4-1 0 0,2-2-8 16,-2 0-2-16,1-3-9 0,0-5 3 0,-1-1-26 16,5-2 29-16,-3-1-31 0,1-1 42 0,2 0-40 15,0 3 31-15,-2 3-34 0,1 2 26 0,-1 2-24 16,0 2 26-16,3 4-26 0,0 1 34 0,-9 4-31 15,14 0 31-15,-5 4-30 0,0 1 28 0,3 4-5 16,-2 2 2-16,0 1-11 0,0 2-34 0,3 0-41 16,-4 0-48-16,3 1-71 0,-2-2-87 0,-1-1-108 15,-1 1-42-15,0-2-84 0,0-1-119 0,0-3-486 16,-2-1-736-16</inkml:trace>
  <inkml:trace contextRef="#ctx0" brushRef="#br0" timeOffset="50348.01">13779 8497 230 0,'0'-12'833'0,"0"5"-196"0,0 7-121 0,0-12-99 0,0 12-54 0,0 0-40 0,0 0-34 0,0 0-29 15,0 0-22-15,0 0-30 0,4 8-33 0,-2-1-35 16,0 0-27-16,1 2-20 0,3 1-21 16,0 2-11-16,0-2-9 0,3 2-12 0,0-3-10 0,-1-1-3 15,0 1 2-15,2-4 23 0,-1-1 21 0,1 0-31 16,0-2-12-16,-10-2-6 0,18 0-1 0,-7-3-2 15,0-1-7-15,-3 0-5 0,0-3-1 0,0-2 4 16,-3 1-5-16,-1-3 18 0,-1 0-24 0,-1-1-2 16,-3 0 6-16,-3-2-7 0,-2 1 8 0,-3 1 0 15,-3 1 0-15,-3-1-4 0,-4 4 4 0,-3 1-8 16,1 2 3-16,1 3 5 0,-2 2-5 0,3 1-7 16,-1 3-9-16,3-1-55 0,-1 4-61 0,7 2-104 15,-2 0-91-15,7 1-58 0,0 1-85 0,5-3-47 16,4 1-534-16,1 0-668 0</inkml:trace>
  <inkml:trace contextRef="#ctx0" brushRef="#br0" timeOffset="50915.55">13969 8435 58 0,'7'-11'771'0,"-2"3"-177"16,-1-1-98-16,-3 3-55 0,0-1-66 0,-1 7-46 16,-1-12-28-16,1 12-27 0,-4-8-21 0,4 8-20 15,-6-5-14-15,6 5-38 0,0 0-10 0,-14 3-33 16,10 1-14-16,0 5-31 0,0-1-5 0,2 0 7 15,-1 5-9-15,3-2-7 0,0 2-9 0,4-1 7 16,0 1-3-16,1 2-2 0,1-2-17 0,3-3-5 16,0 3-10-16,1-3-6 0,3-1-8 0,-1-3-10 15,-2 0 0-15,4-4-16 0,-2 0-14 0,0-2-8 0,0-2 12 16,2-4-14-16,-1 0 17 0,-2-3-8 0,2 1 13 16,-3-4-9-16,2-1 10 0,-2-2-7 15,-3 0 0-15,1 1-3 0,-4-4 7 0,1 1 6 16,-4 0-3-16,1-2-7 0,-2 3 2 0,-2 0 0 0,-3-1 11 15,3 4-1-15,-1 1 7 0,-2 1-8 0,1 4 1 16,2 0 0-16,2 7 2 0,-7-5-2 16,7 5-21-16,0 0 27 0,-2 6-15 0,2-6 15 15,1 13-13-15,3-6 2 0,2 1 6 0,1 3 6 0,0-1-8 16,5 1 6-16,-2-1-16 0,3-1 21 0,-2-1-18 16,1-1 15-16,2 0-22 0,-4-3 20 0,4-2-16 15,-4-1 2-15,2-2 2 0,-1 0-5 0,1-3 1 16,-2-3 4-16,3-1-2 0,-3-2 18 0,-1-3-20 15,1-2 6-15,-1-1-5 0,0-4 8 0,-1-1 0 16,-2-2-3-16,-1-4 4 0,-1-2-11 0,0-4 4 16,-1-1 1-16,-2-1-3 0,-1-3 2 0,-1 0-12 15,-2-5 12-15,-1-1-3 0,0 1 11 0,-3 3 0 16,-1 11 14-16,-1-2-6 0,3 9 22 0,-1 2-14 16,2 5 17-16,-2 3-24 0,0 7 8 0,7 5 12 15,-10 7-20-15,6 6 10 0,-2 8-4 0,3 6 9 16,3 10-14-16,3 5 0 0,0 6 6 0,4-1-6 15,2 3 34-15,1-2-25 0,8 9 16 0,0-2 22 16,1-2-40-16,1-2 24 0,0-10-38 0,0-2 20 0,3-4-35 16,-1-1-39-16,-2-6-83 0,-2-4-103 15,-2-5-106-15,-4-5-139 0,0-2-58 0,-6-5-126 16,3-3-582-16,-9-4-853 0</inkml:trace>
  <inkml:trace contextRef="#ctx0" brushRef="#br0" timeOffset="51081.48">14403 8210 453 0,'-7'-11'743'0,"3"2"-179"0,3 0-103 0,-1 2-71 0,2-1-36 0,2-1-43 0,2 1-35 15,6-3-27-15,0-1-31 0,8 0-26 0,3-3-41 16,6 0-27-16,7-3-33 0,1 1-17 0,4 0-46 16,2 1-77-16,3-1-94 0,-1 0-123 0,-1-1-68 15,2 1-124-15,-3 1-145 0,-2-4-285 0,-2 2-449 16</inkml:trace>
  <inkml:trace contextRef="#ctx0" brushRef="#br0" timeOffset="51514.57">15153 7947 994 0,'-8'3'700'0,"8"-3"-110"16,-11 3-76-16,11-3-1 0,-9 3-41 0,9-3-71 15,0 0-61-15,-11-3-47 0,11 3-41 0,-2-6-28 16,2 6-11-16,2-13-35 0,2 7-34 0,1-4-28 0,4 1-18 15,3-1-23-15,1 1-16 0,1 0-10 0,1 3-11 16,2 0-13-16,-2 5-2 0,1 1 11 16,1 3 8-16,0 4-1 0,1 3 3 0,-2 2-9 15,-2 4-3-15,0 2-6 0,-1 1-3 0,-5 2-4 0,1 1-4 16,-3-2 1-16,1 0-6 0,-3-2 1 0,-2-2-34 16,1-1 39-16,0-1-32 0,-3-2 33 15,2-1-28-15,-2-4 28 0,-2 0-29 0,2-7 31 16,-5 7-38-16,5-7 25 0,0 0-9 0,-7-7-5 0,4-1-4 15,2-2 1-15,-2-7 2 0,3 0 0 0,0-2 0 16,0-5 1-16,3-4 1 0,-1-2 1 16,2-1 1-16,1-2-26 0,2 2 32 0,-1-1-26 0,2 1 31 15,-2 3-26-15,6 3 34 0,-5 3-29 0,4 4 35 16,1 4-27-16,1 1 36 0,2 5-22 0,2 3 33 16,2 4-13-16,2 3 28 0,4 5-23 0,5 4 15 15,4 6-8-15,-2 4 5 0,-1 1-10 0,1 6-5 16,-3-1 0-16,-1 2-9 0,-1 0-10 0,-1 0-52 15,-5 1-61-15,-3-5-72 0,-4-2-55 0,-4-6-84 16,-2 1-103-16,-5-3-87 0,-3-5-72 0,-4 2-114 16,-4-6-540-16,-1-1-839 0</inkml:trace>
  <inkml:trace contextRef="#ctx0" brushRef="#br0" timeOffset="51700.17">15477 7592 67 0,'-2'-29'677'0,"6"4"-121"0,1 3-132 0,2 1-29 15,5 5-41-15,6 3-10 0,2 6 25 0,5 4-1 16,2 6 21-16,4 5-32 0,10 9-89 0,0 5 0 0,4 10-39 16,2 8-6-16,-2 4-35 0,0 6 15 15,-4 6-20-15,-4 1-32 0,-2 5-26 0,-4 0-22 16,-8 1-56-16,-4 0-40 0,-8 3-52 0,-9 1-55 16,-8-3-62-16,-11 3-109 0,-12-1-147 0,-12-1-88 0,-18 9-49 15,-7-2-97-15,-10-3-471 0,-7-6-739 0</inkml:trace>
  <inkml:trace contextRef="#ctx0" brushRef="#br0" timeOffset="52547.98">9054 12158 721 0,'-14'-14'809'0,"-3"-7"-190"0,1 0-145 16,1-2-98-16,2-1-75 0,0-1-49 0,4-2-43 15,5 2-23-15,5-2-25 0,5-5 7 0,5-3-12 0,6 2-24 16,6 0 11-16,1 5-27 0,7 4-3 16,2 5-9-16,4 5-28 0,-4 6-7 0,4 7-20 15,-1 3-12-15,9 6-2 0,-4 5-11 0,-3 2-3 16,-1 5-1-16,-4 1-4 0,-2 2-4 0,-4 2 0 0,-5 2-4 15,-7-2 4-15,0 1-9 0,-7 1 8 0,-4-4-7 16,-3 1 4-16,-3-1 4 0,-4 3-9 0,0-6 4 16,-4 1-10-16,-3 0 13 0,1-4-13 0,0-3 15 15,-2-1-4-15,2-2 14 0,1-3 8 0,0-4-2 16,2-2-6-16,9-2 0 0,-14 0 0 0,9-5-1 16,5 5-6-16,0-14 2 0,3 3-14 0,2-3 4 15,6-5-4-15,3-1 1 0,4-1-3 0,2 2-1 16,0-1 1-16,0 1-2 0,1 1 2 0,-2 1-1 15,-1 2-5-15,0 4 5 0,-4-1 1 0,-1 4-7 16,-2-1 0-16,-1 2 1 0,-2 1 1 0,1 2 7 16,-9 4-5-16,15-2-3 0,-15 2 8 0,12 2-3 15,-12-2 0-15,10 8-3 0,-6-4 5 0,2 3-2 16,-3 1 3-16,1-1-1 0,-2 3-2 0,-2-2 3 16,0 2-3-16,-2 3-4 0,-1-2 10 0,-2 3 4 0,-4 0-5 15,-1 1 4-15,-2 4-9 0,-3-4 8 16,0 4-1-16,-3-1 3 0,-1 1-4 0,1-4 10 15,-4 3-13-15,2-1 11 0,0-3-14 0,1 1 15 16,1-5-15-16,2 2 8 0,-1-1-14 0,2-5 17 0,2 2-10 16,-1-2 14-16,5-2 9 0,-1-1 13 15,10-3-12-15,-14 0 24 0,14 0-30 0,-8-6-5 16,9-1-6-16,3-1 4 0,1 0-5 0,4-2 20 0,4 2-29 16,1-1 19-16,5 2-24 0,3 1 25 0,1 2-22 15,5 2 20-15,2 1-26 0,0 1 6 0,5 1 0 16,2 5 0-16,-3 0 5 0,3 1-5 0,-5 2 2 15,7 1 21-15,-7 1-18 0,-2 1 15 0,-3-1-22 16,0 3 25-16,-4-2-35 0,-4-1 8 0,-1-1-31 16,-4 2-11-16,0-1-17 0,-4-3-24 0,-1 3-22 15,0-4-75-15,-4 1-84 0,0-2-96 0,-5-6-97 16,6 8-177-16,-6-8-554 0,0 0-806 0</inkml:trace>
  <inkml:trace contextRef="#ctx0" brushRef="#br0" timeOffset="52748.04">10115 11639 577 0,'6'-11'690'0,"-2"5"-166"0,1-2-104 0,-2 2-80 0,1 1-23 0,1-4-5 16,0 2 13-16,4-4-48 0,1 2-27 0,4-7-64 15,1 2-20-15,7-5-55 0,9-2-17 0,-2 2-25 16,4-1-28-16,1 1-87 0,-4 1-114 0,-4 4-94 15,-3 3-86-15,-4 2-100 0,-2 4-87 0,-6 1-393 16,-11 4-491-16</inkml:trace>
  <inkml:trace contextRef="#ctx0" brushRef="#br0" timeOffset="52900.81">10224 11772 342 0,'-7'12'731'15,"3"-4"-191"-15,4-8-113 0,0 8-87 0,0-8-63 16,11 1-18-16,-1-1-21 0,5-5-23 0,3-2-11 0,8-6-23 15,8-5-21-15,3-1-23 0,4-2-26 0,8-7-21 16,0 3-26-16,1-1-89 0,-10 3-133 0,-3 0-196 16,0 1-274-16,-5-2-357 0,0-2-580 0</inkml:trace>
  <inkml:trace contextRef="#ctx0" brushRef="#br0" timeOffset="53731.65">11807 10916 651 0,'-4'-19'724'0,"-1"-2"-113"0,1 1-91 0,0 3-118 0,2-2-47 0,-1 2-45 0,3 1-15 15,0-2-34-15,1 4-20 0,2-2-50 0,2 3-16 16,2-1-18-16,5-1-21 0,4 2-25 0,4 1-9 16,6 2-16-16,4 2-21 0,4 3 5 0,0 0 3 15,-1 5-18-15,3 3-1 0,0 1-14 0,-3 5-2 0,-1 3-8 16,-5 2-5-16,-2 1-6 0,-3 6 6 15,-4 0-18-15,-3 4 23 0,-6 1-32 0,-3 1 10 16,-6-1-8-16,-3 5 7 0,-6-2-12 0,-1-1 10 16,-7 4-5-16,-2-9 7 0,2-1-11 0,0-3 13 0,0-3-14 15,0-4 13-15,3-3-20 0,0-6 24 16,1-2-24-16,2-5 9 0,1-2-12 0,3-8 5 16,1-3-8-16,3-5 5 0,4-4-7 0,5-6 0 15,0-7-12-15,7-2 2 0,2-2-3 0,-2 0-14 0,6 2 15 16,-2 2-8-16,-2 2 10 0,-2 4 18 0,0 8 7 15,-4 4 2-15,-2 3 5 0,1 4 1 16,-3 2 1-16,0 4 3 0,-1 3 8 0,-4 5 4 0,0 0-10 16,13 6 3-16,-9 0-4 0,-2 5 2 0,5 3 0 15,-1 3-1-15,3 3-4 0,0 2-2 0,1 1 0 16,4 2 4-16,-2-2 2 0,0 2-3 0,4-5 5 16,-3-2-1-16,-1-1-7 0,2-3-7 0,2-1-27 15,-2-4-31-15,-1-3-82 0,1-3-82 0,-14-3-81 16,24-2-53-16,-14-3-52 0,-1-5-74 0,1-3-69 15,-3 1-412-15,-5-5-555 0</inkml:trace>
  <inkml:trace contextRef="#ctx0" brushRef="#br0" timeOffset="53900.2">12032 10412 207 0,'-38'1'681'0,"7"1"-163"16,5 1-135-16,-1-1-62 0,7-1-77 0,1 0-28 0,6 2 35 0,3-2 28 0,10-1 1 0,-12 2-23 0,12-2-40 15,0 0-36-15,9-7-30 0,0 3-20 0,8-5-26 0,9-3-22 16,7-5-16-16,6-2-28 0,1-1-54 0,7-5-102 16,2-1-144-16,-8 2-110 0,-2 2-187 15,-3 0-468-15,-1-2-636 0</inkml:trace>
  <inkml:trace contextRef="#ctx0" brushRef="#br0" timeOffset="54081.28">12414 10515 812 0,'5'11'754'0,"-2"1"-150"0,1-5-150 15,2-1-88-15,-1-1-56 0,4-2 5 0,-9-3-43 16,24-1-37-16,-8-6-36 0,7 0-32 0,5-5-50 16,5-4-17-16,4-1-88 0,4-3-121 0,-1-1-118 15,-1 1-146-15,1-3-210 0,-2 2-486 0,-1-2-686 16</inkml:trace>
  <inkml:trace contextRef="#ctx0" brushRef="#br0" timeOffset="54581.28">13129 10478 337 0,'5'12'671'0,"1"-1"-143"0,-2-2-79 15,-2 1-25-15,2-4 7 0,-1 2-1 0,-3-8 15 16,5 10 13-16,-5-10-35 0,4 9-18 0,-4-9-78 0,0 0-35 15,6-6-85-15,-5-1-8 0,-1-4-69 0,3-5 8 16,-2-1-36-16,0-8-22 0,2-2-20 16,0-6-12-16,-1-2-8 0,-2-3-40 0,3-4 29 0,-3-4-37 15,-2 0 28-15,1 0-28 0,-3 0 0 0,-1 0 28 16,-4 1-28-16,2 0 23 0,-5 4-4 0,-2 2-2 16,1 2-4-16,-3 6 1 0,3 7 3 15,1 2 1-15,0 6 2 0,0 5-4 0,1 5 1 0,-1 4-1 16,3 4 2-16,-2 5 0 0,2 6-29 15,2 6 32-15,2 5-28 0,4 4 29 0,3 6-29 0,6 8 30 16,5 1 11-16,5-1-21 0,6 6 1 0,3-4 2 16,0-11-4-16,0 0 8 0,2-4 7 0,2-4 9 15,-2-4-33-15,-2-6 45 0,0-3-26 0,-4-6 32 16,-4-3-35-16,3-5 24 0,-3-1-34 0,0-3 23 16,0-4-28-16,-2-2 28 0,-3-3-32 0,-4-3 27 15,0-1-29-15,-2-2 27 0,-3-1-25 0,-2-3-1 16,-3 1 0-16,-2-1 5 0,0 1-3 0,-2 1 28 15,-1 1-19-15,0 3 39 0,0 2-25 0,1 3 26 16,0 2-32-16,0 0 17 0,1 5-29 0,3 7 25 16,-3-8-28-16,3 8 1 0,-4 8 2 0,4-1 0 15,0 5 25-15,1 2-33 0,2 3 30 0,2 5-30 16,3 6 27-16,2-2-37 0,1 2-13 0,1 1-74 0,4 1-26 16,-3-3-102-16,4-1-94 0,-2-3-157 0,4-1-119 15,-5 0-145-15,0-4-698 0,-2-3-1063 16</inkml:trace>
  <inkml:trace contextRef="#ctx0" brushRef="#br0" timeOffset="54848.32">11733 11960 1654 0,'-8'-4'981'0,"8"4"-248"0,-6-3-128 0,6 3-151 0,6-6-75 0,7-1-98 0,3-4-28 0,5-2-55 16,11-7-11-16,15-10-38 0,9-4 38 0,10-5-26 16,19-11 33-16,7-3-49 0,5-4-2 0,6-3-13 15,8 2-10-15,4-6 6 0,4 0-53 0,6-1 11 16,-1-3-45-16,1 1 22 0,-2 1-40 0,-3 4-7 16,-8 3-6-16,-10 8-58 0,-14 5-70 0,-26 14-56 15,-7 4-62-15,-19 7-54 0,-10 5-112 0,-12 4-121 16,-7 7-82-16,-7 5-113 0,-12-2-628 0,-5 8-951 15</inkml:trace>
  <inkml:trace contextRef="#ctx0" brushRef="#br0" timeOffset="55247.65">12776 11887 1248 0,'10'6'775'16,"-1"0"-177"-16,1 1-133 0,-1 3-88 0,3 2-63 16,-1 3-14-16,2 2-31 0,1 5-44 0,-3-3-42 0,2 2-19 15,1 4-16-15,-3-1-18 0,-3-4-16 0,0 3-11 16,0-1-8-16,-4 0-5 0,-2-2-16 0,1 1 7 16,-3-4-33-16,-3 2 20 0,-2-1-39 0,1 1 23 15,-6-2-29-15,-1 0 24 0,-1-2-32 0,-5-3 24 16,2-2-14-16,-3-1 36 0,-1-5-39 0,-3-2 2 15,2-3 13-15,-3-4-5 0,-4-6 5 0,-1 1 2 16,-3-7 5-16,2-4-2 0,3-3 12 0,3-1 2 16,9-1 20-16,4-1 24 0,6-5-47 0,5 6 16 15,8-7-37-15,8-3 17 0,7 0-33 0,11-5 24 16,6 2-26-16,7 0 35 0,3 2-19 0,4 2 98 16,4 2 21-16,1 1 19 0,0 3 10 0,-1 0-32 15,0 2 9-15,-2 2-52 0,-3 3-14 0,-3 0-89 16,-6 4 0-16,-6 1 0 0,-1 3 0 0,-10 1 0 15,-3 1 0-15,-6 1-169 0,-6 3-215 0,-4-2-143 0,-4 5-238 16,-5 5-318-16,-13-9-582 0,-3 9-1332 16</inkml:trace>
  <inkml:trace contextRef="#ctx0" brushRef="#br0" timeOffset="61580.01">14677 10343 200 0,'4'6'635'0,"-4"-6"-150"0,4 8-118 0,-4-8-105 16,5 8-28-16,-5-8-44 0,7 7-44 0,-7-7-29 0,10 10-27 15,-4-7-4-15,1 2 21 0,0-2 8 0,1 0 1 16,2 0 5-16,0-1 0 0,1 0 17 0,-11-2 8 15,24-2 8-15,-11 2 5 0,1-5-23 0,2-2-4 16,0-4-25-16,5-5 4 0,1-5-37 0,1-8-8 16,0-7-43-16,5-12-19 0,-1-2-33 0,1-4-13 15,-2-5-32-15,-4-1-16 0,-1-2-38 0,-2-3-26 16,-3-3-20-16,0 2-15 0,-5-2-8 0,-1 1-29 16,0 0-13-16,-2-1-20 0,-1 0-19 0,5-1-18 15,-1-4-424-15,2-3-226 0</inkml:trace>
  <inkml:trace contextRef="#ctx0" brushRef="#br0" timeOffset="66647.86">5347 15749 120 0,'1'-10'292'0,"0"1"-40"0,2-3-24 0,-2-2-5 0,3 0-4 15,-3-2-6-15,3 1-18 0,-4-3 32 0,3 1-11 16,-2-1-22-16,-1 5 2 0,0-1 11 0,-1 3-9 0,-1-2-26 15,1 4-32-15,-3-1-10 0,0 4-12 16,-1 3-13-16,5 3-17 0,-19 2-5 0,9 4-11 16,-5 7-2-16,-2 3-19 0,-1 6 41 0,0 6-17 15,-1 2-9-15,4 5-16 0,1-2-4 0,2 4-15 0,1-2-5 16,4-1-4-16,3-1-2 0,3 0-4 0,1-5-3 16,4 3-2-16,2-1-1 0,3-4 8 0,7-2 12 15,-1-4 4-15,7-1-8 0,1-4 1 16,3-2-7-16,4-4 0 0,0-3-10 0,0-3-6 0,0-5-28 15,5-4-39-15,6-2-95 0,-3-5-77 0,2-4-53 16,-3 1-34-16,-3-4-41 0,1-2-14 16,-3-1-30-16,-4 1-367 0,-2-2-290 0</inkml:trace>
  <inkml:trace contextRef="#ctx0" brushRef="#br0" timeOffset="67030.48">5822 15500 175 0,'-2'-17'533'16,"-1"2"-132"-16,0 3-62 0,2-1 1 0,-2 3-36 15,1 0-26-15,1 0-70 0,-3 2-29 0,0 1-44 16,-1 2-10-16,0 2-30 0,5 3 2 0,-13-2-1 16,13 2-1-16,-19 6-11 0,5 1 15 0,4 1-16 15,-3 1-8-15,-1 5-22 0,0 2-6 0,0-2-18 16,-3 7 2-16,3 0-20 0,1-3 12 0,4 1-14 16,-3-1 2-16,4 0-9 0,1-2 7 0,4-1-5 15,-1 0 6-15,4-4-12 0,1-1 14 0,3 0-11 16,1-3 10-16,4-2-10 0,4 0 11 0,-1-3-7 15,3-1 13-15,4-1-7 0,1 0 11 0,1-1-12 16,0 0 10-16,6 0 0 0,-1-1-9 0,-2 2-8 16,2 0 10-16,-1 2-11 0,1 1 6 0,-2 2-8 15,0 0 10-15,-3 2-12 0,-1 3 11 0,-2 1-5 16,-3 1 7-16,-2 1-5 0,-1 5 30 0,-6-2 29 16,-2-1 25-16,0 1-13 0,-5 1-8 0,-2 1 5 0,-1 1 6 15,-5 2-8-15,-2-2 15 0,-1-1-22 0,-2 3-4 16,-3-2-11-16,2-5-11 0,-2-1-8 0,1-1-6 15,1-1-6-15,-2-3-5 0,4-2-6 16,3-4-14-16,-3 1-35 0,4-6-60 0,1 1-75 0,1-4-62 16,2-2-48-16,1-3-38 0,1-3-59 0,2-4-88 15,1-1-508-15,3-4-573 0</inkml:trace>
  <inkml:trace contextRef="#ctx0" brushRef="#br0" timeOffset="67513.62">6291 15361 72 0,'-23'5'777'0,"-4"0"-142"0,3-1-106 16,2 1-69-16,6-2-86 0,-1 1-63 0,3 0-51 15,1-1-36-15,3 1-28 0,2 0-29 0,2-1-21 16,6-3-6-16,-8 7 3 0,8-7-8 0,0 0-3 0,9 4-17 16,3-7-18-16,1-1-17 0,6-6-16 15,5-2-20-15,3-2 1 0,1-7-18 0,5 2 9 16,-2-2-17-16,-3-2 6 0,0 2-2 0,-5 1-3 15,-1 1 22-15,-4 2 23 0,-2 2-17 0,-3 1 42 0,0 3-36 16,-3 1 39-16,-1 2-45 0,0 0 37 0,-4-1-14 16,3 5-57-16,-2-2 37 0,-6 6-58 15,8-5 44-15,-8 5-51 0,6 7 45 0,-3 1-50 16,2 4 57-16,0 9-40 0,4 5 33 0,2 3 57 0,4 9-46 16,-2 3 66-16,4 2-20 0,0 1 1 0,2 10 7 15,3-1-12-15,-2-2-16 0,-1 2-5 0,-1-12 2 16,1-1-47-16,-3-3 36 0,0-1-50 0,1-4 15 15,-3-7-77-15,-3-1-42 0,0-6-111 0,0-2-62 16,-2-4-132-16,-1-2-161 0,-1-5-99 0,-7-5-814 16,13 1-1101-16</inkml:trace>
  <inkml:trace contextRef="#ctx0" brushRef="#br0" timeOffset="67697.6">7031 14943 1054 0,'0'0'872'16,"3"-6"-193"-16,-3 6-140 0,0 0-106 0,1-8-85 0,-1 8-69 15,0 0-59-15,0 0-59 0,4-7-57 16,-4 7-68-16,0 0-99 0,0 0-137 0,0 0-137 16,0 0-118-16,0 0-122 0,0 11-391 0,0-11-556 15</inkml:trace>
  <inkml:trace contextRef="#ctx0" brushRef="#br0" timeOffset="67847.5">7268 15390 906 0,'10'8'835'0,"-1"-1"-165"0,-3-1-138 16,-1-1-64-16,0-1-61 0,0 0-65 0,-5-4-64 16,8 6-63-16,-8-6-64 0,0 0-23 0,4 7-74 15,-4-7-100-15,0 0-144 0,0 0-179 0,-9 2-206 16,9-2-623-16,-13 4-809 0</inkml:trace>
  <inkml:trace contextRef="#ctx0" brushRef="#br0" timeOffset="69198">9449 14387 90 0,'-13'-18'628'0,"2"1"-119"0,-1 1-108 0,-2 1-42 0,3 2-73 15,2 0-44-15,-1 4-61 0,2-1-21 0,0 5-47 16,3 2-9-16,5 3 11 0,-10 2 6 0,6 2 22 15,4 5-10-15,0 2-25 0,3 4 33 0,1 3-18 16,1 5-16-16,5 6-22 0,-1 1-17 0,1 6-8 16,4 2-8-16,-1 0-1 0,1 3-14 0,-1-1-9 15,1-2-3-15,-3 1-3 0,1-4-5 0,-2-6-13 16,-1 0-23-16,0-2-40 0,-3-7-66 0,2-2-65 16,-3-1-42-16,0-3-27 0,-2-5-67 0,-2-3-94 15,-1-6-94-15,0 0-239 0,0 0-262 0</inkml:trace>
  <inkml:trace contextRef="#ctx0" brushRef="#br0" timeOffset="69596.91">9241 14430 584 0,'-3'-12'518'16,"3"3"-113"-16,3 3-23 0,-3 6-52 0,10-5-30 16,-10 5-42-16,23 3-24 0,-5 1-3 0,4 5-37 0,2-2-22 15,4 2-9-15,4 4-17 0,5-1-25 16,1 1-23-16,1-1-13 0,-1-1-15 0,2-2-12 15,-3 1-8-15,-3-4-12 0,1 0 2 0,-1 0-3 0,-1-2-1 16,-3-2-4-16,-1-2-13 0,-2 0-4 0,1-1-17 16,-2-2-22-16,-3 1-30 0,-3-2-31 15,-2-1-16-15,-4 1-15 0,-1-2-8 0,-4-1-4 16,-3 2 6-16,-2-3-7 0,-4-1 28 0,-1 1-5 0,-4-6 38 16,-4-1-5-16,-4 1 34 0,-2-4-13 0,-6-2 26 15,-4-3-17-15,-2 1 16 0,-1-2 1 0,-3 0 10 16,0 0 15-16,2 4 13 0,5 2 31 15,2 1 46-15,4 6 2 0,3 0-12 0,1 1-15 0,2 3-14 16,3 1 21-16,9 6 29 0,-7-2 20 0,7 2 2 16,5 8 17-16,0 1 7 0,5 2-18 0,5 10-25 15,2-1-7-15,5 9-20 0,1-1-18 0,-3 1-11 16,3 3-11-16,1-1-3 0,-3 0-11 0,2 1-5 16,-1-2-1-16,-1 1-22 0,-3-2-17 0,0-7-59 15,-1 0-92-15,-2-3-93 0,-1-3-96 0,3-5-80 16,-4-3-95-16,2-2-406 0,-2-4-526 0</inkml:trace>
  <inkml:trace contextRef="#ctx0" brushRef="#br0" timeOffset="69897.48">10190 14273 98 0,'-1'-7'749'16,"1"7"-148"-16,-4-8-121 0,4 8-51 0,0 0-72 15,-9 8-43-15,7-1-11 0,-1 4-27 0,1 1-23 16,-1 4-36-16,2-1-40 0,2 1-33 0,0 1-29 0,3 0-11 15,0-3-30-15,2 3-13 0,2-2 0 16,0 1-1-16,-1-3 6 0,5-1-5 0,-2-2 2 16,3-1-5-16,1-2-3 0,-1-3-4 0,2-2-10 0,-1-2-4 15,4-2 1-15,-1-1-14 0,-1-5-2 0,0 2-6 16,0-5 0-16,-2 0-6 0,-1-3-2 16,-4 2 3-16,-1-2-5 0,-3 0 2 0,-3-1 20 0,-2 1-28 15,-2-2 20-15,-5 0-27 0,0-2 27 0,-4 2-31 16,-4 0 30-16,1 2-31 0,-4 2 4 0,0 1 3 15,-1 1-6-15,-1 3 6 0,2 3-11 0,0 0-14 16,1 3-34-16,-2 1-62 0,5 0-105 16,-4 2-105-16,2 1-39 0,4-1-96 0,2 1-42 0,0 1-525 15,10-4-653-15</inkml:trace>
  <inkml:trace contextRef="#ctx0" brushRef="#br0" timeOffset="70197.78">10262 14214 382 0,'10'-8'546'15,"2"1"-137"-15,-1-1-29 0,2 0-50 0,1 2-23 16,1 1-59-16,-1-3-6 0,3 5-14 0,-2 0-4 16,3-2 11-16,0 3-12 0,1 2-14 0,-2 0-30 15,3 1-27-15,1 2-35 0,2 0-19 0,-3 3-25 16,3 2-9-16,-2 0-14 0,-2 1-4 0,0 1-15 16,-2 2-2-16,-1-1-10 0,-3 1 0 0,1-2-6 15,0 3 3-15,-4-2-4 0,-3-3 7 0,-1 2-1 16,-2-3 7-16,1-1-5 0,-5 3 8 0,0-9 4 15,1 8 7-15,-1-8-12 0,-6 5 4 0,6-5-11 16,-10-3 4-16,3-1-15 0,-3-2 9 0,1-3-15 0,0-1 16 16,-2-6-19-16,2-2 9 0,0-1-10 15,0-1 10-15,1-2-13 0,2-2 8 0,-1-1-15 16,4 2 3-16,-1-2-30 0,0 2-34 0,3 1-45 16,1 3-60-16,1 1-62 0,0 1-85 0,4 3-49 0,-2 0-103 15,1 3-583-15,0 1-676 0</inkml:trace>
  <inkml:trace contextRef="#ctx0" brushRef="#br0" timeOffset="70747.31">10792 13966 352 0,'0'0'655'0,"4"10"-137"0,-4-10-118 15,5 9-34-15,-1-3-59 0,0 1-34 0,1 3-23 16,1-3-24-16,3 5-25 0,0 0-35 0,0-2 3 15,5 3-11-15,-1 0-19 0,1 1-32 0,0-1-18 16,-1 1-24-16,4-1-6 0,-3 1-13 0,1-1-7 16,-2 0-9-16,-2-4 10 0,-2 2-9 0,0-3 1 15,1 0-10-15,-3-1 4 0,-2-1 1 0,0 0 20 16,-5-6-13-16,5 9-3 0,-5-9-12 0,0 0 8 16,-8 3-3-16,8-3 14 0,-11-4-12 0,2-3 2 15,-1-2-9-15,1-1 10 0,-4-5-18 0,4-4 15 16,0-1-19-16,-1-2 10 0,4-1-12 0,-1 1 2 0,2-2-4 15,2 2-3-15,2 2 2 0,1 2 2 16,3-1-2-16,1 3 1 0,1 1 5 0,1 0 3 16,5 3 12-16,1 3-6 0,2 2 0 0,1 1-3 15,3 4-2-15,-2 1-1 0,4 4 0 0,-2 1 5 0,5 2-6 16,0 1 3-16,1 4 16 0,-4 0-27 16,2 2 21-16,-2-1-24 0,-4 1 22 0,0 1-28 0,-4 1 22 15,-1-4-12-15,-3 0 10 0,-1 0-20 16,-3-2 20-16,-3 0-22 0,-1-2 25 0,-1 2-26 0,-2-4 30 15,-3 0-31-15,6-5 25 0,-18 2-24 0,18-2 28 16,-17-2-21-16,5-3 36 0,0-3-37 16,3-2 0-16,-2-3 0 0,0-3 3 0,2-1 0 0,2-1 1 15,-1-2 0-15,4 1-4 0,0 1 8 0,3 1-3 16,1 1-5-16,3 1 7 0,1 0-8 0,1 2 3 16,1 3-7-16,4 1 6 0,-1 4-9 0,3 3 6 15,0-1-18-15,1 6-11 0,4-1-12 0,0 3-24 16,4 3-16-16,-2 2-38 0,2 1-64 0,2 3-55 15,1 0-24-15,-2 2-73 0,2 1-18 0,-2 0-44 16,1 0-56-16,-1-2-429 0,-3-2-447 0</inkml:trace>
  <inkml:trace contextRef="#ctx0" brushRef="#br0" timeOffset="71329.97">11753 13903 565 0,'-2'-14'609'16,"-2"2"-114"-16,1-1-49 0,1 2-53 0,-2 1-55 15,-1-3-35-15,-3 3-21 0,3-1-15 0,-4 1-18 16,1 2-20-16,1 1-32 0,-3 0-21 0,1 2-39 16,0 1-8-16,-3 2-40 0,2 1 3 0,0 2-32 0,-3 2 0 15,1 3-22-15,1 2-11 0,0 0-6 0,1 4-3 16,3 0-8-16,-2 1 5 0,5 2-5 16,2 0 29-16,-1 0-37 0,3 1 8 0,3 0-15 0,-1-2 7 15,2 1-15-15,3-2 21 0,1-1-28 16,0-1 9-16,2-3-9 0,-2-1 13 0,2-2-6 0,-1-1 9 15,2-2-8-15,-11-2 2 0,20 0 3 16,-9-2 2-16,-2-2 0 0,0-1 5 0,1-1-6 0,-1-1 4 16,0 0 2-16,-1-1-5 0,-2 0 6 0,-1 0 0 15,0 1 7-15,1 0-3 0,-1-2-5 0,1 3 0 16,-1-3 2-16,0 3-2 0,3-2 0 0,-2-1 10 16,4 1-12-16,-1 0 12 0,2-2-12 0,0 1 11 15,1 0-10-15,-2-1 24 0,4 0-11 0,-2 1 11 16,0-1-15-16,-2-1 17 0,1 2-7 0,0-3 9 15,-2-1-5-15,-2 0 1 0,-1-2-11 0,0 2 0 16,-2-4-6-16,-4 0 5 0,0-1-4 0,-1-1-2 16,-3-3 0-16,-5 1 1 0,0-6-2 0,-5 1 1 15,-3-4-2-15,-3-1 11 0,-1 0-12 0,-1 2 4 16,-5 0 3-16,0 0 0 0,0 0 9 0,-1 2 18 16,4 2 3-16,3 5 36 0,2 3-11 0,5 4 10 15,0 1-13-15,4 2-12 0,2 4 6 0,8 6 4 16,-6 6 0-16,6 4 24 0,6 9 15 0,4 8 6 0,8 8 16 15,3 6-4-15,6 8-42 0,2 3 15 0,2 5-33 16,1 0 15-16,0 0-42 0,1 3 22 16,0-3-10-16,0 0-8 0,2-3-3 0,-4-1-8 15,1-6-9-15,-1-1-15 0,-5-11-23 0,-3-1-40 0,1-3-46 16,-2-2-48-16,-6-7-56 0,2-1-55 16,-6-6-77-16,-1 1-72 0,-2-4-67 0,-5-1-87 15,0-2-126-15,-3-1-483 0,-3-2-792 0</inkml:trace>
  <inkml:trace contextRef="#ctx0" brushRef="#br0" timeOffset="72247.56">13065 12881 275 0,'-20'2'644'0,"1"-2"-113"0,-2 3-94 0,-5-2-73 16,4 3-64-16,-3 2-34 0,0-1-53 0,1 1-25 15,2 0-47-15,-1 1-10 0,2-1-25 0,1 2 16 16,4-2-11-16,-1-1 11 0,3 1-9 0,4-2 3 15,-1-2-1-15,3 0 13 0,8-2-27 0,0 0-3 16,0 0-26-16,-7-3-4 0,14-3-23 0,2-4 0 16,6-2-21-16,7-3-4 0,1-3-3 0,9-7-1 15,0 2-6-15,1-2-2 0,1-1-2 0,1 1 0 16,-2 0-1-16,-1 1 0 0,0 1 1 0,0 2-1 16,-7 3-1-16,-1 4-1 0,-4 3 0 0,-2 0-1 15,-4 5 1-15,1 1-1 0,-4 2 1 0,-2 1 1 16,-9 2-2-16,15 7 1 0,-9-1-1 0,-3 2 2 15,-2 2 1-15,-1 2 2 0,-1 2-1 0,-4 3-2 16,-2 3 0-16,-3 0 6 0,1 4-6 0,-3 1 14 16,0-4-8-16,0 4 9 0,2-6-13 0,-1-3 12 15,3 1-18-15,0-3 10 0,1-1-10 0,0-2 8 16,2-3-9-16,2 0 30 0,3-8-12 0,2 9 5 16,-2-9-13-16,11 0 11 0,1-5-14 0,3-1 6 15,4-1-9-15,2-3-4 0,3-1 3 0,2 0-1 0,-1-1-2 16,3 5 4-16,-5-2-4 0,2 2 2 0,0 5 14 15,-2 1-10-15,3 2 23 0,-1 3-7 0,-2 4 6 16,4 2-12-16,-4 3 2 0,0 3 6 16,-5 2-9-16,1 3 4 0,-6 2-3 0,-3 2 9 0,-3 0 18 15,-5 2-7-15,-2 1 19 0,-4 2-8 0,-5 4 10 16,-5 3-6-16,-4 1 13 0,-5-4 12 0,-2 1-1 16,-3-2 4-16,-4-5-7 0,-2-2-11 0,0-3-8 15,-2-5-11-15,-2-4-7 0,6-7-14 0,6-3 6 16,-3-4-10-16,2-5-3 0,0-5-7 0,2-4-13 15,3-6-7-15,5-4 2 0,5-3 0 0,5-2-16 16,6 4 20-16,4-1-30 0,7-3 33 0,1 4-29 16,7 2 25-16,3 3-17 0,4 4 24 0,3 5-23 15,4 2 20-15,-4 7-14 0,4 2 21 0,4 4-22 16,6 4 21-16,2 3-21 0,-3 4 20 0,-2 2-1 16,2 1 2-16,-4 4 1 0,0-1-1 0,-3 3-7 15,-4-1-5-15,0 0 6 0,-5 0-4 0,-6-2-11 16,-1-1-20-16,-5-3-32 0,-3 0-31 0,-2-3-46 15,-3-1-65-15,-1-1-94 0,-2-4-114 0,-2 0-38 16,-2-2-134-16,2-6-570 0,0 0-779 0</inkml:trace>
  <inkml:trace contextRef="#ctx0" brushRef="#br0" timeOffset="72447.87">13950 12755 918 0,'0'0'654'0,"0"0"-144"0,13 0-113 0,-13 0-92 16,0 0-59-16,13-2-35 0,-13 2 12 0,0 0-2 15,13 0-21-15,-13 0-33 0,16-6-32 0,-7-1-24 0,8 1-27 16,-3 0-29-16,5-4-55 0,-1 1-97 0,0 1-99 16,-3 1-97-16,-1 2-91 0,-1 0-93 0,-2 3-461 15,-11 2-513-15</inkml:trace>
  <inkml:trace contextRef="#ctx0" brushRef="#br0" timeOffset="72580">14042 13036 817 0,'-8'16'692'0,"1"-4"-153"0,3-2-113 15,2 0-69-15,-2-3-44 0,4-7-41 0,0 11-29 16,0-11-41-16,0 0-37 0,16 0-28 0,-4-8-25 16,7 0-14-16,4-6-33 0,8-5-9 0,3-1-101 15,-1-2-125-15,2-2-138 0,-2-2-161 0,0-1-626 16,1-4-711-16</inkml:trace>
  <inkml:trace contextRef="#ctx0" brushRef="#br0" timeOffset="73097.35">15203 12106 1791 0,'-16'-15'934'16,"6"-2"-209"-16,6 5-122 0,2 0-152 0,0 2-81 16,5 0-105-16,1-1-33 0,1 0-76 0,0-2-9 0,4-1-55 15,1-3 3-15,6-6-42 0,0 1 12 0,6-4-34 16,2 2 19-16,0 0-27 0,3 1 29 0,-4 7-37 16,4 1 23-16,-1 3-32 0,-2 5 25 0,3 3-33 15,-4 4 26-15,4 4-3 0,1 5-9 0,-4 3 1 16,2 4-4-16,-3 1 0 0,-2 4-27 0,-5 1 37 15,-2 0-38-15,-3 3 29 0,-3-2-27 0,-3-2 27 16,1 1-25-16,-3-3 2 0,-2-1-1 0,-1-1 10 16,0-3-2-16,0 0 0 0,0-1 4 0,0-3 0 15,-1 1 8-15,1-3-9 0,0-8 0 0,-3 9-12 16,3-9-9-16,0 0-6 0,-7-6 25 0,6-2-26 16,-1-3 33-16,0-5-24 0,-1-2 26 0,0-4-7 15,2-3-5-15,-3 0 5 0,2-8-4 0,-2 3 5 16,-2-2-19-16,2-1 24 0,0 3-20 0,-1 5 23 15,2 0-20-15,-2 5 24 0,4 3-22 0,-2 0 27 16,1 4-30-16,-2 2 19 0,4 5-20 0,0 6 24 16,5-8-22-16,-5 8 21 0,0 0-25 0,12 8 32 15,-5 0-10-15,0 1 0 0,3 3 0 0,-1 1-3 16,1 2 4-16,4 1-1 0,-2-2-1 0,2 1-13 0,0 0-56 16,0-3-31-16,0 1-43 0,-4-3-85 0,3-1-79 15,-3-1-57-15,-1-3-48 0,0-1-126 16,-9-4-170-16,9 2-295 0,-9-2-602 0</inkml:trace>
  <inkml:trace contextRef="#ctx0" brushRef="#br0" timeOffset="73264.53">15218 11717 423 0,'-36'1'786'0,"6"1"-133"0,0-1-125 0,8 0-132 0,3 1-80 15,0-1-47-15,9 0-28 0,10-1-21 0,-14 0-20 16,14 0-16-16,0 0-21 0,11-7-29 0,2-1-21 15,7-3-20-15,14-8-11 0,3-2-26 0,13-5-11 16,2 0-79-16,3 1-101 0,1 0-109 0,-1 2-98 16,-9 6-126-16,-1-2-148 0,-4 4-343 0,-1-1-544 15</inkml:trace>
  <inkml:trace contextRef="#ctx0" brushRef="#br0" timeOffset="73464.31">15929 11759 567 0,'2'16'852'0,"2"-4"-172"0,0-1-155 0,-2-2-109 15,2-2-47-15,4-2-39 0,1-3-20 0,2-1-31 16,2-3-64-16,9-4-32 0,3-7-42 0,5 1-18 16,5-6-39-16,5-6-6 0,9-2-48 0,-2-2-115 15,3 0-188-15,-4 0-151 0,-9 5-236 0,1-2-516 0,-3 0-787 16</inkml:trace>
  <inkml:trace contextRef="#ctx0" brushRef="#br0" timeOffset="73980.6">16717 11568 718 0,'-1'15'805'0,"1"-2"-157"0,-2-3-141 15,2-1-94-15,-1 0-51 0,1-1-28 0,0-1 0 16,-1-2-20-16,1-5 8 0,0 12-7 0,0-12 50 15,-1 6-92-15,1-6-23 0,0 0-52 0,-8-9 9 16,6 0-82-16,-2-3 4 0,0-4-48 0,0-1-9 16,-1-6-13-16,0-2-13 0,-2 0-13 0,2-4 22 15,0 0-39-15,-1-2 23 0,-1-3-36 0,0 0 27 16,-1-4-32-16,-1-1 24 0,0 1-29 0,-4 0 28 16,3 0-33-16,-4 3 34 0,5 6-32 0,-1 2 28 15,1 5-30-15,1 3 31 0,3 3-33 0,-1 1 23 16,1 3-44-16,0 4 29 0,5 8-26 0,0 0 38 15,-11 4-33-15,10 5 37 0,1 4-6 0,3 2 4 16,-1 6-33-16,5 3 34 0,1 2-28 0,4 1 34 16,3 0-31-16,-2-1 4 0,7 2 3 0,1-3 5 15,-1-4 2-15,2-2 1 0,-1-2 1 0,0-3 1 16,0-3 1-16,-3-1 1 0,1-2-1 0,-4-4 2 0,2-1 1 16,-4-3-4-16,-1-1 0 0,1-4-3 0,-1-4 1 15,-2 1 2-15,-4-2 21 0,1-3-32 16,-2-1 27-16,-3-2-31 0,-2-1 32 0,-2 0-33 0,-5-4 32 15,1-1-34-15,-2-3 31 0,-7 0-32 0,3 1 32 16,0 2-28-16,-2 3 43 0,2 4-29 16,1-1 31-16,2 4-35 0,0 2 28 0,2 3-37 0,0 2 31 15,7 5-27-15,-9 4 26 0,6 2-31 0,1 3 28 16,2 5-24-16,2 1 25 0,5 5-29 0,-1 1 29 16,9 2-26-16,-1 4 25 0,9 0-33 15,0 0-41-15,2 0-55 0,-1-5-61 0,4-2-80 0,-2-2-139 16,-1-1-140-16,-1-2-106 0,1-1-147 0,-5-5-517 15,-2 1-908-15</inkml:trace>
  <inkml:trace contextRef="#ctx0" brushRef="#br0" timeOffset="74297.07">14938 12931 1583 0,'-20'-2'952'0,"8"1"-193"0,12 1-114 0,0 0-164 0,-9 3-91 15,9-3-101-15,16 0-57 0,0-2-48 0,5-2-33 16,7-5-33-16,11-4 3 0,13-10-47 0,6-7 7 16,10-6-40-16,20-13 17 0,6-7 20 0,6-4-3 0,0-3-22 15,6-2 37-15,4-3-16 0,8 2 5 0,4-6 22 16,2 2-45-16,3-3 34 0,1-1-25 15,-2 1 15-15,3 2-21 0,-3 3 21 0,-9 4-38 0,-2 8-8 16,-13 8-17-16,-12 6-29 0,-24 13-50 0,-10 4-55 16,-15 11-14-16,-11 3-15 0,-11 8-38 0,-19 3-20 15,10 7-65-15,-15 1-84 0,-7 7-93 0,-9 4-69 16,-10 7-93-16,-10 6-168 0,-5 3-288 0,-4-2-680 16</inkml:trace>
  <inkml:trace contextRef="#ctx0" brushRef="#br0" timeOffset="74846.81">16147 12743 1060 0,'-2'19'824'0,"2"-3"-185"0,2 0-149 0,2 5-78 16,6 5-72-16,4 1-72 0,4 8-30 0,1 1-62 16,3 0-25-16,2 1-47 0,-1 1-18 0,2-2-21 15,-2 0-7-15,-2 0 22 0,1-1-7 0,-4-2-15 16,-2-1-10-16,-4-4-2 0,-2-2-13 0,-1-4 3 0,-4 1-15 15,-5-4 1-15,0 0-7 0,-2-2 10 16,-3-1-10-16,-6 0 6 0,1-4-15 0,-3-3 4 16,-3-2-4-16,-3-2 8 0,-3-5-14 0,-5 0 16 15,0-6-4-15,-6-3 13 0,-4-6-2 0,-1-2 17 0,3-5-1 16,3-3 5-16,4-5 19 0,6 1-10 0,3-5 19 16,8 1-34-16,3 0-7 0,7 6-9 0,8-6 1 15,2-2-8-15,8 0 2 0,7 3-1 16,3 0-8-16,10-3 18 0,5 1-26 0,6 4 21 0,0 1-23 15,6-2 19-15,-2 5-22 0,3 0 21 0,-1-2-23 16,-3 3 24-16,-8 6-24 0,-3-1 26 16,0 1-31-16,-5 0 26 0,-4 0-24 0,-8 3 11 0,-4-2-28 15,-5 3 10-15,-2-3-19 0,-5 1 13 0,-3 1-8 16,-2-2 20-16,-4 0-14 0,-3-2 17 0,-1-3-13 16,-4 4 11-16,-3-6-1 0,1 0 3 0,-3 3 4 15,2 3 4-15,2 2 5 0,2 0 15 0,1 4 3 16,0 3-7-16,1 0-7 0,2 1-2 0,1 4-3 15,4 5 25-15,0 0 15 0,0 0 29 0,10 15 56 16,0 4-30-16,6 13 62 0,0 5-31 0,3 5 48 16,6 10-22-16,0 2-13 0,-2 1-27 0,-1 5-30 15,2 1-3-15,-1-2-29 0,0 1 2 0,-1 2-10 16,-2-2-10-16,1-3-10 0,-2-2-1 0,-2-9 8 16,-3-3-62-16,1-2-8 0,-2-4-74 0,-2-7-34 15,0-2-92-15,-4-6-72 0,3-3-90 0,-3-5-116 16,-1-2-52-16,1-2-73 0,-1-5-137 0,-6-5-445 15,0 0-829-15</inkml:trace>
  <inkml:trace contextRef="#ctx0" brushRef="#br0" timeOffset="75164">17290 12912 1389 0,'10'4'678'0,"-1"1"-168"15,1 5-88-15,4 0-84 0,0 7-44 16,1 0-53-16,0-1-27 0,-2 1-34 0,2 0 17 0,-3-3-27 15,1 0 12-15,-4-1-12 0,1-4 3 0,-1 1 21 16,-2-4-20-16,-1 4 42 0,-1-4-32 0,-5-6 2 16,9 4-65-16,-9-4 1 0,0 0-53 0,5-6-13 15,-5 6-10-15,-4-15-12 0,-1 0-3 0,-1 1-2 16,0-8-6-16,-5-2 0 0,-1-2 18 0,-1-9 28 16,0-3-37-16,-1 0 21 0,1-1-37 0,2-6 29 15,2 1-35-15,2-3 27 0,1 1-31 0,3-2 22 16,3 3-26-16,0 7-4 0,8-3 2 0,1 3-2 15,0 7 2-15,5 4-9 0,-1 3-30 0,3 3-33 16,0 5-28-16,2 6-16 0,1 1-47 0,-1 5-71 16,1 2-103-16,-1 2-97 0,1 5-57 0,1 3-84 15,-2 4-150-15,0 1-438 0,0 6-779 0</inkml:trace>
  <inkml:trace contextRef="#ctx0" brushRef="#br0" timeOffset="75547.02">17673 12701 971 0,'-8'10'824'0,"-2"-5"-111"0,1-2-139 0,9-3-72 15,-14 1-74-15,14-1-53 0,-16-4-61 0,8 0-45 16,0-2-14-16,3-3-77 0,3-3 12 16,0-2-41-16,2-3 18 0,4-2-36 0,4-1 14 0,1-1-22 15,2 0 6-15,2 4-55 0,1 0-15 0,3 3-11 16,-1 0-12-16,2 5-5 0,-1 1-8 0,-1 5-5 16,1 1-4-16,-2 0 22 0,-2 4-36 15,1 0 29-15,0 1-31 0,0 3 27 0,-4 1-31 0,1 0 29 16,-2 1-33-16,-2-1 33 0,-2 1-31 0,1 0 27 15,-4-1-27-15,1 0 32 0,-3-7-32 0,-2 12 29 16,0-5-31-16,-2-2 32 0,4-5-33 16,-13 4 31-16,13-4-31 0,-14 0 32 0,14 0-33 0,-15-6 28 15,8-2-28-15,-1-1 28 0,1-4-31 0,3-1 1 16,2-2 2-16,2-2 0 0,0-1 1 0,4-3-1 16,1 0 3-16,4 2 1 0,1 1 2 0,3 2-1 15,3 2 2-15,0 3-3 0,4 1 4 0,2 6-2 16,-3 1 2-16,3 6-3 0,3 0 2 0,-3 7 0 15,5 3 29-15,-3 2-31 0,0 3 24 0,-1 1-32 16,-5 1-1-16,0 1-54 0,-2 1-1 0,-4-3-84 16,-3 0-49-16,-1 0-63 0,-4-2-84 0,-3 0-61 15,-2-1-52-15,-2 0-86 0,-5 1-128 0,1-3-439 16,-6-2-733-16</inkml:trace>
  <inkml:trace contextRef="#ctx0" brushRef="#br0" timeOffset="75813.48">17497 12372 861 0,'-7'-3'858'0,"1"0"-128"0,6 3-139 16,-13-4-70-16,13 4-45 0,-9-5-51 0,9 5-48 15,-9-5-18-15,9 5-43 0,-1-9-40 0,5 3-6 16,3-3-31-16,10-5-29 0,5-1-27 0,9-8-19 15,4-1-42-15,13-3-11 0,1-5-24 0,1 1-15 16,3 0-14-16,0-2-12 0,-3 1 20 0,-3 0-43 16,-2 1 4-16,-10 7-61 0,-6 1-11 0,-1 1-68 15,-9 4-31-15,-6 5-92 0,-8 1-84 0,-2 4-113 16,-7 3-122-16,-5 2-94 0,-4 3-114 0,-7 5-561 16,-10 4-927-16</inkml:trace>
  <inkml:trace contextRef="#ctx0" brushRef="#br0" timeOffset="79663.42">10992 16206 316 0,'-8'-9'651'0,"-3"-1"-134"16,-4 2-98-16,-2-3-60 0,-3 5-83 0,-1 3-35 15,-2 0-30-15,-3 5-26 0,-2 2-10 0,-5 5 1 16,-4 6 6-16,-3 4-16 0,2 3-16 0,-7 10-18 0,4 2 15 16,5 4-11-16,3 4-14 0,4 2-36 0,8-5-3 15,6 3-25-15,6 1-15 0,5 2-4 16,8-2-8-16,5-3 1 0,6 0-6 0,7-4 30 0,5-5-9 15,1-2 25-15,8-5-25 0,-1-5 17 0,5-2-24 16,0-8-4-16,-3-2 6 0,1-4-8 0,-1-6 2 16,2-1-6-16,5-5-2 0,-3-5-24 0,0-6 17 15,1-3-4-15,3-7-1 0,-2-3-6 0,-4-3-1 16,-10 7 0-16,-2-4-1 0,-4 1-5 0,-1 0-3 16,-6 0 0-16,-3 2 0 0,-5 3 0 0,-2 1 3 15,-5 3-1-15,-2-1 1 0,-5 4-9 0,-2 0 1 16,-1 2 0-16,-6 1-20 0,-1 5 22 0,-3 2-19 15,0 3 27-15,-1 5-22 0,-2 2 18 0,-4 6-1 16,1 3 5-16,-1 5 0 0,1 4 6 0,-1 4-7 16,3 4 0-16,4 6-2 0,6-4-1 0,4 0-1 15,1 2 7-15,6-2-8 0,2-1-21 0,1-1 31 16,7 2-21-16,2-2 42 0,3-2-24 0,0-6 45 16,3-3-8-16,1-2-46 0,2-6 45 0,2 0-50 0,-1-3 47 15,0-4-50-15,1-4 34 0,1-4-42 0,3-4 38 16,-3-3-24-16,-3-2-2 0,2-2-5 0,-6-4-6 15,-1 1 7-15,-4-1 1 0,-3-1-1 16,-2 4 5-16,-3-5 0 0,-3 1 2 0,-2 0-3 0,-3-2 2 16,1 6 0-16,-3-1 7 0,3 3-21 0,1 2 29 15,-2 3-27-15,2 2 24 0,2 0-3 0,-1 5-1 16,3 6 4-16,4-8 5 0,-4 8 5 0,10 3-10 16,-2 1 1-16,2 3-3 0,3 3 1 0,1 2-2 15,2 1-1-15,-2 2-1 0,4 0 5 0,-1 2-4 16,-2-1-1-16,1-1 2 0,-1 0-3 0,-2-1 5 15,-3-3-3-15,0 0 5 0,-1-2-5 0,-1 0 2 16,-3-1-3-16,1-2-2 0,-5-1 0 0,-1-5 4 16,0 9 0-16,0-9-9 0,0 0-5 0,0 0-1 15,-13-3 1-15,6-4-2 0,1-5 0 0,-1-3-2 16,-3-4-1-16,4-6 5 0,1-4-6 0,-1-2 8 0,4-2-3 16,1 6-16-16,2 0 29 0,1 1-26 15,4 4 27-15,0 1-18 0,3 4 29 0,2 3-31 16,1 3 33-16,3 4-30 0,-2 3 30 0,2 3-31 15,2 2 38-15,1 4-36 0,0 2 27 0,2 1-4 0,-4 3 3 16,0 2-7-16,2 1-6 0,-4-1-10 0,-2-1-37 16,-1-1-68-16,-2 1-88 0,-1 0-126 15,-3-2-96-15,0-1-134 0,-4 1-145 0,-1-10-301 16,0 10-605-16</inkml:trace>
  <inkml:trace contextRef="#ctx0" brushRef="#br0" timeOffset="80231.47">11983 15959 1159 0,'9'-12'963'0,"0"1"-252"0,0-2-114 0,0-1-153 16,1-3-43-16,-1-2-114 0,0 0-15 0,-1-5-94 16,1-2 19-16,-3-3-89 0,-1 0 22 0,-2-3-70 15,-3 3 39-15,0-6-63 0,-4-1-14 0,-5-5 4 16,-1-2-10-16,-3 0-2 0,-1-1-4 0,-5 2 0 15,-5-7-4-15,-2 3-4 0,-3 0 3 0,-2 5-7 16,3 9 8-16,-4 3 47 0,1 5-50 0,-2 3 53 16,5 7-49-16,0 6 52 0,2 4-43 0,5 7 55 15,-2 4-53-15,3 9-1 0,2 8 1 0,6 10 6 16,4 10-13-16,8 7 43 0,9 13-59 0,8 4 47 16,3 2-7-16,8 3-51 0,4 0 47 0,12 11-32 15,-6-17-14-15,9 11 46 0,-5-17-55 0,2-3 51 0,-3-2-7 16,1-3-4-16,-1-4-2 0,-3-4-4 0,-2-4-3 15,-8-6-3-15,-1-3-3 0,-4-6-13 16,-5-4-7-16,-3-3-1 0,-2-3 1 0,-7-1 6 16,1-3 4-16,-5-3-2 0,-3-2 4 0,-2 2-1 0,-4-5-7 15,-1 1 0-15,-2-4-20 0,-4-2 5 0,0-4 0 16,-5-2 10-16,-1-2 0 0,-4-6 2 0,0-3 0 16,-2-6-51-16,8 2 51 0,2-2-33 15,4-1 10-15,2 4 8 0,6-2 9 0,2 4 6 0,4-2 3 16,2-1 3-16,4 0 6 0,1-1-2 0,2-1 45 15,6 4-51-15,-2-1 46 0,2 2-46 0,-2 4 35 16,2 1-35-16,-2 0 50 0,3 1-50 0,-2 1 44 16,0 2-50-16,-3 2 49 0,1 1-50 0,-3 1 45 15,2-1-48-15,-4 4 47 0,1 1-48 0,0-2 47 16,-10 4-45-16,16-1 47 0,-16 1-45 0,19 2 46 16,-10 1-47-16,0 0 47 0,2 3-50 0,-1 3 6 15,1-1-1-15,-1 2-5 0,-1 0-23 0,0 1-61 16,0 0-74-16,-4-3-80 0,1 2-100 0,-2-1-59 15,0-3-142-15,-3 1-633 0,-1-7-807 0</inkml:trace>
  <inkml:trace contextRef="#ctx0" brushRef="#br0" timeOffset="80530.25">12299 15808 371 0,'0'0'652'0,"0"0"-161"0,0 0-93 0,0 0-31 0,0 0-29 0,0 8-25 15,0-8-43-15,3 6-33 0,-3-6-14 0,6 5 9 0,-6-5 3 16,0 0-10-16,10 2-36 0,-10-2-31 0,12-3-28 16,-5-1-21-16,1-2-25 0,0-1-16 0,1-3-11 15,-2 1-10-15,2-2-9 0,-2-2-5 16,-3 3-9-16,-2-1 4 0,2 0-8 0,-4 0 0 0,0 0-4 16,0 0-6-16,-3 1 1 0,1 2-3 15,-3 1 3-15,-2 0-8 0,1 1 0 0,-3 5-3 0,9 1 0 16,-19 0-2-16,10 4 6 0,-4 2-6 0,3 2 2 15,-2 3-11-15,5 2-19 0,0 1-67 0,1 2-61 16,3 2-98-16,1-2-67 0,4 0-51 0,1 2-56 16,3-4-45-16,3 0-68 0,4-1-315 0,0-2-405 15</inkml:trace>
  <inkml:trace contextRef="#ctx0" brushRef="#br0" timeOffset="81865.44">12731 15800 681 0,'17'-13'742'0,"-2"-1"-121"0,0-3-95 0,-2 4-75 15,-2-3-55-15,0 1-32 0,-3 1-43 0,-3-1-47 16,0 0-25-16,-3 3-53 0,-3-1 31 0,-2-1-76 16,-3 0 39-16,-2 1-57 0,-1 2-14 0,-2 2 40 15,-2 1-66-15,-1 2 46 0,-4 4-47 0,0 4 21 16,-2 3-63-16,-2 2 31 0,-2 8-54 0,2 2 44 16,-5 5-9-16,8 2-15 0,4-1-46 0,1 4 38 15,3-1-42-15,6-4 41 0,3 3-44 0,2-2 56 16,2-1-34-16,2 0 2 0,5-3 9 0,0-2 2 0,5-1-2 15,0-4-6-15,3 0-2 0,-2-6-2 0,2-1-4 16,1-4-3-16,1-1 32 0,1-5-23 16,1 1 20-16,-1-5-42 0,-1-3 37 0,3-2-27 0,-3-5 19 15,2-2-39-15,-6-2 40 0,0-4-45 0,-4-1 42 16,-4-5-38-16,-3 0 36 0,-1-4-39 0,-5-7 1 16,-1-1 4-16,-6-2 5 0,-2-1-25 15,-8-7 33-15,0-2-3 0,-3 0 0 0,-3 1 0 0,-2 2-1 16,-4-2 37-16,3 3-43 0,-3 4 34 0,2 3-33 15,6 10-2-15,1 5 2 0,6 7-1 0,2 4 4 16,2 3-4-16,3 5-1 0,0 6 34 0,9 6-37 16,-10 4 35-16,9 6-38 0,1 7 37 0,6 9-34 15,2 11 2-15,6 7 15 0,6 10-16 0,3 4 32 16,4 0-5-16,1 1 31 0,4 2-42 0,1-4 28 16,3-2-39-16,-1-4 39 0,0-2-44 0,1-4 40 15,1-4-44-15,2-4 41 0,-7-10-41 0,-2-3 40 16,2-5-37-16,-4-5 37 0,2-1-48 0,-7-8 32 15,2-1-38-15,-2-2 41 0,3-5-45 0,-4 0 40 16,-1-5-33-16,0-3 38 0,-3-2-34 0,0 1 44 16,-4-5-42-16,-2-2 37 0,0 0-37 0,-4-3 41 15,-1-1-43-15,-4-2 7 0,-2 0 3 0,-2-2 5 16,-2-3 4-16,-7-1-3 0,4 3 7 0,-6 2 3 16,1 2-5-16,-1 5 5 0,2 2 5 0,-2 2 6 0,3 4 0 15,2 1 2-15,-1 5-7 0,8 5 0 16,-11 0 0-16,11 0-24 0,-7 12 42 0,7 1-12 15,0 0 34-15,3 4-46 0,1 4 34 0,2 0-44 0,4 1 38 16,2 2-41-16,2-1 39 0,0-1-43 0,-3-5 43 16,5 1-43-16,-2-3 41 0,1-2-36 15,-2-2 39-15,1-4-45 0,0-1 37 0,1-2-42 16,-2-1 34-16,0-5-45 0,2-2 35 0,1 0-37 0,-2-5 35 16,-3 1-37-16,3-3 5 0,-1-3 5 0,-4 0 4 15,1-5-1-15,-2 1-7 0,-2-2 5 0,-2-1-27 16,-3-1 35-16,-1 2-27 0,-1 0 38 0,-1 1-1 15,-1 1 5-15,-1 2 8 0,0 2 3 0,2 2-1 16,-1 2 0-16,2-1-9 0,-2 4 1 0,3 7-1 16,0 0 4-16,0 0-4 0,0 0-28 0,0 0 38 15,0 11-6-15,3-1-1 0,1-2 1 0,1 1-2 16,1 0 4-16,1 1-6 0,0 0 2 0,2-2-1 16,0-1-1-16,1-1 0 0,-2 0-8 0,0-1 3 15,1-1-4-15,2-2-20 0,-11-2 6 0,17 0 4 16,-6-2 10-16,-2-1-2 0,0-2 4 0,1-1 0 15,-2-1 3-15,0-1 3 0,-2-3-1 0,2-1 1 16,-3 1 0-16,-3-1 1 0,2-3-2 0,-4 2 1 16,0-1 4-16,0 0-4 0,-2-1 2 0,-1 3 6 0,0-1 13 15,2 3 5-15,-1 1-8 0,-2-1-8 16,4 3-7-16,0 7-1 0,0 0 1 0,0 0 5 16,0 0 2-16,0 0-4 0,4 11-1 0,-2-1 2 15,1 2-31-15,1 2 32 0,1-1-1 0,0 0-3 0,3 0-24 16,-1-1-31-16,2 0-50 0,0 0-59 0,3-5-54 15,-2 0-63-15,0-3-66 0,2-2-56 16,-1-2-58-16,1-2 14 0,-1-2-47 0,3-1-13 0,-2-4 36 16,-1-1 53-16,-2 1 46 0,3-4 53 0,-5-1 86 15,1 0 89-15,0-3 58 0,-1-2 70 0,-2 0 49 16,1-2 56-16,-4 0 47 0,1 2 31 0,-1-1 41 16,-2 1 63-16,0 2 40 0,2 3 51 0,-2 1 9 15,1 1-56-15,-1 1-36 0,0 3-54 0,0 8 13 16,1-10-24-16,-1 10 0 0,0 0-19 0,4 9-21 15,0 0-22-15,-2 2-18 0,1 3-25 0,1 3-23 16,-2-3-20-16,5 2-5 0,-1 3-17 0,3-2-6 16,0-1-8-16,-1-2-23 0,2 0 16 0,0-2-21 15,0-2 28-15,3 0-9 0,0-2 26 0,2-4-22 16,-1 0 10-16,3-4-37 0,-1-1 26 0,3-2-6 16,2-1-4-16,-2-5-1 0,2 0 8 0,-3-1-9 15,-1-2 10-15,-1-2 1 0,-1 0 3 0,-3-2-2 16,-1 0 2-16,-3-2 3 0,-2 0 11 0,-2 1 14 15,-3-2 0-15,-2-1 4 0,0 0 18 0,-4-2 10 16,-2 3 13-16,0 0-2 0,0 4 2 0,-1 2 2 16,1 1-10-16,-2 4-18 0,3 2-11 0,6 6-10 15,-13 0-13-15,6 7-5 0,-2 2-8 0,3 4-9 0,0 1 0 16,2 1-5-16,1 0 2 0,2 2-1 16,1-3 16-16,1 2-40 0,4 0 44 0,-1-4-50 0,4 1 24 15,1-2-69-15,2-3 3 0,-2-2-77 16,4-2-23-16,-3-4-71 0,2-1-82 0,-1-4-68 0,2-2-73 15,1 0-99-15,-4-5-20 0,-1 1-101 0,-2-4-708 16,-2-1-977-16</inkml:trace>
  <inkml:trace contextRef="#ctx0" brushRef="#br0" timeOffset="82680.07">15571 14408 872 0,'-18'-13'713'0,"-1"0"-142"0,3-1-120 0,-2 4-81 0,7 1-41 0,-1 1-57 16,0 0-48-16,3 2-45 0,2 4 9 0,7 2 2 16,-11 2-18-16,11-2-2 0,-4 12-19 0,5-2-14 15,3 2-25-15,-1 4-12 0,4 4-14 0,5 3-11 16,1 0-12-16,1 3-3 0,1-2-8 0,3-1-6 16,2 0-5-16,-2-2 1 0,0-1 4 0,0-3-1 15,1-2-1-15,-2-2-7 0,-2-4-2 0,-2 0-2 16,2-5-8-16,-2-1-8 0,1-3-6 0,-1-1-7 15,-2-2-8-15,1-6-14 0,-2-1 9 0,0-1-2 16,-2-1-2-16,-3-3-9 0,0-2 6 0,-2 0-1 16,-2-2 4-16,-1 1 1 0,-2-1 8 0,-1-3-4 15,-2 3 4-15,1 0 0 0,0 3-3 0,0 1 6 16,-2 4 1-16,5 0-2 0,-2 2-3 0,1 0-1 16,2 9 1-16,-3-4-2 0,3 4 5 0,0 0-3 15,4 7-3-15,-2 0 11 0,2 1-9 0,2 3 10 0,2-1-5 16,0 1 5-16,1 0-12 0,1 0 12 0,-1 1 5 15,4-3-4-15,-2-1-8 0,0 0 6 16,1-2-7-16,-1-2 11 0,0 0-7 0,0-4 12 16,1 0-16-16,-3-4-4 0,4-2-10 0,-3 0-6 0,-1-4 3 15,0 1-5-15,-1-4 1 0,-3 0 8 0,-1 1 13 16,-3-4-13-16,0 0 1 0,-1-1 2 0,-2 0 7 16,-2 1-2-16,0 1 3 0,-1-1 5 0,-2 1 4 15,1 2 6-15,2 4-4 0,2-1-1 0,-2 1-3 16,1 3-2-16,3 6 2 0,0 0-1 0,0 0 1 15,0 0-2-15,0 0 3 0,10 6-2 0,-2 0-4 16,-2 1 6-16,3 2 1 0,2-1-2 0,-1 2-3 16,0-4-10-16,2 4-64 0,-1-3-70 0,1-1-69 15,-1 0-61-15,-2-3-45 0,-1 0-56 0,-8-3-106 16,15 3-121-16,-15-3-362 0,8-6-553 0</inkml:trace>
  <inkml:trace contextRef="#ctx0" brushRef="#br0" timeOffset="82979.98">15558 14090 183 0,'-23'9'685'0,"4"1"-151"0,2 4-143 0,3 2-48 0,6 1-89 0,0 2-26 0,5 0-17 16,2-1-8-16,1 0-3 0,2 0 10 0,2-2 8 16,2-2-3-16,1-1-15 0,0-2-26 0,4-2-26 15,0-2-28-15,-1-3-19 0,2-4-16 0,3 0-15 16,-3-4-16-16,2-2-10 0,-1-1-9 0,1-4-8 15,-3 1 0-15,-2-2-11 0,1 0 8 0,-3 0-14 0,-3-1 5 16,-2 2-7-16,1 1 12 0,-5-2-5 0,0 3 0 16,-1-1 0-16,-3 4 0 0,-3 1 2 15,9 5-6-15,-13-3-1 0,13 3-5 0,-19 5-3 0,10-1 3 16,0 5-1-16,3 1-4 0,-2 3 1 0,6-1-2 16,-1 3-4-16,3 0-21 0,1 1-31 0,3-2-38 15,5-2-60-15,0 0-57 0,3-3-44 0,3-2-71 16,0-2-86-16,4-2-105 0,-2-5-452 0,3-2-562 15</inkml:trace>
  <inkml:trace contextRef="#ctx0" brushRef="#br0" timeOffset="83196.63">15903 13993 472 0,'0'-34'623'0,"-4"2"-71"16,0-1-49-16,-1 3-43 0,0 6-22 0,1 2-25 16,-2 5-54-16,3 0-47 0,1 2-69 0,-1 4-41 15,2 3-6-15,1 8-10 0,0 0-1 0,0 0-19 16,13 14 29-16,-2 3-15 0,2 9 18 0,9 8-14 15,5 12 14-15,1 2-29 0,2 1-30 0,4 0-20 16,0 3-24-16,2-3-44 0,-3 0 18 0,3-2-42 16,1-3 25-16,-4 0-35 0,-1-3 20 0,-5-10-39 15,-3-1-1-15,-1-4-86 0,-4-4-45 0,-2-3-89 16,-3-4-100-16,-1-1-114 0,-3-3-69 0,-4-3-55 16,0 0-76-16,-6-8-76 0,1 9-352 0,-1-9-681 15</inkml:trace>
  <inkml:trace contextRef="#ctx0" brushRef="#br0" timeOffset="83563.47">16023 14452 595 0,'-18'-7'838'0,"4"1"-180"0,0 1-153 0,6-2-110 0,2 2-80 15,4-1-60-15,2 6-52 0,2-13-39 0,2 6-32 16,6-3-9-16,2 1 7 0,3-4 3 16,5-4 10-16,6-2 3 0,5-3-5 0,2-2-13 15,3-1-24-15,7-4-10 0,3-2-17 0,-1 3-13 0,-7 3-14 16,1 2-6-16,-4 0-12 0,1 2-6 0,-5 3-6 15,-7 3 0-15,-5 4-4 0,0-1 3 0,-3 3 8 16,-2 0 23-16,-3 2 20 0,-4 1-21 0,-1 1 3 16,-6 5-23-16,8-8 10 0,-8 8-12 0,0 0-3 15,-8-4-6-15,8 4 6 0,-13 0-3 0,4 1-4 16,-2 3 2-16,-3 0 7 0,-3 1 2 0,-1 1 5 16,-2 0-10-16,-1 4-2 0,2 1-4 0,0 2 0 15,4 1 0-15,-2 5-5 0,4 4 5 0,2 2-6 16,4-2-2-16,5 1-1 0,1 1-22 0,3 0 23 15,7 1-24-15,1 1 32 0,4-2-26 0,4-3 25 16,3-2-27-16,2-2 30 0,2-2-30 0,1-3 33 16,2-5-30-16,-4-3 29 0,3-3-47 0,1-4-12 15,-1-3-56-15,5-2-43 0,-4-6-36 0,0 0-50 16,-2-3-51-16,-1-3-25 0,-5 0-12 0,-1-1-24 0,-4-1-55 16,-2-1-40-16,-4 1-46 0,-3-1-495 0,-2 1-562 15</inkml:trace>
  <inkml:trace contextRef="#ctx0" brushRef="#br0" timeOffset="83867.11">16809 13980 656 0,'0'0'570'0,"0"0"-137"15,0 0-30-15,0 0-56 0,10 4-47 0,-10-4-33 16,14 5-21-16,-5-3-1 0,0 1-7 0,5 0 10 0,2 1 1 16,0 1-12-16,4-2-31 0,2 2-25 0,1 1-34 15,2 1-30-15,-3-1-20 0,0 1-16 16,0 0-20-16,0 4-11 0,-3-3-10 0,0 1-15 0,-1 1 7 15,-4-2-13-15,-2 2-1 0,-3-1-4 0,-2 1 0 16,-4 0 0-16,-2 1-15 0,-2-1 14 0,-2 1 1 16,-4-3-4-16,-1 3-1 0,-2-1 5 0,-2-3 16 15,2 1 16-15,0-2 20 0,-3-4-4 16,3 1 23-16,-2-3-38 0,12 0 10 0,-19-3-31 0,10-3 25 16,-1-4-30-16,6-1 16 0,-1-3-29 0,1-2 20 15,4-3-35-15,0 0 8 0,4-6-46 0,0 0-8 16,1-6-36-16,4 2-38 0,0-2-67 0,-1 2-32 15,2 0-81-15,-3 4-64 0,0 1-102 0,-1 4-166 16,-2 3-505-16,2 2-759 0</inkml:trace>
  <inkml:trace contextRef="#ctx0" brushRef="#br0" timeOffset="84214.7">17135 13807 740 0,'0'0'732'0,"0"0"-167"0,6 4-127 15,-6-4-85-15,11 1-34 0,-11-1-38 0,15 4-19 16,-5 0-27-16,2-1-13 0,2 4 10 16,0 2-18-16,4 1-19 0,-3 2-19 0,4 0-32 0,2 4-32 15,2-2-18-15,-2 2-19 0,2 1-13 0,-1 1-20 16,-1-2-3-16,-2-3-7 0,-4 0-5 16,3-1-6-16,-5-2 13 0,-3-1-6 0,1-3 46 15,-2 1 17-15,-1 0 43 0,1-4 35 0,-4 2-21 0,-5-5-32 16,0 0-22-16,0 0-21 0,9-6-14 0,-9 6-12 15,0-12-10-15,0 2-7 0,-3-2-35 16,2 0 32-16,-1-2-35 0,-1-5 32 0,2 0-35 0,-2-5 4 16,2 0 3-16,0 1 0 0,-1-2 0 0,0 4 33 15,4-1-45-15,0 3 20 0,0 0-48 0,-1 3 4 16,2 1-73-16,0 0-14 0,0 5-45 0,1 0-47 16,3 3-27-16,0 1-82 0,0 2-37 0,-7 4-18 15,15 0-24-15,-5 3-62 0,-1 1-16 0,2 3-70 16,1 0-331-16,1 2-445 0</inkml:trace>
  <inkml:trace contextRef="#ctx0" brushRef="#br0" timeOffset="84830.49">17814 13804 335 0,'0'0'640'0,"19"-2"-87"0,-11-1-80 15,-8 3-40-15,13-8-65 0,-5 2-22 0,-3-2-47 16,2 0-3-16,-1 0-37 0,-2-1-12 0,0 0-25 16,-2-3-15-16,0 2-22 0,-1 0-7 0,-1-2-24 0,0 2-23 15,-3 0 9-15,1 0-22 0,-1 2 1 16,-1 0-40-16,-3 2 11 0,-1 0-40 0,0 2 13 15,-1 3-32-15,-2 1 16 0,-1 3-35 0,1 1 4 0,-2 2-5 16,0 3-3-16,3 1 0 0,0 2-2 0,0 3-2 16,1-1 30-16,1 1-41 0,4 0 27 15,-1-2-24-15,4 1 23 0,1-2-28 0,1 1 28 16,2-1-31-16,0-3 26 0,4 0-30 0,-2-2 26 0,5-1-26 16,-1-4 21-16,1 1-32 0,-10-3 24 0,22-4-26 15,-9 2 9-15,0-5 2 0,-2 1 0 0,1-2 1 16,-2-1 15-16,0-1-4 0,-1 1 3 0,-1-3-1 15,-3 1 4-15,1 0 0 0,-2 2 5 0,0 1 24 16,1-1 1-16,-1 3-7 0,-3 0-7 0,4-1-7 16,-5 7-3-16,8-8-1 0,-2 5 2 0,4 0-4 15,2 2 1-15,2-2 3 0,0 2-2 0,5-1 1 16,-2 1-4-16,2-2 3 0,0 0 11 0,2-1 13 16,0-1-32-16,2 1 40 0,-2-3 10 0,-1 0 47 15,-2-2-33-15,0 1 28 0,-1-3-40 0,-3 0 18 16,-3-3-40-16,-2 0 21 0,0 0-38 0,-5-3 31 15,0-1-40-15,-3-1 26 0,-1-2-32 0,-2-4 27 16,-5-3-29-16,-1-1 25 0,-5-8-28 0,-3 1 27 16,-2-1-29-16,-1-1 33 0,-4 1-33 0,-1-1 5 15,0 2 2-15,-2 1 2 0,4 2-2 0,2 4 11 0,4 7 9 16,2 4-5-16,4 3-9 0,0 4-3 16,6 5 3-16,4 6 36 0,0 0 38 0,10 14 11 0,2 8 45 15,8 11 13-15,7 16 25 0,0 2 11 0,4 4-7 16,-1 1-11-16,1 2-11 0,0-1-151 0,-2 0 0 15,-1-2 0-15,2 1 0 0,-4-1 0 16,1-4 0-16,1-2 0 0,-2-4 0 0,-7-7 0 0,1-2 0 16,0-5 0-16,-8-6 0 0,0-2 0 0,-1-5 0 15,-3-1 0-15,0-3 0 0,-3-2 0 0,1-2 0 16,-3-1 0-16,-6 0-107 0,3-9-150 0,-1 10-2 16,-4-4-72-16,5-6-43 0,-10 3-53 0,10-3-108 15,-16 0-67-15,6-2-92 0,-1-1-768 0,-3-4-1080 16</inkml:trace>
  <inkml:trace contextRef="#ctx0" brushRef="#br0" timeOffset="88713.38">10694 7506 1713 0,'0'0'1014'0,"0"0"-214"0,1 5-158 0,3 3-143 0,4 1-105 0,-1 2-83 15,4 2-56-15,1-1-54 0,-3 2-36 16,2 1-32-16,0 1-25 0,-1 1-25 0,-1 1-16 0,3 4-15 16,-5 3-14-16,1 2-37 0,-3 4-79 0,-1 1-95 15,0 1-129-15,-4 2-178 0,-4 1-145 0,0 5-245 16,-5-1-376-16,0-2-855 0</inkml:trace>
  <inkml:trace contextRef="#ctx0" brushRef="#br0" timeOffset="91713.75">11458 5852 603 0,'-4'-9'471'0,"-1"2"-51"0,1 2-104 15,2 1-38-15,2 4-71 0,0 0 31 0,0 0-15 16,0 0 23-16,0 0-17 0,14 4-1 0,-5 3-8 16,2 3-31-16,3 1-31 0,4 2-25 0,0 4-6 15,5 1-44-15,0 0 7 0,4 4-33 0,0 0 4 16,-2 2-27-16,2 0 9 0,0-1-21 0,-1 1 5 16,-1-2-19-16,-1 3-7 0,-4-4-87 0,0 0-101 15,-3 0-78-15,-1-1-67 0,-3 3-65 0,-3-5-55 16,-1 0-487-16,-5-4-514 0</inkml:trace>
  <inkml:trace contextRef="#ctx0" brushRef="#br0" timeOffset="92162.53">11586 6192 573 0,'-40'-37'477'0,"3"-4"-89"0,1-3-71 16,2-3-80-16,6-1 5 0,2 1-29 0,8 7 21 16,4-2-23-16,4-1-20 0,4 4-14 0,4 3 3 15,4 0-22-15,4 4-6 0,4-5 0 16,4 4-1-16,4 2-9 0,4 4-9 0,4 4-28 0,-1 6-18 15,3 6-13-15,4 3-10 0,-2 6-14 0,4 6-5 16,3 2-11-16,4 8-5 0,-1 4-4 16,-2 5-4-16,7 9-3 0,-7 4-5 0,-2 5-3 0,-7 0-4 15,-6 0-7-15,-5 2 21 0,-4 0-15 0,-5 0 14 16,-5 1-19-16,-3-8 12 0,-2 0-16 0,-4-4 14 16,-3-1-11-16,-2-5 17 0,0-1-16 0,-3-6 22 15,0-4-3-15,-1-1 20 0,-1-7 14 0,1-2 20 16,1-3-4-16,0-4-1 0,2-4-14 0,-1-3-9 15,3-3-12-15,4-4-8 0,4-2-9 0,5-6-9 16,2 3 1-16,6-6-6 0,8-4 5 0,6 4-9 16,3 0 0-16,4 5 5 0,4 4-5 0,3 1-2 15,2 5 3-15,-1 5-2 0,-4 3 4 0,1 3-1 16,1 4 6-16,-5 3-5 0,1 4-1 0,1 5 5 16,-3 0-2-16,-9 3 3 0,0 6-2 0,-8-1 3 15,-5 2 2-15,-5 5-1 0,-4-3 0 0,-5 8 8 16,-6 4 2-16,-5 1 0 0,-3 0 13 0,-4-1-5 15,-3-1 17-15,-6 5-11 0,1-10 9 0,-2-4-28 16,1-1 23-16,-2-3-21 0,2-5 15 0,5-4-28 16,4-6-3-16,1-2-33 0,4-6-49 0,2-5-88 15,4-4-63-15,2-6-105 0,1-5-79 0,4-6-149 16,2-2-712-16,2-8-887 0</inkml:trace>
  <inkml:trace contextRef="#ctx0" brushRef="#br0" timeOffset="92596.68">12487 5801 664 0,'-6'-6'811'0,"-1"0"-122"0,3 1-120 0,4 5-111 0,-9-6-89 0,9 6-65 16,-6-8-54-16,6 8-8 0,0 0 14 0,0 0-19 16,0 0-7-16,6 5-23 0,2-1 20 0,1 5-57 15,2 1 1-15,2 3-62 0,0 1 9 0,4 2-54 0,-2 2-10 16,2-3-10-16,-1 4-4 0,2-1-5 0,0 0-11 16,-4-2-18-16,1-1-61 0,-2-3-89 0,-3 0-136 15,2-4-168-15,-2 0-97 0,-3-2-169 16,-7-6-605-16,10 5-923 0</inkml:trace>
  <inkml:trace contextRef="#ctx0" brushRef="#br0" timeOffset="92746.56">12442 5596 766 0,'-6'-6'739'0,"1"2"-168"0,-3-1-127 0,8 5-105 15,-6-4-69-15,6 4-54 0,-7-4-44 0,7 4-36 16,0 0-32-16,0 0-36 0,0 0-67 0,0 0-121 15,4 7-85-15,1-1-163 0,-1 0-612 0,6 0-572 16</inkml:trace>
  <inkml:trace contextRef="#ctx0" brushRef="#br0" timeOffset="93146.8">12710 5669 815 0,'0'0'849'15,"0"0"-137"-15,-1-9-169 0,1 9-87 0,-1-7-55 16,1 7-45-16,0 0-53 0,1-8-48 0,-1 8-27 16,4-6-45-16,-4 6-12 0,14-3-38 0,-14 3-8 15,23 2-39-15,-6 2 0 0,-1-1-17 0,6 5-15 16,1 0-7-16,-2 0-8 0,2 2-7 0,-2 0-9 16,-1 3-20-16,-1-4 19 0,-3 3-21 0,1 0 22 0,-7-1-33 15,3 0 24-15,-5-1-22 0,-3 1 25 0,-1-4-25 16,-3 3 32-16,-1-4-31 0,-1 2 20 0,-2-3-21 15,-2-2 22-15,5-3-23 0,-12 5 24 16,12-5-26-16,-18-2 28 0,9-2-24 0,-2-5 20 0,2-1-21 16,-1-6 17-16,0-4-19 0,2 0 18 0,2-1-25 15,0-2 20-15,5-1-18 0,1 4 21 0,1-2-23 16,5 0 22-16,1 3-20 0,5 0 26 0,-1 1-17 16,2 3 16-16,5 3-23 0,0 3 21 0,2 2-16 15,-2 3 24-15,1 1-27 0,3 4 28 0,-2 2-4 16,5 3-6-16,-5 0 2 0,3 4-1 0,-1-1-4 15,-3 3 6-15,0-1-20 0,-1 5-42 0,-4-3-40 16,-1 1-85-16,0 0-95 0,-7 0-103 0,2-1-87 16,-4 1-176-16,-3-4-633 0,3 0-877 0</inkml:trace>
  <inkml:trace contextRef="#ctx0" brushRef="#br0" timeOffset="93447.43">13364 5369 1098 0,'0'0'782'0,"9"-5"-157"0,-9 5-75 0,6 5-61 16,-1 1-51-16,-1 1-43 0,0 2-86 0,0 2-18 15,-2 0-74-15,2 3-22 0,1 0-59 0,-1 1 1 0,2-3-54 16,1 4 6-16,-1-3-37 0,2-1 13 16,-1-1-37-16,1 0 20 0,0-3-18 0,1 0 34 0,1-2-21 15,-1-3 38-15,1 0-37 0,-10-3 32 16,20-2-19-16,-8 0 21 0,-2-1-40 0,0-4 26 0,-1 1-28 15,2 1 31-15,-4-6-38 0,-3 2 27 0,3-1-40 16,-5 1 28-16,1-2-34 0,-2 0 29 16,-2 1-26-16,-2-1 0 0,1 0-4 0,-5 1-3 15,1 0-5-15,-3 0-12 0,-4 1-11 0,0 1-22 0,-1 0-27 16,-1 6-23-16,-4-2-80 0,-2 2-57 0,2 2-79 16,-3 0-128-16,2 4-84 0,-2 0-125 0,6 1-745 15,-1 1-992-15</inkml:trace>
  <inkml:trace contextRef="#ctx0" brushRef="#br0" timeOffset="94012.52">13576 5326 1421 0,'7'-3'923'16,"-7"3"-229"-16,13-3-140 0,-13 3-111 0,10-3-95 15,-10 3-74-15,9-1-56 0,-9 1-42 0,0 0-29 16,16 1-24-16,-16-1-30 0,10 3-7 0,-10-3-27 15,13 6 6-15,-4-3-30 0,-3 2 3 0,3 1-17 16,-1 1 6-16,-1-1-15 0,2 0 9 0,-2-1-14 0,-1 1 11 16,0 0-17-16,-2-1 10 0,1-1-10 15,-5-4 12-15,8 7-17 0,-8-7 22 0,5 7-16 16,-5-7 13-16,0 0-15 0,0 0 15 0,0 0-18 16,0 0 24-16,-5-4-19 0,1-3 25 0,2-1-16 0,-2-5 7 15,0-1 5-15,-1-3 22 0,1 1-22 0,4-2 34 16,-1 2-25-16,2 1 26 0,-1-2-7 0,4 2-12 15,2 2-6-15,-1 1-8 0,3 1-5 0,4 2-2 16,2 0-6-16,0 3-6 0,2 5 3 0,1-3 0 16,2 4-2-16,0 2-29 0,-1 0 36 0,1 4-33 15,3-1 33-15,-3 3-29 0,0-1 32 0,-1 3-32 16,0 1 5-16,-4 0 30 0,0 0-34 0,-3-1 32 16,-1 1-36-16,-4 0 34 0,-1 0-28 0,-1-3 31 15,-1 3-32-15,-2-5 31 0,-2 1-33 0,-2-1 34 16,-1 0-32-16,-1-2 31 0,5-4-31 0,-11 3 32 15,11-3-28-15,-14-3 26 0,6-1-32 0,-1-4 6 16,4-3 1-16,-2-1 31 0,2-2-37 0,3-2 34 16,-1-1-5-16,3 0-1 0,1 0-11 0,2-2 1 15,2 1-4-15,4-1 1 0,1 2-12 0,1 2 10 16,0 2 1-16,4 1-3 0,0 1 1 0,0 5 0 16,0 0 2-16,2 4 1 0,-1 0 0 0,2 2-2 15,0 2 1-15,-1 0 1 0,1 1-28 0,-3 2 35 16,3 1-29-16,-3 0 35 0,-1-1-38 0,-1 4 20 0,-3-5-55 15,0 2-14-15,-2 0-78 0,-1-1-85 16,-7-5-82-16,5 10-121 0,-5-10-73 0,0 8-128 16,0-8-615-16,-4 5-863 0</inkml:trace>
  <inkml:trace contextRef="#ctx0" brushRef="#br0" timeOffset="94179.92">14294 5004 830 0,'0'0'741'0,"13"1"-135"0,-13-1-83 0,11 5-58 0,-3-1-34 0,0 0-49 0,-1 2-41 16,2 1-53-16,-2-2-72 0,-1 2-39 0,3 1-37 16,-3 0-24-16,2 0-26 0,0 0-17 0,1 1-66 15,-3-1-104-15,-1 0-109 0,2-1-144 0,-4 0-132 16,0 0-232-16,-3-7-406 0,6 8-736 0</inkml:trace>
  <inkml:trace contextRef="#ctx0" brushRef="#br0" timeOffset="94329.32">14249 4820 997 0,'-10'-9'839'0,"4"1"-179"0,-1 3-154 15,1-1-95-15,2 2-73 0,-2 0-68 0,6 4-56 16,-8-8-51-16,8 8-34 0,-5-4-27 0,5 4-22 16,0 0-63-16,0 0-108 0,0 0-137 0,2 7-146 0,2-2-162 15,1 3-557-15,4 0-710 0</inkml:trace>
  <inkml:trace contextRef="#ctx0" brushRef="#br0" timeOffset="94898.19">14791 4845 1218 0,'8'-11'799'0,"-3"3"-187"0,-4-1-121 0,3 1-83 15,-3 0-38-15,-1-1-30 0,0 3-49 0,0 6-29 16,-2-13-17-16,-2 6-22 0,4 7-44 0,-9-9-34 15,3 5-32-15,6 4-18 0,-13-3-23 16,13 3-6-16,-17 3-19 0,8 1-18 0,0 3-1 0,-2 1-5 16,2 2-5-16,0 2-7 0,0 0 3 0,4 2 5 15,0 0-12-15,2 0-4 0,-1-2 0 16,3 1-9-16,1-2-16 0,0 0-8 0,3 0-20 0,-1-3 21 16,2 1-24-16,1-3 2 0,-1-1 9 0,-4-5 10 15,13 4 6-15,-13-4 6 0,13-2 2 0,-7-2 17 16,3-2-11-16,-2 0-1 0,1-1 7 0,-3-3 0 15,2 2-2-15,-2-2 10 0,0 2 19 0,-1 1 12 16,0 0-1-16,-2 0-7 0,2 2-10 0,-4 5-3 16,8-9-7-16,-8 9 2 0,7-4-5 0,-7 4-6 15,12 0 9-15,-12 0-4 0,15 4 2 0,-6-1 1 16,0-1 4-16,2 0-8 0,0 2 2 0,-2-2 2 16,2-1 1-16,-11-1 0 0,17 1 5 0,-17-1 27 15,18-2 10-15,-12-2-4 0,2-2-7 0,1-3-10 16,-3 0-7-16,0-5 0 0,0-1-16 0,-1-1-5 0,-1-2-4 15,-1-1-19-15,-1-5 24 0,-2 0-22 16,-2-1 22-16,1-2-15 0,-5-4 17 0,1-1-6 16,-3-1 1-16,-4-5-2 0,-2 0 2 0,0 0 45 15,-5-1-57-15,0 0 53 0,-2 2-46 0,-1 1 49 0,-1 1-32 16,1 6 62-16,0 1-39 0,6 7 43 16,4 6-60-16,-2 0 33 0,5 3-49 0,1 4 36 15,2 3-50-15,6 5 44 0,-8 4-38 0,8 4 47 0,5 7-31 16,2 6 42-16,3 5-35 0,8 9 10 0,1 0 3 15,7 1-2-15,3 9-29 0,4-4 29 0,-1 3-2 16,3-6-6-16,-6-4-3 0,1-4-42 16,0-1-108-16,-3-2-95 0,1-2-157 0,-2-2-148 0,-3-5-139 15,-3-2-803-15,-1-4-1100 0</inkml:trace>
  <inkml:trace contextRef="#ctx0" brushRef="#br0" timeOffset="95146.06">15477 3713 1142 0,'4'-17'1016'0,"-3"5"-289"16,2 2-114-16,1 0-172 0,1 5-43 0,-5 5-122 16,19-2 36-16,-6 8-53 0,6 2 4 0,3 7-9 0,5 8-30 15,0 3-31-15,-1 3-34 0,1 3 0 16,0 4-65-16,5 5 18 0,-8-4-57 0,-1 1 26 15,2 0-52-15,-4 0-26 0,-4-2-51 0,2 0-64 16,-2-3-73-16,-6-5-72 0,1-1-103 0,-3-5-132 0,-4 0-66 16,-3-5-141-16,0-1-599 0,-2-1-902 15</inkml:trace>
  <inkml:trace contextRef="#ctx0" brushRef="#br0" timeOffset="95546.75">15503 4295 782 0,'-15'1'878'0,"-1"-1"-194"0,6 2-172 0,10-2-117 16,-18 1-79-16,18-1-40 0,0 0-9 0,-7-3-33 16,7 3-25-16,5-4-32 0,3-2-35 0,4-1 6 15,5-2-64-15,4-4 20 0,6-3-57 0,5-2 23 16,3-2-37-16,2-4 29 0,0 1-41 0,-1-4 13 16,-1 0 4-16,5-6-4 0,-7 3-1 0,-1 1 1 15,-1-1 0-15,-4 2 9 0,-2-1 29 0,-4 7-3 16,-5 3 47-16,-3 2-16 0,1 4 32 0,-4 1-19 15,-2 1-11-15,0 1-17 0,-2 4-16 0,-1 0-11 16,2 2-15-16,-7 4-30 0,0 0 24 0,9 6-3 16,-6 2-8-16,1 4-6 0,1 4-3 0,2-2-3 15,-1 5-1-15,3-1-5 0,-1 0 0 0,2-1 0 16,0 0 0-16,-2-2 13 0,1-2-8 0,0-1 13 16,-2-2 14-16,1 1 10 0,2-5 25 0,-2 0 18 15,0 1 2-15,-1-4-12 0,-7-3-3 0,17 1 15 16,-17-1 16-16,14-6-20 0,-6 0-9 0,-1-1-17 15,-3-3-48-15,1 2 44 0,-1-5-56 0,-1 2 54 0,-2-1-45 16,-2-1 44-16,-2 3-54 0,1-3 48 16,-5 2-64-16,-2 0 19 0,-2 1-84 0,-5 3-14 15,-4 1-98-15,-7 4-50 0,-1 4-130 0,-8 2-128 0,-9 6-198 16,-2 4-200-16,0 1-717 0,-7 6-1264 0</inkml:trace>
  <inkml:trace contextRef="#ctx0" brushRef="#br0" timeOffset="96196.6">13375 6469 139 0,'-9'-5'759'0,"-1"0"-115"15,0-1-76-15,-1 2-118 0,2 2-74 0,9 2-60 0,-15 5-39 16,8 2-31-16,1 6-44 0,4 4-9 0,2 3 11 15,4 5-24-15,3 4 8 0,5 8-35 0,7 3-17 16,1 0-15-16,7 7-24 0,5-1-12 0,-1-2-17 16,2 2-5-16,2-2-14 0,0-3-5 0,0-3-14 15,-4-5-19-15,-2-1-23 0,-1-4-60 0,-2-1-64 16,-7-5-87-16,-1-3-77 0,-5-3-63 0,-3-5-93 16,-6 0-84-16,-3-2-91 0,-4 0-269 0,-3-5-465 15</inkml:trace>
  <inkml:trace contextRef="#ctx0" brushRef="#br0" timeOffset="96429.48">13507 7138 102 0,'-49'-29'429'0,"1"-5"-92"0,0-3-59 16,1-2-32-16,1-6-40 0,5 0-45 0,4-4 20 16,6-1-40-16,10-1 17 0,8 5-38 0,8-1 22 15,9-1-30-15,7 1 29 0,11-8 11 0,9 2 44 16,4 4 9-16,9 7 2 0,2 4-13 0,4 7-13 16,2 8-29-16,-6 9-31 0,1 5-22 0,1 7-18 15,-5 3-20-15,2 4-10 0,-3 6-10 0,-1 2-5 16,-7 4-11-16,-2 2 2 0,-6 4-6 0,-8 0 2 15,-4 4-1-15,-5 2-5 0,-7 2 2 0,-3 4 2 0,-3-2 3 16,-7 6 5-16,-5 0-11 0,0-1 11 0,-3-1-16 16,-3-2 11-16,0-4-19 0,-2 0 6 15,1-6-30-15,1-3-15 0,3-5-46 0,1-1-67 16,3-5-82-16,1-3-86 0,2-5-113 0,12-3-119 0,-16-3-411 16,10-3-543-16</inkml:trace>
  <inkml:trace contextRef="#ctx0" brushRef="#br0" timeOffset="96745.58">14126 6228 899 0,'9'-6'710'0,"-9"6"-129"0,8 4-98 0,-8-4-66 16,-2 16-45-16,-2-4-34 0,-3 5-47 0,1 3-31 16,-4 5-38-16,1 1-27 0,0 2-26 0,1-1-37 15,3-2-17-15,4 0-11 0,0-4 2 0,3 2-24 16,2-3 4-16,4 1-20 0,-1-4 12 0,4-2-24 15,1-4 27-15,1-2-43 0,1-2 14 0,1-5-30 16,2-1 20-16,-2-3-31 0,3-1 17 0,0-5-23 16,0-4 18-16,-2-1-26 0,-1-1 18 0,-2 0-19 15,-1-5 15-15,-3 0-21 0,-2 0 22 0,-2-2-25 16,-4 2 21-16,-1 1-20 0,-1-1 17 0,-3 1-20 16,-4 1 22-16,-1 2-22 0,-1 3 22 0,-1 1-21 15,-3 4 15-15,1 2-16 0,0 1 16 0,-1 3-1 16,0 2-13-16,1 3-38 0,-1 0-57 0,0 1-68 15,2 1-96-15,2 4-129 0,1-4-94 0,4 2-155 16,0 1-567-16,2-2-827 0</inkml:trace>
  <inkml:trace contextRef="#ctx0" brushRef="#br0" timeOffset="96928.83">14421 6191 871 0,'5'-3'804'0,"-5"3"-148"0,7-3-145 15,-7 3-79-15,5 4-63 0,-5-4-46 0,5 11-48 16,-1-2-46-16,2-1-49 0,-1 4-33 16,2 1-28-16,2 1-24 0,1 3-20 0,3-1-11 0,0 0-18 15,2 0-19-15,1 1-44 0,0-2-85 0,-3-2-131 16,4-1-173-16,-6 2-175 0,1-4-644 0,-4-1-833 16</inkml:trace>
  <inkml:trace contextRef="#ctx0" brushRef="#br0" timeOffset="97062.29">14460 6159 578 0,'-7'-12'450'15,"3"0"-109"-15,0 2-83 0,1 2-59 0,3 0-64 16,0 0-87-16,1 2-100 0,2-1-104 0,0 3-108 16,2-2-219-16,-5 6 30 0</inkml:trace>
  <inkml:trace contextRef="#ctx0" brushRef="#br0" timeOffset="97729.39">14925 5881 752 0,'12'-13'663'0,"-3"2"-128"15,0 2-56-15,-3-1-75 0,-1 3-53 16,-2-2-54-16,-3 9-43 0,1-11-46 0,-1 11-35 16,-4-7-32-16,4 7-25 0,0 0-29 0,-20 6-16 15,11-3-13-15,-3 4-16 0,-2 3-6 0,0 1-9 16,0 2-9-16,0 3-2 0,0-2-5 0,3 0-7 0,1-1-7 15,3 2-11-15,2-3-3 0,1-3 4 16,4 3-15-16,0-4 5 0,5-1 2 0,-1 1 1 16,5-4 5-16,1 2 2 0,2-3 3 0,2-1 1 0,0-1-1 15,2-1 4-15,1 0 3 0,3 0 0 0,1-1 0 16,-3 0 2-16,2 1-1 0,1 0 1 0,-3 1-5 16,-2 1 7-16,1 1 0 0,-2 0-2 0,-1 3 14 15,-2 1-12-15,-3 3 12 0,-3 1-13 0,-1 0-4 16,-4 0 7-16,-2 4-2 0,0 0-1 0,-4 0 0 15,-2 3 0-15,-3 0 2 0,-3 0-1 0,-1 1 1 16,-4 0-10-16,4-3 11 0,-2-2-1 16,0 0 2-16,-2-4-3 0,7-2 3 0,0-4-4 0,0-2 3 15,11-2-7-15,-9-5-6 0,7-2-5 0,2-2-12 16,2-2-23-16,3-6-26 0,4-2-22 0,5-5-14 16,2-1-11-16,4-7 13 0,1 1 0 0,0-2 39 15,1-3-1-15,2-1 24 0,-2-1 6 0,1 0 52 16,0 0 37-16,1 0 24 0,-4 1 8 0,-1 0 12 15,-4 4 14-15,-1 4-1 0,-2 4 8 0,-6 6 11 16,3-1-20-16,-4 6-26 0,-2 3-13 0,-2 0-16 16,-1 11-7-16,-5-10-11 0,5 10-5 0,-14 3-3 15,3 2-1-15,1 3-10 0,-6 4 1 0,3 3-6 16,-2-1 3-16,2 3-3 0,-1 0-3 0,2-1 1 16,3 0 3-16,0 0-7 0,4-3 0 0,0-1 1 15,3-1-1-15,2-2-3 0,1 0 3 0,1-2-14 16,4-1 5-16,0 0-3 0,4-2 2 0,0 1 2 15,4-4 2-15,-2 4 5 0,2-3-5 0,4 0 5 16,0 1-5-16,-2-2 2 0,3 2 3 0,-1 0-1 16,2 2-3-16,-1-2 5 0,-4 2-3 0,3 0 1 15,-4 2 1-15,1-1 3 0,-3 3-1 0,-3 0 0 16,-4 0 1-16,1 0 0 0,-5 1-1 0,-1 0-4 16,-1 2 8-16,-5 0 12 0,0 1-16 0,-2 0 11 15,-2-3-15-15,-2 2-3 0,2-2-44 0,-2 0-40 0,-2-2-80 16,1-1-71-16,0-3-62 0,2-2-72 0,11-2-83 15,-19-1-505-15,13-3-552 0</inkml:trace>
  <inkml:trace contextRef="#ctx0" brushRef="#br0" timeOffset="98312.55">15531 5575 417 0,'13'-10'804'0,"-5"2"-203"0,-1 3-100 0,-7 5-103 0,8-7-50 0,-8 7-43 0,0 0-28 16,5 7-35-16,-10-3-36 0,2 5-36 0,0 0-35 15,-1 6-32-15,0-1-18 0,1-1-23 0,1 3-6 16,0-1-14-16,4-1-3 0,0 0 2 0,1 0 4 16,2 0-6-16,0-1-2 0,5-4 2 0,-1 1 5 15,2-4-1-15,0-1-10 0,0-3-7 0,2-1-3 16,1-2-4-16,0-2-7 0,2-3 16 0,-2-3-14 16,0 0 4-16,-1-3-13 0,1-3 20 0,-5 3-20 15,-2-3 8-15,0 2 6 0,0 1 1 0,-6-2 0 16,1 2 22-16,-5 2-5 0,2-4-1 0,-5 2-3 15,-2 0-7-15,-1 1-10 0,-1 2 2 0,-3-1-3 16,3 3 2-16,-4-1-10 0,2 2-1 0,1 0-1 16,-1-1-2-16,3 3 1 0,2-1-2 0,-2 2-1 15,2-3 16-15,2 4-19 0,5 2-2 0,-2-9-1 16,2 9 0-16,2-8 5 0,-2 8-2 0,13-4 0 16,-3 1 2-16,4 2 1 0,0 1-2 0,-1 0 4 15,6 1-3-15,-1 0 0 0,3 2 0 0,-1 0 4 16,-1 1-3-16,-1 1-2 0,-1-2 0 0,3 4-2 15,-3 1 7-15,-2-2-3 0,-2 1 0 0,2 0 3 16,-4 2-4-16,-1-1-1 0,-3-3 2 0,0 3 3 16,-2 0 1-16,-3-1-5 0,1-1 2 0,-3-6 3 0,1 9 23 15,-1-9 8-15,-2 6 14 0,2-6-3 16,0 0-10-16,-11-5 11 0,6 0-3 0,0-5-5 16,-2-1-11-16,2-4-8 0,-2-5-3 0,3 0-4 15,-1-3-19-15,1 0 21 0,3 0-23 0,0 3 21 0,1-1-14 16,2 1-1-16,1 3-2 0,1-2-2 0,1 4 0 15,3 0 5-15,2 5 4 0,1 0 4 16,1 4-3-16,0 4-1 0,1 2-18 0,1 1 21 16,2 2-18-16,-1 4-2 0,0 4-29 0,1 1-14 0,-4 2-34 15,0 2-54-15,-2 3-64 0,-2-2-74 0,-4 4-85 16,-2-2-31-16,-4 1-101 0,-2 4-129 0,-7 0-415 16,-2 1-659-16</inkml:trace>
  <inkml:trace contextRef="#ctx0" brushRef="#br0" timeOffset="98467.38">14451 5917 788 0,'-24'3'828'0,"6"-1"-183"0,3-1-162 0,15-1-99 0,-20 0-75 0,20 0-60 0,-5-4-59 15,5 4-83-15,2-9-153 0,3 6-155 0,1-3-128 16,3 1-235-16,5-1-330 0,-1 1-454 0</inkml:trace>
  <inkml:trace contextRef="#ctx0" brushRef="#br0" timeOffset="98796.08">16341 4214 1504 0,'-28'-13'852'15,"6"4"-194"-15,6 6-153 0,3 3-80 16,4 2-109-16,-1 3-46 0,5 2-74 0,0 4-5 0,2 3-57 16,1 3 27-16,2 5-63 0,2 7-13 0,7 14 31 15,8 13 7-15,4 6 58 0,6 6-12 0,14 17 45 16,4 0-65-16,3-1-34 0,4 0-17 0,0-3-46 15,2 3 7-15,-1-1 15 0,-4 0-39 0,-1-5 24 16,-8-14-14-16,0 1-6 0,-1-6-11 0,-3-2-32 16,-1-1-56-16,-2-4-24 0,-4-7-76 0,-6-8-37 15,-1-4-37-15,-5-9-73 0,-6-3-51 0,-1-3-91 16,-3-5-60-16,-5-4-134 0,-2-9-602 0,-4 9-855 16</inkml:trace>
  <inkml:trace contextRef="#ctx0" brushRef="#br0" timeOffset="99162.32">16753 5195 434 0,'-5'-31'721'0,"2"3"-169"16,3 1-122-16,4 2-82 0,1 1-54 0,4 2-19 15,1 1-41-15,2 5-38 0,1 0-8 16,3 3-7-16,-4 4 6 0,4 2-26 0,0 2 21 0,2 2 15 16,2 3-33-16,-1 2-31 0,2 1-21 0,0 3-24 15,0-1-17-15,-1 4-15 0,-2-1-11 0,-4 1-5 16,-1-1-5-16,-3 1-9 0,-1 1 0 0,-2 1-9 15,-5-4-1-15,1 3-5 0,-5-2 1 0,1 0-4 16,-4 0-1-16,1-2-1 0,-2 0-1 0,-1-3 11 16,7-3-7-16,-16 0 9 0,7-2 8 0,-3-5-1 15,3-1-2-15,0-5-7 0,2-1 2 0,-1-3 19 16,2-2-9-16,2-3 1 0,3 1-11 0,1 2-3 16,3-4-2-16,5 0-8 0,0 3 6 0,5-2-6 0,3 2 5 15,2 3 8-15,5 3 7 0,-1 3 4 16,1 5 5-16,1 2 1 0,4 3-5 0,-2 2-3 15,-1 3 5-15,2 2-6 0,-1 3-5 0,-3 1-3 16,-3 1-30-16,-2-1-24 0,1 4-40 0,-6-1-33 0,-3-1-46 16,-2 1-60-16,-3 1-76 0,-4-2-99 15,-1 0-44-15,-2 0-116 0,-1-4-121 0,-1 1-310 16,-2-4-573-16</inkml:trace>
  <inkml:trace contextRef="#ctx0" brushRef="#br0" timeOffset="100712.17">17365 4677 400 0,'5'-8'596'0,"0"2"-113"0,-5 6-21 16,14-3-33-16,-14 3-48 0,17 3-27 0,-6 1-18 0,0 2-36 15,0 3-55-15,1 2-27 0,2 3-35 0,0-1-13 16,0 1-57-16,2 0-14 0,-2 1-29 0,1-2-7 16,-1-1-19-16,-3 0 1 0,2-2-18 0,-3-3 4 15,2 2-15-15,-2-5 13 0,0 2-18 16,-1-6 3-16,-9 0-18 0,20 0 5 0,-11-5-11 0,2 0 8 15,-2-4-12-15,0-1 3 0,-3-2 2 0,0 1 3 16,1-3-2-16,-3-2 1 0,-2 1-1 16,-1-1 3-16,-2 0 1 0,0-2-3 0,-2 2 3 0,-2 3 3 15,-4-2-2-15,0 4 2 0,-1-1 1 16,-4 3-1-16,1 2 1 0,-5 2-2 0,2 2 1 0,-3 3 0 16,-1 3-2-16,1 0 3 0,-2 3 9 0,1 0-10 15,6 1 7-15,0 1-10 0,3-1 6 0,3 0-5 16,2-1 2-16,3 0-3 0,3-6 5 0,1 9-4 15,-1-9 6-15,11 3-12 0,-11-3 4 0,20-2-5 16,-10-4 6-16,4 2-2 0,0-5 1 0,3-1 0 16,0-2 1-16,-1 0-3 0,0-4 8 0,0-2-3 15,1-1-2-15,-2-1 3 0,-1-2 3 0,-1 0-5 16,-4 0 3-16,0 0-8 0,-4-1 11 0,1 0-1 16,-2 2-3-16,-1 2 1 0,-2 2 0 0,-2 1 0 15,1 0 0-15,-3 5 4 0,0 0-2 0,1 1 2 16,-3 4 1-16,5 6 4 0,-8-4-6 0,8 4 0 15,-9 3-1-15,4 3 1 0,4 4-6 0,0 1 15 16,2 1-6-16,1 4 1 0,5 3 12 0,2 1 3 16,3 3 6-16,4 1-3 0,2-1-7 0,0 0 3 15,2-3-7-15,6 5-3 0,-5-6-5 0,-1-2 17 16,1-3-20-16,-5 1 1 0,2-5 1 0,-4 1 10 16,0-2 9-16,-3-1 4 0,-1-2 15 0,-2 0 15 15,0 0 21-15,-2-3 8 0,2 1 0 0,-8-4-7 16,6 5-13-16,-6-5-17 0,0 0-7 0,0 0-6 15,0 0-3-15,0 0-14 0,0 0-2 0,0 0-2 16,-14-2-1-16,14 2-6 0,-9-8-14 0,5-1 23 16,-1 0-23-16,3 0 29 0,-3-3-35 0,2-3 21 15,2-1 2-15,0-1-15 0,1-1-1 0,1 0 3 16,0-1-2-16,2 3 0 0,0 1 45 0,1 0-47 16,0 1 38-16,2 3-57 0,1 1 54 0,-1 3-55 15,3 1 50-15,1 0-48 0,2 6 48 0,-1-1-47 16,2 2 3-16,-1 3 10 0,2 3-1 0,-1-1 4 15,-1 2 4-15,1 2 1 0,0-1-12 0,-3 1 17 16,-1 1-19-16,1-1 18 0,-1 1-7 0,-4-4 2 16,1 3 3-16,-4-2-2 0,1-1 4 0,-3 0-7 15,0-7 3-15,-4 11-2 0,4-11-1 0,-9 7-5 16,9-7-16-16,-13 1 18 0,13-1-19 0,-18-4 27 16,10-3-21-16,1 1 2 0,-1-3 8 0,-1-3 0 15,3-1 2-15,1 1 5 0,0-4-4 0,2 0 5 16,2 1 42-16,1-2-54 0,1 0 50 0,5 4-58 15,-2-2 58-15,4 2-60 0,2 1 52 0,1 2-53 16,4 1 50-16,2 2-54 0,2 1 55 0,-2 1-48 16,4 2 58-16,-2 2-60 0,0 1 52 0,-1 1-57 15,1 3 51-15,-1-1-55 0,-4 2-2 0,3 0-1 0,-6 0 2 16,1 2 0-16,-3-1 19 0,-3 2-4 0,-1 0 5 16,-5-2 1-16,3 1 1 0,-3 0 3 15,-3 1 2-15,3-2 5 0,-4-1-1 0,2 1-1 16,2-6 3-16,-5 9 1 0,5-9-3 0,0 0-16 0,0 0-13 15,0 0-1-15,-4-5-6 0,8-2 17 0,-2-3-27 16,6-2 16-16,0-1-9 0,3-3 20 16,1-2-8-16,-1 2 16 0,4-1 3 0,0 0 3 15,0 1-10-15,-1-2 21 0,0 2-10 0,0 0 37 0,1 1-5 16,-3 1 36-16,-1 0-30 0,2-2 45 0,-4 5-38 16,0-2 3-16,0 2 61 0,-1 0-58 0,-3-2 51 15,1 6-52-15,-3-4 47 0,2 3-49 0,-3-1 39 16,-2 3-50-16,2-1 40 0,-2 7-59 0,-3-10 40 15,3 10-55-15,-9-10 39 0,9 10-46 0,-13-1 41 16,13 1-50-16,-17 4 49 0,6 3-51 0,2 0 47 16,-2 1-48-16,1 3 48 0,1-1-48 0,0 1 45 15,4 2-48-15,-2-1 50 0,5-2-47 0,0 3 47 16,0-2-49-16,3-2 41 0,0 4-44 0,1-5 47 16,1 1-55-16,1-1 49 0,1-1-48 0,4 0 56 0,-4-2-52 15,3-1 53-15,1 0-52 0,1-2 56 16,-10-2-56-16,18-2 54 0,-8 2-51 0,1-2 52 15,-1-3-53-15,1 2 50 0,-2 0-48 0,0-1 48 16,-1-1-49-16,1 1 50 0,-3 1-48 0,1-1 50 16,-1-1-47-16,-6 5 47 0,10-7-54 0,-10 7 52 15,9-4-49-15,-9 4 48 0,7-6-43 0,-7 6 41 16,6-4-51-16,-6 4 52 0,9-4-54 0,-9 4 54 16,10-3-52-16,-1 0 55 0,1 0-51 0,2 1 49 0,-2-1-54 15,4-1 55-15,0 1-53 0,0-3 54 0,0 1-48 16,2-1 49-16,-5 0-49 0,3-2 51 15,0 0-53-15,-3-2 53 0,0 1-51 0,-1-3 53 0,-1-1-55 16,0 0 54-16,-4-4-52 0,3-1 51 0,-4 0-50 16,0-3 5-16,-2 2 6 0,-2-2 2 0,-1-5 3 15,-2 2-4-15,-2-5 44 0,-3-2-55 0,-2 0 50 16,-3-5-10-16,-1-2 3 0,-4 2-12 0,1-1-1 16,-1 0-2-16,-1 2 1 0,1 5 0 0,2 4 7 15,3 4-2-15,2 5-1 0,2 1-1 0,0 4-1 16,3 4-8-16,6 8 5 0,-10-3 1 0,6 10 2 15,1 4 2-15,3 7-43 0,3 7 54 0,3 8-38 16,4 12 38-16,3 2 13 0,6 8 30 0,1 4-42 16,4 0 28-16,1 0-40 0,2-2 33 0,1 0-42 15,2-7 34-15,0-1-39 0,1-5 37 0,-7-7-42 16,2-5 5-16,-3-1-35 0,-3-9-38 0,-4-1-39 16,-1-5-48-16,-2 0-51 0,-4-7-75 0,0 2-98 15,-4-5-80-15,-1-1-75 0,-4-5-94 0,0 0-519 16,0 0-767-16</inkml:trace>
  <inkml:trace contextRef="#ctx0" brushRef="#br0" timeOffset="100845.7">19103 4051 1162 0,'0'-10'837'0,"0"3"-172"0,0 7-49 0,0-13-73 0,0 13 25 0,0-8-60 0,0 8 66 16,0-10-71-16,0 10-67 0,0-8-92 15,0 8-77-15,1-7-118 0,-1 7-176 0,0 0-196 16,-3-8-265-16,3 8-379 0,-16 4-892 0,4 0-1448 0</inkml:trace>
  <inkml:trace contextRef="#ctx0" brushRef="#br0" timeOffset="134327.62">14331 16823 19 0,'-21'-14'556'0,"0"-2"-155"0,-1-1-56 16,0 0-80-16,2 1-20 0,2 3-39 0,0 1 31 15,4-1 0-15,0 4-25 0,3 0-23 0,2 2-30 0,0 0-22 16,2 2-34-16,7 5 49 0,-10-3 8 15,10 3 7-15,4 8 21 0,5 3-12 0,4 6-9 0,6 5-28 16,6 10-28-16,1 1-20 0,5 10-16 0,6 0 11 16,-3 1-4-16,3-1-20 0,-2 0-22 0,-2-4 4 15,2 3-23-15,-7-9 6 0,0 0-15 0,-1-3-4 16,-2 0-41-16,-1-3-49 0,-6-5-107 0,0-2-112 16,-2-4-70-16,-4-3-41 0,-3-2-29 0,0-2-45 15,-6-4-395-15,-3-5-441 0</inkml:trace>
  <inkml:trace contextRef="#ctx0" brushRef="#br0" timeOffset="134843.68">13867 16900 659 0,'-30'-21'600'0,"4"4"-143"0,5-2-87 0,4 2-59 16,5 0-57-16,4-2-36 0,2 1-17 0,6-3-15 16,6-3-3-16,7-11-7 0,6-2 7 0,3 0 13 15,9-7-26-15,6 4-35 0,1 0-25 0,3 7-23 16,-4 8-15-16,4 2-15 0,-1 9-10 0,1 3-6 15,-4 8-10-15,1 5-5 0,4 5-7 0,0 8-2 16,-1 5 3-16,-4 7-9 0,4 8-7 0,-5 5 1 16,-3 5-1-16,-7 2 2 0,-6 4 0 0,-7-5 5 15,-2 2-10-15,-5-1 14 0,-5 0 17 0,-2 2 31 16,-6-5-3-16,1-1 36 0,-4-4-25 0,-1-4 24 0,0-8-39 16,-2-3-11-16,1-5 13 0,1-3 28 0,1-4-10 15,-2-5-20-15,2-4-18 0,-1-4-13 16,0-7-13-16,1-4-7 0,0-5-9 0,1-9-24 0,6 1-2 15,-2-7 4-15,7 4-20 0,4-5 36 0,4-4-22 16,4 2 28-16,5 2-3 0,4 2-2 0,4 4 7 16,3 4-1-16,1 4 5 0,4 5 0 0,-3 4 7 15,3 6-8-15,-5 3 4 0,6 4 0 0,0 3-29 16,3 2 35-16,-2 7-26 0,-1 2 27 0,-4 3-5 16,-2 1-5-16,-5 2 8 0,-1 2 9 0,-7-3-6 15,-2 2-4-15,-3-2 10 0,-4 1 6 0,-2-4 20 16,0 2-26-16,-4-4 25 0,-2-1-23 0,-2-5 19 0,-4 2-29 15,2-5 22-15,-2-2-29 0,-2-4 24 16,8-2-31-16,-19-2 26 0,7-8-27 0,-2-3 7 0,3-6 2 16,-1-6-3-16,1-1-2 0,2-5-40 0,1-2 50 15,4-2-1-15,2 0 1 0,-1 0-7 0,7 3-3 16,0 2-3-16,0 4-1 0,2 1 1 0,1 4-10 16,-1 1-18-16,4 3-45 0,0 0-38 0,1 5-69 15,0 1-78-15,1 2-87 0,0 1-78 0,1 2-53 16,-1 3-96-16,2 0-493 0,-1 0-684 0</inkml:trace>
  <inkml:trace contextRef="#ctx0" brushRef="#br0" timeOffset="135177.38">15189 16531 278 0,'0'0'855'0,"0"0"-220"0,0 0-128 0,6 4-127 0,-6-4-27 0,6 9-21 16,-4 1-9-16,0-3-20 0,1 3-42 0,-1 0-40 15,2 2-46-15,0-1-18 0,2 0-13 0,3 1 26 16,-1-2-50-16,1 3 30 0,0-2-72 0,4-3 36 16,-2 2-58-16,3-4 49 0,-1 0-65 0,2-2 39 15,-2-1-55-15,4-3 45 0,-6-2-15 0,5-2-10 0,-1-2-5 16,-2-1-9-16,-1-4-5 0,-1-1-5 0,-2-1-5 16,-2-1-1-16,0-3-3 0,-2 3-2 0,-4-4-2 15,-1 6 3-15,0-4-4 0,-4 2 0 16,-1 1-2-16,1 3-2 0,-6 0-2 0,1 4 2 0,-1 4-2 15,-3 2-2-15,-1 2-1 0,-1 4-1 0,-3 4 0 16,-1-1 0-16,3 4 5 0,-3 1-8 16,5 0-2-16,0 0-27 0,2 2-95 0,5-5-68 15,1 1-115-15,3 0-115 0,2-5-39 0,3-1-65 0,-2-6-81 16,8 6-470-16,-8-6-702 0</inkml:trace>
  <inkml:trace contextRef="#ctx0" brushRef="#br0" timeOffset="135643.53">15517 16233 149 0,'5'-12'969'0,"-1"3"-247"0,1 3-157 0,-5 6-130 16,9-2-39-16,-3 4 13 0,2 8-9 0,4 3-1 15,4 7-20-15,0 4-6 0,7 8 11 0,1 3-1 16,5 9-10-16,3 2-51 0,3 4-2 0,2 0-86 16,2 0-39-16,0 3-39 0,0-1-32 0,5 0 14 0,-1-2-68 15,1 1 23-15,-1-2-53 0,3-2 29 16,-4 0-56-16,-1-4 35 0,0-1-85 0,-1-4 9 15,-10-8-51-15,-3-2-50 0,0-3-35 0,-6-6-11 0,-4-3 10 16,-4-3-5-16,-1-1 17 0,-3-3-37 0,-6-3-45 16,-3-6-55-16,0 0 8 0,0 0 6 0,-20-4 34 15,1-7 3-15,-6-6 31 0,-8-7 33 0,-13-8 40 16,-2-4 24-16,-6-3 26 0,-2-4 20 0,-4-4 21 16,-13-13 24-16,-1-5 5 0,2-3 7 0,3-3 18 15,3-2 30-15,8 0 5 0,14 14 10 0,6 0 7 16,8 5-8-16,6 2 7 0,11 13-16 0,4 1 4 15,5 5-8-15,10 8 20 0,2-3 3 0,6 3 7 0,5 5-3 16,5 1-10-16,3 6-12 0,5 5 22 16,0 4-40-16,-2 4-3 0,4 3-6 0,-2 2 26 15,1 7-39-15,2 1 32 0,-3 4-38 0,-3 4 49 16,-2 2-42-16,-9-2 39 0,1 2-39 0,-6 3 40 0,0-1-49 16,-7 3 57-16,-1-1-19 0,-3-1-8 15,-4 1-5-15,-2-2-48 0,-2 3 50 0,-2-5-51 16,-3-3 55-16,1-1-54 0,-3-3 49 0,-1-5-52 15,2-2 28-15,0-6-96 0,0-1-55 0,-2-5-79 0,1-5-71 16,0-5-49-16,1-5-29 0,3-3-13 0,1-6-22 16,5 2-15-16,1-3-39 0,4-3-340 0,1 0-340 15</inkml:trace>
  <inkml:trace contextRef="#ctx0" brushRef="#br0" timeOffset="135960.03">16033 16001 85 0,'11'-11'656'0,"-2"2"-100"0,-3 5-105 0,-6 4-18 0,15-4-40 0,-15 4-25 0,11 6-24 15,-6-2-19-15,1 5-33 0,-1 0-26 0,0 2-23 16,-1 3-38-16,1-1-36 0,-1 2-31 0,2-2-1 16,1 3-54-16,-1-2 54 0,3 1-47 0,0 2 35 15,0-6-71-15,1 3 51 0,0-6-64 0,1 3 51 16,0-4-52-16,2-3 39 0,-3-1-60 0,2-3 44 16,0 0-59-16,1-3 45 0,0-2-49 0,-3-6 3 15,2 2-1-15,-2-2 3 0,-1-4 2 0,-4 0-3 16,0 1 1-16,-2-4 5 0,-2 1-6 0,-1 3 6 15,0 1 30-15,-4-2 16 0,2 3-4 0,-5 1-11 16,2 3-4-16,-3 0-1 0,-2 3-13 0,-1 2-10 16,-2 2 0-16,0 2-1 0,-2 4-4 0,-2 2-3 0,4-1 1 15,-6 5-13-15,4-2-30 0,2 4-32 16,0-2-38-16,3-1-45 0,1-1-77 0,4-1-77 16,0 0-65-16,2 0-49 0,3-8 17 0,0 9-52 15,0-9-24-15,7 5-16 0,-7-5-26 0,10-5-236 0,-4 2-268 16</inkml:trace>
  <inkml:trace contextRef="#ctx0" brushRef="#br0" timeOffset="136646.43">16249 15981 598 0,'12'-13'624'0,"-4"-1"-91"0,4-2-13 16,-3 1-52-16,2-2-38 0,-1 4-42 0,-1 1-33 0,0-1-48 15,2 3-1-15,-1 0-83 0,-1 0-29 0,4 2-23 16,-1 2 22-16,-1 3-73 0,2 0 30 0,0 3-75 16,1 1 36-16,1 4-70 0,0 0 43 15,3 3-65-15,0 3-3 0,0-1-3 0,0 0 17 0,0 3-24 16,-3 1 1-16,2-1 2 0,-5 1-2 0,1-1 2 15,-1-2 40-15,-3-1 33 0,-3 1 24 0,2-2 25 16,-3 0-5-16,-4-1-9 0,2-2-1 0,-5 0-12 16,0 1-18-16,2-7-11 0,-10 6-16 0,10-6-11 15,-17 0-9-15,9-1-7 0,-6-5-7 0,3-4-7 16,-3-4-8-16,2-2-1 0,-3-6 23 0,3-3-67 16,2-1-5-16,3-4-85 0,0-5-20 0,1-5-89 15,-1 1-1-15,6 3-7 0,0 1-8 0,1 0-31 16,0-1-28-16,1 4-19 0,0 0-36 0,2 5 15 15,-2-1-36-15,2 0-7 0,-2 2 0 0,3 0 37 0,-1 3 50 16,-2-1 51-16,0-1 50 0,-1 6 65 16,0-1 60-16,0 1 66 0,-2-1 81 0,0 4 76 15,0-1 67-15,-1 3-7 0,-1 2 39 0,3 1-9 16,-2 1-14-16,2 1-40 0,1 9 10 0,-3-8 29 0,3 8 25 16,0 0-2-16,11 11 6 0,-2-1-13 0,3 5-25 15,5 6-27-15,2 0-7 0,5 8-31 16,3-1-24-16,-1 4-27 0,2-3-23 0,0 2-9 15,-1 0-14-15,2 0-9 0,1-2-5 0,-2 0-8 0,0-1-7 16,-4-1-5-16,1-2-3 0,-5-3-1 0,-2-1-4 16,-3-2 1-16,-1-2-4 0,-3-2 3 15,-4-1-9-15,0-1-4 0,-1-3 7 0,-5 0-4 0,2-1 5 16,-5 0-4-16,2-9 4 0,-7 9-5 0,7-9 0 16,-14 1-2-16,14-1 0 0,-19-1 4 0,7-4-2 15,2 4 50-15,-1-2-54 0,0-3 49 16,3 1-56-16,0 0 51 0,1-4-54 0,2 0 53 0,4 0-59 15,0-2 5-15,2-2 7 0,0-1 3 0,4-3 5 16,2-1-1-16,1-3 3 0,1 2 3 0,3-1 5 16,2-2-1-16,-1 1 1 0,2 0-11 0,-1 0 24 15,0 4-5-15,-1 1 38 0,1 1-28 0,-2 1 23 16,-2 3-36-16,1 1 24 0,-2 1-38 0,-1 4 29 16,1 1-31-16,2 2 38 0,-11 2-9 0,20 3-7 15,-10 0 0-15,0 4-7 0,-1 1 4 0,4 1-5 16,-4 2-5-16,0-1 0 0,-1 2-1 0,2-1 37 15,-3 1-47-15,0 0 40 0,0-2-44 0,0 0 34 16,-2-3-76-16,1 2-2 0,-2-2-117 0,2-2-84 16,-6-5-96-16,5 7-129 0,-5-7-54 0,0 0-182 15,4-5-482-15,-4 5-810 0</inkml:trace>
  <inkml:trace contextRef="#ctx0" brushRef="#br0" timeOffset="136827.37">17167 15255 1618 0,'0'0'841'0,"-13"3"-209"0,13-3-131 0,-9 5-92 16,9-5-79-16,-4 7-84 0,4-7-47 0,-6 6-44 16,6-6-25-16,0 0-33 0,0 0-16 0,-2 6-18 15,2-6-10-15,0 0-23 0,8 4-54 0,-8-4-114 16,13 1-108-16,-4 2-86 0,4-2-60 16,0 1-87-16,3-2-45 0,1 2-23 0,2-1-305 0,-1-1-398 15</inkml:trace>
  <inkml:trace contextRef="#ctx0" brushRef="#br0" timeOffset="137394.32">17506 15274 673 0,'20'-6'569'0,"-1"-1"-76"0,-3 0-52 16,0 1-63-16,-2-1-41 0,-2 0-23 0,-1 0-6 16,-2 1-20-16,0-2-45 0,-4 1-14 0,0-1-9 15,-1 0-26-15,-1 1-13 0,-3-2-18 0,-2 3-14 16,1-3 2-16,-5 4-20 0,1-2 9 0,-3 3 4 16,-1-2-7-16,0 3-23 0,-1 2-15 0,10 1-31 15,-22 2-12-15,11 0-7 0,-1 6-17 0,-1-1-4 16,1 2-31-16,3 0 27 0,0 1-31 0,0 0 28 15,5 2-31-15,0-3 29 0,3 2-4 0,0-3-1 0,2 2-5 16,1-2 7-16,2 1 2 0,3-3 0 16,0-1-1-16,2 1-3 0,2-1 2 0,1-1-1 15,-2-1-27-15,2-2 26 0,3-1-29 0,-3 0 28 16,0-1-31-16,0-2 23 0,2 0-31 0,-4 0 35 0,1-1-32 16,0-1 37-16,-3-1-33 0,-1 1 31 0,0-4-29 15,-2 1 33-15,-1-3-31 0,-2-2 26 16,-1 2-2-16,-1-4-1 0,-1-3-4 0,-1 0 1 0,-2-6-2 15,0-1 1-15,-1 0-3 0,1 0 4 0,0 1-6 16,0 1 4-16,3 5-2 0,1 1 0 0,0 1-1 16,5 2 4-16,-1 1-3 0,5 5 7 0,1 2 8 15,3 2 4-15,2 4 2 0,1 1 2 0,3 4-3 16,0 2-3-16,4 3 0 0,0 2-7 0,1 1-2 16,-2 1-2-16,0 1 3 0,-3-2-6 15,-2 0-1-15,-1 1 3 0,-3-2-3 0,0-1 1 0,-3-1 1 16,-2 2 5-16,-2-3 4 0,-2-1-30 0,-3 0 33 15,2 1-34-15,-7-4 33 0,0 2-30 0,-2-1 30 16,-1-3-29-16,7-3 31 0,-19 1-32 0,10-2 32 16,-2-5-31-16,-2-1 36 0,0-4-6 0,2-4 1 15,-1-3-6-15,4 0-4 0,3-3 3 0,-1 0-8 16,3 2-4-16,3 2 0 0,3 0 4 0,3-1-6 16,1 4 3-16,2 2 1 0,5-1-2 0,1 2 2 15,2 4-2-15,-1 2 4 0,3 0-7 0,1 4 4 16,0 1 2-16,-1 1-5 0,1 2 0 0,-1 3-19 15,0-2-37-15,-4 2-53 0,0 1-69 0,-2 1-83 16,-4 2-83-16,-2 1-91 0,-2 1-34 0,-5-1-59 0,-3 3-107 16,-4 3-550-16,-4-1-797 0</inkml:trace>
  <inkml:trace contextRef="#ctx0" brushRef="#br0" timeOffset="137578.49">17062 15314 10 0,'-29'4'846'0,"3"-2"-195"0,3 0-141 16,5-1-109-16,3 0-99 0,5-2-38 0,10 1 3 16,-12-5 6-16,12 5 1 0,0-10-12 0,5 0-39 15,8-4-5-15,5-5-43 0,7-6-28 0,6-3-31 16,11-7-22-16,8-5-17 0,0-4-21 0,10-2-46 16,12-12-64-16,-1-1-109 0,0 1-123 0,-11 9-118 15,-3 1-206-15,-2 0-538 0,-4 4-762 0</inkml:trace>
  <inkml:trace contextRef="#ctx0" brushRef="#br0" timeOffset="137777.01">18582 14722 2633 0,'0'0'1244'0,"0"0"-280"15,0 0-255-15,0 0-252 0,0 0-165 0,0 0-168 16,0 0-67-16,0 0-98 0,0 0-23 0,-3-4-86 16,3 4-112-16,0 0-165 0,0 0-160 0,-17 0-981 15,7 3-1212-15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extLst>
      <p:ext uri="{BB962C8B-B14F-4D97-AF65-F5344CB8AC3E}">
        <p14:creationId xmlns:p14="http://schemas.microsoft.com/office/powerpoint/2010/main" val="20778246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3179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843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167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0564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4825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64" name="Google Shape;364;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6: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a:t>
            </a:fld>
            <a:endParaRPr/>
          </a:p>
        </p:txBody>
      </p:sp>
    </p:spTree>
    <p:extLst>
      <p:ext uri="{BB962C8B-B14F-4D97-AF65-F5344CB8AC3E}">
        <p14:creationId xmlns:p14="http://schemas.microsoft.com/office/powerpoint/2010/main" val="3308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1634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10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945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8307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524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3605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3640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5140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8327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030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36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4361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625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927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3402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699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856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17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4770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08" name="Google Shape;508;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26: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26</a:t>
            </a:fld>
            <a:endParaRPr/>
          </a:p>
        </p:txBody>
      </p:sp>
    </p:spTree>
    <p:extLst>
      <p:ext uri="{BB962C8B-B14F-4D97-AF65-F5344CB8AC3E}">
        <p14:creationId xmlns:p14="http://schemas.microsoft.com/office/powerpoint/2010/main" val="2994372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5955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23974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888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2675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18374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8046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67226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4262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1006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384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204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5926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2575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8457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20125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6" name="Google Shape;6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5121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5463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40792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61665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7017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54079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74596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95887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79677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1900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0878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8" name="Google Shape;74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50945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57497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9948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0595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96784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2" name="Google Shape;78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2549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8" name="Google Shape;788;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8099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76356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0" name="Google Shape;80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22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7" name="Google Shape;807;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65906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66903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4572002" y="2549771"/>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Clr>
                <a:schemeClr val="dk1"/>
              </a:buClr>
              <a:buSzPts val="1400"/>
              <a:buFont typeface="Calibri"/>
              <a:buNone/>
              <a:defRPr/>
            </a:lvl2pPr>
            <a:lvl3pPr lvl="2" algn="l" rtl="0">
              <a:lnSpc>
                <a:spcPct val="100000"/>
              </a:lnSpc>
              <a:spcBef>
                <a:spcPts val="0"/>
              </a:spcBef>
              <a:spcAft>
                <a:spcPts val="0"/>
              </a:spcAft>
              <a:buClr>
                <a:schemeClr val="dk1"/>
              </a:buClr>
              <a:buSzPts val="1400"/>
              <a:buFont typeface="Calibri"/>
              <a:buNone/>
              <a:defRPr/>
            </a:lvl3pPr>
            <a:lvl4pPr lvl="3" algn="l" rtl="0">
              <a:lnSpc>
                <a:spcPct val="100000"/>
              </a:lnSpc>
              <a:spcBef>
                <a:spcPts val="0"/>
              </a:spcBef>
              <a:spcAft>
                <a:spcPts val="0"/>
              </a:spcAft>
              <a:buClr>
                <a:schemeClr val="dk1"/>
              </a:buClr>
              <a:buSzPts val="1400"/>
              <a:buFont typeface="Calibri"/>
              <a:buNone/>
              <a:defRPr/>
            </a:lvl4pPr>
            <a:lvl5pPr lvl="4" algn="l" rtl="0">
              <a:lnSpc>
                <a:spcPct val="100000"/>
              </a:lnSpc>
              <a:spcBef>
                <a:spcPts val="0"/>
              </a:spcBef>
              <a:spcAft>
                <a:spcPts val="0"/>
              </a:spcAft>
              <a:buClr>
                <a:schemeClr val="dk1"/>
              </a:buClr>
              <a:buSzPts val="1400"/>
              <a:buFont typeface="Calibri"/>
              <a:buNone/>
              <a:defRPr/>
            </a:lvl5pPr>
            <a:lvl6pPr lvl="5" algn="l" rtl="0">
              <a:lnSpc>
                <a:spcPct val="100000"/>
              </a:lnSpc>
              <a:spcBef>
                <a:spcPts val="0"/>
              </a:spcBef>
              <a:spcAft>
                <a:spcPts val="0"/>
              </a:spcAft>
              <a:buClr>
                <a:schemeClr val="dk1"/>
              </a:buClr>
              <a:buSzPts val="1400"/>
              <a:buFont typeface="Calibri"/>
              <a:buNone/>
              <a:defRPr/>
            </a:lvl6pPr>
            <a:lvl7pPr lvl="6" algn="l" rtl="0">
              <a:lnSpc>
                <a:spcPct val="100000"/>
              </a:lnSpc>
              <a:spcBef>
                <a:spcPts val="0"/>
              </a:spcBef>
              <a:spcAft>
                <a:spcPts val="0"/>
              </a:spcAft>
              <a:buClr>
                <a:schemeClr val="dk1"/>
              </a:buClr>
              <a:buSzPts val="1400"/>
              <a:buFont typeface="Calibri"/>
              <a:buNone/>
              <a:defRPr/>
            </a:lvl7pPr>
            <a:lvl8pPr lvl="7" algn="l" rtl="0">
              <a:lnSpc>
                <a:spcPct val="100000"/>
              </a:lnSpc>
              <a:spcBef>
                <a:spcPts val="0"/>
              </a:spcBef>
              <a:spcAft>
                <a:spcPts val="0"/>
              </a:spcAft>
              <a:buClr>
                <a:schemeClr val="dk1"/>
              </a:buClr>
              <a:buSzPts val="1400"/>
              <a:buFont typeface="Calibri"/>
              <a:buNone/>
              <a:defRPr/>
            </a:lvl8pPr>
            <a:lvl9pPr lvl="8" algn="l" rtl="0">
              <a:lnSpc>
                <a:spcPct val="100000"/>
              </a:lnSpc>
              <a:spcBef>
                <a:spcPts val="0"/>
              </a:spcBef>
              <a:spcAft>
                <a:spcPts val="0"/>
              </a:spcAft>
              <a:buClr>
                <a:schemeClr val="dk1"/>
              </a:buClr>
              <a:buSzPts val="1400"/>
              <a:buFont typeface="Calibri"/>
              <a:buNone/>
              <a:defRPr/>
            </a:lvl9pPr>
          </a:lstStyle>
          <a:p>
            <a:endParaRPr/>
          </a:p>
        </p:txBody>
      </p:sp>
      <p:sp>
        <p:nvSpPr>
          <p:cNvPr id="20" name="Google Shape;20;p2"/>
          <p:cNvSpPr txBox="1">
            <a:spLocks noGrp="1"/>
          </p:cNvSpPr>
          <p:nvPr>
            <p:ph type="subTitle" idx="1"/>
          </p:nvPr>
        </p:nvSpPr>
        <p:spPr>
          <a:xfrm>
            <a:off x="5908431" y="4452632"/>
            <a:ext cx="5994300" cy="34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rtl="0">
              <a:lnSpc>
                <a:spcPct val="90000"/>
              </a:lnSpc>
              <a:spcBef>
                <a:spcPts val="375"/>
              </a:spcBef>
              <a:spcAft>
                <a:spcPts val="0"/>
              </a:spcAft>
              <a:buClr>
                <a:schemeClr val="dk1"/>
              </a:buClr>
              <a:buSzPts val="1500"/>
              <a:buNone/>
              <a:defRPr sz="1125"/>
            </a:lvl2pPr>
            <a:lvl3pPr lvl="2" algn="ctr" rtl="0">
              <a:lnSpc>
                <a:spcPct val="90000"/>
              </a:lnSpc>
              <a:spcBef>
                <a:spcPts val="375"/>
              </a:spcBef>
              <a:spcAft>
                <a:spcPts val="0"/>
              </a:spcAft>
              <a:buClr>
                <a:schemeClr val="dk1"/>
              </a:buClr>
              <a:buSzPts val="1350"/>
              <a:buNone/>
              <a:defRPr sz="1013"/>
            </a:lvl3pPr>
            <a:lvl4pPr lvl="3" algn="ctr" rtl="0">
              <a:lnSpc>
                <a:spcPct val="90000"/>
              </a:lnSpc>
              <a:spcBef>
                <a:spcPts val="375"/>
              </a:spcBef>
              <a:spcAft>
                <a:spcPts val="0"/>
              </a:spcAft>
              <a:buClr>
                <a:schemeClr val="dk1"/>
              </a:buClr>
              <a:buSzPts val="1200"/>
              <a:buNone/>
              <a:defRPr sz="900"/>
            </a:lvl4pPr>
            <a:lvl5pPr lvl="4" algn="ctr" rtl="0">
              <a:lnSpc>
                <a:spcPct val="90000"/>
              </a:lnSpc>
              <a:spcBef>
                <a:spcPts val="375"/>
              </a:spcBef>
              <a:spcAft>
                <a:spcPts val="0"/>
              </a:spcAft>
              <a:buClr>
                <a:schemeClr val="dk1"/>
              </a:buClr>
              <a:buSzPts val="1200"/>
              <a:buNone/>
              <a:defRPr sz="900"/>
            </a:lvl5pPr>
            <a:lvl6pPr lvl="5" algn="ctr" rtl="0">
              <a:lnSpc>
                <a:spcPct val="90000"/>
              </a:lnSpc>
              <a:spcBef>
                <a:spcPts val="375"/>
              </a:spcBef>
              <a:spcAft>
                <a:spcPts val="0"/>
              </a:spcAft>
              <a:buClr>
                <a:schemeClr val="dk1"/>
              </a:buClr>
              <a:buSzPts val="1200"/>
              <a:buNone/>
              <a:defRPr sz="900"/>
            </a:lvl6pPr>
            <a:lvl7pPr lvl="6" algn="ctr" rtl="0">
              <a:lnSpc>
                <a:spcPct val="90000"/>
              </a:lnSpc>
              <a:spcBef>
                <a:spcPts val="375"/>
              </a:spcBef>
              <a:spcAft>
                <a:spcPts val="0"/>
              </a:spcAft>
              <a:buClr>
                <a:schemeClr val="dk1"/>
              </a:buClr>
              <a:buSzPts val="1200"/>
              <a:buNone/>
              <a:defRPr sz="900"/>
            </a:lvl7pPr>
            <a:lvl8pPr lvl="7" algn="ctr" rtl="0">
              <a:lnSpc>
                <a:spcPct val="90000"/>
              </a:lnSpc>
              <a:spcBef>
                <a:spcPts val="375"/>
              </a:spcBef>
              <a:spcAft>
                <a:spcPts val="0"/>
              </a:spcAft>
              <a:buClr>
                <a:schemeClr val="dk1"/>
              </a:buClr>
              <a:buSzPts val="1200"/>
              <a:buNone/>
              <a:defRPr sz="900"/>
            </a:lvl8pPr>
            <a:lvl9pPr lvl="8" algn="ctr" rtl="0">
              <a:lnSpc>
                <a:spcPct val="90000"/>
              </a:lnSpc>
              <a:spcBef>
                <a:spcPts val="375"/>
              </a:spcBef>
              <a:spcAft>
                <a:spcPts val="0"/>
              </a:spcAft>
              <a:buClr>
                <a:schemeClr val="dk1"/>
              </a:buClr>
              <a:buSzPts val="1200"/>
              <a:buNone/>
              <a:defRPr sz="900"/>
            </a:lvl9pPr>
          </a:lstStyle>
          <a:p>
            <a:endParaRPr/>
          </a:p>
        </p:txBody>
      </p:sp>
      <p:sp>
        <p:nvSpPr>
          <p:cNvPr id="21" name="Google Shape;21;p2"/>
          <p:cNvSpPr txBox="1">
            <a:spLocks noGrp="1"/>
          </p:cNvSpPr>
          <p:nvPr>
            <p:ph type="body" idx="2"/>
          </p:nvPr>
        </p:nvSpPr>
        <p:spPr>
          <a:xfrm>
            <a:off x="5189413" y="4826979"/>
            <a:ext cx="6713400" cy="11085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SzPts val="1400"/>
              <a:buNone/>
              <a:defRPr sz="4050" b="1">
                <a:solidFill>
                  <a:srgbClr val="150860"/>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750"/>
              </a:spcBef>
              <a:spcAft>
                <a:spcPts val="0"/>
              </a:spcAft>
              <a:buClr>
                <a:srgbClr val="888888"/>
              </a:buClr>
              <a:buSzPts val="1800"/>
              <a:buNone/>
              <a:defRPr sz="1800" b="0" i="0">
                <a:solidFill>
                  <a:srgbClr val="888888"/>
                </a:solidFill>
                <a:latin typeface="Helvetica Neue Light"/>
                <a:ea typeface="Helvetica Neue Light"/>
                <a:cs typeface="Helvetica Neue Light"/>
                <a:sym typeface="Helvetica Neue Light"/>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8200" y="160569"/>
            <a:ext cx="9321900" cy="764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sz="2400" b="1">
                <a:solidFill>
                  <a:schemeClr val="lt1"/>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57739" y="1600203"/>
            <a:ext cx="10160100" cy="2728800"/>
          </a:xfrm>
          <a:prstGeom prst="rect">
            <a:avLst/>
          </a:prstGeom>
          <a:noFill/>
          <a:ln>
            <a:noFill/>
          </a:ln>
        </p:spPr>
        <p:txBody>
          <a:bodyPr spcFirstLastPara="1" wrap="square" lIns="91425" tIns="45700" rIns="91425" bIns="45700" anchor="t" anchorCtr="0">
            <a:noAutofit/>
          </a:bodyPr>
          <a:lstStyle>
            <a:lvl1pPr marL="457200" lvl="0" indent="-314325" algn="l" rtl="0">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rtl="0">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rtl="0">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rtl="0">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rtl="0">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329247" y="1143003"/>
            <a:ext cx="11196900" cy="3954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381000" algn="l" rtl="0">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371600" lvl="2" indent="-355600" algn="l" rtl="0">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828800" lvl="3" indent="-342900" algn="l" rtl="0">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2286000" lvl="4" indent="-342900" algn="l" rtl="0">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5" name="Google Shape;55;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1" name="Google Shape;61;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2" name="Google Shape;62;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3" name="Google Shape;63;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32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66" name="Google Shape;66;p11"/>
          <p:cNvSpPr>
            <a:spLocks noGrp="1"/>
          </p:cNvSpPr>
          <p:nvPr>
            <p:ph type="pic" idx="2"/>
          </p:nvPr>
        </p:nvSpPr>
        <p:spPr>
          <a:xfrm>
            <a:off x="5183188" y="987425"/>
            <a:ext cx="6172200" cy="4873500"/>
          </a:xfrm>
          <a:prstGeom prst="rect">
            <a:avLst/>
          </a:prstGeom>
          <a:noFill/>
          <a:ln>
            <a:noFill/>
          </a:ln>
        </p:spPr>
      </p:sp>
      <p:sp>
        <p:nvSpPr>
          <p:cNvPr id="67" name="Google Shape;67;p1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8" name="Google Shape;68;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9" name="Google Shape;69;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 name="Google Shape;70;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12"/>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32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73" name="Google Shape;73;p12"/>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74" name="Google Shape;74;p12"/>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75" name="Google Shape;75;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8"/>
        <p:cNvGrpSpPr/>
        <p:nvPr/>
      </p:nvGrpSpPr>
      <p:grpSpPr>
        <a:xfrm>
          <a:off x="0" y="0"/>
          <a:ext cx="0" cy="0"/>
          <a:chOff x="0" y="0"/>
          <a:chExt cx="0" cy="0"/>
        </a:xfrm>
      </p:grpSpPr>
      <p:sp>
        <p:nvSpPr>
          <p:cNvPr id="79" name="Google Shape;79;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0" name="Google Shape;80;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1" name="Google Shape;81;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84" name="Google Shape;84;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89" name="Google Shape;89;p1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0" name="Google Shape;90;p1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2" name="Google Shape;92;p1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3" name="Google Shape;93;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9" name="Google Shape;99;p1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0" name="Google Shape;100;p1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1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2" name="Google Shape;102;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SzPts val="1400"/>
              <a:buNone/>
              <a:defRPr sz="60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05" name="Google Shape;105;p1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6" name="Google Shape;106;p1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p1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8" name="Google Shape;10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9"/>
        <p:cNvGrpSpPr/>
        <p:nvPr/>
      </p:nvGrpSpPr>
      <p:grpSpPr>
        <a:xfrm>
          <a:off x="0" y="0"/>
          <a:ext cx="0" cy="0"/>
          <a:chOff x="0" y="0"/>
          <a:chExt cx="0" cy="0"/>
        </a:xfrm>
      </p:grpSpPr>
      <p:sp>
        <p:nvSpPr>
          <p:cNvPr id="110" name="Google Shape;110;p18"/>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1400"/>
              <a:buNone/>
              <a:defRPr sz="600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11" name="Google Shape;111;p18"/>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112" name="Google Shape;112;p1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150860"/>
              </a:buClr>
              <a:buSzPts val="5400"/>
              <a:buFont typeface="Helvetica Neue"/>
              <a:buNone/>
              <a:defRPr sz="5400" b="1">
                <a:solidFill>
                  <a:srgbClr val="150860"/>
                </a:solidFill>
                <a:latin typeface="Helvetica Neue"/>
                <a:ea typeface="Helvetica Neue"/>
                <a:cs typeface="Helvetica Neue"/>
                <a:sym typeface="Helvetica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p2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1000"/>
              </a:spcBef>
              <a:spcAft>
                <a:spcPts val="0"/>
              </a:spcAft>
              <a:buClr>
                <a:srgbClr val="888888"/>
              </a:buClr>
              <a:buSzPts val="2400"/>
              <a:buNone/>
              <a:defRPr sz="2400" b="0" i="0">
                <a:solidFill>
                  <a:srgbClr val="888888"/>
                </a:solidFill>
                <a:latin typeface="Helvetica Neue Light"/>
                <a:ea typeface="Helvetica Neue Light"/>
                <a:cs typeface="Helvetica Neue Light"/>
                <a:sym typeface="Helvetica Neue Light"/>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527520" y="274680"/>
            <a:ext cx="8160600" cy="8499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28" name="Google Shape;128;p22"/>
          <p:cNvSpPr txBox="1">
            <a:spLocks noGrp="1"/>
          </p:cNvSpPr>
          <p:nvPr>
            <p:ph type="body" idx="1"/>
          </p:nvPr>
        </p:nvSpPr>
        <p:spPr>
          <a:xfrm>
            <a:off x="609600" y="1600200"/>
            <a:ext cx="10972200" cy="4525800"/>
          </a:xfrm>
          <a:prstGeom prst="rect">
            <a:avLst/>
          </a:prstGeom>
          <a:noFill/>
          <a:ln>
            <a:noFill/>
          </a:ln>
        </p:spPr>
        <p:txBody>
          <a:bodyPr spcFirstLastPara="1" wrap="square" lIns="0" tIns="0" rIns="0" bIns="0" anchor="t" anchorCtr="0">
            <a:no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508000" y="152400"/>
            <a:ext cx="11040600" cy="5334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508000" y="152400"/>
            <a:ext cx="11040600" cy="5334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6" name="Google Shape;136;p25"/>
          <p:cNvSpPr txBox="1">
            <a:spLocks noGrp="1"/>
          </p:cNvSpPr>
          <p:nvPr>
            <p:ph type="body" idx="1"/>
          </p:nvPr>
        </p:nvSpPr>
        <p:spPr>
          <a:xfrm>
            <a:off x="548217" y="1143000"/>
            <a:ext cx="5444100" cy="5181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37" name="Google Shape;137;p25"/>
          <p:cNvSpPr txBox="1">
            <a:spLocks noGrp="1"/>
          </p:cNvSpPr>
          <p:nvPr>
            <p:ph type="body" idx="2"/>
          </p:nvPr>
        </p:nvSpPr>
        <p:spPr>
          <a:xfrm>
            <a:off x="6195484" y="1143000"/>
            <a:ext cx="5444100" cy="5181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45"/>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157"/>
        <p:cNvGrpSpPr/>
        <p:nvPr/>
      </p:nvGrpSpPr>
      <p:grpSpPr>
        <a:xfrm>
          <a:off x="0" y="0"/>
          <a:ext cx="0" cy="0"/>
          <a:chOff x="0" y="0"/>
          <a:chExt cx="0" cy="0"/>
        </a:xfrm>
      </p:grpSpPr>
      <p:sp>
        <p:nvSpPr>
          <p:cNvPr id="158" name="Google Shape;158;p29"/>
          <p:cNvSpPr txBox="1">
            <a:spLocks noGrp="1"/>
          </p:cNvSpPr>
          <p:nvPr>
            <p:ph type="body" idx="1"/>
          </p:nvPr>
        </p:nvSpPr>
        <p:spPr>
          <a:xfrm>
            <a:off x="406400" y="4648200"/>
            <a:ext cx="11277600" cy="1600200"/>
          </a:xfrm>
          <a:prstGeom prst="rect">
            <a:avLst/>
          </a:prstGeom>
          <a:noFill/>
          <a:ln>
            <a:noFill/>
          </a:ln>
        </p:spPr>
        <p:txBody>
          <a:bodyPr spcFirstLastPara="1" wrap="square" lIns="91425" tIns="45700" rIns="91425" bIns="45700" anchor="t" anchorCtr="0">
            <a:noAutofit/>
          </a:bodyPr>
          <a:lstStyle>
            <a:lvl1pPr marL="457200" lvl="0" indent="-228600" algn="l" rtl="0">
              <a:lnSpc>
                <a:spcPct val="105000"/>
              </a:lnSpc>
              <a:spcBef>
                <a:spcPts val="0"/>
              </a:spcBef>
              <a:spcAft>
                <a:spcPts val="0"/>
              </a:spcAft>
              <a:buClr>
                <a:schemeClr val="dk1"/>
              </a:buClr>
              <a:buSzPts val="3000"/>
              <a:buNone/>
              <a:defRPr sz="3000"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68"/>
        <p:cNvGrpSpPr/>
        <p:nvPr/>
      </p:nvGrpSpPr>
      <p:grpSpPr>
        <a:xfrm>
          <a:off x="0" y="0"/>
          <a:ext cx="0" cy="0"/>
          <a:chOff x="0" y="0"/>
          <a:chExt cx="0" cy="0"/>
        </a:xfrm>
      </p:grpSpPr>
      <p:sp>
        <p:nvSpPr>
          <p:cNvPr id="169" name="Google Shape;169;p31"/>
          <p:cNvSpPr txBox="1">
            <a:spLocks noGrp="1"/>
          </p:cNvSpPr>
          <p:nvPr>
            <p:ph type="ctrTitle"/>
          </p:nvPr>
        </p:nvSpPr>
        <p:spPr>
          <a:xfrm>
            <a:off x="4572003" y="2549773"/>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Clr>
                <a:schemeClr val="dk1"/>
              </a:buClr>
              <a:buSzPts val="1400"/>
              <a:buFont typeface="Calibri"/>
              <a:buNone/>
              <a:defRPr/>
            </a:lvl2pPr>
            <a:lvl3pPr lvl="2" algn="l" rtl="0">
              <a:lnSpc>
                <a:spcPct val="100000"/>
              </a:lnSpc>
              <a:spcBef>
                <a:spcPts val="0"/>
              </a:spcBef>
              <a:spcAft>
                <a:spcPts val="0"/>
              </a:spcAft>
              <a:buClr>
                <a:schemeClr val="dk1"/>
              </a:buClr>
              <a:buSzPts val="1400"/>
              <a:buFont typeface="Calibri"/>
              <a:buNone/>
              <a:defRPr/>
            </a:lvl3pPr>
            <a:lvl4pPr lvl="3" algn="l" rtl="0">
              <a:lnSpc>
                <a:spcPct val="100000"/>
              </a:lnSpc>
              <a:spcBef>
                <a:spcPts val="0"/>
              </a:spcBef>
              <a:spcAft>
                <a:spcPts val="0"/>
              </a:spcAft>
              <a:buClr>
                <a:schemeClr val="dk1"/>
              </a:buClr>
              <a:buSzPts val="1400"/>
              <a:buFont typeface="Calibri"/>
              <a:buNone/>
              <a:defRPr/>
            </a:lvl4pPr>
            <a:lvl5pPr lvl="4" algn="l" rtl="0">
              <a:lnSpc>
                <a:spcPct val="100000"/>
              </a:lnSpc>
              <a:spcBef>
                <a:spcPts val="0"/>
              </a:spcBef>
              <a:spcAft>
                <a:spcPts val="0"/>
              </a:spcAft>
              <a:buClr>
                <a:schemeClr val="dk1"/>
              </a:buClr>
              <a:buSzPts val="1400"/>
              <a:buFont typeface="Calibri"/>
              <a:buNone/>
              <a:defRPr/>
            </a:lvl5pPr>
            <a:lvl6pPr lvl="5" algn="l" rtl="0">
              <a:lnSpc>
                <a:spcPct val="100000"/>
              </a:lnSpc>
              <a:spcBef>
                <a:spcPts val="0"/>
              </a:spcBef>
              <a:spcAft>
                <a:spcPts val="0"/>
              </a:spcAft>
              <a:buClr>
                <a:schemeClr val="dk1"/>
              </a:buClr>
              <a:buSzPts val="1400"/>
              <a:buFont typeface="Calibri"/>
              <a:buNone/>
              <a:defRPr/>
            </a:lvl6pPr>
            <a:lvl7pPr lvl="6" algn="l" rtl="0">
              <a:lnSpc>
                <a:spcPct val="100000"/>
              </a:lnSpc>
              <a:spcBef>
                <a:spcPts val="0"/>
              </a:spcBef>
              <a:spcAft>
                <a:spcPts val="0"/>
              </a:spcAft>
              <a:buClr>
                <a:schemeClr val="dk1"/>
              </a:buClr>
              <a:buSzPts val="1400"/>
              <a:buFont typeface="Calibri"/>
              <a:buNone/>
              <a:defRPr/>
            </a:lvl7pPr>
            <a:lvl8pPr lvl="7" algn="l" rtl="0">
              <a:lnSpc>
                <a:spcPct val="100000"/>
              </a:lnSpc>
              <a:spcBef>
                <a:spcPts val="0"/>
              </a:spcBef>
              <a:spcAft>
                <a:spcPts val="0"/>
              </a:spcAft>
              <a:buClr>
                <a:schemeClr val="dk1"/>
              </a:buClr>
              <a:buSzPts val="1400"/>
              <a:buFont typeface="Calibri"/>
              <a:buNone/>
              <a:defRPr/>
            </a:lvl8pPr>
            <a:lvl9pPr lvl="8" algn="l" rtl="0">
              <a:lnSpc>
                <a:spcPct val="100000"/>
              </a:lnSpc>
              <a:spcBef>
                <a:spcPts val="0"/>
              </a:spcBef>
              <a:spcAft>
                <a:spcPts val="0"/>
              </a:spcAft>
              <a:buClr>
                <a:schemeClr val="dk1"/>
              </a:buClr>
              <a:buSzPts val="1400"/>
              <a:buFont typeface="Calibri"/>
              <a:buNone/>
              <a:defRPr/>
            </a:lvl9pPr>
          </a:lstStyle>
          <a:p>
            <a:endParaRPr/>
          </a:p>
        </p:txBody>
      </p:sp>
      <p:sp>
        <p:nvSpPr>
          <p:cNvPr id="170" name="Google Shape;170;p31"/>
          <p:cNvSpPr txBox="1">
            <a:spLocks noGrp="1"/>
          </p:cNvSpPr>
          <p:nvPr>
            <p:ph type="subTitle" idx="1"/>
          </p:nvPr>
        </p:nvSpPr>
        <p:spPr>
          <a:xfrm>
            <a:off x="5908431" y="4452634"/>
            <a:ext cx="5994300" cy="343200"/>
          </a:xfrm>
          <a:prstGeom prst="rect">
            <a:avLst/>
          </a:prstGeom>
          <a:noFill/>
          <a:ln>
            <a:noFill/>
          </a:ln>
        </p:spPr>
        <p:txBody>
          <a:bodyPr spcFirstLastPara="1" wrap="square" lIns="91425" tIns="45700" rIns="91425" bIns="45700" anchor="ctr" anchorCtr="0">
            <a:noAutofit/>
          </a:bodyPr>
          <a:lstStyle>
            <a:lvl1pPr lvl="0" algn="r" rtl="0">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rtl="0">
              <a:lnSpc>
                <a:spcPct val="90000"/>
              </a:lnSpc>
              <a:spcBef>
                <a:spcPts val="281"/>
              </a:spcBef>
              <a:spcAft>
                <a:spcPts val="0"/>
              </a:spcAft>
              <a:buClr>
                <a:schemeClr val="dk1"/>
              </a:buClr>
              <a:buSzPts val="1500"/>
              <a:buNone/>
              <a:defRPr sz="843"/>
            </a:lvl2pPr>
            <a:lvl3pPr lvl="2" algn="ctr" rtl="0">
              <a:lnSpc>
                <a:spcPct val="90000"/>
              </a:lnSpc>
              <a:spcBef>
                <a:spcPts val="281"/>
              </a:spcBef>
              <a:spcAft>
                <a:spcPts val="0"/>
              </a:spcAft>
              <a:buClr>
                <a:schemeClr val="dk1"/>
              </a:buClr>
              <a:buSzPts val="1350"/>
              <a:buNone/>
              <a:defRPr sz="760"/>
            </a:lvl3pPr>
            <a:lvl4pPr lvl="3" algn="ctr" rtl="0">
              <a:lnSpc>
                <a:spcPct val="90000"/>
              </a:lnSpc>
              <a:spcBef>
                <a:spcPts val="281"/>
              </a:spcBef>
              <a:spcAft>
                <a:spcPts val="0"/>
              </a:spcAft>
              <a:buClr>
                <a:schemeClr val="dk1"/>
              </a:buClr>
              <a:buSzPts val="1200"/>
              <a:buNone/>
              <a:defRPr sz="675"/>
            </a:lvl4pPr>
            <a:lvl5pPr lvl="4" algn="ctr" rtl="0">
              <a:lnSpc>
                <a:spcPct val="90000"/>
              </a:lnSpc>
              <a:spcBef>
                <a:spcPts val="281"/>
              </a:spcBef>
              <a:spcAft>
                <a:spcPts val="0"/>
              </a:spcAft>
              <a:buClr>
                <a:schemeClr val="dk1"/>
              </a:buClr>
              <a:buSzPts val="1200"/>
              <a:buNone/>
              <a:defRPr sz="675"/>
            </a:lvl5pPr>
            <a:lvl6pPr lvl="5" algn="ctr" rtl="0">
              <a:lnSpc>
                <a:spcPct val="90000"/>
              </a:lnSpc>
              <a:spcBef>
                <a:spcPts val="281"/>
              </a:spcBef>
              <a:spcAft>
                <a:spcPts val="0"/>
              </a:spcAft>
              <a:buClr>
                <a:schemeClr val="dk1"/>
              </a:buClr>
              <a:buSzPts val="1200"/>
              <a:buNone/>
              <a:defRPr sz="675"/>
            </a:lvl6pPr>
            <a:lvl7pPr lvl="6" algn="ctr" rtl="0">
              <a:lnSpc>
                <a:spcPct val="90000"/>
              </a:lnSpc>
              <a:spcBef>
                <a:spcPts val="281"/>
              </a:spcBef>
              <a:spcAft>
                <a:spcPts val="0"/>
              </a:spcAft>
              <a:buClr>
                <a:schemeClr val="dk1"/>
              </a:buClr>
              <a:buSzPts val="1200"/>
              <a:buNone/>
              <a:defRPr sz="675"/>
            </a:lvl7pPr>
            <a:lvl8pPr lvl="7" algn="ctr" rtl="0">
              <a:lnSpc>
                <a:spcPct val="90000"/>
              </a:lnSpc>
              <a:spcBef>
                <a:spcPts val="281"/>
              </a:spcBef>
              <a:spcAft>
                <a:spcPts val="0"/>
              </a:spcAft>
              <a:buClr>
                <a:schemeClr val="dk1"/>
              </a:buClr>
              <a:buSzPts val="1200"/>
              <a:buNone/>
              <a:defRPr sz="675"/>
            </a:lvl8pPr>
            <a:lvl9pPr lvl="8" algn="ctr" rtl="0">
              <a:lnSpc>
                <a:spcPct val="90000"/>
              </a:lnSpc>
              <a:spcBef>
                <a:spcPts val="281"/>
              </a:spcBef>
              <a:spcAft>
                <a:spcPts val="0"/>
              </a:spcAft>
              <a:buClr>
                <a:schemeClr val="dk1"/>
              </a:buClr>
              <a:buSzPts val="1200"/>
              <a:buNone/>
              <a:defRPr sz="675"/>
            </a:lvl9pPr>
          </a:lstStyle>
          <a:p>
            <a:endParaRPr/>
          </a:p>
        </p:txBody>
      </p:sp>
      <p:sp>
        <p:nvSpPr>
          <p:cNvPr id="171" name="Google Shape;171;p31"/>
          <p:cNvSpPr txBox="1">
            <a:spLocks noGrp="1"/>
          </p:cNvSpPr>
          <p:nvPr>
            <p:ph type="body" idx="2"/>
          </p:nvPr>
        </p:nvSpPr>
        <p:spPr>
          <a:xfrm>
            <a:off x="5189413" y="4826981"/>
            <a:ext cx="6713400" cy="11085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914400" lvl="1" indent="-342900" algn="l" rtl="0">
              <a:lnSpc>
                <a:spcPct val="90000"/>
              </a:lnSpc>
              <a:spcBef>
                <a:spcPts val="281"/>
              </a:spcBef>
              <a:spcAft>
                <a:spcPts val="0"/>
              </a:spcAft>
              <a:buClr>
                <a:schemeClr val="dk1"/>
              </a:buClr>
              <a:buSzPts val="1800"/>
              <a:buChar char="•"/>
              <a:defRPr/>
            </a:lvl2pPr>
            <a:lvl3pPr marL="1371600" lvl="2" indent="-342900" algn="l" rtl="0">
              <a:lnSpc>
                <a:spcPct val="90000"/>
              </a:lnSpc>
              <a:spcBef>
                <a:spcPts val="281"/>
              </a:spcBef>
              <a:spcAft>
                <a:spcPts val="0"/>
              </a:spcAft>
              <a:buClr>
                <a:schemeClr val="dk1"/>
              </a:buClr>
              <a:buSzPts val="1800"/>
              <a:buChar char="•"/>
              <a:defRPr/>
            </a:lvl3pPr>
            <a:lvl4pPr marL="1828800" lvl="3" indent="-342900" algn="l" rtl="0">
              <a:lnSpc>
                <a:spcPct val="90000"/>
              </a:lnSpc>
              <a:spcBef>
                <a:spcPts val="281"/>
              </a:spcBef>
              <a:spcAft>
                <a:spcPts val="0"/>
              </a:spcAft>
              <a:buClr>
                <a:schemeClr val="dk1"/>
              </a:buClr>
              <a:buSzPts val="1800"/>
              <a:buChar char="•"/>
              <a:defRPr/>
            </a:lvl4pPr>
            <a:lvl5pPr marL="2286000" lvl="4" indent="-342900" algn="l" rtl="0">
              <a:lnSpc>
                <a:spcPct val="90000"/>
              </a:lnSpc>
              <a:spcBef>
                <a:spcPts val="281"/>
              </a:spcBef>
              <a:spcAft>
                <a:spcPts val="0"/>
              </a:spcAft>
              <a:buClr>
                <a:schemeClr val="dk1"/>
              </a:buClr>
              <a:buSzPts val="1800"/>
              <a:buChar char="•"/>
              <a:defRPr/>
            </a:lvl5pPr>
            <a:lvl6pPr marL="2743200" lvl="5" indent="-342900" algn="l" rtl="0">
              <a:lnSpc>
                <a:spcPct val="90000"/>
              </a:lnSpc>
              <a:spcBef>
                <a:spcPts val="281"/>
              </a:spcBef>
              <a:spcAft>
                <a:spcPts val="0"/>
              </a:spcAft>
              <a:buClr>
                <a:schemeClr val="dk1"/>
              </a:buClr>
              <a:buSzPts val="1800"/>
              <a:buChar char="•"/>
              <a:defRPr/>
            </a:lvl6pPr>
            <a:lvl7pPr marL="3200400" lvl="6" indent="-342900" algn="l" rtl="0">
              <a:lnSpc>
                <a:spcPct val="90000"/>
              </a:lnSpc>
              <a:spcBef>
                <a:spcPts val="281"/>
              </a:spcBef>
              <a:spcAft>
                <a:spcPts val="0"/>
              </a:spcAft>
              <a:buClr>
                <a:schemeClr val="dk1"/>
              </a:buClr>
              <a:buSzPts val="1800"/>
              <a:buChar char="•"/>
              <a:defRPr/>
            </a:lvl7pPr>
            <a:lvl8pPr marL="3657600" lvl="7" indent="-342900" algn="l" rtl="0">
              <a:lnSpc>
                <a:spcPct val="90000"/>
              </a:lnSpc>
              <a:spcBef>
                <a:spcPts val="281"/>
              </a:spcBef>
              <a:spcAft>
                <a:spcPts val="0"/>
              </a:spcAft>
              <a:buClr>
                <a:schemeClr val="dk1"/>
              </a:buClr>
              <a:buSzPts val="1800"/>
              <a:buChar char="•"/>
              <a:defRPr/>
            </a:lvl8pPr>
            <a:lvl9pPr marL="4114800" lvl="8" indent="-342900" algn="l" rtl="0">
              <a:lnSpc>
                <a:spcPct val="90000"/>
              </a:lnSpc>
              <a:spcBef>
                <a:spcPts val="281"/>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18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7_Title and Content">
  <p:cSld name="7_Title and Content">
    <p:spTree>
      <p:nvGrpSpPr>
        <p:cNvPr id="1" name="Shape 207"/>
        <p:cNvGrpSpPr/>
        <p:nvPr/>
      </p:nvGrpSpPr>
      <p:grpSpPr>
        <a:xfrm>
          <a:off x="0" y="0"/>
          <a:ext cx="0" cy="0"/>
          <a:chOff x="0" y="0"/>
          <a:chExt cx="0" cy="0"/>
        </a:xfrm>
      </p:grpSpPr>
      <p:sp>
        <p:nvSpPr>
          <p:cNvPr id="208" name="Google Shape;208;p35"/>
          <p:cNvSpPr txBox="1">
            <a:spLocks noGrp="1"/>
          </p:cNvSpPr>
          <p:nvPr>
            <p:ph type="body" idx="1"/>
          </p:nvPr>
        </p:nvSpPr>
        <p:spPr>
          <a:xfrm>
            <a:off x="406400" y="1493840"/>
            <a:ext cx="10972800" cy="452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rtl="0">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09" name="Google Shape;209;p35"/>
          <p:cNvSpPr txBox="1">
            <a:spLocks noGrp="1"/>
          </p:cNvSpPr>
          <p:nvPr>
            <p:ph type="body" idx="2"/>
          </p:nvPr>
        </p:nvSpPr>
        <p:spPr>
          <a:xfrm>
            <a:off x="406400" y="152400"/>
            <a:ext cx="8432700" cy="11430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dk1"/>
              </a:buClr>
              <a:buSzPts val="2700"/>
              <a:buNone/>
              <a:defRPr sz="2700"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Blank_one">
  <p:cSld name="1_Blank_one">
    <p:spTree>
      <p:nvGrpSpPr>
        <p:cNvPr id="1" name="Shape 22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415600" y="2867800"/>
            <a:ext cx="11360700" cy="1122300"/>
          </a:xfrm>
          <a:prstGeom prst="rect">
            <a:avLst/>
          </a:prstGeom>
          <a:noFill/>
          <a:ln>
            <a:noFill/>
          </a:ln>
        </p:spPr>
        <p:txBody>
          <a:bodyPr spcFirstLastPara="1" wrap="square" lIns="91425" tIns="91425" rIns="91425" bIns="91425" anchor="ctr" anchorCtr="0">
            <a:normAutofit/>
          </a:bodyPr>
          <a:lstStyle>
            <a:lvl1pPr lvl="0" algn="ctr" rtl="0">
              <a:lnSpc>
                <a:spcPct val="90000"/>
              </a:lnSpc>
              <a:spcBef>
                <a:spcPts val="0"/>
              </a:spcBef>
              <a:spcAft>
                <a:spcPts val="0"/>
              </a:spcAft>
              <a:buClr>
                <a:schemeClr val="dk1"/>
              </a:buClr>
              <a:buSzPts val="3600"/>
              <a:buFont typeface="Calibri"/>
              <a:buNone/>
              <a:defRPr sz="3600"/>
            </a:lvl1pPr>
            <a:lvl2pPr lvl="1" algn="ctr" rtl="0">
              <a:lnSpc>
                <a:spcPct val="90000"/>
              </a:lnSpc>
              <a:spcBef>
                <a:spcPts val="0"/>
              </a:spcBef>
              <a:spcAft>
                <a:spcPts val="0"/>
              </a:spcAft>
              <a:buClr>
                <a:schemeClr val="dk1"/>
              </a:buClr>
              <a:buSzPts val="3600"/>
              <a:buFont typeface="Calibri"/>
              <a:buNone/>
              <a:defRPr sz="3600"/>
            </a:lvl2pPr>
            <a:lvl3pPr lvl="2" algn="ctr" rtl="0">
              <a:lnSpc>
                <a:spcPct val="90000"/>
              </a:lnSpc>
              <a:spcBef>
                <a:spcPts val="0"/>
              </a:spcBef>
              <a:spcAft>
                <a:spcPts val="0"/>
              </a:spcAft>
              <a:buClr>
                <a:schemeClr val="dk1"/>
              </a:buClr>
              <a:buSzPts val="3600"/>
              <a:buFont typeface="Calibri"/>
              <a:buNone/>
              <a:defRPr sz="3600"/>
            </a:lvl3pPr>
            <a:lvl4pPr lvl="3" algn="ctr" rtl="0">
              <a:lnSpc>
                <a:spcPct val="90000"/>
              </a:lnSpc>
              <a:spcBef>
                <a:spcPts val="0"/>
              </a:spcBef>
              <a:spcAft>
                <a:spcPts val="0"/>
              </a:spcAft>
              <a:buClr>
                <a:schemeClr val="dk1"/>
              </a:buClr>
              <a:buSzPts val="3600"/>
              <a:buFont typeface="Calibri"/>
              <a:buNone/>
              <a:defRPr sz="3600"/>
            </a:lvl4pPr>
            <a:lvl5pPr lvl="4" algn="ctr" rtl="0">
              <a:lnSpc>
                <a:spcPct val="90000"/>
              </a:lnSpc>
              <a:spcBef>
                <a:spcPts val="0"/>
              </a:spcBef>
              <a:spcAft>
                <a:spcPts val="0"/>
              </a:spcAft>
              <a:buClr>
                <a:schemeClr val="dk1"/>
              </a:buClr>
              <a:buSzPts val="3600"/>
              <a:buFont typeface="Calibri"/>
              <a:buNone/>
              <a:defRPr sz="3600"/>
            </a:lvl5pPr>
            <a:lvl6pPr lvl="5" algn="ctr" rtl="0">
              <a:lnSpc>
                <a:spcPct val="90000"/>
              </a:lnSpc>
              <a:spcBef>
                <a:spcPts val="0"/>
              </a:spcBef>
              <a:spcAft>
                <a:spcPts val="0"/>
              </a:spcAft>
              <a:buClr>
                <a:schemeClr val="dk1"/>
              </a:buClr>
              <a:buSzPts val="3600"/>
              <a:buFont typeface="Calibri"/>
              <a:buNone/>
              <a:defRPr sz="3600"/>
            </a:lvl6pPr>
            <a:lvl7pPr lvl="6" algn="ctr" rtl="0">
              <a:lnSpc>
                <a:spcPct val="90000"/>
              </a:lnSpc>
              <a:spcBef>
                <a:spcPts val="0"/>
              </a:spcBef>
              <a:spcAft>
                <a:spcPts val="0"/>
              </a:spcAft>
              <a:buClr>
                <a:schemeClr val="dk1"/>
              </a:buClr>
              <a:buSzPts val="3600"/>
              <a:buFont typeface="Calibri"/>
              <a:buNone/>
              <a:defRPr sz="3600"/>
            </a:lvl7pPr>
            <a:lvl8pPr lvl="7" algn="ctr" rtl="0">
              <a:lnSpc>
                <a:spcPct val="90000"/>
              </a:lnSpc>
              <a:spcBef>
                <a:spcPts val="0"/>
              </a:spcBef>
              <a:spcAft>
                <a:spcPts val="0"/>
              </a:spcAft>
              <a:buClr>
                <a:schemeClr val="dk1"/>
              </a:buClr>
              <a:buSzPts val="3600"/>
              <a:buFont typeface="Calibri"/>
              <a:buNone/>
              <a:defRPr sz="3600"/>
            </a:lvl8pPr>
            <a:lvl9pPr lvl="8" algn="ctr" rtl="0">
              <a:lnSpc>
                <a:spcPct val="90000"/>
              </a:lnSpc>
              <a:spcBef>
                <a:spcPts val="0"/>
              </a:spcBef>
              <a:spcAft>
                <a:spcPts val="0"/>
              </a:spcAft>
              <a:buClr>
                <a:schemeClr val="dk1"/>
              </a:buClr>
              <a:buSzPts val="3600"/>
              <a:buFont typeface="Calibri"/>
              <a:buNone/>
              <a:defRPr sz="3600"/>
            </a:lvl9pPr>
          </a:lstStyle>
          <a:p>
            <a:endParaRPr/>
          </a:p>
        </p:txBody>
      </p:sp>
      <p:sp>
        <p:nvSpPr>
          <p:cNvPr id="233" name="Google Shape;233;p39"/>
          <p:cNvSpPr txBox="1">
            <a:spLocks noGrp="1"/>
          </p:cNvSpPr>
          <p:nvPr>
            <p:ph type="sldNum" idx="12"/>
          </p:nvPr>
        </p:nvSpPr>
        <p:spPr>
          <a:xfrm>
            <a:off x="11296650" y="6218237"/>
            <a:ext cx="731700" cy="523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38"/>
        <p:cNvGrpSpPr/>
        <p:nvPr/>
      </p:nvGrpSpPr>
      <p:grpSpPr>
        <a:xfrm>
          <a:off x="0" y="0"/>
          <a:ext cx="0" cy="0"/>
          <a:chOff x="0" y="0"/>
          <a:chExt cx="0" cy="0"/>
        </a:xfrm>
      </p:grpSpPr>
      <p:sp>
        <p:nvSpPr>
          <p:cNvPr id="239" name="Google Shape;239;p41"/>
          <p:cNvSpPr txBox="1">
            <a:spLocks noGrp="1"/>
          </p:cNvSpPr>
          <p:nvPr>
            <p:ph type="body" idx="1"/>
          </p:nvPr>
        </p:nvSpPr>
        <p:spPr>
          <a:xfrm>
            <a:off x="304800" y="1545224"/>
            <a:ext cx="11480700" cy="4526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750"/>
              </a:spcBef>
              <a:spcAft>
                <a:spcPts val="0"/>
              </a:spcAft>
              <a:buClr>
                <a:schemeClr val="dk1"/>
              </a:buClr>
              <a:buSzPts val="1800"/>
              <a:buChar char="•"/>
              <a:defRPr sz="1800">
                <a:latin typeface="Cambria"/>
                <a:ea typeface="Cambria"/>
                <a:cs typeface="Cambria"/>
                <a:sym typeface="Cambria"/>
              </a:defRPr>
            </a:lvl1pPr>
            <a:lvl2pPr marL="914400" lvl="1"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2pPr>
            <a:lvl3pPr marL="1371600" lvl="2"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3pPr>
            <a:lvl4pPr marL="1828800" lvl="3"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4pPr>
            <a:lvl5pPr marL="2286000" lvl="4" indent="-342900" algn="l" rtl="0">
              <a:lnSpc>
                <a:spcPct val="90000"/>
              </a:lnSpc>
              <a:spcBef>
                <a:spcPts val="375"/>
              </a:spcBef>
              <a:spcAft>
                <a:spcPts val="0"/>
              </a:spcAft>
              <a:buClr>
                <a:schemeClr val="dk1"/>
              </a:buClr>
              <a:buSzPts val="1800"/>
              <a:buChar char="•"/>
              <a:defRPr sz="1800">
                <a:latin typeface="Cambria"/>
                <a:ea typeface="Cambria"/>
                <a:cs typeface="Cambria"/>
                <a:sym typeface="Cambria"/>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40" name="Google Shape;240;p41"/>
          <p:cNvSpPr txBox="1">
            <a:spLocks noGrp="1"/>
          </p:cNvSpPr>
          <p:nvPr>
            <p:ph type="title"/>
          </p:nvPr>
        </p:nvSpPr>
        <p:spPr>
          <a:xfrm>
            <a:off x="304802" y="0"/>
            <a:ext cx="10881300" cy="12192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SzPts val="1400"/>
              <a:buNone/>
              <a:defRPr sz="2700" b="0">
                <a:latin typeface="Cambria"/>
                <a:ea typeface="Cambria"/>
                <a:cs typeface="Cambria"/>
                <a:sym typeface="Cambria"/>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41" name="Google Shape;241;p41"/>
          <p:cNvSpPr txBox="1">
            <a:spLocks noGrp="1"/>
          </p:cNvSpPr>
          <p:nvPr>
            <p:ph type="ftr" idx="11"/>
          </p:nvPr>
        </p:nvSpPr>
        <p:spPr>
          <a:xfrm>
            <a:off x="9810750" y="6640512"/>
            <a:ext cx="2276400" cy="180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800" b="1">
                <a:solidFill>
                  <a:srgbClr val="0F114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86_Title and Content">
  <p:cSld name="86_Title and Content">
    <p:spTree>
      <p:nvGrpSpPr>
        <p:cNvPr id="1" name="Shape 259"/>
        <p:cNvGrpSpPr/>
        <p:nvPr/>
      </p:nvGrpSpPr>
      <p:grpSpPr>
        <a:xfrm>
          <a:off x="0" y="0"/>
          <a:ext cx="0" cy="0"/>
          <a:chOff x="0" y="0"/>
          <a:chExt cx="0" cy="0"/>
        </a:xfrm>
      </p:grpSpPr>
      <p:sp>
        <p:nvSpPr>
          <p:cNvPr id="260" name="Google Shape;260;p43"/>
          <p:cNvSpPr txBox="1">
            <a:spLocks noGrp="1"/>
          </p:cNvSpPr>
          <p:nvPr>
            <p:ph type="body" idx="1"/>
          </p:nvPr>
        </p:nvSpPr>
        <p:spPr>
          <a:xfrm>
            <a:off x="406400" y="1493842"/>
            <a:ext cx="10972800" cy="452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101141"/>
              </a:buClr>
              <a:buSzPts val="1350"/>
              <a:buFont typeface="Arial"/>
              <a:buNone/>
              <a:defRPr sz="1350">
                <a:latin typeface="Arial"/>
                <a:ea typeface="Arial"/>
                <a:cs typeface="Arial"/>
                <a:sym typeface="Arial"/>
              </a:defRPr>
            </a:lvl1pPr>
            <a:lvl2pPr marL="914400" marR="0" lvl="1" indent="-285750" algn="l" rtl="0">
              <a:lnSpc>
                <a:spcPct val="100000"/>
              </a:lnSpc>
              <a:spcBef>
                <a:spcPts val="180"/>
              </a:spcBef>
              <a:spcAft>
                <a:spcPts val="0"/>
              </a:spcAft>
              <a:buClr>
                <a:schemeClr val="dk1"/>
              </a:buClr>
              <a:buSzPts val="900"/>
              <a:buFont typeface="Arial"/>
              <a:buChar char="–"/>
              <a:defRPr sz="900">
                <a:latin typeface="Arial"/>
                <a:ea typeface="Arial"/>
                <a:cs typeface="Arial"/>
                <a:sym typeface="Arial"/>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1" name="Google Shape;261;p43"/>
          <p:cNvSpPr txBox="1">
            <a:spLocks noGrp="1"/>
          </p:cNvSpPr>
          <p:nvPr>
            <p:ph type="body" idx="2"/>
          </p:nvPr>
        </p:nvSpPr>
        <p:spPr>
          <a:xfrm>
            <a:off x="406400" y="152400"/>
            <a:ext cx="8432700" cy="11430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dk1"/>
              </a:buClr>
              <a:buSzPts val="2025"/>
              <a:buNone/>
              <a:defRPr sz="2025" b="1">
                <a:latin typeface="Arial"/>
                <a:ea typeface="Arial"/>
                <a:cs typeface="Arial"/>
                <a:sym typeface="Arial"/>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68"/>
        <p:cNvGrpSpPr/>
        <p:nvPr/>
      </p:nvGrpSpPr>
      <p:grpSpPr>
        <a:xfrm>
          <a:off x="0" y="0"/>
          <a:ext cx="0" cy="0"/>
          <a:chOff x="0" y="0"/>
          <a:chExt cx="0" cy="0"/>
        </a:xfrm>
      </p:grpSpPr>
      <p:sp>
        <p:nvSpPr>
          <p:cNvPr id="269" name="Google Shape;269;p45"/>
          <p:cNvSpPr txBox="1">
            <a:spLocks noGrp="1"/>
          </p:cNvSpPr>
          <p:nvPr>
            <p:ph type="title"/>
          </p:nvPr>
        </p:nvSpPr>
        <p:spPr>
          <a:xfrm>
            <a:off x="838200" y="160569"/>
            <a:ext cx="9321900" cy="764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sz="2400" b="1">
                <a:solidFill>
                  <a:schemeClr val="lt1"/>
                </a:solidFill>
                <a:latin typeface="Helvetica Neue"/>
                <a:ea typeface="Helvetica Neue"/>
                <a:cs typeface="Helvetica Neue"/>
                <a:sym typeface="Helvetica Neu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270" name="Google Shape;270;p45"/>
          <p:cNvSpPr txBox="1">
            <a:spLocks noGrp="1"/>
          </p:cNvSpPr>
          <p:nvPr>
            <p:ph type="body" idx="1"/>
          </p:nvPr>
        </p:nvSpPr>
        <p:spPr>
          <a:xfrm>
            <a:off x="857739" y="1600203"/>
            <a:ext cx="10160100" cy="2728800"/>
          </a:xfrm>
          <a:prstGeom prst="rect">
            <a:avLst/>
          </a:prstGeom>
          <a:noFill/>
          <a:ln>
            <a:noFill/>
          </a:ln>
        </p:spPr>
        <p:txBody>
          <a:bodyPr spcFirstLastPara="1" wrap="square" lIns="91425" tIns="45700" rIns="91425" bIns="45700" anchor="t" anchorCtr="0">
            <a:noAutofit/>
          </a:bodyPr>
          <a:lstStyle>
            <a:lvl1pPr marL="457200" lvl="0" indent="-314325" algn="l" rtl="0">
              <a:lnSpc>
                <a:spcPct val="90000"/>
              </a:lnSpc>
              <a:spcBef>
                <a:spcPts val="75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rtl="0">
              <a:lnSpc>
                <a:spcPct val="90000"/>
              </a:lnSpc>
              <a:spcBef>
                <a:spcPts val="375"/>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rtl="0">
              <a:lnSpc>
                <a:spcPct val="90000"/>
              </a:lnSpc>
              <a:spcBef>
                <a:spcPts val="375"/>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rtl="0">
              <a:lnSpc>
                <a:spcPct val="90000"/>
              </a:lnSpc>
              <a:spcBef>
                <a:spcPts val="375"/>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rtl="0">
              <a:lnSpc>
                <a:spcPct val="90000"/>
              </a:lnSpc>
              <a:spcBef>
                <a:spcPts val="375"/>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71" name="Google Shape;271;p45"/>
          <p:cNvSpPr txBox="1">
            <a:spLocks noGrp="1"/>
          </p:cNvSpPr>
          <p:nvPr>
            <p:ph type="body" idx="2"/>
          </p:nvPr>
        </p:nvSpPr>
        <p:spPr>
          <a:xfrm>
            <a:off x="329247" y="1143003"/>
            <a:ext cx="11196900" cy="3954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75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2pPr>
            <a:lvl3pPr marL="1371600" lvl="2" indent="-323850" algn="l" rtl="0">
              <a:lnSpc>
                <a:spcPct val="90000"/>
              </a:lnSpc>
              <a:spcBef>
                <a:spcPts val="375"/>
              </a:spcBef>
              <a:spcAft>
                <a:spcPts val="0"/>
              </a:spcAft>
              <a:buClr>
                <a:srgbClr val="1C1573"/>
              </a:buClr>
              <a:buSzPts val="1500"/>
              <a:buChar char="•"/>
              <a:defRPr b="1">
                <a:solidFill>
                  <a:srgbClr val="1C1573"/>
                </a:solidFill>
                <a:latin typeface="Helvetica Neue"/>
                <a:ea typeface="Helvetica Neue"/>
                <a:cs typeface="Helvetica Neue"/>
                <a:sym typeface="Helvetica Neue"/>
              </a:defRPr>
            </a:lvl3pPr>
            <a:lvl4pPr marL="1828800" lvl="3" indent="-311150" algn="l" rtl="0">
              <a:lnSpc>
                <a:spcPct val="90000"/>
              </a:lnSpc>
              <a:spcBef>
                <a:spcPts val="375"/>
              </a:spcBef>
              <a:spcAft>
                <a:spcPts val="0"/>
              </a:spcAft>
              <a:buClr>
                <a:srgbClr val="1C1573"/>
              </a:buClr>
              <a:buSzPts val="1300"/>
              <a:buChar char="•"/>
              <a:defRPr b="1">
                <a:solidFill>
                  <a:srgbClr val="1C1573"/>
                </a:solidFill>
                <a:latin typeface="Helvetica Neue"/>
                <a:ea typeface="Helvetica Neue"/>
                <a:cs typeface="Helvetica Neue"/>
                <a:sym typeface="Helvetica Neue"/>
              </a:defRPr>
            </a:lvl4pPr>
            <a:lvl5pPr marL="2286000" lvl="4" indent="-311150" algn="l" rtl="0">
              <a:lnSpc>
                <a:spcPct val="90000"/>
              </a:lnSpc>
              <a:spcBef>
                <a:spcPts val="375"/>
              </a:spcBef>
              <a:spcAft>
                <a:spcPts val="0"/>
              </a:spcAft>
              <a:buClr>
                <a:srgbClr val="1C1573"/>
              </a:buClr>
              <a:buSzPts val="1300"/>
              <a:buChar char="•"/>
              <a:defRPr b="1">
                <a:solidFill>
                  <a:srgbClr val="1C1573"/>
                </a:solidFill>
                <a:latin typeface="Helvetica Neue"/>
                <a:ea typeface="Helvetica Neue"/>
                <a:cs typeface="Helvetica Neue"/>
                <a:sym typeface="Helvetica Neue"/>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79"/>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type="obj">
  <p:cSld name="OBJECT">
    <p:spTree>
      <p:nvGrpSpPr>
        <p:cNvPr id="1" name="Shape 286"/>
        <p:cNvGrpSpPr/>
        <p:nvPr/>
      </p:nvGrpSpPr>
      <p:grpSpPr>
        <a:xfrm>
          <a:off x="0" y="0"/>
          <a:ext cx="0" cy="0"/>
          <a:chOff x="0" y="0"/>
          <a:chExt cx="0" cy="0"/>
        </a:xfrm>
      </p:grpSpPr>
      <p:sp>
        <p:nvSpPr>
          <p:cNvPr id="287" name="Google Shape;287;p49"/>
          <p:cNvSpPr txBox="1">
            <a:spLocks noGrp="1"/>
          </p:cNvSpPr>
          <p:nvPr>
            <p:ph type="title"/>
          </p:nvPr>
        </p:nvSpPr>
        <p:spPr>
          <a:xfrm>
            <a:off x="838200" y="365125"/>
            <a:ext cx="10515600" cy="13257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6000"/>
              <a:buFont typeface="Times New Roman"/>
              <a:buNone/>
              <a:defRPr sz="6000" b="0" i="0">
                <a:solidFill>
                  <a:schemeClr val="dk1"/>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8" name="Google Shape;288;p49"/>
          <p:cNvSpPr txBox="1">
            <a:spLocks noGrp="1"/>
          </p:cNvSpPr>
          <p:nvPr>
            <p:ph type="body" idx="1"/>
          </p:nvPr>
        </p:nvSpPr>
        <p:spPr>
          <a:xfrm>
            <a:off x="609600" y="1577340"/>
            <a:ext cx="5303400" cy="4526400"/>
          </a:xfrm>
          <a:prstGeom prst="rect">
            <a:avLst/>
          </a:prstGeom>
          <a:noFill/>
          <a:ln>
            <a:noFill/>
          </a:ln>
        </p:spPr>
        <p:txBody>
          <a:bodyPr spcFirstLastPara="1" wrap="square" lIns="0" tIns="0" rIns="0" bIns="0" anchor="t" anchorCtr="0">
            <a:spAutoFit/>
          </a:bodyPr>
          <a:lstStyle>
            <a:lvl1pPr marL="457200" lvl="0" indent="-406400" algn="l" rtl="0">
              <a:lnSpc>
                <a:spcPct val="90000"/>
              </a:lnSpc>
              <a:spcBef>
                <a:spcPts val="1000"/>
              </a:spcBef>
              <a:spcAft>
                <a:spcPts val="0"/>
              </a:spcAft>
              <a:buClr>
                <a:schemeClr val="dk1"/>
              </a:buClr>
              <a:buSzPts val="2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9" name="Google Shape;289;p49"/>
          <p:cNvSpPr txBox="1">
            <a:spLocks noGrp="1"/>
          </p:cNvSpPr>
          <p:nvPr>
            <p:ph type="body" idx="2"/>
          </p:nvPr>
        </p:nvSpPr>
        <p:spPr>
          <a:xfrm>
            <a:off x="6278880" y="1577340"/>
            <a:ext cx="5303400" cy="4526400"/>
          </a:xfrm>
          <a:prstGeom prst="rect">
            <a:avLst/>
          </a:prstGeom>
          <a:noFill/>
          <a:ln>
            <a:noFill/>
          </a:ln>
        </p:spPr>
        <p:txBody>
          <a:bodyPr spcFirstLastPara="1" wrap="square" lIns="0" tIns="0" rIns="0" bIns="0" anchor="t" anchorCtr="0">
            <a:spAutoFit/>
          </a:bodyPr>
          <a:lstStyle>
            <a:lvl1pPr marL="457200" lvl="0" indent="-406400" algn="l" rtl="0">
              <a:lnSpc>
                <a:spcPct val="90000"/>
              </a:lnSpc>
              <a:spcBef>
                <a:spcPts val="1000"/>
              </a:spcBef>
              <a:spcAft>
                <a:spcPts val="0"/>
              </a:spcAft>
              <a:buClr>
                <a:schemeClr val="dk1"/>
              </a:buClr>
              <a:buSzPts val="2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0" name="Google Shape;290;p49"/>
          <p:cNvSpPr txBox="1">
            <a:spLocks noGrp="1"/>
          </p:cNvSpPr>
          <p:nvPr>
            <p:ph type="ftr" idx="11"/>
          </p:nvPr>
        </p:nvSpPr>
        <p:spPr>
          <a:xfrm>
            <a:off x="4144962" y="6378575"/>
            <a:ext cx="3902100" cy="342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1" name="Google Shape;291;p49"/>
          <p:cNvSpPr txBox="1">
            <a:spLocks noGrp="1"/>
          </p:cNvSpPr>
          <p:nvPr>
            <p:ph type="dt" idx="10"/>
          </p:nvPr>
        </p:nvSpPr>
        <p:spPr>
          <a:xfrm>
            <a:off x="609600" y="6378575"/>
            <a:ext cx="2803500" cy="342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9"/>
          <p:cNvSpPr txBox="1">
            <a:spLocks noGrp="1"/>
          </p:cNvSpPr>
          <p:nvPr>
            <p:ph type="sldNum" idx="12"/>
          </p:nvPr>
        </p:nvSpPr>
        <p:spPr>
          <a:xfrm>
            <a:off x="8778875" y="6378575"/>
            <a:ext cx="2803500" cy="342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9"/>
        <p:cNvGrpSpPr/>
        <p:nvPr/>
      </p:nvGrpSpPr>
      <p:grpSpPr>
        <a:xfrm>
          <a:off x="0" y="0"/>
          <a:ext cx="0" cy="0"/>
          <a:chOff x="0" y="0"/>
          <a:chExt cx="0" cy="0"/>
        </a:xfrm>
      </p:grpSpPr>
      <p:sp>
        <p:nvSpPr>
          <p:cNvPr id="300" name="Google Shape;300;p51"/>
          <p:cNvSpPr txBox="1">
            <a:spLocks noGrp="1"/>
          </p:cNvSpPr>
          <p:nvPr>
            <p:ph type="dt" idx="10"/>
          </p:nvPr>
        </p:nvSpPr>
        <p:spPr>
          <a:xfrm>
            <a:off x="609600" y="6356350"/>
            <a:ext cx="2844900" cy="3651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1" name="Google Shape;301;p51"/>
          <p:cNvSpPr txBox="1">
            <a:spLocks noGrp="1"/>
          </p:cNvSpPr>
          <p:nvPr>
            <p:ph type="ftr" idx="11"/>
          </p:nvPr>
        </p:nvSpPr>
        <p:spPr>
          <a:xfrm>
            <a:off x="4165600" y="6356350"/>
            <a:ext cx="3860700" cy="3651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2" name="Google Shape;302;p51"/>
          <p:cNvSpPr txBox="1">
            <a:spLocks noGrp="1"/>
          </p:cNvSpPr>
          <p:nvPr>
            <p:ph type="sldNum" idx="12"/>
          </p:nvPr>
        </p:nvSpPr>
        <p:spPr>
          <a:xfrm>
            <a:off x="8737600" y="6356350"/>
            <a:ext cx="2844900" cy="3651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12"/>
        <p:cNvGrpSpPr/>
        <p:nvPr/>
      </p:nvGrpSpPr>
      <p:grpSpPr>
        <a:xfrm>
          <a:off x="0" y="0"/>
          <a:ext cx="0" cy="0"/>
          <a:chOff x="0" y="0"/>
          <a:chExt cx="0" cy="0"/>
        </a:xfrm>
      </p:grpSpPr>
      <p:sp>
        <p:nvSpPr>
          <p:cNvPr id="313" name="Google Shape;313;p53"/>
          <p:cNvSpPr txBox="1">
            <a:spLocks noGrp="1"/>
          </p:cNvSpPr>
          <p:nvPr>
            <p:ph type="ctrTitle"/>
          </p:nvPr>
        </p:nvSpPr>
        <p:spPr>
          <a:xfrm>
            <a:off x="4572002" y="2549771"/>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4" name="Google Shape;314;p53"/>
          <p:cNvSpPr txBox="1">
            <a:spLocks noGrp="1"/>
          </p:cNvSpPr>
          <p:nvPr>
            <p:ph type="subTitle" idx="1"/>
          </p:nvPr>
        </p:nvSpPr>
        <p:spPr>
          <a:xfrm>
            <a:off x="5908431" y="4452632"/>
            <a:ext cx="5994300" cy="34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rtl="0">
              <a:lnSpc>
                <a:spcPct val="90000"/>
              </a:lnSpc>
              <a:spcBef>
                <a:spcPts val="375"/>
              </a:spcBef>
              <a:spcAft>
                <a:spcPts val="0"/>
              </a:spcAft>
              <a:buClr>
                <a:schemeClr val="dk1"/>
              </a:buClr>
              <a:buSzPts val="1500"/>
              <a:buNone/>
              <a:defRPr sz="1125"/>
            </a:lvl2pPr>
            <a:lvl3pPr lvl="2" algn="ctr" rtl="0">
              <a:lnSpc>
                <a:spcPct val="90000"/>
              </a:lnSpc>
              <a:spcBef>
                <a:spcPts val="375"/>
              </a:spcBef>
              <a:spcAft>
                <a:spcPts val="0"/>
              </a:spcAft>
              <a:buClr>
                <a:schemeClr val="dk1"/>
              </a:buClr>
              <a:buSzPts val="1350"/>
              <a:buNone/>
              <a:defRPr sz="1013"/>
            </a:lvl3pPr>
            <a:lvl4pPr lvl="3" algn="ctr" rtl="0">
              <a:lnSpc>
                <a:spcPct val="90000"/>
              </a:lnSpc>
              <a:spcBef>
                <a:spcPts val="375"/>
              </a:spcBef>
              <a:spcAft>
                <a:spcPts val="0"/>
              </a:spcAft>
              <a:buClr>
                <a:schemeClr val="dk1"/>
              </a:buClr>
              <a:buSzPts val="1200"/>
              <a:buNone/>
              <a:defRPr sz="900"/>
            </a:lvl4pPr>
            <a:lvl5pPr lvl="4" algn="ctr" rtl="0">
              <a:lnSpc>
                <a:spcPct val="90000"/>
              </a:lnSpc>
              <a:spcBef>
                <a:spcPts val="375"/>
              </a:spcBef>
              <a:spcAft>
                <a:spcPts val="0"/>
              </a:spcAft>
              <a:buClr>
                <a:schemeClr val="dk1"/>
              </a:buClr>
              <a:buSzPts val="1200"/>
              <a:buNone/>
              <a:defRPr sz="900"/>
            </a:lvl5pPr>
            <a:lvl6pPr lvl="5" algn="ctr" rtl="0">
              <a:lnSpc>
                <a:spcPct val="90000"/>
              </a:lnSpc>
              <a:spcBef>
                <a:spcPts val="375"/>
              </a:spcBef>
              <a:spcAft>
                <a:spcPts val="0"/>
              </a:spcAft>
              <a:buClr>
                <a:schemeClr val="dk1"/>
              </a:buClr>
              <a:buSzPts val="1200"/>
              <a:buNone/>
              <a:defRPr sz="900"/>
            </a:lvl6pPr>
            <a:lvl7pPr lvl="6" algn="ctr" rtl="0">
              <a:lnSpc>
                <a:spcPct val="90000"/>
              </a:lnSpc>
              <a:spcBef>
                <a:spcPts val="375"/>
              </a:spcBef>
              <a:spcAft>
                <a:spcPts val="0"/>
              </a:spcAft>
              <a:buClr>
                <a:schemeClr val="dk1"/>
              </a:buClr>
              <a:buSzPts val="1200"/>
              <a:buNone/>
              <a:defRPr sz="900"/>
            </a:lvl7pPr>
            <a:lvl8pPr lvl="7" algn="ctr" rtl="0">
              <a:lnSpc>
                <a:spcPct val="90000"/>
              </a:lnSpc>
              <a:spcBef>
                <a:spcPts val="375"/>
              </a:spcBef>
              <a:spcAft>
                <a:spcPts val="0"/>
              </a:spcAft>
              <a:buClr>
                <a:schemeClr val="dk1"/>
              </a:buClr>
              <a:buSzPts val="1200"/>
              <a:buNone/>
              <a:defRPr sz="900"/>
            </a:lvl8pPr>
            <a:lvl9pPr lvl="8" algn="ctr" rtl="0">
              <a:lnSpc>
                <a:spcPct val="90000"/>
              </a:lnSpc>
              <a:spcBef>
                <a:spcPts val="375"/>
              </a:spcBef>
              <a:spcAft>
                <a:spcPts val="0"/>
              </a:spcAft>
              <a:buClr>
                <a:schemeClr val="dk1"/>
              </a:buClr>
              <a:buSzPts val="1200"/>
              <a:buNone/>
              <a:defRPr sz="900"/>
            </a:lvl9pPr>
          </a:lstStyle>
          <a:p>
            <a:endParaRPr/>
          </a:p>
        </p:txBody>
      </p:sp>
      <p:sp>
        <p:nvSpPr>
          <p:cNvPr id="315" name="Google Shape;315;p53"/>
          <p:cNvSpPr txBox="1">
            <a:spLocks noGrp="1"/>
          </p:cNvSpPr>
          <p:nvPr>
            <p:ph type="body" idx="2"/>
          </p:nvPr>
        </p:nvSpPr>
        <p:spPr>
          <a:xfrm>
            <a:off x="5189413" y="4826979"/>
            <a:ext cx="6713400" cy="11085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29"/>
        <p:cNvGrpSpPr/>
        <p:nvPr/>
      </p:nvGrpSpPr>
      <p:grpSpPr>
        <a:xfrm>
          <a:off x="0" y="0"/>
          <a:ext cx="0" cy="0"/>
          <a:chOff x="0" y="0"/>
          <a:chExt cx="0" cy="0"/>
        </a:xfrm>
      </p:grpSpPr>
      <p:sp>
        <p:nvSpPr>
          <p:cNvPr id="330" name="Google Shape;330;p55"/>
          <p:cNvSpPr txBox="1">
            <a:spLocks noGrp="1"/>
          </p:cNvSpPr>
          <p:nvPr>
            <p:ph type="body" idx="1"/>
          </p:nvPr>
        </p:nvSpPr>
        <p:spPr>
          <a:xfrm>
            <a:off x="406400" y="152400"/>
            <a:ext cx="8432700" cy="1143000"/>
          </a:xfrm>
          <a:prstGeom prst="rect">
            <a:avLst/>
          </a:prstGeom>
          <a:noFill/>
          <a:ln>
            <a:noFill/>
          </a:ln>
        </p:spPr>
        <p:txBody>
          <a:bodyPr spcFirstLastPara="1" wrap="square" lIns="91425" tIns="45700" rIns="91425" bIns="45700" anchor="ctr" anchorCtr="0">
            <a:normAutofit/>
          </a:bodyPr>
          <a:lstStyle>
            <a:lvl1pPr marL="457200" lvl="0" indent="-228600" algn="l" rtl="0">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5.xml"/><Relationship Id="rId1" Type="http://schemas.openxmlformats.org/officeDocument/2006/relationships/slideLayout" Target="../slideLayouts/slideLayout15.xml"/><Relationship Id="rId4" Type="http://schemas.openxmlformats.org/officeDocument/2006/relationships/image" Target="../media/image8.png"/></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8.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8.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9.xml"/><Relationship Id="rId1" Type="http://schemas.openxmlformats.org/officeDocument/2006/relationships/slideLayout" Target="../slideLayouts/slideLayout20.xml"/><Relationship Id="rId4" Type="http://schemas.openxmlformats.org/officeDocument/2006/relationships/image" Target="../media/image12.pn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0.xml"/><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1.xml"/><Relationship Id="rId1" Type="http://schemas.openxmlformats.org/officeDocument/2006/relationships/slideLayout" Target="../slideLayouts/slideLayout22.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2.xml"/><Relationship Id="rId1" Type="http://schemas.openxmlformats.org/officeDocument/2006/relationships/slideLayout" Target="../slideLayouts/slideLayout23.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3.xml"/><Relationship Id="rId1" Type="http://schemas.openxmlformats.org/officeDocument/2006/relationships/slideLayout" Target="../slideLayouts/slideLayout24.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5.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6.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6.xml"/><Relationship Id="rId1" Type="http://schemas.openxmlformats.org/officeDocument/2006/relationships/slideLayout" Target="../slideLayouts/slideLayout27.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7.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8.xml"/><Relationship Id="rId1" Type="http://schemas.openxmlformats.org/officeDocument/2006/relationships/slideLayout" Target="../slideLayouts/slideLayout29.xml"/><Relationship Id="rId5" Type="http://schemas.openxmlformats.org/officeDocument/2006/relationships/image" Target="../media/image10.png"/><Relationship Id="rId4" Type="http://schemas.openxmlformats.org/officeDocument/2006/relationships/image" Target="../media/image8.png"/></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30.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1.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21.xml"/><Relationship Id="rId1" Type="http://schemas.openxmlformats.org/officeDocument/2006/relationships/slideLayout" Target="../slideLayouts/slideLayout3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22.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11" name="Google Shape;11;p1"/>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12" name="Google Shape;12;p1"/>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13" name="Google Shape;13;p1"/>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14" name="Google Shape;14;p1"/>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15" name="Google Shape;15;p1"/>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16" name="Google Shape;1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7" name="Google Shape;1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pic>
        <p:nvPicPr>
          <p:cNvPr id="23" name="Google Shape;23;p3"/>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4" name="Google Shape;24;p3"/>
          <p:cNvPicPr preferRelativeResize="0"/>
          <p:nvPr/>
        </p:nvPicPr>
        <p:blipFill rotWithShape="1">
          <a:blip r:embed="rId4">
            <a:alphaModFix/>
          </a:blip>
          <a:srcRect/>
          <a:stretch/>
        </p:blipFill>
        <p:spPr>
          <a:xfrm>
            <a:off x="0" y="6816725"/>
            <a:ext cx="12191999" cy="41275"/>
          </a:xfrm>
          <a:prstGeom prst="rect">
            <a:avLst/>
          </a:prstGeom>
          <a:noFill/>
          <a:ln>
            <a:noFill/>
          </a:ln>
        </p:spPr>
      </p:pic>
      <p:sp>
        <p:nvSpPr>
          <p:cNvPr id="25" name="Google Shape;25;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
        <p:cNvGrpSpPr/>
        <p:nvPr/>
      </p:nvGrpSpPr>
      <p:grpSpPr>
        <a:xfrm>
          <a:off x="0" y="0"/>
          <a:ext cx="0" cy="0"/>
          <a:chOff x="0" y="0"/>
          <a:chExt cx="0" cy="0"/>
        </a:xfrm>
      </p:grpSpPr>
      <p:pic>
        <p:nvPicPr>
          <p:cNvPr id="31" name="Google Shape;31;p5"/>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32" name="Google Shape;32;p5"/>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33" name="Google Shape;33;p5"/>
          <p:cNvPicPr preferRelativeResize="0"/>
          <p:nvPr/>
        </p:nvPicPr>
        <p:blipFill rotWithShape="1">
          <a:blip r:embed="rId5">
            <a:alphaModFix/>
          </a:blip>
          <a:srcRect/>
          <a:stretch/>
        </p:blipFill>
        <p:spPr>
          <a:xfrm>
            <a:off x="0" y="160337"/>
            <a:ext cx="10668000" cy="765175"/>
          </a:xfrm>
          <a:prstGeom prst="rect">
            <a:avLst/>
          </a:prstGeom>
          <a:noFill/>
          <a:ln>
            <a:noFill/>
          </a:ln>
        </p:spPr>
      </p:pic>
      <p:sp>
        <p:nvSpPr>
          <p:cNvPr id="34" name="Google Shape;34;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2" name="Google Shape;42;p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pic>
        <p:nvPicPr>
          <p:cNvPr id="116" name="Google Shape;116;p19"/>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117" name="Google Shape;117;p19"/>
          <p:cNvPicPr preferRelativeResize="0"/>
          <p:nvPr/>
        </p:nvPicPr>
        <p:blipFill rotWithShape="1">
          <a:blip r:embed="rId4">
            <a:alphaModFix/>
          </a:blip>
          <a:srcRect/>
          <a:stretch/>
        </p:blipFill>
        <p:spPr>
          <a:xfrm>
            <a:off x="0" y="6816725"/>
            <a:ext cx="12191999" cy="41275"/>
          </a:xfrm>
          <a:prstGeom prst="rect">
            <a:avLst/>
          </a:prstGeom>
          <a:noFill/>
          <a:ln>
            <a:noFill/>
          </a:ln>
        </p:spPr>
      </p:pic>
      <p:sp>
        <p:nvSpPr>
          <p:cNvPr id="118" name="Google Shape;118;p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9" name="Google Shape;119;p1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25" name="Google Shape;125;p2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31" name="Google Shape;131;p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pic>
        <p:nvPicPr>
          <p:cNvPr id="139" name="Google Shape;139;p26"/>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140" name="Google Shape;140;p26"/>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141" name="Google Shape;141;p26"/>
          <p:cNvPicPr preferRelativeResize="0"/>
          <p:nvPr/>
        </p:nvPicPr>
        <p:blipFill rotWithShape="1">
          <a:blip r:embed="rId5">
            <a:alphaModFix/>
          </a:blip>
          <a:srcRect/>
          <a:stretch/>
        </p:blipFill>
        <p:spPr>
          <a:xfrm>
            <a:off x="1743075" y="2482850"/>
            <a:ext cx="8848725" cy="2130425"/>
          </a:xfrm>
          <a:prstGeom prst="rect">
            <a:avLst/>
          </a:prstGeom>
          <a:noFill/>
          <a:ln>
            <a:noFill/>
          </a:ln>
        </p:spPr>
      </p:pic>
      <p:sp>
        <p:nvSpPr>
          <p:cNvPr id="142" name="Google Shape;142;p26"/>
          <p:cNvSpPr txBox="1"/>
          <p:nvPr/>
        </p:nvSpPr>
        <p:spPr>
          <a:xfrm>
            <a:off x="1831975" y="2574925"/>
            <a:ext cx="8666100" cy="1936800"/>
          </a:xfrm>
          <a:prstGeom prst="rect">
            <a:avLst/>
          </a:prstGeom>
          <a:noFill/>
          <a:ln>
            <a:noFill/>
          </a:ln>
        </p:spPr>
        <p:txBody>
          <a:bodyPr spcFirstLastPara="1" wrap="square" lIns="68575" tIns="34275" rIns="68575" bIns="34275" anchor="ctr" anchorCtr="0">
            <a:normAutofit/>
          </a:bodyPr>
          <a:lstStyle/>
          <a:p>
            <a:pPr marL="0" marR="0" lvl="0" indent="0" algn="ctr" rtl="0">
              <a:lnSpc>
                <a:spcPct val="90000"/>
              </a:lnSpc>
              <a:spcBef>
                <a:spcPts val="0"/>
              </a:spcBef>
              <a:spcAft>
                <a:spcPts val="0"/>
              </a:spcAft>
              <a:buClr>
                <a:srgbClr val="FFFFFF"/>
              </a:buClr>
              <a:buSzPts val="2700"/>
              <a:buFont typeface="Helvetica Neue"/>
              <a:buNone/>
            </a:pPr>
            <a:r>
              <a:rPr lang="en-US" sz="2700" b="1" i="0" u="none">
                <a:solidFill>
                  <a:srgbClr val="FFFFFF"/>
                </a:solidFill>
                <a:latin typeface="Helvetica Neue"/>
                <a:ea typeface="Helvetica Neue"/>
                <a:cs typeface="Helvetica Neue"/>
                <a:sym typeface="Helvetica Neue"/>
              </a:rPr>
              <a:t>Click to edit Session title</a:t>
            </a:r>
            <a:endParaRPr/>
          </a:p>
        </p:txBody>
      </p:sp>
      <p:sp>
        <p:nvSpPr>
          <p:cNvPr id="143" name="Google Shape;143;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44" name="Google Shape;144;p2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pic>
        <p:nvPicPr>
          <p:cNvPr id="147" name="Google Shape;147;p28" descr="\\Server\D\jyoti\FI023_BITS_v1\styleguide img\IMG_5627_b.jp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28"/>
          <p:cNvSpPr txBox="1"/>
          <p:nvPr/>
        </p:nvSpPr>
        <p:spPr>
          <a:xfrm>
            <a:off x="0" y="4281487"/>
            <a:ext cx="12192000" cy="2576400"/>
          </a:xfrm>
          <a:prstGeom prst="rect">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149" name="Google Shape;149;p28" descr="Picture 7.png"/>
          <p:cNvPicPr preferRelativeResize="0"/>
          <p:nvPr/>
        </p:nvPicPr>
        <p:blipFill rotWithShape="1">
          <a:blip r:embed="rId4">
            <a:alphaModFix/>
          </a:blip>
          <a:srcRect l="1922" b="5338"/>
          <a:stretch/>
        </p:blipFill>
        <p:spPr>
          <a:xfrm>
            <a:off x="8839200" y="0"/>
            <a:ext cx="2925762" cy="692150"/>
          </a:xfrm>
          <a:prstGeom prst="rect">
            <a:avLst/>
          </a:prstGeom>
          <a:noFill/>
          <a:ln>
            <a:noFill/>
          </a:ln>
        </p:spPr>
      </p:pic>
      <p:sp>
        <p:nvSpPr>
          <p:cNvPr id="150" name="Google Shape;150;p28"/>
          <p:cNvSpPr txBox="1"/>
          <p:nvPr/>
        </p:nvSpPr>
        <p:spPr>
          <a:xfrm>
            <a:off x="3843337" y="6775450"/>
            <a:ext cx="38607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1" name="Google Shape;151;p28"/>
          <p:cNvSpPr txBox="1"/>
          <p:nvPr/>
        </p:nvSpPr>
        <p:spPr>
          <a:xfrm>
            <a:off x="-17462" y="6775450"/>
            <a:ext cx="38607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2" name="Google Shape;152;p28"/>
          <p:cNvSpPr txBox="1"/>
          <p:nvPr/>
        </p:nvSpPr>
        <p:spPr>
          <a:xfrm>
            <a:off x="7704137" y="6775450"/>
            <a:ext cx="38607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3" name="Google Shape;153;p28"/>
          <p:cNvSpPr txBox="1"/>
          <p:nvPr/>
        </p:nvSpPr>
        <p:spPr>
          <a:xfrm>
            <a:off x="9144000" y="762000"/>
            <a:ext cx="2946300" cy="42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100"/>
              <a:buFont typeface="Arial"/>
              <a:buNone/>
            </a:pPr>
            <a:r>
              <a:rPr lang="en-US" sz="2100" b="1" i="0" u="none">
                <a:solidFill>
                  <a:srgbClr val="FFFFFF"/>
                </a:solidFill>
                <a:latin typeface="Arial"/>
                <a:ea typeface="Arial"/>
                <a:cs typeface="Arial"/>
                <a:sym typeface="Arial"/>
              </a:rPr>
              <a:t>BITS</a:t>
            </a:r>
            <a:r>
              <a:rPr lang="en-US" sz="2100" b="0" i="0" u="none">
                <a:solidFill>
                  <a:srgbClr val="FFFFFF"/>
                </a:solidFill>
                <a:latin typeface="Arial"/>
                <a:ea typeface="Arial"/>
                <a:cs typeface="Arial"/>
                <a:sym typeface="Arial"/>
              </a:rPr>
              <a:t> Pilani</a:t>
            </a:r>
            <a:endParaRPr/>
          </a:p>
        </p:txBody>
      </p:sp>
      <p:sp>
        <p:nvSpPr>
          <p:cNvPr id="154" name="Google Shape;154;p28"/>
          <p:cNvSpPr txBox="1"/>
          <p:nvPr/>
        </p:nvSpPr>
        <p:spPr>
          <a:xfrm>
            <a:off x="9448800" y="1171575"/>
            <a:ext cx="2540100" cy="23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900"/>
              <a:buFont typeface="Arial"/>
              <a:buNone/>
            </a:pPr>
            <a:r>
              <a:rPr lang="en-US" sz="900" b="0" i="0" u="none">
                <a:solidFill>
                  <a:srgbClr val="FFFFFF"/>
                </a:solidFill>
                <a:latin typeface="Arial"/>
                <a:ea typeface="Arial"/>
                <a:cs typeface="Arial"/>
                <a:sym typeface="Arial"/>
              </a:rPr>
              <a:t>Pilani Campus</a:t>
            </a:r>
            <a:endParaRPr/>
          </a:p>
        </p:txBody>
      </p:sp>
      <p:sp>
        <p:nvSpPr>
          <p:cNvPr id="155" name="Google Shape;155;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56" name="Google Shape;156;p2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pic>
        <p:nvPicPr>
          <p:cNvPr id="160" name="Google Shape;160;p30"/>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161" name="Google Shape;161;p30"/>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162" name="Google Shape;162;p30"/>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163" name="Google Shape;163;p30"/>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164" name="Google Shape;164;p30"/>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165" name="Google Shape;165;p30"/>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166" name="Google Shape;166;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67" name="Google Shape;167;p3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2"/>
        <p:cNvGrpSpPr/>
        <p:nvPr/>
      </p:nvGrpSpPr>
      <p:grpSpPr>
        <a:xfrm>
          <a:off x="0" y="0"/>
          <a:ext cx="0" cy="0"/>
          <a:chOff x="0" y="0"/>
          <a:chExt cx="0" cy="0"/>
        </a:xfrm>
      </p:grpSpPr>
      <p:sp>
        <p:nvSpPr>
          <p:cNvPr id="173" name="Google Shape;173;p32"/>
          <p:cNvSpPr txBox="1"/>
          <p:nvPr/>
        </p:nvSpPr>
        <p:spPr>
          <a:xfrm>
            <a:off x="10871200" y="6550025"/>
            <a:ext cx="1320900" cy="196800"/>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US" sz="800" b="1" i="0" u="none">
                <a:solidFill>
                  <a:srgbClr val="101141"/>
                </a:solidFill>
                <a:latin typeface="Arial"/>
                <a:ea typeface="Arial"/>
                <a:cs typeface="Arial"/>
                <a:sym typeface="Arial"/>
              </a:rPr>
              <a:t>BITS </a:t>
            </a:r>
            <a:r>
              <a:rPr lang="en-US" sz="800" b="0" i="0" u="none">
                <a:solidFill>
                  <a:srgbClr val="101141"/>
                </a:solidFill>
                <a:latin typeface="Arial"/>
                <a:ea typeface="Arial"/>
                <a:cs typeface="Arial"/>
                <a:sym typeface="Arial"/>
              </a:rPr>
              <a:t>Pilani</a:t>
            </a:r>
            <a:endParaRPr/>
          </a:p>
        </p:txBody>
      </p:sp>
      <p:grpSp>
        <p:nvGrpSpPr>
          <p:cNvPr id="174" name="Google Shape;174;p32"/>
          <p:cNvGrpSpPr/>
          <p:nvPr/>
        </p:nvGrpSpPr>
        <p:grpSpPr>
          <a:xfrm>
            <a:off x="2779787" y="6549762"/>
            <a:ext cx="9412425" cy="49144"/>
            <a:chOff x="2083888" y="6550671"/>
            <a:chExt cx="7060025" cy="48600"/>
          </a:xfrm>
        </p:grpSpPr>
        <p:sp>
          <p:nvSpPr>
            <p:cNvPr id="175" name="Google Shape;175;p32"/>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76" name="Google Shape;176;p32"/>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77" name="Google Shape;177;p32"/>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178" name="Google Shape;178;p32" descr="Picture 7.png"/>
          <p:cNvPicPr preferRelativeResize="0"/>
          <p:nvPr/>
        </p:nvPicPr>
        <p:blipFill rotWithShape="1">
          <a:blip r:embed="rId3">
            <a:alphaModFix/>
          </a:blip>
          <a:srcRect l="1922" b="5329"/>
          <a:stretch/>
        </p:blipFill>
        <p:spPr>
          <a:xfrm>
            <a:off x="8839200" y="0"/>
            <a:ext cx="2925762" cy="692150"/>
          </a:xfrm>
          <a:prstGeom prst="rect">
            <a:avLst/>
          </a:prstGeom>
          <a:noFill/>
          <a:ln>
            <a:noFill/>
          </a:ln>
        </p:spPr>
      </p:pic>
      <p:grpSp>
        <p:nvGrpSpPr>
          <p:cNvPr id="179" name="Google Shape;179;p32"/>
          <p:cNvGrpSpPr/>
          <p:nvPr/>
        </p:nvGrpSpPr>
        <p:grpSpPr>
          <a:xfrm>
            <a:off x="2844737" y="6553491"/>
            <a:ext cx="9347017" cy="45919"/>
            <a:chOff x="1905000" y="6553200"/>
            <a:chExt cx="7010438" cy="45600"/>
          </a:xfrm>
        </p:grpSpPr>
        <p:sp>
          <p:nvSpPr>
            <p:cNvPr id="180" name="Google Shape;180;p3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1" name="Google Shape;181;p3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2" name="Google Shape;182;p3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83" name="Google Shape;183;p32"/>
          <p:cNvGrpSpPr/>
          <p:nvPr/>
        </p:nvGrpSpPr>
        <p:grpSpPr>
          <a:xfrm>
            <a:off x="-63" y="1295691"/>
            <a:ext cx="9347017" cy="45919"/>
            <a:chOff x="1905000" y="6553200"/>
            <a:chExt cx="7010438" cy="45600"/>
          </a:xfrm>
        </p:grpSpPr>
        <p:sp>
          <p:nvSpPr>
            <p:cNvPr id="184" name="Google Shape;184;p3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5" name="Google Shape;185;p3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6" name="Google Shape;186;p3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187" name="Google Shape;187;p3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88" name="Google Shape;188;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
        <p:cNvGrpSpPr/>
        <p:nvPr/>
      </p:nvGrpSpPr>
      <p:grpSpPr>
        <a:xfrm>
          <a:off x="0" y="0"/>
          <a:ext cx="0" cy="0"/>
          <a:chOff x="0" y="0"/>
          <a:chExt cx="0" cy="0"/>
        </a:xfrm>
      </p:grpSpPr>
      <p:sp>
        <p:nvSpPr>
          <p:cNvPr id="191" name="Google Shape;191;p34"/>
          <p:cNvSpPr txBox="1"/>
          <p:nvPr/>
        </p:nvSpPr>
        <p:spPr>
          <a:xfrm>
            <a:off x="4368800" y="6596062"/>
            <a:ext cx="7823100" cy="2190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US" sz="800" b="1" i="0" u="none">
                <a:solidFill>
                  <a:srgbClr val="101141"/>
                </a:solidFill>
                <a:latin typeface="Arial"/>
                <a:ea typeface="Arial"/>
                <a:cs typeface="Arial"/>
                <a:sym typeface="Arial"/>
              </a:rPr>
              <a:t>BITS </a:t>
            </a:r>
            <a:r>
              <a:rPr lang="en-US" sz="800" b="0" i="0" u="none">
                <a:solidFill>
                  <a:srgbClr val="101141"/>
                </a:solidFill>
                <a:latin typeface="Arial"/>
                <a:ea typeface="Arial"/>
                <a:cs typeface="Arial"/>
                <a:sym typeface="Arial"/>
              </a:rPr>
              <a:t>Pilani, Pilani Campus</a:t>
            </a:r>
            <a:endParaRPr/>
          </a:p>
        </p:txBody>
      </p:sp>
      <p:grpSp>
        <p:nvGrpSpPr>
          <p:cNvPr id="192" name="Google Shape;192;p34"/>
          <p:cNvGrpSpPr/>
          <p:nvPr/>
        </p:nvGrpSpPr>
        <p:grpSpPr>
          <a:xfrm>
            <a:off x="2779787" y="6549762"/>
            <a:ext cx="9412425" cy="49144"/>
            <a:chOff x="2083888" y="6550671"/>
            <a:chExt cx="7060025" cy="48600"/>
          </a:xfrm>
        </p:grpSpPr>
        <p:sp>
          <p:nvSpPr>
            <p:cNvPr id="193" name="Google Shape;193;p34"/>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4" name="Google Shape;194;p34"/>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5" name="Google Shape;195;p34"/>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196" name="Google Shape;196;p34"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grpSp>
        <p:nvGrpSpPr>
          <p:cNvPr id="197" name="Google Shape;197;p34"/>
          <p:cNvGrpSpPr/>
          <p:nvPr/>
        </p:nvGrpSpPr>
        <p:grpSpPr>
          <a:xfrm>
            <a:off x="2844737" y="6553491"/>
            <a:ext cx="9347017" cy="45919"/>
            <a:chOff x="1905000" y="6553200"/>
            <a:chExt cx="7010438" cy="45600"/>
          </a:xfrm>
        </p:grpSpPr>
        <p:sp>
          <p:nvSpPr>
            <p:cNvPr id="198" name="Google Shape;198;p3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99" name="Google Shape;199;p3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0" name="Google Shape;200;p3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01" name="Google Shape;201;p34"/>
          <p:cNvGrpSpPr/>
          <p:nvPr/>
        </p:nvGrpSpPr>
        <p:grpSpPr>
          <a:xfrm>
            <a:off x="-63" y="1295691"/>
            <a:ext cx="9347017" cy="45919"/>
            <a:chOff x="1905000" y="6553200"/>
            <a:chExt cx="7010438" cy="45600"/>
          </a:xfrm>
        </p:grpSpPr>
        <p:sp>
          <p:nvSpPr>
            <p:cNvPr id="202" name="Google Shape;202;p3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3" name="Google Shape;203;p3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04" name="Google Shape;204;p3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05" name="Google Shape;205;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06" name="Google Shape;206;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grpSp>
        <p:nvGrpSpPr>
          <p:cNvPr id="211" name="Google Shape;211;p36"/>
          <p:cNvGrpSpPr/>
          <p:nvPr/>
        </p:nvGrpSpPr>
        <p:grpSpPr>
          <a:xfrm>
            <a:off x="2779787" y="6624241"/>
            <a:ext cx="9412437" cy="49144"/>
            <a:chOff x="2085049" y="6550871"/>
            <a:chExt cx="7060034" cy="48600"/>
          </a:xfrm>
        </p:grpSpPr>
        <p:sp>
          <p:nvSpPr>
            <p:cNvPr id="212" name="Google Shape;212;p36"/>
            <p:cNvSpPr txBox="1"/>
            <p:nvPr/>
          </p:nvSpPr>
          <p:spPr>
            <a:xfrm>
              <a:off x="4630929" y="6550871"/>
              <a:ext cx="23292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3" name="Google Shape;213;p36"/>
            <p:cNvSpPr txBox="1"/>
            <p:nvPr/>
          </p:nvSpPr>
          <p:spPr>
            <a:xfrm>
              <a:off x="6908883" y="6550871"/>
              <a:ext cx="22362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4" name="Google Shape;214;p36"/>
            <p:cNvSpPr txBox="1"/>
            <p:nvPr/>
          </p:nvSpPr>
          <p:spPr>
            <a:xfrm>
              <a:off x="2085049" y="6550871"/>
              <a:ext cx="25803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215" name="Google Shape;215;p36" descr="Picture 7.png"/>
          <p:cNvPicPr preferRelativeResize="0"/>
          <p:nvPr/>
        </p:nvPicPr>
        <p:blipFill rotWithShape="1">
          <a:blip r:embed="rId3">
            <a:alphaModFix/>
          </a:blip>
          <a:srcRect l="1922" b="5329"/>
          <a:stretch/>
        </p:blipFill>
        <p:spPr>
          <a:xfrm>
            <a:off x="8839200" y="0"/>
            <a:ext cx="2925762" cy="692150"/>
          </a:xfrm>
          <a:prstGeom prst="rect">
            <a:avLst/>
          </a:prstGeom>
          <a:noFill/>
          <a:ln>
            <a:noFill/>
          </a:ln>
        </p:spPr>
      </p:pic>
      <p:grpSp>
        <p:nvGrpSpPr>
          <p:cNvPr id="216" name="Google Shape;216;p36"/>
          <p:cNvGrpSpPr/>
          <p:nvPr/>
        </p:nvGrpSpPr>
        <p:grpSpPr>
          <a:xfrm>
            <a:off x="2539937" y="6599386"/>
            <a:ext cx="9347017" cy="45919"/>
            <a:chOff x="1905000" y="6553511"/>
            <a:chExt cx="7010438" cy="45600"/>
          </a:xfrm>
        </p:grpSpPr>
        <p:sp>
          <p:nvSpPr>
            <p:cNvPr id="217" name="Google Shape;217;p36"/>
            <p:cNvSpPr txBox="1"/>
            <p:nvPr/>
          </p:nvSpPr>
          <p:spPr>
            <a:xfrm>
              <a:off x="4267200" y="6553511"/>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8" name="Google Shape;218;p36"/>
            <p:cNvSpPr txBox="1"/>
            <p:nvPr/>
          </p:nvSpPr>
          <p:spPr>
            <a:xfrm>
              <a:off x="1905000" y="6553511"/>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9" name="Google Shape;219;p36"/>
            <p:cNvSpPr txBox="1"/>
            <p:nvPr/>
          </p:nvSpPr>
          <p:spPr>
            <a:xfrm>
              <a:off x="6586538" y="6553511"/>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20" name="Google Shape;220;p36"/>
          <p:cNvGrpSpPr/>
          <p:nvPr/>
        </p:nvGrpSpPr>
        <p:grpSpPr>
          <a:xfrm>
            <a:off x="2539937" y="6599386"/>
            <a:ext cx="9347017" cy="45919"/>
            <a:chOff x="1905000" y="6553511"/>
            <a:chExt cx="7010438" cy="45600"/>
          </a:xfrm>
        </p:grpSpPr>
        <p:sp>
          <p:nvSpPr>
            <p:cNvPr id="221" name="Google Shape;221;p36"/>
            <p:cNvSpPr txBox="1"/>
            <p:nvPr/>
          </p:nvSpPr>
          <p:spPr>
            <a:xfrm>
              <a:off x="4267200" y="6553511"/>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22" name="Google Shape;222;p36"/>
            <p:cNvSpPr txBox="1"/>
            <p:nvPr/>
          </p:nvSpPr>
          <p:spPr>
            <a:xfrm>
              <a:off x="1905000" y="6553511"/>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23" name="Google Shape;223;p36"/>
            <p:cNvSpPr txBox="1"/>
            <p:nvPr/>
          </p:nvSpPr>
          <p:spPr>
            <a:xfrm>
              <a:off x="6586538" y="6553511"/>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24" name="Google Shape;224;p3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25" name="Google Shape;225;p3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7"/>
        <p:cNvGrpSpPr/>
        <p:nvPr/>
      </p:nvGrpSpPr>
      <p:grpSpPr>
        <a:xfrm>
          <a:off x="0" y="0"/>
          <a:ext cx="0" cy="0"/>
          <a:chOff x="0" y="0"/>
          <a:chExt cx="0" cy="0"/>
        </a:xfrm>
      </p:grpSpPr>
      <p:sp>
        <p:nvSpPr>
          <p:cNvPr id="228" name="Google Shape;228;p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29" name="Google Shape;229;p3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0" name="Google Shape;230;p38"/>
          <p:cNvSpPr txBox="1">
            <a:spLocks noGrp="1"/>
          </p:cNvSpPr>
          <p:nvPr>
            <p:ph type="sldNum" idx="12"/>
          </p:nvPr>
        </p:nvSpPr>
        <p:spPr>
          <a:xfrm>
            <a:off x="11296650" y="6218237"/>
            <a:ext cx="731700" cy="523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00"/>
              <a:buFont typeface="Calibri"/>
              <a:buNone/>
              <a:defRPr sz="1300" b="0" i="0" u="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36" name="Google Shape;236;p4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7" name="Google Shape;237;p40"/>
          <p:cNvSpPr txBox="1">
            <a:spLocks noGrp="1"/>
          </p:cNvSpPr>
          <p:nvPr>
            <p:ph type="ftr" idx="11"/>
          </p:nvPr>
        </p:nvSpPr>
        <p:spPr>
          <a:xfrm>
            <a:off x="9810750" y="6640512"/>
            <a:ext cx="2276400" cy="180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800" b="1" i="0" u="none">
                <a:solidFill>
                  <a:srgbClr val="0F114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42"/>
          <p:cNvSpPr txBox="1"/>
          <p:nvPr/>
        </p:nvSpPr>
        <p:spPr>
          <a:xfrm>
            <a:off x="4368800" y="6596062"/>
            <a:ext cx="7823100" cy="1872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600"/>
              <a:buFont typeface="Arial"/>
              <a:buNone/>
            </a:pPr>
            <a:r>
              <a:rPr lang="en-US" sz="600" b="1" i="0" u="none">
                <a:solidFill>
                  <a:srgbClr val="101141"/>
                </a:solidFill>
                <a:latin typeface="Arial"/>
                <a:ea typeface="Arial"/>
                <a:cs typeface="Arial"/>
                <a:sym typeface="Arial"/>
              </a:rPr>
              <a:t>BITS </a:t>
            </a:r>
            <a:r>
              <a:rPr lang="en-US" sz="600" b="0" i="0" u="none">
                <a:solidFill>
                  <a:srgbClr val="101141"/>
                </a:solidFill>
                <a:latin typeface="Arial"/>
                <a:ea typeface="Arial"/>
                <a:cs typeface="Arial"/>
                <a:sym typeface="Arial"/>
              </a:rPr>
              <a:t>Pilani, Pilani Campus</a:t>
            </a:r>
            <a:endParaRPr/>
          </a:p>
        </p:txBody>
      </p:sp>
      <p:grpSp>
        <p:nvGrpSpPr>
          <p:cNvPr id="244" name="Google Shape;244;p42"/>
          <p:cNvGrpSpPr/>
          <p:nvPr/>
        </p:nvGrpSpPr>
        <p:grpSpPr>
          <a:xfrm>
            <a:off x="2779787" y="6549762"/>
            <a:ext cx="9412425" cy="49144"/>
            <a:chOff x="2083888" y="6550671"/>
            <a:chExt cx="7060025" cy="48600"/>
          </a:xfrm>
        </p:grpSpPr>
        <p:sp>
          <p:nvSpPr>
            <p:cNvPr id="245" name="Google Shape;245;p42"/>
            <p:cNvSpPr txBox="1"/>
            <p:nvPr/>
          </p:nvSpPr>
          <p:spPr>
            <a:xfrm>
              <a:off x="4630958" y="6550671"/>
              <a:ext cx="23280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46" name="Google Shape;246;p42"/>
            <p:cNvSpPr txBox="1"/>
            <p:nvPr/>
          </p:nvSpPr>
          <p:spPr>
            <a:xfrm>
              <a:off x="6908913" y="6550671"/>
              <a:ext cx="22350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47" name="Google Shape;247;p42"/>
            <p:cNvSpPr txBox="1"/>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248" name="Google Shape;248;p42"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grpSp>
        <p:nvGrpSpPr>
          <p:cNvPr id="249" name="Google Shape;249;p42"/>
          <p:cNvGrpSpPr/>
          <p:nvPr/>
        </p:nvGrpSpPr>
        <p:grpSpPr>
          <a:xfrm>
            <a:off x="2844737" y="6553491"/>
            <a:ext cx="9347017" cy="45919"/>
            <a:chOff x="1905000" y="6553200"/>
            <a:chExt cx="7010438" cy="45600"/>
          </a:xfrm>
        </p:grpSpPr>
        <p:sp>
          <p:nvSpPr>
            <p:cNvPr id="250" name="Google Shape;250;p4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1" name="Google Shape;251;p4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2" name="Google Shape;252;p4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253" name="Google Shape;253;p42"/>
          <p:cNvGrpSpPr/>
          <p:nvPr/>
        </p:nvGrpSpPr>
        <p:grpSpPr>
          <a:xfrm>
            <a:off x="-63" y="1295691"/>
            <a:ext cx="9347017" cy="45919"/>
            <a:chOff x="1905000" y="6553200"/>
            <a:chExt cx="7010438" cy="45600"/>
          </a:xfrm>
        </p:grpSpPr>
        <p:sp>
          <p:nvSpPr>
            <p:cNvPr id="254" name="Google Shape;254;p42"/>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5" name="Google Shape;255;p42"/>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56" name="Google Shape;256;p42"/>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57" name="Google Shape;257;p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58" name="Google Shape;258;p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pic>
        <p:nvPicPr>
          <p:cNvPr id="263" name="Google Shape;263;p44"/>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64" name="Google Shape;264;p44"/>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265" name="Google Shape;265;p44"/>
          <p:cNvPicPr preferRelativeResize="0"/>
          <p:nvPr/>
        </p:nvPicPr>
        <p:blipFill rotWithShape="1">
          <a:blip r:embed="rId5">
            <a:alphaModFix/>
          </a:blip>
          <a:srcRect/>
          <a:stretch/>
        </p:blipFill>
        <p:spPr>
          <a:xfrm>
            <a:off x="0" y="160337"/>
            <a:ext cx="10668000" cy="765175"/>
          </a:xfrm>
          <a:prstGeom prst="rect">
            <a:avLst/>
          </a:prstGeom>
          <a:noFill/>
          <a:ln>
            <a:noFill/>
          </a:ln>
        </p:spPr>
      </p:pic>
      <p:sp>
        <p:nvSpPr>
          <p:cNvPr id="266" name="Google Shape;266;p4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267" name="Google Shape;267;p4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pic>
        <p:nvPicPr>
          <p:cNvPr id="273" name="Google Shape;273;p46"/>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274" name="Google Shape;274;p46"/>
          <p:cNvPicPr preferRelativeResize="0"/>
          <p:nvPr/>
        </p:nvPicPr>
        <p:blipFill rotWithShape="1">
          <a:blip r:embed="rId4">
            <a:alphaModFix/>
          </a:blip>
          <a:srcRect/>
          <a:stretch/>
        </p:blipFill>
        <p:spPr>
          <a:xfrm>
            <a:off x="0" y="6816725"/>
            <a:ext cx="12191999" cy="41275"/>
          </a:xfrm>
          <a:prstGeom prst="rect">
            <a:avLst/>
          </a:prstGeom>
          <a:noFill/>
          <a:ln>
            <a:noFill/>
          </a:ln>
        </p:spPr>
      </p:pic>
      <p:pic>
        <p:nvPicPr>
          <p:cNvPr id="275" name="Google Shape;275;p46"/>
          <p:cNvPicPr preferRelativeResize="0"/>
          <p:nvPr/>
        </p:nvPicPr>
        <p:blipFill rotWithShape="1">
          <a:blip r:embed="rId5">
            <a:alphaModFix/>
          </a:blip>
          <a:srcRect/>
          <a:stretch/>
        </p:blipFill>
        <p:spPr>
          <a:xfrm>
            <a:off x="1743075" y="2482850"/>
            <a:ext cx="8848725" cy="2130425"/>
          </a:xfrm>
          <a:prstGeom prst="rect">
            <a:avLst/>
          </a:prstGeom>
          <a:noFill/>
          <a:ln>
            <a:noFill/>
          </a:ln>
        </p:spPr>
      </p:pic>
      <p:sp>
        <p:nvSpPr>
          <p:cNvPr id="276" name="Google Shape;276;p46"/>
          <p:cNvSpPr txBox="1"/>
          <p:nvPr/>
        </p:nvSpPr>
        <p:spPr>
          <a:xfrm>
            <a:off x="1831975" y="2574925"/>
            <a:ext cx="8666100" cy="19368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FFFFFF"/>
              </a:buClr>
              <a:buSzPts val="3600"/>
              <a:buFont typeface="Helvetica Neue"/>
              <a:buNone/>
            </a:pPr>
            <a:r>
              <a:rPr lang="en-US" sz="3600" b="1" i="0" u="none">
                <a:solidFill>
                  <a:srgbClr val="FFFFFF"/>
                </a:solidFill>
                <a:latin typeface="Helvetica Neue"/>
                <a:ea typeface="Helvetica Neue"/>
                <a:cs typeface="Helvetica Neue"/>
                <a:sym typeface="Helvetica Neue"/>
              </a:rPr>
              <a:t>Click to edit Session title</a:t>
            </a:r>
            <a:endParaRPr/>
          </a:p>
        </p:txBody>
      </p:sp>
      <p:sp>
        <p:nvSpPr>
          <p:cNvPr id="277" name="Google Shape;277;p4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78" name="Google Shape;278;p4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4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2" name="Google Shape;282;p4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3" name="Google Shape;283;p48"/>
          <p:cNvSpPr txBox="1">
            <a:spLocks noGrp="1"/>
          </p:cNvSpPr>
          <p:nvPr>
            <p:ph type="ftr" idx="11"/>
          </p:nvPr>
        </p:nvSpPr>
        <p:spPr>
          <a:xfrm>
            <a:off x="4144962" y="6378575"/>
            <a:ext cx="390210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4" name="Google Shape;284;p48"/>
          <p:cNvSpPr txBox="1">
            <a:spLocks noGrp="1"/>
          </p:cNvSpPr>
          <p:nvPr>
            <p:ph type="dt" idx="10"/>
          </p:nvPr>
        </p:nvSpPr>
        <p:spPr>
          <a:xfrm>
            <a:off x="609600" y="6378575"/>
            <a:ext cx="280350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48"/>
          <p:cNvSpPr txBox="1">
            <a:spLocks noGrp="1"/>
          </p:cNvSpPr>
          <p:nvPr>
            <p:ph type="sldNum" idx="12"/>
          </p:nvPr>
        </p:nvSpPr>
        <p:spPr>
          <a:xfrm>
            <a:off x="8778875" y="6378575"/>
            <a:ext cx="2803500" cy="342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3"/>
        <p:cNvGrpSpPr/>
        <p:nvPr/>
      </p:nvGrpSpPr>
      <p:grpSpPr>
        <a:xfrm>
          <a:off x="0" y="0"/>
          <a:ext cx="0" cy="0"/>
          <a:chOff x="0" y="0"/>
          <a:chExt cx="0" cy="0"/>
        </a:xfrm>
      </p:grpSpPr>
      <p:sp>
        <p:nvSpPr>
          <p:cNvPr id="294" name="Google Shape;294;p5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95" name="Google Shape;295;p5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6" name="Google Shape;296;p50"/>
          <p:cNvSpPr txBox="1">
            <a:spLocks noGrp="1"/>
          </p:cNvSpPr>
          <p:nvPr>
            <p:ph type="dt" idx="10"/>
          </p:nvPr>
        </p:nvSpPr>
        <p:spPr>
          <a:xfrm>
            <a:off x="609600" y="6356350"/>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7" name="Google Shape;297;p50"/>
          <p:cNvSpPr txBox="1">
            <a:spLocks noGrp="1"/>
          </p:cNvSpPr>
          <p:nvPr>
            <p:ph type="ftr" idx="11"/>
          </p:nvPr>
        </p:nvSpPr>
        <p:spPr>
          <a:xfrm>
            <a:off x="4165600" y="6356350"/>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8" name="Google Shape;298;p50"/>
          <p:cNvSpPr txBox="1">
            <a:spLocks noGrp="1"/>
          </p:cNvSpPr>
          <p:nvPr>
            <p:ph type="sldNum" idx="12"/>
          </p:nvPr>
        </p:nvSpPr>
        <p:spPr>
          <a:xfrm>
            <a:off x="8737600" y="6356350"/>
            <a:ext cx="2844900" cy="3651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3"/>
        <p:cNvGrpSpPr/>
        <p:nvPr/>
      </p:nvGrpSpPr>
      <p:grpSpPr>
        <a:xfrm>
          <a:off x="0" y="0"/>
          <a:ext cx="0" cy="0"/>
          <a:chOff x="0" y="0"/>
          <a:chExt cx="0" cy="0"/>
        </a:xfrm>
      </p:grpSpPr>
      <p:pic>
        <p:nvPicPr>
          <p:cNvPr id="304" name="Google Shape;304;p52"/>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305" name="Google Shape;305;p52"/>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306" name="Google Shape;306;p52"/>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307" name="Google Shape;307;p52"/>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308" name="Google Shape;308;p52"/>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309" name="Google Shape;309;p52"/>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310" name="Google Shape;310;p5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11" name="Google Shape;311;p5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grpSp>
        <p:nvGrpSpPr>
          <p:cNvPr id="317" name="Google Shape;317;p54"/>
          <p:cNvGrpSpPr/>
          <p:nvPr/>
        </p:nvGrpSpPr>
        <p:grpSpPr>
          <a:xfrm>
            <a:off x="-63" y="1295691"/>
            <a:ext cx="9347017" cy="45919"/>
            <a:chOff x="1905000" y="6553200"/>
            <a:chExt cx="7010438" cy="45600"/>
          </a:xfrm>
        </p:grpSpPr>
        <p:sp>
          <p:nvSpPr>
            <p:cNvPr id="318" name="Google Shape;318;p5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19" name="Google Shape;319;p5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0" name="Google Shape;320;p5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321" name="Google Shape;321;p54"/>
          <p:cNvGrpSpPr/>
          <p:nvPr/>
        </p:nvGrpSpPr>
        <p:grpSpPr>
          <a:xfrm>
            <a:off x="2844737" y="6553491"/>
            <a:ext cx="9347017" cy="45919"/>
            <a:chOff x="1905000" y="6553200"/>
            <a:chExt cx="7010438" cy="45600"/>
          </a:xfrm>
        </p:grpSpPr>
        <p:sp>
          <p:nvSpPr>
            <p:cNvPr id="322" name="Google Shape;322;p54"/>
            <p:cNvSpPr txBox="1"/>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3" name="Google Shape;323;p54"/>
            <p:cNvSpPr txBox="1"/>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324" name="Google Shape;324;p54"/>
            <p:cNvSpPr txBox="1"/>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pic>
        <p:nvPicPr>
          <p:cNvPr id="325" name="Google Shape;325;p54" descr="Picture 7.png"/>
          <p:cNvPicPr preferRelativeResize="0"/>
          <p:nvPr/>
        </p:nvPicPr>
        <p:blipFill rotWithShape="1">
          <a:blip r:embed="rId3">
            <a:alphaModFix/>
          </a:blip>
          <a:srcRect l="1922" b="5338"/>
          <a:stretch/>
        </p:blipFill>
        <p:spPr>
          <a:xfrm>
            <a:off x="8839200" y="0"/>
            <a:ext cx="2925762" cy="692150"/>
          </a:xfrm>
          <a:prstGeom prst="rect">
            <a:avLst/>
          </a:prstGeom>
          <a:noFill/>
          <a:ln>
            <a:noFill/>
          </a:ln>
        </p:spPr>
      </p:pic>
      <p:sp>
        <p:nvSpPr>
          <p:cNvPr id="326" name="Google Shape;326;p54"/>
          <p:cNvSpPr txBox="1"/>
          <p:nvPr/>
        </p:nvSpPr>
        <p:spPr>
          <a:xfrm>
            <a:off x="4368800" y="6596062"/>
            <a:ext cx="7823100" cy="261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a:solidFill>
                  <a:srgbClr val="101141"/>
                </a:solidFill>
                <a:latin typeface="Arial"/>
                <a:ea typeface="Arial"/>
                <a:cs typeface="Arial"/>
                <a:sym typeface="Arial"/>
              </a:rPr>
              <a:t>BITS </a:t>
            </a:r>
            <a:r>
              <a:rPr lang="en-US" sz="1100" b="0" i="0" u="none">
                <a:solidFill>
                  <a:srgbClr val="101141"/>
                </a:solidFill>
                <a:latin typeface="Arial"/>
                <a:ea typeface="Arial"/>
                <a:cs typeface="Arial"/>
                <a:sym typeface="Arial"/>
              </a:rPr>
              <a:t>Pilani, Deemed to be University under Section 3 of UGC Act, 1956</a:t>
            </a:r>
            <a:endParaRPr/>
          </a:p>
        </p:txBody>
      </p:sp>
      <p:sp>
        <p:nvSpPr>
          <p:cNvPr id="327" name="Google Shape;327;p5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28" name="Google Shape;328;p5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8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customXml" Target="../ink/ink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70.png"/><Relationship Id="rId5" Type="http://schemas.openxmlformats.org/officeDocument/2006/relationships/customXml" Target="../ink/ink8.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customXml" Target="../ink/ink9.xml"/></Relationships>
</file>

<file path=ppt/slides/_rels/slide2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customXml" Target="../ink/ink11.xml"/></Relationships>
</file>

<file path=ppt/slides/_rels/slide27.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customXml" Target="../ink/ink13.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customXml" Target="../ink/ink1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customXml" Target="../ink/ink15.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customXml" Target="../ink/ink16.xml"/></Relationships>
</file>

<file path=ppt/slides/_rels/slide3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customXml" Target="../ink/ink17.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customXml" Target="../ink/ink18.xml"/><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customXml" Target="../ink/ink20.xml"/><Relationship Id="rId5" Type="http://schemas.openxmlformats.org/officeDocument/2006/relationships/image" Target="../media/image54.png"/><Relationship Id="rId4" Type="http://schemas.openxmlformats.org/officeDocument/2006/relationships/customXml" Target="../ink/ink19.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80.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customXml" Target="../ink/ink21.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customXml" Target="../ink/ink22.xml"/><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customXml" Target="../ink/ink24.xml"/><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customXml" Target="../ink/ink25.xml"/></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71.png"/><Relationship Id="rId4" Type="http://schemas.openxmlformats.org/officeDocument/2006/relationships/customXml" Target="../ink/ink26.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customXml" Target="../ink/ink27.xml"/><Relationship Id="rId4" Type="http://schemas.openxmlformats.org/officeDocument/2006/relationships/image" Target="../media/image73.png"/></Relationships>
</file>

<file path=ppt/slides/_rels/slide44.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78.png"/><Relationship Id="rId4" Type="http://schemas.openxmlformats.org/officeDocument/2006/relationships/customXml" Target="../ink/ink29.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80.png"/><Relationship Id="rId4" Type="http://schemas.openxmlformats.org/officeDocument/2006/relationships/customXml" Target="../ink/ink30.xml"/></Relationships>
</file>

<file path=ppt/slides/_rels/slide49.xml.rels><?xml version="1.0" encoding="UTF-8" standalone="yes"?>
<Relationships xmlns="http://schemas.openxmlformats.org/package/2006/relationships"><Relationship Id="rId8" Type="http://schemas.openxmlformats.org/officeDocument/2006/relationships/customXml" Target="../ink/ink33.xml"/><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customXml" Target="../ink/ink32.xml"/><Relationship Id="rId5" Type="http://schemas.openxmlformats.org/officeDocument/2006/relationships/image" Target="../media/image82.png"/><Relationship Id="rId4" Type="http://schemas.openxmlformats.org/officeDocument/2006/relationships/customXml" Target="../ink/ink31.xml"/><Relationship Id="rId9" Type="http://schemas.openxmlformats.org/officeDocument/2006/relationships/image" Target="../media/image84.png"/></Relationships>
</file>

<file path=ppt/slides/_rels/slide5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5.png"/><Relationship Id="rId7" Type="http://schemas.openxmlformats.org/officeDocument/2006/relationships/customXml" Target="../ink/ink34.xml"/><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1.xml.rels><?xml version="1.0" encoding="UTF-8" standalone="yes"?>
<Relationships xmlns="http://schemas.openxmlformats.org/package/2006/relationships"><Relationship Id="rId8" Type="http://schemas.openxmlformats.org/officeDocument/2006/relationships/customXml" Target="../ink/ink35.xml"/><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86.png"/><Relationship Id="rId4" Type="http://schemas.openxmlformats.org/officeDocument/2006/relationships/image" Target="../media/image91.png"/><Relationship Id="rId9" Type="http://schemas.openxmlformats.org/officeDocument/2006/relationships/image" Target="../media/image94.png"/></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96.png"/><Relationship Id="rId4" Type="http://schemas.openxmlformats.org/officeDocument/2006/relationships/customXml" Target="../ink/ink36.xml"/></Relationships>
</file>

<file path=ppt/slides/_rels/slide5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7.png"/><Relationship Id="rId7" Type="http://schemas.openxmlformats.org/officeDocument/2006/relationships/customXml" Target="../ink/ink38.xml"/><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99.png"/><Relationship Id="rId5" Type="http://schemas.openxmlformats.org/officeDocument/2006/relationships/customXml" Target="../ink/ink37.xml"/><Relationship Id="rId4" Type="http://schemas.openxmlformats.org/officeDocument/2006/relationships/image" Target="../media/image98.png"/></Relationships>
</file>

<file path=ppt/slides/_rels/slide54.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5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103.png"/><Relationship Id="rId4" Type="http://schemas.openxmlformats.org/officeDocument/2006/relationships/customXml" Target="../ink/ink40.xml"/></Relationships>
</file>

<file path=ppt/slides/_rels/slide5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106.jp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customXml" Target="../ink/ink4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customXml" Target="../ink/ink4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6"/>
          <p:cNvSpPr txBox="1">
            <a:spLocks noGrp="1"/>
          </p:cNvSpPr>
          <p:nvPr>
            <p:ph type="ctrTitle"/>
          </p:nvPr>
        </p:nvSpPr>
        <p:spPr>
          <a:xfrm>
            <a:off x="4008437" y="2770187"/>
            <a:ext cx="7804200" cy="1344600"/>
          </a:xfrm>
          <a:prstGeom prst="rect">
            <a:avLst/>
          </a:prstGeom>
          <a:noFill/>
          <a:ln>
            <a:noFill/>
          </a:ln>
        </p:spPr>
        <p:txBody>
          <a:bodyPr spcFirstLastPara="1" wrap="square" lIns="68550" tIns="34275" rIns="68550" bIns="34275" anchor="ctr" anchorCtr="0">
            <a:normAutofit/>
          </a:bodyPr>
          <a:lstStyle/>
          <a:p>
            <a:pPr marL="0" lvl="0" indent="0" algn="ctr" rtl="0">
              <a:lnSpc>
                <a:spcPct val="90000"/>
              </a:lnSpc>
              <a:spcBef>
                <a:spcPts val="0"/>
              </a:spcBef>
              <a:spcAft>
                <a:spcPts val="0"/>
              </a:spcAft>
              <a:buSzPts val="3200"/>
              <a:buNone/>
            </a:pPr>
            <a:r>
              <a:rPr lang="en-US" sz="4000" b="1" i="0" u="none">
                <a:solidFill>
                  <a:srgbClr val="FFFFFF"/>
                </a:solidFill>
                <a:latin typeface="Arial"/>
                <a:ea typeface="Arial"/>
                <a:cs typeface="Arial"/>
                <a:sym typeface="Arial"/>
              </a:rPr>
              <a:t>Introduction to </a:t>
            </a:r>
            <a:br>
              <a:rPr lang="en-US" sz="4000" b="1" i="0" u="none">
                <a:solidFill>
                  <a:srgbClr val="FFFFFF"/>
                </a:solidFill>
                <a:latin typeface="Arial"/>
                <a:ea typeface="Arial"/>
                <a:cs typeface="Arial"/>
                <a:sym typeface="Arial"/>
              </a:rPr>
            </a:br>
            <a:r>
              <a:rPr lang="en-US" sz="4000" b="1" i="0" u="none">
                <a:solidFill>
                  <a:srgbClr val="FFFFFF"/>
                </a:solidFill>
                <a:latin typeface="Arial"/>
                <a:ea typeface="Arial"/>
                <a:cs typeface="Arial"/>
                <a:sym typeface="Arial"/>
              </a:rPr>
              <a:t>Statistical Methods</a:t>
            </a:r>
            <a:r>
              <a:rPr lang="en-US" sz="3600" b="1" i="0" u="none">
                <a:solidFill>
                  <a:srgbClr val="FFFFFF"/>
                </a:solidFill>
                <a:latin typeface="Calibri"/>
                <a:ea typeface="Calibri"/>
                <a:cs typeface="Calibri"/>
                <a:sym typeface="Calibri"/>
              </a:rPr>
              <a:t> </a:t>
            </a:r>
            <a:endParaRPr/>
          </a:p>
        </p:txBody>
      </p:sp>
      <p:sp>
        <p:nvSpPr>
          <p:cNvPr id="336" name="Google Shape;336;p56"/>
          <p:cNvSpPr txBox="1">
            <a:spLocks noGrp="1"/>
          </p:cNvSpPr>
          <p:nvPr>
            <p:ph type="body" idx="2"/>
          </p:nvPr>
        </p:nvSpPr>
        <p:spPr>
          <a:xfrm>
            <a:off x="5416550" y="4953000"/>
            <a:ext cx="5034000" cy="914400"/>
          </a:xfrm>
          <a:prstGeom prst="rect">
            <a:avLst/>
          </a:prstGeom>
          <a:noFill/>
          <a:ln>
            <a:noFill/>
          </a:ln>
        </p:spPr>
        <p:txBody>
          <a:bodyPr spcFirstLastPara="1" wrap="square" lIns="68550" tIns="34275" rIns="68550" bIns="34275" anchor="t" anchorCtr="0">
            <a:noAutofit/>
          </a:bodyPr>
          <a:lstStyle/>
          <a:p>
            <a:pPr marL="0" lvl="0" indent="0" algn="ctr" rtl="0">
              <a:lnSpc>
                <a:spcPct val="90000"/>
              </a:lnSpc>
              <a:spcBef>
                <a:spcPts val="0"/>
              </a:spcBef>
              <a:spcAft>
                <a:spcPts val="0"/>
              </a:spcAft>
              <a:buSzPts val="1700"/>
              <a:buNone/>
            </a:pPr>
            <a:r>
              <a:rPr lang="en-US" sz="2400" b="1" i="0" u="none">
                <a:solidFill>
                  <a:schemeClr val="dk1"/>
                </a:solidFill>
                <a:latin typeface="Helvetica Neue"/>
                <a:ea typeface="Helvetica Neue"/>
                <a:cs typeface="Helvetica Neue"/>
                <a:sym typeface="Helvetica Neue"/>
              </a:rPr>
              <a:t>ISM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7"/>
          <p:cNvSpPr txBox="1">
            <a:spLocks noGrp="1"/>
          </p:cNvSpPr>
          <p:nvPr>
            <p:ph type="body" idx="1"/>
          </p:nvPr>
        </p:nvSpPr>
        <p:spPr>
          <a:xfrm>
            <a:off x="2147887" y="2873375"/>
            <a:ext cx="7886700" cy="939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en-US" sz="2800" b="1" i="0" u="none" dirty="0">
                <a:solidFill>
                  <a:schemeClr val="dk1"/>
                </a:solidFill>
                <a:latin typeface="Calibri"/>
                <a:ea typeface="Calibri"/>
                <a:cs typeface="Calibri"/>
                <a:sym typeface="Calibri"/>
              </a:rPr>
              <a:t>Session 7</a:t>
            </a:r>
            <a:endParaRPr dirty="0"/>
          </a:p>
          <a:p>
            <a:pPr marL="0" lvl="0" indent="0" algn="ctr" rtl="0">
              <a:lnSpc>
                <a:spcPct val="90000"/>
              </a:lnSpc>
              <a:spcBef>
                <a:spcPts val="0"/>
              </a:spcBef>
              <a:spcAft>
                <a:spcPts val="0"/>
              </a:spcAft>
              <a:buClr>
                <a:schemeClr val="dk1"/>
              </a:buClr>
              <a:buSzPts val="2800"/>
              <a:buNone/>
            </a:pPr>
            <a:r>
              <a:rPr lang="en-US" sz="2800" b="1" i="0" u="none" dirty="0">
                <a:solidFill>
                  <a:schemeClr val="dk1"/>
                </a:solidFill>
                <a:latin typeface="Calibri"/>
                <a:ea typeface="Calibri"/>
                <a:cs typeface="Calibri"/>
                <a:sym typeface="Calibri"/>
              </a:rPr>
              <a:t>( 6</a:t>
            </a:r>
            <a:r>
              <a:rPr lang="en-US" sz="2800" b="1" i="0" u="none" baseline="30000" dirty="0">
                <a:solidFill>
                  <a:schemeClr val="dk1"/>
                </a:solidFill>
                <a:latin typeface="Calibri"/>
                <a:ea typeface="Calibri"/>
                <a:cs typeface="Calibri"/>
                <a:sym typeface="Calibri"/>
              </a:rPr>
              <a:t>th</a:t>
            </a:r>
            <a:r>
              <a:rPr lang="en-US" sz="2800" b="1" i="0" u="none" dirty="0">
                <a:solidFill>
                  <a:schemeClr val="dk1"/>
                </a:solidFill>
                <a:latin typeface="Calibri"/>
                <a:ea typeface="Calibri"/>
                <a:cs typeface="Calibri"/>
                <a:sym typeface="Calibri"/>
              </a:rPr>
              <a:t> </a:t>
            </a:r>
            <a:r>
              <a:rPr lang="en-US" sz="2800" b="1" dirty="0">
                <a:solidFill>
                  <a:schemeClr val="dk1"/>
                </a:solidFill>
                <a:latin typeface="Calibri"/>
                <a:ea typeface="Calibri"/>
                <a:cs typeface="Calibri"/>
                <a:sym typeface="Calibri"/>
              </a:rPr>
              <a:t>Sep</a:t>
            </a:r>
            <a:r>
              <a:rPr lang="en-US" sz="2800" b="1" i="0" u="none" dirty="0">
                <a:solidFill>
                  <a:schemeClr val="dk1"/>
                </a:solidFill>
                <a:latin typeface="Calibri"/>
                <a:ea typeface="Calibri"/>
                <a:cs typeface="Calibri"/>
                <a:sym typeface="Calibri"/>
              </a:rPr>
              <a:t>2026)</a:t>
            </a:r>
            <a:endParaRPr dirty="0"/>
          </a:p>
          <a:p>
            <a:pPr marL="0" lvl="0" indent="0" algn="ctr" rtl="0">
              <a:lnSpc>
                <a:spcPct val="90000"/>
              </a:lnSpc>
              <a:spcBef>
                <a:spcPts val="0"/>
              </a:spcBef>
              <a:spcAft>
                <a:spcPts val="0"/>
              </a:spcAft>
              <a:buClr>
                <a:srgbClr val="888888"/>
              </a:buClr>
              <a:buSzPts val="1600"/>
              <a:buNone/>
            </a:pPr>
            <a:endParaRPr sz="1600" b="1" i="0" u="none" dirty="0">
              <a:solidFill>
                <a:schemeClr val="dk1"/>
              </a:solidFill>
              <a:latin typeface="Helvetica Neue Light"/>
              <a:ea typeface="Helvetica Neue Light"/>
              <a:cs typeface="Helvetica Neue Light"/>
              <a:sym typeface="Helvetica Neue Light"/>
            </a:endParaRPr>
          </a:p>
          <a:p>
            <a:pPr marL="0" lvl="0" indent="0" algn="r" rtl="0">
              <a:lnSpc>
                <a:spcPct val="90000"/>
              </a:lnSpc>
              <a:spcBef>
                <a:spcPts val="750"/>
              </a:spcBef>
              <a:spcAft>
                <a:spcPts val="0"/>
              </a:spcAft>
              <a:buClr>
                <a:srgbClr val="888888"/>
              </a:buClr>
              <a:buSzPts val="1600"/>
              <a:buNone/>
            </a:pPr>
            <a:endParaRPr sz="1600" b="1" i="0" u="none" dirty="0">
              <a:solidFill>
                <a:schemeClr val="dk1"/>
              </a:solidFill>
              <a:latin typeface="Helvetica Neue Light"/>
              <a:ea typeface="Helvetica Neue Light"/>
              <a:cs typeface="Helvetica Neue Light"/>
              <a:sym typeface="Helvetica Neue Light"/>
            </a:endParaRPr>
          </a:p>
        </p:txBody>
      </p:sp>
      <p:sp>
        <p:nvSpPr>
          <p:cNvPr id="342" name="Google Shape;342;p57"/>
          <p:cNvSpPr txBox="1"/>
          <p:nvPr/>
        </p:nvSpPr>
        <p:spPr>
          <a:xfrm>
            <a:off x="1427162" y="5168900"/>
            <a:ext cx="9204300" cy="523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Franklin Gothic"/>
              <a:buNone/>
            </a:pPr>
            <a:r>
              <a:rPr lang="en-US" sz="2800" b="0" i="0" u="none" strike="noStrike" cap="none">
                <a:solidFill>
                  <a:schemeClr val="dk1"/>
                </a:solidFill>
                <a:latin typeface="Franklin Gothic"/>
                <a:ea typeface="Franklin Gothic"/>
                <a:cs typeface="Franklin Gothic"/>
                <a:sym typeface="Franklin Gothic"/>
              </a:rPr>
              <a:t>Sampling and Distribution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8"/>
          <p:cNvSpPr txBox="1">
            <a:spLocks noGrp="1"/>
          </p:cNvSpPr>
          <p:nvPr>
            <p:ph type="title"/>
          </p:nvPr>
        </p:nvSpPr>
        <p:spPr>
          <a:xfrm>
            <a:off x="0" y="176212"/>
            <a:ext cx="10160100" cy="749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br>
              <a:rPr lang="en-US" sz="3200" b="1" i="0" u="none">
                <a:solidFill>
                  <a:schemeClr val="lt1"/>
                </a:solidFill>
                <a:latin typeface="Calibri"/>
                <a:ea typeface="Calibri"/>
                <a:cs typeface="Calibri"/>
                <a:sym typeface="Calibri"/>
              </a:rPr>
            </a:br>
            <a:r>
              <a:rPr lang="en-US" sz="3200" b="1" i="0" u="none">
                <a:solidFill>
                  <a:schemeClr val="lt1"/>
                </a:solidFill>
                <a:latin typeface="Calibri"/>
                <a:ea typeface="Calibri"/>
                <a:cs typeface="Calibri"/>
                <a:sym typeface="Calibri"/>
              </a:rPr>
              <a:t>Contact Session 7</a:t>
            </a:r>
            <a:br>
              <a:rPr lang="en-US" sz="3200" b="1" i="0" u="none">
                <a:solidFill>
                  <a:schemeClr val="lt1"/>
                </a:solidFill>
                <a:latin typeface="Calibri"/>
                <a:ea typeface="Calibri"/>
                <a:cs typeface="Calibri"/>
                <a:sym typeface="Calibri"/>
              </a:rPr>
            </a:br>
            <a:endParaRPr/>
          </a:p>
        </p:txBody>
      </p:sp>
      <p:pic>
        <p:nvPicPr>
          <p:cNvPr id="349" name="Google Shape;349;p58"/>
          <p:cNvPicPr preferRelativeResize="0"/>
          <p:nvPr/>
        </p:nvPicPr>
        <p:blipFill rotWithShape="1">
          <a:blip r:embed="rId3">
            <a:alphaModFix/>
          </a:blip>
          <a:srcRect/>
          <a:stretch/>
        </p:blipFill>
        <p:spPr>
          <a:xfrm>
            <a:off x="1301750" y="1177925"/>
            <a:ext cx="9264651" cy="28209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Agenda</a:t>
            </a:r>
            <a:endParaRPr/>
          </a:p>
        </p:txBody>
      </p:sp>
      <p:sp>
        <p:nvSpPr>
          <p:cNvPr id="355" name="Google Shape;355;p59"/>
          <p:cNvSpPr txBox="1">
            <a:spLocks noGrp="1"/>
          </p:cNvSpPr>
          <p:nvPr>
            <p:ph type="body" idx="1"/>
          </p:nvPr>
        </p:nvSpPr>
        <p:spPr>
          <a:xfrm>
            <a:off x="857250" y="1600200"/>
            <a:ext cx="10160100" cy="2728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Random Sampling</a:t>
            </a:r>
            <a:endParaRPr/>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Sampling Distribution and Central Limit Theorem, </a:t>
            </a:r>
            <a:endParaRPr/>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Point Estimation</a:t>
            </a:r>
            <a:endParaRPr/>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Interval Estimation</a:t>
            </a:r>
            <a:endParaRPr/>
          </a:p>
          <a:p>
            <a:pPr marL="228600" lvl="0" indent="-228600" algn="l" rtl="0">
              <a:lnSpc>
                <a:spcPct val="90000"/>
              </a:lnSpc>
              <a:spcBef>
                <a:spcPts val="100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Confidence Interval</a:t>
            </a:r>
            <a:endParaRPr sz="2800" b="1" i="0" u="none">
              <a:solidFill>
                <a:schemeClr val="dk1"/>
              </a:solidFill>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sz="2800" b="1" i="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Population and Sample</a:t>
            </a:r>
            <a:endParaRPr/>
          </a:p>
        </p:txBody>
      </p:sp>
      <p:sp>
        <p:nvSpPr>
          <p:cNvPr id="361" name="Google Shape;361;p60"/>
          <p:cNvSpPr txBox="1"/>
          <p:nvPr/>
        </p:nvSpPr>
        <p:spPr>
          <a:xfrm>
            <a:off x="439737" y="1128712"/>
            <a:ext cx="10920300" cy="4930800"/>
          </a:xfrm>
          <a:prstGeom prst="rect">
            <a:avLst/>
          </a:prstGeom>
          <a:noFill/>
          <a:ln>
            <a:noFill/>
          </a:ln>
        </p:spPr>
        <p:txBody>
          <a:bodyPr spcFirstLastPara="1" wrap="square" lIns="91425" tIns="45700" rIns="91425" bIns="45700" anchor="t" anchorCtr="0">
            <a:noAutofit/>
          </a:bodyPr>
          <a:lstStyle/>
          <a:p>
            <a:pPr marL="852487" marR="0" lvl="0" indent="-457200" algn="just" rtl="0">
              <a:lnSpc>
                <a:spcPct val="115000"/>
              </a:lnSpc>
              <a:spcBef>
                <a:spcPts val="0"/>
              </a:spcBef>
              <a:spcAft>
                <a:spcPts val="0"/>
              </a:spcAft>
              <a:buClr>
                <a:srgbClr val="0033CC"/>
              </a:buClr>
              <a:buSzPts val="2800"/>
              <a:buFont typeface="Noto Sans Symbols"/>
              <a:buChar char="⮚"/>
            </a:pPr>
            <a:r>
              <a:rPr lang="en-US" sz="2800" b="1" i="0" u="none" strike="noStrike" cap="none">
                <a:solidFill>
                  <a:srgbClr val="0033CC"/>
                </a:solidFill>
                <a:latin typeface="Calibri"/>
                <a:ea typeface="Calibri"/>
                <a:cs typeface="Calibri"/>
                <a:sym typeface="Calibri"/>
              </a:rPr>
              <a:t>POPULATION</a:t>
            </a:r>
            <a:r>
              <a:rPr lang="en-US" sz="2800" b="0" i="0" u="none" strike="noStrike" cap="none">
                <a:solidFill>
                  <a:srgbClr val="000000"/>
                </a:solidFill>
                <a:latin typeface="Calibri"/>
                <a:ea typeface="Calibri"/>
                <a:cs typeface="Calibri"/>
                <a:sym typeface="Calibri"/>
              </a:rPr>
              <a:t> (Big data or Huge or Massive data)</a:t>
            </a:r>
            <a:endParaRPr/>
          </a:p>
          <a:p>
            <a:pPr marL="852487" marR="0" lvl="0" indent="-457200" algn="just" rtl="0">
              <a:lnSpc>
                <a:spcPct val="115000"/>
              </a:lnSpc>
              <a:spcBef>
                <a:spcPts val="210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 population is the aggregate of facts (Data). It is the set of all elements of interest for a specific Aim and Objectives. The process of conducting a survey to collect data for the entire population is called a census. </a:t>
            </a:r>
            <a:endParaRPr/>
          </a:p>
          <a:p>
            <a:pPr marL="852487" marR="0" lvl="0" indent="-457200" algn="just" rtl="0">
              <a:lnSpc>
                <a:spcPct val="115000"/>
              </a:lnSpc>
              <a:spcBef>
                <a:spcPts val="2100"/>
              </a:spcBef>
              <a:spcAft>
                <a:spcPts val="0"/>
              </a:spcAft>
              <a:buClr>
                <a:schemeClr val="accent1"/>
              </a:buClr>
              <a:buSzPts val="2800"/>
              <a:buFont typeface="Noto Sans Symbols"/>
              <a:buChar char="⮚"/>
            </a:pPr>
            <a:r>
              <a:rPr lang="en-US" sz="2800" b="1" i="0" u="none" strike="noStrike" cap="none">
                <a:solidFill>
                  <a:schemeClr val="accent1"/>
                </a:solidFill>
                <a:latin typeface="Calibri"/>
                <a:ea typeface="Calibri"/>
                <a:cs typeface="Calibri"/>
                <a:sym typeface="Calibri"/>
              </a:rPr>
              <a:t>SAMPLE</a:t>
            </a:r>
            <a:r>
              <a:rPr lang="en-US" sz="2800" b="1" i="0" u="none" strike="noStrike" cap="none">
                <a:solidFill>
                  <a:srgbClr val="000000"/>
                </a:solidFill>
                <a:latin typeface="Calibri"/>
                <a:ea typeface="Calibri"/>
                <a:cs typeface="Calibri"/>
                <a:sym typeface="Calibri"/>
              </a:rPr>
              <a:t> </a:t>
            </a:r>
            <a:r>
              <a:rPr lang="en-US" sz="2800" b="0" i="0" u="none" strike="noStrike" cap="none">
                <a:solidFill>
                  <a:srgbClr val="000000"/>
                </a:solidFill>
                <a:latin typeface="Calibri"/>
                <a:ea typeface="Calibri"/>
                <a:cs typeface="Calibri"/>
                <a:sym typeface="Calibri"/>
              </a:rPr>
              <a:t>(Small data)</a:t>
            </a:r>
            <a:endParaRPr/>
          </a:p>
          <a:p>
            <a:pPr marL="852487" marR="0" lvl="0" indent="-457200" algn="just" rtl="0">
              <a:lnSpc>
                <a:spcPct val="115000"/>
              </a:lnSpc>
              <a:spcBef>
                <a:spcPts val="210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 sample is a subset of the population. </a:t>
            </a:r>
            <a:r>
              <a:rPr lang="en-US" sz="2800" b="0" i="0" u="none" strike="noStrike" cap="none">
                <a:solidFill>
                  <a:schemeClr val="dk1"/>
                </a:solidFill>
                <a:latin typeface="Calibri"/>
                <a:ea typeface="Calibri"/>
                <a:cs typeface="Calibri"/>
                <a:sym typeface="Calibri"/>
              </a:rPr>
              <a:t>The process of conducting a survey to collect data for a sample is called a sample survey. </a:t>
            </a:r>
            <a:endParaRPr sz="2800" b="0" i="0" u="none" strike="noStrike" cap="none">
              <a:solidFill>
                <a:srgbClr val="000000"/>
              </a:solidFill>
              <a:latin typeface="Calibri"/>
              <a:ea typeface="Calibri"/>
              <a:cs typeface="Calibri"/>
              <a:sym typeface="Calibri"/>
            </a:endParaRPr>
          </a:p>
          <a:p>
            <a:pPr marL="0" marR="0" lvl="0" indent="0" algn="l" rtl="0">
              <a:lnSpc>
                <a:spcPct val="100000"/>
              </a:lnSpc>
              <a:spcBef>
                <a:spcPts val="1100"/>
              </a:spcBef>
              <a:spcAft>
                <a:spcPts val="0"/>
              </a:spcAft>
              <a:buNone/>
            </a:pPr>
            <a:endParaRPr sz="2800" b="0" i="0" u="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1"/>
          <p:cNvSpPr txBox="1"/>
          <p:nvPr/>
        </p:nvSpPr>
        <p:spPr>
          <a:xfrm>
            <a:off x="0" y="166687"/>
            <a:ext cx="8372400" cy="7239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Basic Terminology</a:t>
            </a:r>
            <a:endParaRPr/>
          </a:p>
        </p:txBody>
      </p:sp>
      <p:sp>
        <p:nvSpPr>
          <p:cNvPr id="368" name="Google Shape;368;p61"/>
          <p:cNvSpPr txBox="1"/>
          <p:nvPr/>
        </p:nvSpPr>
        <p:spPr>
          <a:xfrm>
            <a:off x="439737" y="1128712"/>
            <a:ext cx="11398200" cy="527220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5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Statistics uses data from a </a:t>
            </a:r>
            <a:r>
              <a:rPr lang="en-US" sz="2800" b="1" i="0" u="none">
                <a:solidFill>
                  <a:srgbClr val="0033CC"/>
                </a:solidFill>
                <a:latin typeface="Calibri"/>
                <a:ea typeface="Calibri"/>
                <a:cs typeface="Calibri"/>
                <a:sym typeface="Calibri"/>
              </a:rPr>
              <a:t>sample</a:t>
            </a:r>
            <a:r>
              <a:rPr lang="en-US" sz="2800" b="0" i="0" u="none">
                <a:solidFill>
                  <a:schemeClr val="dk1"/>
                </a:solidFill>
                <a:latin typeface="Calibri"/>
                <a:ea typeface="Calibri"/>
                <a:cs typeface="Calibri"/>
                <a:sym typeface="Calibri"/>
              </a:rPr>
              <a:t> to make </a:t>
            </a:r>
            <a:r>
              <a:rPr lang="en-US" sz="2800" b="1" i="0" u="none">
                <a:solidFill>
                  <a:srgbClr val="FF0000"/>
                </a:solidFill>
                <a:latin typeface="Calibri"/>
                <a:ea typeface="Calibri"/>
                <a:cs typeface="Calibri"/>
                <a:sym typeface="Calibri"/>
              </a:rPr>
              <a:t>estimates</a:t>
            </a:r>
            <a:r>
              <a:rPr lang="en-US" sz="2800" b="0" i="0" u="none">
                <a:solidFill>
                  <a:schemeClr val="dk1"/>
                </a:solidFill>
                <a:latin typeface="Calibri"/>
                <a:ea typeface="Calibri"/>
                <a:cs typeface="Calibri"/>
                <a:sym typeface="Calibri"/>
              </a:rPr>
              <a:t> and </a:t>
            </a:r>
            <a:endParaRPr/>
          </a:p>
          <a:p>
            <a:pPr marL="228600" marR="0" lvl="0" indent="-228600" algn="just" rtl="0">
              <a:lnSpc>
                <a:spcPct val="15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Testing of hypotheses about the characteristics of a population in the point of view of minimising the resources (Money, Manpower, Material and Time – </a:t>
            </a:r>
            <a:r>
              <a:rPr lang="en-US" sz="2800" b="1" i="0" u="none">
                <a:solidFill>
                  <a:srgbClr val="0033CC"/>
                </a:solidFill>
                <a:latin typeface="Calibri"/>
                <a:ea typeface="Calibri"/>
                <a:cs typeface="Calibri"/>
                <a:sym typeface="Calibri"/>
              </a:rPr>
              <a:t>3MT</a:t>
            </a:r>
            <a:r>
              <a:rPr lang="en-US" sz="2800" b="0" i="0" u="none">
                <a:solidFill>
                  <a:schemeClr val="dk1"/>
                </a:solidFill>
                <a:latin typeface="Calibri"/>
                <a:ea typeface="Calibri"/>
                <a:cs typeface="Calibri"/>
                <a:sym typeface="Calibri"/>
              </a:rPr>
              <a:t>).</a:t>
            </a:r>
            <a:endParaRPr/>
          </a:p>
          <a:p>
            <a:pPr marL="228600" marR="0" lvl="0" indent="-228600" algn="just" rtl="0">
              <a:lnSpc>
                <a:spcPct val="15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This process of Statistics is called </a:t>
            </a:r>
            <a:r>
              <a:rPr lang="en-US" sz="2800" b="1" i="0" u="none">
                <a:solidFill>
                  <a:srgbClr val="FF0000"/>
                </a:solidFill>
                <a:latin typeface="Calibri"/>
                <a:ea typeface="Calibri"/>
                <a:cs typeface="Calibri"/>
                <a:sym typeface="Calibri"/>
              </a:rPr>
              <a:t>Inferential statistics</a:t>
            </a:r>
            <a:r>
              <a:rPr lang="en-US" sz="2800" b="0" i="0" u="none">
                <a:solidFill>
                  <a:schemeClr val="dk1"/>
                </a:solidFill>
                <a:latin typeface="Calibri"/>
                <a:ea typeface="Calibri"/>
                <a:cs typeface="Calibri"/>
                <a:sym typeface="Calibri"/>
              </a:rPr>
              <a:t>.</a:t>
            </a:r>
            <a:endParaRPr sz="28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800" b="0" i="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2"/>
          <p:cNvSpPr txBox="1"/>
          <p:nvPr/>
        </p:nvSpPr>
        <p:spPr>
          <a:xfrm>
            <a:off x="0" y="46037"/>
            <a:ext cx="9028200" cy="84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Parameter and Statistic</a:t>
            </a:r>
            <a:endParaRPr/>
          </a:p>
        </p:txBody>
      </p:sp>
      <p:sp>
        <p:nvSpPr>
          <p:cNvPr id="374" name="Google Shape;374;p62"/>
          <p:cNvSpPr txBox="1"/>
          <p:nvPr/>
        </p:nvSpPr>
        <p:spPr>
          <a:xfrm>
            <a:off x="465137" y="1182687"/>
            <a:ext cx="11166600" cy="4413300"/>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571500" marR="0" lvl="0" indent="-571500" algn="l" rtl="0">
              <a:lnSpc>
                <a:spcPct val="100000"/>
              </a:lnSpc>
              <a:spcBef>
                <a:spcPts val="0"/>
              </a:spcBef>
              <a:spcAft>
                <a:spcPts val="0"/>
              </a:spcAft>
              <a:buClr>
                <a:schemeClr val="dk1"/>
              </a:buClr>
              <a:buSzPts val="3600"/>
              <a:buFont typeface="Noto Sans Symbols"/>
              <a:buChar char="⮚"/>
            </a:pPr>
            <a:r>
              <a:rPr lang="en-US" sz="3600" b="1" i="0" u="none">
                <a:solidFill>
                  <a:schemeClr val="dk1"/>
                </a:solidFill>
                <a:latin typeface="Helvetica Neue"/>
                <a:ea typeface="Helvetica Neue"/>
                <a:cs typeface="Helvetica Neue"/>
                <a:sym typeface="Helvetica Neue"/>
              </a:rPr>
              <a:t> </a:t>
            </a:r>
            <a:r>
              <a:rPr lang="en-US" sz="2800" b="1" i="0" u="none">
                <a:solidFill>
                  <a:schemeClr val="dk1"/>
                </a:solidFill>
                <a:latin typeface="Calibri"/>
                <a:ea typeface="Calibri"/>
                <a:cs typeface="Calibri"/>
                <a:sym typeface="Calibri"/>
              </a:rPr>
              <a:t>Parameter: </a:t>
            </a:r>
            <a:endParaRPr/>
          </a:p>
          <a:p>
            <a:pPr marL="571500" marR="0" lvl="0" indent="-571500" algn="just" rtl="0">
              <a:lnSpc>
                <a:spcPct val="100000"/>
              </a:lnSpc>
              <a:spcBef>
                <a:spcPts val="480"/>
              </a:spcBef>
              <a:spcAft>
                <a:spcPts val="0"/>
              </a:spcAft>
              <a:buClr>
                <a:schemeClr val="dk1"/>
              </a:buClr>
              <a:buSzPts val="2400"/>
              <a:buFont typeface="Courier New"/>
              <a:buChar char="o"/>
            </a:pPr>
            <a:r>
              <a:rPr lang="en-US" sz="2400" b="0" i="0" u="none">
                <a:solidFill>
                  <a:schemeClr val="dk1"/>
                </a:solidFill>
                <a:latin typeface="Calibri"/>
                <a:ea typeface="Calibri"/>
                <a:cs typeface="Calibri"/>
                <a:sym typeface="Calibri"/>
              </a:rPr>
              <a:t>It is population constants, whose values generally unknown</a:t>
            </a:r>
            <a:endParaRPr/>
          </a:p>
          <a:p>
            <a:pPr marL="571500" marR="0" lvl="0" indent="-571500" algn="just" rtl="0">
              <a:lnSpc>
                <a:spcPct val="100000"/>
              </a:lnSpc>
              <a:spcBef>
                <a:spcPts val="480"/>
              </a:spcBef>
              <a:spcAft>
                <a:spcPts val="0"/>
              </a:spcAft>
              <a:buClr>
                <a:schemeClr val="dk1"/>
              </a:buClr>
              <a:buSzPts val="2400"/>
              <a:buFont typeface="Courier New"/>
              <a:buChar char="o"/>
            </a:pPr>
            <a:r>
              <a:rPr lang="en-US" sz="2400" b="0" i="0" u="none">
                <a:solidFill>
                  <a:schemeClr val="dk1"/>
                </a:solidFill>
                <a:latin typeface="Calibri"/>
                <a:ea typeface="Calibri"/>
                <a:cs typeface="Calibri"/>
                <a:sym typeface="Calibri"/>
              </a:rPr>
              <a:t> The various statistical characteristics or constants of a population are:</a:t>
            </a:r>
            <a:endParaRPr/>
          </a:p>
          <a:p>
            <a:pPr marL="742950" marR="0" lvl="1" indent="-285750" algn="just"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Population Mean (μ), Population Variance (σ</a:t>
            </a:r>
            <a:r>
              <a:rPr lang="en-US" sz="2400" b="0" i="0" u="none" strike="noStrike" cap="none" baseline="30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Population Proportion (P), Population Correlation Coefficient (ρ) etc.</a:t>
            </a:r>
            <a:endParaRPr/>
          </a:p>
          <a:p>
            <a:pPr marL="742950" marR="0" lvl="1" indent="-107950" algn="l" rtl="0">
              <a:lnSpc>
                <a:spcPct val="100000"/>
              </a:lnSpc>
              <a:spcBef>
                <a:spcPts val="56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a:p>
            <a:pPr marL="571500" marR="0" lvl="0" indent="-571500" algn="l" rtl="0">
              <a:lnSpc>
                <a:spcPct val="100000"/>
              </a:lnSpc>
              <a:spcBef>
                <a:spcPts val="56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 </a:t>
            </a:r>
            <a:r>
              <a:rPr lang="en-US" sz="2800" b="0" i="0" u="none">
                <a:solidFill>
                  <a:schemeClr val="dk1"/>
                </a:solidFill>
                <a:latin typeface="Calibri"/>
                <a:ea typeface="Calibri"/>
                <a:cs typeface="Calibri"/>
                <a:sym typeface="Calibri"/>
              </a:rPr>
              <a:t>Example: Binomial distribution </a:t>
            </a:r>
            <a:r>
              <a:rPr lang="en-US" sz="2800" b="0" i="0" u="none">
                <a:solidFill>
                  <a:srgbClr val="FF0000"/>
                </a:solidFill>
                <a:latin typeface="Calibri"/>
                <a:ea typeface="Calibri"/>
                <a:cs typeface="Calibri"/>
                <a:sym typeface="Calibri"/>
              </a:rPr>
              <a:t>(n, p)</a:t>
            </a:r>
            <a:endParaRPr/>
          </a:p>
          <a:p>
            <a:pPr marL="571500" marR="0" lvl="0" indent="-571500" algn="l" rtl="0">
              <a:lnSpc>
                <a:spcPct val="100000"/>
              </a:lnSpc>
              <a:spcBef>
                <a:spcPts val="56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                  Poisson distribution </a:t>
            </a:r>
            <a:r>
              <a:rPr lang="en-US" sz="2800" b="0" i="0" u="none">
                <a:solidFill>
                  <a:srgbClr val="FF0000"/>
                </a:solidFill>
                <a:latin typeface="Calibri"/>
                <a:ea typeface="Calibri"/>
                <a:cs typeface="Calibri"/>
                <a:sym typeface="Calibri"/>
              </a:rPr>
              <a:t>(λ)</a:t>
            </a:r>
            <a:r>
              <a:rPr lang="en-US" sz="2800" b="0" i="0" u="none">
                <a:solidFill>
                  <a:schemeClr val="dk1"/>
                </a:solidFill>
                <a:latin typeface="Calibri"/>
                <a:ea typeface="Calibri"/>
                <a:cs typeface="Calibri"/>
                <a:sym typeface="Calibri"/>
              </a:rPr>
              <a:t>      </a:t>
            </a:r>
            <a:endParaRPr/>
          </a:p>
          <a:p>
            <a:pPr marL="571500" marR="0" lvl="0" indent="-571500" algn="l" rtl="0">
              <a:lnSpc>
                <a:spcPct val="100000"/>
              </a:lnSpc>
              <a:spcBef>
                <a:spcPts val="56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                  Normal distribution </a:t>
            </a:r>
            <a:r>
              <a:rPr lang="en-US" sz="2800" b="0" i="0" u="none">
                <a:solidFill>
                  <a:srgbClr val="FF0000"/>
                </a:solidFill>
                <a:latin typeface="Calibri"/>
                <a:ea typeface="Calibri"/>
                <a:cs typeface="Calibri"/>
                <a:sym typeface="Calibri"/>
              </a:rPr>
              <a:t>(μ, σ</a:t>
            </a:r>
            <a:r>
              <a:rPr lang="en-US" sz="2800" b="0" i="0" u="none" baseline="30000">
                <a:solidFill>
                  <a:srgbClr val="FF0000"/>
                </a:solidFill>
                <a:latin typeface="Calibri"/>
                <a:ea typeface="Calibri"/>
                <a:cs typeface="Calibri"/>
                <a:sym typeface="Calibri"/>
              </a:rPr>
              <a:t>2</a:t>
            </a:r>
            <a:r>
              <a:rPr lang="en-US" sz="2800" b="0" i="0" u="none">
                <a:solidFill>
                  <a:srgbClr val="FF0000"/>
                </a:solidFill>
                <a:latin typeface="Calibri"/>
                <a:ea typeface="Calibri"/>
                <a:cs typeface="Calibri"/>
                <a:sym typeface="Calibri"/>
              </a:rPr>
              <a:t>)</a:t>
            </a:r>
            <a:r>
              <a:rPr lang="en-US" sz="2800" b="0" i="0" u="none">
                <a:solidFill>
                  <a:schemeClr val="dk1"/>
                </a:solidFill>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10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3"/>
          <p:cNvSpPr txBox="1"/>
          <p:nvPr/>
        </p:nvSpPr>
        <p:spPr>
          <a:xfrm>
            <a:off x="465139" y="1206500"/>
            <a:ext cx="11193600" cy="4752000"/>
          </a:xfrm>
          <a:prstGeom prst="rect">
            <a:avLst/>
          </a:prstGeom>
          <a:blipFill rotWithShape="1">
            <a:blip r:embed="rId3">
              <a:alphaModFix/>
            </a:blip>
            <a:stretch>
              <a:fillRect l="-1299" t="-899" b="-2559"/>
            </a:stretch>
          </a:blip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p:sp>
        <p:nvSpPr>
          <p:cNvPr id="380" name="Google Shape;380;p63"/>
          <p:cNvSpPr txBox="1"/>
          <p:nvPr/>
        </p:nvSpPr>
        <p:spPr>
          <a:xfrm>
            <a:off x="3160712" y="46037"/>
            <a:ext cx="5867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Parameter and Statistic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4"/>
          <p:cNvSpPr txBox="1"/>
          <p:nvPr/>
        </p:nvSpPr>
        <p:spPr>
          <a:xfrm>
            <a:off x="619125" y="1174750"/>
            <a:ext cx="11060100" cy="4519500"/>
          </a:xfrm>
          <a:prstGeom prst="rect">
            <a:avLst/>
          </a:prstGeom>
          <a:noFill/>
          <a:ln>
            <a:noFill/>
          </a:ln>
        </p:spPr>
        <p:txBody>
          <a:bodyPr spcFirstLastPara="1" wrap="square" lIns="91425" tIns="45700" rIns="91425" bIns="45700" anchor="t" anchorCtr="0">
            <a:noAutofit/>
          </a:bodyPr>
          <a:lstStyle/>
          <a:p>
            <a:pPr marL="395287" marR="0" lvl="0" indent="-395287" algn="just"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Sampling is a process of selecting samples from a well-defined </a:t>
            </a:r>
            <a:r>
              <a:rPr lang="en-US" sz="2800" b="1" i="0" u="none" dirty="0">
                <a:solidFill>
                  <a:srgbClr val="FF0000"/>
                </a:solidFill>
                <a:latin typeface="Calibri"/>
                <a:ea typeface="Calibri"/>
                <a:cs typeface="Calibri"/>
                <a:sym typeface="Calibri"/>
              </a:rPr>
              <a:t>target</a:t>
            </a:r>
            <a:r>
              <a:rPr lang="en-US" sz="2800" b="0" i="0" u="none" dirty="0">
                <a:solidFill>
                  <a:schemeClr val="dk1"/>
                </a:solidFill>
                <a:latin typeface="Calibri"/>
                <a:ea typeface="Calibri"/>
                <a:cs typeface="Calibri"/>
                <a:sym typeface="Calibri"/>
              </a:rPr>
              <a:t> populations. A target population is a population characteristic in which the Analyst is interested. For instance, the coping problem of all adolescents with elders.</a:t>
            </a:r>
            <a:endParaRPr dirty="0"/>
          </a:p>
          <a:p>
            <a:pPr marL="395287" marR="0" lvl="0" indent="-217487" algn="just" rtl="0">
              <a:lnSpc>
                <a:spcPct val="90000"/>
              </a:lnSpc>
              <a:spcBef>
                <a:spcPts val="1000"/>
              </a:spcBef>
              <a:spcAft>
                <a:spcPts val="0"/>
              </a:spcAft>
              <a:buClr>
                <a:schemeClr val="dk1"/>
              </a:buClr>
              <a:buSzPts val="2800"/>
              <a:buFont typeface="Noto Sans Symbols"/>
              <a:buNone/>
            </a:pPr>
            <a:endParaRPr sz="2800" b="0" i="0" u="none" dirty="0">
              <a:solidFill>
                <a:schemeClr val="dk1"/>
              </a:solidFill>
              <a:latin typeface="Calibri"/>
              <a:ea typeface="Calibri"/>
              <a:cs typeface="Calibri"/>
              <a:sym typeface="Calibri"/>
            </a:endParaRPr>
          </a:p>
          <a:p>
            <a:pPr marL="395287" marR="0" lvl="0" indent="-395287" algn="just" rtl="0">
              <a:lnSpc>
                <a:spcPct val="90000"/>
              </a:lnSpc>
              <a:spcBef>
                <a:spcPts val="100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If the representative samples are selected from the well-defined target population which are also consistent and accurate, then the  estimates obtained from such samples help in better generalization of the unknown parameters. This process is known as Inferential Statistics which forms a good scientific decision-making tool.</a:t>
            </a:r>
            <a:endParaRPr dirty="0"/>
          </a:p>
        </p:txBody>
      </p:sp>
      <p:sp>
        <p:nvSpPr>
          <p:cNvPr id="386" name="Google Shape;386;p64"/>
          <p:cNvSpPr txBox="1"/>
          <p:nvPr/>
        </p:nvSpPr>
        <p:spPr>
          <a:xfrm>
            <a:off x="4622800" y="46037"/>
            <a:ext cx="1973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Sampling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5"/>
          <p:cNvSpPr txBox="1"/>
          <p:nvPr/>
        </p:nvSpPr>
        <p:spPr>
          <a:xfrm>
            <a:off x="3975100" y="265112"/>
            <a:ext cx="3717900" cy="622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3100"/>
              <a:buFont typeface="Calibri"/>
              <a:buNone/>
            </a:pPr>
            <a:r>
              <a:rPr lang="en-US" sz="3100" b="1" i="0" u="none">
                <a:solidFill>
                  <a:schemeClr val="lt1"/>
                </a:solidFill>
                <a:latin typeface="Calibri"/>
                <a:ea typeface="Calibri"/>
                <a:cs typeface="Calibri"/>
                <a:sym typeface="Calibri"/>
              </a:rPr>
              <a:t>Reasons for Sampling</a:t>
            </a:r>
            <a:endParaRPr/>
          </a:p>
        </p:txBody>
      </p:sp>
      <p:sp>
        <p:nvSpPr>
          <p:cNvPr id="392" name="Google Shape;392;p65"/>
          <p:cNvSpPr txBox="1"/>
          <p:nvPr/>
        </p:nvSpPr>
        <p:spPr>
          <a:xfrm>
            <a:off x="439737" y="1433512"/>
            <a:ext cx="11215800" cy="429750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50000"/>
              </a:lnSpc>
              <a:spcBef>
                <a:spcPts val="0"/>
              </a:spcBef>
              <a:spcAft>
                <a:spcPts val="0"/>
              </a:spcAft>
              <a:buClr>
                <a:schemeClr val="dk1"/>
              </a:buClr>
              <a:buSzPts val="2400"/>
              <a:buFont typeface="Noto Sans Symbols"/>
              <a:buChar char="⮚"/>
            </a:pPr>
            <a:r>
              <a:rPr lang="en-US" sz="2400" b="0" i="0" u="none" dirty="0">
                <a:solidFill>
                  <a:schemeClr val="dk1"/>
                </a:solidFill>
                <a:latin typeface="Calibri"/>
                <a:ea typeface="Calibri"/>
                <a:cs typeface="Calibri"/>
                <a:sym typeface="Calibri"/>
              </a:rPr>
              <a:t>Most often the population under study may be either unknown or infinite. Collecting data from such population is not feasible. Further, even if the population is countably finite, the resources required to collect data may be huge. Hence, by selecting representative samples from the target population, not only the resources can be minimized but also a close estimation of parameters can be made. </a:t>
            </a:r>
            <a:endParaRPr sz="2400" b="0"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6"/>
          <p:cNvSpPr txBox="1"/>
          <p:nvPr/>
        </p:nvSpPr>
        <p:spPr>
          <a:xfrm>
            <a:off x="0" y="274637"/>
            <a:ext cx="6858000" cy="639900"/>
          </a:xfrm>
          <a:prstGeom prst="rect">
            <a:avLst/>
          </a:prstGeom>
          <a:noFill/>
          <a:ln>
            <a:noFill/>
          </a:ln>
        </p:spPr>
        <p:txBody>
          <a:bodyPr spcFirstLastPara="1" wrap="square" lIns="91425" tIns="45700" rIns="91425" bIns="45700" anchor="ctr" anchorCtr="0">
            <a:normAutofit/>
          </a:bodyPr>
          <a:lstStyle/>
          <a:p>
            <a:pPr marL="0" marR="0" lvl="0" indent="0" algn="l" rtl="0">
              <a:lnSpc>
                <a:spcPct val="80000"/>
              </a:lnSpc>
              <a:spcBef>
                <a:spcPts val="0"/>
              </a:spcBef>
              <a:spcAft>
                <a:spcPts val="0"/>
              </a:spcAft>
              <a:buClr>
                <a:schemeClr val="lt1"/>
              </a:buClr>
              <a:buSzPts val="4000"/>
              <a:buFont typeface="Calibri"/>
              <a:buNone/>
            </a:pPr>
            <a:r>
              <a:rPr lang="en-US" sz="4000" b="1" i="0" u="none">
                <a:solidFill>
                  <a:schemeClr val="lt1"/>
                </a:solidFill>
                <a:latin typeface="Calibri"/>
                <a:ea typeface="Calibri"/>
                <a:cs typeface="Calibri"/>
                <a:sym typeface="Calibri"/>
              </a:rPr>
              <a:t>Continued…</a:t>
            </a:r>
            <a:endParaRPr/>
          </a:p>
        </p:txBody>
      </p:sp>
      <p:sp>
        <p:nvSpPr>
          <p:cNvPr id="398" name="Google Shape;398;p66"/>
          <p:cNvSpPr txBox="1"/>
          <p:nvPr/>
        </p:nvSpPr>
        <p:spPr>
          <a:xfrm>
            <a:off x="619125" y="1731962"/>
            <a:ext cx="10841100" cy="3413100"/>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Collecting data from samples instead of population offers several Advantages:</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L="395287" marR="0" lvl="0" indent="-395287" algn="l" rtl="0">
              <a:lnSpc>
                <a:spcPct val="90000"/>
              </a:lnSpc>
              <a:spcBef>
                <a:spcPts val="0"/>
              </a:spcBef>
              <a:spcAft>
                <a:spcPts val="0"/>
              </a:spcAft>
              <a:buClr>
                <a:schemeClr val="dk1"/>
              </a:buClr>
              <a:buSzPts val="2800"/>
              <a:buFont typeface="Arial"/>
              <a:buAutoNum type="arabicPeriod"/>
            </a:pPr>
            <a:r>
              <a:rPr lang="en-US" sz="2800" b="0" i="0" u="none" dirty="0">
                <a:solidFill>
                  <a:schemeClr val="dk1"/>
                </a:solidFill>
                <a:latin typeface="Calibri"/>
                <a:ea typeface="Calibri"/>
                <a:cs typeface="Calibri"/>
                <a:sym typeface="Calibri"/>
              </a:rPr>
              <a:t>The sample can save money.</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R="0" lvl="0" algn="l" rtl="0">
              <a:lnSpc>
                <a:spcPct val="90000"/>
              </a:lnSpc>
              <a:spcBef>
                <a:spcPts val="0"/>
              </a:spcBef>
              <a:spcAft>
                <a:spcPts val="0"/>
              </a:spcAft>
              <a:buClr>
                <a:schemeClr val="dk1"/>
              </a:buClr>
              <a:buSzPts val="2800"/>
            </a:pPr>
            <a:r>
              <a:rPr lang="en-US" sz="2800" b="0" i="0" u="none" dirty="0">
                <a:solidFill>
                  <a:schemeClr val="dk1"/>
                </a:solidFill>
                <a:latin typeface="Calibri"/>
                <a:ea typeface="Calibri"/>
                <a:cs typeface="Calibri"/>
                <a:sym typeface="Calibri"/>
              </a:rPr>
              <a:t>2. The sample can save time. </a:t>
            </a:r>
            <a:endParaRPr dirty="0"/>
          </a:p>
          <a:p>
            <a:pPr marL="395287" marR="0" lvl="0" indent="-217487" algn="l" rtl="0">
              <a:lnSpc>
                <a:spcPct val="90000"/>
              </a:lnSpc>
              <a:spcBef>
                <a:spcPts val="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a:p>
            <a:pPr marR="0" lvl="0" algn="l" rtl="0">
              <a:lnSpc>
                <a:spcPct val="90000"/>
              </a:lnSpc>
              <a:spcBef>
                <a:spcPts val="0"/>
              </a:spcBef>
              <a:spcAft>
                <a:spcPts val="0"/>
              </a:spcAft>
              <a:buClr>
                <a:schemeClr val="dk1"/>
              </a:buClr>
              <a:buSzPts val="2800"/>
            </a:pPr>
            <a:r>
              <a:rPr lang="en-US" sz="2800" b="0" i="0" u="none" dirty="0">
                <a:solidFill>
                  <a:schemeClr val="dk1"/>
                </a:solidFill>
                <a:latin typeface="Calibri"/>
                <a:ea typeface="Calibri"/>
                <a:cs typeface="Calibri"/>
                <a:sym typeface="Calibri"/>
              </a:rPr>
              <a:t>3. For given resources, the sample can broaden the scope of the study.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7"/>
          <p:cNvSpPr txBox="1"/>
          <p:nvPr/>
        </p:nvSpPr>
        <p:spPr>
          <a:xfrm>
            <a:off x="2846387" y="0"/>
            <a:ext cx="5724600" cy="1192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400"/>
              <a:buFont typeface="Calibri"/>
              <a:buNone/>
            </a:pPr>
            <a:r>
              <a:rPr lang="en-US" sz="3400" b="0" i="0" u="none">
                <a:solidFill>
                  <a:schemeClr val="lt1"/>
                </a:solidFill>
                <a:latin typeface="Calibri"/>
                <a:ea typeface="Calibri"/>
                <a:cs typeface="Calibri"/>
                <a:sym typeface="Calibri"/>
              </a:rPr>
              <a:t>Methods of Selection of Sample</a:t>
            </a:r>
            <a:endParaRPr/>
          </a:p>
        </p:txBody>
      </p:sp>
      <p:sp>
        <p:nvSpPr>
          <p:cNvPr id="404" name="Google Shape;404;p67"/>
          <p:cNvSpPr txBox="1"/>
          <p:nvPr/>
        </p:nvSpPr>
        <p:spPr>
          <a:xfrm>
            <a:off x="414337" y="1046162"/>
            <a:ext cx="10290300" cy="711300"/>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The data obtained from the samples are the observable data</a:t>
            </a:r>
            <a:endParaRPr/>
          </a:p>
        </p:txBody>
      </p:sp>
      <p:grpSp>
        <p:nvGrpSpPr>
          <p:cNvPr id="405" name="Google Shape;405;p67"/>
          <p:cNvGrpSpPr/>
          <p:nvPr/>
        </p:nvGrpSpPr>
        <p:grpSpPr>
          <a:xfrm>
            <a:off x="566874" y="1517793"/>
            <a:ext cx="9302389" cy="822909"/>
            <a:chOff x="1739135" y="2331182"/>
            <a:chExt cx="3299773" cy="1069964"/>
          </a:xfrm>
        </p:grpSpPr>
        <p:pic>
          <p:nvPicPr>
            <p:cNvPr id="406" name="Google Shape;406;p67"/>
            <p:cNvPicPr preferRelativeResize="0"/>
            <p:nvPr/>
          </p:nvPicPr>
          <p:blipFill rotWithShape="1">
            <a:blip r:embed="rId3">
              <a:alphaModFix/>
            </a:blip>
            <a:srcRect/>
            <a:stretch/>
          </p:blipFill>
          <p:spPr>
            <a:xfrm>
              <a:off x="1739135" y="2331182"/>
              <a:ext cx="3299773" cy="1069964"/>
            </a:xfrm>
            <a:prstGeom prst="rect">
              <a:avLst/>
            </a:prstGeom>
            <a:noFill/>
            <a:ln>
              <a:noFill/>
            </a:ln>
          </p:spPr>
        </p:pic>
        <p:sp>
          <p:nvSpPr>
            <p:cNvPr id="407" name="Google Shape;407;p67"/>
            <p:cNvSpPr txBox="1"/>
            <p:nvPr/>
          </p:nvSpPr>
          <p:spPr>
            <a:xfrm>
              <a:off x="1920391" y="2551698"/>
              <a:ext cx="2895600" cy="52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33CC"/>
                </a:buClr>
                <a:buSzPts val="2800"/>
                <a:buFont typeface="Helvetica Neue"/>
                <a:buNone/>
              </a:pPr>
              <a:r>
                <a:rPr lang="en-US" sz="2800" b="1" i="0" u="none">
                  <a:solidFill>
                    <a:srgbClr val="0033CC"/>
                  </a:solidFill>
                  <a:latin typeface="Helvetica Neue"/>
                  <a:ea typeface="Helvetica Neue"/>
                  <a:cs typeface="Helvetica Neue"/>
                  <a:sym typeface="Helvetica Neue"/>
                </a:rPr>
                <a:t>Observed data </a:t>
              </a:r>
              <a:r>
                <a:rPr lang="en-US" sz="2800" b="1" i="0" u="none">
                  <a:solidFill>
                    <a:schemeClr val="dk1"/>
                  </a:solidFill>
                  <a:latin typeface="Helvetica Neue"/>
                  <a:ea typeface="Helvetica Neue"/>
                  <a:cs typeface="Helvetica Neue"/>
                  <a:sym typeface="Helvetica Neue"/>
                </a:rPr>
                <a:t>= </a:t>
              </a:r>
              <a:r>
                <a:rPr lang="en-US" sz="2800" b="1" i="0" u="none">
                  <a:solidFill>
                    <a:srgbClr val="FF0000"/>
                  </a:solidFill>
                  <a:latin typeface="Helvetica Neue"/>
                  <a:ea typeface="Helvetica Neue"/>
                  <a:cs typeface="Helvetica Neue"/>
                  <a:sym typeface="Helvetica Neue"/>
                </a:rPr>
                <a:t>Truth</a:t>
              </a:r>
              <a:r>
                <a:rPr lang="en-US" sz="2800" b="1" i="0" u="none">
                  <a:solidFill>
                    <a:schemeClr val="dk1"/>
                  </a:solidFill>
                  <a:latin typeface="Helvetica Neue"/>
                  <a:ea typeface="Helvetica Neue"/>
                  <a:cs typeface="Helvetica Neue"/>
                  <a:sym typeface="Helvetica Neue"/>
                </a:rPr>
                <a:t> + </a:t>
              </a:r>
              <a:r>
                <a:rPr lang="en-US" sz="2800" b="1" i="0" u="none">
                  <a:solidFill>
                    <a:srgbClr val="00CC00"/>
                  </a:solidFill>
                  <a:latin typeface="Helvetica Neue"/>
                  <a:ea typeface="Helvetica Neue"/>
                  <a:cs typeface="Helvetica Neue"/>
                  <a:sym typeface="Helvetica Neue"/>
                </a:rPr>
                <a:t>Bias</a:t>
              </a:r>
              <a:r>
                <a:rPr lang="en-US" sz="2800" b="1" i="0" u="none">
                  <a:solidFill>
                    <a:schemeClr val="dk1"/>
                  </a:solidFill>
                  <a:latin typeface="Helvetica Neue"/>
                  <a:ea typeface="Helvetica Neue"/>
                  <a:cs typeface="Helvetica Neue"/>
                  <a:sym typeface="Helvetica Neue"/>
                </a:rPr>
                <a:t> + </a:t>
              </a:r>
              <a:r>
                <a:rPr lang="en-US" sz="2800" b="1" i="0" u="none">
                  <a:solidFill>
                    <a:srgbClr val="C00000"/>
                  </a:solidFill>
                  <a:latin typeface="Helvetica Neue"/>
                  <a:ea typeface="Helvetica Neue"/>
                  <a:cs typeface="Helvetica Neue"/>
                  <a:sym typeface="Helvetica Neue"/>
                </a:rPr>
                <a:t>Random error</a:t>
              </a:r>
              <a:endParaRPr/>
            </a:p>
          </p:txBody>
        </p:sp>
      </p:grpSp>
      <p:pic>
        <p:nvPicPr>
          <p:cNvPr id="408" name="Google Shape;408;p67"/>
          <p:cNvPicPr preferRelativeResize="0"/>
          <p:nvPr/>
        </p:nvPicPr>
        <p:blipFill rotWithShape="1">
          <a:blip r:embed="rId4">
            <a:alphaModFix/>
          </a:blip>
          <a:srcRect/>
          <a:stretch/>
        </p:blipFill>
        <p:spPr>
          <a:xfrm>
            <a:off x="3144837" y="2487612"/>
            <a:ext cx="4779962" cy="792162"/>
          </a:xfrm>
          <a:prstGeom prst="rect">
            <a:avLst/>
          </a:prstGeom>
          <a:noFill/>
          <a:ln>
            <a:noFill/>
          </a:ln>
        </p:spPr>
      </p:pic>
      <p:pic>
        <p:nvPicPr>
          <p:cNvPr id="409" name="Google Shape;409;p67"/>
          <p:cNvPicPr preferRelativeResize="0"/>
          <p:nvPr/>
        </p:nvPicPr>
        <p:blipFill rotWithShape="1">
          <a:blip r:embed="rId5">
            <a:alphaModFix/>
          </a:blip>
          <a:srcRect/>
          <a:stretch/>
        </p:blipFill>
        <p:spPr>
          <a:xfrm>
            <a:off x="152400" y="3992562"/>
            <a:ext cx="4151311" cy="890587"/>
          </a:xfrm>
          <a:prstGeom prst="rect">
            <a:avLst/>
          </a:prstGeom>
          <a:noFill/>
          <a:ln>
            <a:noFill/>
          </a:ln>
        </p:spPr>
      </p:pic>
      <p:pic>
        <p:nvPicPr>
          <p:cNvPr id="410" name="Google Shape;410;p67"/>
          <p:cNvPicPr preferRelativeResize="0"/>
          <p:nvPr/>
        </p:nvPicPr>
        <p:blipFill rotWithShape="1">
          <a:blip r:embed="rId6">
            <a:alphaModFix/>
          </a:blip>
          <a:srcRect/>
          <a:stretch/>
        </p:blipFill>
        <p:spPr>
          <a:xfrm>
            <a:off x="6156325" y="4059237"/>
            <a:ext cx="5383212" cy="903287"/>
          </a:xfrm>
          <a:prstGeom prst="rect">
            <a:avLst/>
          </a:prstGeom>
          <a:noFill/>
          <a:ln>
            <a:noFill/>
          </a:ln>
        </p:spPr>
      </p:pic>
      <p:cxnSp>
        <p:nvCxnSpPr>
          <p:cNvPr id="411" name="Google Shape;411;p67"/>
          <p:cNvCxnSpPr/>
          <p:nvPr/>
        </p:nvCxnSpPr>
        <p:spPr>
          <a:xfrm>
            <a:off x="5588000" y="3163887"/>
            <a:ext cx="0" cy="458700"/>
          </a:xfrm>
          <a:prstGeom prst="straightConnector1">
            <a:avLst/>
          </a:prstGeom>
          <a:noFill/>
          <a:ln w="28575" cap="flat" cmpd="sng">
            <a:solidFill>
              <a:schemeClr val="dk1"/>
            </a:solidFill>
            <a:prstDash val="solid"/>
            <a:miter lim="800000"/>
            <a:headEnd type="none" w="med" len="med"/>
            <a:tailEnd type="none" w="med" len="med"/>
          </a:ln>
        </p:spPr>
      </p:cxnSp>
      <p:grpSp>
        <p:nvGrpSpPr>
          <p:cNvPr id="412" name="Google Shape;412;p67"/>
          <p:cNvGrpSpPr/>
          <p:nvPr/>
        </p:nvGrpSpPr>
        <p:grpSpPr>
          <a:xfrm>
            <a:off x="1382831" y="3627380"/>
            <a:ext cx="7465800" cy="376346"/>
            <a:chOff x="-1757756" y="2723563"/>
            <a:chExt cx="7465800" cy="377100"/>
          </a:xfrm>
        </p:grpSpPr>
        <p:cxnSp>
          <p:nvCxnSpPr>
            <p:cNvPr id="413" name="Google Shape;413;p67"/>
            <p:cNvCxnSpPr/>
            <p:nvPr/>
          </p:nvCxnSpPr>
          <p:spPr>
            <a:xfrm>
              <a:off x="-1756256" y="2723563"/>
              <a:ext cx="7464300" cy="0"/>
            </a:xfrm>
            <a:prstGeom prst="straightConnector1">
              <a:avLst/>
            </a:prstGeom>
            <a:noFill/>
            <a:ln w="28575" cap="flat" cmpd="sng">
              <a:solidFill>
                <a:schemeClr val="dk1"/>
              </a:solidFill>
              <a:prstDash val="solid"/>
              <a:miter lim="800000"/>
              <a:headEnd type="none" w="med" len="med"/>
              <a:tailEnd type="none" w="med" len="med"/>
            </a:ln>
          </p:spPr>
        </p:cxnSp>
        <p:cxnSp>
          <p:nvCxnSpPr>
            <p:cNvPr id="414" name="Google Shape;414;p67"/>
            <p:cNvCxnSpPr/>
            <p:nvPr/>
          </p:nvCxnSpPr>
          <p:spPr>
            <a:xfrm flipH="1">
              <a:off x="-1757756" y="2723563"/>
              <a:ext cx="1500" cy="377100"/>
            </a:xfrm>
            <a:prstGeom prst="straightConnector1">
              <a:avLst/>
            </a:prstGeom>
            <a:noFill/>
            <a:ln w="28575" cap="flat" cmpd="sng">
              <a:solidFill>
                <a:schemeClr val="dk1"/>
              </a:solidFill>
              <a:prstDash val="solid"/>
              <a:miter lim="800000"/>
              <a:headEnd type="none" w="med" len="med"/>
              <a:tailEnd type="triangle" w="med" len="med"/>
            </a:ln>
          </p:spPr>
        </p:cxnSp>
        <p:cxnSp>
          <p:nvCxnSpPr>
            <p:cNvPr id="415" name="Google Shape;415;p67"/>
            <p:cNvCxnSpPr/>
            <p:nvPr/>
          </p:nvCxnSpPr>
          <p:spPr>
            <a:xfrm>
              <a:off x="5682632" y="2723563"/>
              <a:ext cx="0" cy="375300"/>
            </a:xfrm>
            <a:prstGeom prst="straightConnector1">
              <a:avLst/>
            </a:prstGeom>
            <a:noFill/>
            <a:ln w="28575" cap="flat" cmpd="sng">
              <a:solidFill>
                <a:schemeClr val="dk1"/>
              </a:solidFill>
              <a:prstDash val="solid"/>
              <a:miter lim="800000"/>
              <a:headEnd type="none" w="med" len="med"/>
              <a:tailEnd type="triangle" w="med" len="med"/>
            </a:ln>
          </p:spPr>
        </p:cxnSp>
      </p:grpSp>
      <p:sp>
        <p:nvSpPr>
          <p:cNvPr id="416" name="Google Shape;416;p67"/>
          <p:cNvSpPr/>
          <p:nvPr/>
        </p:nvSpPr>
        <p:spPr>
          <a:xfrm>
            <a:off x="941387" y="4906962"/>
            <a:ext cx="4789487" cy="1579562"/>
          </a:xfrm>
          <a:custGeom>
            <a:avLst/>
            <a:gdLst/>
            <a:ahLst/>
            <a:cxnLst/>
            <a:rect l="l" t="t" r="r" b="b"/>
            <a:pathLst>
              <a:path w="4789487" h="1579562" extrusionOk="0">
                <a:moveTo>
                  <a:pt x="0" y="0"/>
                </a:moveTo>
                <a:lnTo>
                  <a:pt x="4789487" y="0"/>
                </a:lnTo>
                <a:lnTo>
                  <a:pt x="4789487" y="0"/>
                </a:lnTo>
                <a:lnTo>
                  <a:pt x="4789487" y="1579562"/>
                </a:lnTo>
                <a:lnTo>
                  <a:pt x="4789487" y="1579562"/>
                </a:lnTo>
                <a:lnTo>
                  <a:pt x="0" y="1579562"/>
                </a:lnTo>
                <a:lnTo>
                  <a:pt x="0" y="1579562"/>
                </a:lnTo>
                <a:lnTo>
                  <a:pt x="0" y="0"/>
                </a:lnTo>
                <a:lnTo>
                  <a:pt x="0" y="0"/>
                </a:lnTo>
                <a:close/>
              </a:path>
            </a:pathLst>
          </a:custGeom>
          <a:solidFill>
            <a:schemeClr val="lt1"/>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Helvetica Neue"/>
              <a:buNone/>
            </a:pPr>
            <a:r>
              <a:rPr lang="en-US" sz="2400" b="0" i="0" u="none">
                <a:solidFill>
                  <a:schemeClr val="dk1"/>
                </a:solidFill>
                <a:latin typeface="Helvetica Neue"/>
                <a:ea typeface="Helvetica Neue"/>
                <a:cs typeface="Helvetica Neue"/>
                <a:sym typeface="Helvetica Neue"/>
              </a:rPr>
              <a:t>Procedure that assures all the units in the population have some </a:t>
            </a:r>
            <a:r>
              <a:rPr lang="en-US" sz="2400" b="1" i="0" u="none">
                <a:solidFill>
                  <a:srgbClr val="FF0000"/>
                </a:solidFill>
                <a:latin typeface="Helvetica Neue"/>
                <a:ea typeface="Helvetica Neue"/>
                <a:cs typeface="Helvetica Neue"/>
                <a:sym typeface="Helvetica Neue"/>
              </a:rPr>
              <a:t>probabilities</a:t>
            </a:r>
            <a:r>
              <a:rPr lang="en-US" sz="2400" b="0" i="0" u="none">
                <a:solidFill>
                  <a:schemeClr val="dk1"/>
                </a:solidFill>
                <a:latin typeface="Helvetica Neue"/>
                <a:ea typeface="Helvetica Neue"/>
                <a:cs typeface="Helvetica Neue"/>
                <a:sym typeface="Helvetica Neue"/>
              </a:rPr>
              <a:t> </a:t>
            </a:r>
            <a:r>
              <a:rPr lang="en-US" sz="2400" b="1" i="0" u="none">
                <a:solidFill>
                  <a:srgbClr val="FF0000"/>
                </a:solidFill>
                <a:latin typeface="Helvetica Neue"/>
                <a:ea typeface="Helvetica Neue"/>
                <a:cs typeface="Helvetica Neue"/>
                <a:sym typeface="Helvetica Neue"/>
              </a:rPr>
              <a:t>known in advance</a:t>
            </a:r>
            <a:r>
              <a:rPr lang="en-US" sz="2400" b="0" i="0" u="none">
                <a:solidFill>
                  <a:schemeClr val="dk1"/>
                </a:solidFill>
                <a:latin typeface="Helvetica Neue"/>
                <a:ea typeface="Helvetica Neue"/>
                <a:cs typeface="Helvetica Neue"/>
                <a:sym typeface="Helvetica Neue"/>
              </a:rPr>
              <a:t>  of  being chosen  in a sample</a:t>
            </a:r>
            <a:endParaRPr/>
          </a:p>
        </p:txBody>
      </p:sp>
      <p:grpSp>
        <p:nvGrpSpPr>
          <p:cNvPr id="417" name="Google Shape;417;p67"/>
          <p:cNvGrpSpPr/>
          <p:nvPr/>
        </p:nvGrpSpPr>
        <p:grpSpPr>
          <a:xfrm>
            <a:off x="433369" y="4813262"/>
            <a:ext cx="484191" cy="461953"/>
            <a:chOff x="1965255" y="3047203"/>
            <a:chExt cx="1197900" cy="765329"/>
          </a:xfrm>
        </p:grpSpPr>
        <p:cxnSp>
          <p:nvCxnSpPr>
            <p:cNvPr id="418" name="Google Shape;418;p67"/>
            <p:cNvCxnSpPr/>
            <p:nvPr/>
          </p:nvCxnSpPr>
          <p:spPr>
            <a:xfrm>
              <a:off x="1965255" y="3047203"/>
              <a:ext cx="0" cy="765300"/>
            </a:xfrm>
            <a:prstGeom prst="straightConnector1">
              <a:avLst/>
            </a:prstGeom>
            <a:noFill/>
            <a:ln w="38100" cap="flat" cmpd="sng">
              <a:solidFill>
                <a:srgbClr val="595959"/>
              </a:solidFill>
              <a:prstDash val="solid"/>
              <a:miter lim="800000"/>
              <a:headEnd type="none" w="med" len="med"/>
              <a:tailEnd type="none" w="med" len="med"/>
            </a:ln>
          </p:spPr>
        </p:cxnSp>
        <p:cxnSp>
          <p:nvCxnSpPr>
            <p:cNvPr id="419" name="Google Shape;419;p67"/>
            <p:cNvCxnSpPr/>
            <p:nvPr/>
          </p:nvCxnSpPr>
          <p:spPr>
            <a:xfrm>
              <a:off x="1965255" y="3812532"/>
              <a:ext cx="1197900" cy="0"/>
            </a:xfrm>
            <a:prstGeom prst="straightConnector1">
              <a:avLst/>
            </a:prstGeom>
            <a:noFill/>
            <a:ln w="38100" cap="flat" cmpd="sng">
              <a:solidFill>
                <a:srgbClr val="595959"/>
              </a:solidFill>
              <a:prstDash val="solid"/>
              <a:miter lim="800000"/>
              <a:headEnd type="none" w="med" len="med"/>
              <a:tailEnd type="triangle" w="med" len="med"/>
            </a:ln>
          </p:spPr>
        </p:cxnSp>
      </p:grpSp>
      <p:grpSp>
        <p:nvGrpSpPr>
          <p:cNvPr id="420" name="Google Shape;420;p67"/>
          <p:cNvGrpSpPr/>
          <p:nvPr/>
        </p:nvGrpSpPr>
        <p:grpSpPr>
          <a:xfrm>
            <a:off x="6535719" y="4849774"/>
            <a:ext cx="484191" cy="461953"/>
            <a:chOff x="1965255" y="3047203"/>
            <a:chExt cx="1197900" cy="765329"/>
          </a:xfrm>
        </p:grpSpPr>
        <p:cxnSp>
          <p:nvCxnSpPr>
            <p:cNvPr id="421" name="Google Shape;421;p67"/>
            <p:cNvCxnSpPr/>
            <p:nvPr/>
          </p:nvCxnSpPr>
          <p:spPr>
            <a:xfrm>
              <a:off x="1965255" y="3047203"/>
              <a:ext cx="0" cy="765300"/>
            </a:xfrm>
            <a:prstGeom prst="straightConnector1">
              <a:avLst/>
            </a:prstGeom>
            <a:noFill/>
            <a:ln w="38100" cap="flat" cmpd="sng">
              <a:solidFill>
                <a:srgbClr val="595959"/>
              </a:solidFill>
              <a:prstDash val="solid"/>
              <a:miter lim="800000"/>
              <a:headEnd type="none" w="med" len="med"/>
              <a:tailEnd type="none" w="med" len="med"/>
            </a:ln>
          </p:spPr>
        </p:cxnSp>
        <p:cxnSp>
          <p:nvCxnSpPr>
            <p:cNvPr id="422" name="Google Shape;422;p67"/>
            <p:cNvCxnSpPr/>
            <p:nvPr/>
          </p:nvCxnSpPr>
          <p:spPr>
            <a:xfrm>
              <a:off x="1965255" y="3812532"/>
              <a:ext cx="1197900" cy="0"/>
            </a:xfrm>
            <a:prstGeom prst="straightConnector1">
              <a:avLst/>
            </a:prstGeom>
            <a:noFill/>
            <a:ln w="38100" cap="flat" cmpd="sng">
              <a:solidFill>
                <a:srgbClr val="595959"/>
              </a:solidFill>
              <a:prstDash val="solid"/>
              <a:miter lim="800000"/>
              <a:headEnd type="none" w="med" len="med"/>
              <a:tailEnd type="triangle" w="med" len="med"/>
            </a:ln>
          </p:spPr>
        </p:cxnSp>
      </p:grpSp>
      <p:sp>
        <p:nvSpPr>
          <p:cNvPr id="423" name="Google Shape;423;p67"/>
          <p:cNvSpPr/>
          <p:nvPr/>
        </p:nvSpPr>
        <p:spPr>
          <a:xfrm>
            <a:off x="7088187" y="4968875"/>
            <a:ext cx="4037012" cy="1579563"/>
          </a:xfrm>
          <a:custGeom>
            <a:avLst/>
            <a:gdLst/>
            <a:ahLst/>
            <a:cxnLst/>
            <a:rect l="l" t="t" r="r" b="b"/>
            <a:pathLst>
              <a:path w="4037012" h="1579563" extrusionOk="0">
                <a:moveTo>
                  <a:pt x="0" y="0"/>
                </a:moveTo>
                <a:lnTo>
                  <a:pt x="4037012" y="0"/>
                </a:lnTo>
                <a:lnTo>
                  <a:pt x="4037012" y="0"/>
                </a:lnTo>
                <a:lnTo>
                  <a:pt x="4037012" y="1579563"/>
                </a:lnTo>
                <a:lnTo>
                  <a:pt x="4037012" y="1579563"/>
                </a:lnTo>
                <a:lnTo>
                  <a:pt x="0" y="1579563"/>
                </a:lnTo>
                <a:lnTo>
                  <a:pt x="0" y="1579563"/>
                </a:lnTo>
                <a:lnTo>
                  <a:pt x="0" y="0"/>
                </a:lnTo>
                <a:lnTo>
                  <a:pt x="0" y="0"/>
                </a:lnTo>
                <a:close/>
              </a:path>
            </a:pathLst>
          </a:custGeom>
          <a:solidFill>
            <a:schemeClr val="lt1"/>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Helvetica Neue"/>
              <a:buNone/>
            </a:pPr>
            <a:r>
              <a:rPr lang="en-US" sz="2400" b="0" i="0" u="none">
                <a:solidFill>
                  <a:schemeClr val="dk1"/>
                </a:solidFill>
                <a:latin typeface="Helvetica Neue"/>
                <a:ea typeface="Helvetica Neue"/>
                <a:cs typeface="Helvetica Neue"/>
                <a:sym typeface="Helvetica Neue"/>
              </a:rPr>
              <a:t>Procedures in which units in the sample are collected with no specific probability structure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500"/>
                                        <p:tgtEl>
                                          <p:spTgt spid="4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11"/>
                                        </p:tgtEl>
                                        <p:attrNameLst>
                                          <p:attrName>style.visibility</p:attrName>
                                        </p:attrNameLst>
                                      </p:cBhvr>
                                      <p:to>
                                        <p:strVal val="visible"/>
                                      </p:to>
                                    </p:set>
                                    <p:animEffect transition="in" filter="fade">
                                      <p:cBhvr>
                                        <p:cTn id="11" dur="500"/>
                                        <p:tgtEl>
                                          <p:spTgt spid="41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09"/>
                                        </p:tgtEl>
                                        <p:attrNameLst>
                                          <p:attrName>style.visibility</p:attrName>
                                        </p:attrNameLst>
                                      </p:cBhvr>
                                      <p:to>
                                        <p:strVal val="visible"/>
                                      </p:to>
                                    </p:set>
                                    <p:anim calcmode="lin" valueType="num">
                                      <p:cBhvr additive="base">
                                        <p:cTn id="15" dur="500"/>
                                        <p:tgtEl>
                                          <p:spTgt spid="409"/>
                                        </p:tgtEl>
                                        <p:attrNameLst>
                                          <p:attrName>ppt_w</p:attrName>
                                        </p:attrNameLst>
                                      </p:cBhvr>
                                      <p:tavLst>
                                        <p:tav tm="0">
                                          <p:val>
                                            <p:strVal val="0"/>
                                          </p:val>
                                        </p:tav>
                                        <p:tav tm="100000">
                                          <p:val>
                                            <p:strVal val="#ppt_w"/>
                                          </p:val>
                                        </p:tav>
                                      </p:tavLst>
                                    </p:anim>
                                    <p:anim calcmode="lin" valueType="num">
                                      <p:cBhvr additive="base">
                                        <p:cTn id="16" dur="500"/>
                                        <p:tgtEl>
                                          <p:spTgt spid="409"/>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410"/>
                                        </p:tgtEl>
                                        <p:attrNameLst>
                                          <p:attrName>style.visibility</p:attrName>
                                        </p:attrNameLst>
                                      </p:cBhvr>
                                      <p:to>
                                        <p:strVal val="visible"/>
                                      </p:to>
                                    </p:set>
                                    <p:anim calcmode="lin" valueType="num">
                                      <p:cBhvr additive="base">
                                        <p:cTn id="19" dur="500"/>
                                        <p:tgtEl>
                                          <p:spTgt spid="410"/>
                                        </p:tgtEl>
                                        <p:attrNameLst>
                                          <p:attrName>ppt_w</p:attrName>
                                        </p:attrNameLst>
                                      </p:cBhvr>
                                      <p:tavLst>
                                        <p:tav tm="0">
                                          <p:val>
                                            <p:strVal val="0"/>
                                          </p:val>
                                        </p:tav>
                                        <p:tav tm="100000">
                                          <p:val>
                                            <p:strVal val="#ppt_w"/>
                                          </p:val>
                                        </p:tav>
                                      </p:tavLst>
                                    </p:anim>
                                    <p:anim calcmode="lin" valueType="num">
                                      <p:cBhvr additive="base">
                                        <p:cTn id="20" dur="500"/>
                                        <p:tgtEl>
                                          <p:spTgt spid="410"/>
                                        </p:tgtEl>
                                        <p:attrNameLst>
                                          <p:attrName>ppt_h</p:attrName>
                                        </p:attrNameLst>
                                      </p:cBhvr>
                                      <p:tavLst>
                                        <p:tav tm="0">
                                          <p:val>
                                            <p:strVal val="0"/>
                                          </p:val>
                                        </p:tav>
                                        <p:tav tm="100000">
                                          <p:val>
                                            <p:strVal val="#ppt_h"/>
                                          </p:val>
                                        </p:tav>
                                      </p:tavLst>
                                    </p:anim>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16"/>
                                        </p:tgtEl>
                                        <p:attrNameLst>
                                          <p:attrName>style.visibility</p:attrName>
                                        </p:attrNameLst>
                                      </p:cBhvr>
                                      <p:to>
                                        <p:strVal val="visible"/>
                                      </p:to>
                                    </p:set>
                                    <p:animEffect transition="in" filter="fade">
                                      <p:cBhvr>
                                        <p:cTn id="24" dur="500"/>
                                        <p:tgtEl>
                                          <p:spTgt spid="416"/>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423"/>
                                        </p:tgtEl>
                                        <p:attrNameLst>
                                          <p:attrName>style.visibility</p:attrName>
                                        </p:attrNameLst>
                                      </p:cBhvr>
                                      <p:to>
                                        <p:strVal val="visible"/>
                                      </p:to>
                                    </p:set>
                                    <p:animEffect transition="in" filter="fade">
                                      <p:cBhvr>
                                        <p:cTn id="28" dur="5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8"/>
          <p:cNvSpPr txBox="1"/>
          <p:nvPr/>
        </p:nvSpPr>
        <p:spPr>
          <a:xfrm>
            <a:off x="2774950" y="274637"/>
            <a:ext cx="4832400" cy="584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b="1" i="0" u="none">
                <a:solidFill>
                  <a:schemeClr val="lt1"/>
                </a:solidFill>
                <a:latin typeface="Calibri"/>
                <a:ea typeface="Calibri"/>
                <a:cs typeface="Calibri"/>
                <a:sym typeface="Calibri"/>
              </a:rPr>
              <a:t>Methods for Selection of Sample</a:t>
            </a:r>
            <a:endParaRPr/>
          </a:p>
        </p:txBody>
      </p:sp>
      <p:sp>
        <p:nvSpPr>
          <p:cNvPr id="429" name="Google Shape;429;p68"/>
          <p:cNvSpPr txBox="1"/>
          <p:nvPr/>
        </p:nvSpPr>
        <p:spPr>
          <a:xfrm>
            <a:off x="284162" y="1452562"/>
            <a:ext cx="5456100" cy="2776500"/>
          </a:xfrm>
          <a:prstGeom prst="rect">
            <a:avLst/>
          </a:prstGeom>
          <a:noFill/>
          <a:ln w="38100" cap="flat" cmpd="dbl">
            <a:solidFill>
              <a:srgbClr val="000066"/>
            </a:solidFill>
            <a:prstDash val="solid"/>
            <a:miter lim="800000"/>
            <a:headEnd type="none" w="sm" len="sm"/>
            <a:tailEnd type="none" w="sm" len="sm"/>
          </a:ln>
        </p:spPr>
        <p:txBody>
          <a:bodyPr spcFirstLastPara="1" wrap="square" lIns="125700" tIns="62850" rIns="125700" bIns="62850" anchor="t" anchorCtr="0">
            <a:noAutofit/>
          </a:bodyPr>
          <a:lstStyle/>
          <a:p>
            <a:pPr marL="10795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a:t>
            </a:r>
            <a:r>
              <a:rPr lang="en-US" sz="2800" b="0" i="0" u="none">
                <a:solidFill>
                  <a:schemeClr val="dk1"/>
                </a:solidFill>
                <a:latin typeface="Calibri"/>
                <a:ea typeface="Calibri"/>
                <a:cs typeface="Calibri"/>
                <a:sym typeface="Calibri"/>
              </a:rPr>
              <a:t>Probability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Simple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Systematic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Multistage Random Sampling</a:t>
            </a:r>
            <a:endParaRPr/>
          </a:p>
          <a:p>
            <a:pPr marL="107950" marR="0" lvl="0" indent="-99060" algn="l" rtl="0">
              <a:lnSpc>
                <a:spcPct val="100000"/>
              </a:lnSpc>
              <a:spcBef>
                <a:spcPts val="480"/>
              </a:spcBef>
              <a:spcAft>
                <a:spcPts val="0"/>
              </a:spcAft>
              <a:buClr>
                <a:schemeClr val="dk2"/>
              </a:buClr>
              <a:buSzPts val="1560"/>
              <a:buFont typeface="Courier New"/>
              <a:buChar char="o"/>
            </a:pPr>
            <a:r>
              <a:rPr lang="en-US" sz="2400" b="0" i="0" u="none">
                <a:solidFill>
                  <a:schemeClr val="dk1"/>
                </a:solidFill>
                <a:latin typeface="Calibri"/>
                <a:ea typeface="Calibri"/>
                <a:cs typeface="Calibri"/>
                <a:sym typeface="Calibri"/>
              </a:rPr>
              <a:t>Stratified Random Sampling</a:t>
            </a:r>
            <a:endParaRPr/>
          </a:p>
        </p:txBody>
      </p:sp>
      <p:sp>
        <p:nvSpPr>
          <p:cNvPr id="430" name="Google Shape;430;p68"/>
          <p:cNvSpPr txBox="1"/>
          <p:nvPr/>
        </p:nvSpPr>
        <p:spPr>
          <a:xfrm>
            <a:off x="6215062" y="1447800"/>
            <a:ext cx="5646600" cy="2776500"/>
          </a:xfrm>
          <a:prstGeom prst="rect">
            <a:avLst/>
          </a:prstGeom>
          <a:noFill/>
          <a:ln w="38100" cap="flat" cmpd="dbl">
            <a:solidFill>
              <a:srgbClr val="000066"/>
            </a:solidFill>
            <a:prstDash val="solid"/>
            <a:miter lim="800000"/>
            <a:headEnd type="none" w="sm" len="sm"/>
            <a:tailEnd type="none" w="sm" len="sm"/>
          </a:ln>
        </p:spPr>
        <p:txBody>
          <a:bodyPr spcFirstLastPara="1" wrap="square" lIns="125700" tIns="62850" rIns="125700" bIns="62850" anchor="t" anchorCtr="0">
            <a:noAutofit/>
          </a:bodyPr>
          <a:lstStyle/>
          <a:p>
            <a:pPr marL="10795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Non – Probability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Purposive / Judgement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Convenience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Quota Sampling</a:t>
            </a:r>
            <a:endParaRPr/>
          </a:p>
          <a:p>
            <a:pPr marL="107950" marR="0" lvl="0" indent="-103632" algn="l" rtl="0">
              <a:lnSpc>
                <a:spcPct val="100000"/>
              </a:lnSpc>
              <a:spcBef>
                <a:spcPts val="500"/>
              </a:spcBef>
              <a:spcAft>
                <a:spcPts val="0"/>
              </a:spcAft>
              <a:buClr>
                <a:schemeClr val="accent1"/>
              </a:buClr>
              <a:buSzPts val="1632"/>
              <a:buFont typeface="Courier New"/>
              <a:buChar char="o"/>
            </a:pPr>
            <a:r>
              <a:rPr lang="en-US" sz="2400" b="0" i="0" u="none">
                <a:solidFill>
                  <a:schemeClr val="dk1"/>
                </a:solidFill>
                <a:latin typeface="Calibri"/>
                <a:ea typeface="Calibri"/>
                <a:cs typeface="Calibri"/>
                <a:sym typeface="Calibri"/>
              </a:rPr>
              <a:t>Snowball Sampling</a:t>
            </a:r>
            <a:endParaRPr sz="24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9"/>
                                        </p:tgtEl>
                                        <p:attrNameLst>
                                          <p:attrName>style.visibility</p:attrName>
                                        </p:attrNameLst>
                                      </p:cBhvr>
                                      <p:to>
                                        <p:strVal val="visible"/>
                                      </p:to>
                                    </p:set>
                                    <p:animEffect transition="in" filter="fade">
                                      <p:cBhvr>
                                        <p:cTn id="7" dur="500"/>
                                        <p:tgtEl>
                                          <p:spTgt spid="4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gtEl>
                                        <p:attrNameLst>
                                          <p:attrName>style.visibility</p:attrName>
                                        </p:attrNameLst>
                                      </p:cBhvr>
                                      <p:to>
                                        <p:strVal val="visible"/>
                                      </p:to>
                                    </p:set>
                                    <p:animEffect transition="in" filter="fade">
                                      <p:cBhvr>
                                        <p:cTn id="12" dur="5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9"/>
          <p:cNvSpPr txBox="1"/>
          <p:nvPr/>
        </p:nvSpPr>
        <p:spPr>
          <a:xfrm>
            <a:off x="2870200" y="161925"/>
            <a:ext cx="5562600" cy="733500"/>
          </a:xfrm>
          <a:prstGeom prst="rect">
            <a:avLst/>
          </a:prstGeom>
          <a:noFill/>
          <a:ln>
            <a:noFill/>
          </a:ln>
        </p:spPr>
        <p:txBody>
          <a:bodyPr spcFirstLastPara="1" wrap="square" lIns="91425" tIns="45700" rIns="91425" bIns="45700" anchor="ctr" anchorCtr="0">
            <a:normAutofit/>
          </a:bodyPr>
          <a:lstStyle/>
          <a:p>
            <a:pPr marL="0" marR="0" lvl="0" indent="0" algn="l" rtl="0">
              <a:lnSpc>
                <a:spcPct val="70000"/>
              </a:lnSpc>
              <a:spcBef>
                <a:spcPts val="0"/>
              </a:spcBef>
              <a:spcAft>
                <a:spcPts val="0"/>
              </a:spcAft>
              <a:buClr>
                <a:schemeClr val="lt1"/>
              </a:buClr>
              <a:buSzPts val="3100"/>
              <a:buFont typeface="Calibri"/>
              <a:buNone/>
            </a:pPr>
            <a:r>
              <a:rPr lang="en-US" sz="3100" b="1" i="0" u="none">
                <a:solidFill>
                  <a:schemeClr val="lt1"/>
                </a:solidFill>
                <a:latin typeface="Calibri"/>
                <a:ea typeface="Calibri"/>
                <a:cs typeface="Calibri"/>
                <a:sym typeface="Calibri"/>
              </a:rPr>
              <a:t>Methods of Selection of Sample</a:t>
            </a:r>
            <a:endParaRPr/>
          </a:p>
        </p:txBody>
      </p:sp>
      <p:sp>
        <p:nvSpPr>
          <p:cNvPr id="436" name="Google Shape;436;p69"/>
          <p:cNvSpPr txBox="1"/>
          <p:nvPr/>
        </p:nvSpPr>
        <p:spPr>
          <a:xfrm>
            <a:off x="571500" y="1376362"/>
            <a:ext cx="10922100" cy="46941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33CC"/>
              </a:buClr>
              <a:buSzPts val="2800"/>
              <a:buFont typeface="Noto Sans Symbols"/>
              <a:buChar char="⮚"/>
            </a:pPr>
            <a:r>
              <a:rPr lang="en-US" sz="2800" b="1" i="0" u="none">
                <a:solidFill>
                  <a:srgbClr val="0033CC"/>
                </a:solidFill>
                <a:latin typeface="Calibri"/>
                <a:ea typeface="Calibri"/>
                <a:cs typeface="Calibri"/>
                <a:sym typeface="Calibri"/>
              </a:rPr>
              <a:t>The requirement for simple random sampling is</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Homogeneous and finite target population</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Samples are selected unit by unit with equal probability</a:t>
            </a:r>
            <a:endParaRPr/>
          </a:p>
          <a:p>
            <a:pPr marL="228600" marR="0" lvl="0" indent="-228600" algn="l" rtl="0">
              <a:lnSpc>
                <a:spcPct val="90000"/>
              </a:lnSpc>
              <a:spcBef>
                <a:spcPts val="1000"/>
              </a:spcBef>
              <a:spcAft>
                <a:spcPts val="0"/>
              </a:spcAft>
              <a:buClr>
                <a:srgbClr val="FF00FF"/>
              </a:buClr>
              <a:buSzPts val="2800"/>
              <a:buFont typeface="Noto Sans Symbols"/>
              <a:buChar char="⮚"/>
            </a:pPr>
            <a:r>
              <a:rPr lang="en-US" sz="2800" b="1" i="0" u="none">
                <a:solidFill>
                  <a:srgbClr val="FF00FF"/>
                </a:solidFill>
                <a:latin typeface="Calibri"/>
                <a:ea typeface="Calibri"/>
                <a:cs typeface="Calibri"/>
                <a:sym typeface="Calibri"/>
              </a:rPr>
              <a:t>The requirement for systematic random sampling is</a:t>
            </a:r>
            <a:endParaRPr/>
          </a:p>
          <a:p>
            <a:pPr marL="685800" marR="0" lvl="1" indent="-228600" algn="l" rtl="0">
              <a:lnSpc>
                <a:spcPct val="90000"/>
              </a:lnSpc>
              <a:spcBef>
                <a:spcPts val="500"/>
              </a:spcBef>
              <a:spcAft>
                <a:spcPts val="0"/>
              </a:spcAft>
              <a:buClr>
                <a:schemeClr val="dk1"/>
              </a:buClr>
              <a:buSzPts val="2800"/>
              <a:buFont typeface="Noto Sans Symbols"/>
              <a:buChar char="⮚"/>
            </a:pPr>
            <a:r>
              <a:rPr lang="en-US" sz="2800" b="0" i="0" u="none" strike="noStrike" cap="none">
                <a:solidFill>
                  <a:schemeClr val="dk1"/>
                </a:solidFill>
                <a:latin typeface="Calibri"/>
                <a:ea typeface="Calibri"/>
                <a:cs typeface="Calibri"/>
                <a:sym typeface="Calibri"/>
              </a:rPr>
              <a:t> </a:t>
            </a:r>
            <a:r>
              <a:rPr lang="en-US" sz="2400" b="0" i="0" u="none" strike="noStrike" cap="none">
                <a:solidFill>
                  <a:schemeClr val="dk1"/>
                </a:solidFill>
                <a:latin typeface="Calibri"/>
                <a:ea typeface="Calibri"/>
                <a:cs typeface="Calibri"/>
                <a:sym typeface="Calibri"/>
              </a:rPr>
              <a:t>Sampling frame (Listing of sampling units from finite population)</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All units must be arranged in a systematic order ( The order may be w.r.t alphabets, date of births, Adhaar numbers, telephone numbers.. etc)</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Only the first unit is selected at random for the sample</a:t>
            </a:r>
            <a:endParaRPr/>
          </a:p>
          <a:p>
            <a:pPr marL="685800" marR="0" lvl="1" indent="-228600" algn="l" rtl="0">
              <a:lnSpc>
                <a:spcPct val="90000"/>
              </a:lnSpc>
              <a:spcBef>
                <a:spcPts val="50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Remaining units are selected at a regular interval of k (k = N/n)</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D71E7AD-7975-3678-4B26-089700BBAC3F}"/>
                  </a:ext>
                </a:extLst>
              </p14:cNvPr>
              <p14:cNvContentPartPr/>
              <p14:nvPr/>
            </p14:nvContentPartPr>
            <p14:xfrm>
              <a:off x="9275400" y="1432080"/>
              <a:ext cx="1867320" cy="1353240"/>
            </p14:xfrm>
          </p:contentPart>
        </mc:Choice>
        <mc:Fallback xmlns="">
          <p:pic>
            <p:nvPicPr>
              <p:cNvPr id="2" name="Ink 1">
                <a:extLst>
                  <a:ext uri="{FF2B5EF4-FFF2-40B4-BE49-F238E27FC236}">
                    <a16:creationId xmlns:a16="http://schemas.microsoft.com/office/drawing/2014/main" id="{5D71E7AD-7975-3678-4B26-089700BBAC3F}"/>
                  </a:ext>
                </a:extLst>
              </p:cNvPr>
              <p:cNvPicPr/>
              <p:nvPr/>
            </p:nvPicPr>
            <p:blipFill>
              <a:blip r:embed="rId4"/>
              <a:stretch>
                <a:fillRect/>
              </a:stretch>
            </p:blipFill>
            <p:spPr>
              <a:xfrm>
                <a:off x="9266040" y="1422720"/>
                <a:ext cx="1886040" cy="137196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0"/>
          <p:cNvSpPr txBox="1"/>
          <p:nvPr/>
        </p:nvSpPr>
        <p:spPr>
          <a:xfrm>
            <a:off x="2792412" y="274637"/>
            <a:ext cx="6496200" cy="593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0" i="0" u="none">
                <a:solidFill>
                  <a:schemeClr val="lt1"/>
                </a:solidFill>
                <a:latin typeface="Calibri"/>
                <a:ea typeface="Calibri"/>
                <a:cs typeface="Calibri"/>
                <a:sym typeface="Calibri"/>
              </a:rPr>
              <a:t>Stratified Random Sampling</a:t>
            </a:r>
            <a:endParaRPr/>
          </a:p>
        </p:txBody>
      </p:sp>
      <p:sp>
        <p:nvSpPr>
          <p:cNvPr id="442" name="Google Shape;442;p70"/>
          <p:cNvSpPr txBox="1"/>
          <p:nvPr/>
        </p:nvSpPr>
        <p:spPr>
          <a:xfrm>
            <a:off x="776287" y="1093787"/>
            <a:ext cx="10623600" cy="5173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33CC"/>
              </a:buClr>
              <a:buSzPts val="2800"/>
              <a:buFont typeface="Noto Sans Symbols"/>
              <a:buChar char="⮚"/>
            </a:pPr>
            <a:r>
              <a:rPr lang="en-US" sz="2800" b="1" i="0" u="none" dirty="0">
                <a:solidFill>
                  <a:srgbClr val="0033CC"/>
                </a:solidFill>
                <a:latin typeface="Calibri"/>
                <a:ea typeface="Calibri"/>
                <a:cs typeface="Calibri"/>
                <a:sym typeface="Calibri"/>
              </a:rPr>
              <a:t>The requirement for Stratified random sampling is</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Heterogeneous target population</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Divide the heterogeneous target population into different stratum by ensuring homogeneity within each stratum</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 Use simple random sampling within each stratum to select samples proportional to population size</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For example, if there are three stratum with respective population sizes 2000, 6000, and 1000. The sample size is 1500, then with probability proportional to population size (PPPS) the respective samples are 333, 1000 and 167. (</a:t>
            </a:r>
            <a:r>
              <a:rPr lang="en-US" sz="2400" b="0" i="0" u="none" strike="noStrike" cap="none" dirty="0" err="1">
                <a:solidFill>
                  <a:schemeClr val="dk1"/>
                </a:solidFill>
                <a:latin typeface="Calibri"/>
                <a:ea typeface="Calibri"/>
                <a:cs typeface="Calibri"/>
                <a:sym typeface="Calibri"/>
              </a:rPr>
              <a:t>eg.</a:t>
            </a:r>
            <a:r>
              <a:rPr lang="en-US" sz="2400" b="0" i="0" u="none" strike="noStrike" cap="none" dirty="0">
                <a:solidFill>
                  <a:schemeClr val="dk1"/>
                </a:solidFill>
                <a:latin typeface="Calibri"/>
                <a:ea typeface="Calibri"/>
                <a:cs typeface="Calibri"/>
                <a:sym typeface="Calibri"/>
              </a:rPr>
              <a:t>, 2000x1500/9000=333)</a:t>
            </a:r>
            <a:endParaRPr dirty="0"/>
          </a:p>
          <a:p>
            <a:pPr marL="685800" marR="0" lvl="1" indent="-228600" algn="just"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Calibri"/>
                <a:ea typeface="Calibri"/>
                <a:cs typeface="Calibri"/>
                <a:sym typeface="Calibri"/>
              </a:rPr>
              <a:t>Obtain the estimates from each stratum and compute an estimate by weighted average.</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F59D487-F9A0-2913-0169-BEE2BC3EAC93}"/>
                  </a:ext>
                </a:extLst>
              </p14:cNvPr>
              <p14:cNvContentPartPr/>
              <p14:nvPr/>
            </p14:nvContentPartPr>
            <p14:xfrm>
              <a:off x="3765600" y="3977280"/>
              <a:ext cx="7157520" cy="1922400"/>
            </p14:xfrm>
          </p:contentPart>
        </mc:Choice>
        <mc:Fallback xmlns="">
          <p:pic>
            <p:nvPicPr>
              <p:cNvPr id="2" name="Ink 1">
                <a:extLst>
                  <a:ext uri="{FF2B5EF4-FFF2-40B4-BE49-F238E27FC236}">
                    <a16:creationId xmlns:a16="http://schemas.microsoft.com/office/drawing/2014/main" id="{3F59D487-F9A0-2913-0169-BEE2BC3EAC93}"/>
                  </a:ext>
                </a:extLst>
              </p:cNvPr>
              <p:cNvPicPr/>
              <p:nvPr/>
            </p:nvPicPr>
            <p:blipFill>
              <a:blip r:embed="rId4"/>
              <a:stretch>
                <a:fillRect/>
              </a:stretch>
            </p:blipFill>
            <p:spPr>
              <a:xfrm>
                <a:off x="3756240" y="3967920"/>
                <a:ext cx="7176240" cy="19411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1"/>
          <p:cNvSpPr txBox="1"/>
          <p:nvPr/>
        </p:nvSpPr>
        <p:spPr>
          <a:xfrm>
            <a:off x="3975100" y="212725"/>
            <a:ext cx="3095700" cy="6699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Sampling Error</a:t>
            </a:r>
            <a:endParaRPr/>
          </a:p>
        </p:txBody>
      </p:sp>
      <p:sp>
        <p:nvSpPr>
          <p:cNvPr id="448" name="Google Shape;448;p71"/>
          <p:cNvSpPr txBox="1"/>
          <p:nvPr/>
        </p:nvSpPr>
        <p:spPr>
          <a:xfrm>
            <a:off x="468312" y="1220787"/>
            <a:ext cx="10980600" cy="1936800"/>
          </a:xfrm>
          <a:prstGeom prst="rect">
            <a:avLst/>
          </a:prstGeom>
          <a:noFill/>
          <a:ln>
            <a:noFill/>
          </a:ln>
        </p:spPr>
        <p:txBody>
          <a:bodyPr spcFirstLastPara="1" wrap="square" lIns="91425" tIns="45700" rIns="91425" bIns="45700" anchor="t" anchorCtr="0">
            <a:noAutofit/>
          </a:bodyPr>
          <a:lstStyle/>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dirty="0">
                <a:solidFill>
                  <a:schemeClr val="dk1"/>
                </a:solidFill>
                <a:latin typeface="Calibri"/>
                <a:ea typeface="Calibri"/>
                <a:cs typeface="Calibri"/>
                <a:sym typeface="Calibri"/>
              </a:rPr>
              <a:t>which</a:t>
            </a:r>
            <a:r>
              <a:rPr lang="en-US" sz="2800" b="1" i="0" u="none" strike="noStrike" cap="none" dirty="0">
                <a:solidFill>
                  <a:schemeClr val="dk1"/>
                </a:solidFill>
                <a:latin typeface="Calibri"/>
                <a:ea typeface="Calibri"/>
                <a:cs typeface="Calibri"/>
                <a:sym typeface="Calibri"/>
              </a:rPr>
              <a:t> </a:t>
            </a:r>
            <a:r>
              <a:rPr lang="en-US" sz="2800" b="0" i="0" u="none" strike="noStrike" cap="none" dirty="0">
                <a:solidFill>
                  <a:schemeClr val="dk1"/>
                </a:solidFill>
                <a:latin typeface="Calibri"/>
                <a:ea typeface="Calibri"/>
                <a:cs typeface="Calibri"/>
                <a:sym typeface="Calibri"/>
              </a:rPr>
              <a:t>occurs when the sample is not a representative of the population. </a:t>
            </a:r>
            <a:endParaRPr dirty="0"/>
          </a:p>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dirty="0">
                <a:solidFill>
                  <a:schemeClr val="dk1"/>
                </a:solidFill>
                <a:latin typeface="Calibri"/>
                <a:ea typeface="Calibri"/>
                <a:cs typeface="Calibri"/>
                <a:sym typeface="Calibri"/>
              </a:rPr>
              <a:t>Improper sampling techniques used for selecting the samples.</a:t>
            </a:r>
            <a:endParaRPr dirty="0"/>
          </a:p>
          <a:p>
            <a:pPr marL="857250" marR="0" lvl="1" indent="-328612" algn="just" rtl="0">
              <a:lnSpc>
                <a:spcPct val="150000"/>
              </a:lnSpc>
              <a:spcBef>
                <a:spcPts val="0"/>
              </a:spcBef>
              <a:spcAft>
                <a:spcPts val="0"/>
              </a:spcAft>
              <a:buClr>
                <a:schemeClr val="dk1"/>
              </a:buClr>
              <a:buSzPts val="2800"/>
              <a:buFont typeface="Noto Sans Symbols"/>
              <a:buChar char="⮚"/>
            </a:pPr>
            <a:r>
              <a:rPr lang="en-US" sz="2800" b="0" i="0" u="none" strike="noStrike" cap="none" dirty="0">
                <a:solidFill>
                  <a:schemeClr val="dk1"/>
                </a:solidFill>
                <a:latin typeface="Calibri"/>
                <a:ea typeface="Calibri"/>
                <a:cs typeface="Calibri"/>
                <a:sym typeface="Calibri"/>
              </a:rPr>
              <a:t>Sampling error is proportionate to sampling variation.</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2"/>
          <p:cNvSpPr txBox="1"/>
          <p:nvPr/>
        </p:nvSpPr>
        <p:spPr>
          <a:xfrm>
            <a:off x="4056062" y="0"/>
            <a:ext cx="30639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2800"/>
              <a:buFont typeface="Calibri"/>
              <a:buNone/>
            </a:pPr>
            <a:r>
              <a:rPr lang="en-US" sz="2800" b="1" i="0" u="none">
                <a:solidFill>
                  <a:schemeClr val="lt1"/>
                </a:solidFill>
                <a:latin typeface="Calibri"/>
                <a:ea typeface="Calibri"/>
                <a:cs typeface="Calibri"/>
                <a:sym typeface="Calibri"/>
              </a:rPr>
              <a:t>Sampling Variation</a:t>
            </a:r>
            <a:endParaRPr/>
          </a:p>
        </p:txBody>
      </p:sp>
      <p:graphicFrame>
        <p:nvGraphicFramePr>
          <p:cNvPr id="454" name="Google Shape;454;p72"/>
          <p:cNvGraphicFramePr/>
          <p:nvPr/>
        </p:nvGraphicFramePr>
        <p:xfrm>
          <a:off x="560387" y="1670050"/>
          <a:ext cx="9166150" cy="5029100"/>
        </p:xfrm>
        <a:graphic>
          <a:graphicData uri="http://schemas.openxmlformats.org/drawingml/2006/table">
            <a:tbl>
              <a:tblPr>
                <a:noFill/>
                <a:tableStyleId>{1B3EF211-E8B0-4F73-B020-F0332A32C9B0}</a:tableStyleId>
              </a:tblPr>
              <a:tblGrid>
                <a:gridCol w="915975">
                  <a:extLst>
                    <a:ext uri="{9D8B030D-6E8A-4147-A177-3AD203B41FA5}">
                      <a16:colId xmlns:a16="http://schemas.microsoft.com/office/drawing/2014/main" val="20000"/>
                    </a:ext>
                  </a:extLst>
                </a:gridCol>
                <a:gridCol w="917575">
                  <a:extLst>
                    <a:ext uri="{9D8B030D-6E8A-4147-A177-3AD203B41FA5}">
                      <a16:colId xmlns:a16="http://schemas.microsoft.com/office/drawing/2014/main" val="20001"/>
                    </a:ext>
                  </a:extLst>
                </a:gridCol>
                <a:gridCol w="915975">
                  <a:extLst>
                    <a:ext uri="{9D8B030D-6E8A-4147-A177-3AD203B41FA5}">
                      <a16:colId xmlns:a16="http://schemas.microsoft.com/office/drawing/2014/main" val="20002"/>
                    </a:ext>
                  </a:extLst>
                </a:gridCol>
                <a:gridCol w="917575">
                  <a:extLst>
                    <a:ext uri="{9D8B030D-6E8A-4147-A177-3AD203B41FA5}">
                      <a16:colId xmlns:a16="http://schemas.microsoft.com/office/drawing/2014/main" val="20003"/>
                    </a:ext>
                  </a:extLst>
                </a:gridCol>
                <a:gridCol w="915975">
                  <a:extLst>
                    <a:ext uri="{9D8B030D-6E8A-4147-A177-3AD203B41FA5}">
                      <a16:colId xmlns:a16="http://schemas.microsoft.com/office/drawing/2014/main" val="20004"/>
                    </a:ext>
                  </a:extLst>
                </a:gridCol>
                <a:gridCol w="915975">
                  <a:extLst>
                    <a:ext uri="{9D8B030D-6E8A-4147-A177-3AD203B41FA5}">
                      <a16:colId xmlns:a16="http://schemas.microsoft.com/office/drawing/2014/main" val="20005"/>
                    </a:ext>
                  </a:extLst>
                </a:gridCol>
                <a:gridCol w="917575">
                  <a:extLst>
                    <a:ext uri="{9D8B030D-6E8A-4147-A177-3AD203B41FA5}">
                      <a16:colId xmlns:a16="http://schemas.microsoft.com/office/drawing/2014/main" val="20006"/>
                    </a:ext>
                  </a:extLst>
                </a:gridCol>
                <a:gridCol w="915975">
                  <a:extLst>
                    <a:ext uri="{9D8B030D-6E8A-4147-A177-3AD203B41FA5}">
                      <a16:colId xmlns:a16="http://schemas.microsoft.com/office/drawing/2014/main" val="20007"/>
                    </a:ext>
                  </a:extLst>
                </a:gridCol>
                <a:gridCol w="917575">
                  <a:extLst>
                    <a:ext uri="{9D8B030D-6E8A-4147-A177-3AD203B41FA5}">
                      <a16:colId xmlns:a16="http://schemas.microsoft.com/office/drawing/2014/main" val="20008"/>
                    </a:ext>
                  </a:extLst>
                </a:gridCol>
                <a:gridCol w="915975">
                  <a:extLst>
                    <a:ext uri="{9D8B030D-6E8A-4147-A177-3AD203B41FA5}">
                      <a16:colId xmlns:a16="http://schemas.microsoft.com/office/drawing/2014/main" val="20009"/>
                    </a:ext>
                  </a:extLst>
                </a:gridCol>
              </a:tblGrid>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1000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791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795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1650">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659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868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1327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2085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2998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2956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2858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1313</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596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656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3240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590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3015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1650">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2092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1679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3024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2825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2900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2497</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1159</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2640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3050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2896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2500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2638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503225">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926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1481</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875</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2482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1860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2086</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934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3200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100"/>
                        <a:buFont typeface="Helvetica Neue"/>
                        <a:buNone/>
                      </a:pPr>
                      <a:r>
                        <a:rPr lang="en-US" sz="2100" b="1" i="0" u="none" strike="noStrike" cap="none">
                          <a:solidFill>
                            <a:schemeClr val="dk1"/>
                          </a:solidFill>
                          <a:latin typeface="Helvetica Neue"/>
                          <a:ea typeface="Helvetica Neue"/>
                          <a:cs typeface="Helvetica Neue"/>
                          <a:sym typeface="Helvetica Neue"/>
                        </a:rPr>
                        <a:t>2490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455" name="Google Shape;455;p72"/>
          <p:cNvSpPr txBox="1"/>
          <p:nvPr/>
        </p:nvSpPr>
        <p:spPr>
          <a:xfrm>
            <a:off x="468312" y="1123950"/>
            <a:ext cx="9502800" cy="457200"/>
          </a:xfrm>
          <a:prstGeom prst="rect">
            <a:avLst/>
          </a:prstGeom>
          <a:noFill/>
          <a:ln>
            <a:noFill/>
          </a:ln>
        </p:spPr>
        <p:txBody>
          <a:bodyPr spcFirstLastPara="1" wrap="square" lIns="59275" tIns="29625" rIns="59275" bIns="29625" anchor="ctr" anchorCtr="0">
            <a:normAutofit/>
          </a:bodyPr>
          <a:lstStyle/>
          <a:p>
            <a:pPr marL="0" marR="0" lvl="0" indent="0" algn="l" rtl="0">
              <a:lnSpc>
                <a:spcPct val="90000"/>
              </a:lnSpc>
              <a:spcBef>
                <a:spcPts val="0"/>
              </a:spcBef>
              <a:spcAft>
                <a:spcPts val="0"/>
              </a:spcAft>
              <a:buClr>
                <a:srgbClr val="000000"/>
              </a:buClr>
              <a:buSzPts val="2700"/>
              <a:buFont typeface="Helvetica Neue"/>
              <a:buNone/>
            </a:pPr>
            <a:r>
              <a:rPr lang="en-US" sz="2700" b="1" i="0" u="none">
                <a:solidFill>
                  <a:srgbClr val="000000"/>
                </a:solidFill>
                <a:latin typeface="Helvetica Neue"/>
                <a:ea typeface="Helvetica Neue"/>
                <a:cs typeface="Helvetica Neue"/>
                <a:sym typeface="Helvetica Neue"/>
              </a:rPr>
              <a:t>Population of Wages of employees of an organization</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8E41817-CE7F-9A73-83AC-473F18BB900C}"/>
                  </a:ext>
                </a:extLst>
              </p14:cNvPr>
              <p14:cNvContentPartPr/>
              <p14:nvPr/>
            </p14:nvContentPartPr>
            <p14:xfrm>
              <a:off x="1073160" y="1814040"/>
              <a:ext cx="3817800" cy="4535280"/>
            </p14:xfrm>
          </p:contentPart>
        </mc:Choice>
        <mc:Fallback xmlns="">
          <p:pic>
            <p:nvPicPr>
              <p:cNvPr id="2" name="Ink 1">
                <a:extLst>
                  <a:ext uri="{FF2B5EF4-FFF2-40B4-BE49-F238E27FC236}">
                    <a16:creationId xmlns:a16="http://schemas.microsoft.com/office/drawing/2014/main" id="{A8E41817-CE7F-9A73-83AC-473F18BB900C}"/>
                  </a:ext>
                </a:extLst>
              </p:cNvPr>
              <p:cNvPicPr/>
              <p:nvPr/>
            </p:nvPicPr>
            <p:blipFill>
              <a:blip r:embed="rId4"/>
              <a:stretch>
                <a:fillRect/>
              </a:stretch>
            </p:blipFill>
            <p:spPr>
              <a:xfrm>
                <a:off x="1063800" y="1804680"/>
                <a:ext cx="3836520" cy="45540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3"/>
          <p:cNvSpPr txBox="1"/>
          <p:nvPr/>
        </p:nvSpPr>
        <p:spPr>
          <a:xfrm>
            <a:off x="2016125" y="0"/>
            <a:ext cx="66771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Calibri"/>
              <a:buNone/>
            </a:pPr>
            <a:r>
              <a:rPr lang="en-US" sz="3600" b="1" i="0" u="none">
                <a:solidFill>
                  <a:schemeClr val="lt1"/>
                </a:solidFill>
                <a:latin typeface="Calibri"/>
                <a:ea typeface="Calibri"/>
                <a:cs typeface="Calibri"/>
                <a:sym typeface="Calibri"/>
              </a:rPr>
              <a:t>Selecting Samples of Different Sizes</a:t>
            </a:r>
            <a:endParaRPr/>
          </a:p>
        </p:txBody>
      </p:sp>
      <p:graphicFrame>
        <p:nvGraphicFramePr>
          <p:cNvPr id="461" name="Google Shape;461;p73"/>
          <p:cNvGraphicFramePr/>
          <p:nvPr/>
        </p:nvGraphicFramePr>
        <p:xfrm>
          <a:off x="1085850" y="984250"/>
          <a:ext cx="10167875" cy="5648250"/>
        </p:xfrm>
        <a:graphic>
          <a:graphicData uri="http://schemas.openxmlformats.org/drawingml/2006/table">
            <a:tbl>
              <a:tblPr>
                <a:noFill/>
                <a:tableStyleId>{1B3EF211-E8B0-4F73-B020-F0332A32C9B0}</a:tableStyleId>
              </a:tblPr>
              <a:tblGrid>
                <a:gridCol w="947725">
                  <a:extLst>
                    <a:ext uri="{9D8B030D-6E8A-4147-A177-3AD203B41FA5}">
                      <a16:colId xmlns:a16="http://schemas.microsoft.com/office/drawing/2014/main" val="20000"/>
                    </a:ext>
                  </a:extLst>
                </a:gridCol>
                <a:gridCol w="836600">
                  <a:extLst>
                    <a:ext uri="{9D8B030D-6E8A-4147-A177-3AD203B41FA5}">
                      <a16:colId xmlns:a16="http://schemas.microsoft.com/office/drawing/2014/main" val="20001"/>
                    </a:ext>
                  </a:extLst>
                </a:gridCol>
                <a:gridCol w="839775">
                  <a:extLst>
                    <a:ext uri="{9D8B030D-6E8A-4147-A177-3AD203B41FA5}">
                      <a16:colId xmlns:a16="http://schemas.microsoft.com/office/drawing/2014/main" val="20002"/>
                    </a:ext>
                  </a:extLst>
                </a:gridCol>
                <a:gridCol w="8366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41375">
                  <a:extLst>
                    <a:ext uri="{9D8B030D-6E8A-4147-A177-3AD203B41FA5}">
                      <a16:colId xmlns:a16="http://schemas.microsoft.com/office/drawing/2014/main" val="20005"/>
                    </a:ext>
                  </a:extLst>
                </a:gridCol>
                <a:gridCol w="8366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838200">
                  <a:extLst>
                    <a:ext uri="{9D8B030D-6E8A-4147-A177-3AD203B41FA5}">
                      <a16:colId xmlns:a16="http://schemas.microsoft.com/office/drawing/2014/main" val="20009"/>
                    </a:ext>
                  </a:extLst>
                </a:gridCol>
                <a:gridCol w="838200">
                  <a:extLst>
                    <a:ext uri="{9D8B030D-6E8A-4147-A177-3AD203B41FA5}">
                      <a16:colId xmlns:a16="http://schemas.microsoft.com/office/drawing/2014/main" val="20010"/>
                    </a:ext>
                  </a:extLst>
                </a:gridCol>
                <a:gridCol w="838200">
                  <a:extLst>
                    <a:ext uri="{9D8B030D-6E8A-4147-A177-3AD203B41FA5}">
                      <a16:colId xmlns:a16="http://schemas.microsoft.com/office/drawing/2014/main" val="20011"/>
                    </a:ext>
                  </a:extLst>
                </a:gridCol>
              </a:tblGrid>
              <a:tr h="4143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strike="noStrike" cap="none">
                          <a:solidFill>
                            <a:srgbClr val="0000FF"/>
                          </a:solidFill>
                          <a:latin typeface="Helvetica Neue"/>
                          <a:ea typeface="Helvetica Neue"/>
                          <a:cs typeface="Helvetica Neue"/>
                          <a:sym typeface="Helvetica Neue"/>
                        </a:rPr>
                        <a:t>Sample 1</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0"/>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2486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820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1678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2070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2638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1865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3200</a:t>
                      </a:r>
                      <a:endParaRPr/>
                    </a:p>
                  </a:txBody>
                  <a:tcPr marL="105350" marR="105350" marT="39600" marB="39600" anchor="ctr"/>
                </a:tc>
                <a:extLst>
                  <a:ext uri="{0D108BD9-81ED-4DB2-BD59-A6C34878D82A}">
                    <a16:rowId xmlns:a16="http://schemas.microsoft.com/office/drawing/2014/main" val="10001"/>
                  </a:ext>
                </a:extLst>
              </a:tr>
              <a:tr h="4016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2"/>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2</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3"/>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2858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2998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3050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2070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3280</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4"/>
                  </a:ext>
                </a:extLst>
              </a:tr>
              <a:tr h="4016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5"/>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3</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6"/>
                  </a:ext>
                </a:extLst>
              </a:tr>
              <a:tr h="4016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2858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3240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2497</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2865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656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2093</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1861</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868</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795</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7"/>
                  </a:ext>
                </a:extLst>
              </a:tr>
              <a:tr h="4032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8"/>
                  </a:ext>
                </a:extLst>
              </a:tr>
              <a:tr h="4032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4</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9"/>
                  </a:ext>
                </a:extLst>
              </a:tr>
              <a:tr h="4016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2086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2497</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656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875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2085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1313</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0"/>
                  </a:ext>
                </a:extLst>
              </a:tr>
              <a:tr h="4032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1"/>
                  </a:ext>
                </a:extLst>
              </a:tr>
              <a:tr h="401625">
                <a:tc gridSpan="2">
                  <a:txBody>
                    <a:bodyPr/>
                    <a:lstStyle/>
                    <a:p>
                      <a:pPr marL="0" marR="0" lvl="0" indent="0" algn="l" rtl="0">
                        <a:lnSpc>
                          <a:spcPct val="100000"/>
                        </a:lnSpc>
                        <a:spcBef>
                          <a:spcPts val="0"/>
                        </a:spcBef>
                        <a:spcAft>
                          <a:spcPts val="0"/>
                        </a:spcAft>
                        <a:buClr>
                          <a:srgbClr val="0000FF"/>
                        </a:buClr>
                        <a:buSzPts val="1800"/>
                        <a:buFont typeface="Helvetica Neue"/>
                        <a:buNone/>
                      </a:pPr>
                      <a:r>
                        <a:rPr lang="en-US" sz="1800" b="1" i="0" u="none">
                          <a:solidFill>
                            <a:srgbClr val="0000FF"/>
                          </a:solidFill>
                          <a:latin typeface="Helvetica Neue"/>
                          <a:ea typeface="Helvetica Neue"/>
                          <a:cs typeface="Helvetica Neue"/>
                          <a:sym typeface="Helvetica Neue"/>
                        </a:rPr>
                        <a:t>Sample 5</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2"/>
                  </a:ext>
                </a:extLst>
              </a:tr>
              <a:tr h="403225">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820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1313</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3000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596</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2640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2600</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2495</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934</a:t>
                      </a:r>
                      <a:endParaRPr/>
                    </a:p>
                  </a:txBody>
                  <a:tcPr marL="105350" marR="105350" marT="39600" marB="39600" anchor="ctr"/>
                </a:tc>
                <a:tc>
                  <a:txBody>
                    <a:bodyPr/>
                    <a:lstStyle/>
                    <a:p>
                      <a:pPr marL="0" marR="0" lvl="0" indent="0" algn="ctr" rtl="0">
                        <a:lnSpc>
                          <a:spcPct val="100000"/>
                        </a:lnSpc>
                        <a:spcBef>
                          <a:spcPts val="0"/>
                        </a:spcBef>
                        <a:spcAft>
                          <a:spcPts val="0"/>
                        </a:spcAft>
                        <a:buClr>
                          <a:schemeClr val="dk1"/>
                        </a:buClr>
                        <a:buSzPts val="1800"/>
                        <a:buFont typeface="Helvetica Neue"/>
                        <a:buNone/>
                      </a:pPr>
                      <a:r>
                        <a:rPr lang="en-US" sz="1800" b="1" i="0" u="none">
                          <a:solidFill>
                            <a:schemeClr val="dk1"/>
                          </a:solidFill>
                          <a:latin typeface="Helvetica Neue"/>
                          <a:ea typeface="Helvetica Neue"/>
                          <a:cs typeface="Helvetica Neue"/>
                          <a:sym typeface="Helvetica Neue"/>
                        </a:rPr>
                        <a:t>2500</a:t>
                      </a:r>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3"/>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C0F4A0A-CE14-B3C5-B5C8-647081994366}"/>
                  </a:ext>
                </a:extLst>
              </p14:cNvPr>
              <p14:cNvContentPartPr/>
              <p14:nvPr/>
            </p14:nvContentPartPr>
            <p14:xfrm>
              <a:off x="0" y="1328040"/>
              <a:ext cx="8318880" cy="5426640"/>
            </p14:xfrm>
          </p:contentPart>
        </mc:Choice>
        <mc:Fallback xmlns="">
          <p:pic>
            <p:nvPicPr>
              <p:cNvPr id="2" name="Ink 1">
                <a:extLst>
                  <a:ext uri="{FF2B5EF4-FFF2-40B4-BE49-F238E27FC236}">
                    <a16:creationId xmlns:a16="http://schemas.microsoft.com/office/drawing/2014/main" id="{FC0F4A0A-CE14-B3C5-B5C8-647081994366}"/>
                  </a:ext>
                </a:extLst>
              </p:cNvPr>
              <p:cNvPicPr/>
              <p:nvPr/>
            </p:nvPicPr>
            <p:blipFill>
              <a:blip r:embed="rId4"/>
              <a:stretch>
                <a:fillRect/>
              </a:stretch>
            </p:blipFill>
            <p:spPr>
              <a:xfrm>
                <a:off x="-9360" y="1318680"/>
                <a:ext cx="8337600" cy="54453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Continued….</a:t>
            </a:r>
            <a:endParaRPr/>
          </a:p>
        </p:txBody>
      </p:sp>
      <p:graphicFrame>
        <p:nvGraphicFramePr>
          <p:cNvPr id="467" name="Google Shape;467;p74"/>
          <p:cNvGraphicFramePr/>
          <p:nvPr/>
        </p:nvGraphicFramePr>
        <p:xfrm>
          <a:off x="304800" y="996950"/>
          <a:ext cx="11180675" cy="5662280"/>
        </p:xfrm>
        <a:graphic>
          <a:graphicData uri="http://schemas.openxmlformats.org/drawingml/2006/table">
            <a:tbl>
              <a:tblPr>
                <a:noFill/>
                <a:tableStyleId>{1B3EF211-E8B0-4F73-B020-F0332A32C9B0}</a:tableStyleId>
              </a:tblPr>
              <a:tblGrid>
                <a:gridCol w="1136650">
                  <a:extLst>
                    <a:ext uri="{9D8B030D-6E8A-4147-A177-3AD203B41FA5}">
                      <a16:colId xmlns:a16="http://schemas.microsoft.com/office/drawing/2014/main" val="20000"/>
                    </a:ext>
                  </a:extLst>
                </a:gridCol>
                <a:gridCol w="1001700">
                  <a:extLst>
                    <a:ext uri="{9D8B030D-6E8A-4147-A177-3AD203B41FA5}">
                      <a16:colId xmlns:a16="http://schemas.microsoft.com/office/drawing/2014/main" val="20001"/>
                    </a:ext>
                  </a:extLst>
                </a:gridCol>
                <a:gridCol w="1006475">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1004875">
                  <a:extLst>
                    <a:ext uri="{9D8B030D-6E8A-4147-A177-3AD203B41FA5}">
                      <a16:colId xmlns:a16="http://schemas.microsoft.com/office/drawing/2014/main" val="20004"/>
                    </a:ext>
                  </a:extLst>
                </a:gridCol>
                <a:gridCol w="1006475">
                  <a:extLst>
                    <a:ext uri="{9D8B030D-6E8A-4147-A177-3AD203B41FA5}">
                      <a16:colId xmlns:a16="http://schemas.microsoft.com/office/drawing/2014/main" val="20005"/>
                    </a:ext>
                  </a:extLst>
                </a:gridCol>
                <a:gridCol w="1001700">
                  <a:extLst>
                    <a:ext uri="{9D8B030D-6E8A-4147-A177-3AD203B41FA5}">
                      <a16:colId xmlns:a16="http://schemas.microsoft.com/office/drawing/2014/main" val="20006"/>
                    </a:ext>
                  </a:extLst>
                </a:gridCol>
                <a:gridCol w="1004875">
                  <a:extLst>
                    <a:ext uri="{9D8B030D-6E8A-4147-A177-3AD203B41FA5}">
                      <a16:colId xmlns:a16="http://schemas.microsoft.com/office/drawing/2014/main" val="20007"/>
                    </a:ext>
                  </a:extLst>
                </a:gridCol>
                <a:gridCol w="1004875">
                  <a:extLst>
                    <a:ext uri="{9D8B030D-6E8A-4147-A177-3AD203B41FA5}">
                      <a16:colId xmlns:a16="http://schemas.microsoft.com/office/drawing/2014/main" val="20008"/>
                    </a:ext>
                  </a:extLst>
                </a:gridCol>
                <a:gridCol w="1004875">
                  <a:extLst>
                    <a:ext uri="{9D8B030D-6E8A-4147-A177-3AD203B41FA5}">
                      <a16:colId xmlns:a16="http://schemas.microsoft.com/office/drawing/2014/main" val="20009"/>
                    </a:ext>
                  </a:extLst>
                </a:gridCol>
                <a:gridCol w="1004875">
                  <a:extLst>
                    <a:ext uri="{9D8B030D-6E8A-4147-A177-3AD203B41FA5}">
                      <a16:colId xmlns:a16="http://schemas.microsoft.com/office/drawing/2014/main" val="20010"/>
                    </a:ext>
                  </a:extLst>
                </a:gridCol>
              </a:tblGrid>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6</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0"/>
                  </a:ext>
                </a:extLst>
              </a:tr>
              <a:tr h="34447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2840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1327</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1861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3024</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3038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2497</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975" marR="10975" marT="8250" marB="0" anchor="ctr"/>
                </a:tc>
                <a:extLst>
                  <a:ext uri="{0D108BD9-81ED-4DB2-BD59-A6C34878D82A}">
                    <a16:rowId xmlns:a16="http://schemas.microsoft.com/office/drawing/2014/main" val="10001"/>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2"/>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7</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3"/>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2858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868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1670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1480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2643</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1480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1680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2085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2490</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ctr"/>
                </a:tc>
                <a:extLst>
                  <a:ext uri="{0D108BD9-81ED-4DB2-BD59-A6C34878D82A}">
                    <a16:rowId xmlns:a16="http://schemas.microsoft.com/office/drawing/2014/main" val="10004"/>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5"/>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8</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6"/>
                  </a:ext>
                </a:extLst>
              </a:tr>
              <a:tr h="342900">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2858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1861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2092</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2660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1679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926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2660</a:t>
                      </a:r>
                      <a:endParaRPr/>
                    </a:p>
                  </a:txBody>
                  <a:tcPr marL="10975" marR="10975" marT="8250" marB="0" anchor="ctr"/>
                </a:tc>
                <a:extLst>
                  <a:ext uri="{0D108BD9-81ED-4DB2-BD59-A6C34878D82A}">
                    <a16:rowId xmlns:a16="http://schemas.microsoft.com/office/drawing/2014/main" val="10007"/>
                  </a:ext>
                </a:extLst>
              </a:tr>
              <a:tr h="4159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8"/>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9</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09"/>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795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791</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2085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2638</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2497</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2486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1159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2640</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0"/>
                  </a:ext>
                </a:extLst>
              </a:tr>
              <a:tr h="414325">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1"/>
                  </a:ext>
                </a:extLst>
              </a:tr>
              <a:tr h="414325">
                <a:tc gridSpan="2">
                  <a:txBody>
                    <a:bodyPr/>
                    <a:lstStyle/>
                    <a:p>
                      <a:pPr marL="0" marR="0" lvl="0" indent="0" algn="l" rtl="0">
                        <a:lnSpc>
                          <a:spcPct val="100000"/>
                        </a:lnSpc>
                        <a:spcBef>
                          <a:spcPts val="0"/>
                        </a:spcBef>
                        <a:spcAft>
                          <a:spcPts val="0"/>
                        </a:spcAft>
                        <a:buClr>
                          <a:srgbClr val="0000FF"/>
                        </a:buClr>
                        <a:buSzPts val="2200"/>
                        <a:buFont typeface="Helvetica Neue"/>
                        <a:buNone/>
                      </a:pPr>
                      <a:r>
                        <a:rPr lang="en-US" sz="2200" b="1" i="0" u="none">
                          <a:solidFill>
                            <a:srgbClr val="0000FF"/>
                          </a:solidFill>
                          <a:latin typeface="Helvetica Neue"/>
                          <a:ea typeface="Helvetica Neue"/>
                          <a:cs typeface="Helvetica Neue"/>
                          <a:sym typeface="Helvetica Neue"/>
                        </a:rPr>
                        <a:t>Sample 10</a:t>
                      </a:r>
                      <a:endParaRPr/>
                    </a:p>
                  </a:txBody>
                  <a:tcPr marL="105350" marR="105350" marT="39600" marB="39600" anchor="b"/>
                </a:tc>
                <a:tc hMerge="1">
                  <a:txBody>
                    <a:bodyPr/>
                    <a:lstStyle/>
                    <a:p>
                      <a:endParaRPr lang="en-US"/>
                    </a:p>
                  </a:txBody>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2"/>
                  </a:ext>
                </a:extLst>
              </a:tr>
              <a:tr h="414325">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3019</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3240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3200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3050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3015</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2900</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2896</a:t>
                      </a:r>
                      <a:endParaRPr/>
                    </a:p>
                  </a:txBody>
                  <a:tcPr marL="10975" marR="10975" marT="8250" marB="0" anchor="ctr"/>
                </a:tc>
                <a:tc>
                  <a:txBody>
                    <a:bodyPr/>
                    <a:lstStyle/>
                    <a:p>
                      <a:pPr marL="0" marR="0" lvl="0" indent="0" algn="ctr" rtl="0">
                        <a:lnSpc>
                          <a:spcPct val="100000"/>
                        </a:lnSpc>
                        <a:spcBef>
                          <a:spcPts val="0"/>
                        </a:spcBef>
                        <a:spcAft>
                          <a:spcPts val="0"/>
                        </a:spcAft>
                        <a:buClr>
                          <a:schemeClr val="dk1"/>
                        </a:buClr>
                        <a:buSzPts val="2200"/>
                        <a:buFont typeface="Helvetica Neue"/>
                        <a:buNone/>
                      </a:pPr>
                      <a:r>
                        <a:rPr lang="en-US" sz="2200" b="1" i="0" u="none">
                          <a:solidFill>
                            <a:schemeClr val="dk1"/>
                          </a:solidFill>
                          <a:latin typeface="Helvetica Neue"/>
                          <a:ea typeface="Helvetica Neue"/>
                          <a:cs typeface="Helvetica Neue"/>
                          <a:sym typeface="Helvetica Neue"/>
                        </a:rPr>
                        <a:t>2998</a:t>
                      </a:r>
                      <a:endParaRPr/>
                    </a:p>
                  </a:txBody>
                  <a:tcPr marL="10975" marR="10975" marT="8250" marB="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ct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105350" marR="105350" marT="39600" marB="39600" anchor="b"/>
                </a:tc>
                <a:extLst>
                  <a:ext uri="{0D108BD9-81ED-4DB2-BD59-A6C34878D82A}">
                    <a16:rowId xmlns:a16="http://schemas.microsoft.com/office/drawing/2014/main" val="1001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Calculation of Mean and Variance</a:t>
            </a:r>
            <a:endParaRPr/>
          </a:p>
        </p:txBody>
      </p:sp>
      <p:graphicFrame>
        <p:nvGraphicFramePr>
          <p:cNvPr id="473" name="Google Shape;473;p75"/>
          <p:cNvGraphicFramePr/>
          <p:nvPr/>
        </p:nvGraphicFramePr>
        <p:xfrm>
          <a:off x="1346200" y="1004887"/>
          <a:ext cx="9467800" cy="5645690"/>
        </p:xfrm>
        <a:graphic>
          <a:graphicData uri="http://schemas.openxmlformats.org/drawingml/2006/table">
            <a:tbl>
              <a:tblPr>
                <a:noFill/>
                <a:tableStyleId>{1B3EF211-E8B0-4F73-B020-F0332A32C9B0}</a:tableStyleId>
              </a:tblPr>
              <a:tblGrid>
                <a:gridCol w="2278050">
                  <a:extLst>
                    <a:ext uri="{9D8B030D-6E8A-4147-A177-3AD203B41FA5}">
                      <a16:colId xmlns:a16="http://schemas.microsoft.com/office/drawing/2014/main" val="20000"/>
                    </a:ext>
                  </a:extLst>
                </a:gridCol>
                <a:gridCol w="2279650">
                  <a:extLst>
                    <a:ext uri="{9D8B030D-6E8A-4147-A177-3AD203B41FA5}">
                      <a16:colId xmlns:a16="http://schemas.microsoft.com/office/drawing/2014/main" val="20001"/>
                    </a:ext>
                  </a:extLst>
                </a:gridCol>
                <a:gridCol w="1614475">
                  <a:extLst>
                    <a:ext uri="{9D8B030D-6E8A-4147-A177-3AD203B41FA5}">
                      <a16:colId xmlns:a16="http://schemas.microsoft.com/office/drawing/2014/main" val="20002"/>
                    </a:ext>
                  </a:extLst>
                </a:gridCol>
                <a:gridCol w="1458900">
                  <a:extLst>
                    <a:ext uri="{9D8B030D-6E8A-4147-A177-3AD203B41FA5}">
                      <a16:colId xmlns:a16="http://schemas.microsoft.com/office/drawing/2014/main" val="20003"/>
                    </a:ext>
                  </a:extLst>
                </a:gridCol>
                <a:gridCol w="1836725">
                  <a:extLst>
                    <a:ext uri="{9D8B030D-6E8A-4147-A177-3AD203B41FA5}">
                      <a16:colId xmlns:a16="http://schemas.microsoft.com/office/drawing/2014/main" val="20004"/>
                    </a:ext>
                  </a:extLst>
                </a:gridCol>
              </a:tblGrid>
              <a:tr h="4333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Sample No.</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Sample size</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Mean</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 SD</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Variance</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12</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1994.42</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843.23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711036.83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482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2830.18</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349.94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122458.00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1866.70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988.57</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977270.64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1338.00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704.36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496123.01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1953.80</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920.44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847209.79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2447.63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590.64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348855.61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1974.40</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638.05</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407107.80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2157.27</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715.1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511368.01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2032.33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891.53</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794825.74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34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9</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3035.33</a:t>
                      </a:r>
                      <a:endParaRPr/>
                    </a:p>
                  </a:txBody>
                  <a:tcPr marL="10975" marR="10975" marT="8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117.4</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13782.76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506400">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Overall</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a:solidFill>
                            <a:schemeClr val="dk1"/>
                          </a:solidFill>
                          <a:latin typeface="Helvetica Neue"/>
                          <a:ea typeface="Helvetica Neue"/>
                          <a:cs typeface="Helvetica Neue"/>
                          <a:sym typeface="Helvetica Neue"/>
                        </a:rPr>
                        <a:t>100</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2800"/>
                        <a:buFont typeface="Helvetica Neue"/>
                        <a:buNone/>
                      </a:pPr>
                      <a:r>
                        <a:rPr lang="en-US" sz="2800" b="1" i="0" u="none">
                          <a:solidFill>
                            <a:srgbClr val="FF0000"/>
                          </a:solidFill>
                          <a:latin typeface="Helvetica Neue"/>
                          <a:ea typeface="Helvetica Neue"/>
                          <a:cs typeface="Helvetica Neue"/>
                          <a:sym typeface="Helvetica Neue"/>
                        </a:rPr>
                        <a:t>2162.24</a:t>
                      </a:r>
                      <a:endParaRPr/>
                    </a:p>
                  </a:txBody>
                  <a:tcPr marL="105350" marR="105350" marT="39600" marB="396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a:txBody>
                    <a:bodyPr/>
                    <a:lstStyle/>
                    <a:p>
                      <a:pPr marL="0" marR="0" lvl="0" indent="0" algn="ctr" rtl="0">
                        <a:lnSpc>
                          <a:spcPct val="100000"/>
                        </a:lnSpc>
                        <a:spcBef>
                          <a:spcPts val="0"/>
                        </a:spcBef>
                        <a:spcAft>
                          <a:spcPts val="0"/>
                        </a:spcAft>
                        <a:buClr>
                          <a:srgbClr val="FF0000"/>
                        </a:buClr>
                        <a:buSzPts val="2800"/>
                        <a:buFont typeface="Helvetica Neue"/>
                        <a:buNone/>
                      </a:pPr>
                      <a:r>
                        <a:rPr lang="en-US" sz="2800" b="1" i="0" u="none">
                          <a:solidFill>
                            <a:srgbClr val="FF0000"/>
                          </a:solidFill>
                          <a:latin typeface="Helvetica Neue"/>
                          <a:ea typeface="Helvetica Neue"/>
                          <a:cs typeface="Helvetica Neue"/>
                          <a:sym typeface="Helvetica Neue"/>
                        </a:rPr>
                        <a:t>732.26</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a:txBody>
                    <a:bodyPr/>
                    <a:lstStyle/>
                    <a:p>
                      <a:pPr marL="0" marR="0" lvl="0" indent="0" algn="r" rtl="0">
                        <a:lnSpc>
                          <a:spcPct val="100000"/>
                        </a:lnSpc>
                        <a:spcBef>
                          <a:spcPts val="0"/>
                        </a:spcBef>
                        <a:spcAft>
                          <a:spcPts val="0"/>
                        </a:spcAft>
                        <a:buClr>
                          <a:srgbClr val="FF0000"/>
                        </a:buClr>
                        <a:buSzPts val="2800"/>
                        <a:buFont typeface="Helvetica Neue"/>
                        <a:buNone/>
                      </a:pPr>
                      <a:r>
                        <a:rPr lang="en-US" sz="2800" b="1" i="0" u="none">
                          <a:solidFill>
                            <a:srgbClr val="FF0000"/>
                          </a:solidFill>
                          <a:latin typeface="Helvetica Neue"/>
                          <a:ea typeface="Helvetica Neue"/>
                          <a:cs typeface="Helvetica Neue"/>
                          <a:sym typeface="Helvetica Neue"/>
                        </a:rPr>
                        <a:t>536204.71</a:t>
                      </a:r>
                      <a:endParaRP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extLst>
                  <a:ext uri="{0D108BD9-81ED-4DB2-BD59-A6C34878D82A}">
                    <a16:rowId xmlns:a16="http://schemas.microsoft.com/office/drawing/2014/main" val="10011"/>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E98CDC4-7B31-B637-717B-BC8E9AE48323}"/>
                  </a:ext>
                </a:extLst>
              </p14:cNvPr>
              <p14:cNvContentPartPr/>
              <p14:nvPr/>
            </p14:nvContentPartPr>
            <p14:xfrm>
              <a:off x="118080" y="1305360"/>
              <a:ext cx="7511040" cy="5042160"/>
            </p14:xfrm>
          </p:contentPart>
        </mc:Choice>
        <mc:Fallback xmlns="">
          <p:pic>
            <p:nvPicPr>
              <p:cNvPr id="2" name="Ink 1">
                <a:extLst>
                  <a:ext uri="{FF2B5EF4-FFF2-40B4-BE49-F238E27FC236}">
                    <a16:creationId xmlns:a16="http://schemas.microsoft.com/office/drawing/2014/main" id="{7E98CDC4-7B31-B637-717B-BC8E9AE48323}"/>
                  </a:ext>
                </a:extLst>
              </p:cNvPr>
              <p:cNvPicPr/>
              <p:nvPr/>
            </p:nvPicPr>
            <p:blipFill>
              <a:blip r:embed="rId4"/>
              <a:stretch>
                <a:fillRect/>
              </a:stretch>
            </p:blipFill>
            <p:spPr>
              <a:xfrm>
                <a:off x="108720" y="1296000"/>
                <a:ext cx="7529760" cy="506088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7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Variation</a:t>
            </a:r>
            <a:endParaRPr/>
          </a:p>
        </p:txBody>
      </p:sp>
      <p:sp>
        <p:nvSpPr>
          <p:cNvPr id="479" name="Google Shape;479;p76"/>
          <p:cNvSpPr txBox="1"/>
          <p:nvPr/>
        </p:nvSpPr>
        <p:spPr>
          <a:xfrm>
            <a:off x="579437" y="1346200"/>
            <a:ext cx="11174400" cy="51039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term </a:t>
            </a:r>
            <a:r>
              <a:rPr lang="en-US" sz="2800" b="1" i="0" u="none">
                <a:solidFill>
                  <a:srgbClr val="FF0000"/>
                </a:solidFill>
                <a:latin typeface="Calibri"/>
                <a:ea typeface="Calibri"/>
                <a:cs typeface="Calibri"/>
                <a:sym typeface="Calibri"/>
              </a:rPr>
              <a:t>"sampling variation" </a:t>
            </a:r>
            <a:r>
              <a:rPr lang="en-US" sz="2800" b="0" i="0" u="none">
                <a:solidFill>
                  <a:schemeClr val="dk1"/>
                </a:solidFill>
                <a:latin typeface="Calibri"/>
                <a:ea typeface="Calibri"/>
                <a:cs typeface="Calibri"/>
                <a:sym typeface="Calibri"/>
              </a:rPr>
              <a:t>refers to the fact that the sampling estimates vary from one sample to another forming a random variable. </a:t>
            </a:r>
            <a:endParaRPr/>
          </a:p>
          <a:p>
            <a:pPr marL="328612" marR="0" lvl="0" indent="-150812" algn="l"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Sampling</a:t>
            </a:r>
            <a:r>
              <a:rPr lang="en-US" sz="2800" b="0" i="0" u="none">
                <a:solidFill>
                  <a:schemeClr val="dk1"/>
                </a:solidFill>
                <a:latin typeface="Calibri"/>
                <a:ea typeface="Calibri"/>
                <a:cs typeface="Calibri"/>
                <a:sym typeface="Calibri"/>
              </a:rPr>
              <a:t> </a:t>
            </a:r>
            <a:r>
              <a:rPr lang="en-US" sz="2800" b="1" i="0" u="none">
                <a:solidFill>
                  <a:schemeClr val="dk1"/>
                </a:solidFill>
                <a:latin typeface="Calibri"/>
                <a:ea typeface="Calibri"/>
                <a:cs typeface="Calibri"/>
                <a:sym typeface="Calibri"/>
              </a:rPr>
              <a:t>variability</a:t>
            </a:r>
            <a:r>
              <a:rPr lang="en-US" sz="2800" b="0" i="0" u="none">
                <a:solidFill>
                  <a:schemeClr val="dk1"/>
                </a:solidFill>
                <a:latin typeface="Calibri"/>
                <a:ea typeface="Calibri"/>
                <a:cs typeface="Calibri"/>
                <a:sym typeface="Calibri"/>
              </a:rPr>
              <a:t> will </a:t>
            </a:r>
            <a:r>
              <a:rPr lang="en-US" sz="2800" b="1" i="0" u="none">
                <a:solidFill>
                  <a:schemeClr val="dk1"/>
                </a:solidFill>
                <a:latin typeface="Calibri"/>
                <a:ea typeface="Calibri"/>
                <a:cs typeface="Calibri"/>
                <a:sym typeface="Calibri"/>
              </a:rPr>
              <a:t>decrease</a:t>
            </a:r>
            <a:r>
              <a:rPr lang="en-US" sz="2800" b="0" i="0" u="none">
                <a:solidFill>
                  <a:schemeClr val="dk1"/>
                </a:solidFill>
                <a:latin typeface="Calibri"/>
                <a:ea typeface="Calibri"/>
                <a:cs typeface="Calibri"/>
                <a:sym typeface="Calibri"/>
              </a:rPr>
              <a:t> as the </a:t>
            </a:r>
            <a:r>
              <a:rPr lang="en-US" sz="2800" b="1" i="0" u="none">
                <a:solidFill>
                  <a:srgbClr val="FF0000"/>
                </a:solidFill>
                <a:latin typeface="Calibri"/>
                <a:ea typeface="Calibri"/>
                <a:cs typeface="Calibri"/>
                <a:sym typeface="Calibri"/>
              </a:rPr>
              <a:t>sample size increases</a:t>
            </a:r>
            <a:r>
              <a:rPr lang="en-US" sz="2800" b="1" i="0" u="none">
                <a:solidFill>
                  <a:schemeClr val="dk1"/>
                </a:solidFill>
                <a:latin typeface="Calibri"/>
                <a:ea typeface="Calibri"/>
                <a:cs typeface="Calibri"/>
                <a:sym typeface="Calibri"/>
              </a:rPr>
              <a:t>.</a:t>
            </a:r>
            <a:endParaRPr/>
          </a:p>
          <a:p>
            <a:pPr marL="328612" marR="0" lvl="0" indent="-150812" algn="l"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samples must be randomly chosen. The size of the samples should be optimum (neither too small nor too large). The required optimum sample size are computed based on some statistical procedures like proportion, SD etc.</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25267A5-AC6F-C7D5-9C42-D0AD0A67BF10}"/>
                  </a:ext>
                </a:extLst>
              </p14:cNvPr>
              <p14:cNvContentPartPr/>
              <p14:nvPr/>
            </p14:nvContentPartPr>
            <p14:xfrm>
              <a:off x="2345400" y="4563360"/>
              <a:ext cx="8634960" cy="1985400"/>
            </p14:xfrm>
          </p:contentPart>
        </mc:Choice>
        <mc:Fallback xmlns="">
          <p:pic>
            <p:nvPicPr>
              <p:cNvPr id="2" name="Ink 1">
                <a:extLst>
                  <a:ext uri="{FF2B5EF4-FFF2-40B4-BE49-F238E27FC236}">
                    <a16:creationId xmlns:a16="http://schemas.microsoft.com/office/drawing/2014/main" id="{225267A5-AC6F-C7D5-9C42-D0AD0A67BF10}"/>
                  </a:ext>
                </a:extLst>
              </p:cNvPr>
              <p:cNvPicPr/>
              <p:nvPr/>
            </p:nvPicPr>
            <p:blipFill>
              <a:blip r:embed="rId4"/>
              <a:stretch>
                <a:fillRect/>
              </a:stretch>
            </p:blipFill>
            <p:spPr>
              <a:xfrm>
                <a:off x="2336040" y="4554000"/>
                <a:ext cx="8653680" cy="2004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B28A014-9CBB-B1BF-B9B0-6A29E5A160CA}"/>
                  </a:ext>
                </a:extLst>
              </p14:cNvPr>
              <p14:cNvContentPartPr/>
              <p14:nvPr/>
            </p14:nvContentPartPr>
            <p14:xfrm>
              <a:off x="4705850" y="5567628"/>
              <a:ext cx="28440" cy="7200"/>
            </p14:xfrm>
          </p:contentPart>
        </mc:Choice>
        <mc:Fallback>
          <p:pic>
            <p:nvPicPr>
              <p:cNvPr id="3" name="Ink 2">
                <a:extLst>
                  <a:ext uri="{FF2B5EF4-FFF2-40B4-BE49-F238E27FC236}">
                    <a16:creationId xmlns:a16="http://schemas.microsoft.com/office/drawing/2014/main" id="{0B28A014-9CBB-B1BF-B9B0-6A29E5A160CA}"/>
                  </a:ext>
                </a:extLst>
              </p:cNvPr>
              <p:cNvPicPr/>
              <p:nvPr/>
            </p:nvPicPr>
            <p:blipFill>
              <a:blip r:embed="rId6"/>
              <a:stretch>
                <a:fillRect/>
              </a:stretch>
            </p:blipFill>
            <p:spPr>
              <a:xfrm>
                <a:off x="4701530" y="5563308"/>
                <a:ext cx="37080" cy="1584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Distribution Definition</a:t>
            </a:r>
            <a:endParaRPr/>
          </a:p>
        </p:txBody>
      </p:sp>
      <p:sp>
        <p:nvSpPr>
          <p:cNvPr id="485" name="Google Shape;485;p77"/>
          <p:cNvSpPr txBox="1"/>
          <p:nvPr/>
        </p:nvSpPr>
        <p:spPr>
          <a:xfrm>
            <a:off x="468312" y="1346200"/>
            <a:ext cx="11346000" cy="3627300"/>
          </a:xfrm>
          <a:prstGeom prst="rect">
            <a:avLst/>
          </a:prstGeom>
          <a:noFill/>
          <a:ln>
            <a:noFill/>
          </a:ln>
        </p:spPr>
        <p:txBody>
          <a:bodyPr spcFirstLastPara="1" wrap="square" lIns="91425" tIns="45700" rIns="91425" bIns="45700" anchor="t" anchorCtr="0">
            <a:normAutofit/>
          </a:bodyPr>
          <a:lstStyle/>
          <a:p>
            <a:pPr marL="395287" marR="0" lvl="0" indent="-395287" algn="l" rtl="0">
              <a:lnSpc>
                <a:spcPct val="15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probability distribution of a </a:t>
            </a:r>
            <a:r>
              <a:rPr lang="en-US" sz="2800" b="0" i="0" u="none">
                <a:solidFill>
                  <a:srgbClr val="FF0000"/>
                </a:solidFill>
                <a:latin typeface="Calibri"/>
                <a:ea typeface="Calibri"/>
                <a:cs typeface="Calibri"/>
                <a:sym typeface="Calibri"/>
              </a:rPr>
              <a:t>statistic</a:t>
            </a:r>
            <a:r>
              <a:rPr lang="en-US" sz="2800" b="0" i="0" u="none">
                <a:solidFill>
                  <a:schemeClr val="dk1"/>
                </a:solidFill>
                <a:latin typeface="Calibri"/>
                <a:ea typeface="Calibri"/>
                <a:cs typeface="Calibri"/>
                <a:sym typeface="Calibri"/>
              </a:rPr>
              <a:t>  (sample estimate) is called </a:t>
            </a:r>
            <a:r>
              <a:rPr lang="en-US" sz="2800" b="1" i="0" u="none">
                <a:solidFill>
                  <a:srgbClr val="FF0000"/>
                </a:solidFill>
                <a:latin typeface="Calibri"/>
                <a:ea typeface="Calibri"/>
                <a:cs typeface="Calibri"/>
                <a:sym typeface="Calibri"/>
              </a:rPr>
              <a:t>sampling distribution</a:t>
            </a:r>
            <a:r>
              <a:rPr lang="en-US" sz="2800" b="0" i="0" u="none">
                <a:solidFill>
                  <a:schemeClr val="dk1"/>
                </a:solidFill>
                <a:latin typeface="Calibri"/>
                <a:ea typeface="Calibri"/>
                <a:cs typeface="Calibri"/>
                <a:sym typeface="Calibri"/>
              </a:rPr>
              <a:t>.</a:t>
            </a:r>
            <a:endParaRPr/>
          </a:p>
          <a:p>
            <a:pPr marL="395287" marR="0" lvl="0" indent="-217487" algn="l" rtl="0">
              <a:lnSpc>
                <a:spcPct val="150000"/>
              </a:lnSpc>
              <a:spcBef>
                <a:spcPts val="0"/>
              </a:spcBef>
              <a:spcAft>
                <a:spcPts val="0"/>
              </a:spcAft>
              <a:buClr>
                <a:schemeClr val="dk1"/>
              </a:buClr>
              <a:buSzPts val="2800"/>
              <a:buFont typeface="Arial"/>
              <a:buNone/>
            </a:pPr>
            <a:endParaRPr sz="2800" b="0" i="0" u="none">
              <a:solidFill>
                <a:schemeClr val="dk1"/>
              </a:solidFill>
              <a:latin typeface="Calibri"/>
              <a:ea typeface="Calibri"/>
              <a:cs typeface="Calibri"/>
              <a:sym typeface="Calibri"/>
            </a:endParaRPr>
          </a:p>
          <a:p>
            <a:pPr marL="395287" marR="0" lvl="0" indent="-395287" algn="l" rtl="0">
              <a:lnSpc>
                <a:spcPct val="15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sampling distribution of a statistic depends on the distribution of the population, the size of the sample, and the method of sample selection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8"/>
          <p:cNvSpPr txBox="1">
            <a:spLocks noGrp="1"/>
          </p:cNvSpPr>
          <p:nvPr>
            <p:ph type="title" idx="4294967295"/>
          </p:nvPr>
        </p:nvSpPr>
        <p:spPr>
          <a:xfrm>
            <a:off x="838200" y="160569"/>
            <a:ext cx="9321900" cy="764400"/>
          </a:xfrm>
          <a:prstGeom prst="rect">
            <a:avLst/>
          </a:prstGeom>
          <a:blipFill rotWithShape="1">
            <a:blip r:embed="rId3">
              <a:alphaModFix/>
            </a:blip>
            <a:stretch>
              <a:fillRect l="-1049"/>
            </a:stretch>
          </a:blip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SzPts val="2400"/>
              <a:buFont typeface="Helvetica Neue"/>
              <a:buNone/>
            </a:pPr>
            <a:r>
              <a:rPr lang="en-US" sz="2400" b="1" i="0" u="none" strike="noStrike" cap="none">
                <a:latin typeface="Helvetica Neue"/>
                <a:ea typeface="Helvetica Neue"/>
                <a:cs typeface="Helvetica Neue"/>
                <a:sym typeface="Helvetica Neue"/>
              </a:rPr>
              <a:t> </a:t>
            </a:r>
            <a:endParaRPr/>
          </a:p>
        </p:txBody>
      </p:sp>
      <p:sp>
        <p:nvSpPr>
          <p:cNvPr id="491" name="Google Shape;491;p78"/>
          <p:cNvSpPr txBox="1"/>
          <p:nvPr/>
        </p:nvSpPr>
        <p:spPr>
          <a:xfrm>
            <a:off x="658367" y="1233734"/>
            <a:ext cx="10399800" cy="4862400"/>
          </a:xfrm>
          <a:prstGeom prst="rect">
            <a:avLst/>
          </a:prstGeom>
          <a:blipFill rotWithShape="1">
            <a:blip r:embed="rId4">
              <a:alphaModFix/>
            </a:blip>
            <a:stretch>
              <a:fillRect l="-1309" t="-158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F6508C-D40D-B845-2239-849FB573FEB1}"/>
                  </a:ext>
                </a:extLst>
              </p14:cNvPr>
              <p14:cNvContentPartPr/>
              <p14:nvPr/>
            </p14:nvContentPartPr>
            <p14:xfrm>
              <a:off x="4702320" y="5521320"/>
              <a:ext cx="5456160" cy="445320"/>
            </p14:xfrm>
          </p:contentPart>
        </mc:Choice>
        <mc:Fallback xmlns="">
          <p:pic>
            <p:nvPicPr>
              <p:cNvPr id="2" name="Ink 1">
                <a:extLst>
                  <a:ext uri="{FF2B5EF4-FFF2-40B4-BE49-F238E27FC236}">
                    <a16:creationId xmlns:a16="http://schemas.microsoft.com/office/drawing/2014/main" id="{41F6508C-D40D-B845-2239-849FB573FEB1}"/>
                  </a:ext>
                </a:extLst>
              </p:cNvPr>
              <p:cNvPicPr/>
              <p:nvPr/>
            </p:nvPicPr>
            <p:blipFill>
              <a:blip r:embed="rId6"/>
              <a:stretch>
                <a:fillRect/>
              </a:stretch>
            </p:blipFill>
            <p:spPr>
              <a:xfrm>
                <a:off x="4692960" y="5511960"/>
                <a:ext cx="5474880" cy="46404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497" name="Google Shape;497;p79"/>
          <p:cNvSpPr txBox="1"/>
          <p:nvPr/>
        </p:nvSpPr>
        <p:spPr>
          <a:xfrm>
            <a:off x="636587" y="1254125"/>
            <a:ext cx="10982400" cy="54435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Suppose a small finite population consists of only </a:t>
            </a:r>
            <a:r>
              <a:rPr lang="en-US" sz="2800" b="0" i="1" u="none">
                <a:solidFill>
                  <a:schemeClr val="dk1"/>
                </a:solidFill>
                <a:latin typeface="Calibri"/>
                <a:ea typeface="Calibri"/>
                <a:cs typeface="Calibri"/>
                <a:sym typeface="Calibri"/>
              </a:rPr>
              <a:t>N </a:t>
            </a:r>
            <a:r>
              <a:rPr lang="en-US" sz="2800" b="0" i="0" u="none">
                <a:solidFill>
                  <a:schemeClr val="dk1"/>
                </a:solidFill>
                <a:latin typeface="Calibri"/>
                <a:ea typeface="Calibri"/>
                <a:cs typeface="Calibri"/>
                <a:sym typeface="Calibri"/>
              </a:rPr>
              <a:t>= 8 numbers: 54,     55,      59,      63,      64,      68,      69,      70</a:t>
            </a:r>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Using an Excel-produced histogram, we can see the shape of the distribution of this population of data.</a:t>
            </a:r>
            <a:endParaRPr/>
          </a:p>
          <a:p>
            <a:pPr marL="328612" marR="0" lvl="0" indent="-328612"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Suppose we take all possible samples of </a:t>
            </a:r>
            <a:endParaRPr/>
          </a:p>
          <a:p>
            <a:pPr marL="328612" marR="0" lvl="0" indent="-328612" algn="l" rtl="0">
              <a:lnSpc>
                <a:spcPct val="90000"/>
              </a:lnSpc>
              <a:spcBef>
                <a:spcPts val="100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size </a:t>
            </a:r>
            <a:r>
              <a:rPr lang="en-US" sz="2800" b="0" i="1" u="none">
                <a:solidFill>
                  <a:schemeClr val="dk1"/>
                </a:solidFill>
                <a:latin typeface="Calibri"/>
                <a:ea typeface="Calibri"/>
                <a:cs typeface="Calibri"/>
                <a:sym typeface="Calibri"/>
              </a:rPr>
              <a:t>n </a:t>
            </a:r>
            <a:r>
              <a:rPr lang="en-US" sz="2800" b="0" i="0" u="none">
                <a:solidFill>
                  <a:schemeClr val="dk1"/>
                </a:solidFill>
                <a:latin typeface="Calibri"/>
                <a:ea typeface="Calibri"/>
                <a:cs typeface="Calibri"/>
                <a:sym typeface="Calibri"/>
              </a:rPr>
              <a:t>= 2 from this population </a:t>
            </a:r>
            <a:endParaRPr/>
          </a:p>
          <a:p>
            <a:pPr marL="328612" marR="0" lvl="0" indent="-328612" algn="l" rtl="0">
              <a:lnSpc>
                <a:spcPct val="90000"/>
              </a:lnSpc>
              <a:spcBef>
                <a:spcPts val="100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with replacement.</a:t>
            </a:r>
            <a:endParaRPr/>
          </a:p>
        </p:txBody>
      </p:sp>
      <p:pic>
        <p:nvPicPr>
          <p:cNvPr id="498" name="Google Shape;498;p79"/>
          <p:cNvPicPr preferRelativeResize="0"/>
          <p:nvPr/>
        </p:nvPicPr>
        <p:blipFill rotWithShape="1">
          <a:blip r:embed="rId3">
            <a:alphaModFix/>
          </a:blip>
          <a:srcRect/>
          <a:stretch/>
        </p:blipFill>
        <p:spPr>
          <a:xfrm>
            <a:off x="6096000" y="3706812"/>
            <a:ext cx="5780087" cy="29908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A4AAB52-B578-5BE9-F618-DDA0ABB89ABD}"/>
                  </a:ext>
                </a:extLst>
              </p14:cNvPr>
              <p14:cNvContentPartPr/>
              <p14:nvPr/>
            </p14:nvContentPartPr>
            <p14:xfrm>
              <a:off x="1095120" y="1059120"/>
              <a:ext cx="10475280" cy="5327640"/>
            </p14:xfrm>
          </p:contentPart>
        </mc:Choice>
        <mc:Fallback xmlns="">
          <p:pic>
            <p:nvPicPr>
              <p:cNvPr id="2" name="Ink 1">
                <a:extLst>
                  <a:ext uri="{FF2B5EF4-FFF2-40B4-BE49-F238E27FC236}">
                    <a16:creationId xmlns:a16="http://schemas.microsoft.com/office/drawing/2014/main" id="{1A4AAB52-B578-5BE9-F618-DDA0ABB89ABD}"/>
                  </a:ext>
                </a:extLst>
              </p:cNvPr>
              <p:cNvPicPr/>
              <p:nvPr/>
            </p:nvPicPr>
            <p:blipFill>
              <a:blip r:embed="rId5"/>
              <a:stretch>
                <a:fillRect/>
              </a:stretch>
            </p:blipFill>
            <p:spPr>
              <a:xfrm>
                <a:off x="1085760" y="1049760"/>
                <a:ext cx="10494000" cy="534636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Sample of Size 2</a:t>
            </a:r>
            <a:endParaRPr/>
          </a:p>
        </p:txBody>
      </p:sp>
      <p:sp>
        <p:nvSpPr>
          <p:cNvPr id="504" name="Google Shape;504;p80"/>
          <p:cNvSpPr txBox="1"/>
          <p:nvPr/>
        </p:nvSpPr>
        <p:spPr>
          <a:xfrm>
            <a:off x="85725" y="965200"/>
            <a:ext cx="3990900" cy="563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The result is the following pairs of data</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(54,54)	(55,54)	(59,54)	(63,54)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(54,55)	(55,55)	(59,55)	(63,55)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(54,59)	(55,59)	(59,59)	(63,59)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(54,63)	(55,63)	(59,63)	(63,63)</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(54,64)	(55,64)	(59,64)	(63,64)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(54,68)	(55,68)	(59,68)	(63,68)</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(54,69)	(55,69)	(59,69)	(63,69)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(54,70)	(55,70)	(59,70)	(63,70)</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(64,54)	(68,54)	(59,54)	(70,54)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(64,55)	(68,55)	(69,55)	(70,55)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(64,59)	(68,59)	(69,59)	(70,59)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(64,63)	(68,63)	(69,63)	(70,63)</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(64,64)	(68,64)	(69,64)	(70,64)</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(64,68)	(68,68)	(69,68)	(70,68)</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(64,69)	(68,69)	(69,69)	(70,69)</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(64,70)	(68,70)	(69,70)	(70,70)</a:t>
            </a:r>
            <a:endParaRPr/>
          </a:p>
        </p:txBody>
      </p:sp>
      <p:sp>
        <p:nvSpPr>
          <p:cNvPr id="505" name="Google Shape;505;p80"/>
          <p:cNvSpPr txBox="1"/>
          <p:nvPr/>
        </p:nvSpPr>
        <p:spPr>
          <a:xfrm>
            <a:off x="3860800" y="1079500"/>
            <a:ext cx="8077200" cy="529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The means of each of these samples follow</a:t>
            </a:r>
            <a:endParaRPr/>
          </a:p>
          <a:p>
            <a:pPr marL="0" marR="0" lvl="0" indent="-127000" algn="l" rtl="0">
              <a:lnSpc>
                <a:spcPct val="100000"/>
              </a:lnSpc>
              <a:spcBef>
                <a:spcPts val="0"/>
              </a:spcBef>
              <a:spcAft>
                <a:spcPts val="0"/>
              </a:spcAft>
              <a:buClr>
                <a:schemeClr val="dk1"/>
              </a:buClr>
              <a:buSzPts val="2000"/>
              <a:buFont typeface="Calibri"/>
              <a:buAutoNum type="arabicPlain" startAt="54"/>
            </a:pPr>
            <a:r>
              <a:rPr lang="en-US" sz="2000" b="0" i="0" u="none">
                <a:solidFill>
                  <a:schemeClr val="dk1"/>
                </a:solidFill>
                <a:latin typeface="Calibri"/>
                <a:ea typeface="Calibri"/>
                <a:cs typeface="Calibri"/>
                <a:sym typeface="Calibri"/>
              </a:rPr>
              <a:t>       54.5	56.5	58.5	59	61	61.5	62</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54.5	55	57	59	59.5	61.5	62	62.5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56.5	57	59	61	61.5	63.5	64	64.5</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58.5	59	61	63	63.5	65.5	66	66.5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AutoNum type="arabicPlain" startAt="59"/>
            </a:pPr>
            <a:r>
              <a:rPr lang="en-US" sz="2000" b="0" i="0" u="none">
                <a:solidFill>
                  <a:schemeClr val="dk1"/>
                </a:solidFill>
                <a:latin typeface="Calibri"/>
                <a:ea typeface="Calibri"/>
                <a:cs typeface="Calibri"/>
                <a:sym typeface="Calibri"/>
              </a:rPr>
              <a:t>        59.5	61.5	63.5	64	66	66.5	67</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AutoNum type="arabicPlain" startAt="59"/>
            </a:pPr>
            <a:r>
              <a:rPr lang="en-US" sz="2000" b="0" i="0" u="none">
                <a:solidFill>
                  <a:schemeClr val="dk1"/>
                </a:solidFill>
                <a:latin typeface="Calibri"/>
                <a:ea typeface="Calibri"/>
                <a:cs typeface="Calibri"/>
                <a:sym typeface="Calibri"/>
              </a:rPr>
              <a:t>       61.5	63.5	65.5	66	68	68.5	69</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61.5	62	64	66	66.5	68.5	69	69.5</a:t>
            </a:r>
            <a:endParaRPr/>
          </a:p>
          <a:p>
            <a:pPr marL="0" marR="0" lvl="0" indent="0" algn="l" rtl="0">
              <a:lnSpc>
                <a:spcPct val="100000"/>
              </a:lnSpc>
              <a:spcBef>
                <a:spcPts val="0"/>
              </a:spcBef>
              <a:spcAft>
                <a:spcPts val="0"/>
              </a:spcAft>
              <a:buClr>
                <a:schemeClr val="dk1"/>
              </a:buClr>
              <a:buSzPts val="2000"/>
              <a:buFont typeface="Calibri"/>
              <a:buNone/>
            </a:pP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62	62.5	64.5	66.5	67	69	69.5	70	</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FC977F1-0A80-6CF6-C55C-491F7C892A8D}"/>
                  </a:ext>
                </a:extLst>
              </p14:cNvPr>
              <p14:cNvContentPartPr/>
              <p14:nvPr/>
            </p14:nvContentPartPr>
            <p14:xfrm>
              <a:off x="271440" y="1166040"/>
              <a:ext cx="11058840" cy="5270760"/>
            </p14:xfrm>
          </p:contentPart>
        </mc:Choice>
        <mc:Fallback xmlns="">
          <p:pic>
            <p:nvPicPr>
              <p:cNvPr id="2" name="Ink 1">
                <a:extLst>
                  <a:ext uri="{FF2B5EF4-FFF2-40B4-BE49-F238E27FC236}">
                    <a16:creationId xmlns:a16="http://schemas.microsoft.com/office/drawing/2014/main" id="{0FC977F1-0A80-6CF6-C55C-491F7C892A8D}"/>
                  </a:ext>
                </a:extLst>
              </p:cNvPr>
              <p:cNvPicPr/>
              <p:nvPr/>
            </p:nvPicPr>
            <p:blipFill>
              <a:blip r:embed="rId4"/>
              <a:stretch>
                <a:fillRect/>
              </a:stretch>
            </p:blipFill>
            <p:spPr>
              <a:xfrm>
                <a:off x="262080" y="1156680"/>
                <a:ext cx="11077560" cy="528948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Distribution</a:t>
            </a:r>
            <a:endParaRPr/>
          </a:p>
        </p:txBody>
      </p:sp>
      <p:sp>
        <p:nvSpPr>
          <p:cNvPr id="512" name="Google Shape;512;p81"/>
          <p:cNvSpPr txBox="1"/>
          <p:nvPr/>
        </p:nvSpPr>
        <p:spPr>
          <a:xfrm>
            <a:off x="412750" y="1328737"/>
            <a:ext cx="9942600" cy="4568700"/>
          </a:xfrm>
          <a:prstGeom prst="rect">
            <a:avLst/>
          </a:prstGeom>
          <a:noFill/>
          <a:ln>
            <a:noFill/>
          </a:ln>
        </p:spPr>
        <p:txBody>
          <a:bodyPr spcFirstLastPara="1" wrap="square" lIns="91425" tIns="45700" rIns="91425" bIns="45700" anchor="t" anchorCtr="0">
            <a:noAutofit/>
          </a:bodyPr>
          <a:lstStyle/>
          <a:p>
            <a:pPr marL="328612" marR="0" lvl="0" indent="-328612" algn="l" rtl="0">
              <a:lnSpc>
                <a:spcPct val="90000"/>
              </a:lnSpc>
              <a:spcBef>
                <a:spcPts val="0"/>
              </a:spcBef>
              <a:spcAft>
                <a:spcPts val="0"/>
              </a:spcAft>
              <a:buClr>
                <a:schemeClr val="dk1"/>
              </a:buClr>
              <a:buSzPts val="2800"/>
              <a:buFont typeface="Noto Sans Symbols"/>
              <a:buChar char="⮚"/>
            </a:pPr>
            <a:r>
              <a:rPr lang="en-US" sz="2800" b="0" i="0" u="none" dirty="0">
                <a:solidFill>
                  <a:schemeClr val="dk1"/>
                </a:solidFill>
                <a:latin typeface="Calibri"/>
                <a:ea typeface="Calibri"/>
                <a:cs typeface="Calibri"/>
                <a:sym typeface="Calibri"/>
              </a:rPr>
              <a:t>Again, using an Excel-produced histogram, we can see the shape of the distribution of these sample means.</a:t>
            </a:r>
            <a:endParaRPr dirty="0"/>
          </a:p>
        </p:txBody>
      </p:sp>
      <p:pic>
        <p:nvPicPr>
          <p:cNvPr id="513" name="Google Shape;513;p81"/>
          <p:cNvPicPr preferRelativeResize="0"/>
          <p:nvPr/>
        </p:nvPicPr>
        <p:blipFill rotWithShape="1">
          <a:blip r:embed="rId3">
            <a:alphaModFix/>
          </a:blip>
          <a:srcRect/>
          <a:stretch/>
        </p:blipFill>
        <p:spPr>
          <a:xfrm>
            <a:off x="595312" y="2243137"/>
            <a:ext cx="11044237" cy="445452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10E71A1-4157-F48E-CF3C-6A711FA5F127}"/>
                  </a:ext>
                </a:extLst>
              </p14:cNvPr>
              <p14:cNvContentPartPr/>
              <p14:nvPr/>
            </p14:nvContentPartPr>
            <p14:xfrm>
              <a:off x="78120" y="2365920"/>
              <a:ext cx="11402640" cy="3605760"/>
            </p14:xfrm>
          </p:contentPart>
        </mc:Choice>
        <mc:Fallback xmlns="">
          <p:pic>
            <p:nvPicPr>
              <p:cNvPr id="2" name="Ink 1">
                <a:extLst>
                  <a:ext uri="{FF2B5EF4-FFF2-40B4-BE49-F238E27FC236}">
                    <a16:creationId xmlns:a16="http://schemas.microsoft.com/office/drawing/2014/main" id="{410E71A1-4157-F48E-CF3C-6A711FA5F127}"/>
                  </a:ext>
                </a:extLst>
              </p:cNvPr>
              <p:cNvPicPr/>
              <p:nvPr/>
            </p:nvPicPr>
            <p:blipFill>
              <a:blip r:embed="rId5"/>
              <a:stretch>
                <a:fillRect/>
              </a:stretch>
            </p:blipFill>
            <p:spPr>
              <a:xfrm>
                <a:off x="68760" y="2356560"/>
                <a:ext cx="11421360" cy="362448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Conclusion</a:t>
            </a:r>
            <a:endParaRPr/>
          </a:p>
        </p:txBody>
      </p:sp>
      <p:sp>
        <p:nvSpPr>
          <p:cNvPr id="519" name="Google Shape;519;p82"/>
          <p:cNvSpPr txBox="1"/>
          <p:nvPr/>
        </p:nvSpPr>
        <p:spPr>
          <a:xfrm>
            <a:off x="592137" y="1227137"/>
            <a:ext cx="11026800" cy="4344900"/>
          </a:xfrm>
          <a:prstGeom prst="rect">
            <a:avLst/>
          </a:prstGeom>
          <a:noFill/>
          <a:ln>
            <a:noFill/>
          </a:ln>
        </p:spPr>
        <p:txBody>
          <a:bodyPr spcFirstLastPara="1" wrap="square" lIns="91425" tIns="45700" rIns="91425" bIns="45700" anchor="t" anchorCtr="0">
            <a:noAutofit/>
          </a:bodyPr>
          <a:lstStyle/>
          <a:p>
            <a:pPr marL="395287" marR="0" lvl="0" indent="-395287" algn="l"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Observe that the shape of the histogram for sample means is quite unlike the shape of the histogram for the population.</a:t>
            </a:r>
            <a:endParaRPr/>
          </a:p>
          <a:p>
            <a:pPr marL="395287" marR="0" lvl="0" indent="-217487" algn="l"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395287" marR="0" lvl="0" indent="-395287"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sample means appear to “pile up” toward the middle of the distribution and “tail off” toward the extremes.</a:t>
            </a:r>
            <a:endParaRPr/>
          </a:p>
          <a:p>
            <a:pPr marL="395287" marR="0" lvl="0" indent="-217487" algn="l"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395287" marR="0" lvl="0" indent="-395287"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As sample sizes become much larger, the sample mean distributions begin to approach a </a:t>
            </a:r>
            <a:r>
              <a:rPr lang="en-US" sz="2800" b="1" i="0" u="none">
                <a:solidFill>
                  <a:srgbClr val="FF0000"/>
                </a:solidFill>
                <a:latin typeface="Calibri"/>
                <a:ea typeface="Calibri"/>
                <a:cs typeface="Calibri"/>
                <a:sym typeface="Calibri"/>
              </a:rPr>
              <a:t>Normal distribution</a:t>
            </a:r>
            <a:r>
              <a:rPr lang="en-US" sz="2800" b="0" i="0" u="none">
                <a:solidFill>
                  <a:srgbClr val="FF0000"/>
                </a:solidFill>
                <a:latin typeface="Calibri"/>
                <a:ea typeface="Calibri"/>
                <a:cs typeface="Calibri"/>
                <a:sym typeface="Calibri"/>
              </a:rPr>
              <a:t> </a:t>
            </a:r>
            <a:r>
              <a:rPr lang="en-US" sz="2800" b="0" i="0" u="none">
                <a:solidFill>
                  <a:schemeClr val="dk1"/>
                </a:solidFill>
                <a:latin typeface="Calibri"/>
                <a:ea typeface="Calibri"/>
                <a:cs typeface="Calibri"/>
                <a:sym typeface="Calibri"/>
              </a:rPr>
              <a:t>and the variation among the means decreases.</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DC00105-DD65-0EF5-1333-E57A1AC50851}"/>
                  </a:ext>
                </a:extLst>
              </p14:cNvPr>
              <p14:cNvContentPartPr/>
              <p14:nvPr/>
            </p14:nvContentPartPr>
            <p14:xfrm>
              <a:off x="1717920" y="3703680"/>
              <a:ext cx="7393320" cy="1879560"/>
            </p14:xfrm>
          </p:contentPart>
        </mc:Choice>
        <mc:Fallback xmlns="">
          <p:pic>
            <p:nvPicPr>
              <p:cNvPr id="2" name="Ink 1">
                <a:extLst>
                  <a:ext uri="{FF2B5EF4-FFF2-40B4-BE49-F238E27FC236}">
                    <a16:creationId xmlns:a16="http://schemas.microsoft.com/office/drawing/2014/main" id="{8DC00105-DD65-0EF5-1333-E57A1AC50851}"/>
                  </a:ext>
                </a:extLst>
              </p:cNvPr>
              <p:cNvPicPr/>
              <p:nvPr/>
            </p:nvPicPr>
            <p:blipFill>
              <a:blip r:embed="rId4"/>
              <a:stretch>
                <a:fillRect/>
              </a:stretch>
            </p:blipFill>
            <p:spPr>
              <a:xfrm>
                <a:off x="1708560" y="3694320"/>
                <a:ext cx="7412040" cy="18982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Disrtibution Analysis</a:t>
            </a:r>
            <a:endParaRPr/>
          </a:p>
        </p:txBody>
      </p:sp>
      <p:sp>
        <p:nvSpPr>
          <p:cNvPr id="525" name="Google Shape;525;p83"/>
          <p:cNvSpPr txBox="1"/>
          <p:nvPr/>
        </p:nvSpPr>
        <p:spPr>
          <a:xfrm>
            <a:off x="96837" y="1041400"/>
            <a:ext cx="11009400" cy="892200"/>
          </a:xfrm>
          <a:prstGeom prst="rect">
            <a:avLst/>
          </a:prstGeom>
          <a:noFill/>
          <a:ln>
            <a:noFill/>
          </a:ln>
        </p:spPr>
        <p:txBody>
          <a:bodyPr spcFirstLastPara="1" wrap="square" lIns="91425" tIns="45700" rIns="91425" bIns="45700" anchor="t" anchorCtr="0">
            <a:noAutofit/>
          </a:bodyPr>
          <a:lstStyle/>
          <a:p>
            <a:pPr marL="228600" marR="0" lvl="0" indent="-228600" algn="ctr" rtl="0">
              <a:lnSpc>
                <a:spcPct val="90000"/>
              </a:lnSpc>
              <a:spcBef>
                <a:spcPts val="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Sample Means from 90 Samples Ranging in Size from </a:t>
            </a:r>
            <a:endParaRPr/>
          </a:p>
          <a:p>
            <a:pPr marL="228600" marR="0" lvl="0" indent="-228600" algn="ctr"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n = 2 to n = 30 from a Uniformly Distributed Population with a = 10 and b = 30</a:t>
            </a:r>
            <a:endParaRPr/>
          </a:p>
        </p:txBody>
      </p:sp>
      <p:pic>
        <p:nvPicPr>
          <p:cNvPr id="526" name="Google Shape;526;p83"/>
          <p:cNvPicPr preferRelativeResize="0"/>
          <p:nvPr/>
        </p:nvPicPr>
        <p:blipFill rotWithShape="1">
          <a:blip r:embed="rId3">
            <a:alphaModFix/>
          </a:blip>
          <a:srcRect/>
          <a:stretch/>
        </p:blipFill>
        <p:spPr>
          <a:xfrm>
            <a:off x="2092325" y="2011362"/>
            <a:ext cx="8067674" cy="4568826"/>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26E6731-4589-FCF5-A445-CE6F72F365EA}"/>
                  </a:ext>
                </a:extLst>
              </p14:cNvPr>
              <p14:cNvContentPartPr/>
              <p14:nvPr/>
            </p14:nvContentPartPr>
            <p14:xfrm>
              <a:off x="4540320" y="1740240"/>
              <a:ext cx="4852800" cy="3845880"/>
            </p14:xfrm>
          </p:contentPart>
        </mc:Choice>
        <mc:Fallback xmlns="">
          <p:pic>
            <p:nvPicPr>
              <p:cNvPr id="2" name="Ink 1">
                <a:extLst>
                  <a:ext uri="{FF2B5EF4-FFF2-40B4-BE49-F238E27FC236}">
                    <a16:creationId xmlns:a16="http://schemas.microsoft.com/office/drawing/2014/main" id="{D26E6731-4589-FCF5-A445-CE6F72F365EA}"/>
                  </a:ext>
                </a:extLst>
              </p:cNvPr>
              <p:cNvPicPr/>
              <p:nvPr/>
            </p:nvPicPr>
            <p:blipFill>
              <a:blip r:embed="rId5"/>
              <a:stretch>
                <a:fillRect/>
              </a:stretch>
            </p:blipFill>
            <p:spPr>
              <a:xfrm>
                <a:off x="4530960" y="1730880"/>
                <a:ext cx="4871520" cy="386460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8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Shapes of the Distributions of Sample Means</a:t>
            </a:r>
            <a:endParaRPr/>
          </a:p>
        </p:txBody>
      </p:sp>
      <p:pic>
        <p:nvPicPr>
          <p:cNvPr id="532" name="Google Shape;532;p84"/>
          <p:cNvPicPr preferRelativeResize="0"/>
          <p:nvPr/>
        </p:nvPicPr>
        <p:blipFill rotWithShape="1">
          <a:blip r:embed="rId3">
            <a:alphaModFix/>
          </a:blip>
          <a:srcRect/>
          <a:stretch/>
        </p:blipFill>
        <p:spPr>
          <a:xfrm>
            <a:off x="544512" y="1447800"/>
            <a:ext cx="11166476" cy="48768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230D68B-61C0-ADF9-FC73-21F0E30305C6}"/>
                  </a:ext>
                </a:extLst>
              </p14:cNvPr>
              <p14:cNvContentPartPr/>
              <p14:nvPr/>
            </p14:nvContentPartPr>
            <p14:xfrm>
              <a:off x="2128320" y="1722240"/>
              <a:ext cx="9025200" cy="4282560"/>
            </p14:xfrm>
          </p:contentPart>
        </mc:Choice>
        <mc:Fallback xmlns="">
          <p:pic>
            <p:nvPicPr>
              <p:cNvPr id="2" name="Ink 1">
                <a:extLst>
                  <a:ext uri="{FF2B5EF4-FFF2-40B4-BE49-F238E27FC236}">
                    <a16:creationId xmlns:a16="http://schemas.microsoft.com/office/drawing/2014/main" id="{D230D68B-61C0-ADF9-FC73-21F0E30305C6}"/>
                  </a:ext>
                </a:extLst>
              </p:cNvPr>
              <p:cNvPicPr/>
              <p:nvPr/>
            </p:nvPicPr>
            <p:blipFill>
              <a:blip r:embed="rId5"/>
              <a:stretch>
                <a:fillRect/>
              </a:stretch>
            </p:blipFill>
            <p:spPr>
              <a:xfrm>
                <a:off x="2118960" y="1712880"/>
                <a:ext cx="9043920" cy="430128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5"/>
          <p:cNvSpPr txBox="1">
            <a:spLocks noGrp="1"/>
          </p:cNvSpPr>
          <p:nvPr>
            <p:ph type="title"/>
          </p:nvPr>
        </p:nvSpPr>
        <p:spPr>
          <a:xfrm>
            <a:off x="82550" y="160337"/>
            <a:ext cx="100776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800"/>
              <a:buFont typeface="Helvetica Neue"/>
              <a:buNone/>
            </a:pPr>
            <a:r>
              <a:rPr lang="en-US" sz="2800" b="1" i="0" u="none">
                <a:solidFill>
                  <a:schemeClr val="lt1"/>
                </a:solidFill>
                <a:latin typeface="Helvetica Neue"/>
                <a:ea typeface="Helvetica Neue"/>
                <a:cs typeface="Helvetica Neue"/>
                <a:sym typeface="Helvetica Neue"/>
              </a:rPr>
              <a:t>Central Limit Theorem</a:t>
            </a:r>
            <a:endParaRPr/>
          </a:p>
        </p:txBody>
      </p:sp>
      <p:sp>
        <p:nvSpPr>
          <p:cNvPr id="538" name="Google Shape;538;p85"/>
          <p:cNvSpPr txBox="1"/>
          <p:nvPr/>
        </p:nvSpPr>
        <p:spPr>
          <a:xfrm>
            <a:off x="422651" y="1194870"/>
            <a:ext cx="11339700" cy="5159700"/>
          </a:xfrm>
          <a:prstGeom prst="rect">
            <a:avLst/>
          </a:prstGeom>
          <a:blipFill rotWithShape="1">
            <a:blip r:embed="rId3">
              <a:alphaModFix/>
            </a:blip>
            <a:stretch>
              <a:fillRect l="-1259" t="-1539" r="-31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p:sp>
        <p:nvSpPr>
          <p:cNvPr id="539" name="Google Shape;539;p85"/>
          <p:cNvSpPr txBox="1"/>
          <p:nvPr/>
        </p:nvSpPr>
        <p:spPr>
          <a:xfrm>
            <a:off x="6783562" y="5163183"/>
            <a:ext cx="1395000" cy="5331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559"/>
              <a:buFont typeface="Calibri"/>
              <a:buNone/>
            </a:pPr>
            <a:r>
              <a:rPr lang="en-US" sz="1559" b="0" i="0" u="none" strike="noStrike" cap="none">
                <a:latin typeface="Calibri"/>
                <a:ea typeface="Calibri"/>
                <a:cs typeface="Calibri"/>
                <a:sym typeface="Calibri"/>
              </a:rPr>
              <a:t> </a:t>
            </a:r>
            <a:endParaRPr/>
          </a:p>
        </p:txBody>
      </p:sp>
      <p:sp>
        <p:nvSpPr>
          <p:cNvPr id="540" name="Google Shape;540;p85"/>
          <p:cNvSpPr txBox="1"/>
          <p:nvPr/>
        </p:nvSpPr>
        <p:spPr>
          <a:xfrm>
            <a:off x="9002955" y="4925243"/>
            <a:ext cx="1680900" cy="10089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559"/>
              <a:buFont typeface="Calibri"/>
              <a:buNone/>
            </a:pPr>
            <a:r>
              <a:rPr lang="en-US" sz="1559" b="0" i="0" u="none" strike="noStrike" cap="none">
                <a:latin typeface="Calibri"/>
                <a:ea typeface="Calibri"/>
                <a:cs typeface="Calibri"/>
                <a:sym typeface="Calibri"/>
              </a:rPr>
              <a:t> </a:t>
            </a:r>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63743754-82B8-7422-8851-BE868AFB6C2D}"/>
                  </a:ext>
                </a:extLst>
              </p14:cNvPr>
              <p14:cNvContentPartPr/>
              <p14:nvPr/>
            </p14:nvContentPartPr>
            <p14:xfrm>
              <a:off x="6130800" y="4675320"/>
              <a:ext cx="4623840" cy="1538640"/>
            </p14:xfrm>
          </p:contentPart>
        </mc:Choice>
        <mc:Fallback xmlns="">
          <p:pic>
            <p:nvPicPr>
              <p:cNvPr id="2" name="Ink 1">
                <a:extLst>
                  <a:ext uri="{FF2B5EF4-FFF2-40B4-BE49-F238E27FC236}">
                    <a16:creationId xmlns:a16="http://schemas.microsoft.com/office/drawing/2014/main" id="{63743754-82B8-7422-8851-BE868AFB6C2D}"/>
                  </a:ext>
                </a:extLst>
              </p:cNvPr>
              <p:cNvPicPr/>
              <p:nvPr/>
            </p:nvPicPr>
            <p:blipFill>
              <a:blip r:embed="rId7"/>
              <a:stretch>
                <a:fillRect/>
              </a:stretch>
            </p:blipFill>
            <p:spPr>
              <a:xfrm>
                <a:off x="6121440" y="4665960"/>
                <a:ext cx="4642560" cy="15573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8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Z score for sample means</a:t>
            </a:r>
            <a:endParaRPr/>
          </a:p>
        </p:txBody>
      </p:sp>
      <p:sp>
        <p:nvSpPr>
          <p:cNvPr id="546" name="Google Shape;546;p86"/>
          <p:cNvSpPr txBox="1"/>
          <p:nvPr/>
        </p:nvSpPr>
        <p:spPr>
          <a:xfrm>
            <a:off x="395415" y="1011349"/>
            <a:ext cx="11343600" cy="4979400"/>
          </a:xfrm>
          <a:prstGeom prst="rect">
            <a:avLst/>
          </a:prstGeom>
          <a:blipFill rotWithShape="1">
            <a:blip r:embed="rId3">
              <a:alphaModFix/>
            </a:blip>
            <a:stretch>
              <a:fillRect l="-969" t="-1219" r="-1339" b="-256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9D25772-9F48-CAF1-73D4-674AAB58ABBD}"/>
                  </a:ext>
                </a:extLst>
              </p14:cNvPr>
              <p14:cNvContentPartPr/>
              <p14:nvPr/>
            </p14:nvContentPartPr>
            <p14:xfrm>
              <a:off x="4420800" y="3242880"/>
              <a:ext cx="3023640" cy="1950840"/>
            </p14:xfrm>
          </p:contentPart>
        </mc:Choice>
        <mc:Fallback xmlns="">
          <p:pic>
            <p:nvPicPr>
              <p:cNvPr id="2" name="Ink 1">
                <a:extLst>
                  <a:ext uri="{FF2B5EF4-FFF2-40B4-BE49-F238E27FC236}">
                    <a16:creationId xmlns:a16="http://schemas.microsoft.com/office/drawing/2014/main" id="{F9D25772-9F48-CAF1-73D4-674AAB58ABBD}"/>
                  </a:ext>
                </a:extLst>
              </p:cNvPr>
              <p:cNvPicPr/>
              <p:nvPr/>
            </p:nvPicPr>
            <p:blipFill>
              <a:blip r:embed="rId5"/>
              <a:stretch>
                <a:fillRect/>
              </a:stretch>
            </p:blipFill>
            <p:spPr>
              <a:xfrm>
                <a:off x="4411440" y="3233520"/>
                <a:ext cx="3042360" cy="196956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8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Example-1</a:t>
            </a:r>
            <a:endParaRPr/>
          </a:p>
        </p:txBody>
      </p:sp>
      <p:sp>
        <p:nvSpPr>
          <p:cNvPr id="552" name="Google Shape;552;p87"/>
          <p:cNvSpPr txBox="1">
            <a:spLocks noGrp="1"/>
          </p:cNvSpPr>
          <p:nvPr>
            <p:ph type="body" idx="1"/>
          </p:nvPr>
        </p:nvSpPr>
        <p:spPr>
          <a:xfrm>
            <a:off x="309562" y="1143000"/>
            <a:ext cx="11430000" cy="2728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b="0" i="0" u="none">
                <a:solidFill>
                  <a:schemeClr val="dk1"/>
                </a:solidFill>
                <a:latin typeface="Calibri"/>
                <a:ea typeface="Calibri"/>
                <a:cs typeface="Calibri"/>
                <a:sym typeface="Calibri"/>
              </a:rPr>
              <a:t>The average age of a vehicle registered in the United States is 8 years, or 96 months. Assume the standard deviation is 16 months. If a random sample of 36 vehicles is selected, find the probability that the </a:t>
            </a:r>
            <a:r>
              <a:rPr lang="en-US" sz="2800" b="1" i="0" u="none">
                <a:solidFill>
                  <a:schemeClr val="dk1"/>
                </a:solidFill>
                <a:latin typeface="Calibri"/>
                <a:ea typeface="Calibri"/>
                <a:cs typeface="Calibri"/>
                <a:sym typeface="Calibri"/>
              </a:rPr>
              <a:t>mean</a:t>
            </a:r>
            <a:r>
              <a:rPr lang="en-US" sz="2800" b="0" i="0" u="none">
                <a:solidFill>
                  <a:schemeClr val="dk1"/>
                </a:solidFill>
                <a:latin typeface="Calibri"/>
                <a:ea typeface="Calibri"/>
                <a:cs typeface="Calibri"/>
                <a:sym typeface="Calibri"/>
              </a:rPr>
              <a:t> of their age is between 90 and 100 months.</a:t>
            </a:r>
            <a:endParaRPr/>
          </a:p>
          <a:p>
            <a:pPr marL="228600" lvl="0" indent="-50800" algn="l" rtl="0">
              <a:lnSpc>
                <a:spcPct val="90000"/>
              </a:lnSpc>
              <a:spcBef>
                <a:spcPts val="1000"/>
              </a:spcBef>
              <a:spcAft>
                <a:spcPts val="0"/>
              </a:spcAft>
              <a:buClr>
                <a:schemeClr val="dk1"/>
              </a:buClr>
              <a:buSzPts val="2800"/>
              <a:buNone/>
            </a:pPr>
            <a:endParaRPr sz="2800" b="0" i="0" u="none">
              <a:solidFill>
                <a:schemeClr val="dk1"/>
              </a:solidFill>
              <a:latin typeface="Calibri"/>
              <a:ea typeface="Calibri"/>
              <a:cs typeface="Calibri"/>
              <a:sym typeface="Calibri"/>
            </a:endParaRPr>
          </a:p>
        </p:txBody>
      </p:sp>
      <p:pic>
        <p:nvPicPr>
          <p:cNvPr id="553" name="Google Shape;553;p87"/>
          <p:cNvPicPr preferRelativeResize="0"/>
          <p:nvPr/>
        </p:nvPicPr>
        <p:blipFill rotWithShape="1">
          <a:blip r:embed="rId3">
            <a:alphaModFix/>
          </a:blip>
          <a:srcRect/>
          <a:stretch/>
        </p:blipFill>
        <p:spPr>
          <a:xfrm>
            <a:off x="177800" y="2981325"/>
            <a:ext cx="7783512" cy="1195387"/>
          </a:xfrm>
          <a:prstGeom prst="rect">
            <a:avLst/>
          </a:prstGeom>
          <a:noFill/>
          <a:ln>
            <a:noFill/>
          </a:ln>
        </p:spPr>
      </p:pic>
      <p:pic>
        <p:nvPicPr>
          <p:cNvPr id="554" name="Google Shape;554;p87"/>
          <p:cNvPicPr preferRelativeResize="0"/>
          <p:nvPr/>
        </p:nvPicPr>
        <p:blipFill rotWithShape="1">
          <a:blip r:embed="rId4">
            <a:alphaModFix/>
          </a:blip>
          <a:srcRect/>
          <a:stretch/>
        </p:blipFill>
        <p:spPr>
          <a:xfrm>
            <a:off x="260350" y="4195762"/>
            <a:ext cx="6291263" cy="1195387"/>
          </a:xfrm>
          <a:prstGeom prst="rect">
            <a:avLst/>
          </a:prstGeom>
          <a:noFill/>
          <a:ln>
            <a:noFill/>
          </a:ln>
        </p:spPr>
      </p:pic>
      <p:pic>
        <p:nvPicPr>
          <p:cNvPr id="555" name="Google Shape;555;p87"/>
          <p:cNvPicPr preferRelativeResize="0"/>
          <p:nvPr/>
        </p:nvPicPr>
        <p:blipFill rotWithShape="1">
          <a:blip r:embed="rId5">
            <a:alphaModFix/>
          </a:blip>
          <a:srcRect/>
          <a:stretch/>
        </p:blipFill>
        <p:spPr>
          <a:xfrm>
            <a:off x="679450" y="5548312"/>
            <a:ext cx="4506912" cy="1123950"/>
          </a:xfrm>
          <a:prstGeom prst="rect">
            <a:avLst/>
          </a:prstGeom>
          <a:noFill/>
          <a:ln>
            <a:noFill/>
          </a:ln>
        </p:spPr>
      </p:pic>
      <p:pic>
        <p:nvPicPr>
          <p:cNvPr id="556" name="Google Shape;556;p87"/>
          <p:cNvPicPr preferRelativeResize="0"/>
          <p:nvPr/>
        </p:nvPicPr>
        <p:blipFill rotWithShape="1">
          <a:blip r:embed="rId6">
            <a:alphaModFix/>
          </a:blip>
          <a:srcRect/>
          <a:stretch/>
        </p:blipFill>
        <p:spPr>
          <a:xfrm>
            <a:off x="6551612" y="3910012"/>
            <a:ext cx="5440362" cy="2673350"/>
          </a:xfrm>
          <a:prstGeom prst="rect">
            <a:avLst/>
          </a:prstGeom>
          <a:noFill/>
          <a:ln w="25400" cap="flat" cmpd="sng">
            <a:solidFill>
              <a:srgbClr val="1133DF"/>
            </a:solidFill>
            <a:prstDash val="solid"/>
            <a:miter lim="800000"/>
            <a:headEnd type="none" w="sm" len="sm"/>
            <a:tailEnd type="none" w="sm" len="sm"/>
          </a:ln>
        </p:spPr>
      </p:pic>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F588AA5B-60A5-FD29-EBBB-A0896898B425}"/>
                  </a:ext>
                </a:extLst>
              </p14:cNvPr>
              <p14:cNvContentPartPr/>
              <p14:nvPr/>
            </p14:nvContentPartPr>
            <p14:xfrm>
              <a:off x="245160" y="1875600"/>
              <a:ext cx="11947320" cy="4815360"/>
            </p14:xfrm>
          </p:contentPart>
        </mc:Choice>
        <mc:Fallback xmlns="">
          <p:pic>
            <p:nvPicPr>
              <p:cNvPr id="2" name="Ink 1">
                <a:extLst>
                  <a:ext uri="{FF2B5EF4-FFF2-40B4-BE49-F238E27FC236}">
                    <a16:creationId xmlns:a16="http://schemas.microsoft.com/office/drawing/2014/main" id="{F588AA5B-60A5-FD29-EBBB-A0896898B425}"/>
                  </a:ext>
                </a:extLst>
              </p:cNvPr>
              <p:cNvPicPr/>
              <p:nvPr/>
            </p:nvPicPr>
            <p:blipFill>
              <a:blip r:embed="rId8"/>
              <a:stretch>
                <a:fillRect/>
              </a:stretch>
            </p:blipFill>
            <p:spPr>
              <a:xfrm>
                <a:off x="235800" y="1866240"/>
                <a:ext cx="11966040" cy="4834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8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Example-2</a:t>
            </a:r>
            <a:endParaRPr/>
          </a:p>
        </p:txBody>
      </p:sp>
      <p:sp>
        <p:nvSpPr>
          <p:cNvPr id="562" name="Google Shape;562;p88"/>
          <p:cNvSpPr txBox="1">
            <a:spLocks noGrp="1"/>
          </p:cNvSpPr>
          <p:nvPr>
            <p:ph type="body" idx="1"/>
          </p:nvPr>
        </p:nvSpPr>
        <p:spPr>
          <a:xfrm>
            <a:off x="350837" y="1155700"/>
            <a:ext cx="11684100" cy="19335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chemeClr val="dk1"/>
              </a:buClr>
              <a:buSzPts val="2600"/>
              <a:buNone/>
            </a:pPr>
            <a:r>
              <a:rPr lang="en-US" sz="2600" b="0" i="0" u="none">
                <a:solidFill>
                  <a:schemeClr val="dk1"/>
                </a:solidFill>
                <a:latin typeface="Calibri"/>
                <a:ea typeface="Calibri"/>
                <a:cs typeface="Calibri"/>
                <a:sym typeface="Calibri"/>
              </a:rPr>
              <a:t>Suppose the mean expenditure per customer at a tire store is $85.00, with a standard deviation of $9.00. If a random sample of 40 customers is taken, what is the probability that the sample average expenditure per customer for this sample will be $87.00 or more?</a:t>
            </a:r>
            <a:endParaRPr/>
          </a:p>
          <a:p>
            <a:pPr marL="0" lvl="0" indent="0" algn="l" rtl="0">
              <a:lnSpc>
                <a:spcPct val="80000"/>
              </a:lnSpc>
              <a:spcBef>
                <a:spcPts val="1000"/>
              </a:spcBef>
              <a:spcAft>
                <a:spcPts val="0"/>
              </a:spcAft>
              <a:buClr>
                <a:schemeClr val="accent1"/>
              </a:buClr>
              <a:buSzPts val="2600"/>
              <a:buNone/>
            </a:pPr>
            <a:r>
              <a:rPr lang="en-US" sz="2600" b="0" i="0" u="none">
                <a:solidFill>
                  <a:schemeClr val="accent1"/>
                </a:solidFill>
                <a:latin typeface="Helvetica Neue"/>
                <a:ea typeface="Helvetica Neue"/>
                <a:cs typeface="Helvetica Neue"/>
                <a:sym typeface="Helvetica Neue"/>
              </a:rPr>
              <a:t>Solution:</a:t>
            </a:r>
            <a:endParaRPr/>
          </a:p>
        </p:txBody>
      </p:sp>
      <p:pic>
        <p:nvPicPr>
          <p:cNvPr id="563" name="Google Shape;563;p88"/>
          <p:cNvPicPr preferRelativeResize="0"/>
          <p:nvPr/>
        </p:nvPicPr>
        <p:blipFill rotWithShape="1">
          <a:blip r:embed="rId3">
            <a:alphaModFix/>
          </a:blip>
          <a:srcRect/>
          <a:stretch/>
        </p:blipFill>
        <p:spPr>
          <a:xfrm>
            <a:off x="1771650" y="2481262"/>
            <a:ext cx="7966074" cy="1417637"/>
          </a:xfrm>
          <a:prstGeom prst="rect">
            <a:avLst/>
          </a:prstGeom>
          <a:noFill/>
          <a:ln>
            <a:noFill/>
          </a:ln>
        </p:spPr>
      </p:pic>
      <p:pic>
        <p:nvPicPr>
          <p:cNvPr id="564" name="Google Shape;564;p88"/>
          <p:cNvPicPr preferRelativeResize="0"/>
          <p:nvPr/>
        </p:nvPicPr>
        <p:blipFill rotWithShape="1">
          <a:blip r:embed="rId4">
            <a:alphaModFix/>
          </a:blip>
          <a:srcRect/>
          <a:stretch/>
        </p:blipFill>
        <p:spPr>
          <a:xfrm>
            <a:off x="643667" y="4093029"/>
            <a:ext cx="5603875" cy="1306285"/>
          </a:xfrm>
          <a:prstGeom prst="rect">
            <a:avLst/>
          </a:prstGeom>
          <a:noFill/>
          <a:ln>
            <a:noFill/>
          </a:ln>
        </p:spPr>
      </p:pic>
      <p:pic>
        <p:nvPicPr>
          <p:cNvPr id="565" name="Google Shape;565;p88"/>
          <p:cNvPicPr preferRelativeResize="0"/>
          <p:nvPr/>
        </p:nvPicPr>
        <p:blipFill rotWithShape="1">
          <a:blip r:embed="rId5">
            <a:alphaModFix/>
          </a:blip>
          <a:srcRect/>
          <a:stretch/>
        </p:blipFill>
        <p:spPr>
          <a:xfrm>
            <a:off x="5954712" y="3502025"/>
            <a:ext cx="6137275" cy="3051175"/>
          </a:xfrm>
          <a:prstGeom prst="rect">
            <a:avLst/>
          </a:prstGeom>
          <a:noFill/>
          <a:ln>
            <a:noFill/>
          </a:ln>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810A505B-77C4-0968-526A-A5283A9712EA}"/>
                  </a:ext>
                </a:extLst>
              </p14:cNvPr>
              <p14:cNvContentPartPr/>
              <p14:nvPr/>
            </p14:nvContentPartPr>
            <p14:xfrm>
              <a:off x="2921040" y="2715120"/>
              <a:ext cx="8817480" cy="3667680"/>
            </p14:xfrm>
          </p:contentPart>
        </mc:Choice>
        <mc:Fallback xmlns="">
          <p:pic>
            <p:nvPicPr>
              <p:cNvPr id="2" name="Ink 1">
                <a:extLst>
                  <a:ext uri="{FF2B5EF4-FFF2-40B4-BE49-F238E27FC236}">
                    <a16:creationId xmlns:a16="http://schemas.microsoft.com/office/drawing/2014/main" id="{810A505B-77C4-0968-526A-A5283A9712EA}"/>
                  </a:ext>
                </a:extLst>
              </p:cNvPr>
              <p:cNvPicPr/>
              <p:nvPr/>
            </p:nvPicPr>
            <p:blipFill>
              <a:blip r:embed="rId7"/>
              <a:stretch>
                <a:fillRect/>
              </a:stretch>
            </p:blipFill>
            <p:spPr>
              <a:xfrm>
                <a:off x="2911680" y="2705760"/>
                <a:ext cx="8836200" cy="368640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pic>
        <p:nvPicPr>
          <p:cNvPr id="570" name="Google Shape;570;p89"/>
          <p:cNvPicPr preferRelativeResize="0">
            <a:picLocks noGrp="1"/>
          </p:cNvPicPr>
          <p:nvPr>
            <p:ph type="body" idx="1"/>
          </p:nvPr>
        </p:nvPicPr>
        <p:blipFill rotWithShape="1">
          <a:blip r:embed="rId3">
            <a:alphaModFix/>
          </a:blip>
          <a:srcRect/>
          <a:stretch/>
        </p:blipFill>
        <p:spPr>
          <a:xfrm>
            <a:off x="412750" y="381000"/>
            <a:ext cx="11398200" cy="62880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0E794C3-03AF-0A14-2968-B666AFFA4CE8}"/>
                  </a:ext>
                </a:extLst>
              </p14:cNvPr>
              <p14:cNvContentPartPr/>
              <p14:nvPr/>
            </p14:nvContentPartPr>
            <p14:xfrm>
              <a:off x="4882320" y="2278080"/>
              <a:ext cx="4796280" cy="4227120"/>
            </p14:xfrm>
          </p:contentPart>
        </mc:Choice>
        <mc:Fallback xmlns="">
          <p:pic>
            <p:nvPicPr>
              <p:cNvPr id="2" name="Ink 1">
                <a:extLst>
                  <a:ext uri="{FF2B5EF4-FFF2-40B4-BE49-F238E27FC236}">
                    <a16:creationId xmlns:a16="http://schemas.microsoft.com/office/drawing/2014/main" id="{20E794C3-03AF-0A14-2968-B666AFFA4CE8}"/>
                  </a:ext>
                </a:extLst>
              </p:cNvPr>
              <p:cNvPicPr/>
              <p:nvPr/>
            </p:nvPicPr>
            <p:blipFill>
              <a:blip r:embed="rId5"/>
              <a:stretch>
                <a:fillRect/>
              </a:stretch>
            </p:blipFill>
            <p:spPr>
              <a:xfrm>
                <a:off x="4872960" y="2268720"/>
                <a:ext cx="4815000" cy="4245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43F862CD-C66B-0B2E-0B8E-9DE17D58C89F}"/>
                  </a:ext>
                </a:extLst>
              </p14:cNvPr>
              <p14:cNvContentPartPr/>
              <p14:nvPr/>
            </p14:nvContentPartPr>
            <p14:xfrm>
              <a:off x="5740200" y="5486760"/>
              <a:ext cx="3924360" cy="810000"/>
            </p14:xfrm>
          </p:contentPart>
        </mc:Choice>
        <mc:Fallback>
          <p:pic>
            <p:nvPicPr>
              <p:cNvPr id="3" name="Ink 2">
                <a:extLst>
                  <a:ext uri="{FF2B5EF4-FFF2-40B4-BE49-F238E27FC236}">
                    <a16:creationId xmlns:a16="http://schemas.microsoft.com/office/drawing/2014/main" id="{43F862CD-C66B-0B2E-0B8E-9DE17D58C89F}"/>
                  </a:ext>
                </a:extLst>
              </p:cNvPr>
              <p:cNvPicPr/>
              <p:nvPr/>
            </p:nvPicPr>
            <p:blipFill>
              <a:blip r:embed="rId7"/>
              <a:stretch>
                <a:fillRect/>
              </a:stretch>
            </p:blipFill>
            <p:spPr>
              <a:xfrm>
                <a:off x="5730840" y="5477400"/>
                <a:ext cx="3943080" cy="82872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Example-3</a:t>
            </a:r>
            <a:endParaRPr/>
          </a:p>
        </p:txBody>
      </p:sp>
      <p:sp>
        <p:nvSpPr>
          <p:cNvPr id="576" name="Google Shape;576;p90"/>
          <p:cNvSpPr txBox="1">
            <a:spLocks noGrp="1"/>
          </p:cNvSpPr>
          <p:nvPr>
            <p:ph type="body" idx="1"/>
          </p:nvPr>
        </p:nvSpPr>
        <p:spPr>
          <a:xfrm>
            <a:off x="619125" y="1093787"/>
            <a:ext cx="10409100" cy="19701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Suppose that during any hour in a large department store, the average number of shoppers is 448, with a standard deviation of 21 shoppers. What is the probability that a random sample of 49 different shopping hours will yield a sample mean between 441 and 446 shoppers?</a:t>
            </a:r>
            <a:endParaRPr/>
          </a:p>
          <a:p>
            <a:pPr marL="228600" lvl="0" indent="-762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p:txBody>
      </p:sp>
      <p:pic>
        <p:nvPicPr>
          <p:cNvPr id="577" name="Google Shape;577;p90"/>
          <p:cNvPicPr preferRelativeResize="0"/>
          <p:nvPr/>
        </p:nvPicPr>
        <p:blipFill rotWithShape="1">
          <a:blip r:embed="rId3">
            <a:alphaModFix/>
          </a:blip>
          <a:srcRect/>
          <a:stretch/>
        </p:blipFill>
        <p:spPr>
          <a:xfrm>
            <a:off x="901700" y="2871787"/>
            <a:ext cx="8986837" cy="835025"/>
          </a:xfrm>
          <a:prstGeom prst="rect">
            <a:avLst/>
          </a:prstGeom>
          <a:noFill/>
          <a:ln>
            <a:noFill/>
          </a:ln>
        </p:spPr>
      </p:pic>
      <p:pic>
        <p:nvPicPr>
          <p:cNvPr id="578" name="Google Shape;578;p90"/>
          <p:cNvPicPr preferRelativeResize="0"/>
          <p:nvPr/>
        </p:nvPicPr>
        <p:blipFill rotWithShape="1">
          <a:blip r:embed="rId4">
            <a:alphaModFix/>
          </a:blip>
          <a:srcRect/>
          <a:stretch/>
        </p:blipFill>
        <p:spPr>
          <a:xfrm>
            <a:off x="1012825" y="3771900"/>
            <a:ext cx="1468437" cy="962025"/>
          </a:xfrm>
          <a:prstGeom prst="rect">
            <a:avLst/>
          </a:prstGeom>
          <a:noFill/>
          <a:ln>
            <a:noFill/>
          </a:ln>
        </p:spPr>
      </p:pic>
      <p:pic>
        <p:nvPicPr>
          <p:cNvPr id="579" name="Google Shape;579;p90"/>
          <p:cNvPicPr preferRelativeResize="0"/>
          <p:nvPr/>
        </p:nvPicPr>
        <p:blipFill rotWithShape="1">
          <a:blip r:embed="rId5">
            <a:alphaModFix/>
          </a:blip>
          <a:srcRect/>
          <a:stretch/>
        </p:blipFill>
        <p:spPr>
          <a:xfrm>
            <a:off x="3803650" y="3706812"/>
            <a:ext cx="7277101" cy="2570162"/>
          </a:xfrm>
          <a:prstGeom prst="rect">
            <a:avLst/>
          </a:prstGeom>
          <a:noFill/>
          <a:ln>
            <a:noFill/>
          </a:ln>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2DC3908A-1ADA-FBAA-8A2F-D4B0DBC200C9}"/>
                  </a:ext>
                </a:extLst>
              </p14:cNvPr>
              <p14:cNvContentPartPr/>
              <p14:nvPr/>
            </p14:nvContentPartPr>
            <p14:xfrm>
              <a:off x="1954800" y="2040840"/>
              <a:ext cx="10065600" cy="4586400"/>
            </p14:xfrm>
          </p:contentPart>
        </mc:Choice>
        <mc:Fallback xmlns="">
          <p:pic>
            <p:nvPicPr>
              <p:cNvPr id="2" name="Ink 1">
                <a:extLst>
                  <a:ext uri="{FF2B5EF4-FFF2-40B4-BE49-F238E27FC236}">
                    <a16:creationId xmlns:a16="http://schemas.microsoft.com/office/drawing/2014/main" id="{2DC3908A-1ADA-FBAA-8A2F-D4B0DBC200C9}"/>
                  </a:ext>
                </a:extLst>
              </p:cNvPr>
              <p:cNvPicPr/>
              <p:nvPr/>
            </p:nvPicPr>
            <p:blipFill>
              <a:blip r:embed="rId7"/>
              <a:stretch>
                <a:fillRect/>
              </a:stretch>
            </p:blipFill>
            <p:spPr>
              <a:xfrm>
                <a:off x="1945440" y="2031480"/>
                <a:ext cx="10084320" cy="460512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9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Finite Population Sampling</a:t>
            </a:r>
            <a:endParaRPr/>
          </a:p>
        </p:txBody>
      </p:sp>
      <p:pic>
        <p:nvPicPr>
          <p:cNvPr id="585" name="Google Shape;585;p91"/>
          <p:cNvPicPr preferRelativeResize="0"/>
          <p:nvPr/>
        </p:nvPicPr>
        <p:blipFill rotWithShape="1">
          <a:blip r:embed="rId3">
            <a:alphaModFix/>
          </a:blip>
          <a:srcRect/>
          <a:stretch/>
        </p:blipFill>
        <p:spPr>
          <a:xfrm>
            <a:off x="441325" y="1217612"/>
            <a:ext cx="10075863" cy="858837"/>
          </a:xfrm>
          <a:prstGeom prst="rect">
            <a:avLst/>
          </a:prstGeom>
          <a:noFill/>
          <a:ln>
            <a:noFill/>
          </a:ln>
        </p:spPr>
      </p:pic>
      <p:pic>
        <p:nvPicPr>
          <p:cNvPr id="586" name="Google Shape;586;p91"/>
          <p:cNvPicPr preferRelativeResize="0"/>
          <p:nvPr/>
        </p:nvPicPr>
        <p:blipFill rotWithShape="1">
          <a:blip r:embed="rId4">
            <a:alphaModFix/>
          </a:blip>
          <a:srcRect/>
          <a:stretch/>
        </p:blipFill>
        <p:spPr>
          <a:xfrm>
            <a:off x="441325" y="2244725"/>
            <a:ext cx="9809162" cy="1746250"/>
          </a:xfrm>
          <a:prstGeom prst="rect">
            <a:avLst/>
          </a:prstGeom>
          <a:noFill/>
          <a:ln>
            <a:noFill/>
          </a:ln>
        </p:spPr>
      </p:pic>
      <p:pic>
        <p:nvPicPr>
          <p:cNvPr id="587" name="Google Shape;587;p91"/>
          <p:cNvPicPr preferRelativeResize="0"/>
          <p:nvPr/>
        </p:nvPicPr>
        <p:blipFill rotWithShape="1">
          <a:blip r:embed="rId5">
            <a:alphaModFix/>
          </a:blip>
          <a:srcRect/>
          <a:stretch/>
        </p:blipFill>
        <p:spPr>
          <a:xfrm>
            <a:off x="441325" y="4159250"/>
            <a:ext cx="9240836" cy="1481137"/>
          </a:xfrm>
          <a:prstGeom prst="rect">
            <a:avLst/>
          </a:prstGeom>
          <a:noFill/>
          <a:ln>
            <a:noFill/>
          </a:ln>
        </p:spPr>
      </p:pic>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A2BE82A7-7D2A-158D-F011-23654F1DBF2B}"/>
                  </a:ext>
                </a:extLst>
              </p14:cNvPr>
              <p14:cNvContentPartPr/>
              <p14:nvPr/>
            </p14:nvContentPartPr>
            <p14:xfrm>
              <a:off x="5993280" y="3296520"/>
              <a:ext cx="1371960" cy="2490480"/>
            </p14:xfrm>
          </p:contentPart>
        </mc:Choice>
        <mc:Fallback>
          <p:pic>
            <p:nvPicPr>
              <p:cNvPr id="2" name="Ink 1">
                <a:extLst>
                  <a:ext uri="{FF2B5EF4-FFF2-40B4-BE49-F238E27FC236}">
                    <a16:creationId xmlns:a16="http://schemas.microsoft.com/office/drawing/2014/main" id="{A2BE82A7-7D2A-158D-F011-23654F1DBF2B}"/>
                  </a:ext>
                </a:extLst>
              </p:cNvPr>
              <p:cNvPicPr/>
              <p:nvPr/>
            </p:nvPicPr>
            <p:blipFill>
              <a:blip r:embed="rId7"/>
              <a:stretch>
                <a:fillRect/>
              </a:stretch>
            </p:blipFill>
            <p:spPr>
              <a:xfrm>
                <a:off x="5983920" y="3287160"/>
                <a:ext cx="1390680" cy="250920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9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Note about Finite Population</a:t>
            </a:r>
            <a:endParaRPr/>
          </a:p>
        </p:txBody>
      </p:sp>
      <p:sp>
        <p:nvSpPr>
          <p:cNvPr id="593" name="Google Shape;593;p92"/>
          <p:cNvSpPr txBox="1"/>
          <p:nvPr/>
        </p:nvSpPr>
        <p:spPr>
          <a:xfrm>
            <a:off x="479425" y="1165225"/>
            <a:ext cx="11085600" cy="5192700"/>
          </a:xfrm>
          <a:prstGeom prst="rect">
            <a:avLst/>
          </a:prstGeom>
          <a:noFill/>
          <a:ln>
            <a:noFill/>
          </a:ln>
        </p:spPr>
        <p:txBody>
          <a:bodyPr spcFirstLastPara="1" wrap="square" lIns="91425" tIns="45700" rIns="91425" bIns="45700" anchor="t" anchorCtr="0">
            <a:normAutofit/>
          </a:bodyPr>
          <a:lstStyle/>
          <a:p>
            <a:pPr marL="341312" marR="0" lvl="0" indent="-341312" algn="just" rtl="0">
              <a:lnSpc>
                <a:spcPct val="90000"/>
              </a:lnSpc>
              <a:spcBef>
                <a:spcPts val="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As the size of the finite population becomes larger in relation to sample size, the finite correction factor approaches 1. </a:t>
            </a:r>
            <a:endParaRPr/>
          </a:p>
          <a:p>
            <a:pPr marL="341312" marR="0" lvl="0" indent="-144462" algn="just" rtl="0">
              <a:lnSpc>
                <a:spcPct val="90000"/>
              </a:lnSpc>
              <a:spcBef>
                <a:spcPts val="1000"/>
              </a:spcBef>
              <a:spcAft>
                <a:spcPts val="0"/>
              </a:spcAft>
              <a:buClr>
                <a:schemeClr val="dk1"/>
              </a:buClr>
              <a:buSzPts val="3100"/>
              <a:buFont typeface="Noto Sans Symbols"/>
              <a:buNone/>
            </a:pPr>
            <a:endParaRPr sz="3100" b="0" i="0" u="none">
              <a:solidFill>
                <a:schemeClr val="dk1"/>
              </a:solidFill>
              <a:latin typeface="Calibri"/>
              <a:ea typeface="Calibri"/>
              <a:cs typeface="Calibri"/>
              <a:sym typeface="Calibri"/>
            </a:endParaRPr>
          </a:p>
          <a:p>
            <a:pPr marL="341312" marR="0" lvl="0" indent="-341312" algn="just" rtl="0">
              <a:lnSpc>
                <a:spcPct val="90000"/>
              </a:lnSpc>
              <a:spcBef>
                <a:spcPts val="100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In theory, whenever researchers are working with a finite population, they can use the finite correction factor. </a:t>
            </a:r>
            <a:endParaRPr/>
          </a:p>
          <a:p>
            <a:pPr marL="341312" marR="0" lvl="0" indent="-144462" algn="just" rtl="0">
              <a:lnSpc>
                <a:spcPct val="90000"/>
              </a:lnSpc>
              <a:spcBef>
                <a:spcPts val="1000"/>
              </a:spcBef>
              <a:spcAft>
                <a:spcPts val="0"/>
              </a:spcAft>
              <a:buClr>
                <a:schemeClr val="dk1"/>
              </a:buClr>
              <a:buSzPts val="3100"/>
              <a:buFont typeface="Noto Sans Symbols"/>
              <a:buNone/>
            </a:pPr>
            <a:endParaRPr sz="3100" b="0" i="0" u="none">
              <a:solidFill>
                <a:schemeClr val="dk1"/>
              </a:solidFill>
              <a:latin typeface="Calibri"/>
              <a:ea typeface="Calibri"/>
              <a:cs typeface="Calibri"/>
              <a:sym typeface="Calibri"/>
            </a:endParaRPr>
          </a:p>
          <a:p>
            <a:pPr marL="341312" marR="0" lvl="0" indent="-341312" algn="just" rtl="0">
              <a:lnSpc>
                <a:spcPct val="90000"/>
              </a:lnSpc>
              <a:spcBef>
                <a:spcPts val="1000"/>
              </a:spcBef>
              <a:spcAft>
                <a:spcPts val="0"/>
              </a:spcAft>
              <a:buClr>
                <a:schemeClr val="dk1"/>
              </a:buClr>
              <a:buSzPts val="3100"/>
              <a:buFont typeface="Noto Sans Symbols"/>
              <a:buChar char="⮚"/>
            </a:pPr>
            <a:r>
              <a:rPr lang="en-US" sz="3100" b="0" i="0" u="none">
                <a:solidFill>
                  <a:schemeClr val="dk1"/>
                </a:solidFill>
                <a:latin typeface="Calibri"/>
                <a:ea typeface="Calibri"/>
                <a:cs typeface="Calibri"/>
                <a:sym typeface="Calibri"/>
              </a:rPr>
              <a:t>A rough rule of thumb for many researchers is that, if the sample size is </a:t>
            </a:r>
            <a:r>
              <a:rPr lang="en-US" sz="3100" b="1" i="0" u="none">
                <a:solidFill>
                  <a:srgbClr val="FF0000"/>
                </a:solidFill>
                <a:latin typeface="Calibri"/>
                <a:ea typeface="Calibri"/>
                <a:cs typeface="Calibri"/>
                <a:sym typeface="Calibri"/>
              </a:rPr>
              <a:t>less</a:t>
            </a:r>
            <a:r>
              <a:rPr lang="en-US" sz="3100" b="0" i="0" u="none">
                <a:solidFill>
                  <a:schemeClr val="dk1"/>
                </a:solidFill>
                <a:latin typeface="Calibri"/>
                <a:ea typeface="Calibri"/>
                <a:cs typeface="Calibri"/>
                <a:sym typeface="Calibri"/>
              </a:rPr>
              <a:t> than </a:t>
            </a:r>
            <a:r>
              <a:rPr lang="en-US" sz="3100" b="1" i="0" u="none">
                <a:solidFill>
                  <a:srgbClr val="FF0000"/>
                </a:solidFill>
                <a:latin typeface="Calibri"/>
                <a:ea typeface="Calibri"/>
                <a:cs typeface="Calibri"/>
                <a:sym typeface="Calibri"/>
              </a:rPr>
              <a:t>5%</a:t>
            </a:r>
            <a:r>
              <a:rPr lang="en-US" sz="3100" b="0" i="0" u="none">
                <a:solidFill>
                  <a:schemeClr val="dk1"/>
                </a:solidFill>
                <a:latin typeface="Calibri"/>
                <a:ea typeface="Calibri"/>
                <a:cs typeface="Calibri"/>
                <a:sym typeface="Calibri"/>
              </a:rPr>
              <a:t> of the finite population size or </a:t>
            </a:r>
            <a:r>
              <a:rPr lang="en-US" sz="3100" b="1" i="1" u="none">
                <a:solidFill>
                  <a:srgbClr val="FF0000"/>
                </a:solidFill>
                <a:latin typeface="Calibri"/>
                <a:ea typeface="Calibri"/>
                <a:cs typeface="Calibri"/>
                <a:sym typeface="Calibri"/>
              </a:rPr>
              <a:t>n/N &lt; </a:t>
            </a:r>
            <a:r>
              <a:rPr lang="en-US" sz="3100" b="1" i="0" u="none">
                <a:solidFill>
                  <a:srgbClr val="FF0000"/>
                </a:solidFill>
                <a:latin typeface="Calibri"/>
                <a:ea typeface="Calibri"/>
                <a:cs typeface="Calibri"/>
                <a:sym typeface="Calibri"/>
              </a:rPr>
              <a:t>0.05</a:t>
            </a:r>
            <a:r>
              <a:rPr lang="en-US" sz="3100" b="0" i="0" u="none">
                <a:solidFill>
                  <a:schemeClr val="dk1"/>
                </a:solidFill>
                <a:latin typeface="Calibri"/>
                <a:ea typeface="Calibri"/>
                <a:cs typeface="Calibri"/>
                <a:sym typeface="Calibri"/>
              </a:rPr>
              <a:t>, the finite correction factor does </a:t>
            </a:r>
            <a:r>
              <a:rPr lang="en-US" sz="3100" b="1" i="0" u="none">
                <a:solidFill>
                  <a:schemeClr val="dk1"/>
                </a:solidFill>
                <a:latin typeface="Calibri"/>
                <a:ea typeface="Calibri"/>
                <a:cs typeface="Calibri"/>
                <a:sym typeface="Calibri"/>
              </a:rPr>
              <a:t>not</a:t>
            </a:r>
            <a:r>
              <a:rPr lang="en-US" sz="3100" b="0" i="0" u="none">
                <a:solidFill>
                  <a:schemeClr val="dk1"/>
                </a:solidFill>
                <a:latin typeface="Calibri"/>
                <a:ea typeface="Calibri"/>
                <a:cs typeface="Calibri"/>
                <a:sym typeface="Calibri"/>
              </a:rPr>
              <a:t> significantly modify the solution.</a:t>
            </a: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FE7142E-38D1-5B1B-5FE7-B761D6A8584A}"/>
                  </a:ext>
                </a:extLst>
              </p14:cNvPr>
              <p14:cNvContentPartPr/>
              <p14:nvPr/>
            </p14:nvContentPartPr>
            <p14:xfrm>
              <a:off x="2327760" y="1612440"/>
              <a:ext cx="9687240" cy="4206240"/>
            </p14:xfrm>
          </p:contentPart>
        </mc:Choice>
        <mc:Fallback>
          <p:pic>
            <p:nvPicPr>
              <p:cNvPr id="2" name="Ink 1">
                <a:extLst>
                  <a:ext uri="{FF2B5EF4-FFF2-40B4-BE49-F238E27FC236}">
                    <a16:creationId xmlns:a16="http://schemas.microsoft.com/office/drawing/2014/main" id="{CFE7142E-38D1-5B1B-5FE7-B761D6A8584A}"/>
                  </a:ext>
                </a:extLst>
              </p:cNvPr>
              <p:cNvPicPr/>
              <p:nvPr/>
            </p:nvPicPr>
            <p:blipFill>
              <a:blip r:embed="rId4"/>
              <a:stretch>
                <a:fillRect/>
              </a:stretch>
            </p:blipFill>
            <p:spPr>
              <a:xfrm>
                <a:off x="2318400" y="1603080"/>
                <a:ext cx="9705960" cy="422496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9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Example-4</a:t>
            </a:r>
            <a:endParaRPr/>
          </a:p>
        </p:txBody>
      </p:sp>
      <p:sp>
        <p:nvSpPr>
          <p:cNvPr id="599" name="Google Shape;599;p93"/>
          <p:cNvSpPr txBox="1">
            <a:spLocks noGrp="1"/>
          </p:cNvSpPr>
          <p:nvPr>
            <p:ph type="body" idx="1"/>
          </p:nvPr>
        </p:nvSpPr>
        <p:spPr>
          <a:xfrm>
            <a:off x="215900" y="1143000"/>
            <a:ext cx="10904400" cy="17859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A production company’s 350 hourly employees average 37.6 years of age, with a standard deviation of 8.3 years. If a random sample of 45 hourly employees is taken, what is the probability that the sample will have an average age of less than 40 years?</a:t>
            </a:r>
            <a:endParaRPr/>
          </a:p>
          <a:p>
            <a:pPr marL="228600" lvl="0" indent="-762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p:txBody>
      </p:sp>
      <p:sp>
        <p:nvSpPr>
          <p:cNvPr id="600" name="Google Shape;600;p93"/>
          <p:cNvSpPr txBox="1"/>
          <p:nvPr/>
        </p:nvSpPr>
        <p:spPr>
          <a:xfrm>
            <a:off x="590550" y="2762250"/>
            <a:ext cx="7405800" cy="27384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accent1"/>
              </a:buClr>
              <a:buSzPts val="2400"/>
              <a:buFont typeface="Calibri"/>
              <a:buNone/>
            </a:pPr>
            <a:r>
              <a:rPr lang="en-US" sz="2400" b="0" i="0" u="none" dirty="0">
                <a:solidFill>
                  <a:schemeClr val="accent1"/>
                </a:solidFill>
                <a:latin typeface="Calibri"/>
                <a:ea typeface="Calibri"/>
                <a:cs typeface="Calibri"/>
                <a:sym typeface="Calibri"/>
              </a:rPr>
              <a:t>Solution</a:t>
            </a:r>
            <a:r>
              <a:rPr lang="en-US" sz="2400" b="0" i="0" u="none" dirty="0">
                <a:solidFill>
                  <a:schemeClr val="dk1"/>
                </a:solidFill>
                <a:latin typeface="Calibri"/>
                <a:ea typeface="Calibri"/>
                <a:cs typeface="Calibri"/>
                <a:sym typeface="Calibri"/>
              </a:rPr>
              <a:t>: </a:t>
            </a:r>
            <a:r>
              <a:rPr lang="en-US" sz="2000" b="0" i="0" u="none" dirty="0">
                <a:solidFill>
                  <a:schemeClr val="dk1"/>
                </a:solidFill>
                <a:latin typeface="Calibri"/>
                <a:ea typeface="Calibri"/>
                <a:cs typeface="Calibri"/>
                <a:sym typeface="Calibri"/>
              </a:rPr>
              <a:t>The population mean is 37.6, with a population standard deviation of 8.3.  The sample size is 45, but it is being drawn from a finite population of 350; that is, n = 45 and N = 350. The sample mean under consideration is 40. Using the z formula with the finite correction factor gives</a:t>
            </a:r>
            <a:endParaRPr dirty="0"/>
          </a:p>
          <a:p>
            <a:pPr marL="0" marR="0" lvl="0" indent="0" algn="l" rtl="0">
              <a:lnSpc>
                <a:spcPct val="90000"/>
              </a:lnSpc>
              <a:spcBef>
                <a:spcPts val="1000"/>
              </a:spcBef>
              <a:spcAft>
                <a:spcPts val="0"/>
              </a:spcAft>
              <a:buClr>
                <a:schemeClr val="dk1"/>
              </a:buClr>
              <a:buSzPts val="2400"/>
              <a:buFont typeface="Arial"/>
              <a:buNone/>
            </a:pPr>
            <a:endParaRPr sz="2400" b="0" i="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400"/>
              <a:buFont typeface="Arial"/>
              <a:buNone/>
            </a:pPr>
            <a:endParaRPr sz="2400" b="0" i="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400"/>
              <a:buFont typeface="Calibri"/>
              <a:buNone/>
            </a:pPr>
            <a:endParaRPr sz="2400" b="0"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dirty="0">
              <a:solidFill>
                <a:schemeClr val="dk1"/>
              </a:solidFill>
              <a:latin typeface="Calibri"/>
              <a:ea typeface="Calibri"/>
              <a:cs typeface="Calibri"/>
              <a:sym typeface="Calibri"/>
            </a:endParaRPr>
          </a:p>
        </p:txBody>
      </p:sp>
      <p:pic>
        <p:nvPicPr>
          <p:cNvPr id="601" name="Google Shape;601;p93"/>
          <p:cNvPicPr preferRelativeResize="0"/>
          <p:nvPr/>
        </p:nvPicPr>
        <p:blipFill rotWithShape="1">
          <a:blip r:embed="rId3">
            <a:alphaModFix/>
          </a:blip>
          <a:srcRect/>
          <a:stretch/>
        </p:blipFill>
        <p:spPr>
          <a:xfrm>
            <a:off x="963612" y="5500687"/>
            <a:ext cx="5746750" cy="1196975"/>
          </a:xfrm>
          <a:prstGeom prst="rect">
            <a:avLst/>
          </a:prstGeom>
          <a:noFill/>
          <a:ln>
            <a:noFill/>
          </a:ln>
        </p:spPr>
      </p:pic>
      <p:pic>
        <p:nvPicPr>
          <p:cNvPr id="602" name="Google Shape;602;p93"/>
          <p:cNvPicPr preferRelativeResize="0"/>
          <p:nvPr/>
        </p:nvPicPr>
        <p:blipFill rotWithShape="1">
          <a:blip r:embed="rId4">
            <a:alphaModFix/>
          </a:blip>
          <a:srcRect/>
          <a:stretch/>
        </p:blipFill>
        <p:spPr>
          <a:xfrm>
            <a:off x="8180387" y="2462212"/>
            <a:ext cx="3708400" cy="3038475"/>
          </a:xfrm>
          <a:prstGeom prst="rect">
            <a:avLst/>
          </a:prstGeom>
          <a:noFill/>
          <a:ln>
            <a:noFill/>
          </a:ln>
        </p:spPr>
      </p:pic>
      <p:sp>
        <p:nvSpPr>
          <p:cNvPr id="603" name="Google Shape;603;p93"/>
          <p:cNvSpPr txBox="1"/>
          <p:nvPr/>
        </p:nvSpPr>
        <p:spPr>
          <a:xfrm>
            <a:off x="7748587" y="5665787"/>
            <a:ext cx="3619500" cy="83095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Calibri"/>
              <a:buNone/>
            </a:pPr>
            <a:r>
              <a:rPr lang="en-US" sz="2400" b="0" i="0" u="none" dirty="0">
                <a:solidFill>
                  <a:schemeClr val="dk1"/>
                </a:solidFill>
                <a:latin typeface="Calibri"/>
                <a:ea typeface="Calibri"/>
                <a:cs typeface="Calibri"/>
                <a:sym typeface="Calibri"/>
              </a:rPr>
              <a:t>Thus</a:t>
            </a:r>
            <a:r>
              <a:rPr lang="en-US" sz="2400" dirty="0">
                <a:solidFill>
                  <a:schemeClr val="dk1"/>
                </a:solidFill>
                <a:latin typeface="Calibri"/>
                <a:ea typeface="Calibri"/>
                <a:cs typeface="Calibri"/>
                <a:sym typeface="Calibri"/>
              </a:rPr>
              <a:t>, P(</a:t>
            </a:r>
            <a:r>
              <a:rPr lang="en-US" sz="2400" b="0" i="0" u="none" dirty="0">
                <a:solidFill>
                  <a:schemeClr val="dk1"/>
                </a:solidFill>
                <a:latin typeface="Calibri"/>
                <a:ea typeface="Calibri"/>
                <a:cs typeface="Calibri"/>
                <a:sym typeface="Calibri"/>
              </a:rPr>
              <a:t>z</a:t>
            </a:r>
            <a:r>
              <a:rPr lang="en-US" sz="2400" dirty="0">
                <a:solidFill>
                  <a:schemeClr val="dk1"/>
                </a:solidFill>
                <a:latin typeface="Calibri"/>
                <a:ea typeface="Calibri"/>
                <a:cs typeface="Calibri"/>
                <a:sym typeface="Calibri"/>
              </a:rPr>
              <a:t>&lt;2.07)</a:t>
            </a:r>
            <a:r>
              <a:rPr lang="en-US" sz="2400" b="0" i="0" u="none" dirty="0">
                <a:solidFill>
                  <a:schemeClr val="dk1"/>
                </a:solidFill>
                <a:latin typeface="Calibri"/>
                <a:ea typeface="Calibri"/>
                <a:cs typeface="Calibri"/>
                <a:sym typeface="Calibri"/>
              </a:rPr>
              <a:t> = 0.9808 is the required probability.</a:t>
            </a:r>
            <a:endParaRPr dirty="0"/>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3E1370E-9ABC-9AC4-A2D9-B03F08C8502B}"/>
                  </a:ext>
                </a:extLst>
              </p14:cNvPr>
              <p14:cNvContentPartPr/>
              <p14:nvPr/>
            </p14:nvContentPartPr>
            <p14:xfrm>
              <a:off x="1164240" y="805680"/>
              <a:ext cx="10589040" cy="5838120"/>
            </p14:xfrm>
          </p:contentPart>
        </mc:Choice>
        <mc:Fallback>
          <p:pic>
            <p:nvPicPr>
              <p:cNvPr id="2" name="Ink 1">
                <a:extLst>
                  <a:ext uri="{FF2B5EF4-FFF2-40B4-BE49-F238E27FC236}">
                    <a16:creationId xmlns:a16="http://schemas.microsoft.com/office/drawing/2014/main" id="{73E1370E-9ABC-9AC4-A2D9-B03F08C8502B}"/>
                  </a:ext>
                </a:extLst>
              </p:cNvPr>
              <p:cNvPicPr/>
              <p:nvPr/>
            </p:nvPicPr>
            <p:blipFill>
              <a:blip r:embed="rId6"/>
              <a:stretch>
                <a:fillRect/>
              </a:stretch>
            </p:blipFill>
            <p:spPr>
              <a:xfrm>
                <a:off x="1154880" y="796320"/>
                <a:ext cx="10607760" cy="585684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4"/>
          <p:cNvSpPr txBox="1">
            <a:spLocks noGrp="1"/>
          </p:cNvSpPr>
          <p:nvPr>
            <p:ph type="title"/>
          </p:nvPr>
        </p:nvSpPr>
        <p:spPr>
          <a:xfrm>
            <a:off x="0" y="160337"/>
            <a:ext cx="101601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Sampling Distribution of Sample Proportion</a:t>
            </a:r>
            <a:endParaRPr/>
          </a:p>
        </p:txBody>
      </p:sp>
      <p:sp>
        <p:nvSpPr>
          <p:cNvPr id="609" name="Google Shape;609;p94"/>
          <p:cNvSpPr txBox="1"/>
          <p:nvPr/>
        </p:nvSpPr>
        <p:spPr>
          <a:xfrm>
            <a:off x="941387" y="1143000"/>
            <a:ext cx="10296600" cy="154470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If research results in </a:t>
            </a:r>
            <a:r>
              <a:rPr lang="en-US" sz="2400" b="1" i="1" u="none">
                <a:solidFill>
                  <a:schemeClr val="dk1"/>
                </a:solidFill>
                <a:latin typeface="Calibri"/>
                <a:ea typeface="Calibri"/>
                <a:cs typeface="Calibri"/>
                <a:sym typeface="Calibri"/>
              </a:rPr>
              <a:t>countable</a:t>
            </a:r>
            <a:r>
              <a:rPr lang="en-US" sz="2400" b="0" i="1" u="none">
                <a:solidFill>
                  <a:schemeClr val="dk1"/>
                </a:solidFill>
                <a:latin typeface="Calibri"/>
                <a:ea typeface="Calibri"/>
                <a:cs typeface="Calibri"/>
                <a:sym typeface="Calibri"/>
              </a:rPr>
              <a:t> </a:t>
            </a:r>
            <a:r>
              <a:rPr lang="en-US" sz="2400" b="0" i="0" u="none">
                <a:solidFill>
                  <a:schemeClr val="dk1"/>
                </a:solidFill>
                <a:latin typeface="Calibri"/>
                <a:ea typeface="Calibri"/>
                <a:cs typeface="Calibri"/>
                <a:sym typeface="Calibri"/>
              </a:rPr>
              <a:t>items such as how many elements satisfy a certain property or characteristic, the </a:t>
            </a:r>
            <a:r>
              <a:rPr lang="en-US" sz="2400" b="1" i="0" u="none">
                <a:solidFill>
                  <a:schemeClr val="dk1"/>
                </a:solidFill>
                <a:latin typeface="Calibri"/>
                <a:ea typeface="Calibri"/>
                <a:cs typeface="Calibri"/>
                <a:sym typeface="Calibri"/>
              </a:rPr>
              <a:t>sample proportion </a:t>
            </a:r>
            <a:r>
              <a:rPr lang="en-US" sz="2400" b="0" i="0" u="none">
                <a:solidFill>
                  <a:schemeClr val="dk1"/>
                </a:solidFill>
                <a:latin typeface="Calibri"/>
                <a:ea typeface="Calibri"/>
                <a:cs typeface="Calibri"/>
                <a:sym typeface="Calibri"/>
              </a:rPr>
              <a:t>is often the statistic of choice.</a:t>
            </a:r>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pic>
        <p:nvPicPr>
          <p:cNvPr id="610" name="Google Shape;610;p94"/>
          <p:cNvPicPr preferRelativeResize="0"/>
          <p:nvPr/>
        </p:nvPicPr>
        <p:blipFill rotWithShape="1">
          <a:blip r:embed="rId3">
            <a:alphaModFix/>
          </a:blip>
          <a:srcRect/>
          <a:stretch/>
        </p:blipFill>
        <p:spPr>
          <a:xfrm>
            <a:off x="1941512" y="2590800"/>
            <a:ext cx="9047163" cy="1676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9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616" name="Google Shape;616;p95"/>
          <p:cNvSpPr txBox="1"/>
          <p:nvPr/>
        </p:nvSpPr>
        <p:spPr>
          <a:xfrm>
            <a:off x="747712" y="1103312"/>
            <a:ext cx="10503000" cy="27576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In a sample of 100 factory workers, 30 workers might belong to a union. The value of sample proportion for this characteristic, union membership, is 30/100 = 0 .30</a:t>
            </a:r>
            <a:endParaRPr/>
          </a:p>
          <a:p>
            <a:pPr marL="0" marR="0" lvl="0" indent="0" algn="just" rtl="0">
              <a:lnSpc>
                <a:spcPct val="90000"/>
              </a:lnSpc>
              <a:spcBef>
                <a:spcPts val="1000"/>
              </a:spcBef>
              <a:spcAft>
                <a:spcPts val="0"/>
              </a:spcAft>
              <a:buClr>
                <a:schemeClr val="dk1"/>
              </a:buClr>
              <a:buSzPts val="3400"/>
              <a:buFont typeface="Calibri"/>
              <a:buNone/>
            </a:pPr>
            <a:endParaRPr sz="34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3400" b="0" i="0" u="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Central Limit Theorem for Sample Proportion</a:t>
            </a:r>
            <a:endParaRPr/>
          </a:p>
        </p:txBody>
      </p:sp>
      <p:sp>
        <p:nvSpPr>
          <p:cNvPr id="622" name="Google Shape;622;p96"/>
          <p:cNvSpPr txBox="1"/>
          <p:nvPr/>
        </p:nvSpPr>
        <p:spPr>
          <a:xfrm>
            <a:off x="138112" y="1092200"/>
            <a:ext cx="11823600" cy="53007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90000"/>
              </a:lnSpc>
              <a:spcBef>
                <a:spcPts val="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central limit theorem applies to sample proportions is that the normal distribution approximates the shape of the distribution of sample proportions</a:t>
            </a:r>
            <a:endParaRPr dirty="0"/>
          </a:p>
          <a:p>
            <a:pPr marL="342900" marR="0" lvl="0" indent="-342900" algn="just" rtl="0">
              <a:lnSpc>
                <a:spcPct val="90000"/>
              </a:lnSpc>
              <a:spcBef>
                <a:spcPts val="100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	</a:t>
            </a:r>
            <a:r>
              <a:rPr lang="en-US" sz="2700" b="1" i="0" u="none" dirty="0">
                <a:solidFill>
                  <a:schemeClr val="dk1"/>
                </a:solidFill>
                <a:latin typeface="Calibri"/>
                <a:ea typeface="Calibri"/>
                <a:cs typeface="Calibri"/>
                <a:sym typeface="Calibri"/>
              </a:rPr>
              <a:t>If </a:t>
            </a:r>
            <a:r>
              <a:rPr lang="en-US" sz="2700" b="1" i="1" u="none" dirty="0">
                <a:solidFill>
                  <a:schemeClr val="dk1"/>
                </a:solidFill>
                <a:latin typeface="Calibri"/>
                <a:ea typeface="Calibri"/>
                <a:cs typeface="Calibri"/>
                <a:sym typeface="Calibri"/>
              </a:rPr>
              <a:t>n*p &gt; 1</a:t>
            </a:r>
            <a:r>
              <a:rPr lang="en-US" sz="2700" b="1" i="0" u="none" dirty="0">
                <a:solidFill>
                  <a:schemeClr val="dk1"/>
                </a:solidFill>
                <a:latin typeface="Calibri"/>
                <a:ea typeface="Calibri"/>
                <a:cs typeface="Calibri"/>
                <a:sym typeface="Calibri"/>
              </a:rPr>
              <a:t>5 and </a:t>
            </a:r>
            <a:r>
              <a:rPr lang="en-US" sz="2700" b="1" i="1" u="none" dirty="0">
                <a:solidFill>
                  <a:schemeClr val="dk1"/>
                </a:solidFill>
                <a:latin typeface="Calibri"/>
                <a:ea typeface="Calibri"/>
                <a:cs typeface="Calibri"/>
                <a:sym typeface="Calibri"/>
              </a:rPr>
              <a:t>n*q &gt; 1</a:t>
            </a:r>
            <a:r>
              <a:rPr lang="en-US" sz="2700" b="1" i="0" u="none" dirty="0">
                <a:solidFill>
                  <a:schemeClr val="dk1"/>
                </a:solidFill>
                <a:latin typeface="Calibri"/>
                <a:ea typeface="Calibri"/>
                <a:cs typeface="Calibri"/>
                <a:sym typeface="Calibri"/>
              </a:rPr>
              <a:t>5 (</a:t>
            </a:r>
            <a:r>
              <a:rPr lang="en-US" sz="2700" b="1" i="1" u="none" dirty="0">
                <a:solidFill>
                  <a:schemeClr val="dk1"/>
                </a:solidFill>
                <a:latin typeface="Calibri"/>
                <a:ea typeface="Calibri"/>
                <a:cs typeface="Calibri"/>
                <a:sym typeface="Calibri"/>
              </a:rPr>
              <a:t>p </a:t>
            </a:r>
            <a:r>
              <a:rPr lang="en-US" sz="2700" b="1" i="0" u="none" dirty="0">
                <a:solidFill>
                  <a:schemeClr val="dk1"/>
                </a:solidFill>
                <a:latin typeface="Calibri"/>
                <a:ea typeface="Calibri"/>
                <a:cs typeface="Calibri"/>
                <a:sym typeface="Calibri"/>
              </a:rPr>
              <a:t>is the population proportion and </a:t>
            </a:r>
            <a:r>
              <a:rPr lang="en-US" sz="2700" b="1" i="1" u="none" dirty="0">
                <a:solidFill>
                  <a:schemeClr val="dk1"/>
                </a:solidFill>
                <a:latin typeface="Calibri"/>
                <a:ea typeface="Calibri"/>
                <a:cs typeface="Calibri"/>
                <a:sym typeface="Calibri"/>
              </a:rPr>
              <a:t>q </a:t>
            </a:r>
            <a:r>
              <a:rPr lang="en-US" sz="2700" b="1" i="0" u="none" dirty="0">
                <a:solidFill>
                  <a:schemeClr val="dk1"/>
                </a:solidFill>
                <a:latin typeface="Calibri"/>
                <a:ea typeface="Calibri"/>
                <a:cs typeface="Calibri"/>
                <a:sym typeface="Calibri"/>
              </a:rPr>
              <a:t>= 1 - </a:t>
            </a:r>
            <a:r>
              <a:rPr lang="en-US" sz="2700" b="1" i="1" u="none" dirty="0">
                <a:solidFill>
                  <a:schemeClr val="dk1"/>
                </a:solidFill>
                <a:latin typeface="Calibri"/>
                <a:ea typeface="Calibri"/>
                <a:cs typeface="Calibri"/>
                <a:sym typeface="Calibri"/>
              </a:rPr>
              <a:t>p</a:t>
            </a:r>
            <a:r>
              <a:rPr lang="en-US" sz="2700" b="1" i="0" u="none" dirty="0">
                <a:solidFill>
                  <a:schemeClr val="dk1"/>
                </a:solidFill>
                <a:latin typeface="Calibri"/>
                <a:ea typeface="Calibri"/>
                <a:cs typeface="Calibri"/>
                <a:sym typeface="Calibri"/>
              </a:rPr>
              <a:t>). </a:t>
            </a:r>
            <a:endParaRPr dirty="0"/>
          </a:p>
          <a:p>
            <a:pPr marL="342900" marR="0" lvl="0" indent="-342900" algn="just" rtl="0">
              <a:lnSpc>
                <a:spcPct val="90000"/>
              </a:lnSpc>
              <a:spcBef>
                <a:spcPts val="100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mean of sample proportions for all samples of size </a:t>
            </a:r>
            <a:r>
              <a:rPr lang="en-US" sz="2700" b="0" i="1" u="none" dirty="0">
                <a:solidFill>
                  <a:schemeClr val="dk1"/>
                </a:solidFill>
                <a:latin typeface="Calibri"/>
                <a:ea typeface="Calibri"/>
                <a:cs typeface="Calibri"/>
                <a:sym typeface="Calibri"/>
              </a:rPr>
              <a:t>n </a:t>
            </a:r>
            <a:r>
              <a:rPr lang="en-US" sz="2700" b="0" i="0" u="none" dirty="0">
                <a:solidFill>
                  <a:schemeClr val="dk1"/>
                </a:solidFill>
                <a:latin typeface="Calibri"/>
                <a:ea typeface="Calibri"/>
                <a:cs typeface="Calibri"/>
                <a:sym typeface="Calibri"/>
              </a:rPr>
              <a:t>randomly drawn from a population is </a:t>
            </a:r>
            <a:r>
              <a:rPr lang="en-US" sz="2700" b="1" i="1" u="none" dirty="0">
                <a:solidFill>
                  <a:schemeClr val="dk1"/>
                </a:solidFill>
                <a:latin typeface="Calibri"/>
                <a:ea typeface="Calibri"/>
                <a:cs typeface="Calibri"/>
                <a:sym typeface="Calibri"/>
              </a:rPr>
              <a:t>p</a:t>
            </a:r>
            <a:r>
              <a:rPr lang="en-US" sz="2700" b="0" i="1" u="none" dirty="0">
                <a:solidFill>
                  <a:schemeClr val="dk1"/>
                </a:solidFill>
                <a:latin typeface="Calibri"/>
                <a:ea typeface="Calibri"/>
                <a:cs typeface="Calibri"/>
                <a:sym typeface="Calibri"/>
              </a:rPr>
              <a:t> </a:t>
            </a:r>
            <a:r>
              <a:rPr lang="en-US" sz="2700" b="0" i="0" u="none" dirty="0">
                <a:solidFill>
                  <a:schemeClr val="dk1"/>
                </a:solidFill>
                <a:latin typeface="Calibri"/>
                <a:ea typeface="Calibri"/>
                <a:cs typeface="Calibri"/>
                <a:sym typeface="Calibri"/>
              </a:rPr>
              <a:t>(the population proportion) and </a:t>
            </a:r>
            <a:endParaRPr dirty="0"/>
          </a:p>
          <a:p>
            <a:pPr marL="342900" marR="0" lvl="0" indent="-342900" algn="just" rtl="0">
              <a:lnSpc>
                <a:spcPct val="90000"/>
              </a:lnSpc>
              <a:spcBef>
                <a:spcPts val="1000"/>
              </a:spcBef>
              <a:spcAft>
                <a:spcPts val="0"/>
              </a:spcAft>
              <a:buClr>
                <a:schemeClr val="dk1"/>
              </a:buClr>
              <a:buSzPts val="2700"/>
              <a:buFont typeface="Noto Sans Symbols"/>
              <a:buChar char="⮚"/>
            </a:pPr>
            <a:r>
              <a:rPr lang="en-US" sz="2700" b="0" i="0" u="none" dirty="0">
                <a:solidFill>
                  <a:schemeClr val="dk1"/>
                </a:solidFill>
                <a:latin typeface="Calibri"/>
                <a:ea typeface="Calibri"/>
                <a:cs typeface="Calibri"/>
                <a:sym typeface="Calibri"/>
              </a:rPr>
              <a:t>the standard deviation of sample proportions (sometimes referred to as the </a:t>
            </a:r>
            <a:r>
              <a:rPr lang="en-US" sz="2700" b="1" i="0" u="none" dirty="0">
                <a:solidFill>
                  <a:schemeClr val="dk1"/>
                </a:solidFill>
                <a:latin typeface="Calibri"/>
                <a:ea typeface="Calibri"/>
                <a:cs typeface="Calibri"/>
                <a:sym typeface="Calibri"/>
              </a:rPr>
              <a:t>standard error of the proportion) is given by</a:t>
            </a:r>
            <a:endParaRPr dirty="0"/>
          </a:p>
        </p:txBody>
      </p:sp>
      <p:pic>
        <p:nvPicPr>
          <p:cNvPr id="623" name="Google Shape;623;p96"/>
          <p:cNvPicPr preferRelativeResize="0"/>
          <p:nvPr/>
        </p:nvPicPr>
        <p:blipFill rotWithShape="1">
          <a:blip r:embed="rId3">
            <a:alphaModFix/>
          </a:blip>
          <a:srcRect/>
          <a:stretch/>
        </p:blipFill>
        <p:spPr>
          <a:xfrm>
            <a:off x="595312" y="4448175"/>
            <a:ext cx="7224712" cy="149542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67AB9FF-845E-AC8B-40B5-E9A74F1E01CE}"/>
                  </a:ext>
                </a:extLst>
              </p14:cNvPr>
              <p14:cNvContentPartPr/>
              <p14:nvPr/>
            </p14:nvContentPartPr>
            <p14:xfrm>
              <a:off x="5928840" y="4042440"/>
              <a:ext cx="4359600" cy="2419920"/>
            </p14:xfrm>
          </p:contentPart>
        </mc:Choice>
        <mc:Fallback>
          <p:pic>
            <p:nvPicPr>
              <p:cNvPr id="2" name="Ink 1">
                <a:extLst>
                  <a:ext uri="{FF2B5EF4-FFF2-40B4-BE49-F238E27FC236}">
                    <a16:creationId xmlns:a16="http://schemas.microsoft.com/office/drawing/2014/main" id="{B67AB9FF-845E-AC8B-40B5-E9A74F1E01CE}"/>
                  </a:ext>
                </a:extLst>
              </p:cNvPr>
              <p:cNvPicPr/>
              <p:nvPr/>
            </p:nvPicPr>
            <p:blipFill>
              <a:blip r:embed="rId5"/>
              <a:stretch>
                <a:fillRect/>
              </a:stretch>
            </p:blipFill>
            <p:spPr>
              <a:xfrm>
                <a:off x="5919480" y="4033080"/>
                <a:ext cx="4378320" cy="243864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9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Z Formula for Sample Proportion</a:t>
            </a:r>
            <a:endParaRPr/>
          </a:p>
        </p:txBody>
      </p:sp>
      <p:pic>
        <p:nvPicPr>
          <p:cNvPr id="629" name="Google Shape;629;p97"/>
          <p:cNvPicPr preferRelativeResize="0"/>
          <p:nvPr/>
        </p:nvPicPr>
        <p:blipFill rotWithShape="1">
          <a:blip r:embed="rId3">
            <a:alphaModFix/>
          </a:blip>
          <a:srcRect/>
          <a:stretch/>
        </p:blipFill>
        <p:spPr>
          <a:xfrm>
            <a:off x="2408237" y="1284287"/>
            <a:ext cx="8139112" cy="301942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FEBD24B-216F-6647-0215-344E722023EA}"/>
                  </a:ext>
                </a:extLst>
              </p14:cNvPr>
              <p14:cNvContentPartPr/>
              <p14:nvPr/>
            </p14:nvContentPartPr>
            <p14:xfrm>
              <a:off x="5892120" y="999720"/>
              <a:ext cx="5865120" cy="2812320"/>
            </p14:xfrm>
          </p:contentPart>
        </mc:Choice>
        <mc:Fallback>
          <p:pic>
            <p:nvPicPr>
              <p:cNvPr id="2" name="Ink 1">
                <a:extLst>
                  <a:ext uri="{FF2B5EF4-FFF2-40B4-BE49-F238E27FC236}">
                    <a16:creationId xmlns:a16="http://schemas.microsoft.com/office/drawing/2014/main" id="{BFEBD24B-216F-6647-0215-344E722023EA}"/>
                  </a:ext>
                </a:extLst>
              </p:cNvPr>
              <p:cNvPicPr/>
              <p:nvPr/>
            </p:nvPicPr>
            <p:blipFill>
              <a:blip r:embed="rId5"/>
              <a:stretch>
                <a:fillRect/>
              </a:stretch>
            </p:blipFill>
            <p:spPr>
              <a:xfrm>
                <a:off x="5882760" y="990360"/>
                <a:ext cx="5883840" cy="283104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9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Example-4</a:t>
            </a:r>
            <a:endParaRPr/>
          </a:p>
        </p:txBody>
      </p:sp>
      <p:sp>
        <p:nvSpPr>
          <p:cNvPr id="635" name="Google Shape;635;p98"/>
          <p:cNvSpPr txBox="1">
            <a:spLocks noGrp="1"/>
          </p:cNvSpPr>
          <p:nvPr>
            <p:ph type="body" idx="4294967295"/>
          </p:nvPr>
        </p:nvSpPr>
        <p:spPr>
          <a:xfrm>
            <a:off x="66903" y="1093569"/>
            <a:ext cx="11894400" cy="1958700"/>
          </a:xfrm>
          <a:prstGeom prst="rect">
            <a:avLst/>
          </a:prstGeom>
          <a:blipFill rotWithShape="1">
            <a:blip r:embed="rId3">
              <a:alphaModFix/>
            </a:blip>
            <a:stretch>
              <a:fillRect l="-1079" t="-527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1350"/>
              <a:buFont typeface="Arial"/>
              <a:buChar char="•"/>
            </a:pPr>
            <a:r>
              <a:rPr lang="en-US" sz="1350" b="0" i="0" u="none" strike="noStrike" cap="none">
                <a:latin typeface="Helvetica Neue"/>
                <a:ea typeface="Helvetica Neue"/>
                <a:cs typeface="Helvetica Neue"/>
                <a:sym typeface="Helvetica Neue"/>
              </a:rPr>
              <a:t> </a:t>
            </a:r>
            <a:endParaRPr/>
          </a:p>
        </p:txBody>
      </p:sp>
      <p:pic>
        <p:nvPicPr>
          <p:cNvPr id="636" name="Google Shape;636;p98"/>
          <p:cNvPicPr preferRelativeResize="0"/>
          <p:nvPr/>
        </p:nvPicPr>
        <p:blipFill rotWithShape="1">
          <a:blip r:embed="rId4">
            <a:alphaModFix/>
          </a:blip>
          <a:srcRect/>
          <a:stretch/>
        </p:blipFill>
        <p:spPr>
          <a:xfrm>
            <a:off x="230187" y="2930525"/>
            <a:ext cx="4487862" cy="1343025"/>
          </a:xfrm>
          <a:prstGeom prst="rect">
            <a:avLst/>
          </a:prstGeom>
          <a:noFill/>
          <a:ln>
            <a:noFill/>
          </a:ln>
        </p:spPr>
      </p:pic>
      <p:sp>
        <p:nvSpPr>
          <p:cNvPr id="637" name="Google Shape;637;p98"/>
          <p:cNvSpPr txBox="1"/>
          <p:nvPr/>
        </p:nvSpPr>
        <p:spPr>
          <a:xfrm>
            <a:off x="422275" y="4373562"/>
            <a:ext cx="10941000" cy="16128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Therefore, P(</a:t>
            </a:r>
            <a:r>
              <a:rPr lang="en-US" sz="2700" b="0" i="1" u="none" dirty="0">
                <a:solidFill>
                  <a:schemeClr val="dk1"/>
                </a:solidFill>
                <a:latin typeface="Calibri"/>
                <a:ea typeface="Calibri"/>
                <a:cs typeface="Calibri"/>
                <a:sym typeface="Calibri"/>
              </a:rPr>
              <a:t>z </a:t>
            </a:r>
            <a:r>
              <a:rPr lang="en-US" sz="2700" dirty="0">
                <a:solidFill>
                  <a:schemeClr val="dk1"/>
                </a:solidFill>
                <a:latin typeface="Calibri"/>
                <a:ea typeface="Calibri"/>
                <a:cs typeface="Calibri"/>
                <a:sym typeface="Calibri"/>
              </a:rPr>
              <a:t>&gt;</a:t>
            </a:r>
            <a:r>
              <a:rPr lang="en-US" sz="2700" b="0" i="0" u="none" dirty="0">
                <a:solidFill>
                  <a:schemeClr val="dk1"/>
                </a:solidFill>
                <a:latin typeface="Calibri"/>
                <a:ea typeface="Calibri"/>
                <a:cs typeface="Calibri"/>
                <a:sym typeface="Calibri"/>
              </a:rPr>
              <a:t> -2</a:t>
            </a:r>
            <a:r>
              <a:rPr lang="en-US" sz="2700" b="0" i="1" u="none" dirty="0">
                <a:solidFill>
                  <a:schemeClr val="dk1"/>
                </a:solidFill>
                <a:latin typeface="Calibri"/>
                <a:ea typeface="Calibri"/>
                <a:cs typeface="Calibri"/>
                <a:sym typeface="Calibri"/>
              </a:rPr>
              <a:t>.2</a:t>
            </a:r>
            <a:r>
              <a:rPr lang="en-US" sz="2700" b="0" i="0" u="none" dirty="0">
                <a:solidFill>
                  <a:schemeClr val="dk1"/>
                </a:solidFill>
                <a:latin typeface="Calibri"/>
                <a:ea typeface="Calibri"/>
                <a:cs typeface="Calibri"/>
                <a:sym typeface="Calibri"/>
              </a:rPr>
              <a:t>4)</a:t>
            </a:r>
            <a:endParaRPr dirty="0"/>
          </a:p>
          <a:p>
            <a:pPr marL="0" marR="0" lvl="0" indent="0" algn="l" rtl="0">
              <a:lnSpc>
                <a:spcPct val="90000"/>
              </a:lnSpc>
              <a:spcBef>
                <a:spcPts val="100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                   = 1- P(z&lt;-2.24)                                      </a:t>
            </a:r>
            <a:endParaRPr dirty="0"/>
          </a:p>
          <a:p>
            <a:pPr marL="0" marR="0" lvl="0" indent="0" algn="l" rtl="0">
              <a:lnSpc>
                <a:spcPct val="90000"/>
              </a:lnSpc>
              <a:spcBef>
                <a:spcPts val="1000"/>
              </a:spcBef>
              <a:spcAft>
                <a:spcPts val="0"/>
              </a:spcAft>
              <a:buClr>
                <a:schemeClr val="dk1"/>
              </a:buClr>
              <a:buSzPts val="2700"/>
              <a:buFont typeface="Calibri"/>
              <a:buNone/>
            </a:pPr>
            <a:r>
              <a:rPr lang="en-US" sz="2700" b="0" i="0" u="none" dirty="0">
                <a:solidFill>
                  <a:schemeClr val="dk1"/>
                </a:solidFill>
                <a:latin typeface="Calibri"/>
                <a:ea typeface="Calibri"/>
                <a:cs typeface="Calibri"/>
                <a:sym typeface="Calibri"/>
              </a:rPr>
              <a:t>	</a:t>
            </a:r>
            <a:r>
              <a:rPr lang="en-US" sz="2700" dirty="0">
                <a:solidFill>
                  <a:schemeClr val="dk1"/>
                </a:solidFill>
                <a:latin typeface="Calibri"/>
                <a:ea typeface="Calibri"/>
                <a:cs typeface="Calibri"/>
                <a:sym typeface="Calibri"/>
              </a:rPr>
              <a:t>       </a:t>
            </a:r>
            <a:r>
              <a:rPr lang="en-US" sz="2700" b="0" i="0" u="none" dirty="0">
                <a:solidFill>
                  <a:schemeClr val="dk1"/>
                </a:solidFill>
                <a:latin typeface="Calibri"/>
                <a:ea typeface="Calibri"/>
                <a:cs typeface="Calibri"/>
                <a:sym typeface="Calibri"/>
              </a:rPr>
              <a:t>= 1- 0.</a:t>
            </a:r>
            <a:r>
              <a:rPr lang="en-US" sz="2700" b="1" i="0" u="none" dirty="0">
                <a:solidFill>
                  <a:schemeClr val="dk1"/>
                </a:solidFill>
                <a:latin typeface="Calibri"/>
                <a:ea typeface="Calibri"/>
                <a:cs typeface="Calibri"/>
                <a:sym typeface="Calibri"/>
              </a:rPr>
              <a:t>0125 = 0.9875 </a:t>
            </a:r>
            <a:endParaRPr dirty="0"/>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1DF377B-CE69-8777-14AE-202F2D8EA242}"/>
                  </a:ext>
                </a:extLst>
              </p14:cNvPr>
              <p14:cNvContentPartPr/>
              <p14:nvPr/>
            </p14:nvContentPartPr>
            <p14:xfrm>
              <a:off x="2434680" y="1452600"/>
              <a:ext cx="8876520" cy="4451400"/>
            </p14:xfrm>
          </p:contentPart>
        </mc:Choice>
        <mc:Fallback>
          <p:pic>
            <p:nvPicPr>
              <p:cNvPr id="2" name="Ink 1">
                <a:extLst>
                  <a:ext uri="{FF2B5EF4-FFF2-40B4-BE49-F238E27FC236}">
                    <a16:creationId xmlns:a16="http://schemas.microsoft.com/office/drawing/2014/main" id="{71DF377B-CE69-8777-14AE-202F2D8EA242}"/>
                  </a:ext>
                </a:extLst>
              </p:cNvPr>
              <p:cNvPicPr/>
              <p:nvPr/>
            </p:nvPicPr>
            <p:blipFill>
              <a:blip r:embed="rId6"/>
              <a:stretch>
                <a:fillRect/>
              </a:stretch>
            </p:blipFill>
            <p:spPr>
              <a:xfrm>
                <a:off x="2425320" y="1443240"/>
                <a:ext cx="8895240" cy="4470120"/>
              </a:xfrm>
              <a:prstGeom prst="rect">
                <a:avLst/>
              </a:prstGeom>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9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Statistical Inference</a:t>
            </a:r>
            <a:endParaRPr/>
          </a:p>
        </p:txBody>
      </p:sp>
      <p:sp>
        <p:nvSpPr>
          <p:cNvPr id="643" name="Google Shape;643;p99"/>
          <p:cNvSpPr txBox="1">
            <a:spLocks noGrp="1"/>
          </p:cNvSpPr>
          <p:nvPr>
            <p:ph type="body" idx="1"/>
          </p:nvPr>
        </p:nvSpPr>
        <p:spPr>
          <a:xfrm>
            <a:off x="857250" y="1600200"/>
            <a:ext cx="10160100" cy="2728800"/>
          </a:xfrm>
          <a:prstGeom prst="rect">
            <a:avLst/>
          </a:prstGeom>
          <a:noFill/>
          <a:ln>
            <a:noFill/>
          </a:ln>
        </p:spPr>
        <p:txBody>
          <a:bodyPr spcFirstLastPara="1" wrap="square" lIns="91425" tIns="45700" rIns="91425" bIns="45700" anchor="t" anchorCtr="0">
            <a:normAutofit/>
          </a:bodyPr>
          <a:lstStyle/>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Point estimation</a:t>
            </a:r>
            <a:endParaRPr/>
          </a:p>
          <a:p>
            <a:pPr marL="341312" lvl="0" indent="-176212" algn="l" rtl="0">
              <a:lnSpc>
                <a:spcPct val="130000"/>
              </a:lnSpc>
              <a:spcBef>
                <a:spcPts val="0"/>
              </a:spcBef>
              <a:spcAft>
                <a:spcPts val="0"/>
              </a:spcAft>
              <a:buClr>
                <a:schemeClr val="dk1"/>
              </a:buClr>
              <a:buSzPts val="2600"/>
              <a:buFont typeface="Noto Sans Symbols"/>
              <a:buNone/>
            </a:pPr>
            <a:endParaRPr sz="2600" b="0" i="0" u="none">
              <a:solidFill>
                <a:schemeClr val="dk1"/>
              </a:solidFill>
              <a:latin typeface="Calibri"/>
              <a:ea typeface="Calibri"/>
              <a:cs typeface="Calibri"/>
              <a:sym typeface="Calibri"/>
            </a:endParaRPr>
          </a:p>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Interval estimation</a:t>
            </a:r>
            <a:endParaRPr/>
          </a:p>
          <a:p>
            <a:pPr marL="341312" lvl="0" indent="-176212" algn="l" rtl="0">
              <a:lnSpc>
                <a:spcPct val="130000"/>
              </a:lnSpc>
              <a:spcBef>
                <a:spcPts val="0"/>
              </a:spcBef>
              <a:spcAft>
                <a:spcPts val="0"/>
              </a:spcAft>
              <a:buClr>
                <a:schemeClr val="dk1"/>
              </a:buClr>
              <a:buSzPts val="2600"/>
              <a:buFont typeface="Noto Sans Symbols"/>
              <a:buNone/>
            </a:pPr>
            <a:endParaRPr sz="2600" b="0" i="0" u="none">
              <a:solidFill>
                <a:schemeClr val="dk1"/>
              </a:solidFill>
              <a:latin typeface="Calibri"/>
              <a:ea typeface="Calibri"/>
              <a:cs typeface="Calibri"/>
              <a:sym typeface="Calibri"/>
            </a:endParaRPr>
          </a:p>
          <a:p>
            <a:pPr marL="341312" lvl="0" indent="-341312" algn="l" rtl="0">
              <a:lnSpc>
                <a:spcPct val="130000"/>
              </a:lnSpc>
              <a:spcBef>
                <a:spcPts val="0"/>
              </a:spcBef>
              <a:spcAft>
                <a:spcPts val="0"/>
              </a:spcAft>
              <a:buClr>
                <a:schemeClr val="dk1"/>
              </a:buClr>
              <a:buSzPts val="2600"/>
              <a:buFont typeface="Noto Sans Symbols"/>
              <a:buChar char="⮚"/>
            </a:pPr>
            <a:r>
              <a:rPr lang="en-US" sz="2600" b="0" i="0" u="none">
                <a:solidFill>
                  <a:schemeClr val="dk1"/>
                </a:solidFill>
                <a:latin typeface="Calibri"/>
                <a:ea typeface="Calibri"/>
                <a:cs typeface="Calibri"/>
                <a:sym typeface="Calibri"/>
              </a:rPr>
              <a:t>Hypothesis testing</a:t>
            </a:r>
            <a:endParaRPr/>
          </a:p>
          <a:p>
            <a:pPr marL="228600" lvl="0" indent="-63500" algn="l" rtl="0">
              <a:lnSpc>
                <a:spcPct val="90000"/>
              </a:lnSpc>
              <a:spcBef>
                <a:spcPts val="1000"/>
              </a:spcBef>
              <a:spcAft>
                <a:spcPts val="0"/>
              </a:spcAft>
              <a:buClr>
                <a:schemeClr val="dk1"/>
              </a:buClr>
              <a:buSzPts val="2600"/>
              <a:buNone/>
            </a:pPr>
            <a:endParaRPr sz="2600" b="0" i="0" u="none">
              <a:solidFill>
                <a:schemeClr val="dk1"/>
              </a:solidFill>
              <a:latin typeface="Calibri"/>
              <a:ea typeface="Calibri"/>
              <a:cs typeface="Calibri"/>
              <a:sym typeface="Calibri"/>
            </a:endParaRPr>
          </a:p>
        </p:txBody>
      </p:sp>
      <p:sp>
        <p:nvSpPr>
          <p:cNvPr id="644" name="Google Shape;644;p99"/>
          <p:cNvSpPr txBox="1">
            <a:spLocks noGrp="1"/>
          </p:cNvSpPr>
          <p:nvPr>
            <p:ph type="body" idx="1"/>
          </p:nvPr>
        </p:nvSpPr>
        <p:spPr>
          <a:xfrm>
            <a:off x="328612" y="1143000"/>
            <a:ext cx="11198100" cy="3954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rgbClr val="1C1573"/>
              </a:buClr>
              <a:buSzPts val="2400"/>
              <a:buNone/>
            </a:pPr>
            <a:r>
              <a:rPr lang="en-US" sz="2400" b="1" i="0" u="none">
                <a:solidFill>
                  <a:srgbClr val="1C1573"/>
                </a:solidFill>
                <a:latin typeface="Helvetica Neue"/>
                <a:ea typeface="Helvetica Neue"/>
                <a:cs typeface="Helvetica Neue"/>
                <a:sym typeface="Helvetica Neue"/>
              </a:rPr>
              <a:t>Three forms of statistical inference</a:t>
            </a:r>
            <a:endParaRPr/>
          </a:p>
          <a:p>
            <a:pPr marL="228600" lvl="0" indent="-76200" algn="l" rtl="0">
              <a:lnSpc>
                <a:spcPct val="90000"/>
              </a:lnSpc>
              <a:spcBef>
                <a:spcPts val="1000"/>
              </a:spcBef>
              <a:spcAft>
                <a:spcPts val="0"/>
              </a:spcAft>
              <a:buClr>
                <a:schemeClr val="dk1"/>
              </a:buClr>
              <a:buSzPts val="2400"/>
              <a:buNone/>
            </a:pPr>
            <a:endParaRPr sz="2400" b="1" i="0" u="none">
              <a:solidFill>
                <a:srgbClr val="1C1573"/>
              </a:solidFill>
              <a:latin typeface="Helvetica Neue"/>
              <a:ea typeface="Helvetica Neue"/>
              <a:cs typeface="Helvetica Neue"/>
              <a:sym typeface="Helvetica Neue"/>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5B9DD04-FA94-D4DB-0D9E-DAA66D30F18A}"/>
                  </a:ext>
                </a:extLst>
              </p14:cNvPr>
              <p14:cNvContentPartPr/>
              <p14:nvPr/>
            </p14:nvContentPartPr>
            <p14:xfrm>
              <a:off x="3684240" y="1704960"/>
              <a:ext cx="1005480" cy="2394000"/>
            </p14:xfrm>
          </p:contentPart>
        </mc:Choice>
        <mc:Fallback>
          <p:pic>
            <p:nvPicPr>
              <p:cNvPr id="2" name="Ink 1">
                <a:extLst>
                  <a:ext uri="{FF2B5EF4-FFF2-40B4-BE49-F238E27FC236}">
                    <a16:creationId xmlns:a16="http://schemas.microsoft.com/office/drawing/2014/main" id="{65B9DD04-FA94-D4DB-0D9E-DAA66D30F18A}"/>
                  </a:ext>
                </a:extLst>
              </p:cNvPr>
              <p:cNvPicPr/>
              <p:nvPr/>
            </p:nvPicPr>
            <p:blipFill>
              <a:blip r:embed="rId4"/>
              <a:stretch>
                <a:fillRect/>
              </a:stretch>
            </p:blipFill>
            <p:spPr>
              <a:xfrm>
                <a:off x="3674880" y="1695600"/>
                <a:ext cx="1024200" cy="2412720"/>
              </a:xfrm>
              <a:prstGeom prst="rect">
                <a:avLst/>
              </a:prstGeom>
            </p:spPr>
          </p:pic>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0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Point Estimate</a:t>
            </a:r>
            <a:endParaRPr/>
          </a:p>
        </p:txBody>
      </p:sp>
      <p:sp>
        <p:nvSpPr>
          <p:cNvPr id="650" name="Google Shape;650;p100"/>
          <p:cNvSpPr txBox="1">
            <a:spLocks noGrp="1"/>
          </p:cNvSpPr>
          <p:nvPr>
            <p:ph type="body" idx="1"/>
          </p:nvPr>
        </p:nvSpPr>
        <p:spPr>
          <a:xfrm>
            <a:off x="857250" y="1600200"/>
            <a:ext cx="10928400" cy="40464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A </a:t>
            </a:r>
            <a:r>
              <a:rPr lang="en-US" sz="2800" b="1" i="0" u="none">
                <a:solidFill>
                  <a:schemeClr val="dk1"/>
                </a:solidFill>
                <a:latin typeface="Calibri"/>
                <a:ea typeface="Calibri"/>
                <a:cs typeface="Calibri"/>
                <a:sym typeface="Calibri"/>
              </a:rPr>
              <a:t>point estimate </a:t>
            </a:r>
            <a:r>
              <a:rPr lang="en-US" sz="2800" b="0" i="0" u="none">
                <a:solidFill>
                  <a:schemeClr val="dk1"/>
                </a:solidFill>
                <a:latin typeface="Calibri"/>
                <a:ea typeface="Calibri"/>
                <a:cs typeface="Calibri"/>
                <a:sym typeface="Calibri"/>
              </a:rPr>
              <a:t>is a statistic taken from a sample that is used to estimate a population parameter.</a:t>
            </a:r>
            <a:endParaRPr/>
          </a:p>
          <a:p>
            <a:pPr marL="228600" lvl="0" indent="-50800" algn="just"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A point estimate is only as good as the representativeness of its sample. </a:t>
            </a:r>
            <a:endParaRPr/>
          </a:p>
          <a:p>
            <a:pPr marL="228600" lvl="0" indent="-50800" algn="just" rtl="0">
              <a:lnSpc>
                <a:spcPct val="90000"/>
              </a:lnSpc>
              <a:spcBef>
                <a:spcPts val="100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If other random samples are taken from the population, the point estimates derived from those samples are likely to vary.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0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Terminology and Notations</a:t>
            </a:r>
            <a:endParaRPr/>
          </a:p>
        </p:txBody>
      </p:sp>
      <p:sp>
        <p:nvSpPr>
          <p:cNvPr id="656" name="Google Shape;656;p101"/>
          <p:cNvSpPr txBox="1"/>
          <p:nvPr/>
        </p:nvSpPr>
        <p:spPr>
          <a:xfrm>
            <a:off x="360362" y="1155700"/>
            <a:ext cx="11556900" cy="5621400"/>
          </a:xfrm>
          <a:prstGeom prst="rect">
            <a:avLst/>
          </a:prstGeom>
          <a:noFill/>
          <a:ln>
            <a:noFill/>
          </a:ln>
        </p:spPr>
        <p:txBody>
          <a:bodyPr spcFirstLastPara="1" wrap="square" lIns="108350" tIns="54175" rIns="108350" bIns="54175" anchor="t" anchorCtr="0">
            <a:noAutofit/>
          </a:bodyPr>
          <a:lstStyle/>
          <a:p>
            <a:pPr marL="406400" marR="0" lvl="0" indent="-406400" algn="l" rtl="0">
              <a:lnSpc>
                <a:spcPct val="9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    </a:t>
            </a:r>
            <a:endParaRPr/>
          </a:p>
        </p:txBody>
      </p:sp>
      <p:grpSp>
        <p:nvGrpSpPr>
          <p:cNvPr id="657" name="Google Shape;657;p101"/>
          <p:cNvGrpSpPr/>
          <p:nvPr/>
        </p:nvGrpSpPr>
        <p:grpSpPr>
          <a:xfrm>
            <a:off x="7170739" y="2760746"/>
            <a:ext cx="806431" cy="493719"/>
            <a:chOff x="1841500" y="6972300"/>
            <a:chExt cx="2058797" cy="571500"/>
          </a:xfrm>
        </p:grpSpPr>
        <p:sp>
          <p:nvSpPr>
            <p:cNvPr id="658" name="Google Shape;658;p101"/>
            <p:cNvSpPr/>
            <p:nvPr/>
          </p:nvSpPr>
          <p:spPr>
            <a:xfrm>
              <a:off x="1841500" y="6972300"/>
              <a:ext cx="1941300" cy="571500"/>
            </a:xfrm>
            <a:prstGeom prst="homePlate">
              <a:avLst>
                <a:gd name="adj" fmla="val 18421"/>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59" name="Google Shape;659;p101"/>
            <p:cNvSpPr txBox="1"/>
            <p:nvPr/>
          </p:nvSpPr>
          <p:spPr>
            <a:xfrm>
              <a:off x="1910397" y="7066018"/>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60" name="Google Shape;660;p101"/>
          <p:cNvSpPr/>
          <p:nvPr/>
        </p:nvSpPr>
        <p:spPr>
          <a:xfrm>
            <a:off x="534987" y="2684462"/>
            <a:ext cx="2971800" cy="628650"/>
          </a:xfrm>
          <a:custGeom>
            <a:avLst/>
            <a:gdLst/>
            <a:ahLst/>
            <a:cxnLst/>
            <a:rect l="l" t="t" r="r" b="b"/>
            <a:pathLst>
              <a:path w="2971800" h="628650" extrusionOk="0">
                <a:moveTo>
                  <a:pt x="0" y="0"/>
                </a:moveTo>
                <a:lnTo>
                  <a:pt x="2971800" y="0"/>
                </a:lnTo>
                <a:lnTo>
                  <a:pt x="2971800" y="0"/>
                </a:lnTo>
                <a:lnTo>
                  <a:pt x="2971800" y="628650"/>
                </a:lnTo>
                <a:lnTo>
                  <a:pt x="2971800"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Mean</a:t>
            </a:r>
            <a:endParaRPr/>
          </a:p>
        </p:txBody>
      </p:sp>
      <p:sp>
        <p:nvSpPr>
          <p:cNvPr id="661" name="Google Shape;661;p101"/>
          <p:cNvSpPr/>
          <p:nvPr/>
        </p:nvSpPr>
        <p:spPr>
          <a:xfrm>
            <a:off x="9169400" y="2684462"/>
            <a:ext cx="954088" cy="628650"/>
          </a:xfrm>
          <a:custGeom>
            <a:avLst/>
            <a:gdLst/>
            <a:ahLst/>
            <a:cxnLst/>
            <a:rect l="l" t="t" r="r" b="b"/>
            <a:pathLst>
              <a:path w="954088" h="628650" extrusionOk="0">
                <a:moveTo>
                  <a:pt x="0" y="0"/>
                </a:moveTo>
                <a:lnTo>
                  <a:pt x="954088" y="0"/>
                </a:lnTo>
                <a:lnTo>
                  <a:pt x="954088" y="0"/>
                </a:lnTo>
                <a:lnTo>
                  <a:pt x="954088" y="628650"/>
                </a:lnTo>
                <a:lnTo>
                  <a:pt x="954088"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µ</a:t>
            </a:r>
            <a:endParaRPr/>
          </a:p>
        </p:txBody>
      </p:sp>
      <p:sp>
        <p:nvSpPr>
          <p:cNvPr id="662" name="Google Shape;662;p101"/>
          <p:cNvSpPr/>
          <p:nvPr/>
        </p:nvSpPr>
        <p:spPr>
          <a:xfrm>
            <a:off x="5014912" y="2728912"/>
            <a:ext cx="1131887" cy="630237"/>
          </a:xfrm>
          <a:custGeom>
            <a:avLst/>
            <a:gdLst/>
            <a:ahLst/>
            <a:cxnLst/>
            <a:rect l="l" t="t" r="r" b="b"/>
            <a:pathLst>
              <a:path w="1131887" h="630237" extrusionOk="0">
                <a:moveTo>
                  <a:pt x="0" y="0"/>
                </a:moveTo>
                <a:lnTo>
                  <a:pt x="1131887" y="0"/>
                </a:lnTo>
                <a:lnTo>
                  <a:pt x="1131887" y="0"/>
                </a:lnTo>
                <a:lnTo>
                  <a:pt x="1131887" y="630237"/>
                </a:lnTo>
                <a:lnTo>
                  <a:pt x="1131887" y="630237"/>
                </a:lnTo>
                <a:lnTo>
                  <a:pt x="0" y="630237"/>
                </a:lnTo>
                <a:lnTo>
                  <a:pt x="0" y="630237"/>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x</a:t>
            </a:r>
            <a:endParaRPr/>
          </a:p>
        </p:txBody>
      </p:sp>
      <p:cxnSp>
        <p:nvCxnSpPr>
          <p:cNvPr id="663" name="Google Shape;663;p101"/>
          <p:cNvCxnSpPr/>
          <p:nvPr/>
        </p:nvCxnSpPr>
        <p:spPr>
          <a:xfrm>
            <a:off x="5402262" y="2962275"/>
            <a:ext cx="357300" cy="0"/>
          </a:xfrm>
          <a:prstGeom prst="straightConnector1">
            <a:avLst/>
          </a:prstGeom>
          <a:noFill/>
          <a:ln w="50800" cap="flat" cmpd="sng">
            <a:solidFill>
              <a:srgbClr val="0000FF"/>
            </a:solidFill>
            <a:prstDash val="solid"/>
            <a:miter lim="800000"/>
            <a:headEnd type="none" w="med" len="med"/>
            <a:tailEnd type="none" w="med" len="med"/>
          </a:ln>
        </p:spPr>
      </p:cxnSp>
      <p:sp>
        <p:nvSpPr>
          <p:cNvPr id="664" name="Google Shape;664;p101"/>
          <p:cNvSpPr/>
          <p:nvPr/>
        </p:nvSpPr>
        <p:spPr>
          <a:xfrm>
            <a:off x="566737" y="1079500"/>
            <a:ext cx="2971800" cy="1211263"/>
          </a:xfrm>
          <a:custGeom>
            <a:avLst/>
            <a:gdLst/>
            <a:ahLst/>
            <a:cxnLst/>
            <a:rect l="l" t="t" r="r" b="b"/>
            <a:pathLst>
              <a:path w="2971800" h="1211263" extrusionOk="0">
                <a:moveTo>
                  <a:pt x="0" y="0"/>
                </a:moveTo>
                <a:lnTo>
                  <a:pt x="2971800" y="0"/>
                </a:lnTo>
                <a:lnTo>
                  <a:pt x="2971800" y="0"/>
                </a:lnTo>
                <a:lnTo>
                  <a:pt x="2971800" y="1211263"/>
                </a:lnTo>
                <a:lnTo>
                  <a:pt x="2971800" y="1211263"/>
                </a:lnTo>
                <a:lnTo>
                  <a:pt x="0" y="1211263"/>
                </a:lnTo>
                <a:lnTo>
                  <a:pt x="0" y="12112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Statistical measure</a:t>
            </a:r>
            <a:endParaRPr/>
          </a:p>
        </p:txBody>
      </p:sp>
      <p:sp>
        <p:nvSpPr>
          <p:cNvPr id="665" name="Google Shape;665;p101"/>
          <p:cNvSpPr/>
          <p:nvPr/>
        </p:nvSpPr>
        <p:spPr>
          <a:xfrm>
            <a:off x="4389437" y="1081087"/>
            <a:ext cx="2971800" cy="1212850"/>
          </a:xfrm>
          <a:custGeom>
            <a:avLst/>
            <a:gdLst/>
            <a:ahLst/>
            <a:cxnLst/>
            <a:rect l="l" t="t" r="r" b="b"/>
            <a:pathLst>
              <a:path w="2971800" h="1212850" extrusionOk="0">
                <a:moveTo>
                  <a:pt x="0" y="0"/>
                </a:moveTo>
                <a:lnTo>
                  <a:pt x="2971800" y="0"/>
                </a:lnTo>
                <a:lnTo>
                  <a:pt x="2971800" y="0"/>
                </a:lnTo>
                <a:lnTo>
                  <a:pt x="2971800" y="1212850"/>
                </a:lnTo>
                <a:lnTo>
                  <a:pt x="2971800" y="1212850"/>
                </a:lnTo>
                <a:lnTo>
                  <a:pt x="0" y="1212850"/>
                </a:lnTo>
                <a:lnTo>
                  <a:pt x="0" y="12128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Sample</a:t>
            </a:r>
            <a:endParaRPr/>
          </a:p>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estimates</a:t>
            </a:r>
            <a:endParaRPr/>
          </a:p>
        </p:txBody>
      </p:sp>
      <p:sp>
        <p:nvSpPr>
          <p:cNvPr id="666" name="Google Shape;666;p101"/>
          <p:cNvSpPr/>
          <p:nvPr/>
        </p:nvSpPr>
        <p:spPr>
          <a:xfrm>
            <a:off x="8382000" y="1082675"/>
            <a:ext cx="2971800" cy="1214438"/>
          </a:xfrm>
          <a:custGeom>
            <a:avLst/>
            <a:gdLst/>
            <a:ahLst/>
            <a:cxnLst/>
            <a:rect l="l" t="t" r="r" b="b"/>
            <a:pathLst>
              <a:path w="2971800" h="1214438" extrusionOk="0">
                <a:moveTo>
                  <a:pt x="0" y="0"/>
                </a:moveTo>
                <a:lnTo>
                  <a:pt x="2971800" y="0"/>
                </a:lnTo>
                <a:lnTo>
                  <a:pt x="2971800" y="0"/>
                </a:lnTo>
                <a:lnTo>
                  <a:pt x="2971800" y="1214438"/>
                </a:lnTo>
                <a:lnTo>
                  <a:pt x="2971800" y="1214438"/>
                </a:lnTo>
                <a:lnTo>
                  <a:pt x="0" y="1214438"/>
                </a:lnTo>
                <a:lnTo>
                  <a:pt x="0" y="1214438"/>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Population parameter</a:t>
            </a:r>
            <a:endParaRPr/>
          </a:p>
        </p:txBody>
      </p:sp>
      <p:grpSp>
        <p:nvGrpSpPr>
          <p:cNvPr id="667" name="Google Shape;667;p101"/>
          <p:cNvGrpSpPr/>
          <p:nvPr/>
        </p:nvGrpSpPr>
        <p:grpSpPr>
          <a:xfrm>
            <a:off x="7158039" y="3697371"/>
            <a:ext cx="806431" cy="493719"/>
            <a:chOff x="1841500" y="6972300"/>
            <a:chExt cx="2058797" cy="571500"/>
          </a:xfrm>
        </p:grpSpPr>
        <p:sp>
          <p:nvSpPr>
            <p:cNvPr id="668" name="Google Shape;668;p101"/>
            <p:cNvSpPr/>
            <p:nvPr/>
          </p:nvSpPr>
          <p:spPr>
            <a:xfrm>
              <a:off x="1841500" y="6972300"/>
              <a:ext cx="1941300" cy="571500"/>
            </a:xfrm>
            <a:prstGeom prst="homePlate">
              <a:avLst>
                <a:gd name="adj" fmla="val 18421"/>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69" name="Google Shape;669;p101"/>
            <p:cNvSpPr txBox="1"/>
            <p:nvPr/>
          </p:nvSpPr>
          <p:spPr>
            <a:xfrm>
              <a:off x="1910397" y="7066018"/>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70" name="Google Shape;670;p101"/>
          <p:cNvSpPr/>
          <p:nvPr/>
        </p:nvSpPr>
        <p:spPr>
          <a:xfrm>
            <a:off x="522287" y="3621087"/>
            <a:ext cx="2971800" cy="627062"/>
          </a:xfrm>
          <a:custGeom>
            <a:avLst/>
            <a:gdLst/>
            <a:ahLst/>
            <a:cxnLst/>
            <a:rect l="l" t="t" r="r" b="b"/>
            <a:pathLst>
              <a:path w="2971800" h="627062" extrusionOk="0">
                <a:moveTo>
                  <a:pt x="0" y="0"/>
                </a:moveTo>
                <a:lnTo>
                  <a:pt x="2971800" y="0"/>
                </a:lnTo>
                <a:lnTo>
                  <a:pt x="2971800" y="0"/>
                </a:lnTo>
                <a:lnTo>
                  <a:pt x="2971800" y="627062"/>
                </a:lnTo>
                <a:lnTo>
                  <a:pt x="29718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Variance</a:t>
            </a:r>
            <a:endParaRPr/>
          </a:p>
        </p:txBody>
      </p:sp>
      <p:sp>
        <p:nvSpPr>
          <p:cNvPr id="671" name="Google Shape;671;p101"/>
          <p:cNvSpPr/>
          <p:nvPr/>
        </p:nvSpPr>
        <p:spPr>
          <a:xfrm>
            <a:off x="9158287" y="3621087"/>
            <a:ext cx="952500" cy="627062"/>
          </a:xfrm>
          <a:custGeom>
            <a:avLst/>
            <a:gdLst/>
            <a:ahLst/>
            <a:cxnLst/>
            <a:rect l="l" t="t" r="r" b="b"/>
            <a:pathLst>
              <a:path w="952500" h="627062" extrusionOk="0">
                <a:moveTo>
                  <a:pt x="0" y="0"/>
                </a:moveTo>
                <a:lnTo>
                  <a:pt x="952500" y="0"/>
                </a:lnTo>
                <a:lnTo>
                  <a:pt x="952500" y="0"/>
                </a:lnTo>
                <a:lnTo>
                  <a:pt x="952500" y="627062"/>
                </a:lnTo>
                <a:lnTo>
                  <a:pt x="9525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3800"/>
              <a:buFont typeface="Helvetica Neue"/>
              <a:buNone/>
            </a:pPr>
            <a:r>
              <a:rPr lang="en-US" sz="3800" b="1" i="0" u="none">
                <a:solidFill>
                  <a:srgbClr val="FF0000"/>
                </a:solidFill>
                <a:latin typeface="Helvetica Neue"/>
                <a:ea typeface="Helvetica Neue"/>
                <a:cs typeface="Helvetica Neue"/>
                <a:sym typeface="Helvetica Neue"/>
              </a:rPr>
              <a:t>σ</a:t>
            </a:r>
            <a:r>
              <a:rPr lang="en-US" sz="3800" b="1" i="0" u="none" baseline="30000">
                <a:solidFill>
                  <a:srgbClr val="FF0000"/>
                </a:solidFill>
                <a:latin typeface="Helvetica Neue"/>
                <a:ea typeface="Helvetica Neue"/>
                <a:cs typeface="Helvetica Neue"/>
                <a:sym typeface="Helvetica Neue"/>
              </a:rPr>
              <a:t>2</a:t>
            </a:r>
            <a:endParaRPr/>
          </a:p>
        </p:txBody>
      </p:sp>
      <p:sp>
        <p:nvSpPr>
          <p:cNvPr id="672" name="Google Shape;672;p101"/>
          <p:cNvSpPr/>
          <p:nvPr/>
        </p:nvSpPr>
        <p:spPr>
          <a:xfrm>
            <a:off x="5003800" y="3665537"/>
            <a:ext cx="1131888" cy="628650"/>
          </a:xfrm>
          <a:custGeom>
            <a:avLst/>
            <a:gdLst/>
            <a:ahLst/>
            <a:cxnLst/>
            <a:rect l="l" t="t" r="r" b="b"/>
            <a:pathLst>
              <a:path w="1131888" h="628650" extrusionOk="0">
                <a:moveTo>
                  <a:pt x="0" y="0"/>
                </a:moveTo>
                <a:lnTo>
                  <a:pt x="1131888" y="0"/>
                </a:lnTo>
                <a:lnTo>
                  <a:pt x="1131888" y="0"/>
                </a:lnTo>
                <a:lnTo>
                  <a:pt x="1131888" y="628650"/>
                </a:lnTo>
                <a:lnTo>
                  <a:pt x="1131888"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s</a:t>
            </a:r>
            <a:r>
              <a:rPr lang="en-US" sz="3800" b="1" i="0" u="none" baseline="30000">
                <a:solidFill>
                  <a:srgbClr val="0000FF"/>
                </a:solidFill>
                <a:latin typeface="Helvetica Neue"/>
                <a:ea typeface="Helvetica Neue"/>
                <a:cs typeface="Helvetica Neue"/>
                <a:sym typeface="Helvetica Neue"/>
              </a:rPr>
              <a:t>2</a:t>
            </a:r>
            <a:endParaRPr/>
          </a:p>
        </p:txBody>
      </p:sp>
      <p:grpSp>
        <p:nvGrpSpPr>
          <p:cNvPr id="673" name="Google Shape;673;p101"/>
          <p:cNvGrpSpPr/>
          <p:nvPr/>
        </p:nvGrpSpPr>
        <p:grpSpPr>
          <a:xfrm>
            <a:off x="7146874" y="4689559"/>
            <a:ext cx="804838" cy="493719"/>
            <a:chOff x="1841500" y="6972300"/>
            <a:chExt cx="2058936" cy="571500"/>
          </a:xfrm>
        </p:grpSpPr>
        <p:sp>
          <p:nvSpPr>
            <p:cNvPr id="674" name="Google Shape;674;p101"/>
            <p:cNvSpPr/>
            <p:nvPr/>
          </p:nvSpPr>
          <p:spPr>
            <a:xfrm>
              <a:off x="1841500" y="6972300"/>
              <a:ext cx="1941000" cy="571500"/>
            </a:xfrm>
            <a:prstGeom prst="homePlate">
              <a:avLst>
                <a:gd name="adj" fmla="val 18420"/>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75" name="Google Shape;675;p101"/>
            <p:cNvSpPr txBox="1"/>
            <p:nvPr/>
          </p:nvSpPr>
          <p:spPr>
            <a:xfrm>
              <a:off x="1910536" y="7066019"/>
              <a:ext cx="1989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76" name="Google Shape;676;p101"/>
          <p:cNvSpPr/>
          <p:nvPr/>
        </p:nvSpPr>
        <p:spPr>
          <a:xfrm>
            <a:off x="509587" y="4613275"/>
            <a:ext cx="2971800" cy="627063"/>
          </a:xfrm>
          <a:custGeom>
            <a:avLst/>
            <a:gdLst/>
            <a:ahLst/>
            <a:cxnLst/>
            <a:rect l="l" t="t" r="r" b="b"/>
            <a:pathLst>
              <a:path w="2971800" h="627063" extrusionOk="0">
                <a:moveTo>
                  <a:pt x="0" y="0"/>
                </a:moveTo>
                <a:lnTo>
                  <a:pt x="2971800" y="0"/>
                </a:lnTo>
                <a:lnTo>
                  <a:pt x="2971800" y="0"/>
                </a:lnTo>
                <a:lnTo>
                  <a:pt x="2971800" y="627063"/>
                </a:lnTo>
                <a:lnTo>
                  <a:pt x="2971800" y="627063"/>
                </a:lnTo>
                <a:lnTo>
                  <a:pt x="0" y="627063"/>
                </a:lnTo>
                <a:lnTo>
                  <a:pt x="0" y="6270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Proportion</a:t>
            </a:r>
            <a:endParaRPr/>
          </a:p>
        </p:txBody>
      </p:sp>
      <p:sp>
        <p:nvSpPr>
          <p:cNvPr id="677" name="Google Shape;677;p101"/>
          <p:cNvSpPr/>
          <p:nvPr/>
        </p:nvSpPr>
        <p:spPr>
          <a:xfrm>
            <a:off x="9145587" y="4613275"/>
            <a:ext cx="954087" cy="627063"/>
          </a:xfrm>
          <a:custGeom>
            <a:avLst/>
            <a:gdLst/>
            <a:ahLst/>
            <a:cxnLst/>
            <a:rect l="l" t="t" r="r" b="b"/>
            <a:pathLst>
              <a:path w="954087" h="627063" extrusionOk="0">
                <a:moveTo>
                  <a:pt x="0" y="0"/>
                </a:moveTo>
                <a:lnTo>
                  <a:pt x="954087" y="0"/>
                </a:lnTo>
                <a:lnTo>
                  <a:pt x="954087" y="0"/>
                </a:lnTo>
                <a:lnTo>
                  <a:pt x="954087" y="627063"/>
                </a:lnTo>
                <a:lnTo>
                  <a:pt x="954087" y="627063"/>
                </a:lnTo>
                <a:lnTo>
                  <a:pt x="0" y="627063"/>
                </a:lnTo>
                <a:lnTo>
                  <a:pt x="0" y="627063"/>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P</a:t>
            </a:r>
            <a:endParaRPr/>
          </a:p>
        </p:txBody>
      </p:sp>
      <p:sp>
        <p:nvSpPr>
          <p:cNvPr id="678" name="Google Shape;678;p101"/>
          <p:cNvSpPr/>
          <p:nvPr/>
        </p:nvSpPr>
        <p:spPr>
          <a:xfrm>
            <a:off x="4990802" y="4658265"/>
            <a:ext cx="1132800" cy="629700"/>
          </a:xfrm>
          <a:prstGeom prst="round2DiagRect">
            <a:avLst>
              <a:gd name="adj1" fmla="val 0"/>
              <a:gd name="adj2" fmla="val 0"/>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800"/>
              <a:buFont typeface="Calibri"/>
              <a:buNone/>
            </a:pPr>
            <a:r>
              <a:rPr lang="en-US" sz="1800" b="0" i="0" u="none" strike="noStrike" cap="none">
                <a:latin typeface="Calibri"/>
                <a:ea typeface="Calibri"/>
                <a:cs typeface="Calibri"/>
                <a:sym typeface="Calibri"/>
              </a:rPr>
              <a:t> </a:t>
            </a:r>
            <a:endParaRPr/>
          </a:p>
        </p:txBody>
      </p:sp>
      <p:grpSp>
        <p:nvGrpSpPr>
          <p:cNvPr id="679" name="Google Shape;679;p101"/>
          <p:cNvGrpSpPr/>
          <p:nvPr/>
        </p:nvGrpSpPr>
        <p:grpSpPr>
          <a:xfrm>
            <a:off x="7135892" y="5726196"/>
            <a:ext cx="803332" cy="493719"/>
            <a:chOff x="1841500" y="6972300"/>
            <a:chExt cx="2058770" cy="571500"/>
          </a:xfrm>
        </p:grpSpPr>
        <p:sp>
          <p:nvSpPr>
            <p:cNvPr id="680" name="Google Shape;680;p101"/>
            <p:cNvSpPr/>
            <p:nvPr/>
          </p:nvSpPr>
          <p:spPr>
            <a:xfrm>
              <a:off x="1841500" y="6972300"/>
              <a:ext cx="1941000" cy="571500"/>
            </a:xfrm>
            <a:prstGeom prst="homePlate">
              <a:avLst>
                <a:gd name="adj" fmla="val 18420"/>
              </a:avLst>
            </a:prstGeom>
            <a:solidFill>
              <a:srgbClr val="FFF2CC"/>
            </a:solidFill>
            <a:ln w="12700" cap="flat" cmpd="sng">
              <a:solidFill>
                <a:srgbClr val="2F52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81" name="Google Shape;681;p101"/>
            <p:cNvSpPr txBox="1"/>
            <p:nvPr/>
          </p:nvSpPr>
          <p:spPr>
            <a:xfrm>
              <a:off x="1910670" y="7066018"/>
              <a:ext cx="19896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682" name="Google Shape;682;p101"/>
          <p:cNvSpPr/>
          <p:nvPr/>
        </p:nvSpPr>
        <p:spPr>
          <a:xfrm>
            <a:off x="498475" y="5649912"/>
            <a:ext cx="2971800" cy="627062"/>
          </a:xfrm>
          <a:custGeom>
            <a:avLst/>
            <a:gdLst/>
            <a:ahLst/>
            <a:cxnLst/>
            <a:rect l="l" t="t" r="r" b="b"/>
            <a:pathLst>
              <a:path w="2971800" h="627062" extrusionOk="0">
                <a:moveTo>
                  <a:pt x="0" y="0"/>
                </a:moveTo>
                <a:lnTo>
                  <a:pt x="2971800" y="0"/>
                </a:lnTo>
                <a:lnTo>
                  <a:pt x="2971800" y="0"/>
                </a:lnTo>
                <a:lnTo>
                  <a:pt x="2971800" y="627062"/>
                </a:lnTo>
                <a:lnTo>
                  <a:pt x="2971800"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chemeClr val="dk1"/>
              </a:buClr>
              <a:buSzPts val="3800"/>
              <a:buFont typeface="Helvetica Neue"/>
              <a:buNone/>
            </a:pPr>
            <a:r>
              <a:rPr lang="en-US" sz="3800" b="1" i="0" u="none">
                <a:solidFill>
                  <a:schemeClr val="dk1"/>
                </a:solidFill>
                <a:latin typeface="Helvetica Neue"/>
                <a:ea typeface="Helvetica Neue"/>
                <a:cs typeface="Helvetica Neue"/>
                <a:sym typeface="Helvetica Neue"/>
              </a:rPr>
              <a:t>Correlation</a:t>
            </a:r>
            <a:endParaRPr/>
          </a:p>
        </p:txBody>
      </p:sp>
      <p:sp>
        <p:nvSpPr>
          <p:cNvPr id="683" name="Google Shape;683;p101"/>
          <p:cNvSpPr/>
          <p:nvPr/>
        </p:nvSpPr>
        <p:spPr>
          <a:xfrm>
            <a:off x="9134475" y="5649912"/>
            <a:ext cx="954088" cy="627062"/>
          </a:xfrm>
          <a:custGeom>
            <a:avLst/>
            <a:gdLst/>
            <a:ahLst/>
            <a:cxnLst/>
            <a:rect l="l" t="t" r="r" b="b"/>
            <a:pathLst>
              <a:path w="954088" h="627062" extrusionOk="0">
                <a:moveTo>
                  <a:pt x="0" y="0"/>
                </a:moveTo>
                <a:lnTo>
                  <a:pt x="954088" y="0"/>
                </a:lnTo>
                <a:lnTo>
                  <a:pt x="954088" y="0"/>
                </a:lnTo>
                <a:lnTo>
                  <a:pt x="954088" y="627062"/>
                </a:lnTo>
                <a:lnTo>
                  <a:pt x="954088" y="627062"/>
                </a:lnTo>
                <a:lnTo>
                  <a:pt x="0" y="627062"/>
                </a:lnTo>
                <a:lnTo>
                  <a:pt x="0" y="627062"/>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3800"/>
              <a:buFont typeface="Helvetica Neue"/>
              <a:buNone/>
            </a:pPr>
            <a:r>
              <a:rPr lang="en-US" sz="3800" b="1" i="0" u="none">
                <a:solidFill>
                  <a:srgbClr val="C00000"/>
                </a:solidFill>
                <a:latin typeface="Helvetica Neue"/>
                <a:ea typeface="Helvetica Neue"/>
                <a:cs typeface="Helvetica Neue"/>
                <a:sym typeface="Helvetica Neue"/>
              </a:rPr>
              <a:t>ρ</a:t>
            </a:r>
            <a:endParaRPr/>
          </a:p>
        </p:txBody>
      </p:sp>
      <p:sp>
        <p:nvSpPr>
          <p:cNvPr id="684" name="Google Shape;684;p101"/>
          <p:cNvSpPr/>
          <p:nvPr/>
        </p:nvSpPr>
        <p:spPr>
          <a:xfrm>
            <a:off x="4979987" y="5694362"/>
            <a:ext cx="1131887" cy="628650"/>
          </a:xfrm>
          <a:custGeom>
            <a:avLst/>
            <a:gdLst/>
            <a:ahLst/>
            <a:cxnLst/>
            <a:rect l="l" t="t" r="r" b="b"/>
            <a:pathLst>
              <a:path w="1131887" h="628650" extrusionOk="0">
                <a:moveTo>
                  <a:pt x="0" y="0"/>
                </a:moveTo>
                <a:lnTo>
                  <a:pt x="1131887" y="0"/>
                </a:lnTo>
                <a:lnTo>
                  <a:pt x="1131887" y="0"/>
                </a:lnTo>
                <a:lnTo>
                  <a:pt x="1131887" y="628650"/>
                </a:lnTo>
                <a:lnTo>
                  <a:pt x="1131887" y="628650"/>
                </a:lnTo>
                <a:lnTo>
                  <a:pt x="0" y="628650"/>
                </a:lnTo>
                <a:lnTo>
                  <a:pt x="0" y="628650"/>
                </a:lnTo>
                <a:lnTo>
                  <a:pt x="0" y="0"/>
                </a:lnTo>
                <a:lnTo>
                  <a:pt x="0" y="0"/>
                </a:lnTo>
                <a:close/>
              </a:path>
            </a:pathLst>
          </a:custGeom>
          <a:solidFill>
            <a:srgbClr val="FFE699"/>
          </a:solidFill>
          <a:ln>
            <a:noFill/>
          </a:ln>
          <a:effectLst>
            <a:outerShdw blurRad="63500" dist="19050" dir="5400000">
              <a:srgbClr val="000000">
                <a:alpha val="62750"/>
              </a:srgbClr>
            </a:outerShdw>
          </a:effectLst>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FF"/>
              </a:buClr>
              <a:buSzPts val="3800"/>
              <a:buFont typeface="Helvetica Neue"/>
              <a:buNone/>
            </a:pPr>
            <a:r>
              <a:rPr lang="en-US" sz="3800" b="1" i="0" u="none">
                <a:solidFill>
                  <a:srgbClr val="0000FF"/>
                </a:solidFill>
                <a:latin typeface="Helvetica Neue"/>
                <a:ea typeface="Helvetica Neue"/>
                <a:cs typeface="Helvetica Neue"/>
                <a:sym typeface="Helvetica Neue"/>
              </a:rPr>
              <a:t>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animEffect transition="in" filter="fade">
                                      <p:cBhvr>
                                        <p:cTn id="7" dur="500"/>
                                        <p:tgtEl>
                                          <p:spTgt spid="664"/>
                                        </p:tgtEl>
                                      </p:cBhvr>
                                    </p:animEffect>
                                  </p:childTnLst>
                                </p:cTn>
                              </p:par>
                              <p:par>
                                <p:cTn id="8" presetID="10" presetClass="entr" presetSubtype="0"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Effect transition="in" filter="fade">
                                      <p:cBhvr>
                                        <p:cTn id="10" dur="500"/>
                                        <p:tgtEl>
                                          <p:spTgt spid="665"/>
                                        </p:tgtEl>
                                      </p:cBhvr>
                                    </p:animEffect>
                                  </p:childTnLst>
                                </p:cTn>
                              </p:par>
                              <p:par>
                                <p:cTn id="11" presetID="10" presetClass="entr" presetSubtype="0" fill="hold" nodeType="withEffect">
                                  <p:stCondLst>
                                    <p:cond delay="0"/>
                                  </p:stCondLst>
                                  <p:childTnLst>
                                    <p:set>
                                      <p:cBhvr>
                                        <p:cTn id="12" dur="1" fill="hold">
                                          <p:stCondLst>
                                            <p:cond delay="0"/>
                                          </p:stCondLst>
                                        </p:cTn>
                                        <p:tgtEl>
                                          <p:spTgt spid="666"/>
                                        </p:tgtEl>
                                        <p:attrNameLst>
                                          <p:attrName>style.visibility</p:attrName>
                                        </p:attrNameLst>
                                      </p:cBhvr>
                                      <p:to>
                                        <p:strVal val="visible"/>
                                      </p:to>
                                    </p:set>
                                    <p:animEffect transition="in" filter="fade">
                                      <p:cBhvr>
                                        <p:cTn id="13" dur="500"/>
                                        <p:tgtEl>
                                          <p:spTgt spid="66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60"/>
                                        </p:tgtEl>
                                        <p:attrNameLst>
                                          <p:attrName>style.visibility</p:attrName>
                                        </p:attrNameLst>
                                      </p:cBhvr>
                                      <p:to>
                                        <p:strVal val="visible"/>
                                      </p:to>
                                    </p:set>
                                    <p:animEffect transition="in" filter="fade">
                                      <p:cBhvr>
                                        <p:cTn id="18" dur="500"/>
                                        <p:tgtEl>
                                          <p:spTgt spid="660"/>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662"/>
                                        </p:tgtEl>
                                        <p:attrNameLst>
                                          <p:attrName>style.visibility</p:attrName>
                                        </p:attrNameLst>
                                      </p:cBhvr>
                                      <p:to>
                                        <p:strVal val="visible"/>
                                      </p:to>
                                    </p:set>
                                    <p:animEffect transition="in" filter="fade">
                                      <p:cBhvr>
                                        <p:cTn id="22" dur="500"/>
                                        <p:tgtEl>
                                          <p:spTgt spid="662"/>
                                        </p:tgtEl>
                                      </p:cBhvr>
                                    </p:animEffect>
                                  </p:childTnLst>
                                </p:cTn>
                              </p:par>
                              <p:par>
                                <p:cTn id="23" presetID="10" presetClass="entr" presetSubtype="0" fill="hold" nodeType="withEffect">
                                  <p:stCondLst>
                                    <p:cond delay="0"/>
                                  </p:stCondLst>
                                  <p:childTnLst>
                                    <p:set>
                                      <p:cBhvr>
                                        <p:cTn id="24" dur="1" fill="hold">
                                          <p:stCondLst>
                                            <p:cond delay="0"/>
                                          </p:stCondLst>
                                        </p:cTn>
                                        <p:tgtEl>
                                          <p:spTgt spid="663"/>
                                        </p:tgtEl>
                                        <p:attrNameLst>
                                          <p:attrName>style.visibility</p:attrName>
                                        </p:attrNameLst>
                                      </p:cBhvr>
                                      <p:to>
                                        <p:strVal val="visible"/>
                                      </p:to>
                                    </p:set>
                                    <p:animEffect transition="in" filter="fade">
                                      <p:cBhvr>
                                        <p:cTn id="25" dur="500"/>
                                        <p:tgtEl>
                                          <p:spTgt spid="663"/>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661"/>
                                        </p:tgtEl>
                                        <p:attrNameLst>
                                          <p:attrName>style.visibility</p:attrName>
                                        </p:attrNameLst>
                                      </p:cBhvr>
                                      <p:to>
                                        <p:strVal val="visible"/>
                                      </p:to>
                                    </p:set>
                                    <p:animEffect transition="in" filter="fade">
                                      <p:cBhvr>
                                        <p:cTn id="29" dur="500"/>
                                        <p:tgtEl>
                                          <p:spTgt spid="66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70"/>
                                        </p:tgtEl>
                                        <p:attrNameLst>
                                          <p:attrName>style.visibility</p:attrName>
                                        </p:attrNameLst>
                                      </p:cBhvr>
                                      <p:to>
                                        <p:strVal val="visible"/>
                                      </p:to>
                                    </p:set>
                                    <p:animEffect transition="in" filter="fade">
                                      <p:cBhvr>
                                        <p:cTn id="34" dur="500"/>
                                        <p:tgtEl>
                                          <p:spTgt spid="670"/>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672"/>
                                        </p:tgtEl>
                                        <p:attrNameLst>
                                          <p:attrName>style.visibility</p:attrName>
                                        </p:attrNameLst>
                                      </p:cBhvr>
                                      <p:to>
                                        <p:strVal val="visible"/>
                                      </p:to>
                                    </p:set>
                                    <p:animEffect transition="in" filter="fade">
                                      <p:cBhvr>
                                        <p:cTn id="38" dur="500"/>
                                        <p:tgtEl>
                                          <p:spTgt spid="672"/>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671"/>
                                        </p:tgtEl>
                                        <p:attrNameLst>
                                          <p:attrName>style.visibility</p:attrName>
                                        </p:attrNameLst>
                                      </p:cBhvr>
                                      <p:to>
                                        <p:strVal val="visible"/>
                                      </p:to>
                                    </p:set>
                                    <p:animEffect transition="in" filter="fade">
                                      <p:cBhvr>
                                        <p:cTn id="42" dur="500"/>
                                        <p:tgtEl>
                                          <p:spTgt spid="67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6"/>
                                        </p:tgtEl>
                                        <p:attrNameLst>
                                          <p:attrName>style.visibility</p:attrName>
                                        </p:attrNameLst>
                                      </p:cBhvr>
                                      <p:to>
                                        <p:strVal val="visible"/>
                                      </p:to>
                                    </p:set>
                                    <p:animEffect transition="in" filter="fade">
                                      <p:cBhvr>
                                        <p:cTn id="47" dur="500"/>
                                        <p:tgtEl>
                                          <p:spTgt spid="676"/>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677"/>
                                        </p:tgtEl>
                                        <p:attrNameLst>
                                          <p:attrName>style.visibility</p:attrName>
                                        </p:attrNameLst>
                                      </p:cBhvr>
                                      <p:to>
                                        <p:strVal val="visible"/>
                                      </p:to>
                                    </p:set>
                                    <p:animEffect transition="in" filter="fade">
                                      <p:cBhvr>
                                        <p:cTn id="51" dur="500"/>
                                        <p:tgtEl>
                                          <p:spTgt spid="67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82"/>
                                        </p:tgtEl>
                                        <p:attrNameLst>
                                          <p:attrName>style.visibility</p:attrName>
                                        </p:attrNameLst>
                                      </p:cBhvr>
                                      <p:to>
                                        <p:strVal val="visible"/>
                                      </p:to>
                                    </p:set>
                                    <p:animEffect transition="in" filter="fade">
                                      <p:cBhvr>
                                        <p:cTn id="56" dur="500"/>
                                        <p:tgtEl>
                                          <p:spTgt spid="682"/>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684"/>
                                        </p:tgtEl>
                                        <p:attrNameLst>
                                          <p:attrName>style.visibility</p:attrName>
                                        </p:attrNameLst>
                                      </p:cBhvr>
                                      <p:to>
                                        <p:strVal val="visible"/>
                                      </p:to>
                                    </p:set>
                                    <p:animEffect transition="in" filter="fade">
                                      <p:cBhvr>
                                        <p:cTn id="60" dur="500"/>
                                        <p:tgtEl>
                                          <p:spTgt spid="684"/>
                                        </p:tgtEl>
                                      </p:cBhvr>
                                    </p:animEffect>
                                  </p:childTnLst>
                                </p:cTn>
                              </p:par>
                            </p:childTnLst>
                          </p:cTn>
                        </p:par>
                        <p:par>
                          <p:cTn id="61" fill="hold">
                            <p:stCondLst>
                              <p:cond delay="1000"/>
                            </p:stCondLst>
                            <p:childTnLst>
                              <p:par>
                                <p:cTn id="62" presetID="10" presetClass="entr" presetSubtype="0" fill="hold" nodeType="afterEffect">
                                  <p:stCondLst>
                                    <p:cond delay="0"/>
                                  </p:stCondLst>
                                  <p:childTnLst>
                                    <p:set>
                                      <p:cBhvr>
                                        <p:cTn id="63" dur="1" fill="hold">
                                          <p:stCondLst>
                                            <p:cond delay="0"/>
                                          </p:stCondLst>
                                        </p:cTn>
                                        <p:tgtEl>
                                          <p:spTgt spid="683"/>
                                        </p:tgtEl>
                                        <p:attrNameLst>
                                          <p:attrName>style.visibility</p:attrName>
                                        </p:attrNameLst>
                                      </p:cBhvr>
                                      <p:to>
                                        <p:strVal val="visible"/>
                                      </p:to>
                                    </p:set>
                                    <p:animEffect transition="in" filter="fade">
                                      <p:cBhvr>
                                        <p:cTn id="64" dur="500"/>
                                        <p:tgtEl>
                                          <p:spTgt spid="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0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a:t>
            </a:r>
            <a:endParaRPr/>
          </a:p>
        </p:txBody>
      </p:sp>
      <p:pic>
        <p:nvPicPr>
          <p:cNvPr id="690" name="Google Shape;690;p102"/>
          <p:cNvPicPr preferRelativeResize="0"/>
          <p:nvPr/>
        </p:nvPicPr>
        <p:blipFill rotWithShape="1">
          <a:blip r:embed="rId3">
            <a:alphaModFix/>
          </a:blip>
          <a:srcRect/>
          <a:stretch/>
        </p:blipFill>
        <p:spPr>
          <a:xfrm>
            <a:off x="360362" y="1045029"/>
            <a:ext cx="11268074" cy="3472542"/>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2D389E9-42EE-208B-5188-6855E5ECCDBE}"/>
                  </a:ext>
                </a:extLst>
              </p14:cNvPr>
              <p14:cNvContentPartPr/>
              <p14:nvPr/>
            </p14:nvContentPartPr>
            <p14:xfrm>
              <a:off x="2684520" y="961200"/>
              <a:ext cx="8499240" cy="5810760"/>
            </p14:xfrm>
          </p:contentPart>
        </mc:Choice>
        <mc:Fallback>
          <p:pic>
            <p:nvPicPr>
              <p:cNvPr id="2" name="Ink 1">
                <a:extLst>
                  <a:ext uri="{FF2B5EF4-FFF2-40B4-BE49-F238E27FC236}">
                    <a16:creationId xmlns:a16="http://schemas.microsoft.com/office/drawing/2014/main" id="{22D389E9-42EE-208B-5188-6855E5ECCDBE}"/>
                  </a:ext>
                </a:extLst>
              </p:cNvPr>
              <p:cNvPicPr/>
              <p:nvPr/>
            </p:nvPicPr>
            <p:blipFill>
              <a:blip r:embed="rId5"/>
              <a:stretch>
                <a:fillRect/>
              </a:stretch>
            </p:blipFill>
            <p:spPr>
              <a:xfrm>
                <a:off x="2675160" y="951840"/>
                <a:ext cx="8517960" cy="5829480"/>
              </a:xfrm>
              <a:prstGeom prst="rect">
                <a:avLst/>
              </a:prstGeom>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0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Graphical Representation of Confidence Interval</a:t>
            </a:r>
            <a:endParaRPr/>
          </a:p>
        </p:txBody>
      </p:sp>
      <p:pic>
        <p:nvPicPr>
          <p:cNvPr id="696" name="Google Shape;696;p103"/>
          <p:cNvPicPr preferRelativeResize="0"/>
          <p:nvPr/>
        </p:nvPicPr>
        <p:blipFill rotWithShape="1">
          <a:blip r:embed="rId3">
            <a:alphaModFix/>
          </a:blip>
          <a:srcRect/>
          <a:stretch/>
        </p:blipFill>
        <p:spPr>
          <a:xfrm>
            <a:off x="390525" y="1346200"/>
            <a:ext cx="11120437" cy="5024437"/>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9A23A6A-44E1-C0CD-ABD0-C5CC0D16F97B}"/>
                  </a:ext>
                </a:extLst>
              </p14:cNvPr>
              <p14:cNvContentPartPr/>
              <p14:nvPr/>
            </p14:nvContentPartPr>
            <p14:xfrm>
              <a:off x="2008440" y="4930560"/>
              <a:ext cx="71280" cy="55440"/>
            </p14:xfrm>
          </p:contentPart>
        </mc:Choice>
        <mc:Fallback>
          <p:pic>
            <p:nvPicPr>
              <p:cNvPr id="2" name="Ink 1">
                <a:extLst>
                  <a:ext uri="{FF2B5EF4-FFF2-40B4-BE49-F238E27FC236}">
                    <a16:creationId xmlns:a16="http://schemas.microsoft.com/office/drawing/2014/main" id="{F9A23A6A-44E1-C0CD-ABD0-C5CC0D16F97B}"/>
                  </a:ext>
                </a:extLst>
              </p:cNvPr>
              <p:cNvPicPr/>
              <p:nvPr/>
            </p:nvPicPr>
            <p:blipFill>
              <a:blip r:embed="rId5"/>
              <a:stretch>
                <a:fillRect/>
              </a:stretch>
            </p:blipFill>
            <p:spPr>
              <a:xfrm>
                <a:off x="1999080" y="4921200"/>
                <a:ext cx="90000" cy="74160"/>
              </a:xfrm>
              <a:prstGeom prst="rect">
                <a:avLst/>
              </a:prstGeom>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0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α</a:t>
            </a:r>
            <a:r>
              <a:rPr lang="en-US" sz="2400" b="1" i="0" u="none">
                <a:solidFill>
                  <a:schemeClr val="lt1"/>
                </a:solidFill>
                <a:latin typeface="Helvetica Neue"/>
                <a:ea typeface="Helvetica Neue"/>
                <a:cs typeface="Helvetica Neue"/>
                <a:sym typeface="Helvetica Neue"/>
              </a:rPr>
              <a:t> in Confidence Intervals</a:t>
            </a:r>
            <a:endParaRPr/>
          </a:p>
        </p:txBody>
      </p:sp>
      <p:pic>
        <p:nvPicPr>
          <p:cNvPr id="702" name="Google Shape;702;p104"/>
          <p:cNvPicPr preferRelativeResize="0"/>
          <p:nvPr/>
        </p:nvPicPr>
        <p:blipFill rotWithShape="1">
          <a:blip r:embed="rId3">
            <a:alphaModFix/>
          </a:blip>
          <a:srcRect/>
          <a:stretch/>
        </p:blipFill>
        <p:spPr>
          <a:xfrm>
            <a:off x="476250" y="1450975"/>
            <a:ext cx="10782298" cy="4095749"/>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F4A516F-E7B5-ABB5-0211-C81884D3D1EF}"/>
                  </a:ext>
                </a:extLst>
              </p14:cNvPr>
              <p14:cNvContentPartPr/>
              <p14:nvPr/>
            </p14:nvContentPartPr>
            <p14:xfrm>
              <a:off x="4638240" y="3422160"/>
              <a:ext cx="3330000" cy="3130200"/>
            </p14:xfrm>
          </p:contentPart>
        </mc:Choice>
        <mc:Fallback>
          <p:pic>
            <p:nvPicPr>
              <p:cNvPr id="2" name="Ink 1">
                <a:extLst>
                  <a:ext uri="{FF2B5EF4-FFF2-40B4-BE49-F238E27FC236}">
                    <a16:creationId xmlns:a16="http://schemas.microsoft.com/office/drawing/2014/main" id="{9F4A516F-E7B5-ABB5-0211-C81884D3D1EF}"/>
                  </a:ext>
                </a:extLst>
              </p:cNvPr>
              <p:cNvPicPr/>
              <p:nvPr/>
            </p:nvPicPr>
            <p:blipFill>
              <a:blip r:embed="rId5"/>
              <a:stretch>
                <a:fillRect/>
              </a:stretch>
            </p:blipFill>
            <p:spPr>
              <a:xfrm>
                <a:off x="4628880" y="3412800"/>
                <a:ext cx="3348720" cy="3148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78CB6BF5-41C3-AF15-EEC2-2DF3DAAC0937}"/>
                  </a:ext>
                </a:extLst>
              </p14:cNvPr>
              <p14:cNvContentPartPr/>
              <p14:nvPr/>
            </p14:nvContentPartPr>
            <p14:xfrm>
              <a:off x="5549400" y="1960560"/>
              <a:ext cx="4663800" cy="3767760"/>
            </p14:xfrm>
          </p:contentPart>
        </mc:Choice>
        <mc:Fallback>
          <p:pic>
            <p:nvPicPr>
              <p:cNvPr id="3" name="Ink 2">
                <a:extLst>
                  <a:ext uri="{FF2B5EF4-FFF2-40B4-BE49-F238E27FC236}">
                    <a16:creationId xmlns:a16="http://schemas.microsoft.com/office/drawing/2014/main" id="{78CB6BF5-41C3-AF15-EEC2-2DF3DAAC0937}"/>
                  </a:ext>
                </a:extLst>
              </p:cNvPr>
              <p:cNvPicPr/>
              <p:nvPr/>
            </p:nvPicPr>
            <p:blipFill>
              <a:blip r:embed="rId7"/>
              <a:stretch>
                <a:fillRect/>
              </a:stretch>
            </p:blipFill>
            <p:spPr>
              <a:xfrm>
                <a:off x="5540040" y="1951200"/>
                <a:ext cx="4682520" cy="3786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5FD885A9-7853-8483-FBAF-C64B2BCBA774}"/>
                  </a:ext>
                </a:extLst>
              </p14:cNvPr>
              <p14:cNvContentPartPr/>
              <p14:nvPr/>
            </p14:nvContentPartPr>
            <p14:xfrm>
              <a:off x="9134280" y="2352960"/>
              <a:ext cx="1917000" cy="3075840"/>
            </p14:xfrm>
          </p:contentPart>
        </mc:Choice>
        <mc:Fallback>
          <p:pic>
            <p:nvPicPr>
              <p:cNvPr id="4" name="Ink 3">
                <a:extLst>
                  <a:ext uri="{FF2B5EF4-FFF2-40B4-BE49-F238E27FC236}">
                    <a16:creationId xmlns:a16="http://schemas.microsoft.com/office/drawing/2014/main" id="{5FD885A9-7853-8483-FBAF-C64B2BCBA774}"/>
                  </a:ext>
                </a:extLst>
              </p:cNvPr>
              <p:cNvPicPr/>
              <p:nvPr/>
            </p:nvPicPr>
            <p:blipFill>
              <a:blip r:embed="rId9"/>
              <a:stretch>
                <a:fillRect/>
              </a:stretch>
            </p:blipFill>
            <p:spPr>
              <a:xfrm>
                <a:off x="9124920" y="2343600"/>
                <a:ext cx="1935720" cy="309456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0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 For Mean</a:t>
            </a:r>
            <a:endParaRPr/>
          </a:p>
        </p:txBody>
      </p:sp>
      <p:sp>
        <p:nvSpPr>
          <p:cNvPr id="708" name="Google Shape;708;p105"/>
          <p:cNvSpPr txBox="1"/>
          <p:nvPr/>
        </p:nvSpPr>
        <p:spPr>
          <a:xfrm>
            <a:off x="460375" y="1057275"/>
            <a:ext cx="10777500" cy="7050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500"/>
              <a:buFont typeface="Helvetica Neue"/>
              <a:buNone/>
            </a:pPr>
            <a:r>
              <a:rPr lang="en-US" sz="3500" b="1" i="0" u="none">
                <a:solidFill>
                  <a:schemeClr val="dk1"/>
                </a:solidFill>
                <a:latin typeface="Helvetica Neue"/>
                <a:ea typeface="Helvetica Neue"/>
                <a:cs typeface="Helvetica Neue"/>
                <a:sym typeface="Helvetica Neue"/>
              </a:rPr>
              <a:t>The 100 (1-α)% confidence interval for mean is </a:t>
            </a:r>
            <a:endParaRPr/>
          </a:p>
        </p:txBody>
      </p:sp>
      <p:pic>
        <p:nvPicPr>
          <p:cNvPr id="709" name="Google Shape;709;p105"/>
          <p:cNvPicPr preferRelativeResize="0"/>
          <p:nvPr/>
        </p:nvPicPr>
        <p:blipFill rotWithShape="1">
          <a:blip r:embed="rId3">
            <a:alphaModFix/>
          </a:blip>
          <a:srcRect/>
          <a:stretch/>
        </p:blipFill>
        <p:spPr>
          <a:xfrm>
            <a:off x="550606" y="1987550"/>
            <a:ext cx="10491019" cy="855662"/>
          </a:xfrm>
          <a:prstGeom prst="rect">
            <a:avLst/>
          </a:prstGeom>
          <a:noFill/>
          <a:ln w="9525" cap="flat" cmpd="sng">
            <a:solidFill>
              <a:srgbClr val="CCFFFF"/>
            </a:solidFill>
            <a:prstDash val="solid"/>
            <a:miter lim="800000"/>
            <a:headEnd type="none" w="sm" len="sm"/>
            <a:tailEnd type="none" w="sm" len="sm"/>
          </a:ln>
        </p:spPr>
      </p:pic>
      <p:sp>
        <p:nvSpPr>
          <p:cNvPr id="710" name="Google Shape;710;p105"/>
          <p:cNvSpPr txBox="1"/>
          <p:nvPr/>
        </p:nvSpPr>
        <p:spPr>
          <a:xfrm>
            <a:off x="460375" y="4783137"/>
            <a:ext cx="10945800" cy="6906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400"/>
              <a:buFont typeface="Helvetica Neue"/>
              <a:buNone/>
            </a:pPr>
            <a:r>
              <a:rPr lang="en-US" sz="3400" b="0" i="0" u="none">
                <a:solidFill>
                  <a:schemeClr val="dk1"/>
                </a:solidFill>
                <a:latin typeface="Helvetica Neue"/>
                <a:ea typeface="Helvetica Neue"/>
                <a:cs typeface="Helvetica Neue"/>
                <a:sym typeface="Helvetica Neue"/>
              </a:rPr>
              <a:t>For α = 0.05</a:t>
            </a:r>
            <a:r>
              <a:rPr lang="en-US" sz="3400" b="1" i="0" u="none">
                <a:solidFill>
                  <a:schemeClr val="dk1"/>
                </a:solidFill>
                <a:latin typeface="Helvetica Neue"/>
                <a:ea typeface="Helvetica Neue"/>
                <a:cs typeface="Helvetica Neue"/>
                <a:sym typeface="Helvetica Neue"/>
              </a:rPr>
              <a:t>, </a:t>
            </a:r>
            <a:endParaRPr/>
          </a:p>
        </p:txBody>
      </p:sp>
      <p:pic>
        <p:nvPicPr>
          <p:cNvPr id="711" name="Google Shape;711;p105"/>
          <p:cNvPicPr preferRelativeResize="0"/>
          <p:nvPr/>
        </p:nvPicPr>
        <p:blipFill rotWithShape="1">
          <a:blip r:embed="rId4">
            <a:alphaModFix/>
          </a:blip>
          <a:srcRect/>
          <a:stretch/>
        </p:blipFill>
        <p:spPr>
          <a:xfrm>
            <a:off x="3387725" y="4819650"/>
            <a:ext cx="2784474" cy="812800"/>
          </a:xfrm>
          <a:prstGeom prst="rect">
            <a:avLst/>
          </a:prstGeom>
          <a:noFill/>
          <a:ln>
            <a:noFill/>
          </a:ln>
        </p:spPr>
      </p:pic>
      <p:sp>
        <p:nvSpPr>
          <p:cNvPr id="712" name="Google Shape;712;p105"/>
          <p:cNvSpPr txBox="1"/>
          <p:nvPr/>
        </p:nvSpPr>
        <p:spPr>
          <a:xfrm>
            <a:off x="460375" y="5702300"/>
            <a:ext cx="10945800" cy="6906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400"/>
              <a:buFont typeface="Helvetica Neue"/>
              <a:buNone/>
            </a:pPr>
            <a:r>
              <a:rPr lang="en-US" sz="3400" b="0" i="0" u="none">
                <a:solidFill>
                  <a:schemeClr val="dk1"/>
                </a:solidFill>
                <a:latin typeface="Helvetica Neue"/>
                <a:ea typeface="Helvetica Neue"/>
                <a:cs typeface="Helvetica Neue"/>
                <a:sym typeface="Helvetica Neue"/>
              </a:rPr>
              <a:t>For α = 0.01</a:t>
            </a:r>
            <a:r>
              <a:rPr lang="en-US" sz="3400" b="1" i="0" u="none">
                <a:solidFill>
                  <a:schemeClr val="dk1"/>
                </a:solidFill>
                <a:latin typeface="Helvetica Neue"/>
                <a:ea typeface="Helvetica Neue"/>
                <a:cs typeface="Helvetica Neue"/>
                <a:sym typeface="Helvetica Neue"/>
              </a:rPr>
              <a:t>, </a:t>
            </a:r>
            <a:endParaRPr/>
          </a:p>
        </p:txBody>
      </p:sp>
      <p:pic>
        <p:nvPicPr>
          <p:cNvPr id="713" name="Google Shape;713;p105"/>
          <p:cNvPicPr preferRelativeResize="0"/>
          <p:nvPr/>
        </p:nvPicPr>
        <p:blipFill rotWithShape="1">
          <a:blip r:embed="rId5">
            <a:alphaModFix/>
          </a:blip>
          <a:srcRect/>
          <a:stretch/>
        </p:blipFill>
        <p:spPr>
          <a:xfrm>
            <a:off x="3387725" y="3683000"/>
            <a:ext cx="4098925" cy="1071562"/>
          </a:xfrm>
          <a:prstGeom prst="rect">
            <a:avLst/>
          </a:prstGeom>
          <a:noFill/>
          <a:ln w="9525" cap="flat" cmpd="sng">
            <a:solidFill>
              <a:srgbClr val="FFCDE6"/>
            </a:solidFill>
            <a:prstDash val="solid"/>
            <a:miter lim="800000"/>
            <a:headEnd type="none" w="sm" len="sm"/>
            <a:tailEnd type="none" w="sm" len="sm"/>
          </a:ln>
        </p:spPr>
      </p:pic>
      <p:sp>
        <p:nvSpPr>
          <p:cNvPr id="714" name="Google Shape;714;p105"/>
          <p:cNvSpPr txBox="1"/>
          <p:nvPr/>
        </p:nvSpPr>
        <p:spPr>
          <a:xfrm>
            <a:off x="250825" y="2938462"/>
            <a:ext cx="11841300" cy="6333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accent1"/>
              </a:buClr>
              <a:buSzPts val="3100"/>
              <a:buFont typeface="Helvetica Neue"/>
              <a:buNone/>
            </a:pPr>
            <a:r>
              <a:rPr lang="en-US" sz="3100" b="1" i="0" u="none">
                <a:solidFill>
                  <a:schemeClr val="accent1"/>
                </a:solidFill>
                <a:latin typeface="Helvetica Neue"/>
                <a:ea typeface="Helvetica Neue"/>
                <a:cs typeface="Helvetica Neue"/>
                <a:sym typeface="Helvetica Neue"/>
              </a:rPr>
              <a:t>Based on Standard normal distribution 100 (1-α)% CI for µ is </a:t>
            </a:r>
            <a:endParaRPr/>
          </a:p>
        </p:txBody>
      </p:sp>
      <p:pic>
        <p:nvPicPr>
          <p:cNvPr id="715" name="Google Shape;715;p105"/>
          <p:cNvPicPr preferRelativeResize="0"/>
          <p:nvPr/>
        </p:nvPicPr>
        <p:blipFill rotWithShape="1">
          <a:blip r:embed="rId6">
            <a:alphaModFix/>
          </a:blip>
          <a:srcRect/>
          <a:stretch/>
        </p:blipFill>
        <p:spPr>
          <a:xfrm>
            <a:off x="3365500" y="5661025"/>
            <a:ext cx="3074986" cy="811212"/>
          </a:xfrm>
          <a:prstGeom prst="rect">
            <a:avLst/>
          </a:prstGeom>
          <a:noFill/>
          <a:ln>
            <a:noFill/>
          </a:ln>
        </p:spPr>
      </p:pic>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E7107976-B54A-D2E9-AE9E-09495AD277B6}"/>
                  </a:ext>
                </a:extLst>
              </p14:cNvPr>
              <p14:cNvContentPartPr/>
              <p14:nvPr/>
            </p14:nvContentPartPr>
            <p14:xfrm>
              <a:off x="3233160" y="2936880"/>
              <a:ext cx="8947800" cy="3450600"/>
            </p14:xfrm>
          </p:contentPart>
        </mc:Choice>
        <mc:Fallback>
          <p:pic>
            <p:nvPicPr>
              <p:cNvPr id="2" name="Ink 1">
                <a:extLst>
                  <a:ext uri="{FF2B5EF4-FFF2-40B4-BE49-F238E27FC236}">
                    <a16:creationId xmlns:a16="http://schemas.microsoft.com/office/drawing/2014/main" id="{E7107976-B54A-D2E9-AE9E-09495AD277B6}"/>
                  </a:ext>
                </a:extLst>
              </p:cNvPr>
              <p:cNvPicPr/>
              <p:nvPr/>
            </p:nvPicPr>
            <p:blipFill>
              <a:blip r:embed="rId8"/>
              <a:stretch>
                <a:fillRect/>
              </a:stretch>
            </p:blipFill>
            <p:spPr>
              <a:xfrm>
                <a:off x="3223800" y="2927520"/>
                <a:ext cx="8966520" cy="3469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8"/>
                                        </p:tgtEl>
                                        <p:attrNameLst>
                                          <p:attrName>style.visibility</p:attrName>
                                        </p:attrNameLst>
                                      </p:cBhvr>
                                      <p:to>
                                        <p:strVal val="visible"/>
                                      </p:to>
                                    </p:set>
                                    <p:animEffect transition="in" filter="fade">
                                      <p:cBhvr>
                                        <p:cTn id="7" dur="500"/>
                                        <p:tgtEl>
                                          <p:spTgt spid="70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14"/>
                                        </p:tgtEl>
                                        <p:attrNameLst>
                                          <p:attrName>style.visibility</p:attrName>
                                        </p:attrNameLst>
                                      </p:cBhvr>
                                      <p:to>
                                        <p:strVal val="visible"/>
                                      </p:to>
                                    </p:set>
                                    <p:anim calcmode="lin" valueType="num">
                                      <p:cBhvr additive="base">
                                        <p:cTn id="12" dur="500"/>
                                        <p:tgtEl>
                                          <p:spTgt spid="714"/>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0"/>
                                        </p:tgtEl>
                                        <p:attrNameLst>
                                          <p:attrName>style.visibility</p:attrName>
                                        </p:attrNameLst>
                                      </p:cBhvr>
                                      <p:to>
                                        <p:strVal val="visible"/>
                                      </p:to>
                                    </p:set>
                                    <p:animEffect transition="in" filter="fade">
                                      <p:cBhvr>
                                        <p:cTn id="17" dur="500"/>
                                        <p:tgtEl>
                                          <p:spTgt spid="7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2"/>
                                        </p:tgtEl>
                                        <p:attrNameLst>
                                          <p:attrName>style.visibility</p:attrName>
                                        </p:attrNameLst>
                                      </p:cBhvr>
                                      <p:to>
                                        <p:strVal val="visible"/>
                                      </p:to>
                                    </p:set>
                                    <p:animEffect transition="in" filter="fade">
                                      <p:cBhvr>
                                        <p:cTn id="22" dur="500"/>
                                        <p:tgtEl>
                                          <p:spTgt spid="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Confidence Interval for Difference of Mean of Two Populations</a:t>
            </a:r>
            <a:endParaRPr/>
          </a:p>
        </p:txBody>
      </p:sp>
      <p:sp>
        <p:nvSpPr>
          <p:cNvPr id="721" name="Google Shape;721;p106"/>
          <p:cNvSpPr txBox="1">
            <a:spLocks noGrp="1"/>
          </p:cNvSpPr>
          <p:nvPr>
            <p:ph type="body" idx="1"/>
          </p:nvPr>
        </p:nvSpPr>
        <p:spPr>
          <a:xfrm>
            <a:off x="85725" y="1143000"/>
            <a:ext cx="11899800" cy="512700"/>
          </a:xfrm>
          <a:prstGeom prst="rect">
            <a:avLst/>
          </a:prstGeom>
          <a:noFill/>
          <a:ln>
            <a:noFill/>
          </a:ln>
        </p:spPr>
        <p:txBody>
          <a:bodyPr spcFirstLastPara="1" wrap="square" lIns="108675" tIns="54325" rIns="108675" bIns="54325" anchor="t" anchorCtr="0">
            <a:spAutoFit/>
          </a:bodyPr>
          <a:lstStyle/>
          <a:p>
            <a:pPr marL="0" lvl="0" indent="0" algn="l" rtl="0">
              <a:lnSpc>
                <a:spcPct val="120000"/>
              </a:lnSpc>
              <a:spcBef>
                <a:spcPts val="0"/>
              </a:spcBef>
              <a:spcAft>
                <a:spcPts val="0"/>
              </a:spcAft>
              <a:buClr>
                <a:schemeClr val="dk1"/>
              </a:buClr>
              <a:buSzPts val="2400"/>
              <a:buNone/>
            </a:pPr>
            <a:r>
              <a:rPr lang="en-US" sz="2400" b="1" i="0" u="none">
                <a:solidFill>
                  <a:schemeClr val="dk1"/>
                </a:solidFill>
                <a:latin typeface="Helvetica Neue"/>
                <a:ea typeface="Helvetica Neue"/>
                <a:cs typeface="Helvetica Neue"/>
                <a:sym typeface="Helvetica Neue"/>
              </a:rPr>
              <a:t>The 100 (1-α)% confidence interval for difference in means of two populations is </a:t>
            </a:r>
            <a:endParaRPr/>
          </a:p>
        </p:txBody>
      </p:sp>
      <p:sp>
        <p:nvSpPr>
          <p:cNvPr id="722" name="Google Shape;722;p106"/>
          <p:cNvSpPr txBox="1"/>
          <p:nvPr/>
        </p:nvSpPr>
        <p:spPr>
          <a:xfrm>
            <a:off x="804862" y="2757487"/>
            <a:ext cx="10625100" cy="6333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accent1"/>
              </a:buClr>
              <a:buSzPts val="3100"/>
              <a:buFont typeface="Helvetica Neue"/>
              <a:buNone/>
            </a:pPr>
            <a:r>
              <a:rPr lang="en-US" sz="3100" b="1" i="0" u="none">
                <a:solidFill>
                  <a:schemeClr val="accent1"/>
                </a:solidFill>
                <a:latin typeface="Helvetica Neue"/>
                <a:ea typeface="Helvetica Neue"/>
                <a:cs typeface="Helvetica Neue"/>
                <a:sym typeface="Helvetica Neue"/>
              </a:rPr>
              <a:t>Based on Standard normal distribution 100 (1-α)% CI is </a:t>
            </a:r>
            <a:endParaRPr/>
          </a:p>
        </p:txBody>
      </p:sp>
      <p:pic>
        <p:nvPicPr>
          <p:cNvPr id="723" name="Google Shape;723;p106"/>
          <p:cNvPicPr preferRelativeResize="0"/>
          <p:nvPr/>
        </p:nvPicPr>
        <p:blipFill rotWithShape="1">
          <a:blip r:embed="rId3">
            <a:alphaModFix/>
          </a:blip>
          <a:srcRect/>
          <a:stretch/>
        </p:blipFill>
        <p:spPr>
          <a:xfrm>
            <a:off x="1106487" y="1873250"/>
            <a:ext cx="10071101" cy="771525"/>
          </a:xfrm>
          <a:prstGeom prst="rect">
            <a:avLst/>
          </a:prstGeom>
          <a:noFill/>
          <a:ln>
            <a:noFill/>
          </a:ln>
        </p:spPr>
      </p:pic>
      <p:pic>
        <p:nvPicPr>
          <p:cNvPr id="724" name="Google Shape;724;p106"/>
          <p:cNvPicPr preferRelativeResize="0"/>
          <p:nvPr/>
        </p:nvPicPr>
        <p:blipFill rotWithShape="1">
          <a:blip r:embed="rId4">
            <a:alphaModFix/>
          </a:blip>
          <a:srcRect/>
          <a:stretch/>
        </p:blipFill>
        <p:spPr>
          <a:xfrm>
            <a:off x="2933700" y="3508375"/>
            <a:ext cx="5805487" cy="804862"/>
          </a:xfrm>
          <a:prstGeom prst="rect">
            <a:avLst/>
          </a:prstGeom>
          <a:noFill/>
          <a:ln>
            <a:noFill/>
          </a:ln>
        </p:spPr>
      </p:pic>
      <p:sp>
        <p:nvSpPr>
          <p:cNvPr id="725" name="Google Shape;725;p106"/>
          <p:cNvSpPr txBox="1"/>
          <p:nvPr/>
        </p:nvSpPr>
        <p:spPr>
          <a:xfrm>
            <a:off x="584200" y="4813300"/>
            <a:ext cx="10945800" cy="6318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100"/>
              <a:buFont typeface="Helvetica Neue"/>
              <a:buNone/>
            </a:pPr>
            <a:r>
              <a:rPr lang="en-US" sz="3100" b="0" i="0" u="none">
                <a:solidFill>
                  <a:schemeClr val="dk1"/>
                </a:solidFill>
                <a:latin typeface="Helvetica Neue"/>
                <a:ea typeface="Helvetica Neue"/>
                <a:cs typeface="Helvetica Neue"/>
                <a:sym typeface="Helvetica Neue"/>
              </a:rPr>
              <a:t>For α = 0.05, </a:t>
            </a:r>
            <a:endParaRPr/>
          </a:p>
        </p:txBody>
      </p:sp>
      <p:pic>
        <p:nvPicPr>
          <p:cNvPr id="726" name="Google Shape;726;p106"/>
          <p:cNvPicPr preferRelativeResize="0"/>
          <p:nvPr/>
        </p:nvPicPr>
        <p:blipFill rotWithShape="1">
          <a:blip r:embed="rId5">
            <a:alphaModFix/>
          </a:blip>
          <a:srcRect/>
          <a:stretch/>
        </p:blipFill>
        <p:spPr>
          <a:xfrm>
            <a:off x="3200400" y="4811712"/>
            <a:ext cx="2782888" cy="812800"/>
          </a:xfrm>
          <a:prstGeom prst="rect">
            <a:avLst/>
          </a:prstGeom>
          <a:noFill/>
          <a:ln>
            <a:noFill/>
          </a:ln>
        </p:spPr>
      </p:pic>
      <p:sp>
        <p:nvSpPr>
          <p:cNvPr id="727" name="Google Shape;727;p106"/>
          <p:cNvSpPr txBox="1"/>
          <p:nvPr/>
        </p:nvSpPr>
        <p:spPr>
          <a:xfrm>
            <a:off x="584200" y="5718175"/>
            <a:ext cx="10945800" cy="633300"/>
          </a:xfrm>
          <a:prstGeom prst="rect">
            <a:avLst/>
          </a:prstGeom>
          <a:noFill/>
          <a:ln>
            <a:noFill/>
          </a:ln>
        </p:spPr>
        <p:txBody>
          <a:bodyPr spcFirstLastPara="1" wrap="square" lIns="108675" tIns="54325" rIns="108675" bIns="54325" anchor="t" anchorCtr="0">
            <a:spAutoFit/>
          </a:bodyPr>
          <a:lstStyle/>
          <a:p>
            <a:pPr marL="0" marR="0" lvl="0" indent="0" algn="l" rtl="0">
              <a:lnSpc>
                <a:spcPct val="120000"/>
              </a:lnSpc>
              <a:spcBef>
                <a:spcPts val="0"/>
              </a:spcBef>
              <a:spcAft>
                <a:spcPts val="0"/>
              </a:spcAft>
              <a:buClr>
                <a:schemeClr val="dk1"/>
              </a:buClr>
              <a:buSzPts val="3100"/>
              <a:buFont typeface="Helvetica Neue"/>
              <a:buNone/>
            </a:pPr>
            <a:r>
              <a:rPr lang="en-US" sz="3100" b="0" i="0" u="none">
                <a:solidFill>
                  <a:schemeClr val="dk1"/>
                </a:solidFill>
                <a:latin typeface="Helvetica Neue"/>
                <a:ea typeface="Helvetica Neue"/>
                <a:cs typeface="Helvetica Neue"/>
                <a:sym typeface="Helvetica Neue"/>
              </a:rPr>
              <a:t>For α = 0.01, </a:t>
            </a:r>
            <a:endParaRPr/>
          </a:p>
        </p:txBody>
      </p:sp>
      <p:pic>
        <p:nvPicPr>
          <p:cNvPr id="728" name="Google Shape;728;p106"/>
          <p:cNvPicPr preferRelativeResize="0"/>
          <p:nvPr/>
        </p:nvPicPr>
        <p:blipFill rotWithShape="1">
          <a:blip r:embed="rId6">
            <a:alphaModFix/>
          </a:blip>
          <a:srcRect/>
          <a:stretch/>
        </p:blipFill>
        <p:spPr>
          <a:xfrm>
            <a:off x="3054350" y="5689600"/>
            <a:ext cx="3074988" cy="812800"/>
          </a:xfrm>
          <a:prstGeom prst="rect">
            <a:avLst/>
          </a:prstGeom>
          <a:noFill/>
          <a:ln>
            <a:noFill/>
          </a:ln>
        </p:spPr>
      </p:pic>
      <p:pic>
        <p:nvPicPr>
          <p:cNvPr id="729" name="Google Shape;729;p106"/>
          <p:cNvPicPr preferRelativeResize="0"/>
          <p:nvPr/>
        </p:nvPicPr>
        <p:blipFill rotWithShape="1">
          <a:blip r:embed="rId7">
            <a:alphaModFix/>
          </a:blip>
          <a:srcRect/>
          <a:stretch/>
        </p:blipFill>
        <p:spPr>
          <a:xfrm>
            <a:off x="6467475" y="4910137"/>
            <a:ext cx="4838700" cy="1381125"/>
          </a:xfrm>
          <a:prstGeom prst="rect">
            <a:avLst/>
          </a:prstGeom>
          <a:noFill/>
          <a:ln w="38100" cap="flat" cmpd="sng">
            <a:solidFill>
              <a:schemeClr val="lt1"/>
            </a:solidFill>
            <a:prstDash val="solid"/>
            <a:miter lim="800000"/>
            <a:headEnd type="none" w="sm" len="sm"/>
            <a:tailEnd type="none" w="sm" len="sm"/>
          </a:ln>
        </p:spPr>
      </p:pic>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BE6D26BD-FDE1-39C1-176C-CEAFF3EDEC61}"/>
                  </a:ext>
                </a:extLst>
              </p14:cNvPr>
              <p14:cNvContentPartPr/>
              <p14:nvPr/>
            </p14:nvContentPartPr>
            <p14:xfrm>
              <a:off x="6917040" y="3062520"/>
              <a:ext cx="4710240" cy="3037320"/>
            </p14:xfrm>
          </p:contentPart>
        </mc:Choice>
        <mc:Fallback>
          <p:pic>
            <p:nvPicPr>
              <p:cNvPr id="2" name="Ink 1">
                <a:extLst>
                  <a:ext uri="{FF2B5EF4-FFF2-40B4-BE49-F238E27FC236}">
                    <a16:creationId xmlns:a16="http://schemas.microsoft.com/office/drawing/2014/main" id="{BE6D26BD-FDE1-39C1-176C-CEAFF3EDEC61}"/>
                  </a:ext>
                </a:extLst>
              </p:cNvPr>
              <p:cNvPicPr/>
              <p:nvPr/>
            </p:nvPicPr>
            <p:blipFill>
              <a:blip r:embed="rId9"/>
              <a:stretch>
                <a:fillRect/>
              </a:stretch>
            </p:blipFill>
            <p:spPr>
              <a:xfrm>
                <a:off x="6907680" y="3053160"/>
                <a:ext cx="4728960" cy="3056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1"/>
                                        </p:tgtEl>
                                        <p:attrNameLst>
                                          <p:attrName>style.visibility</p:attrName>
                                        </p:attrNameLst>
                                      </p:cBhvr>
                                      <p:to>
                                        <p:strVal val="visible"/>
                                      </p:to>
                                    </p:set>
                                    <p:animEffect transition="in" filter="fade">
                                      <p:cBhvr>
                                        <p:cTn id="7" dur="500"/>
                                        <p:tgtEl>
                                          <p:spTgt spid="7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22"/>
                                        </p:tgtEl>
                                        <p:attrNameLst>
                                          <p:attrName>style.visibility</p:attrName>
                                        </p:attrNameLst>
                                      </p:cBhvr>
                                      <p:to>
                                        <p:strVal val="visible"/>
                                      </p:to>
                                    </p:set>
                                    <p:anim calcmode="lin" valueType="num">
                                      <p:cBhvr additive="base">
                                        <p:cTn id="12" dur="500"/>
                                        <p:tgtEl>
                                          <p:spTgt spid="72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5"/>
                                        </p:tgtEl>
                                        <p:attrNameLst>
                                          <p:attrName>style.visibility</p:attrName>
                                        </p:attrNameLst>
                                      </p:cBhvr>
                                      <p:to>
                                        <p:strVal val="visible"/>
                                      </p:to>
                                    </p:set>
                                    <p:animEffect transition="in" filter="fade">
                                      <p:cBhvr>
                                        <p:cTn id="17" dur="500"/>
                                        <p:tgtEl>
                                          <p:spTgt spid="7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7"/>
                                        </p:tgtEl>
                                        <p:attrNameLst>
                                          <p:attrName>style.visibility</p:attrName>
                                        </p:attrNameLst>
                                      </p:cBhvr>
                                      <p:to>
                                        <p:strVal val="visible"/>
                                      </p:to>
                                    </p:set>
                                    <p:animEffect transition="in" filter="fade">
                                      <p:cBhvr>
                                        <p:cTn id="22" dur="500"/>
                                        <p:tgtEl>
                                          <p:spTgt spid="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0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44" name="Google Shape;744;p108"/>
          <p:cNvSpPr txBox="1">
            <a:spLocks noGrp="1"/>
          </p:cNvSpPr>
          <p:nvPr>
            <p:ph type="body" idx="1"/>
          </p:nvPr>
        </p:nvSpPr>
        <p:spPr>
          <a:xfrm>
            <a:off x="701675" y="957262"/>
            <a:ext cx="10510800" cy="19431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In the cellular telephone company, problem of estimating the population mean number of minutes called per residential user per month, from the sample of 85 bills it was determined that the sample mean is 510 minutes. Suppose past history and similar studies indicate that the population standard deviation is 46 minutes.Determine a 95% confidence interval.</a:t>
            </a:r>
            <a:endParaRPr/>
          </a:p>
          <a:p>
            <a:pPr marL="0" lvl="0" indent="0" algn="l" rtl="0">
              <a:lnSpc>
                <a:spcPct val="150000"/>
              </a:lnSpc>
              <a:spcBef>
                <a:spcPts val="0"/>
              </a:spcBef>
              <a:spcAft>
                <a:spcPts val="0"/>
              </a:spcAft>
              <a:buClr>
                <a:schemeClr val="dk1"/>
              </a:buClr>
              <a:buSzPts val="3000"/>
              <a:buNone/>
            </a:pPr>
            <a:endParaRPr sz="3000" b="0" i="0" u="none">
              <a:solidFill>
                <a:schemeClr val="dk1"/>
              </a:solidFill>
              <a:latin typeface="Helvetica Neue"/>
              <a:ea typeface="Helvetica Neue"/>
              <a:cs typeface="Helvetica Neue"/>
              <a:sym typeface="Helvetica Neue"/>
            </a:endParaRPr>
          </a:p>
          <a:p>
            <a:pPr marL="228600" lvl="0" indent="-38100" algn="l" rtl="0">
              <a:lnSpc>
                <a:spcPct val="90000"/>
              </a:lnSpc>
              <a:spcBef>
                <a:spcPts val="1000"/>
              </a:spcBef>
              <a:spcAft>
                <a:spcPts val="0"/>
              </a:spcAft>
              <a:buClr>
                <a:schemeClr val="dk1"/>
              </a:buClr>
              <a:buSzPts val="3000"/>
              <a:buNone/>
            </a:pPr>
            <a:endParaRPr sz="3000" b="0" i="0" u="none">
              <a:solidFill>
                <a:schemeClr val="dk1"/>
              </a:solidFill>
              <a:latin typeface="Helvetica Neue"/>
              <a:ea typeface="Helvetica Neue"/>
              <a:cs typeface="Helvetica Neue"/>
              <a:sym typeface="Helvetica Neue"/>
            </a:endParaRPr>
          </a:p>
        </p:txBody>
      </p:sp>
      <p:pic>
        <p:nvPicPr>
          <p:cNvPr id="745" name="Google Shape;745;p108"/>
          <p:cNvPicPr preferRelativeResize="0"/>
          <p:nvPr/>
        </p:nvPicPr>
        <p:blipFill rotWithShape="1">
          <a:blip r:embed="rId3">
            <a:alphaModFix/>
          </a:blip>
          <a:srcRect/>
          <a:stretch/>
        </p:blipFill>
        <p:spPr>
          <a:xfrm>
            <a:off x="1127125" y="2931987"/>
            <a:ext cx="10344151" cy="3566784"/>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24FA9BB-EC7F-4E40-9BE2-9E75233156D3}"/>
                  </a:ext>
                </a:extLst>
              </p14:cNvPr>
              <p14:cNvContentPartPr/>
              <p14:nvPr/>
            </p14:nvContentPartPr>
            <p14:xfrm>
              <a:off x="199080" y="1396080"/>
              <a:ext cx="8613360" cy="5105520"/>
            </p14:xfrm>
          </p:contentPart>
        </mc:Choice>
        <mc:Fallback>
          <p:pic>
            <p:nvPicPr>
              <p:cNvPr id="2" name="Ink 1">
                <a:extLst>
                  <a:ext uri="{FF2B5EF4-FFF2-40B4-BE49-F238E27FC236}">
                    <a16:creationId xmlns:a16="http://schemas.microsoft.com/office/drawing/2014/main" id="{F24FA9BB-EC7F-4E40-9BE2-9E75233156D3}"/>
                  </a:ext>
                </a:extLst>
              </p:cNvPr>
              <p:cNvPicPr/>
              <p:nvPr/>
            </p:nvPicPr>
            <p:blipFill>
              <a:blip r:embed="rId5"/>
              <a:stretch>
                <a:fillRect/>
              </a:stretch>
            </p:blipFill>
            <p:spPr>
              <a:xfrm>
                <a:off x="189720" y="1386720"/>
                <a:ext cx="8632080" cy="5124240"/>
              </a:xfrm>
              <a:prstGeom prst="rect">
                <a:avLst/>
              </a:prstGeom>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9"/>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51" name="Google Shape;751;p109"/>
          <p:cNvSpPr txBox="1">
            <a:spLocks noGrp="1"/>
          </p:cNvSpPr>
          <p:nvPr>
            <p:ph type="body" idx="1"/>
          </p:nvPr>
        </p:nvSpPr>
        <p:spPr>
          <a:xfrm>
            <a:off x="590550" y="1143000"/>
            <a:ext cx="10798200" cy="13413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A study is conducted in a company that employs 800 engineers. A random sample of 50 engineers reveals that the average sample age is 34.3 years. Historically, the population standard deviation of the age of the company’s engineers is approximately 8 years. Construct a 98% confidence interval to estimate the average age of all the engineers in this company.</a:t>
            </a:r>
            <a:endParaRPr/>
          </a:p>
          <a:p>
            <a:pPr marL="228600" lvl="0" indent="-101600" algn="l" rtl="0">
              <a:lnSpc>
                <a:spcPct val="90000"/>
              </a:lnSpc>
              <a:spcBef>
                <a:spcPts val="1000"/>
              </a:spcBef>
              <a:spcAft>
                <a:spcPts val="0"/>
              </a:spcAft>
              <a:buClr>
                <a:schemeClr val="dk1"/>
              </a:buClr>
              <a:buSzPts val="2000"/>
              <a:buNone/>
            </a:pPr>
            <a:endParaRPr sz="2000" b="1" i="0" u="none">
              <a:solidFill>
                <a:schemeClr val="dk1"/>
              </a:solidFill>
              <a:latin typeface="Calibri"/>
              <a:ea typeface="Calibri"/>
              <a:cs typeface="Calibri"/>
              <a:sym typeface="Calibri"/>
            </a:endParaRPr>
          </a:p>
        </p:txBody>
      </p:sp>
      <p:pic>
        <p:nvPicPr>
          <p:cNvPr id="752" name="Google Shape;752;p109"/>
          <p:cNvPicPr preferRelativeResize="0"/>
          <p:nvPr/>
        </p:nvPicPr>
        <p:blipFill rotWithShape="1">
          <a:blip r:embed="rId3">
            <a:alphaModFix/>
          </a:blip>
          <a:srcRect/>
          <a:stretch/>
        </p:blipFill>
        <p:spPr>
          <a:xfrm>
            <a:off x="1127125" y="2630487"/>
            <a:ext cx="9891711" cy="1249362"/>
          </a:xfrm>
          <a:prstGeom prst="rect">
            <a:avLst/>
          </a:prstGeom>
          <a:noFill/>
          <a:ln>
            <a:noFill/>
          </a:ln>
        </p:spPr>
      </p:pic>
      <p:pic>
        <p:nvPicPr>
          <p:cNvPr id="753" name="Google Shape;753;p109"/>
          <p:cNvPicPr preferRelativeResize="0"/>
          <p:nvPr/>
        </p:nvPicPr>
        <p:blipFill rotWithShape="1">
          <a:blip r:embed="rId4">
            <a:alphaModFix/>
          </a:blip>
          <a:srcRect/>
          <a:stretch/>
        </p:blipFill>
        <p:spPr>
          <a:xfrm>
            <a:off x="1204169" y="4026036"/>
            <a:ext cx="8589962" cy="2350724"/>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4C45C90-0DA8-2898-8B10-0E3A119E3D23}"/>
                  </a:ext>
                </a:extLst>
              </p14:cNvPr>
              <p14:cNvContentPartPr/>
              <p14:nvPr/>
            </p14:nvContentPartPr>
            <p14:xfrm>
              <a:off x="2058120" y="962280"/>
              <a:ext cx="9803520" cy="5159880"/>
            </p14:xfrm>
          </p:contentPart>
        </mc:Choice>
        <mc:Fallback>
          <p:pic>
            <p:nvPicPr>
              <p:cNvPr id="2" name="Ink 1">
                <a:extLst>
                  <a:ext uri="{FF2B5EF4-FFF2-40B4-BE49-F238E27FC236}">
                    <a16:creationId xmlns:a16="http://schemas.microsoft.com/office/drawing/2014/main" id="{E4C45C90-0DA8-2898-8B10-0E3A119E3D23}"/>
                  </a:ext>
                </a:extLst>
              </p:cNvPr>
              <p:cNvPicPr/>
              <p:nvPr/>
            </p:nvPicPr>
            <p:blipFill>
              <a:blip r:embed="rId6"/>
              <a:stretch>
                <a:fillRect/>
              </a:stretch>
            </p:blipFill>
            <p:spPr>
              <a:xfrm>
                <a:off x="2048760" y="952920"/>
                <a:ext cx="9822240" cy="5178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0118F6A1-E002-BA82-A7A9-E1C2D6EA10FA}"/>
                  </a:ext>
                </a:extLst>
              </p14:cNvPr>
              <p14:cNvContentPartPr/>
              <p14:nvPr/>
            </p14:nvContentPartPr>
            <p14:xfrm>
              <a:off x="2957760" y="4892040"/>
              <a:ext cx="4622400" cy="1228680"/>
            </p14:xfrm>
          </p:contentPart>
        </mc:Choice>
        <mc:Fallback>
          <p:pic>
            <p:nvPicPr>
              <p:cNvPr id="3" name="Ink 2">
                <a:extLst>
                  <a:ext uri="{FF2B5EF4-FFF2-40B4-BE49-F238E27FC236}">
                    <a16:creationId xmlns:a16="http://schemas.microsoft.com/office/drawing/2014/main" id="{0118F6A1-E002-BA82-A7A9-E1C2D6EA10FA}"/>
                  </a:ext>
                </a:extLst>
              </p:cNvPr>
              <p:cNvPicPr/>
              <p:nvPr/>
            </p:nvPicPr>
            <p:blipFill>
              <a:blip r:embed="rId8"/>
              <a:stretch>
                <a:fillRect/>
              </a:stretch>
            </p:blipFill>
            <p:spPr>
              <a:xfrm>
                <a:off x="2948400" y="4882680"/>
                <a:ext cx="4641120" cy="1247400"/>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110"/>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Example</a:t>
            </a:r>
            <a:endParaRPr/>
          </a:p>
        </p:txBody>
      </p:sp>
      <p:sp>
        <p:nvSpPr>
          <p:cNvPr id="759" name="Google Shape;759;p110"/>
          <p:cNvSpPr txBox="1">
            <a:spLocks noGrp="1"/>
          </p:cNvSpPr>
          <p:nvPr>
            <p:ph type="body" idx="1"/>
          </p:nvPr>
        </p:nvSpPr>
        <p:spPr>
          <a:xfrm>
            <a:off x="346075" y="1173162"/>
            <a:ext cx="11442600" cy="29370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b="1" i="0" u="none">
                <a:solidFill>
                  <a:schemeClr val="dk1"/>
                </a:solidFill>
                <a:latin typeface="Calibri"/>
                <a:ea typeface="Calibri"/>
                <a:cs typeface="Calibri"/>
                <a:sym typeface="Calibri"/>
              </a:rPr>
              <a:t>A survey was taken of U.S. companies that do business with firms in India. One of the questions on the survey was: Approximately how many years has your company been trading with firms in India? A random sample of 44 responses to this question yielded a mean of 10.455 years. Suppose the population standard deviation for this question is 7.7 years. Using this information, construct a 90% confidence interval for the mean number of years that a company has been trading in India for the population of U.S. companies trading with firms in India.</a:t>
            </a: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0140931-E6CA-6C03-C8D0-D27D9E6E78CD}"/>
                  </a:ext>
                </a:extLst>
              </p14:cNvPr>
              <p14:cNvContentPartPr/>
              <p14:nvPr/>
            </p14:nvContentPartPr>
            <p14:xfrm>
              <a:off x="1404360" y="1997640"/>
              <a:ext cx="7693920" cy="1242360"/>
            </p14:xfrm>
          </p:contentPart>
        </mc:Choice>
        <mc:Fallback>
          <p:pic>
            <p:nvPicPr>
              <p:cNvPr id="2" name="Ink 1">
                <a:extLst>
                  <a:ext uri="{FF2B5EF4-FFF2-40B4-BE49-F238E27FC236}">
                    <a16:creationId xmlns:a16="http://schemas.microsoft.com/office/drawing/2014/main" id="{C0140931-E6CA-6C03-C8D0-D27D9E6E78CD}"/>
                  </a:ext>
                </a:extLst>
              </p:cNvPr>
              <p:cNvPicPr/>
              <p:nvPr/>
            </p:nvPicPr>
            <p:blipFill>
              <a:blip r:embed="rId4"/>
              <a:stretch>
                <a:fillRect/>
              </a:stretch>
            </p:blipFill>
            <p:spPr>
              <a:xfrm>
                <a:off x="1395000" y="1988280"/>
                <a:ext cx="7712640" cy="1261080"/>
              </a:xfrm>
              <a:prstGeom prst="rect">
                <a:avLst/>
              </a:prstGeom>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111"/>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Solution</a:t>
            </a:r>
            <a:endParaRPr/>
          </a:p>
        </p:txBody>
      </p:sp>
      <p:sp>
        <p:nvSpPr>
          <p:cNvPr id="765" name="Google Shape;765;p111"/>
          <p:cNvSpPr txBox="1"/>
          <p:nvPr/>
        </p:nvSpPr>
        <p:spPr>
          <a:xfrm>
            <a:off x="422651" y="1080734"/>
            <a:ext cx="10941600" cy="5253600"/>
          </a:xfrm>
          <a:prstGeom prst="rect">
            <a:avLst/>
          </a:prstGeom>
          <a:blipFill rotWithShape="1">
            <a:blip r:embed="rId3">
              <a:alphaModFix/>
            </a:blip>
            <a:stretch>
              <a:fillRect l="-1009" t="-1109" r="-96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2800"/>
              <a:buFont typeface="Arial"/>
              <a:buChar char="•"/>
            </a:pPr>
            <a:r>
              <a:rPr lang="en-US" sz="2800" b="0" i="0" u="none" strike="noStrike" cap="none">
                <a:latin typeface="Calibri"/>
                <a:ea typeface="Calibri"/>
                <a:cs typeface="Calibri"/>
                <a:sym typeface="Calibri"/>
              </a:rPr>
              <a:t> </a:t>
            </a:r>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7170246-1E0B-A7E1-8839-1E4CA0C90649}"/>
                  </a:ext>
                </a:extLst>
              </p14:cNvPr>
              <p14:cNvContentPartPr/>
              <p14:nvPr/>
            </p14:nvContentPartPr>
            <p14:xfrm>
              <a:off x="4302000" y="3831840"/>
              <a:ext cx="5194800" cy="1517400"/>
            </p14:xfrm>
          </p:contentPart>
        </mc:Choice>
        <mc:Fallback>
          <p:pic>
            <p:nvPicPr>
              <p:cNvPr id="2" name="Ink 1">
                <a:extLst>
                  <a:ext uri="{FF2B5EF4-FFF2-40B4-BE49-F238E27FC236}">
                    <a16:creationId xmlns:a16="http://schemas.microsoft.com/office/drawing/2014/main" id="{87170246-1E0B-A7E1-8839-1E4CA0C90649}"/>
                  </a:ext>
                </a:extLst>
              </p:cNvPr>
              <p:cNvPicPr/>
              <p:nvPr/>
            </p:nvPicPr>
            <p:blipFill>
              <a:blip r:embed="rId5"/>
              <a:stretch>
                <a:fillRect/>
              </a:stretch>
            </p:blipFill>
            <p:spPr>
              <a:xfrm>
                <a:off x="4292640" y="3822480"/>
                <a:ext cx="5213520" cy="1536120"/>
              </a:xfrm>
              <a:prstGeom prst="rect">
                <a:avLst/>
              </a:prstGeom>
            </p:spPr>
          </p:pic>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112"/>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Problem-1</a:t>
            </a:r>
            <a:endParaRPr/>
          </a:p>
        </p:txBody>
      </p:sp>
      <p:sp>
        <p:nvSpPr>
          <p:cNvPr id="771" name="Google Shape;771;p112"/>
          <p:cNvSpPr txBox="1">
            <a:spLocks noGrp="1"/>
          </p:cNvSpPr>
          <p:nvPr>
            <p:ph type="body" idx="1"/>
          </p:nvPr>
        </p:nvSpPr>
        <p:spPr>
          <a:xfrm>
            <a:off x="198437" y="1185862"/>
            <a:ext cx="11714100" cy="5511900"/>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rgbClr val="242021"/>
              </a:buClr>
              <a:buSzPts val="2000"/>
              <a:buNone/>
            </a:pPr>
            <a:r>
              <a:rPr lang="en-US" sz="2000" b="0" i="0" u="none">
                <a:solidFill>
                  <a:srgbClr val="242021"/>
                </a:solidFill>
                <a:latin typeface="Calibri"/>
                <a:ea typeface="Calibri"/>
                <a:cs typeface="Calibri"/>
                <a:sym typeface="Calibri"/>
              </a:rPr>
              <a:t>In an effort to estimate the mean amount spent per customer for dinner at a major Atlanta restaurant, data were collected for a sample of 49 customers. Assume a population standard deviation of $5. a. At 95% confidence, what is the margin of error? b. If the sample mean is $24.80, what is the 95% confidence interval for the population mean?</a:t>
            </a:r>
            <a:r>
              <a:rPr lang="en-US" sz="2000" b="0" i="0" u="none">
                <a:solidFill>
                  <a:schemeClr val="dk1"/>
                </a:solidFill>
                <a:latin typeface="Calibri"/>
                <a:ea typeface="Calibri"/>
                <a:cs typeface="Calibri"/>
                <a:sym typeface="Calibri"/>
              </a:rPr>
              <a:t> </a:t>
            </a:r>
            <a:endParaRPr/>
          </a:p>
          <a:p>
            <a:pPr marL="228600" lvl="0" indent="-228600" algn="l" rtl="0">
              <a:lnSpc>
                <a:spcPct val="90000"/>
              </a:lnSpc>
              <a:spcBef>
                <a:spcPts val="1000"/>
              </a:spcBef>
              <a:spcAft>
                <a:spcPts val="0"/>
              </a:spcAft>
              <a:buClr>
                <a:schemeClr val="accent1"/>
              </a:buClr>
              <a:buSzPts val="2800"/>
              <a:buNone/>
            </a:pPr>
            <a:r>
              <a:rPr lang="en-US" sz="2800" b="0" i="0" u="none">
                <a:solidFill>
                  <a:schemeClr val="accent1"/>
                </a:solidFill>
                <a:latin typeface="Times New Roman"/>
                <a:ea typeface="Times New Roman"/>
                <a:cs typeface="Times New Roman"/>
                <a:sym typeface="Times New Roman"/>
              </a:rPr>
              <a:t>Solution</a:t>
            </a:r>
            <a:r>
              <a:rPr lang="en-US" sz="3200" b="0" i="0" u="none">
                <a:solidFill>
                  <a:schemeClr val="dk1"/>
                </a:solidFill>
                <a:latin typeface="Helvetica Neue"/>
                <a:ea typeface="Helvetica Neue"/>
                <a:cs typeface="Helvetica Neue"/>
                <a:sym typeface="Helvetica Neue"/>
              </a:rPr>
              <a:t>:</a:t>
            </a:r>
            <a:br>
              <a:rPr lang="en-US" sz="3200" b="0" i="0" u="none">
                <a:solidFill>
                  <a:schemeClr val="dk1"/>
                </a:solidFill>
                <a:latin typeface="Helvetica Neue"/>
                <a:ea typeface="Helvetica Neue"/>
                <a:cs typeface="Helvetica Neue"/>
                <a:sym typeface="Helvetica Neue"/>
              </a:rPr>
            </a:br>
            <a:r>
              <a:rPr lang="en-US" sz="3200" b="0" i="0" u="none">
                <a:solidFill>
                  <a:schemeClr val="dk1"/>
                </a:solidFill>
                <a:latin typeface="Helvetica Neue"/>
                <a:ea typeface="Helvetica Neue"/>
                <a:cs typeface="Helvetica Neue"/>
                <a:sym typeface="Helvetica Neue"/>
              </a:rPr>
              <a:t>							</a:t>
            </a:r>
            <a:endParaRPr/>
          </a:p>
          <a:p>
            <a:pPr marL="228600" lvl="0" indent="-228600" algn="l" rtl="0">
              <a:lnSpc>
                <a:spcPct val="90000"/>
              </a:lnSpc>
              <a:spcBef>
                <a:spcPts val="1000"/>
              </a:spcBef>
              <a:spcAft>
                <a:spcPts val="0"/>
              </a:spcAft>
              <a:buClr>
                <a:srgbClr val="242021"/>
              </a:buClr>
              <a:buSzPts val="2800"/>
              <a:buNone/>
            </a:pPr>
            <a:br>
              <a:rPr lang="en-US" sz="2800" b="0" i="0" u="none">
                <a:solidFill>
                  <a:srgbClr val="242021"/>
                </a:solidFill>
                <a:latin typeface="Times"/>
                <a:ea typeface="Times"/>
                <a:cs typeface="Times"/>
                <a:sym typeface="Times"/>
              </a:rPr>
            </a:br>
            <a:endParaRPr/>
          </a:p>
          <a:p>
            <a:pPr marL="228600" lvl="0" indent="-50800" algn="l" rtl="0">
              <a:lnSpc>
                <a:spcPct val="90000"/>
              </a:lnSpc>
              <a:spcBef>
                <a:spcPts val="1000"/>
              </a:spcBef>
              <a:spcAft>
                <a:spcPts val="0"/>
              </a:spcAft>
              <a:buClr>
                <a:schemeClr val="dk1"/>
              </a:buClr>
              <a:buSzPts val="2800"/>
              <a:buNone/>
            </a:pPr>
            <a:endParaRPr sz="2800" b="0" i="0" u="none">
              <a:solidFill>
                <a:srgbClr val="242021"/>
              </a:solidFill>
              <a:latin typeface="Times"/>
              <a:ea typeface="Times"/>
              <a:cs typeface="Times"/>
              <a:sym typeface="Times"/>
            </a:endParaRPr>
          </a:p>
        </p:txBody>
      </p:sp>
      <p:pic>
        <p:nvPicPr>
          <p:cNvPr id="772" name="Google Shape;772;p112"/>
          <p:cNvPicPr preferRelativeResize="0"/>
          <p:nvPr/>
        </p:nvPicPr>
        <p:blipFill rotWithShape="1">
          <a:blip r:embed="rId3">
            <a:alphaModFix/>
          </a:blip>
          <a:srcRect/>
          <a:stretch/>
        </p:blipFill>
        <p:spPr>
          <a:xfrm>
            <a:off x="1609725" y="3082925"/>
            <a:ext cx="4486275" cy="7461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13"/>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Practics Problem-2</a:t>
            </a:r>
            <a:endParaRPr/>
          </a:p>
        </p:txBody>
      </p:sp>
      <p:sp>
        <p:nvSpPr>
          <p:cNvPr id="778" name="Google Shape;778;p113"/>
          <p:cNvSpPr txBox="1">
            <a:spLocks noGrp="1"/>
          </p:cNvSpPr>
          <p:nvPr>
            <p:ph type="body" idx="4294967295"/>
          </p:nvPr>
        </p:nvSpPr>
        <p:spPr>
          <a:xfrm>
            <a:off x="111210" y="1025611"/>
            <a:ext cx="11813100" cy="5671800"/>
          </a:xfrm>
          <a:prstGeom prst="rect">
            <a:avLst/>
          </a:prstGeom>
          <a:blipFill rotWithShape="1">
            <a:blip r:embed="rId3">
              <a:alphaModFix/>
            </a:blip>
            <a:stretch>
              <a:fillRect l="-769" t="-1499" r="-829"/>
            </a:stretch>
          </a:blip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SzPts val="1350"/>
              <a:buFont typeface="Arial"/>
              <a:buChar char="•"/>
            </a:pPr>
            <a:r>
              <a:rPr lang="en-US" sz="1350" b="0" i="0" u="none" strike="noStrike" cap="none">
                <a:latin typeface="Helvetica Neue"/>
                <a:ea typeface="Helvetica Neue"/>
                <a:cs typeface="Helvetica Neue"/>
                <a:sym typeface="Helvetica Neue"/>
              </a:rPr>
              <a:t> </a:t>
            </a:r>
            <a:endParaRPr/>
          </a:p>
        </p:txBody>
      </p:sp>
      <p:pic>
        <p:nvPicPr>
          <p:cNvPr id="779" name="Google Shape;779;p113"/>
          <p:cNvPicPr preferRelativeResize="0"/>
          <p:nvPr/>
        </p:nvPicPr>
        <p:blipFill rotWithShape="1">
          <a:blip r:embed="rId4">
            <a:alphaModFix/>
          </a:blip>
          <a:srcRect/>
          <a:stretch/>
        </p:blipFill>
        <p:spPr>
          <a:xfrm>
            <a:off x="1550987" y="3863975"/>
            <a:ext cx="6740525" cy="806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14"/>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Problem-3</a:t>
            </a:r>
            <a:endParaRPr/>
          </a:p>
        </p:txBody>
      </p:sp>
      <p:sp>
        <p:nvSpPr>
          <p:cNvPr id="785" name="Google Shape;785;p114"/>
          <p:cNvSpPr txBox="1">
            <a:spLocks noGrp="1"/>
          </p:cNvSpPr>
          <p:nvPr>
            <p:ph type="body" idx="1"/>
          </p:nvPr>
        </p:nvSpPr>
        <p:spPr>
          <a:xfrm>
            <a:off x="838200" y="1112837"/>
            <a:ext cx="10652100" cy="4354500"/>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dk1"/>
              </a:buClr>
              <a:buSzPts val="2400"/>
              <a:buNone/>
            </a:pPr>
            <a:r>
              <a:rPr lang="en-US" sz="2400" b="0" i="0" u="none">
                <a:solidFill>
                  <a:schemeClr val="dk1"/>
                </a:solidFill>
                <a:latin typeface="Calibri"/>
                <a:ea typeface="Calibri"/>
                <a:cs typeface="Calibri"/>
                <a:sym typeface="Calibri"/>
              </a:rPr>
              <a:t>A political pollster is conducting an analysis of sample results in order to make predictions on election night. Assuming a two-candidate election, if a specific candidate receives at least 55% of the vote in the sample, then that candidate will be forecast as the winner of the election. If you select a random sample of 100 voters, what is the probability that a candidate will be forecast as the winner when</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a. </a:t>
            </a:r>
            <a:r>
              <a:rPr lang="en-US" sz="2400" b="0" i="0" u="none">
                <a:solidFill>
                  <a:schemeClr val="dk1"/>
                </a:solidFill>
                <a:latin typeface="Calibri"/>
                <a:ea typeface="Calibri"/>
                <a:cs typeface="Calibri"/>
                <a:sym typeface="Calibri"/>
              </a:rPr>
              <a:t>the true percentage of her vote is 50.1%?</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b. </a:t>
            </a:r>
            <a:r>
              <a:rPr lang="en-US" sz="2400" b="0" i="0" u="none">
                <a:solidFill>
                  <a:schemeClr val="dk1"/>
                </a:solidFill>
                <a:latin typeface="Calibri"/>
                <a:ea typeface="Calibri"/>
                <a:cs typeface="Calibri"/>
                <a:sym typeface="Calibri"/>
              </a:rPr>
              <a:t>the true percentage of her vote is 60%?</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c. </a:t>
            </a:r>
            <a:r>
              <a:rPr lang="en-US" sz="2400" b="0" i="0" u="none">
                <a:solidFill>
                  <a:schemeClr val="dk1"/>
                </a:solidFill>
                <a:latin typeface="Calibri"/>
                <a:ea typeface="Calibri"/>
                <a:cs typeface="Calibri"/>
                <a:sym typeface="Calibri"/>
              </a:rPr>
              <a:t>the true percentage of her vote is 49% (and she will lose the election)?</a:t>
            </a:r>
            <a:endParaRPr/>
          </a:p>
          <a:p>
            <a:pPr marL="0" lvl="0" indent="0" algn="just" rtl="0">
              <a:lnSpc>
                <a:spcPct val="10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d. </a:t>
            </a:r>
            <a:r>
              <a:rPr lang="en-US" sz="2400" b="0" i="0" u="none">
                <a:solidFill>
                  <a:schemeClr val="dk1"/>
                </a:solidFill>
                <a:latin typeface="Calibri"/>
                <a:ea typeface="Calibri"/>
                <a:cs typeface="Calibri"/>
                <a:sym typeface="Calibri"/>
              </a:rPr>
              <a:t>If the sample size is increased to 400, what are your answers to (a) through (c)?</a:t>
            </a:r>
            <a:endParaRPr/>
          </a:p>
          <a:p>
            <a:pPr marL="0" lvl="0" indent="0" algn="l" rtl="0">
              <a:lnSpc>
                <a:spcPct val="100000"/>
              </a:lnSpc>
              <a:spcBef>
                <a:spcPts val="1000"/>
              </a:spcBef>
              <a:spcAft>
                <a:spcPts val="0"/>
              </a:spcAft>
              <a:buClr>
                <a:schemeClr val="dk1"/>
              </a:buClr>
              <a:buSzPts val="2400"/>
              <a:buNone/>
            </a:pPr>
            <a:r>
              <a:rPr lang="en-US" sz="2400" b="0" i="0" u="none">
                <a:solidFill>
                  <a:schemeClr val="dk1"/>
                </a:solidFill>
                <a:latin typeface="Calibri"/>
                <a:ea typeface="Calibri"/>
                <a:cs typeface="Calibri"/>
                <a:sym typeface="Calibri"/>
              </a:rPr>
              <a:t> </a:t>
            </a:r>
            <a:br>
              <a:rPr lang="en-US" sz="300" b="0" i="0" u="none">
                <a:solidFill>
                  <a:schemeClr val="dk1"/>
                </a:solidFill>
                <a:latin typeface="Calibri"/>
                <a:ea typeface="Calibri"/>
                <a:cs typeface="Calibri"/>
                <a:sym typeface="Calibri"/>
              </a:rPr>
            </a:b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15"/>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Solution</a:t>
            </a:r>
            <a:endParaRPr/>
          </a:p>
        </p:txBody>
      </p:sp>
      <p:pic>
        <p:nvPicPr>
          <p:cNvPr id="791" name="Google Shape;791;p115" descr="A math problem with numbers and equations&#10;&#10;AI-generated content may be incorrect."/>
          <p:cNvPicPr preferRelativeResize="0"/>
          <p:nvPr/>
        </p:nvPicPr>
        <p:blipFill rotWithShape="1">
          <a:blip r:embed="rId3">
            <a:alphaModFix/>
          </a:blip>
          <a:srcRect/>
          <a:stretch/>
        </p:blipFill>
        <p:spPr>
          <a:xfrm>
            <a:off x="1412875" y="1216025"/>
            <a:ext cx="9910762" cy="358616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16"/>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Practics Problem-4</a:t>
            </a:r>
            <a:endParaRPr/>
          </a:p>
        </p:txBody>
      </p:sp>
      <p:sp>
        <p:nvSpPr>
          <p:cNvPr id="797" name="Google Shape;797;p116"/>
          <p:cNvSpPr txBox="1">
            <a:spLocks noGrp="1"/>
          </p:cNvSpPr>
          <p:nvPr>
            <p:ph type="body" idx="1"/>
          </p:nvPr>
        </p:nvSpPr>
        <p:spPr>
          <a:xfrm>
            <a:off x="534987" y="1074737"/>
            <a:ext cx="11103000" cy="4843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0" i="0" u="none" dirty="0">
                <a:solidFill>
                  <a:schemeClr val="dk1"/>
                </a:solidFill>
                <a:latin typeface="Calibri"/>
                <a:ea typeface="Calibri"/>
                <a:cs typeface="Calibri"/>
                <a:sym typeface="Calibri"/>
              </a:rPr>
              <a:t>The following data represent the bounced cheque fee, in dollars, charged by a sample of 23 banks for direct-deposit customers who maintain a $100 balance:</a:t>
            </a:r>
            <a:endParaRPr dirty="0"/>
          </a:p>
          <a:p>
            <a:pPr marL="0" lvl="0" indent="0" algn="l" rtl="0">
              <a:lnSpc>
                <a:spcPct val="90000"/>
              </a:lnSpc>
              <a:spcBef>
                <a:spcPts val="1000"/>
              </a:spcBef>
              <a:spcAft>
                <a:spcPts val="0"/>
              </a:spcAft>
              <a:buClr>
                <a:schemeClr val="dk1"/>
              </a:buClr>
              <a:buSzPts val="2400"/>
              <a:buNone/>
            </a:pPr>
            <a:r>
              <a:rPr lang="en-US" sz="2400" b="0" i="0" u="none" dirty="0">
                <a:solidFill>
                  <a:schemeClr val="dk1"/>
                </a:solidFill>
                <a:latin typeface="Calibri"/>
                <a:ea typeface="Calibri"/>
                <a:cs typeface="Calibri"/>
                <a:sym typeface="Calibri"/>
              </a:rPr>
              <a:t>26, 28, 20, 20, 21, 22, 25, 25, 18, 25, 15, 20, 18, 20, 25, 25, 22, 30, 30, 30, 15, 20, 29</a:t>
            </a:r>
            <a:endParaRPr dirty="0"/>
          </a:p>
          <a:p>
            <a:pPr marL="0" lvl="0" indent="-152400" algn="l" rtl="0">
              <a:lnSpc>
                <a:spcPct val="90000"/>
              </a:lnSpc>
              <a:spcBef>
                <a:spcPts val="1000"/>
              </a:spcBef>
              <a:spcAft>
                <a:spcPts val="0"/>
              </a:spcAft>
              <a:buClr>
                <a:schemeClr val="dk1"/>
              </a:buClr>
              <a:buSzPts val="2400"/>
              <a:buFont typeface="Arial"/>
              <a:buAutoNum type="alphaLcPeriod"/>
            </a:pPr>
            <a:r>
              <a:rPr lang="en-US" sz="2400" b="0" i="0" u="none" dirty="0">
                <a:solidFill>
                  <a:schemeClr val="dk1"/>
                </a:solidFill>
                <a:latin typeface="Calibri"/>
                <a:ea typeface="Calibri"/>
                <a:cs typeface="Calibri"/>
                <a:sym typeface="Calibri"/>
              </a:rPr>
              <a:t>Construct a 95% confidence interval for the population mean bounced cheque fee.</a:t>
            </a:r>
            <a:endParaRPr dirty="0"/>
          </a:p>
          <a:p>
            <a:pPr marL="0" lvl="0" indent="-152400" algn="l" rtl="0">
              <a:lnSpc>
                <a:spcPct val="90000"/>
              </a:lnSpc>
              <a:spcBef>
                <a:spcPts val="1000"/>
              </a:spcBef>
              <a:spcAft>
                <a:spcPts val="0"/>
              </a:spcAft>
              <a:buClr>
                <a:schemeClr val="dk1"/>
              </a:buClr>
              <a:buSzPts val="2400"/>
              <a:buFont typeface="Arial"/>
              <a:buAutoNum type="alphaLcPeriod"/>
            </a:pPr>
            <a:r>
              <a:rPr lang="en-US" sz="2400" b="0" i="0" u="none" dirty="0">
                <a:solidFill>
                  <a:schemeClr val="dk1"/>
                </a:solidFill>
                <a:latin typeface="Calibri"/>
                <a:ea typeface="Calibri"/>
                <a:cs typeface="Calibri"/>
                <a:sym typeface="Calibri"/>
              </a:rPr>
              <a:t>Interpret the interval constructed in (a) </a:t>
            </a:r>
            <a:endParaRPr dirty="0"/>
          </a:p>
          <a:p>
            <a:pPr marL="0" lvl="0" indent="0" algn="l" rtl="0">
              <a:lnSpc>
                <a:spcPct val="90000"/>
              </a:lnSpc>
              <a:spcBef>
                <a:spcPts val="1000"/>
              </a:spcBef>
              <a:spcAft>
                <a:spcPts val="0"/>
              </a:spcAft>
              <a:buClr>
                <a:schemeClr val="dk1"/>
              </a:buClr>
              <a:buSzPts val="2400"/>
              <a:buNone/>
            </a:pPr>
            <a:r>
              <a:rPr lang="en-US" sz="2400" b="0" i="0" u="none" dirty="0">
                <a:solidFill>
                  <a:schemeClr val="dk1"/>
                </a:solidFill>
                <a:latin typeface="Calibri"/>
                <a:ea typeface="Calibri"/>
                <a:cs typeface="Calibri"/>
                <a:sym typeface="Calibri"/>
              </a:rPr>
              <a:t>Solution:</a:t>
            </a:r>
            <a:endParaRPr dirty="0"/>
          </a:p>
          <a:p>
            <a:pPr marL="0" lvl="0" indent="0" algn="l" rtl="0">
              <a:lnSpc>
                <a:spcPct val="90000"/>
              </a:lnSpc>
              <a:spcBef>
                <a:spcPts val="1000"/>
              </a:spcBef>
              <a:spcAft>
                <a:spcPts val="0"/>
              </a:spcAft>
              <a:buClr>
                <a:schemeClr val="dk1"/>
              </a:buClr>
              <a:buSzPts val="2400"/>
              <a:buNone/>
            </a:pPr>
            <a:r>
              <a:rPr lang="en-US" sz="2400" b="0" i="0" u="none" dirty="0">
                <a:solidFill>
                  <a:schemeClr val="dk1"/>
                </a:solidFill>
                <a:latin typeface="Calibri"/>
                <a:ea typeface="Calibri"/>
                <a:cs typeface="Calibri"/>
                <a:sym typeface="Calibri"/>
              </a:rPr>
              <a:t> </a:t>
            </a:r>
            <a:r>
              <a:rPr lang="en-US" sz="2400" b="1" i="0" u="none" dirty="0">
                <a:solidFill>
                  <a:schemeClr val="dk1"/>
                </a:solidFill>
                <a:latin typeface="Calibri"/>
                <a:ea typeface="Calibri"/>
                <a:cs typeface="Calibri"/>
                <a:sym typeface="Calibri"/>
              </a:rPr>
              <a:t>(a) </a:t>
            </a:r>
            <a:r>
              <a:rPr lang="en-US" sz="2400" b="0" i="0" u="none" dirty="0">
                <a:solidFill>
                  <a:schemeClr val="dk1"/>
                </a:solidFill>
                <a:latin typeface="Calibri"/>
                <a:ea typeface="Calibri"/>
                <a:cs typeface="Calibri"/>
                <a:sym typeface="Calibri"/>
              </a:rPr>
              <a:t>$21.01 to  $24.99. </a:t>
            </a:r>
            <a:endParaRPr dirty="0"/>
          </a:p>
          <a:p>
            <a:pPr marL="0" lvl="0" indent="0" algn="l" rtl="0">
              <a:lnSpc>
                <a:spcPct val="90000"/>
              </a:lnSpc>
              <a:spcBef>
                <a:spcPts val="1000"/>
              </a:spcBef>
              <a:spcAft>
                <a:spcPts val="0"/>
              </a:spcAft>
              <a:buClr>
                <a:schemeClr val="dk1"/>
              </a:buClr>
              <a:buSzPts val="2400"/>
              <a:buNone/>
            </a:pPr>
            <a:r>
              <a:rPr lang="en-US" sz="2400" b="1" i="0" u="none" dirty="0">
                <a:solidFill>
                  <a:schemeClr val="dk1"/>
                </a:solidFill>
                <a:latin typeface="Calibri"/>
                <a:ea typeface="Calibri"/>
                <a:cs typeface="Calibri"/>
                <a:sym typeface="Calibri"/>
              </a:rPr>
              <a:t> (b) </a:t>
            </a:r>
            <a:r>
              <a:rPr lang="en-US" sz="2400" b="0" i="0" u="none" dirty="0">
                <a:solidFill>
                  <a:schemeClr val="dk1"/>
                </a:solidFill>
                <a:latin typeface="Calibri"/>
                <a:ea typeface="Calibri"/>
                <a:cs typeface="Calibri"/>
                <a:sym typeface="Calibri"/>
              </a:rPr>
              <a:t>You can be 95% confident that the population mean bounced-cheque fee is between $21.01 and $24.99 </a:t>
            </a:r>
            <a:br>
              <a:rPr lang="en-US" sz="2400" b="0" i="0" u="none" dirty="0">
                <a:solidFill>
                  <a:schemeClr val="dk1"/>
                </a:solidFill>
                <a:latin typeface="Calibri"/>
                <a:ea typeface="Calibri"/>
                <a:cs typeface="Calibri"/>
                <a:sym typeface="Calibri"/>
              </a:rPr>
            </a:br>
            <a:br>
              <a:rPr lang="en-US" sz="2400" b="0" i="0" u="none" dirty="0">
                <a:solidFill>
                  <a:schemeClr val="dk1"/>
                </a:solidFill>
                <a:latin typeface="Helvetica Neue"/>
                <a:ea typeface="Helvetica Neue"/>
                <a:cs typeface="Helvetica Neue"/>
                <a:sym typeface="Helvetica Neue"/>
              </a:rPr>
            </a:br>
            <a:r>
              <a:rPr lang="en-US" sz="2400" b="0" i="0" u="none" dirty="0">
                <a:solidFill>
                  <a:schemeClr val="dk1"/>
                </a:solidFill>
                <a:latin typeface="Helvetica Neue"/>
                <a:ea typeface="Helvetica Neue"/>
                <a:cs typeface="Helvetica Neue"/>
                <a:sym typeface="Helvetica Neue"/>
              </a:rPr>
              <a:t> </a:t>
            </a:r>
            <a:br>
              <a:rPr lang="en-US" sz="1300" b="0" i="0" u="none" dirty="0">
                <a:solidFill>
                  <a:schemeClr val="dk1"/>
                </a:solidFill>
                <a:latin typeface="Helvetica Neue"/>
                <a:ea typeface="Helvetica Neue"/>
                <a:cs typeface="Helvetica Neue"/>
                <a:sym typeface="Helvetica Neue"/>
              </a:rPr>
            </a:b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17"/>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Practice Problem-5</a:t>
            </a:r>
            <a:endParaRPr/>
          </a:p>
        </p:txBody>
      </p:sp>
      <p:sp>
        <p:nvSpPr>
          <p:cNvPr id="803" name="Google Shape;803;p117"/>
          <p:cNvSpPr txBox="1">
            <a:spLocks noGrp="1"/>
          </p:cNvSpPr>
          <p:nvPr>
            <p:ph type="body" idx="1"/>
          </p:nvPr>
        </p:nvSpPr>
        <p:spPr>
          <a:xfrm>
            <a:off x="111125" y="1087437"/>
            <a:ext cx="11825400" cy="41895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A survey is planned to determine the mean annual family medical expenses of employees of a large company. The management of the company wishes to be 95% confident that the sample mean is correct to within $50 of the population mean annual family medical expenses. A previous study indicates that the standard deviation is approximately $400.</a:t>
            </a:r>
            <a:endParaRPr/>
          </a:p>
          <a:p>
            <a:pPr marL="228600" lvl="0" indent="-228600" algn="l" rtl="0">
              <a:lnSpc>
                <a:spcPct val="90000"/>
              </a:lnSpc>
              <a:spcBef>
                <a:spcPts val="1000"/>
              </a:spcBef>
              <a:spcAft>
                <a:spcPts val="0"/>
              </a:spcAft>
              <a:buClr>
                <a:schemeClr val="dk1"/>
              </a:buClr>
              <a:buSzPts val="2000"/>
              <a:buFont typeface="Arial"/>
              <a:buAutoNum type="alphaLcPeriod"/>
            </a:pPr>
            <a:r>
              <a:rPr lang="en-US" sz="2000" b="0" i="0" u="none">
                <a:solidFill>
                  <a:schemeClr val="dk1"/>
                </a:solidFill>
                <a:latin typeface="Calibri"/>
                <a:ea typeface="Calibri"/>
                <a:cs typeface="Calibri"/>
                <a:sym typeface="Calibri"/>
              </a:rPr>
              <a:t>How large a sample size is necessary?</a:t>
            </a:r>
            <a:endParaRPr/>
          </a:p>
          <a:p>
            <a:pPr marL="228600" lvl="0" indent="-228600" algn="l" rtl="0">
              <a:lnSpc>
                <a:spcPct val="90000"/>
              </a:lnSpc>
              <a:spcBef>
                <a:spcPts val="1000"/>
              </a:spcBef>
              <a:spcAft>
                <a:spcPts val="0"/>
              </a:spcAft>
              <a:buClr>
                <a:schemeClr val="dk1"/>
              </a:buClr>
              <a:buSzPts val="2000"/>
              <a:buFont typeface="Arial"/>
              <a:buAutoNum type="alphaLcPeriod"/>
            </a:pPr>
            <a:r>
              <a:rPr lang="en-US" sz="2000" b="0" i="0" u="none">
                <a:solidFill>
                  <a:schemeClr val="dk1"/>
                </a:solidFill>
                <a:latin typeface="Calibri"/>
                <a:ea typeface="Calibri"/>
                <a:cs typeface="Calibri"/>
                <a:sym typeface="Calibri"/>
              </a:rPr>
              <a:t>If management wants to be correct to within $25, what sample size is necessary? </a:t>
            </a:r>
            <a:endParaRPr/>
          </a:p>
          <a:p>
            <a:pPr marL="228600" lvl="0" indent="-228600" algn="l" rtl="0">
              <a:lnSpc>
                <a:spcPct val="90000"/>
              </a:lnSpc>
              <a:spcBef>
                <a:spcPts val="1000"/>
              </a:spcBef>
              <a:spcAft>
                <a:spcPts val="0"/>
              </a:spcAft>
              <a:buClr>
                <a:schemeClr val="dk1"/>
              </a:buClr>
              <a:buSzPts val="2000"/>
              <a:buNone/>
            </a:pPr>
            <a:endParaRPr sz="2000" b="0"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000"/>
              <a:buNone/>
            </a:pPr>
            <a:r>
              <a:rPr lang="en-US" sz="2000" b="0" i="0" u="none">
                <a:solidFill>
                  <a:schemeClr val="dk1"/>
                </a:solidFill>
                <a:latin typeface="Helvetica Neue"/>
                <a:ea typeface="Helvetica Neue"/>
                <a:cs typeface="Helvetica Neue"/>
                <a:sym typeface="Helvetica Neue"/>
              </a:rPr>
              <a:t>Solution:</a:t>
            </a:r>
            <a:br>
              <a:rPr lang="en-US" sz="1300" b="0" i="0" u="none">
                <a:solidFill>
                  <a:schemeClr val="dk1"/>
                </a:solidFill>
                <a:latin typeface="Helvetica Neue"/>
                <a:ea typeface="Helvetica Neue"/>
                <a:cs typeface="Helvetica Neue"/>
                <a:sym typeface="Helvetica Neue"/>
              </a:rPr>
            </a:br>
            <a:endParaRPr/>
          </a:p>
        </p:txBody>
      </p:sp>
      <p:pic>
        <p:nvPicPr>
          <p:cNvPr id="804" name="Google Shape;804;p117" descr="A math problem with numbers and equations&#10;&#10;AI-generated content may be incorrect."/>
          <p:cNvPicPr preferRelativeResize="0"/>
          <p:nvPr/>
        </p:nvPicPr>
        <p:blipFill rotWithShape="1">
          <a:blip r:embed="rId3">
            <a:alphaModFix/>
          </a:blip>
          <a:srcRect/>
          <a:stretch/>
        </p:blipFill>
        <p:spPr>
          <a:xfrm>
            <a:off x="1554162" y="3527425"/>
            <a:ext cx="6002337" cy="27686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18"/>
          <p:cNvSpPr txBox="1">
            <a:spLocks noGrp="1"/>
          </p:cNvSpPr>
          <p:nvPr>
            <p:ph type="title"/>
          </p:nvPr>
        </p:nvSpPr>
        <p:spPr>
          <a:xfrm>
            <a:off x="838200" y="160337"/>
            <a:ext cx="9321900" cy="76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Helvetica Neue"/>
              <a:buNone/>
            </a:pPr>
            <a:r>
              <a:rPr lang="en-US" sz="2400" b="1" i="0" u="none">
                <a:solidFill>
                  <a:schemeClr val="lt1"/>
                </a:solidFill>
                <a:latin typeface="Helvetica Neue"/>
                <a:ea typeface="Helvetica Neue"/>
                <a:cs typeface="Helvetica Neue"/>
                <a:sym typeface="Helvetica Neue"/>
              </a:rPr>
              <a:t>Glossary</a:t>
            </a:r>
            <a:endParaRPr/>
          </a:p>
        </p:txBody>
      </p:sp>
      <p:sp>
        <p:nvSpPr>
          <p:cNvPr id="810" name="Google Shape;810;p118"/>
          <p:cNvSpPr txBox="1">
            <a:spLocks noGrp="1"/>
          </p:cNvSpPr>
          <p:nvPr>
            <p:ph type="body" idx="1"/>
          </p:nvPr>
        </p:nvSpPr>
        <p:spPr>
          <a:xfrm>
            <a:off x="425450" y="1093787"/>
            <a:ext cx="11387100" cy="52944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Population</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Sample</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Random sampling</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Stratified sampling</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Parameter</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Statistics</a:t>
            </a:r>
          </a:p>
          <a:p>
            <a:pPr marL="228600" indent="-228600" algn="just">
              <a:buClr>
                <a:srgbClr val="0166B3"/>
              </a:buClr>
              <a:buSzPts val="1800"/>
              <a:buFont typeface="Noto Sans Symbols"/>
              <a:buChar char="❖"/>
            </a:pPr>
            <a:r>
              <a:rPr lang="en-US" sz="1800" b="1" dirty="0">
                <a:solidFill>
                  <a:srgbClr val="0166B3"/>
                </a:solidFill>
                <a:latin typeface="Calibri"/>
                <a:ea typeface="Calibri"/>
                <a:cs typeface="Calibri"/>
                <a:sym typeface="Calibri"/>
              </a:rPr>
              <a:t>Sampling distribution</a:t>
            </a:r>
            <a:endParaRPr lang="en-US" sz="1800" dirty="0"/>
          </a:p>
          <a:p>
            <a:pPr marL="228600" lvl="0" indent="-228600" algn="just" rtl="0">
              <a:lnSpc>
                <a:spcPct val="90000"/>
              </a:lnSpc>
              <a:spcBef>
                <a:spcPts val="1000"/>
              </a:spcBef>
              <a:spcAft>
                <a:spcPts val="0"/>
              </a:spcAft>
              <a:buClr>
                <a:srgbClr val="0166B3"/>
              </a:buClr>
              <a:buSzPts val="1800"/>
              <a:buFont typeface="Noto Sans Symbols"/>
              <a:buChar char="❖"/>
            </a:pP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Point estimate</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Interval estimation</a:t>
            </a:r>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Confidence level</a:t>
            </a:r>
            <a:endParaRPr dirty="0"/>
          </a:p>
          <a:p>
            <a:pPr marL="228600" lvl="0" indent="-228600" algn="just" rtl="0">
              <a:lnSpc>
                <a:spcPct val="90000"/>
              </a:lnSpc>
              <a:spcBef>
                <a:spcPts val="1000"/>
              </a:spcBef>
              <a:spcAft>
                <a:spcPts val="0"/>
              </a:spcAft>
              <a:buClr>
                <a:srgbClr val="0166B3"/>
              </a:buClr>
              <a:buSzPts val="1800"/>
              <a:buFont typeface="Noto Sans Symbols"/>
              <a:buChar char="❖"/>
            </a:pPr>
            <a:r>
              <a:rPr lang="en-US" sz="1800" b="1" i="0" u="none" dirty="0">
                <a:solidFill>
                  <a:srgbClr val="0166B3"/>
                </a:solidFill>
                <a:latin typeface="Calibri"/>
                <a:ea typeface="Calibri"/>
                <a:cs typeface="Calibri"/>
                <a:sym typeface="Calibri"/>
              </a:rPr>
              <a:t>Confidence interval</a:t>
            </a:r>
            <a:endParaRPr dirty="0"/>
          </a:p>
          <a:p>
            <a:pPr marL="228600" lvl="0" indent="-114300" algn="l" rtl="0">
              <a:lnSpc>
                <a:spcPct val="90000"/>
              </a:lnSpc>
              <a:spcBef>
                <a:spcPts val="1000"/>
              </a:spcBef>
              <a:spcAft>
                <a:spcPts val="0"/>
              </a:spcAft>
              <a:buClr>
                <a:schemeClr val="dk1"/>
              </a:buClr>
              <a:buSzPts val="1800"/>
              <a:buNone/>
            </a:pPr>
            <a:endParaRPr sz="1800" b="1" i="0" u="none" dirty="0">
              <a:solidFill>
                <a:srgbClr val="0166B3"/>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47113-084D-EE0A-D70D-E111B36682E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E6D3078-7A75-CDC8-7CDA-1639B9138B51}"/>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E481E262-7101-7E02-E94C-FA969953CF23}"/>
              </a:ext>
            </a:extLst>
          </p:cNvPr>
          <p:cNvSpPr>
            <a:spLocks noGrp="1"/>
          </p:cNvSpPr>
          <p:nvPr>
            <p:ph type="body" idx="2"/>
          </p:nvPr>
        </p:nvSpPr>
        <p:spPr/>
        <p:txBody>
          <a:bodyPr>
            <a:normAutofit fontScale="92500" lnSpcReduction="10000"/>
          </a:bodyPr>
          <a:lstStyle/>
          <a:p>
            <a:endParaRPr lang="en-IN"/>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72AB33B0-CC82-D7A8-0D87-ECBBF2F242EF}"/>
                  </a:ext>
                </a:extLst>
              </p14:cNvPr>
              <p14:cNvContentPartPr/>
              <p14:nvPr/>
            </p14:nvContentPartPr>
            <p14:xfrm>
              <a:off x="309600" y="765360"/>
              <a:ext cx="11810880" cy="5998320"/>
            </p14:xfrm>
          </p:contentPart>
        </mc:Choice>
        <mc:Fallback>
          <p:pic>
            <p:nvPicPr>
              <p:cNvPr id="5" name="Ink 4">
                <a:extLst>
                  <a:ext uri="{FF2B5EF4-FFF2-40B4-BE49-F238E27FC236}">
                    <a16:creationId xmlns:a16="http://schemas.microsoft.com/office/drawing/2014/main" id="{72AB33B0-CC82-D7A8-0D87-ECBBF2F242EF}"/>
                  </a:ext>
                </a:extLst>
              </p:cNvPr>
              <p:cNvPicPr/>
              <p:nvPr/>
            </p:nvPicPr>
            <p:blipFill>
              <a:blip r:embed="rId3"/>
              <a:stretch>
                <a:fillRect/>
              </a:stretch>
            </p:blipFill>
            <p:spPr>
              <a:xfrm>
                <a:off x="300240" y="756000"/>
                <a:ext cx="11829600" cy="6017040"/>
              </a:xfrm>
              <a:prstGeom prst="rect">
                <a:avLst/>
              </a:prstGeom>
            </p:spPr>
          </p:pic>
        </mc:Fallback>
      </mc:AlternateContent>
    </p:spTree>
    <p:extLst>
      <p:ext uri="{BB962C8B-B14F-4D97-AF65-F5344CB8AC3E}">
        <p14:creationId xmlns:p14="http://schemas.microsoft.com/office/powerpoint/2010/main" val="20991329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1A19-11FE-5E70-F161-45B51EA2548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D1273A7-92AB-C6C8-E52D-5B3DAA161A39}"/>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18F57E92-BF52-0887-0563-C972F6FBEEE4}"/>
              </a:ext>
            </a:extLst>
          </p:cNvPr>
          <p:cNvSpPr>
            <a:spLocks noGrp="1"/>
          </p:cNvSpPr>
          <p:nvPr>
            <p:ph type="body" idx="2"/>
          </p:nvPr>
        </p:nvSpPr>
        <p:spPr/>
        <p:txBody>
          <a:bodyPr>
            <a:normAutofit fontScale="92500" lnSpcReduction="10000"/>
          </a:bodyPr>
          <a:lstStyle/>
          <a:p>
            <a:endParaRPr lang="en-IN"/>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FE78B48E-9C21-6246-763A-2A6BD36D459D}"/>
                  </a:ext>
                </a:extLst>
              </p14:cNvPr>
              <p14:cNvContentPartPr/>
              <p14:nvPr/>
            </p14:nvContentPartPr>
            <p14:xfrm>
              <a:off x="95040" y="873720"/>
              <a:ext cx="7416360" cy="5804280"/>
            </p14:xfrm>
          </p:contentPart>
        </mc:Choice>
        <mc:Fallback>
          <p:pic>
            <p:nvPicPr>
              <p:cNvPr id="5" name="Ink 4">
                <a:extLst>
                  <a:ext uri="{FF2B5EF4-FFF2-40B4-BE49-F238E27FC236}">
                    <a16:creationId xmlns:a16="http://schemas.microsoft.com/office/drawing/2014/main" id="{FE78B48E-9C21-6246-763A-2A6BD36D459D}"/>
                  </a:ext>
                </a:extLst>
              </p:cNvPr>
              <p:cNvPicPr/>
              <p:nvPr/>
            </p:nvPicPr>
            <p:blipFill>
              <a:blip r:embed="rId3"/>
              <a:stretch>
                <a:fillRect/>
              </a:stretch>
            </p:blipFill>
            <p:spPr>
              <a:xfrm>
                <a:off x="85680" y="864360"/>
                <a:ext cx="7435080" cy="5823000"/>
              </a:xfrm>
              <a:prstGeom prst="rect">
                <a:avLst/>
              </a:prstGeom>
            </p:spPr>
          </p:pic>
        </mc:Fallback>
      </mc:AlternateContent>
    </p:spTree>
    <p:extLst>
      <p:ext uri="{BB962C8B-B14F-4D97-AF65-F5344CB8AC3E}">
        <p14:creationId xmlns:p14="http://schemas.microsoft.com/office/powerpoint/2010/main" val="28923722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119"/>
          <p:cNvSpPr txBox="1">
            <a:spLocks noGrp="1"/>
          </p:cNvSpPr>
          <p:nvPr>
            <p:ph type="title"/>
          </p:nvPr>
        </p:nvSpPr>
        <p:spPr>
          <a:xfrm>
            <a:off x="7888287" y="5191125"/>
            <a:ext cx="3770400" cy="904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50860"/>
              </a:buClr>
              <a:buSzPts val="4900"/>
              <a:buFont typeface="Helvetica Neue"/>
              <a:buNone/>
            </a:pPr>
            <a:r>
              <a:rPr lang="en-US" sz="4900" b="1" i="0" u="none">
                <a:solidFill>
                  <a:srgbClr val="150860"/>
                </a:solidFill>
                <a:latin typeface="Helvetica Neue"/>
                <a:ea typeface="Helvetica Neue"/>
                <a:cs typeface="Helvetica Neue"/>
                <a:sym typeface="Helvetica Neue"/>
              </a:rPr>
              <a:t>Thank You!</a:t>
            </a:r>
            <a:endParaRPr/>
          </a:p>
        </p:txBody>
      </p:sp>
    </p:spTree>
  </p:cSld>
  <p:clrMapOvr>
    <a:masterClrMapping/>
  </p:clrMapOvr>
</p:sld>
</file>

<file path=ppt/theme/theme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7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7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9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0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2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3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4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15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16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18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9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20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2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28" ma:contentTypeDescription="Create a new document." ma:contentTypeScope="" ma:versionID="8e86f45206d69f05d65aef40a1733e8e">
  <xsd:schema xmlns:xsd="http://www.w3.org/2001/XMLSchema" xmlns:xs="http://www.w3.org/2001/XMLSchema" xmlns:p="http://schemas.microsoft.com/office/2006/metadata/properties" xmlns:ns2="2723f1bc-7802-4c44-b827-a549654b530e" targetNamespace="http://schemas.microsoft.com/office/2006/metadata/properties" ma:root="true" ma:fieldsID="7466106287e23552aae4aa153fe08158" ns2:_="">
    <xsd:import namespace="2723f1bc-7802-4c44-b827-a549654b530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2723f1bc-7802-4c44-b827-a549654b530e" xsi:nil="true"/>
    <FolderType xmlns="2723f1bc-7802-4c44-b827-a549654b530e" xsi:nil="true"/>
    <LMS_Mappings xmlns="2723f1bc-7802-4c44-b827-a549654b530e" xsi:nil="true"/>
    <DefaultSectionNames xmlns="2723f1bc-7802-4c44-b827-a549654b530e" xsi:nil="true"/>
    <AppVersion xmlns="2723f1bc-7802-4c44-b827-a549654b530e" xsi:nil="true"/>
    <TeamsChannelId xmlns="2723f1bc-7802-4c44-b827-a549654b530e" xsi:nil="true"/>
    <IsNotebookLocked xmlns="2723f1bc-7802-4c44-b827-a549654b530e" xsi:nil="true"/>
    <CultureName xmlns="2723f1bc-7802-4c44-b827-a549654b530e" xsi:nil="true"/>
    <Students xmlns="2723f1bc-7802-4c44-b827-a549654b530e">
      <UserInfo>
        <DisplayName/>
        <AccountId xsi:nil="true"/>
        <AccountType/>
      </UserInfo>
    </Students>
    <Templates xmlns="2723f1bc-7802-4c44-b827-a549654b530e" xsi:nil="true"/>
    <Self_Registration_Enabled xmlns="2723f1bc-7802-4c44-b827-a549654b530e" xsi:nil="true"/>
    <Invited_Students xmlns="2723f1bc-7802-4c44-b827-a549654b530e" xsi:nil="true"/>
    <Teachers xmlns="2723f1bc-7802-4c44-b827-a549654b530e">
      <UserInfo>
        <DisplayName/>
        <AccountId xsi:nil="true"/>
        <AccountType/>
      </UserInfo>
    </Teachers>
    <Student_Groups xmlns="2723f1bc-7802-4c44-b827-a549654b530e">
      <UserInfo>
        <DisplayName/>
        <AccountId xsi:nil="true"/>
        <AccountType/>
      </UserInfo>
    </Student_Groups>
    <Teams_Channel_Section_Location xmlns="2723f1bc-7802-4c44-b827-a549654b530e" xsi:nil="true"/>
    <Owner xmlns="2723f1bc-7802-4c44-b827-a549654b530e">
      <UserInfo>
        <DisplayName/>
        <AccountId xsi:nil="true"/>
        <AccountType/>
      </UserInfo>
    </Owner>
    <Distribution_Groups xmlns="2723f1bc-7802-4c44-b827-a549654b530e" xsi:nil="true"/>
    <Math_Settings xmlns="2723f1bc-7802-4c44-b827-a549654b530e" xsi:nil="true"/>
    <Has_Teacher_Only_SectionGroup xmlns="2723f1bc-7802-4c44-b827-a549654b530e" xsi:nil="true"/>
    <Is_Collaboration_Space_Locked xmlns="2723f1bc-7802-4c44-b827-a549654b530e" xsi:nil="true"/>
    <Invited_Teachers xmlns="2723f1bc-7802-4c44-b827-a549654b530e" xsi:nil="true"/>
  </documentManagement>
</p:properties>
</file>

<file path=customXml/itemProps1.xml><?xml version="1.0" encoding="utf-8"?>
<ds:datastoreItem xmlns:ds="http://schemas.openxmlformats.org/officeDocument/2006/customXml" ds:itemID="{9DE2F95D-9901-46A2-BD1F-4987D163886F}"/>
</file>

<file path=customXml/itemProps2.xml><?xml version="1.0" encoding="utf-8"?>
<ds:datastoreItem xmlns:ds="http://schemas.openxmlformats.org/officeDocument/2006/customXml" ds:itemID="{A31545C8-BCC4-41FD-92C9-2F39CE2CF47B}"/>
</file>

<file path=customXml/itemProps3.xml><?xml version="1.0" encoding="utf-8"?>
<ds:datastoreItem xmlns:ds="http://schemas.openxmlformats.org/officeDocument/2006/customXml" ds:itemID="{2009DC69-376B-470D-A115-14FB901445B3}"/>
</file>

<file path=docProps/app.xml><?xml version="1.0" encoding="utf-8"?>
<Properties xmlns="http://schemas.openxmlformats.org/officeDocument/2006/extended-properties" xmlns:vt="http://schemas.openxmlformats.org/officeDocument/2006/docPropsVTypes">
  <TotalTime>401</TotalTime>
  <Words>3312</Words>
  <Application>Microsoft Office PowerPoint</Application>
  <PresentationFormat>Widescreen</PresentationFormat>
  <Paragraphs>557</Paragraphs>
  <Slides>65</Slides>
  <Notes>63</Notes>
  <HiddenSlides>0</HiddenSlides>
  <MMClips>0</MMClips>
  <ScaleCrop>false</ScaleCrop>
  <HeadingPairs>
    <vt:vector size="6" baseType="variant">
      <vt:variant>
        <vt:lpstr>Fonts Used</vt:lpstr>
      </vt:variant>
      <vt:variant>
        <vt:i4>10</vt:i4>
      </vt:variant>
      <vt:variant>
        <vt:lpstr>Theme</vt:lpstr>
      </vt:variant>
      <vt:variant>
        <vt:i4>22</vt:i4>
      </vt:variant>
      <vt:variant>
        <vt:lpstr>Slide Titles</vt:lpstr>
      </vt:variant>
      <vt:variant>
        <vt:i4>65</vt:i4>
      </vt:variant>
    </vt:vector>
  </HeadingPairs>
  <TitlesOfParts>
    <vt:vector size="97" baseType="lpstr">
      <vt:lpstr>Arial</vt:lpstr>
      <vt:lpstr>Calibri</vt:lpstr>
      <vt:lpstr>Cambria</vt:lpstr>
      <vt:lpstr>Courier New</vt:lpstr>
      <vt:lpstr>Franklin Gothic</vt:lpstr>
      <vt:lpstr>Helvetica Neue</vt:lpstr>
      <vt:lpstr>Helvetica Neue Light</vt:lpstr>
      <vt:lpstr>Noto Sans Symbols</vt:lpstr>
      <vt:lpstr>Times</vt:lpstr>
      <vt:lpstr>Times New Roman</vt:lpstr>
      <vt:lpstr>3_Office Theme</vt:lpstr>
      <vt:lpstr>6_Office Theme</vt:lpstr>
      <vt:lpstr>4_Office Theme</vt:lpstr>
      <vt:lpstr>Office Theme</vt:lpstr>
      <vt:lpstr>17_Office Theme</vt:lpstr>
      <vt:lpstr>2_Office Theme</vt:lpstr>
      <vt:lpstr>1_Office Theme</vt:lpstr>
      <vt:lpstr>5_Office Theme</vt:lpstr>
      <vt:lpstr>7_Office Theme</vt:lpstr>
      <vt:lpstr>8_Office Theme</vt:lpstr>
      <vt:lpstr>9_Office Theme</vt:lpstr>
      <vt:lpstr>10_Office Theme</vt:lpstr>
      <vt:lpstr>11_Office Theme</vt:lpstr>
      <vt:lpstr>12_Office Theme</vt:lpstr>
      <vt:lpstr>13_Office Theme</vt:lpstr>
      <vt:lpstr>14_Office Theme</vt:lpstr>
      <vt:lpstr>15_Office Theme</vt:lpstr>
      <vt:lpstr>16_Office Theme</vt:lpstr>
      <vt:lpstr>18_Office Theme</vt:lpstr>
      <vt:lpstr>19_Office Theme</vt:lpstr>
      <vt:lpstr>20_Office Theme</vt:lpstr>
      <vt:lpstr>21_Office Theme</vt:lpstr>
      <vt:lpstr>Introduction to  Statistical Methods </vt:lpstr>
      <vt:lpstr>PowerPoint Presentation</vt:lpstr>
      <vt:lpstr> Contact Session 7 </vt:lpstr>
      <vt:lpstr>Agenda</vt:lpstr>
      <vt:lpstr>Population and Sample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Continued….</vt:lpstr>
      <vt:lpstr>Calculation of Mean and Variance</vt:lpstr>
      <vt:lpstr>Sampling Variation</vt:lpstr>
      <vt:lpstr>Sampling Distribution Definition</vt:lpstr>
      <vt:lpstr> </vt:lpstr>
      <vt:lpstr>Example</vt:lpstr>
      <vt:lpstr>Sample of Size 2</vt:lpstr>
      <vt:lpstr>Sampling Distribution</vt:lpstr>
      <vt:lpstr>Conclusion</vt:lpstr>
      <vt:lpstr>Sampling Disrtibution Analysis</vt:lpstr>
      <vt:lpstr>Shapes of the Distributions of Sample Means</vt:lpstr>
      <vt:lpstr>Central Limit Theorem</vt:lpstr>
      <vt:lpstr>Z score for sample means</vt:lpstr>
      <vt:lpstr>Example-1</vt:lpstr>
      <vt:lpstr>Example-2</vt:lpstr>
      <vt:lpstr>PowerPoint Presentation</vt:lpstr>
      <vt:lpstr>Example-3</vt:lpstr>
      <vt:lpstr>Finite Population Sampling</vt:lpstr>
      <vt:lpstr>Note about Finite Population</vt:lpstr>
      <vt:lpstr>Example-4</vt:lpstr>
      <vt:lpstr>Sampling Distribution of Sample Proportion</vt:lpstr>
      <vt:lpstr>Example</vt:lpstr>
      <vt:lpstr>Central Limit Theorem for Sample Proportion</vt:lpstr>
      <vt:lpstr>Z Formula for Sample Proportion</vt:lpstr>
      <vt:lpstr>Example-4</vt:lpstr>
      <vt:lpstr>Statistical Inference</vt:lpstr>
      <vt:lpstr>Point Estimate</vt:lpstr>
      <vt:lpstr>Terminology and Notations</vt:lpstr>
      <vt:lpstr>Confidence Interval</vt:lpstr>
      <vt:lpstr>Graphical Representation of Confidence Interval</vt:lpstr>
      <vt:lpstr>α in Confidence Intervals</vt:lpstr>
      <vt:lpstr>Confidence Interval For Mean</vt:lpstr>
      <vt:lpstr>Confidence Interval for Difference of Mean of Two Populations</vt:lpstr>
      <vt:lpstr>Example</vt:lpstr>
      <vt:lpstr>Example</vt:lpstr>
      <vt:lpstr>Example</vt:lpstr>
      <vt:lpstr>Solution</vt:lpstr>
      <vt:lpstr>Practice Problem-1</vt:lpstr>
      <vt:lpstr>Practics Problem-2</vt:lpstr>
      <vt:lpstr>Practice Problem-3</vt:lpstr>
      <vt:lpstr>Solution</vt:lpstr>
      <vt:lpstr>Practics Problem-4</vt:lpstr>
      <vt:lpstr>Practice Problem-5</vt:lpstr>
      <vt:lpstr>Glossary</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Statistical Methods </dc:title>
  <dc:creator>Vamshi</dc:creator>
  <cp:lastModifiedBy>krishna kumari</cp:lastModifiedBy>
  <cp:revision>19</cp:revision>
  <dcterms:modified xsi:type="dcterms:W3CDTF">2026-09-13T06:58:16Z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